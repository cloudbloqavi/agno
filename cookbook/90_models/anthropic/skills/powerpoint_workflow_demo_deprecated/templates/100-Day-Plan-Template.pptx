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1388" r:id="rId2"/>
    <p:sldId id="1389" r:id="rId3"/>
    <p:sldId id="1390" r:id="rId4"/>
    <p:sldId id="1391" r:id="rId5"/>
    <p:sldId id="299" r:id="rId6"/>
    <p:sldId id="302" r:id="rId7"/>
    <p:sldId id="1393" r:id="rId8"/>
    <p:sldId id="13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kri peb" initials="fp" lastIdx="2" clrIdx="0">
    <p:extLst>
      <p:ext uri="{19B8F6BF-5375-455C-9EA6-DF929625EA0E}">
        <p15:presenceInfo xmlns:p15="http://schemas.microsoft.com/office/powerpoint/2012/main" userId="520adb26e705f69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1AF1AD"/>
    <a:srgbClr val="595959"/>
    <a:srgbClr val="989998"/>
    <a:srgbClr val="E8EFB9"/>
    <a:srgbClr val="C6BF54"/>
    <a:srgbClr val="E1D9B2"/>
    <a:srgbClr val="B9E5FE"/>
    <a:srgbClr val="868687"/>
    <a:srgbClr val="A9A9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74" autoAdjust="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5CDA7-20C1-473F-B9DB-BE0B7421AC6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FFAE9-980A-4B05-A9EB-E1E0BEC44F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2685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19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044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4CF2A992-16EE-4B64-A6EC-F5DE4913D78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7292" y="1641483"/>
            <a:ext cx="2456265" cy="1954343"/>
          </a:xfrm>
          <a:custGeom>
            <a:avLst/>
            <a:gdLst>
              <a:gd name="connsiteX0" fmla="*/ 217627 w 2456265"/>
              <a:gd name="connsiteY0" fmla="*/ 0 h 1954343"/>
              <a:gd name="connsiteX1" fmla="*/ 2238290 w 2456265"/>
              <a:gd name="connsiteY1" fmla="*/ 0 h 1954343"/>
              <a:gd name="connsiteX2" fmla="*/ 2456265 w 2456265"/>
              <a:gd name="connsiteY2" fmla="*/ 217975 h 1954343"/>
              <a:gd name="connsiteX3" fmla="*/ 2456265 w 2456265"/>
              <a:gd name="connsiteY3" fmla="*/ 1954343 h 1954343"/>
              <a:gd name="connsiteX4" fmla="*/ 0 w 2456265"/>
              <a:gd name="connsiteY4" fmla="*/ 1954343 h 1954343"/>
              <a:gd name="connsiteX5" fmla="*/ 0 w 2456265"/>
              <a:gd name="connsiteY5" fmla="*/ 214523 h 1954343"/>
              <a:gd name="connsiteX6" fmla="*/ 4080 w 2456265"/>
              <a:gd name="connsiteY6" fmla="*/ 174045 h 1954343"/>
              <a:gd name="connsiteX7" fmla="*/ 217627 w 2456265"/>
              <a:gd name="connsiteY7" fmla="*/ 0 h 19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56265" h="1954343">
                <a:moveTo>
                  <a:pt x="217627" y="0"/>
                </a:moveTo>
                <a:lnTo>
                  <a:pt x="2238290" y="0"/>
                </a:lnTo>
                <a:cubicBezTo>
                  <a:pt x="2358674" y="0"/>
                  <a:pt x="2456265" y="97591"/>
                  <a:pt x="2456265" y="217975"/>
                </a:cubicBezTo>
                <a:lnTo>
                  <a:pt x="2456265" y="1954343"/>
                </a:lnTo>
                <a:lnTo>
                  <a:pt x="0" y="1954343"/>
                </a:lnTo>
                <a:lnTo>
                  <a:pt x="0" y="214523"/>
                </a:lnTo>
                <a:lnTo>
                  <a:pt x="4080" y="174045"/>
                </a:lnTo>
                <a:cubicBezTo>
                  <a:pt x="24406" y="74718"/>
                  <a:pt x="112291" y="0"/>
                  <a:pt x="2176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IN" dirty="0"/>
              <a:t>Drag your image here/click on picture icon</a:t>
            </a:r>
          </a:p>
        </p:txBody>
      </p:sp>
      <p:sp>
        <p:nvSpPr>
          <p:cNvPr id="3" name="Picture Placeholder 16">
            <a:extLst>
              <a:ext uri="{FF2B5EF4-FFF2-40B4-BE49-F238E27FC236}">
                <a16:creationId xmlns:a16="http://schemas.microsoft.com/office/drawing/2014/main" id="{5A5A6363-79CD-405A-B278-EA4D7A72480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63329" y="3625943"/>
            <a:ext cx="2456265" cy="1954343"/>
          </a:xfrm>
          <a:custGeom>
            <a:avLst/>
            <a:gdLst>
              <a:gd name="connsiteX0" fmla="*/ 0 w 2456265"/>
              <a:gd name="connsiteY0" fmla="*/ 0 h 1954343"/>
              <a:gd name="connsiteX1" fmla="*/ 2456265 w 2456265"/>
              <a:gd name="connsiteY1" fmla="*/ 0 h 1954343"/>
              <a:gd name="connsiteX2" fmla="*/ 2456265 w 2456265"/>
              <a:gd name="connsiteY2" fmla="*/ 1739820 h 1954343"/>
              <a:gd name="connsiteX3" fmla="*/ 2452185 w 2456265"/>
              <a:gd name="connsiteY3" fmla="*/ 1780298 h 1954343"/>
              <a:gd name="connsiteX4" fmla="*/ 2238638 w 2456265"/>
              <a:gd name="connsiteY4" fmla="*/ 1954343 h 1954343"/>
              <a:gd name="connsiteX5" fmla="*/ 217975 w 2456265"/>
              <a:gd name="connsiteY5" fmla="*/ 1954343 h 1954343"/>
              <a:gd name="connsiteX6" fmla="*/ 0 w 2456265"/>
              <a:gd name="connsiteY6" fmla="*/ 1736368 h 19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6265" h="1954343">
                <a:moveTo>
                  <a:pt x="0" y="0"/>
                </a:moveTo>
                <a:lnTo>
                  <a:pt x="2456265" y="0"/>
                </a:lnTo>
                <a:lnTo>
                  <a:pt x="2456265" y="1739820"/>
                </a:lnTo>
                <a:lnTo>
                  <a:pt x="2452185" y="1780298"/>
                </a:lnTo>
                <a:cubicBezTo>
                  <a:pt x="2431859" y="1879625"/>
                  <a:pt x="2343974" y="1954343"/>
                  <a:pt x="2238638" y="1954343"/>
                </a:cubicBezTo>
                <a:lnTo>
                  <a:pt x="217975" y="1954343"/>
                </a:lnTo>
                <a:cubicBezTo>
                  <a:pt x="97591" y="1954343"/>
                  <a:pt x="0" y="1856752"/>
                  <a:pt x="0" y="1736368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IN" dirty="0"/>
              <a:t>Drag your image here/click on picture icon</a:t>
            </a:r>
          </a:p>
        </p:txBody>
      </p:sp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1DFA54A8-048C-49DB-88E9-7B9884B0CAF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72756" y="1666335"/>
            <a:ext cx="2456265" cy="1954343"/>
          </a:xfrm>
          <a:custGeom>
            <a:avLst/>
            <a:gdLst>
              <a:gd name="connsiteX0" fmla="*/ 217627 w 2456265"/>
              <a:gd name="connsiteY0" fmla="*/ 0 h 1954343"/>
              <a:gd name="connsiteX1" fmla="*/ 2238290 w 2456265"/>
              <a:gd name="connsiteY1" fmla="*/ 0 h 1954343"/>
              <a:gd name="connsiteX2" fmla="*/ 2456265 w 2456265"/>
              <a:gd name="connsiteY2" fmla="*/ 217975 h 1954343"/>
              <a:gd name="connsiteX3" fmla="*/ 2456265 w 2456265"/>
              <a:gd name="connsiteY3" fmla="*/ 1954343 h 1954343"/>
              <a:gd name="connsiteX4" fmla="*/ 0 w 2456265"/>
              <a:gd name="connsiteY4" fmla="*/ 1954343 h 1954343"/>
              <a:gd name="connsiteX5" fmla="*/ 0 w 2456265"/>
              <a:gd name="connsiteY5" fmla="*/ 214523 h 1954343"/>
              <a:gd name="connsiteX6" fmla="*/ 4080 w 2456265"/>
              <a:gd name="connsiteY6" fmla="*/ 174045 h 1954343"/>
              <a:gd name="connsiteX7" fmla="*/ 217627 w 2456265"/>
              <a:gd name="connsiteY7" fmla="*/ 0 h 19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56265" h="1954343">
                <a:moveTo>
                  <a:pt x="217627" y="0"/>
                </a:moveTo>
                <a:lnTo>
                  <a:pt x="2238290" y="0"/>
                </a:lnTo>
                <a:cubicBezTo>
                  <a:pt x="2358674" y="0"/>
                  <a:pt x="2456265" y="97591"/>
                  <a:pt x="2456265" y="217975"/>
                </a:cubicBezTo>
                <a:lnTo>
                  <a:pt x="2456265" y="1954343"/>
                </a:lnTo>
                <a:lnTo>
                  <a:pt x="0" y="1954343"/>
                </a:lnTo>
                <a:lnTo>
                  <a:pt x="0" y="214523"/>
                </a:lnTo>
                <a:lnTo>
                  <a:pt x="4080" y="174045"/>
                </a:lnTo>
                <a:cubicBezTo>
                  <a:pt x="24406" y="74718"/>
                  <a:pt x="112291" y="0"/>
                  <a:pt x="2176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IN" dirty="0"/>
              <a:t>Drag your image here/click on picture icon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52E978C-E997-4C78-8108-AC876F9A83E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78793" y="3630106"/>
            <a:ext cx="2456265" cy="1954343"/>
          </a:xfrm>
          <a:custGeom>
            <a:avLst/>
            <a:gdLst>
              <a:gd name="connsiteX0" fmla="*/ 0 w 2456265"/>
              <a:gd name="connsiteY0" fmla="*/ 0 h 1954343"/>
              <a:gd name="connsiteX1" fmla="*/ 2456265 w 2456265"/>
              <a:gd name="connsiteY1" fmla="*/ 0 h 1954343"/>
              <a:gd name="connsiteX2" fmla="*/ 2456265 w 2456265"/>
              <a:gd name="connsiteY2" fmla="*/ 1739820 h 1954343"/>
              <a:gd name="connsiteX3" fmla="*/ 2452185 w 2456265"/>
              <a:gd name="connsiteY3" fmla="*/ 1780298 h 1954343"/>
              <a:gd name="connsiteX4" fmla="*/ 2238638 w 2456265"/>
              <a:gd name="connsiteY4" fmla="*/ 1954343 h 1954343"/>
              <a:gd name="connsiteX5" fmla="*/ 217975 w 2456265"/>
              <a:gd name="connsiteY5" fmla="*/ 1954343 h 1954343"/>
              <a:gd name="connsiteX6" fmla="*/ 0 w 2456265"/>
              <a:gd name="connsiteY6" fmla="*/ 1736368 h 19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6265" h="1954343">
                <a:moveTo>
                  <a:pt x="0" y="0"/>
                </a:moveTo>
                <a:lnTo>
                  <a:pt x="2456265" y="0"/>
                </a:lnTo>
                <a:lnTo>
                  <a:pt x="2456265" y="1739820"/>
                </a:lnTo>
                <a:lnTo>
                  <a:pt x="2452185" y="1780298"/>
                </a:lnTo>
                <a:cubicBezTo>
                  <a:pt x="2431859" y="1879625"/>
                  <a:pt x="2343974" y="1954343"/>
                  <a:pt x="2238638" y="1954343"/>
                </a:cubicBezTo>
                <a:lnTo>
                  <a:pt x="217975" y="1954343"/>
                </a:lnTo>
                <a:cubicBezTo>
                  <a:pt x="97591" y="1954343"/>
                  <a:pt x="0" y="1856752"/>
                  <a:pt x="0" y="1736368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IN" dirty="0"/>
              <a:t>Drag your image here/click on picture icon</a:t>
            </a:r>
          </a:p>
        </p:txBody>
      </p:sp>
    </p:spTree>
    <p:extLst>
      <p:ext uri="{BB962C8B-B14F-4D97-AF65-F5344CB8AC3E}">
        <p14:creationId xmlns:p14="http://schemas.microsoft.com/office/powerpoint/2010/main" val="56296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522966" y="1479225"/>
            <a:ext cx="9146068" cy="4658188"/>
            <a:chOff x="1522966" y="1340538"/>
            <a:chExt cx="9146068" cy="4658188"/>
          </a:xfrm>
          <a:solidFill>
            <a:schemeClr val="bg1">
              <a:lumMod val="95000"/>
            </a:schemeClr>
          </a:solidFill>
        </p:grpSpPr>
        <p:sp>
          <p:nvSpPr>
            <p:cNvPr id="4" name="Freeform 3"/>
            <p:cNvSpPr>
              <a:spLocks/>
            </p:cNvSpPr>
            <p:nvPr/>
          </p:nvSpPr>
          <p:spPr bwMode="auto">
            <a:xfrm>
              <a:off x="6113141" y="4803948"/>
              <a:ext cx="322598" cy="333855"/>
            </a:xfrm>
            <a:custGeom>
              <a:avLst/>
              <a:gdLst>
                <a:gd name="T0" fmla="*/ 40 w 107"/>
                <a:gd name="T1" fmla="*/ 102 h 107"/>
                <a:gd name="T2" fmla="*/ 44 w 107"/>
                <a:gd name="T3" fmla="*/ 99 h 107"/>
                <a:gd name="T4" fmla="*/ 49 w 107"/>
                <a:gd name="T5" fmla="*/ 105 h 107"/>
                <a:gd name="T6" fmla="*/ 60 w 107"/>
                <a:gd name="T7" fmla="*/ 105 h 107"/>
                <a:gd name="T8" fmla="*/ 65 w 107"/>
                <a:gd name="T9" fmla="*/ 100 h 107"/>
                <a:gd name="T10" fmla="*/ 65 w 107"/>
                <a:gd name="T11" fmla="*/ 44 h 107"/>
                <a:gd name="T12" fmla="*/ 74 w 107"/>
                <a:gd name="T13" fmla="*/ 41 h 107"/>
                <a:gd name="T14" fmla="*/ 74 w 107"/>
                <a:gd name="T15" fmla="*/ 12 h 107"/>
                <a:gd name="T16" fmla="*/ 81 w 107"/>
                <a:gd name="T17" fmla="*/ 11 h 107"/>
                <a:gd name="T18" fmla="*/ 91 w 107"/>
                <a:gd name="T19" fmla="*/ 8 h 107"/>
                <a:gd name="T20" fmla="*/ 95 w 107"/>
                <a:gd name="T21" fmla="*/ 11 h 107"/>
                <a:gd name="T22" fmla="*/ 101 w 107"/>
                <a:gd name="T23" fmla="*/ 8 h 107"/>
                <a:gd name="T24" fmla="*/ 107 w 107"/>
                <a:gd name="T25" fmla="*/ 7 h 107"/>
                <a:gd name="T26" fmla="*/ 106 w 107"/>
                <a:gd name="T27" fmla="*/ 5 h 107"/>
                <a:gd name="T28" fmla="*/ 89 w 107"/>
                <a:gd name="T29" fmla="*/ 6 h 107"/>
                <a:gd name="T30" fmla="*/ 76 w 107"/>
                <a:gd name="T31" fmla="*/ 7 h 107"/>
                <a:gd name="T32" fmla="*/ 57 w 107"/>
                <a:gd name="T33" fmla="*/ 7 h 107"/>
                <a:gd name="T34" fmla="*/ 54 w 107"/>
                <a:gd name="T35" fmla="*/ 4 h 107"/>
                <a:gd name="T36" fmla="*/ 25 w 107"/>
                <a:gd name="T37" fmla="*/ 4 h 107"/>
                <a:gd name="T38" fmla="*/ 18 w 107"/>
                <a:gd name="T39" fmla="*/ 2 h 107"/>
                <a:gd name="T40" fmla="*/ 10 w 107"/>
                <a:gd name="T41" fmla="*/ 1 h 107"/>
                <a:gd name="T42" fmla="*/ 6 w 107"/>
                <a:gd name="T43" fmla="*/ 0 h 107"/>
                <a:gd name="T44" fmla="*/ 3 w 107"/>
                <a:gd name="T45" fmla="*/ 2 h 107"/>
                <a:gd name="T46" fmla="*/ 0 w 107"/>
                <a:gd name="T47" fmla="*/ 2 h 107"/>
                <a:gd name="T48" fmla="*/ 5 w 107"/>
                <a:gd name="T49" fmla="*/ 13 h 107"/>
                <a:gd name="T50" fmla="*/ 13 w 107"/>
                <a:gd name="T51" fmla="*/ 31 h 107"/>
                <a:gd name="T52" fmla="*/ 22 w 107"/>
                <a:gd name="T53" fmla="*/ 48 h 107"/>
                <a:gd name="T54" fmla="*/ 22 w 107"/>
                <a:gd name="T55" fmla="*/ 62 h 107"/>
                <a:gd name="T56" fmla="*/ 25 w 107"/>
                <a:gd name="T57" fmla="*/ 76 h 107"/>
                <a:gd name="T58" fmla="*/ 31 w 107"/>
                <a:gd name="T59" fmla="*/ 96 h 107"/>
                <a:gd name="T60" fmla="*/ 36 w 107"/>
                <a:gd name="T61" fmla="*/ 103 h 107"/>
                <a:gd name="T62" fmla="*/ 40 w 107"/>
                <a:gd name="T63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7" h="107">
                  <a:moveTo>
                    <a:pt x="40" y="102"/>
                  </a:moveTo>
                  <a:cubicBezTo>
                    <a:pt x="40" y="100"/>
                    <a:pt x="43" y="97"/>
                    <a:pt x="44" y="99"/>
                  </a:cubicBezTo>
                  <a:cubicBezTo>
                    <a:pt x="46" y="102"/>
                    <a:pt x="45" y="105"/>
                    <a:pt x="49" y="105"/>
                  </a:cubicBezTo>
                  <a:cubicBezTo>
                    <a:pt x="52" y="105"/>
                    <a:pt x="59" y="107"/>
                    <a:pt x="60" y="105"/>
                  </a:cubicBezTo>
                  <a:cubicBezTo>
                    <a:pt x="61" y="104"/>
                    <a:pt x="65" y="102"/>
                    <a:pt x="65" y="100"/>
                  </a:cubicBezTo>
                  <a:cubicBezTo>
                    <a:pt x="65" y="97"/>
                    <a:pt x="65" y="46"/>
                    <a:pt x="65" y="44"/>
                  </a:cubicBezTo>
                  <a:cubicBezTo>
                    <a:pt x="65" y="42"/>
                    <a:pt x="74" y="44"/>
                    <a:pt x="74" y="41"/>
                  </a:cubicBezTo>
                  <a:cubicBezTo>
                    <a:pt x="74" y="38"/>
                    <a:pt x="74" y="12"/>
                    <a:pt x="74" y="12"/>
                  </a:cubicBezTo>
                  <a:cubicBezTo>
                    <a:pt x="74" y="12"/>
                    <a:pt x="80" y="11"/>
                    <a:pt x="81" y="11"/>
                  </a:cubicBezTo>
                  <a:cubicBezTo>
                    <a:pt x="83" y="10"/>
                    <a:pt x="89" y="7"/>
                    <a:pt x="91" y="8"/>
                  </a:cubicBezTo>
                  <a:cubicBezTo>
                    <a:pt x="92" y="9"/>
                    <a:pt x="94" y="13"/>
                    <a:pt x="95" y="11"/>
                  </a:cubicBezTo>
                  <a:cubicBezTo>
                    <a:pt x="96" y="10"/>
                    <a:pt x="99" y="8"/>
                    <a:pt x="101" y="8"/>
                  </a:cubicBezTo>
                  <a:cubicBezTo>
                    <a:pt x="103" y="8"/>
                    <a:pt x="105" y="7"/>
                    <a:pt x="107" y="7"/>
                  </a:cubicBezTo>
                  <a:cubicBezTo>
                    <a:pt x="107" y="6"/>
                    <a:pt x="106" y="5"/>
                    <a:pt x="106" y="5"/>
                  </a:cubicBezTo>
                  <a:cubicBezTo>
                    <a:pt x="106" y="3"/>
                    <a:pt x="91" y="5"/>
                    <a:pt x="89" y="6"/>
                  </a:cubicBezTo>
                  <a:cubicBezTo>
                    <a:pt x="86" y="7"/>
                    <a:pt x="78" y="8"/>
                    <a:pt x="76" y="7"/>
                  </a:cubicBezTo>
                  <a:cubicBezTo>
                    <a:pt x="73" y="6"/>
                    <a:pt x="57" y="7"/>
                    <a:pt x="57" y="7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28" y="4"/>
                    <a:pt x="25" y="4"/>
                  </a:cubicBezTo>
                  <a:cubicBezTo>
                    <a:pt x="22" y="4"/>
                    <a:pt x="20" y="3"/>
                    <a:pt x="18" y="2"/>
                  </a:cubicBezTo>
                  <a:cubicBezTo>
                    <a:pt x="15" y="0"/>
                    <a:pt x="13" y="0"/>
                    <a:pt x="10" y="1"/>
                  </a:cubicBezTo>
                  <a:cubicBezTo>
                    <a:pt x="7" y="3"/>
                    <a:pt x="8" y="0"/>
                    <a:pt x="6" y="0"/>
                  </a:cubicBezTo>
                  <a:cubicBezTo>
                    <a:pt x="4" y="0"/>
                    <a:pt x="3" y="2"/>
                    <a:pt x="3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2" y="10"/>
                    <a:pt x="5" y="13"/>
                  </a:cubicBezTo>
                  <a:cubicBezTo>
                    <a:pt x="8" y="17"/>
                    <a:pt x="11" y="25"/>
                    <a:pt x="13" y="31"/>
                  </a:cubicBezTo>
                  <a:cubicBezTo>
                    <a:pt x="15" y="37"/>
                    <a:pt x="20" y="44"/>
                    <a:pt x="22" y="48"/>
                  </a:cubicBezTo>
                  <a:cubicBezTo>
                    <a:pt x="23" y="53"/>
                    <a:pt x="21" y="59"/>
                    <a:pt x="22" y="62"/>
                  </a:cubicBezTo>
                  <a:cubicBezTo>
                    <a:pt x="23" y="65"/>
                    <a:pt x="24" y="70"/>
                    <a:pt x="25" y="76"/>
                  </a:cubicBezTo>
                  <a:cubicBezTo>
                    <a:pt x="26" y="81"/>
                    <a:pt x="26" y="92"/>
                    <a:pt x="31" y="96"/>
                  </a:cubicBezTo>
                  <a:cubicBezTo>
                    <a:pt x="33" y="98"/>
                    <a:pt x="34" y="100"/>
                    <a:pt x="36" y="103"/>
                  </a:cubicBezTo>
                  <a:cubicBezTo>
                    <a:pt x="38" y="103"/>
                    <a:pt x="40" y="103"/>
                    <a:pt x="40" y="10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6435739" y="4767146"/>
              <a:ext cx="201465" cy="180071"/>
            </a:xfrm>
            <a:custGeom>
              <a:avLst/>
              <a:gdLst>
                <a:gd name="T0" fmla="*/ 45 w 67"/>
                <a:gd name="T1" fmla="*/ 3 h 58"/>
                <a:gd name="T2" fmla="*/ 43 w 67"/>
                <a:gd name="T3" fmla="*/ 0 h 58"/>
                <a:gd name="T4" fmla="*/ 36 w 67"/>
                <a:gd name="T5" fmla="*/ 0 h 58"/>
                <a:gd name="T6" fmla="*/ 32 w 67"/>
                <a:gd name="T7" fmla="*/ 4 h 58"/>
                <a:gd name="T8" fmla="*/ 24 w 67"/>
                <a:gd name="T9" fmla="*/ 10 h 58"/>
                <a:gd name="T10" fmla="*/ 15 w 67"/>
                <a:gd name="T11" fmla="*/ 20 h 58"/>
                <a:gd name="T12" fmla="*/ 4 w 67"/>
                <a:gd name="T13" fmla="*/ 18 h 58"/>
                <a:gd name="T14" fmla="*/ 0 w 67"/>
                <a:gd name="T15" fmla="*/ 19 h 58"/>
                <a:gd name="T16" fmla="*/ 5 w 67"/>
                <a:gd name="T17" fmla="*/ 23 h 58"/>
                <a:gd name="T18" fmla="*/ 9 w 67"/>
                <a:gd name="T19" fmla="*/ 34 h 58"/>
                <a:gd name="T20" fmla="*/ 18 w 67"/>
                <a:gd name="T21" fmla="*/ 39 h 58"/>
                <a:gd name="T22" fmla="*/ 21 w 67"/>
                <a:gd name="T23" fmla="*/ 46 h 58"/>
                <a:gd name="T24" fmla="*/ 27 w 67"/>
                <a:gd name="T25" fmla="*/ 52 h 58"/>
                <a:gd name="T26" fmla="*/ 33 w 67"/>
                <a:gd name="T27" fmla="*/ 55 h 58"/>
                <a:gd name="T28" fmla="*/ 41 w 67"/>
                <a:gd name="T29" fmla="*/ 57 h 58"/>
                <a:gd name="T30" fmla="*/ 51 w 67"/>
                <a:gd name="T31" fmla="*/ 58 h 58"/>
                <a:gd name="T32" fmla="*/ 59 w 67"/>
                <a:gd name="T33" fmla="*/ 50 h 58"/>
                <a:gd name="T34" fmla="*/ 61 w 67"/>
                <a:gd name="T35" fmla="*/ 42 h 58"/>
                <a:gd name="T36" fmla="*/ 66 w 67"/>
                <a:gd name="T37" fmla="*/ 35 h 58"/>
                <a:gd name="T38" fmla="*/ 63 w 67"/>
                <a:gd name="T39" fmla="*/ 29 h 58"/>
                <a:gd name="T40" fmla="*/ 66 w 67"/>
                <a:gd name="T41" fmla="*/ 22 h 58"/>
                <a:gd name="T42" fmla="*/ 65 w 67"/>
                <a:gd name="T43" fmla="*/ 9 h 58"/>
                <a:gd name="T44" fmla="*/ 56 w 67"/>
                <a:gd name="T45" fmla="*/ 5 h 58"/>
                <a:gd name="T46" fmla="*/ 45 w 67"/>
                <a:gd name="T47" fmla="*/ 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7" h="58">
                  <a:moveTo>
                    <a:pt x="45" y="3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2" y="1"/>
                    <a:pt x="32" y="3"/>
                    <a:pt x="32" y="4"/>
                  </a:cubicBezTo>
                  <a:cubicBezTo>
                    <a:pt x="32" y="6"/>
                    <a:pt x="27" y="9"/>
                    <a:pt x="24" y="10"/>
                  </a:cubicBezTo>
                  <a:cubicBezTo>
                    <a:pt x="21" y="11"/>
                    <a:pt x="17" y="19"/>
                    <a:pt x="15" y="20"/>
                  </a:cubicBezTo>
                  <a:cubicBezTo>
                    <a:pt x="13" y="21"/>
                    <a:pt x="6" y="18"/>
                    <a:pt x="4" y="18"/>
                  </a:cubicBezTo>
                  <a:cubicBezTo>
                    <a:pt x="3" y="18"/>
                    <a:pt x="2" y="18"/>
                    <a:pt x="0" y="19"/>
                  </a:cubicBezTo>
                  <a:cubicBezTo>
                    <a:pt x="1" y="21"/>
                    <a:pt x="4" y="23"/>
                    <a:pt x="5" y="23"/>
                  </a:cubicBezTo>
                  <a:cubicBezTo>
                    <a:pt x="6" y="23"/>
                    <a:pt x="7" y="32"/>
                    <a:pt x="9" y="34"/>
                  </a:cubicBezTo>
                  <a:cubicBezTo>
                    <a:pt x="12" y="35"/>
                    <a:pt x="18" y="38"/>
                    <a:pt x="18" y="39"/>
                  </a:cubicBezTo>
                  <a:cubicBezTo>
                    <a:pt x="18" y="41"/>
                    <a:pt x="21" y="43"/>
                    <a:pt x="21" y="46"/>
                  </a:cubicBezTo>
                  <a:cubicBezTo>
                    <a:pt x="21" y="48"/>
                    <a:pt x="25" y="52"/>
                    <a:pt x="27" y="52"/>
                  </a:cubicBezTo>
                  <a:cubicBezTo>
                    <a:pt x="33" y="51"/>
                    <a:pt x="33" y="54"/>
                    <a:pt x="33" y="55"/>
                  </a:cubicBezTo>
                  <a:cubicBezTo>
                    <a:pt x="33" y="57"/>
                    <a:pt x="40" y="55"/>
                    <a:pt x="41" y="57"/>
                  </a:cubicBezTo>
                  <a:cubicBezTo>
                    <a:pt x="42" y="58"/>
                    <a:pt x="49" y="58"/>
                    <a:pt x="51" y="58"/>
                  </a:cubicBezTo>
                  <a:cubicBezTo>
                    <a:pt x="54" y="56"/>
                    <a:pt x="58" y="52"/>
                    <a:pt x="59" y="50"/>
                  </a:cubicBezTo>
                  <a:cubicBezTo>
                    <a:pt x="61" y="47"/>
                    <a:pt x="60" y="43"/>
                    <a:pt x="61" y="42"/>
                  </a:cubicBezTo>
                  <a:cubicBezTo>
                    <a:pt x="63" y="41"/>
                    <a:pt x="67" y="36"/>
                    <a:pt x="66" y="35"/>
                  </a:cubicBezTo>
                  <a:cubicBezTo>
                    <a:pt x="64" y="35"/>
                    <a:pt x="66" y="31"/>
                    <a:pt x="63" y="29"/>
                  </a:cubicBezTo>
                  <a:cubicBezTo>
                    <a:pt x="61" y="27"/>
                    <a:pt x="66" y="26"/>
                    <a:pt x="66" y="22"/>
                  </a:cubicBezTo>
                  <a:cubicBezTo>
                    <a:pt x="65" y="18"/>
                    <a:pt x="66" y="9"/>
                    <a:pt x="65" y="9"/>
                  </a:cubicBezTo>
                  <a:cubicBezTo>
                    <a:pt x="64" y="8"/>
                    <a:pt x="59" y="7"/>
                    <a:pt x="56" y="5"/>
                  </a:cubicBezTo>
                  <a:cubicBezTo>
                    <a:pt x="52" y="3"/>
                    <a:pt x="45" y="3"/>
                    <a:pt x="45" y="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6309505" y="4826293"/>
              <a:ext cx="225691" cy="252362"/>
            </a:xfrm>
            <a:custGeom>
              <a:avLst/>
              <a:gdLst>
                <a:gd name="T0" fmla="*/ 69 w 75"/>
                <a:gd name="T1" fmla="*/ 33 h 81"/>
                <a:gd name="T2" fmla="*/ 63 w 75"/>
                <a:gd name="T3" fmla="*/ 27 h 81"/>
                <a:gd name="T4" fmla="*/ 60 w 75"/>
                <a:gd name="T5" fmla="*/ 20 h 81"/>
                <a:gd name="T6" fmla="*/ 51 w 75"/>
                <a:gd name="T7" fmla="*/ 15 h 81"/>
                <a:gd name="T8" fmla="*/ 47 w 75"/>
                <a:gd name="T9" fmla="*/ 4 h 81"/>
                <a:gd name="T10" fmla="*/ 42 w 75"/>
                <a:gd name="T11" fmla="*/ 0 h 81"/>
                <a:gd name="T12" fmla="*/ 36 w 75"/>
                <a:gd name="T13" fmla="*/ 1 h 81"/>
                <a:gd name="T14" fmla="*/ 30 w 75"/>
                <a:gd name="T15" fmla="*/ 4 h 81"/>
                <a:gd name="T16" fmla="*/ 26 w 75"/>
                <a:gd name="T17" fmla="*/ 1 h 81"/>
                <a:gd name="T18" fmla="*/ 16 w 75"/>
                <a:gd name="T19" fmla="*/ 4 h 81"/>
                <a:gd name="T20" fmla="*/ 9 w 75"/>
                <a:gd name="T21" fmla="*/ 5 h 81"/>
                <a:gd name="T22" fmla="*/ 9 w 75"/>
                <a:gd name="T23" fmla="*/ 34 h 81"/>
                <a:gd name="T24" fmla="*/ 0 w 75"/>
                <a:gd name="T25" fmla="*/ 37 h 81"/>
                <a:gd name="T26" fmla="*/ 0 w 75"/>
                <a:gd name="T27" fmla="*/ 62 h 81"/>
                <a:gd name="T28" fmla="*/ 4 w 75"/>
                <a:gd name="T29" fmla="*/ 64 h 81"/>
                <a:gd name="T30" fmla="*/ 7 w 75"/>
                <a:gd name="T31" fmla="*/ 74 h 81"/>
                <a:gd name="T32" fmla="*/ 5 w 75"/>
                <a:gd name="T33" fmla="*/ 76 h 81"/>
                <a:gd name="T34" fmla="*/ 7 w 75"/>
                <a:gd name="T35" fmla="*/ 80 h 81"/>
                <a:gd name="T36" fmla="*/ 15 w 75"/>
                <a:gd name="T37" fmla="*/ 79 h 81"/>
                <a:gd name="T38" fmla="*/ 23 w 75"/>
                <a:gd name="T39" fmla="*/ 70 h 81"/>
                <a:gd name="T40" fmla="*/ 28 w 75"/>
                <a:gd name="T41" fmla="*/ 66 h 81"/>
                <a:gd name="T42" fmla="*/ 38 w 75"/>
                <a:gd name="T43" fmla="*/ 69 h 81"/>
                <a:gd name="T44" fmla="*/ 46 w 75"/>
                <a:gd name="T45" fmla="*/ 65 h 81"/>
                <a:gd name="T46" fmla="*/ 50 w 75"/>
                <a:gd name="T47" fmla="*/ 59 h 81"/>
                <a:gd name="T48" fmla="*/ 57 w 75"/>
                <a:gd name="T49" fmla="*/ 54 h 81"/>
                <a:gd name="T50" fmla="*/ 60 w 75"/>
                <a:gd name="T51" fmla="*/ 48 h 81"/>
                <a:gd name="T52" fmla="*/ 67 w 75"/>
                <a:gd name="T53" fmla="*/ 43 h 81"/>
                <a:gd name="T54" fmla="*/ 72 w 75"/>
                <a:gd name="T55" fmla="*/ 40 h 81"/>
                <a:gd name="T56" fmla="*/ 75 w 75"/>
                <a:gd name="T57" fmla="*/ 36 h 81"/>
                <a:gd name="T58" fmla="*/ 75 w 75"/>
                <a:gd name="T59" fmla="*/ 36 h 81"/>
                <a:gd name="T60" fmla="*/ 69 w 75"/>
                <a:gd name="T61" fmla="*/ 3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5" h="81">
                  <a:moveTo>
                    <a:pt x="69" y="33"/>
                  </a:moveTo>
                  <a:cubicBezTo>
                    <a:pt x="67" y="33"/>
                    <a:pt x="63" y="29"/>
                    <a:pt x="63" y="27"/>
                  </a:cubicBezTo>
                  <a:cubicBezTo>
                    <a:pt x="63" y="24"/>
                    <a:pt x="60" y="22"/>
                    <a:pt x="60" y="20"/>
                  </a:cubicBezTo>
                  <a:cubicBezTo>
                    <a:pt x="60" y="19"/>
                    <a:pt x="54" y="16"/>
                    <a:pt x="51" y="15"/>
                  </a:cubicBezTo>
                  <a:cubicBezTo>
                    <a:pt x="49" y="13"/>
                    <a:pt x="48" y="4"/>
                    <a:pt x="47" y="4"/>
                  </a:cubicBezTo>
                  <a:cubicBezTo>
                    <a:pt x="46" y="4"/>
                    <a:pt x="43" y="2"/>
                    <a:pt x="42" y="0"/>
                  </a:cubicBezTo>
                  <a:cubicBezTo>
                    <a:pt x="40" y="0"/>
                    <a:pt x="38" y="1"/>
                    <a:pt x="36" y="1"/>
                  </a:cubicBezTo>
                  <a:cubicBezTo>
                    <a:pt x="34" y="1"/>
                    <a:pt x="31" y="3"/>
                    <a:pt x="30" y="4"/>
                  </a:cubicBezTo>
                  <a:cubicBezTo>
                    <a:pt x="29" y="6"/>
                    <a:pt x="27" y="2"/>
                    <a:pt x="26" y="1"/>
                  </a:cubicBezTo>
                  <a:cubicBezTo>
                    <a:pt x="24" y="0"/>
                    <a:pt x="18" y="3"/>
                    <a:pt x="16" y="4"/>
                  </a:cubicBezTo>
                  <a:cubicBezTo>
                    <a:pt x="15" y="4"/>
                    <a:pt x="9" y="5"/>
                    <a:pt x="9" y="5"/>
                  </a:cubicBezTo>
                  <a:cubicBezTo>
                    <a:pt x="9" y="5"/>
                    <a:pt x="9" y="31"/>
                    <a:pt x="9" y="34"/>
                  </a:cubicBezTo>
                  <a:cubicBezTo>
                    <a:pt x="9" y="37"/>
                    <a:pt x="0" y="35"/>
                    <a:pt x="0" y="37"/>
                  </a:cubicBezTo>
                  <a:cubicBezTo>
                    <a:pt x="0" y="38"/>
                    <a:pt x="0" y="50"/>
                    <a:pt x="0" y="62"/>
                  </a:cubicBezTo>
                  <a:cubicBezTo>
                    <a:pt x="2" y="63"/>
                    <a:pt x="4" y="63"/>
                    <a:pt x="4" y="64"/>
                  </a:cubicBezTo>
                  <a:cubicBezTo>
                    <a:pt x="5" y="67"/>
                    <a:pt x="7" y="72"/>
                    <a:pt x="7" y="74"/>
                  </a:cubicBezTo>
                  <a:cubicBezTo>
                    <a:pt x="6" y="75"/>
                    <a:pt x="5" y="74"/>
                    <a:pt x="5" y="76"/>
                  </a:cubicBezTo>
                  <a:cubicBezTo>
                    <a:pt x="5" y="77"/>
                    <a:pt x="4" y="80"/>
                    <a:pt x="7" y="80"/>
                  </a:cubicBezTo>
                  <a:cubicBezTo>
                    <a:pt x="9" y="80"/>
                    <a:pt x="13" y="81"/>
                    <a:pt x="15" y="79"/>
                  </a:cubicBezTo>
                  <a:cubicBezTo>
                    <a:pt x="17" y="77"/>
                    <a:pt x="22" y="73"/>
                    <a:pt x="23" y="70"/>
                  </a:cubicBezTo>
                  <a:cubicBezTo>
                    <a:pt x="23" y="68"/>
                    <a:pt x="24" y="63"/>
                    <a:pt x="28" y="66"/>
                  </a:cubicBezTo>
                  <a:cubicBezTo>
                    <a:pt x="33" y="69"/>
                    <a:pt x="33" y="69"/>
                    <a:pt x="38" y="69"/>
                  </a:cubicBezTo>
                  <a:cubicBezTo>
                    <a:pt x="44" y="69"/>
                    <a:pt x="45" y="69"/>
                    <a:pt x="46" y="65"/>
                  </a:cubicBezTo>
                  <a:cubicBezTo>
                    <a:pt x="47" y="62"/>
                    <a:pt x="46" y="59"/>
                    <a:pt x="50" y="59"/>
                  </a:cubicBezTo>
                  <a:cubicBezTo>
                    <a:pt x="53" y="59"/>
                    <a:pt x="57" y="56"/>
                    <a:pt x="57" y="54"/>
                  </a:cubicBezTo>
                  <a:cubicBezTo>
                    <a:pt x="57" y="52"/>
                    <a:pt x="58" y="48"/>
                    <a:pt x="60" y="48"/>
                  </a:cubicBezTo>
                  <a:cubicBezTo>
                    <a:pt x="62" y="48"/>
                    <a:pt x="67" y="46"/>
                    <a:pt x="67" y="43"/>
                  </a:cubicBezTo>
                  <a:cubicBezTo>
                    <a:pt x="68" y="41"/>
                    <a:pt x="71" y="42"/>
                    <a:pt x="72" y="40"/>
                  </a:cubicBezTo>
                  <a:cubicBezTo>
                    <a:pt x="73" y="40"/>
                    <a:pt x="74" y="38"/>
                    <a:pt x="75" y="36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35"/>
                    <a:pt x="75" y="32"/>
                    <a:pt x="69" y="3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6577274" y="5044481"/>
              <a:ext cx="33152" cy="43375"/>
            </a:xfrm>
            <a:custGeom>
              <a:avLst/>
              <a:gdLst>
                <a:gd name="T0" fmla="*/ 5 w 11"/>
                <a:gd name="T1" fmla="*/ 0 h 14"/>
                <a:gd name="T2" fmla="*/ 0 w 11"/>
                <a:gd name="T3" fmla="*/ 6 h 14"/>
                <a:gd name="T4" fmla="*/ 5 w 11"/>
                <a:gd name="T5" fmla="*/ 14 h 14"/>
                <a:gd name="T6" fmla="*/ 9 w 11"/>
                <a:gd name="T7" fmla="*/ 12 h 14"/>
                <a:gd name="T8" fmla="*/ 11 w 11"/>
                <a:gd name="T9" fmla="*/ 10 h 14"/>
                <a:gd name="T10" fmla="*/ 10 w 11"/>
                <a:gd name="T11" fmla="*/ 2 h 14"/>
                <a:gd name="T12" fmla="*/ 5 w 1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4">
                  <a:moveTo>
                    <a:pt x="5" y="0"/>
                  </a:moveTo>
                  <a:cubicBezTo>
                    <a:pt x="3" y="0"/>
                    <a:pt x="0" y="5"/>
                    <a:pt x="0" y="6"/>
                  </a:cubicBezTo>
                  <a:cubicBezTo>
                    <a:pt x="0" y="7"/>
                    <a:pt x="2" y="14"/>
                    <a:pt x="5" y="14"/>
                  </a:cubicBezTo>
                  <a:cubicBezTo>
                    <a:pt x="7" y="14"/>
                    <a:pt x="9" y="14"/>
                    <a:pt x="9" y="12"/>
                  </a:cubicBezTo>
                  <a:cubicBezTo>
                    <a:pt x="10" y="11"/>
                    <a:pt x="10" y="10"/>
                    <a:pt x="11" y="10"/>
                  </a:cubicBezTo>
                  <a:cubicBezTo>
                    <a:pt x="11" y="8"/>
                    <a:pt x="10" y="4"/>
                    <a:pt x="10" y="2"/>
                  </a:cubicBezTo>
                  <a:cubicBezTo>
                    <a:pt x="9" y="1"/>
                    <a:pt x="7" y="0"/>
                    <a:pt x="5" y="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6484192" y="5118086"/>
              <a:ext cx="57379" cy="63090"/>
            </a:xfrm>
            <a:custGeom>
              <a:avLst/>
              <a:gdLst>
                <a:gd name="T0" fmla="*/ 14 w 19"/>
                <a:gd name="T1" fmla="*/ 2 h 20"/>
                <a:gd name="T2" fmla="*/ 5 w 19"/>
                <a:gd name="T3" fmla="*/ 5 h 20"/>
                <a:gd name="T4" fmla="*/ 0 w 19"/>
                <a:gd name="T5" fmla="*/ 13 h 20"/>
                <a:gd name="T6" fmla="*/ 5 w 19"/>
                <a:gd name="T7" fmla="*/ 20 h 20"/>
                <a:gd name="T8" fmla="*/ 9 w 19"/>
                <a:gd name="T9" fmla="*/ 20 h 20"/>
                <a:gd name="T10" fmla="*/ 11 w 19"/>
                <a:gd name="T11" fmla="*/ 16 h 20"/>
                <a:gd name="T12" fmla="*/ 16 w 19"/>
                <a:gd name="T13" fmla="*/ 14 h 20"/>
                <a:gd name="T14" fmla="*/ 19 w 19"/>
                <a:gd name="T15" fmla="*/ 8 h 20"/>
                <a:gd name="T16" fmla="*/ 14 w 19"/>
                <a:gd name="T1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0">
                  <a:moveTo>
                    <a:pt x="14" y="2"/>
                  </a:moveTo>
                  <a:cubicBezTo>
                    <a:pt x="13" y="0"/>
                    <a:pt x="6" y="3"/>
                    <a:pt x="5" y="5"/>
                  </a:cubicBezTo>
                  <a:cubicBezTo>
                    <a:pt x="4" y="7"/>
                    <a:pt x="0" y="13"/>
                    <a:pt x="0" y="13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10" y="18"/>
                    <a:pt x="11" y="16"/>
                  </a:cubicBezTo>
                  <a:cubicBezTo>
                    <a:pt x="12" y="14"/>
                    <a:pt x="16" y="16"/>
                    <a:pt x="16" y="14"/>
                  </a:cubicBezTo>
                  <a:cubicBezTo>
                    <a:pt x="16" y="12"/>
                    <a:pt x="19" y="10"/>
                    <a:pt x="19" y="8"/>
                  </a:cubicBezTo>
                  <a:cubicBezTo>
                    <a:pt x="19" y="6"/>
                    <a:pt x="15" y="4"/>
                    <a:pt x="14" y="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6221523" y="4938017"/>
              <a:ext cx="406753" cy="370658"/>
            </a:xfrm>
            <a:custGeom>
              <a:avLst/>
              <a:gdLst>
                <a:gd name="T0" fmla="*/ 129 w 135"/>
                <a:gd name="T1" fmla="*/ 44 h 119"/>
                <a:gd name="T2" fmla="*/ 129 w 135"/>
                <a:gd name="T3" fmla="*/ 44 h 119"/>
                <a:gd name="T4" fmla="*/ 127 w 135"/>
                <a:gd name="T5" fmla="*/ 46 h 119"/>
                <a:gd name="T6" fmla="*/ 123 w 135"/>
                <a:gd name="T7" fmla="*/ 48 h 119"/>
                <a:gd name="T8" fmla="*/ 118 w 135"/>
                <a:gd name="T9" fmla="*/ 40 h 119"/>
                <a:gd name="T10" fmla="*/ 123 w 135"/>
                <a:gd name="T11" fmla="*/ 34 h 119"/>
                <a:gd name="T12" fmla="*/ 128 w 135"/>
                <a:gd name="T13" fmla="*/ 36 h 119"/>
                <a:gd name="T14" fmla="*/ 128 w 135"/>
                <a:gd name="T15" fmla="*/ 35 h 119"/>
                <a:gd name="T16" fmla="*/ 127 w 135"/>
                <a:gd name="T17" fmla="*/ 19 h 119"/>
                <a:gd name="T18" fmla="*/ 122 w 135"/>
                <a:gd name="T19" fmla="*/ 4 h 119"/>
                <a:gd name="T20" fmla="*/ 112 w 135"/>
                <a:gd name="T21" fmla="*/ 2 h 119"/>
                <a:gd name="T22" fmla="*/ 104 w 135"/>
                <a:gd name="T23" fmla="*/ 0 h 119"/>
                <a:gd name="T24" fmla="*/ 101 w 135"/>
                <a:gd name="T25" fmla="*/ 4 h 119"/>
                <a:gd name="T26" fmla="*/ 96 w 135"/>
                <a:gd name="T27" fmla="*/ 7 h 119"/>
                <a:gd name="T28" fmla="*/ 89 w 135"/>
                <a:gd name="T29" fmla="*/ 12 h 119"/>
                <a:gd name="T30" fmla="*/ 86 w 135"/>
                <a:gd name="T31" fmla="*/ 18 h 119"/>
                <a:gd name="T32" fmla="*/ 79 w 135"/>
                <a:gd name="T33" fmla="*/ 23 h 119"/>
                <a:gd name="T34" fmla="*/ 75 w 135"/>
                <a:gd name="T35" fmla="*/ 29 h 119"/>
                <a:gd name="T36" fmla="*/ 67 w 135"/>
                <a:gd name="T37" fmla="*/ 33 h 119"/>
                <a:gd name="T38" fmla="*/ 57 w 135"/>
                <a:gd name="T39" fmla="*/ 30 h 119"/>
                <a:gd name="T40" fmla="*/ 52 w 135"/>
                <a:gd name="T41" fmla="*/ 34 h 119"/>
                <a:gd name="T42" fmla="*/ 44 w 135"/>
                <a:gd name="T43" fmla="*/ 43 h 119"/>
                <a:gd name="T44" fmla="*/ 36 w 135"/>
                <a:gd name="T45" fmla="*/ 44 h 119"/>
                <a:gd name="T46" fmla="*/ 34 w 135"/>
                <a:gd name="T47" fmla="*/ 40 h 119"/>
                <a:gd name="T48" fmla="*/ 36 w 135"/>
                <a:gd name="T49" fmla="*/ 38 h 119"/>
                <a:gd name="T50" fmla="*/ 33 w 135"/>
                <a:gd name="T51" fmla="*/ 28 h 119"/>
                <a:gd name="T52" fmla="*/ 29 w 135"/>
                <a:gd name="T53" fmla="*/ 26 h 119"/>
                <a:gd name="T54" fmla="*/ 29 w 135"/>
                <a:gd name="T55" fmla="*/ 57 h 119"/>
                <a:gd name="T56" fmla="*/ 24 w 135"/>
                <a:gd name="T57" fmla="*/ 62 h 119"/>
                <a:gd name="T58" fmla="*/ 13 w 135"/>
                <a:gd name="T59" fmla="*/ 62 h 119"/>
                <a:gd name="T60" fmla="*/ 8 w 135"/>
                <a:gd name="T61" fmla="*/ 56 h 119"/>
                <a:gd name="T62" fmla="*/ 4 w 135"/>
                <a:gd name="T63" fmla="*/ 59 h 119"/>
                <a:gd name="T64" fmla="*/ 0 w 135"/>
                <a:gd name="T65" fmla="*/ 60 h 119"/>
                <a:gd name="T66" fmla="*/ 6 w 135"/>
                <a:gd name="T67" fmla="*/ 73 h 119"/>
                <a:gd name="T68" fmla="*/ 14 w 135"/>
                <a:gd name="T69" fmla="*/ 90 h 119"/>
                <a:gd name="T70" fmla="*/ 14 w 135"/>
                <a:gd name="T71" fmla="*/ 98 h 119"/>
                <a:gd name="T72" fmla="*/ 15 w 135"/>
                <a:gd name="T73" fmla="*/ 105 h 119"/>
                <a:gd name="T74" fmla="*/ 17 w 135"/>
                <a:gd name="T75" fmla="*/ 112 h 119"/>
                <a:gd name="T76" fmla="*/ 21 w 135"/>
                <a:gd name="T77" fmla="*/ 114 h 119"/>
                <a:gd name="T78" fmla="*/ 25 w 135"/>
                <a:gd name="T79" fmla="*/ 117 h 119"/>
                <a:gd name="T80" fmla="*/ 31 w 135"/>
                <a:gd name="T81" fmla="*/ 117 h 119"/>
                <a:gd name="T82" fmla="*/ 41 w 135"/>
                <a:gd name="T83" fmla="*/ 114 h 119"/>
                <a:gd name="T84" fmla="*/ 48 w 135"/>
                <a:gd name="T85" fmla="*/ 111 h 119"/>
                <a:gd name="T86" fmla="*/ 61 w 135"/>
                <a:gd name="T87" fmla="*/ 111 h 119"/>
                <a:gd name="T88" fmla="*/ 70 w 135"/>
                <a:gd name="T89" fmla="*/ 110 h 119"/>
                <a:gd name="T90" fmla="*/ 75 w 135"/>
                <a:gd name="T91" fmla="*/ 109 h 119"/>
                <a:gd name="T92" fmla="*/ 82 w 135"/>
                <a:gd name="T93" fmla="*/ 107 h 119"/>
                <a:gd name="T94" fmla="*/ 99 w 135"/>
                <a:gd name="T95" fmla="*/ 96 h 119"/>
                <a:gd name="T96" fmla="*/ 119 w 135"/>
                <a:gd name="T97" fmla="*/ 71 h 119"/>
                <a:gd name="T98" fmla="*/ 131 w 135"/>
                <a:gd name="T99" fmla="*/ 58 h 119"/>
                <a:gd name="T100" fmla="*/ 135 w 135"/>
                <a:gd name="T101" fmla="*/ 44 h 119"/>
                <a:gd name="T102" fmla="*/ 129 w 135"/>
                <a:gd name="T103" fmla="*/ 44 h 119"/>
                <a:gd name="T104" fmla="*/ 103 w 135"/>
                <a:gd name="T105" fmla="*/ 72 h 119"/>
                <a:gd name="T106" fmla="*/ 98 w 135"/>
                <a:gd name="T107" fmla="*/ 74 h 119"/>
                <a:gd name="T108" fmla="*/ 96 w 135"/>
                <a:gd name="T109" fmla="*/ 78 h 119"/>
                <a:gd name="T110" fmla="*/ 92 w 135"/>
                <a:gd name="T111" fmla="*/ 78 h 119"/>
                <a:gd name="T112" fmla="*/ 87 w 135"/>
                <a:gd name="T113" fmla="*/ 71 h 119"/>
                <a:gd name="T114" fmla="*/ 92 w 135"/>
                <a:gd name="T115" fmla="*/ 63 h 119"/>
                <a:gd name="T116" fmla="*/ 101 w 135"/>
                <a:gd name="T117" fmla="*/ 60 h 119"/>
                <a:gd name="T118" fmla="*/ 106 w 135"/>
                <a:gd name="T119" fmla="*/ 66 h 119"/>
                <a:gd name="T120" fmla="*/ 103 w 135"/>
                <a:gd name="T121" fmla="*/ 72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5" h="119">
                  <a:moveTo>
                    <a:pt x="129" y="44"/>
                  </a:moveTo>
                  <a:cubicBezTo>
                    <a:pt x="129" y="44"/>
                    <a:pt x="129" y="44"/>
                    <a:pt x="129" y="44"/>
                  </a:cubicBezTo>
                  <a:cubicBezTo>
                    <a:pt x="128" y="44"/>
                    <a:pt x="128" y="45"/>
                    <a:pt x="127" y="46"/>
                  </a:cubicBezTo>
                  <a:cubicBezTo>
                    <a:pt x="127" y="48"/>
                    <a:pt x="125" y="48"/>
                    <a:pt x="123" y="48"/>
                  </a:cubicBezTo>
                  <a:cubicBezTo>
                    <a:pt x="120" y="48"/>
                    <a:pt x="118" y="41"/>
                    <a:pt x="118" y="40"/>
                  </a:cubicBezTo>
                  <a:cubicBezTo>
                    <a:pt x="118" y="39"/>
                    <a:pt x="121" y="34"/>
                    <a:pt x="123" y="34"/>
                  </a:cubicBezTo>
                  <a:cubicBezTo>
                    <a:pt x="125" y="34"/>
                    <a:pt x="127" y="35"/>
                    <a:pt x="128" y="36"/>
                  </a:cubicBezTo>
                  <a:cubicBezTo>
                    <a:pt x="128" y="36"/>
                    <a:pt x="128" y="35"/>
                    <a:pt x="128" y="35"/>
                  </a:cubicBezTo>
                  <a:cubicBezTo>
                    <a:pt x="128" y="34"/>
                    <a:pt x="130" y="21"/>
                    <a:pt x="127" y="19"/>
                  </a:cubicBezTo>
                  <a:cubicBezTo>
                    <a:pt x="125" y="18"/>
                    <a:pt x="123" y="5"/>
                    <a:pt x="122" y="4"/>
                  </a:cubicBezTo>
                  <a:cubicBezTo>
                    <a:pt x="121" y="2"/>
                    <a:pt x="113" y="3"/>
                    <a:pt x="112" y="2"/>
                  </a:cubicBezTo>
                  <a:cubicBezTo>
                    <a:pt x="111" y="0"/>
                    <a:pt x="104" y="2"/>
                    <a:pt x="104" y="0"/>
                  </a:cubicBezTo>
                  <a:cubicBezTo>
                    <a:pt x="103" y="2"/>
                    <a:pt x="102" y="4"/>
                    <a:pt x="101" y="4"/>
                  </a:cubicBezTo>
                  <a:cubicBezTo>
                    <a:pt x="100" y="6"/>
                    <a:pt x="97" y="5"/>
                    <a:pt x="96" y="7"/>
                  </a:cubicBezTo>
                  <a:cubicBezTo>
                    <a:pt x="96" y="10"/>
                    <a:pt x="91" y="12"/>
                    <a:pt x="89" y="12"/>
                  </a:cubicBezTo>
                  <a:cubicBezTo>
                    <a:pt x="87" y="12"/>
                    <a:pt x="86" y="16"/>
                    <a:pt x="86" y="18"/>
                  </a:cubicBezTo>
                  <a:cubicBezTo>
                    <a:pt x="86" y="20"/>
                    <a:pt x="82" y="23"/>
                    <a:pt x="79" y="23"/>
                  </a:cubicBezTo>
                  <a:cubicBezTo>
                    <a:pt x="75" y="23"/>
                    <a:pt x="76" y="26"/>
                    <a:pt x="75" y="29"/>
                  </a:cubicBezTo>
                  <a:cubicBezTo>
                    <a:pt x="74" y="33"/>
                    <a:pt x="73" y="33"/>
                    <a:pt x="67" y="33"/>
                  </a:cubicBezTo>
                  <a:cubicBezTo>
                    <a:pt x="62" y="33"/>
                    <a:pt x="62" y="33"/>
                    <a:pt x="57" y="30"/>
                  </a:cubicBezTo>
                  <a:cubicBezTo>
                    <a:pt x="53" y="27"/>
                    <a:pt x="52" y="32"/>
                    <a:pt x="52" y="34"/>
                  </a:cubicBezTo>
                  <a:cubicBezTo>
                    <a:pt x="51" y="37"/>
                    <a:pt x="46" y="41"/>
                    <a:pt x="44" y="43"/>
                  </a:cubicBezTo>
                  <a:cubicBezTo>
                    <a:pt x="42" y="45"/>
                    <a:pt x="38" y="44"/>
                    <a:pt x="36" y="44"/>
                  </a:cubicBezTo>
                  <a:cubicBezTo>
                    <a:pt x="33" y="44"/>
                    <a:pt x="34" y="41"/>
                    <a:pt x="34" y="40"/>
                  </a:cubicBezTo>
                  <a:cubicBezTo>
                    <a:pt x="34" y="38"/>
                    <a:pt x="35" y="39"/>
                    <a:pt x="36" y="38"/>
                  </a:cubicBezTo>
                  <a:cubicBezTo>
                    <a:pt x="36" y="36"/>
                    <a:pt x="34" y="31"/>
                    <a:pt x="33" y="28"/>
                  </a:cubicBezTo>
                  <a:cubicBezTo>
                    <a:pt x="33" y="27"/>
                    <a:pt x="31" y="27"/>
                    <a:pt x="29" y="26"/>
                  </a:cubicBezTo>
                  <a:cubicBezTo>
                    <a:pt x="29" y="40"/>
                    <a:pt x="29" y="55"/>
                    <a:pt x="29" y="57"/>
                  </a:cubicBezTo>
                  <a:cubicBezTo>
                    <a:pt x="29" y="59"/>
                    <a:pt x="25" y="61"/>
                    <a:pt x="24" y="62"/>
                  </a:cubicBezTo>
                  <a:cubicBezTo>
                    <a:pt x="23" y="64"/>
                    <a:pt x="16" y="62"/>
                    <a:pt x="13" y="62"/>
                  </a:cubicBezTo>
                  <a:cubicBezTo>
                    <a:pt x="9" y="62"/>
                    <a:pt x="10" y="59"/>
                    <a:pt x="8" y="56"/>
                  </a:cubicBezTo>
                  <a:cubicBezTo>
                    <a:pt x="7" y="54"/>
                    <a:pt x="4" y="57"/>
                    <a:pt x="4" y="59"/>
                  </a:cubicBezTo>
                  <a:cubicBezTo>
                    <a:pt x="4" y="60"/>
                    <a:pt x="2" y="60"/>
                    <a:pt x="0" y="60"/>
                  </a:cubicBezTo>
                  <a:cubicBezTo>
                    <a:pt x="3" y="64"/>
                    <a:pt x="5" y="69"/>
                    <a:pt x="6" y="73"/>
                  </a:cubicBezTo>
                  <a:cubicBezTo>
                    <a:pt x="8" y="80"/>
                    <a:pt x="13" y="86"/>
                    <a:pt x="14" y="90"/>
                  </a:cubicBezTo>
                  <a:cubicBezTo>
                    <a:pt x="16" y="94"/>
                    <a:pt x="17" y="97"/>
                    <a:pt x="14" y="98"/>
                  </a:cubicBezTo>
                  <a:cubicBezTo>
                    <a:pt x="12" y="98"/>
                    <a:pt x="12" y="100"/>
                    <a:pt x="15" y="105"/>
                  </a:cubicBezTo>
                  <a:cubicBezTo>
                    <a:pt x="17" y="109"/>
                    <a:pt x="15" y="111"/>
                    <a:pt x="17" y="112"/>
                  </a:cubicBezTo>
                  <a:cubicBezTo>
                    <a:pt x="20" y="112"/>
                    <a:pt x="19" y="114"/>
                    <a:pt x="21" y="114"/>
                  </a:cubicBezTo>
                  <a:cubicBezTo>
                    <a:pt x="23" y="114"/>
                    <a:pt x="24" y="116"/>
                    <a:pt x="25" y="117"/>
                  </a:cubicBezTo>
                  <a:cubicBezTo>
                    <a:pt x="27" y="119"/>
                    <a:pt x="29" y="119"/>
                    <a:pt x="31" y="117"/>
                  </a:cubicBezTo>
                  <a:cubicBezTo>
                    <a:pt x="32" y="115"/>
                    <a:pt x="36" y="114"/>
                    <a:pt x="41" y="114"/>
                  </a:cubicBezTo>
                  <a:cubicBezTo>
                    <a:pt x="45" y="114"/>
                    <a:pt x="44" y="113"/>
                    <a:pt x="48" y="111"/>
                  </a:cubicBezTo>
                  <a:cubicBezTo>
                    <a:pt x="53" y="110"/>
                    <a:pt x="58" y="110"/>
                    <a:pt x="61" y="111"/>
                  </a:cubicBezTo>
                  <a:cubicBezTo>
                    <a:pt x="65" y="113"/>
                    <a:pt x="68" y="111"/>
                    <a:pt x="70" y="110"/>
                  </a:cubicBezTo>
                  <a:cubicBezTo>
                    <a:pt x="71" y="109"/>
                    <a:pt x="75" y="112"/>
                    <a:pt x="75" y="109"/>
                  </a:cubicBezTo>
                  <a:cubicBezTo>
                    <a:pt x="75" y="106"/>
                    <a:pt x="79" y="107"/>
                    <a:pt x="82" y="107"/>
                  </a:cubicBezTo>
                  <a:cubicBezTo>
                    <a:pt x="85" y="107"/>
                    <a:pt x="93" y="102"/>
                    <a:pt x="99" y="96"/>
                  </a:cubicBezTo>
                  <a:cubicBezTo>
                    <a:pt x="105" y="90"/>
                    <a:pt x="116" y="77"/>
                    <a:pt x="119" y="71"/>
                  </a:cubicBezTo>
                  <a:cubicBezTo>
                    <a:pt x="123" y="65"/>
                    <a:pt x="128" y="60"/>
                    <a:pt x="131" y="58"/>
                  </a:cubicBezTo>
                  <a:cubicBezTo>
                    <a:pt x="133" y="56"/>
                    <a:pt x="135" y="49"/>
                    <a:pt x="135" y="44"/>
                  </a:cubicBezTo>
                  <a:cubicBezTo>
                    <a:pt x="132" y="44"/>
                    <a:pt x="129" y="44"/>
                    <a:pt x="129" y="44"/>
                  </a:cubicBezTo>
                  <a:close/>
                  <a:moveTo>
                    <a:pt x="103" y="72"/>
                  </a:moveTo>
                  <a:cubicBezTo>
                    <a:pt x="103" y="74"/>
                    <a:pt x="99" y="72"/>
                    <a:pt x="98" y="74"/>
                  </a:cubicBezTo>
                  <a:cubicBezTo>
                    <a:pt x="97" y="76"/>
                    <a:pt x="96" y="78"/>
                    <a:pt x="96" y="78"/>
                  </a:cubicBezTo>
                  <a:cubicBezTo>
                    <a:pt x="92" y="78"/>
                    <a:pt x="92" y="78"/>
                    <a:pt x="92" y="78"/>
                  </a:cubicBezTo>
                  <a:cubicBezTo>
                    <a:pt x="87" y="71"/>
                    <a:pt x="87" y="71"/>
                    <a:pt x="87" y="71"/>
                  </a:cubicBezTo>
                  <a:cubicBezTo>
                    <a:pt x="87" y="71"/>
                    <a:pt x="91" y="65"/>
                    <a:pt x="92" y="63"/>
                  </a:cubicBezTo>
                  <a:cubicBezTo>
                    <a:pt x="93" y="61"/>
                    <a:pt x="100" y="58"/>
                    <a:pt x="101" y="60"/>
                  </a:cubicBezTo>
                  <a:cubicBezTo>
                    <a:pt x="102" y="62"/>
                    <a:pt x="106" y="64"/>
                    <a:pt x="106" y="66"/>
                  </a:cubicBezTo>
                  <a:cubicBezTo>
                    <a:pt x="106" y="68"/>
                    <a:pt x="103" y="70"/>
                    <a:pt x="103" y="7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0" name="Freeform 11"/>
            <p:cNvSpPr>
              <a:spLocks/>
            </p:cNvSpPr>
            <p:nvPr/>
          </p:nvSpPr>
          <p:spPr bwMode="auto">
            <a:xfrm>
              <a:off x="6113141" y="4505583"/>
              <a:ext cx="298371" cy="323339"/>
            </a:xfrm>
            <a:custGeom>
              <a:avLst/>
              <a:gdLst>
                <a:gd name="T0" fmla="*/ 6 w 99"/>
                <a:gd name="T1" fmla="*/ 96 h 104"/>
                <a:gd name="T2" fmla="*/ 10 w 99"/>
                <a:gd name="T3" fmla="*/ 97 h 104"/>
                <a:gd name="T4" fmla="*/ 18 w 99"/>
                <a:gd name="T5" fmla="*/ 98 h 104"/>
                <a:gd name="T6" fmla="*/ 25 w 99"/>
                <a:gd name="T7" fmla="*/ 100 h 104"/>
                <a:gd name="T8" fmla="*/ 54 w 99"/>
                <a:gd name="T9" fmla="*/ 100 h 104"/>
                <a:gd name="T10" fmla="*/ 57 w 99"/>
                <a:gd name="T11" fmla="*/ 103 h 104"/>
                <a:gd name="T12" fmla="*/ 76 w 99"/>
                <a:gd name="T13" fmla="*/ 103 h 104"/>
                <a:gd name="T14" fmla="*/ 89 w 99"/>
                <a:gd name="T15" fmla="*/ 102 h 104"/>
                <a:gd name="T16" fmla="*/ 91 w 99"/>
                <a:gd name="T17" fmla="*/ 101 h 104"/>
                <a:gd name="T18" fmla="*/ 81 w 99"/>
                <a:gd name="T19" fmla="*/ 88 h 104"/>
                <a:gd name="T20" fmla="*/ 82 w 99"/>
                <a:gd name="T21" fmla="*/ 60 h 104"/>
                <a:gd name="T22" fmla="*/ 95 w 99"/>
                <a:gd name="T23" fmla="*/ 61 h 104"/>
                <a:gd name="T24" fmla="*/ 97 w 99"/>
                <a:gd name="T25" fmla="*/ 59 h 104"/>
                <a:gd name="T26" fmla="*/ 99 w 99"/>
                <a:gd name="T27" fmla="*/ 42 h 104"/>
                <a:gd name="T28" fmla="*/ 96 w 99"/>
                <a:gd name="T29" fmla="*/ 42 h 104"/>
                <a:gd name="T30" fmla="*/ 89 w 99"/>
                <a:gd name="T31" fmla="*/ 43 h 104"/>
                <a:gd name="T32" fmla="*/ 84 w 99"/>
                <a:gd name="T33" fmla="*/ 45 h 104"/>
                <a:gd name="T34" fmla="*/ 84 w 99"/>
                <a:gd name="T35" fmla="*/ 38 h 104"/>
                <a:gd name="T36" fmla="*/ 80 w 99"/>
                <a:gd name="T37" fmla="*/ 31 h 104"/>
                <a:gd name="T38" fmla="*/ 81 w 99"/>
                <a:gd name="T39" fmla="*/ 19 h 104"/>
                <a:gd name="T40" fmla="*/ 80 w 99"/>
                <a:gd name="T41" fmla="*/ 13 h 104"/>
                <a:gd name="T42" fmla="*/ 74 w 99"/>
                <a:gd name="T43" fmla="*/ 12 h 104"/>
                <a:gd name="T44" fmla="*/ 70 w 99"/>
                <a:gd name="T45" fmla="*/ 10 h 104"/>
                <a:gd name="T46" fmla="*/ 64 w 99"/>
                <a:gd name="T47" fmla="*/ 10 h 104"/>
                <a:gd name="T48" fmla="*/ 60 w 99"/>
                <a:gd name="T49" fmla="*/ 17 h 104"/>
                <a:gd name="T50" fmla="*/ 50 w 99"/>
                <a:gd name="T51" fmla="*/ 19 h 104"/>
                <a:gd name="T52" fmla="*/ 43 w 99"/>
                <a:gd name="T53" fmla="*/ 13 h 104"/>
                <a:gd name="T54" fmla="*/ 40 w 99"/>
                <a:gd name="T55" fmla="*/ 7 h 104"/>
                <a:gd name="T56" fmla="*/ 39 w 99"/>
                <a:gd name="T57" fmla="*/ 0 h 104"/>
                <a:gd name="T58" fmla="*/ 11 w 99"/>
                <a:gd name="T59" fmla="*/ 0 h 104"/>
                <a:gd name="T60" fmla="*/ 7 w 99"/>
                <a:gd name="T61" fmla="*/ 3 h 104"/>
                <a:gd name="T62" fmla="*/ 14 w 99"/>
                <a:gd name="T63" fmla="*/ 20 h 104"/>
                <a:gd name="T64" fmla="*/ 13 w 99"/>
                <a:gd name="T65" fmla="*/ 29 h 104"/>
                <a:gd name="T66" fmla="*/ 18 w 99"/>
                <a:gd name="T67" fmla="*/ 47 h 104"/>
                <a:gd name="T68" fmla="*/ 12 w 99"/>
                <a:gd name="T69" fmla="*/ 59 h 104"/>
                <a:gd name="T70" fmla="*/ 6 w 99"/>
                <a:gd name="T71" fmla="*/ 75 h 104"/>
                <a:gd name="T72" fmla="*/ 1 w 99"/>
                <a:gd name="T73" fmla="*/ 87 h 104"/>
                <a:gd name="T74" fmla="*/ 0 w 99"/>
                <a:gd name="T75" fmla="*/ 98 h 104"/>
                <a:gd name="T76" fmla="*/ 0 w 99"/>
                <a:gd name="T77" fmla="*/ 98 h 104"/>
                <a:gd name="T78" fmla="*/ 3 w 99"/>
                <a:gd name="T79" fmla="*/ 98 h 104"/>
                <a:gd name="T80" fmla="*/ 6 w 99"/>
                <a:gd name="T81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9" h="104">
                  <a:moveTo>
                    <a:pt x="6" y="96"/>
                  </a:moveTo>
                  <a:cubicBezTo>
                    <a:pt x="8" y="96"/>
                    <a:pt x="7" y="99"/>
                    <a:pt x="10" y="97"/>
                  </a:cubicBezTo>
                  <a:cubicBezTo>
                    <a:pt x="13" y="96"/>
                    <a:pt x="15" y="96"/>
                    <a:pt x="18" y="98"/>
                  </a:cubicBezTo>
                  <a:cubicBezTo>
                    <a:pt x="20" y="99"/>
                    <a:pt x="22" y="100"/>
                    <a:pt x="25" y="100"/>
                  </a:cubicBezTo>
                  <a:cubicBezTo>
                    <a:pt x="28" y="100"/>
                    <a:pt x="54" y="100"/>
                    <a:pt x="54" y="100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73" y="102"/>
                    <a:pt x="76" y="103"/>
                  </a:cubicBezTo>
                  <a:cubicBezTo>
                    <a:pt x="78" y="104"/>
                    <a:pt x="86" y="103"/>
                    <a:pt x="89" y="102"/>
                  </a:cubicBezTo>
                  <a:cubicBezTo>
                    <a:pt x="89" y="102"/>
                    <a:pt x="90" y="102"/>
                    <a:pt x="91" y="101"/>
                  </a:cubicBezTo>
                  <a:cubicBezTo>
                    <a:pt x="81" y="88"/>
                    <a:pt x="81" y="88"/>
                    <a:pt x="81" y="88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95" y="61"/>
                    <a:pt x="95" y="61"/>
                    <a:pt x="95" y="61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8" y="42"/>
                    <a:pt x="97" y="41"/>
                    <a:pt x="96" y="42"/>
                  </a:cubicBezTo>
                  <a:cubicBezTo>
                    <a:pt x="94" y="43"/>
                    <a:pt x="92" y="43"/>
                    <a:pt x="89" y="43"/>
                  </a:cubicBezTo>
                  <a:cubicBezTo>
                    <a:pt x="86" y="43"/>
                    <a:pt x="86" y="45"/>
                    <a:pt x="84" y="45"/>
                  </a:cubicBezTo>
                  <a:cubicBezTo>
                    <a:pt x="83" y="44"/>
                    <a:pt x="84" y="40"/>
                    <a:pt x="84" y="38"/>
                  </a:cubicBezTo>
                  <a:cubicBezTo>
                    <a:pt x="85" y="36"/>
                    <a:pt x="82" y="33"/>
                    <a:pt x="80" y="31"/>
                  </a:cubicBezTo>
                  <a:cubicBezTo>
                    <a:pt x="79" y="30"/>
                    <a:pt x="83" y="20"/>
                    <a:pt x="81" y="19"/>
                  </a:cubicBezTo>
                  <a:cubicBezTo>
                    <a:pt x="80" y="18"/>
                    <a:pt x="80" y="15"/>
                    <a:pt x="80" y="13"/>
                  </a:cubicBezTo>
                  <a:cubicBezTo>
                    <a:pt x="80" y="10"/>
                    <a:pt x="78" y="12"/>
                    <a:pt x="74" y="12"/>
                  </a:cubicBezTo>
                  <a:cubicBezTo>
                    <a:pt x="71" y="12"/>
                    <a:pt x="70" y="10"/>
                    <a:pt x="70" y="10"/>
                  </a:cubicBezTo>
                  <a:cubicBezTo>
                    <a:pt x="70" y="10"/>
                    <a:pt x="66" y="9"/>
                    <a:pt x="64" y="10"/>
                  </a:cubicBezTo>
                  <a:cubicBezTo>
                    <a:pt x="61" y="11"/>
                    <a:pt x="62" y="17"/>
                    <a:pt x="60" y="17"/>
                  </a:cubicBezTo>
                  <a:cubicBezTo>
                    <a:pt x="59" y="17"/>
                    <a:pt x="54" y="17"/>
                    <a:pt x="50" y="19"/>
                  </a:cubicBezTo>
                  <a:cubicBezTo>
                    <a:pt x="47" y="20"/>
                    <a:pt x="45" y="18"/>
                    <a:pt x="43" y="13"/>
                  </a:cubicBezTo>
                  <a:cubicBezTo>
                    <a:pt x="42" y="9"/>
                    <a:pt x="39" y="10"/>
                    <a:pt x="40" y="7"/>
                  </a:cubicBezTo>
                  <a:cubicBezTo>
                    <a:pt x="41" y="4"/>
                    <a:pt x="39" y="0"/>
                    <a:pt x="39" y="0"/>
                  </a:cubicBezTo>
                  <a:cubicBezTo>
                    <a:pt x="39" y="0"/>
                    <a:pt x="14" y="0"/>
                    <a:pt x="11" y="0"/>
                  </a:cubicBezTo>
                  <a:cubicBezTo>
                    <a:pt x="10" y="0"/>
                    <a:pt x="8" y="1"/>
                    <a:pt x="7" y="3"/>
                  </a:cubicBezTo>
                  <a:cubicBezTo>
                    <a:pt x="8" y="8"/>
                    <a:pt x="13" y="18"/>
                    <a:pt x="14" y="20"/>
                  </a:cubicBezTo>
                  <a:cubicBezTo>
                    <a:pt x="15" y="22"/>
                    <a:pt x="13" y="25"/>
                    <a:pt x="13" y="29"/>
                  </a:cubicBezTo>
                  <a:cubicBezTo>
                    <a:pt x="13" y="33"/>
                    <a:pt x="17" y="41"/>
                    <a:pt x="18" y="47"/>
                  </a:cubicBezTo>
                  <a:cubicBezTo>
                    <a:pt x="18" y="52"/>
                    <a:pt x="15" y="55"/>
                    <a:pt x="12" y="59"/>
                  </a:cubicBezTo>
                  <a:cubicBezTo>
                    <a:pt x="9" y="62"/>
                    <a:pt x="6" y="70"/>
                    <a:pt x="6" y="75"/>
                  </a:cubicBezTo>
                  <a:cubicBezTo>
                    <a:pt x="6" y="80"/>
                    <a:pt x="1" y="85"/>
                    <a:pt x="1" y="87"/>
                  </a:cubicBezTo>
                  <a:cubicBezTo>
                    <a:pt x="1" y="89"/>
                    <a:pt x="1" y="96"/>
                    <a:pt x="0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4" y="96"/>
                    <a:pt x="6" y="96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1" name="Freeform 12"/>
            <p:cNvSpPr>
              <a:spLocks/>
            </p:cNvSpPr>
            <p:nvPr/>
          </p:nvSpPr>
          <p:spPr bwMode="auto">
            <a:xfrm>
              <a:off x="6357959" y="4564730"/>
              <a:ext cx="291996" cy="268135"/>
            </a:xfrm>
            <a:custGeom>
              <a:avLst/>
              <a:gdLst>
                <a:gd name="T0" fmla="*/ 75 w 97"/>
                <a:gd name="T1" fmla="*/ 4 h 86"/>
                <a:gd name="T2" fmla="*/ 69 w 97"/>
                <a:gd name="T3" fmla="*/ 0 h 86"/>
                <a:gd name="T4" fmla="*/ 59 w 97"/>
                <a:gd name="T5" fmla="*/ 2 h 86"/>
                <a:gd name="T6" fmla="*/ 57 w 97"/>
                <a:gd name="T7" fmla="*/ 7 h 86"/>
                <a:gd name="T8" fmla="*/ 55 w 97"/>
                <a:gd name="T9" fmla="*/ 12 h 86"/>
                <a:gd name="T10" fmla="*/ 55 w 97"/>
                <a:gd name="T11" fmla="*/ 21 h 86"/>
                <a:gd name="T12" fmla="*/ 53 w 97"/>
                <a:gd name="T13" fmla="*/ 29 h 86"/>
                <a:gd name="T14" fmla="*/ 59 w 97"/>
                <a:gd name="T15" fmla="*/ 36 h 86"/>
                <a:gd name="T16" fmla="*/ 64 w 97"/>
                <a:gd name="T17" fmla="*/ 34 h 86"/>
                <a:gd name="T18" fmla="*/ 65 w 97"/>
                <a:gd name="T19" fmla="*/ 40 h 86"/>
                <a:gd name="T20" fmla="*/ 64 w 97"/>
                <a:gd name="T21" fmla="*/ 44 h 86"/>
                <a:gd name="T22" fmla="*/ 58 w 97"/>
                <a:gd name="T23" fmla="*/ 44 h 86"/>
                <a:gd name="T24" fmla="*/ 55 w 97"/>
                <a:gd name="T25" fmla="*/ 37 h 86"/>
                <a:gd name="T26" fmla="*/ 48 w 97"/>
                <a:gd name="T27" fmla="*/ 35 h 86"/>
                <a:gd name="T28" fmla="*/ 44 w 97"/>
                <a:gd name="T29" fmla="*/ 30 h 86"/>
                <a:gd name="T30" fmla="*/ 41 w 97"/>
                <a:gd name="T31" fmla="*/ 32 h 86"/>
                <a:gd name="T32" fmla="*/ 37 w 97"/>
                <a:gd name="T33" fmla="*/ 33 h 86"/>
                <a:gd name="T34" fmla="*/ 30 w 97"/>
                <a:gd name="T35" fmla="*/ 31 h 86"/>
                <a:gd name="T36" fmla="*/ 27 w 97"/>
                <a:gd name="T37" fmla="*/ 26 h 86"/>
                <a:gd name="T38" fmla="*/ 22 w 97"/>
                <a:gd name="T39" fmla="*/ 27 h 86"/>
                <a:gd name="T40" fmla="*/ 20 w 97"/>
                <a:gd name="T41" fmla="*/ 25 h 86"/>
                <a:gd name="T42" fmla="*/ 18 w 97"/>
                <a:gd name="T43" fmla="*/ 23 h 86"/>
                <a:gd name="T44" fmla="*/ 16 w 97"/>
                <a:gd name="T45" fmla="*/ 40 h 86"/>
                <a:gd name="T46" fmla="*/ 14 w 97"/>
                <a:gd name="T47" fmla="*/ 42 h 86"/>
                <a:gd name="T48" fmla="*/ 1 w 97"/>
                <a:gd name="T49" fmla="*/ 41 h 86"/>
                <a:gd name="T50" fmla="*/ 0 w 97"/>
                <a:gd name="T51" fmla="*/ 69 h 86"/>
                <a:gd name="T52" fmla="*/ 10 w 97"/>
                <a:gd name="T53" fmla="*/ 82 h 86"/>
                <a:gd name="T54" fmla="*/ 25 w 97"/>
                <a:gd name="T55" fmla="*/ 82 h 86"/>
                <a:gd name="T56" fmla="*/ 26 w 97"/>
                <a:gd name="T57" fmla="*/ 84 h 86"/>
                <a:gd name="T58" fmla="*/ 30 w 97"/>
                <a:gd name="T59" fmla="*/ 83 h 86"/>
                <a:gd name="T60" fmla="*/ 41 w 97"/>
                <a:gd name="T61" fmla="*/ 85 h 86"/>
                <a:gd name="T62" fmla="*/ 50 w 97"/>
                <a:gd name="T63" fmla="*/ 75 h 86"/>
                <a:gd name="T64" fmla="*/ 58 w 97"/>
                <a:gd name="T65" fmla="*/ 69 h 86"/>
                <a:gd name="T66" fmla="*/ 62 w 97"/>
                <a:gd name="T67" fmla="*/ 65 h 86"/>
                <a:gd name="T68" fmla="*/ 69 w 97"/>
                <a:gd name="T69" fmla="*/ 65 h 86"/>
                <a:gd name="T70" fmla="*/ 70 w 97"/>
                <a:gd name="T71" fmla="*/ 65 h 86"/>
                <a:gd name="T72" fmla="*/ 68 w 97"/>
                <a:gd name="T73" fmla="*/ 59 h 86"/>
                <a:gd name="T74" fmla="*/ 92 w 97"/>
                <a:gd name="T75" fmla="*/ 50 h 86"/>
                <a:gd name="T76" fmla="*/ 90 w 97"/>
                <a:gd name="T77" fmla="*/ 46 h 86"/>
                <a:gd name="T78" fmla="*/ 91 w 97"/>
                <a:gd name="T79" fmla="*/ 38 h 86"/>
                <a:gd name="T80" fmla="*/ 95 w 97"/>
                <a:gd name="T81" fmla="*/ 36 h 86"/>
                <a:gd name="T82" fmla="*/ 94 w 97"/>
                <a:gd name="T83" fmla="*/ 22 h 86"/>
                <a:gd name="T84" fmla="*/ 97 w 97"/>
                <a:gd name="T85" fmla="*/ 21 h 86"/>
                <a:gd name="T86" fmla="*/ 93 w 97"/>
                <a:gd name="T87" fmla="*/ 12 h 86"/>
                <a:gd name="T88" fmla="*/ 83 w 97"/>
                <a:gd name="T89" fmla="*/ 7 h 86"/>
                <a:gd name="T90" fmla="*/ 75 w 97"/>
                <a:gd name="T91" fmla="*/ 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7" h="86">
                  <a:moveTo>
                    <a:pt x="75" y="4"/>
                  </a:moveTo>
                  <a:cubicBezTo>
                    <a:pt x="74" y="4"/>
                    <a:pt x="71" y="2"/>
                    <a:pt x="69" y="0"/>
                  </a:cubicBezTo>
                  <a:cubicBezTo>
                    <a:pt x="67" y="2"/>
                    <a:pt x="62" y="2"/>
                    <a:pt x="59" y="2"/>
                  </a:cubicBezTo>
                  <a:cubicBezTo>
                    <a:pt x="56" y="2"/>
                    <a:pt x="58" y="6"/>
                    <a:pt x="57" y="7"/>
                  </a:cubicBezTo>
                  <a:cubicBezTo>
                    <a:pt x="55" y="9"/>
                    <a:pt x="54" y="11"/>
                    <a:pt x="55" y="12"/>
                  </a:cubicBezTo>
                  <a:cubicBezTo>
                    <a:pt x="57" y="13"/>
                    <a:pt x="55" y="19"/>
                    <a:pt x="55" y="21"/>
                  </a:cubicBezTo>
                  <a:cubicBezTo>
                    <a:pt x="55" y="24"/>
                    <a:pt x="52" y="28"/>
                    <a:pt x="53" y="29"/>
                  </a:cubicBezTo>
                  <a:cubicBezTo>
                    <a:pt x="54" y="30"/>
                    <a:pt x="56" y="35"/>
                    <a:pt x="59" y="36"/>
                  </a:cubicBezTo>
                  <a:cubicBezTo>
                    <a:pt x="61" y="37"/>
                    <a:pt x="63" y="34"/>
                    <a:pt x="64" y="34"/>
                  </a:cubicBezTo>
                  <a:cubicBezTo>
                    <a:pt x="65" y="34"/>
                    <a:pt x="65" y="37"/>
                    <a:pt x="65" y="40"/>
                  </a:cubicBezTo>
                  <a:cubicBezTo>
                    <a:pt x="65" y="43"/>
                    <a:pt x="64" y="44"/>
                    <a:pt x="64" y="44"/>
                  </a:cubicBezTo>
                  <a:cubicBezTo>
                    <a:pt x="64" y="44"/>
                    <a:pt x="60" y="45"/>
                    <a:pt x="58" y="44"/>
                  </a:cubicBezTo>
                  <a:cubicBezTo>
                    <a:pt x="56" y="42"/>
                    <a:pt x="55" y="38"/>
                    <a:pt x="55" y="37"/>
                  </a:cubicBezTo>
                  <a:cubicBezTo>
                    <a:pt x="55" y="35"/>
                    <a:pt x="50" y="35"/>
                    <a:pt x="48" y="35"/>
                  </a:cubicBezTo>
                  <a:cubicBezTo>
                    <a:pt x="46" y="35"/>
                    <a:pt x="45" y="32"/>
                    <a:pt x="44" y="30"/>
                  </a:cubicBezTo>
                  <a:cubicBezTo>
                    <a:pt x="43" y="29"/>
                    <a:pt x="41" y="31"/>
                    <a:pt x="41" y="32"/>
                  </a:cubicBezTo>
                  <a:cubicBezTo>
                    <a:pt x="41" y="33"/>
                    <a:pt x="39" y="33"/>
                    <a:pt x="37" y="33"/>
                  </a:cubicBezTo>
                  <a:cubicBezTo>
                    <a:pt x="35" y="33"/>
                    <a:pt x="31" y="30"/>
                    <a:pt x="30" y="31"/>
                  </a:cubicBezTo>
                  <a:cubicBezTo>
                    <a:pt x="28" y="31"/>
                    <a:pt x="27" y="28"/>
                    <a:pt x="27" y="26"/>
                  </a:cubicBezTo>
                  <a:cubicBezTo>
                    <a:pt x="28" y="25"/>
                    <a:pt x="24" y="26"/>
                    <a:pt x="22" y="27"/>
                  </a:cubicBezTo>
                  <a:cubicBezTo>
                    <a:pt x="21" y="28"/>
                    <a:pt x="20" y="25"/>
                    <a:pt x="20" y="25"/>
                  </a:cubicBezTo>
                  <a:cubicBezTo>
                    <a:pt x="20" y="25"/>
                    <a:pt x="19" y="23"/>
                    <a:pt x="18" y="23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15" y="81"/>
                    <a:pt x="25" y="80"/>
                    <a:pt x="25" y="82"/>
                  </a:cubicBezTo>
                  <a:cubicBezTo>
                    <a:pt x="25" y="82"/>
                    <a:pt x="26" y="83"/>
                    <a:pt x="26" y="84"/>
                  </a:cubicBezTo>
                  <a:cubicBezTo>
                    <a:pt x="28" y="83"/>
                    <a:pt x="29" y="83"/>
                    <a:pt x="30" y="83"/>
                  </a:cubicBezTo>
                  <a:cubicBezTo>
                    <a:pt x="32" y="83"/>
                    <a:pt x="39" y="86"/>
                    <a:pt x="41" y="85"/>
                  </a:cubicBezTo>
                  <a:cubicBezTo>
                    <a:pt x="43" y="84"/>
                    <a:pt x="47" y="76"/>
                    <a:pt x="50" y="75"/>
                  </a:cubicBezTo>
                  <a:cubicBezTo>
                    <a:pt x="53" y="74"/>
                    <a:pt x="58" y="71"/>
                    <a:pt x="58" y="69"/>
                  </a:cubicBezTo>
                  <a:cubicBezTo>
                    <a:pt x="58" y="68"/>
                    <a:pt x="58" y="66"/>
                    <a:pt x="62" y="65"/>
                  </a:cubicBezTo>
                  <a:cubicBezTo>
                    <a:pt x="69" y="65"/>
                    <a:pt x="69" y="65"/>
                    <a:pt x="69" y="65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68" y="59"/>
                    <a:pt x="90" y="50"/>
                    <a:pt x="92" y="50"/>
                  </a:cubicBezTo>
                  <a:cubicBezTo>
                    <a:pt x="91" y="48"/>
                    <a:pt x="90" y="47"/>
                    <a:pt x="90" y="46"/>
                  </a:cubicBezTo>
                  <a:cubicBezTo>
                    <a:pt x="91" y="46"/>
                    <a:pt x="91" y="40"/>
                    <a:pt x="91" y="38"/>
                  </a:cubicBezTo>
                  <a:cubicBezTo>
                    <a:pt x="91" y="37"/>
                    <a:pt x="97" y="38"/>
                    <a:pt x="95" y="36"/>
                  </a:cubicBezTo>
                  <a:cubicBezTo>
                    <a:pt x="93" y="34"/>
                    <a:pt x="93" y="24"/>
                    <a:pt x="94" y="22"/>
                  </a:cubicBezTo>
                  <a:cubicBezTo>
                    <a:pt x="95" y="20"/>
                    <a:pt x="97" y="22"/>
                    <a:pt x="97" y="21"/>
                  </a:cubicBezTo>
                  <a:cubicBezTo>
                    <a:pt x="97" y="19"/>
                    <a:pt x="95" y="13"/>
                    <a:pt x="93" y="12"/>
                  </a:cubicBezTo>
                  <a:cubicBezTo>
                    <a:pt x="93" y="10"/>
                    <a:pt x="85" y="7"/>
                    <a:pt x="83" y="7"/>
                  </a:cubicBezTo>
                  <a:cubicBezTo>
                    <a:pt x="81" y="6"/>
                    <a:pt x="77" y="4"/>
                    <a:pt x="75" y="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2" name="Freeform 13"/>
            <p:cNvSpPr>
              <a:spLocks/>
            </p:cNvSpPr>
            <p:nvPr/>
          </p:nvSpPr>
          <p:spPr bwMode="auto">
            <a:xfrm>
              <a:off x="6532646" y="4378087"/>
              <a:ext cx="51003" cy="43375"/>
            </a:xfrm>
            <a:custGeom>
              <a:avLst/>
              <a:gdLst>
                <a:gd name="T0" fmla="*/ 13 w 17"/>
                <a:gd name="T1" fmla="*/ 0 h 14"/>
                <a:gd name="T2" fmla="*/ 9 w 17"/>
                <a:gd name="T3" fmla="*/ 1 h 14"/>
                <a:gd name="T4" fmla="*/ 5 w 17"/>
                <a:gd name="T5" fmla="*/ 2 h 14"/>
                <a:gd name="T6" fmla="*/ 4 w 17"/>
                <a:gd name="T7" fmla="*/ 3 h 14"/>
                <a:gd name="T8" fmla="*/ 2 w 17"/>
                <a:gd name="T9" fmla="*/ 8 h 14"/>
                <a:gd name="T10" fmla="*/ 0 w 17"/>
                <a:gd name="T11" fmla="*/ 11 h 14"/>
                <a:gd name="T12" fmla="*/ 2 w 17"/>
                <a:gd name="T13" fmla="*/ 13 h 14"/>
                <a:gd name="T14" fmla="*/ 4 w 17"/>
                <a:gd name="T15" fmla="*/ 13 h 14"/>
                <a:gd name="T16" fmla="*/ 9 w 17"/>
                <a:gd name="T17" fmla="*/ 11 h 14"/>
                <a:gd name="T18" fmla="*/ 16 w 17"/>
                <a:gd name="T19" fmla="*/ 9 h 14"/>
                <a:gd name="T20" fmla="*/ 15 w 17"/>
                <a:gd name="T21" fmla="*/ 3 h 14"/>
                <a:gd name="T22" fmla="*/ 13 w 17"/>
                <a:gd name="T2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4">
                  <a:moveTo>
                    <a:pt x="13" y="0"/>
                  </a:moveTo>
                  <a:cubicBezTo>
                    <a:pt x="12" y="0"/>
                    <a:pt x="10" y="1"/>
                    <a:pt x="9" y="1"/>
                  </a:cubicBezTo>
                  <a:cubicBezTo>
                    <a:pt x="8" y="2"/>
                    <a:pt x="7" y="2"/>
                    <a:pt x="5" y="2"/>
                  </a:cubicBezTo>
                  <a:cubicBezTo>
                    <a:pt x="4" y="2"/>
                    <a:pt x="4" y="3"/>
                    <a:pt x="4" y="3"/>
                  </a:cubicBezTo>
                  <a:cubicBezTo>
                    <a:pt x="1" y="4"/>
                    <a:pt x="2" y="8"/>
                    <a:pt x="2" y="8"/>
                  </a:cubicBezTo>
                  <a:cubicBezTo>
                    <a:pt x="2" y="8"/>
                    <a:pt x="0" y="8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9" y="14"/>
                    <a:pt x="9" y="11"/>
                    <a:pt x="9" y="11"/>
                  </a:cubicBezTo>
                  <a:cubicBezTo>
                    <a:pt x="9" y="11"/>
                    <a:pt x="16" y="11"/>
                    <a:pt x="16" y="9"/>
                  </a:cubicBezTo>
                  <a:cubicBezTo>
                    <a:pt x="17" y="7"/>
                    <a:pt x="15" y="3"/>
                    <a:pt x="15" y="3"/>
                  </a:cubicBezTo>
                  <a:lnTo>
                    <a:pt x="13" y="0"/>
                  </a:ln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3" name="Freeform 14"/>
            <p:cNvSpPr>
              <a:spLocks/>
            </p:cNvSpPr>
            <p:nvPr/>
          </p:nvSpPr>
          <p:spPr bwMode="auto">
            <a:xfrm>
              <a:off x="6837392" y="4027145"/>
              <a:ext cx="265219" cy="362770"/>
            </a:xfrm>
            <a:custGeom>
              <a:avLst/>
              <a:gdLst>
                <a:gd name="T0" fmla="*/ 21 w 88"/>
                <a:gd name="T1" fmla="*/ 22 h 117"/>
                <a:gd name="T2" fmla="*/ 26 w 88"/>
                <a:gd name="T3" fmla="*/ 27 h 117"/>
                <a:gd name="T4" fmla="*/ 43 w 88"/>
                <a:gd name="T5" fmla="*/ 33 h 117"/>
                <a:gd name="T6" fmla="*/ 55 w 88"/>
                <a:gd name="T7" fmla="*/ 36 h 117"/>
                <a:gd name="T8" fmla="*/ 58 w 88"/>
                <a:gd name="T9" fmla="*/ 37 h 117"/>
                <a:gd name="T10" fmla="*/ 35 w 88"/>
                <a:gd name="T11" fmla="*/ 60 h 117"/>
                <a:gd name="T12" fmla="*/ 26 w 88"/>
                <a:gd name="T13" fmla="*/ 62 h 117"/>
                <a:gd name="T14" fmla="*/ 15 w 88"/>
                <a:gd name="T15" fmla="*/ 67 h 117"/>
                <a:gd name="T16" fmla="*/ 8 w 88"/>
                <a:gd name="T17" fmla="*/ 68 h 117"/>
                <a:gd name="T18" fmla="*/ 4 w 88"/>
                <a:gd name="T19" fmla="*/ 74 h 117"/>
                <a:gd name="T20" fmla="*/ 0 w 88"/>
                <a:gd name="T21" fmla="*/ 80 h 117"/>
                <a:gd name="T22" fmla="*/ 1 w 88"/>
                <a:gd name="T23" fmla="*/ 110 h 117"/>
                <a:gd name="T24" fmla="*/ 5 w 88"/>
                <a:gd name="T25" fmla="*/ 117 h 117"/>
                <a:gd name="T26" fmla="*/ 24 w 88"/>
                <a:gd name="T27" fmla="*/ 97 h 117"/>
                <a:gd name="T28" fmla="*/ 38 w 88"/>
                <a:gd name="T29" fmla="*/ 86 h 117"/>
                <a:gd name="T30" fmla="*/ 59 w 88"/>
                <a:gd name="T31" fmla="*/ 66 h 117"/>
                <a:gd name="T32" fmla="*/ 69 w 88"/>
                <a:gd name="T33" fmla="*/ 50 h 117"/>
                <a:gd name="T34" fmla="*/ 77 w 88"/>
                <a:gd name="T35" fmla="*/ 37 h 117"/>
                <a:gd name="T36" fmla="*/ 84 w 88"/>
                <a:gd name="T37" fmla="*/ 20 h 117"/>
                <a:gd name="T38" fmla="*/ 87 w 88"/>
                <a:gd name="T39" fmla="*/ 6 h 117"/>
                <a:gd name="T40" fmla="*/ 82 w 88"/>
                <a:gd name="T41" fmla="*/ 3 h 117"/>
                <a:gd name="T42" fmla="*/ 63 w 88"/>
                <a:gd name="T43" fmla="*/ 8 h 117"/>
                <a:gd name="T44" fmla="*/ 49 w 88"/>
                <a:gd name="T45" fmla="*/ 11 h 117"/>
                <a:gd name="T46" fmla="*/ 39 w 88"/>
                <a:gd name="T47" fmla="*/ 13 h 117"/>
                <a:gd name="T48" fmla="*/ 25 w 88"/>
                <a:gd name="T49" fmla="*/ 12 h 117"/>
                <a:gd name="T50" fmla="*/ 20 w 88"/>
                <a:gd name="T51" fmla="*/ 7 h 117"/>
                <a:gd name="T52" fmla="*/ 16 w 88"/>
                <a:gd name="T53" fmla="*/ 14 h 117"/>
                <a:gd name="T54" fmla="*/ 21 w 88"/>
                <a:gd name="T55" fmla="*/ 2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17">
                  <a:moveTo>
                    <a:pt x="21" y="22"/>
                  </a:moveTo>
                  <a:cubicBezTo>
                    <a:pt x="22" y="23"/>
                    <a:pt x="25" y="27"/>
                    <a:pt x="26" y="27"/>
                  </a:cubicBezTo>
                  <a:cubicBezTo>
                    <a:pt x="28" y="27"/>
                    <a:pt x="37" y="31"/>
                    <a:pt x="43" y="33"/>
                  </a:cubicBezTo>
                  <a:cubicBezTo>
                    <a:pt x="49" y="35"/>
                    <a:pt x="53" y="36"/>
                    <a:pt x="55" y="36"/>
                  </a:cubicBezTo>
                  <a:cubicBezTo>
                    <a:pt x="57" y="36"/>
                    <a:pt x="60" y="36"/>
                    <a:pt x="58" y="37"/>
                  </a:cubicBezTo>
                  <a:cubicBezTo>
                    <a:pt x="56" y="39"/>
                    <a:pt x="38" y="57"/>
                    <a:pt x="35" y="60"/>
                  </a:cubicBezTo>
                  <a:cubicBezTo>
                    <a:pt x="33" y="62"/>
                    <a:pt x="32" y="62"/>
                    <a:pt x="26" y="62"/>
                  </a:cubicBezTo>
                  <a:cubicBezTo>
                    <a:pt x="21" y="62"/>
                    <a:pt x="17" y="67"/>
                    <a:pt x="15" y="67"/>
                  </a:cubicBezTo>
                  <a:cubicBezTo>
                    <a:pt x="14" y="67"/>
                    <a:pt x="11" y="68"/>
                    <a:pt x="8" y="68"/>
                  </a:cubicBezTo>
                  <a:cubicBezTo>
                    <a:pt x="4" y="74"/>
                    <a:pt x="4" y="74"/>
                    <a:pt x="4" y="7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5" y="117"/>
                    <a:pt x="5" y="117"/>
                    <a:pt x="5" y="117"/>
                  </a:cubicBezTo>
                  <a:cubicBezTo>
                    <a:pt x="8" y="113"/>
                    <a:pt x="17" y="104"/>
                    <a:pt x="24" y="97"/>
                  </a:cubicBezTo>
                  <a:cubicBezTo>
                    <a:pt x="31" y="90"/>
                    <a:pt x="34" y="88"/>
                    <a:pt x="38" y="86"/>
                  </a:cubicBezTo>
                  <a:cubicBezTo>
                    <a:pt x="42" y="84"/>
                    <a:pt x="52" y="74"/>
                    <a:pt x="59" y="66"/>
                  </a:cubicBezTo>
                  <a:cubicBezTo>
                    <a:pt x="64" y="60"/>
                    <a:pt x="68" y="54"/>
                    <a:pt x="69" y="50"/>
                  </a:cubicBezTo>
                  <a:cubicBezTo>
                    <a:pt x="70" y="46"/>
                    <a:pt x="74" y="41"/>
                    <a:pt x="77" y="37"/>
                  </a:cubicBezTo>
                  <a:cubicBezTo>
                    <a:pt x="80" y="33"/>
                    <a:pt x="85" y="23"/>
                    <a:pt x="84" y="20"/>
                  </a:cubicBezTo>
                  <a:cubicBezTo>
                    <a:pt x="84" y="17"/>
                    <a:pt x="87" y="11"/>
                    <a:pt x="87" y="6"/>
                  </a:cubicBezTo>
                  <a:cubicBezTo>
                    <a:pt x="88" y="0"/>
                    <a:pt x="83" y="0"/>
                    <a:pt x="82" y="3"/>
                  </a:cubicBezTo>
                  <a:cubicBezTo>
                    <a:pt x="80" y="6"/>
                    <a:pt x="70" y="8"/>
                    <a:pt x="63" y="8"/>
                  </a:cubicBezTo>
                  <a:cubicBezTo>
                    <a:pt x="56" y="8"/>
                    <a:pt x="52" y="9"/>
                    <a:pt x="49" y="11"/>
                  </a:cubicBezTo>
                  <a:cubicBezTo>
                    <a:pt x="47" y="13"/>
                    <a:pt x="41" y="10"/>
                    <a:pt x="39" y="13"/>
                  </a:cubicBezTo>
                  <a:cubicBezTo>
                    <a:pt x="36" y="16"/>
                    <a:pt x="27" y="18"/>
                    <a:pt x="25" y="12"/>
                  </a:cubicBezTo>
                  <a:cubicBezTo>
                    <a:pt x="23" y="9"/>
                    <a:pt x="22" y="8"/>
                    <a:pt x="20" y="7"/>
                  </a:cubicBezTo>
                  <a:cubicBezTo>
                    <a:pt x="18" y="9"/>
                    <a:pt x="15" y="13"/>
                    <a:pt x="16" y="14"/>
                  </a:cubicBezTo>
                  <a:cubicBezTo>
                    <a:pt x="16" y="16"/>
                    <a:pt x="19" y="21"/>
                    <a:pt x="21" y="2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4" name="Freeform 15"/>
            <p:cNvSpPr>
              <a:spLocks/>
            </p:cNvSpPr>
            <p:nvPr/>
          </p:nvSpPr>
          <p:spPr bwMode="auto">
            <a:xfrm>
              <a:off x="5483248" y="3358122"/>
              <a:ext cx="304746" cy="251048"/>
            </a:xfrm>
            <a:custGeom>
              <a:avLst/>
              <a:gdLst>
                <a:gd name="T0" fmla="*/ 37 w 101"/>
                <a:gd name="T1" fmla="*/ 81 h 81"/>
                <a:gd name="T2" fmla="*/ 37 w 101"/>
                <a:gd name="T3" fmla="*/ 70 h 81"/>
                <a:gd name="T4" fmla="*/ 50 w 101"/>
                <a:gd name="T5" fmla="*/ 61 h 81"/>
                <a:gd name="T6" fmla="*/ 56 w 101"/>
                <a:gd name="T7" fmla="*/ 59 h 81"/>
                <a:gd name="T8" fmla="*/ 63 w 101"/>
                <a:gd name="T9" fmla="*/ 58 h 81"/>
                <a:gd name="T10" fmla="*/ 67 w 101"/>
                <a:gd name="T11" fmla="*/ 53 h 81"/>
                <a:gd name="T12" fmla="*/ 74 w 101"/>
                <a:gd name="T13" fmla="*/ 50 h 81"/>
                <a:gd name="T14" fmla="*/ 78 w 101"/>
                <a:gd name="T15" fmla="*/ 48 h 81"/>
                <a:gd name="T16" fmla="*/ 79 w 101"/>
                <a:gd name="T17" fmla="*/ 43 h 81"/>
                <a:gd name="T18" fmla="*/ 81 w 101"/>
                <a:gd name="T19" fmla="*/ 41 h 81"/>
                <a:gd name="T20" fmla="*/ 86 w 101"/>
                <a:gd name="T21" fmla="*/ 38 h 81"/>
                <a:gd name="T22" fmla="*/ 99 w 101"/>
                <a:gd name="T23" fmla="*/ 37 h 81"/>
                <a:gd name="T24" fmla="*/ 101 w 101"/>
                <a:gd name="T25" fmla="*/ 34 h 81"/>
                <a:gd name="T26" fmla="*/ 97 w 101"/>
                <a:gd name="T27" fmla="*/ 28 h 81"/>
                <a:gd name="T28" fmla="*/ 97 w 101"/>
                <a:gd name="T29" fmla="*/ 20 h 81"/>
                <a:gd name="T30" fmla="*/ 94 w 101"/>
                <a:gd name="T31" fmla="*/ 11 h 81"/>
                <a:gd name="T32" fmla="*/ 93 w 101"/>
                <a:gd name="T33" fmla="*/ 9 h 81"/>
                <a:gd name="T34" fmla="*/ 83 w 101"/>
                <a:gd name="T35" fmla="*/ 7 h 81"/>
                <a:gd name="T36" fmla="*/ 69 w 101"/>
                <a:gd name="T37" fmla="*/ 5 h 81"/>
                <a:gd name="T38" fmla="*/ 61 w 101"/>
                <a:gd name="T39" fmla="*/ 1 h 81"/>
                <a:gd name="T40" fmla="*/ 52 w 101"/>
                <a:gd name="T41" fmla="*/ 19 h 81"/>
                <a:gd name="T42" fmla="*/ 39 w 101"/>
                <a:gd name="T43" fmla="*/ 25 h 81"/>
                <a:gd name="T44" fmla="*/ 33 w 101"/>
                <a:gd name="T45" fmla="*/ 32 h 81"/>
                <a:gd name="T46" fmla="*/ 28 w 101"/>
                <a:gd name="T47" fmla="*/ 40 h 81"/>
                <a:gd name="T48" fmla="*/ 28 w 101"/>
                <a:gd name="T49" fmla="*/ 53 h 81"/>
                <a:gd name="T50" fmla="*/ 18 w 101"/>
                <a:gd name="T51" fmla="*/ 67 h 81"/>
                <a:gd name="T52" fmla="*/ 6 w 101"/>
                <a:gd name="T53" fmla="*/ 75 h 81"/>
                <a:gd name="T54" fmla="*/ 0 w 101"/>
                <a:gd name="T55" fmla="*/ 78 h 81"/>
                <a:gd name="T56" fmla="*/ 31 w 101"/>
                <a:gd name="T57" fmla="*/ 78 h 81"/>
                <a:gd name="T58" fmla="*/ 37 w 101"/>
                <a:gd name="T5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1" h="81">
                  <a:moveTo>
                    <a:pt x="37" y="81"/>
                  </a:moveTo>
                  <a:cubicBezTo>
                    <a:pt x="37" y="76"/>
                    <a:pt x="37" y="70"/>
                    <a:pt x="37" y="70"/>
                  </a:cubicBezTo>
                  <a:cubicBezTo>
                    <a:pt x="37" y="69"/>
                    <a:pt x="48" y="62"/>
                    <a:pt x="50" y="61"/>
                  </a:cubicBezTo>
                  <a:cubicBezTo>
                    <a:pt x="52" y="60"/>
                    <a:pt x="56" y="61"/>
                    <a:pt x="56" y="59"/>
                  </a:cubicBezTo>
                  <a:cubicBezTo>
                    <a:pt x="56" y="57"/>
                    <a:pt x="60" y="58"/>
                    <a:pt x="63" y="58"/>
                  </a:cubicBezTo>
                  <a:cubicBezTo>
                    <a:pt x="66" y="57"/>
                    <a:pt x="67" y="55"/>
                    <a:pt x="67" y="53"/>
                  </a:cubicBezTo>
                  <a:cubicBezTo>
                    <a:pt x="67" y="50"/>
                    <a:pt x="71" y="51"/>
                    <a:pt x="74" y="50"/>
                  </a:cubicBezTo>
                  <a:cubicBezTo>
                    <a:pt x="76" y="50"/>
                    <a:pt x="76" y="48"/>
                    <a:pt x="78" y="48"/>
                  </a:cubicBezTo>
                  <a:cubicBezTo>
                    <a:pt x="79" y="48"/>
                    <a:pt x="78" y="45"/>
                    <a:pt x="79" y="43"/>
                  </a:cubicBezTo>
                  <a:cubicBezTo>
                    <a:pt x="79" y="40"/>
                    <a:pt x="79" y="41"/>
                    <a:pt x="81" y="41"/>
                  </a:cubicBezTo>
                  <a:cubicBezTo>
                    <a:pt x="84" y="41"/>
                    <a:pt x="86" y="39"/>
                    <a:pt x="86" y="38"/>
                  </a:cubicBezTo>
                  <a:cubicBezTo>
                    <a:pt x="86" y="36"/>
                    <a:pt x="97" y="37"/>
                    <a:pt x="99" y="37"/>
                  </a:cubicBezTo>
                  <a:cubicBezTo>
                    <a:pt x="100" y="37"/>
                    <a:pt x="101" y="35"/>
                    <a:pt x="101" y="34"/>
                  </a:cubicBezTo>
                  <a:cubicBezTo>
                    <a:pt x="100" y="32"/>
                    <a:pt x="99" y="28"/>
                    <a:pt x="97" y="28"/>
                  </a:cubicBezTo>
                  <a:cubicBezTo>
                    <a:pt x="96" y="28"/>
                    <a:pt x="97" y="24"/>
                    <a:pt x="97" y="20"/>
                  </a:cubicBezTo>
                  <a:cubicBezTo>
                    <a:pt x="97" y="17"/>
                    <a:pt x="96" y="14"/>
                    <a:pt x="94" y="11"/>
                  </a:cubicBezTo>
                  <a:cubicBezTo>
                    <a:pt x="94" y="11"/>
                    <a:pt x="94" y="10"/>
                    <a:pt x="93" y="9"/>
                  </a:cubicBezTo>
                  <a:cubicBezTo>
                    <a:pt x="90" y="9"/>
                    <a:pt x="86" y="7"/>
                    <a:pt x="83" y="7"/>
                  </a:cubicBezTo>
                  <a:cubicBezTo>
                    <a:pt x="79" y="6"/>
                    <a:pt x="72" y="9"/>
                    <a:pt x="69" y="5"/>
                  </a:cubicBezTo>
                  <a:cubicBezTo>
                    <a:pt x="66" y="1"/>
                    <a:pt x="63" y="0"/>
                    <a:pt x="61" y="1"/>
                  </a:cubicBezTo>
                  <a:cubicBezTo>
                    <a:pt x="59" y="3"/>
                    <a:pt x="54" y="15"/>
                    <a:pt x="52" y="19"/>
                  </a:cubicBezTo>
                  <a:cubicBezTo>
                    <a:pt x="49" y="22"/>
                    <a:pt x="42" y="25"/>
                    <a:pt x="39" y="25"/>
                  </a:cubicBezTo>
                  <a:cubicBezTo>
                    <a:pt x="36" y="25"/>
                    <a:pt x="35" y="30"/>
                    <a:pt x="33" y="32"/>
                  </a:cubicBezTo>
                  <a:cubicBezTo>
                    <a:pt x="30" y="34"/>
                    <a:pt x="31" y="37"/>
                    <a:pt x="28" y="40"/>
                  </a:cubicBezTo>
                  <a:cubicBezTo>
                    <a:pt x="25" y="42"/>
                    <a:pt x="26" y="50"/>
                    <a:pt x="28" y="53"/>
                  </a:cubicBezTo>
                  <a:cubicBezTo>
                    <a:pt x="30" y="55"/>
                    <a:pt x="22" y="64"/>
                    <a:pt x="18" y="67"/>
                  </a:cubicBezTo>
                  <a:cubicBezTo>
                    <a:pt x="14" y="69"/>
                    <a:pt x="12" y="74"/>
                    <a:pt x="6" y="75"/>
                  </a:cubicBezTo>
                  <a:cubicBezTo>
                    <a:pt x="3" y="75"/>
                    <a:pt x="1" y="76"/>
                    <a:pt x="0" y="78"/>
                  </a:cubicBezTo>
                  <a:cubicBezTo>
                    <a:pt x="10" y="78"/>
                    <a:pt x="26" y="78"/>
                    <a:pt x="31" y="78"/>
                  </a:cubicBezTo>
                  <a:cubicBezTo>
                    <a:pt x="37" y="78"/>
                    <a:pt x="36" y="79"/>
                    <a:pt x="37" y="8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5" name="Freeform 16"/>
            <p:cNvSpPr>
              <a:spLocks/>
            </p:cNvSpPr>
            <p:nvPr/>
          </p:nvSpPr>
          <p:spPr bwMode="auto">
            <a:xfrm>
              <a:off x="6002208" y="3313432"/>
              <a:ext cx="108383" cy="211617"/>
            </a:xfrm>
            <a:custGeom>
              <a:avLst/>
              <a:gdLst>
                <a:gd name="T0" fmla="*/ 10 w 36"/>
                <a:gd name="T1" fmla="*/ 17 h 68"/>
                <a:gd name="T2" fmla="*/ 8 w 36"/>
                <a:gd name="T3" fmla="*/ 26 h 68"/>
                <a:gd name="T4" fmla="*/ 2 w 36"/>
                <a:gd name="T5" fmla="*/ 32 h 68"/>
                <a:gd name="T6" fmla="*/ 6 w 36"/>
                <a:gd name="T7" fmla="*/ 41 h 68"/>
                <a:gd name="T8" fmla="*/ 9 w 36"/>
                <a:gd name="T9" fmla="*/ 46 h 68"/>
                <a:gd name="T10" fmla="*/ 16 w 36"/>
                <a:gd name="T11" fmla="*/ 51 h 68"/>
                <a:gd name="T12" fmla="*/ 20 w 36"/>
                <a:gd name="T13" fmla="*/ 66 h 68"/>
                <a:gd name="T14" fmla="*/ 20 w 36"/>
                <a:gd name="T15" fmla="*/ 68 h 68"/>
                <a:gd name="T16" fmla="*/ 24 w 36"/>
                <a:gd name="T17" fmla="*/ 65 h 68"/>
                <a:gd name="T18" fmla="*/ 25 w 36"/>
                <a:gd name="T19" fmla="*/ 58 h 68"/>
                <a:gd name="T20" fmla="*/ 26 w 36"/>
                <a:gd name="T21" fmla="*/ 55 h 68"/>
                <a:gd name="T22" fmla="*/ 33 w 36"/>
                <a:gd name="T23" fmla="*/ 49 h 68"/>
                <a:gd name="T24" fmla="*/ 36 w 36"/>
                <a:gd name="T25" fmla="*/ 46 h 68"/>
                <a:gd name="T26" fmla="*/ 36 w 36"/>
                <a:gd name="T27" fmla="*/ 42 h 68"/>
                <a:gd name="T28" fmla="*/ 33 w 36"/>
                <a:gd name="T29" fmla="*/ 38 h 68"/>
                <a:gd name="T30" fmla="*/ 30 w 36"/>
                <a:gd name="T31" fmla="*/ 35 h 68"/>
                <a:gd name="T32" fmla="*/ 23 w 36"/>
                <a:gd name="T33" fmla="*/ 32 h 68"/>
                <a:gd name="T34" fmla="*/ 30 w 36"/>
                <a:gd name="T35" fmla="*/ 26 h 68"/>
                <a:gd name="T36" fmla="*/ 30 w 36"/>
                <a:gd name="T37" fmla="*/ 15 h 68"/>
                <a:gd name="T38" fmla="*/ 31 w 36"/>
                <a:gd name="T39" fmla="*/ 8 h 68"/>
                <a:gd name="T40" fmla="*/ 30 w 36"/>
                <a:gd name="T41" fmla="*/ 5 h 68"/>
                <a:gd name="T42" fmla="*/ 26 w 36"/>
                <a:gd name="T43" fmla="*/ 3 h 68"/>
                <a:gd name="T44" fmla="*/ 15 w 36"/>
                <a:gd name="T45" fmla="*/ 3 h 68"/>
                <a:gd name="T46" fmla="*/ 10 w 36"/>
                <a:gd name="T47" fmla="*/ 4 h 68"/>
                <a:gd name="T48" fmla="*/ 10 w 36"/>
                <a:gd name="T49" fmla="*/ 1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" h="68">
                  <a:moveTo>
                    <a:pt x="10" y="17"/>
                  </a:moveTo>
                  <a:cubicBezTo>
                    <a:pt x="12" y="20"/>
                    <a:pt x="10" y="25"/>
                    <a:pt x="8" y="26"/>
                  </a:cubicBezTo>
                  <a:cubicBezTo>
                    <a:pt x="6" y="27"/>
                    <a:pt x="4" y="32"/>
                    <a:pt x="2" y="32"/>
                  </a:cubicBezTo>
                  <a:cubicBezTo>
                    <a:pt x="0" y="32"/>
                    <a:pt x="2" y="39"/>
                    <a:pt x="6" y="41"/>
                  </a:cubicBezTo>
                  <a:cubicBezTo>
                    <a:pt x="9" y="42"/>
                    <a:pt x="9" y="45"/>
                    <a:pt x="9" y="46"/>
                  </a:cubicBezTo>
                  <a:cubicBezTo>
                    <a:pt x="9" y="48"/>
                    <a:pt x="14" y="49"/>
                    <a:pt x="16" y="51"/>
                  </a:cubicBezTo>
                  <a:cubicBezTo>
                    <a:pt x="17" y="53"/>
                    <a:pt x="20" y="63"/>
                    <a:pt x="20" y="66"/>
                  </a:cubicBezTo>
                  <a:cubicBezTo>
                    <a:pt x="20" y="67"/>
                    <a:pt x="20" y="68"/>
                    <a:pt x="20" y="68"/>
                  </a:cubicBezTo>
                  <a:cubicBezTo>
                    <a:pt x="22" y="67"/>
                    <a:pt x="23" y="66"/>
                    <a:pt x="24" y="65"/>
                  </a:cubicBezTo>
                  <a:cubicBezTo>
                    <a:pt x="25" y="63"/>
                    <a:pt x="26" y="59"/>
                    <a:pt x="25" y="58"/>
                  </a:cubicBezTo>
                  <a:cubicBezTo>
                    <a:pt x="25" y="57"/>
                    <a:pt x="25" y="56"/>
                    <a:pt x="26" y="55"/>
                  </a:cubicBezTo>
                  <a:cubicBezTo>
                    <a:pt x="27" y="54"/>
                    <a:pt x="32" y="49"/>
                    <a:pt x="33" y="49"/>
                  </a:cubicBezTo>
                  <a:cubicBezTo>
                    <a:pt x="33" y="48"/>
                    <a:pt x="36" y="49"/>
                    <a:pt x="36" y="46"/>
                  </a:cubicBezTo>
                  <a:cubicBezTo>
                    <a:pt x="36" y="45"/>
                    <a:pt x="36" y="43"/>
                    <a:pt x="36" y="42"/>
                  </a:cubicBezTo>
                  <a:cubicBezTo>
                    <a:pt x="34" y="40"/>
                    <a:pt x="33" y="39"/>
                    <a:pt x="33" y="38"/>
                  </a:cubicBezTo>
                  <a:cubicBezTo>
                    <a:pt x="33" y="36"/>
                    <a:pt x="31" y="34"/>
                    <a:pt x="30" y="35"/>
                  </a:cubicBezTo>
                  <a:cubicBezTo>
                    <a:pt x="28" y="37"/>
                    <a:pt x="24" y="35"/>
                    <a:pt x="23" y="32"/>
                  </a:cubicBezTo>
                  <a:cubicBezTo>
                    <a:pt x="23" y="29"/>
                    <a:pt x="26" y="29"/>
                    <a:pt x="30" y="26"/>
                  </a:cubicBezTo>
                  <a:cubicBezTo>
                    <a:pt x="33" y="24"/>
                    <a:pt x="34" y="18"/>
                    <a:pt x="30" y="15"/>
                  </a:cubicBezTo>
                  <a:cubicBezTo>
                    <a:pt x="26" y="12"/>
                    <a:pt x="29" y="10"/>
                    <a:pt x="31" y="8"/>
                  </a:cubicBezTo>
                  <a:cubicBezTo>
                    <a:pt x="34" y="5"/>
                    <a:pt x="32" y="4"/>
                    <a:pt x="30" y="5"/>
                  </a:cubicBezTo>
                  <a:cubicBezTo>
                    <a:pt x="29" y="6"/>
                    <a:pt x="27" y="6"/>
                    <a:pt x="26" y="3"/>
                  </a:cubicBezTo>
                  <a:cubicBezTo>
                    <a:pt x="26" y="0"/>
                    <a:pt x="18" y="0"/>
                    <a:pt x="15" y="3"/>
                  </a:cubicBezTo>
                  <a:cubicBezTo>
                    <a:pt x="14" y="4"/>
                    <a:pt x="12" y="4"/>
                    <a:pt x="10" y="4"/>
                  </a:cubicBezTo>
                  <a:cubicBezTo>
                    <a:pt x="10" y="9"/>
                    <a:pt x="9" y="15"/>
                    <a:pt x="10" y="1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6" name="Freeform 18"/>
            <p:cNvSpPr>
              <a:spLocks/>
            </p:cNvSpPr>
            <p:nvPr/>
          </p:nvSpPr>
          <p:spPr bwMode="auto">
            <a:xfrm>
              <a:off x="6055763" y="3444871"/>
              <a:ext cx="388903" cy="379857"/>
            </a:xfrm>
            <a:custGeom>
              <a:avLst/>
              <a:gdLst>
                <a:gd name="T0" fmla="*/ 15 w 129"/>
                <a:gd name="T1" fmla="*/ 7 h 122"/>
                <a:gd name="T2" fmla="*/ 8 w 129"/>
                <a:gd name="T3" fmla="*/ 13 h 122"/>
                <a:gd name="T4" fmla="*/ 7 w 129"/>
                <a:gd name="T5" fmla="*/ 16 h 122"/>
                <a:gd name="T6" fmla="*/ 6 w 129"/>
                <a:gd name="T7" fmla="*/ 23 h 122"/>
                <a:gd name="T8" fmla="*/ 1 w 129"/>
                <a:gd name="T9" fmla="*/ 28 h 122"/>
                <a:gd name="T10" fmla="*/ 4 w 129"/>
                <a:gd name="T11" fmla="*/ 36 h 122"/>
                <a:gd name="T12" fmla="*/ 4 w 129"/>
                <a:gd name="T13" fmla="*/ 45 h 122"/>
                <a:gd name="T14" fmla="*/ 4 w 129"/>
                <a:gd name="T15" fmla="*/ 50 h 122"/>
                <a:gd name="T16" fmla="*/ 4 w 129"/>
                <a:gd name="T17" fmla="*/ 56 h 122"/>
                <a:gd name="T18" fmla="*/ 5 w 129"/>
                <a:gd name="T19" fmla="*/ 59 h 122"/>
                <a:gd name="T20" fmla="*/ 1 w 129"/>
                <a:gd name="T21" fmla="*/ 64 h 122"/>
                <a:gd name="T22" fmla="*/ 5 w 129"/>
                <a:gd name="T23" fmla="*/ 69 h 122"/>
                <a:gd name="T24" fmla="*/ 6 w 129"/>
                <a:gd name="T25" fmla="*/ 75 h 122"/>
                <a:gd name="T26" fmla="*/ 12 w 129"/>
                <a:gd name="T27" fmla="*/ 79 h 122"/>
                <a:gd name="T28" fmla="*/ 18 w 129"/>
                <a:gd name="T29" fmla="*/ 81 h 122"/>
                <a:gd name="T30" fmla="*/ 22 w 129"/>
                <a:gd name="T31" fmla="*/ 88 h 122"/>
                <a:gd name="T32" fmla="*/ 34 w 129"/>
                <a:gd name="T33" fmla="*/ 90 h 122"/>
                <a:gd name="T34" fmla="*/ 40 w 129"/>
                <a:gd name="T35" fmla="*/ 95 h 122"/>
                <a:gd name="T36" fmla="*/ 54 w 129"/>
                <a:gd name="T37" fmla="*/ 88 h 122"/>
                <a:gd name="T38" fmla="*/ 118 w 129"/>
                <a:gd name="T39" fmla="*/ 122 h 122"/>
                <a:gd name="T40" fmla="*/ 118 w 129"/>
                <a:gd name="T41" fmla="*/ 118 h 122"/>
                <a:gd name="T42" fmla="*/ 126 w 129"/>
                <a:gd name="T43" fmla="*/ 118 h 122"/>
                <a:gd name="T44" fmla="*/ 126 w 129"/>
                <a:gd name="T45" fmla="*/ 35 h 122"/>
                <a:gd name="T46" fmla="*/ 126 w 129"/>
                <a:gd name="T47" fmla="*/ 23 h 122"/>
                <a:gd name="T48" fmla="*/ 127 w 129"/>
                <a:gd name="T49" fmla="*/ 12 h 122"/>
                <a:gd name="T50" fmla="*/ 128 w 129"/>
                <a:gd name="T51" fmla="*/ 10 h 122"/>
                <a:gd name="T52" fmla="*/ 128 w 129"/>
                <a:gd name="T53" fmla="*/ 10 h 122"/>
                <a:gd name="T54" fmla="*/ 116 w 129"/>
                <a:gd name="T55" fmla="*/ 7 h 122"/>
                <a:gd name="T56" fmla="*/ 103 w 129"/>
                <a:gd name="T57" fmla="*/ 0 h 122"/>
                <a:gd name="T58" fmla="*/ 85 w 129"/>
                <a:gd name="T59" fmla="*/ 10 h 122"/>
                <a:gd name="T60" fmla="*/ 86 w 129"/>
                <a:gd name="T61" fmla="*/ 21 h 122"/>
                <a:gd name="T62" fmla="*/ 73 w 129"/>
                <a:gd name="T63" fmla="*/ 21 h 122"/>
                <a:gd name="T64" fmla="*/ 57 w 129"/>
                <a:gd name="T65" fmla="*/ 16 h 122"/>
                <a:gd name="T66" fmla="*/ 49 w 129"/>
                <a:gd name="T67" fmla="*/ 10 h 122"/>
                <a:gd name="T68" fmla="*/ 43 w 129"/>
                <a:gd name="T69" fmla="*/ 5 h 122"/>
                <a:gd name="T70" fmla="*/ 28 w 129"/>
                <a:gd name="T71" fmla="*/ 2 h 122"/>
                <a:gd name="T72" fmla="*/ 18 w 129"/>
                <a:gd name="T73" fmla="*/ 0 h 122"/>
                <a:gd name="T74" fmla="*/ 18 w 129"/>
                <a:gd name="T75" fmla="*/ 4 h 122"/>
                <a:gd name="T76" fmla="*/ 15 w 129"/>
                <a:gd name="T77" fmla="*/ 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9" h="122">
                  <a:moveTo>
                    <a:pt x="15" y="7"/>
                  </a:moveTo>
                  <a:cubicBezTo>
                    <a:pt x="14" y="7"/>
                    <a:pt x="9" y="12"/>
                    <a:pt x="8" y="13"/>
                  </a:cubicBezTo>
                  <a:cubicBezTo>
                    <a:pt x="7" y="14"/>
                    <a:pt x="7" y="15"/>
                    <a:pt x="7" y="16"/>
                  </a:cubicBezTo>
                  <a:cubicBezTo>
                    <a:pt x="8" y="17"/>
                    <a:pt x="7" y="21"/>
                    <a:pt x="6" y="23"/>
                  </a:cubicBezTo>
                  <a:cubicBezTo>
                    <a:pt x="5" y="25"/>
                    <a:pt x="1" y="27"/>
                    <a:pt x="1" y="28"/>
                  </a:cubicBezTo>
                  <a:cubicBezTo>
                    <a:pt x="0" y="29"/>
                    <a:pt x="3" y="32"/>
                    <a:pt x="4" y="36"/>
                  </a:cubicBezTo>
                  <a:cubicBezTo>
                    <a:pt x="6" y="39"/>
                    <a:pt x="3" y="42"/>
                    <a:pt x="4" y="45"/>
                  </a:cubicBezTo>
                  <a:cubicBezTo>
                    <a:pt x="6" y="47"/>
                    <a:pt x="5" y="49"/>
                    <a:pt x="4" y="50"/>
                  </a:cubicBezTo>
                  <a:cubicBezTo>
                    <a:pt x="2" y="52"/>
                    <a:pt x="4" y="54"/>
                    <a:pt x="4" y="56"/>
                  </a:cubicBezTo>
                  <a:cubicBezTo>
                    <a:pt x="4" y="57"/>
                    <a:pt x="5" y="59"/>
                    <a:pt x="5" y="59"/>
                  </a:cubicBezTo>
                  <a:cubicBezTo>
                    <a:pt x="4" y="60"/>
                    <a:pt x="1" y="62"/>
                    <a:pt x="1" y="64"/>
                  </a:cubicBezTo>
                  <a:cubicBezTo>
                    <a:pt x="1" y="65"/>
                    <a:pt x="3" y="66"/>
                    <a:pt x="5" y="69"/>
                  </a:cubicBezTo>
                  <a:cubicBezTo>
                    <a:pt x="7" y="72"/>
                    <a:pt x="5" y="73"/>
                    <a:pt x="6" y="75"/>
                  </a:cubicBezTo>
                  <a:cubicBezTo>
                    <a:pt x="6" y="78"/>
                    <a:pt x="9" y="79"/>
                    <a:pt x="12" y="79"/>
                  </a:cubicBezTo>
                  <a:cubicBezTo>
                    <a:pt x="14" y="79"/>
                    <a:pt x="16" y="81"/>
                    <a:pt x="18" y="81"/>
                  </a:cubicBezTo>
                  <a:cubicBezTo>
                    <a:pt x="20" y="81"/>
                    <a:pt x="21" y="84"/>
                    <a:pt x="22" y="88"/>
                  </a:cubicBezTo>
                  <a:cubicBezTo>
                    <a:pt x="23" y="88"/>
                    <a:pt x="31" y="88"/>
                    <a:pt x="34" y="90"/>
                  </a:cubicBezTo>
                  <a:cubicBezTo>
                    <a:pt x="38" y="93"/>
                    <a:pt x="40" y="95"/>
                    <a:pt x="40" y="95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118" y="122"/>
                    <a:pt x="118" y="122"/>
                    <a:pt x="118" y="122"/>
                  </a:cubicBezTo>
                  <a:cubicBezTo>
                    <a:pt x="118" y="118"/>
                    <a:pt x="118" y="118"/>
                    <a:pt x="118" y="118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126" y="118"/>
                    <a:pt x="126" y="41"/>
                    <a:pt x="126" y="35"/>
                  </a:cubicBezTo>
                  <a:cubicBezTo>
                    <a:pt x="126" y="30"/>
                    <a:pt x="123" y="26"/>
                    <a:pt x="126" y="23"/>
                  </a:cubicBezTo>
                  <a:cubicBezTo>
                    <a:pt x="129" y="20"/>
                    <a:pt x="125" y="18"/>
                    <a:pt x="127" y="12"/>
                  </a:cubicBezTo>
                  <a:cubicBezTo>
                    <a:pt x="127" y="12"/>
                    <a:pt x="128" y="11"/>
                    <a:pt x="128" y="10"/>
                  </a:cubicBezTo>
                  <a:cubicBezTo>
                    <a:pt x="128" y="10"/>
                    <a:pt x="128" y="10"/>
                    <a:pt x="128" y="10"/>
                  </a:cubicBezTo>
                  <a:cubicBezTo>
                    <a:pt x="127" y="8"/>
                    <a:pt x="124" y="8"/>
                    <a:pt x="116" y="7"/>
                  </a:cubicBezTo>
                  <a:cubicBezTo>
                    <a:pt x="109" y="6"/>
                    <a:pt x="112" y="1"/>
                    <a:pt x="103" y="0"/>
                  </a:cubicBezTo>
                  <a:cubicBezTo>
                    <a:pt x="95" y="0"/>
                    <a:pt x="85" y="7"/>
                    <a:pt x="85" y="10"/>
                  </a:cubicBezTo>
                  <a:cubicBezTo>
                    <a:pt x="85" y="14"/>
                    <a:pt x="89" y="17"/>
                    <a:pt x="86" y="21"/>
                  </a:cubicBezTo>
                  <a:cubicBezTo>
                    <a:pt x="83" y="25"/>
                    <a:pt x="77" y="25"/>
                    <a:pt x="73" y="21"/>
                  </a:cubicBezTo>
                  <a:cubicBezTo>
                    <a:pt x="69" y="17"/>
                    <a:pt x="62" y="16"/>
                    <a:pt x="57" y="16"/>
                  </a:cubicBezTo>
                  <a:cubicBezTo>
                    <a:pt x="52" y="16"/>
                    <a:pt x="49" y="12"/>
                    <a:pt x="49" y="10"/>
                  </a:cubicBezTo>
                  <a:cubicBezTo>
                    <a:pt x="49" y="7"/>
                    <a:pt x="48" y="6"/>
                    <a:pt x="43" y="5"/>
                  </a:cubicBezTo>
                  <a:cubicBezTo>
                    <a:pt x="39" y="4"/>
                    <a:pt x="36" y="0"/>
                    <a:pt x="28" y="2"/>
                  </a:cubicBezTo>
                  <a:cubicBezTo>
                    <a:pt x="24" y="2"/>
                    <a:pt x="21" y="1"/>
                    <a:pt x="18" y="0"/>
                  </a:cubicBezTo>
                  <a:cubicBezTo>
                    <a:pt x="18" y="1"/>
                    <a:pt x="18" y="3"/>
                    <a:pt x="18" y="4"/>
                  </a:cubicBezTo>
                  <a:cubicBezTo>
                    <a:pt x="18" y="7"/>
                    <a:pt x="15" y="6"/>
                    <a:pt x="15" y="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7" name="Freeform 19"/>
            <p:cNvSpPr>
              <a:spLocks/>
            </p:cNvSpPr>
            <p:nvPr/>
          </p:nvSpPr>
          <p:spPr bwMode="auto">
            <a:xfrm>
              <a:off x="5390166" y="3977199"/>
              <a:ext cx="75230" cy="27602"/>
            </a:xfrm>
            <a:custGeom>
              <a:avLst/>
              <a:gdLst>
                <a:gd name="T0" fmla="*/ 13 w 25"/>
                <a:gd name="T1" fmla="*/ 5 h 9"/>
                <a:gd name="T2" fmla="*/ 20 w 25"/>
                <a:gd name="T3" fmla="*/ 7 h 9"/>
                <a:gd name="T4" fmla="*/ 25 w 25"/>
                <a:gd name="T5" fmla="*/ 6 h 9"/>
                <a:gd name="T6" fmla="*/ 20 w 25"/>
                <a:gd name="T7" fmla="*/ 5 h 9"/>
                <a:gd name="T8" fmla="*/ 12 w 25"/>
                <a:gd name="T9" fmla="*/ 2 h 9"/>
                <a:gd name="T10" fmla="*/ 2 w 25"/>
                <a:gd name="T11" fmla="*/ 3 h 9"/>
                <a:gd name="T12" fmla="*/ 0 w 25"/>
                <a:gd name="T13" fmla="*/ 9 h 9"/>
                <a:gd name="T14" fmla="*/ 3 w 25"/>
                <a:gd name="T15" fmla="*/ 8 h 9"/>
                <a:gd name="T16" fmla="*/ 13 w 25"/>
                <a:gd name="T1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9">
                  <a:moveTo>
                    <a:pt x="13" y="5"/>
                  </a:moveTo>
                  <a:cubicBezTo>
                    <a:pt x="14" y="4"/>
                    <a:pt x="17" y="7"/>
                    <a:pt x="20" y="7"/>
                  </a:cubicBezTo>
                  <a:cubicBezTo>
                    <a:pt x="22" y="8"/>
                    <a:pt x="25" y="6"/>
                    <a:pt x="25" y="6"/>
                  </a:cubicBezTo>
                  <a:cubicBezTo>
                    <a:pt x="25" y="6"/>
                    <a:pt x="24" y="6"/>
                    <a:pt x="20" y="5"/>
                  </a:cubicBezTo>
                  <a:cubicBezTo>
                    <a:pt x="16" y="5"/>
                    <a:pt x="16" y="0"/>
                    <a:pt x="12" y="2"/>
                  </a:cubicBezTo>
                  <a:cubicBezTo>
                    <a:pt x="9" y="3"/>
                    <a:pt x="6" y="4"/>
                    <a:pt x="2" y="3"/>
                  </a:cubicBezTo>
                  <a:cubicBezTo>
                    <a:pt x="2" y="5"/>
                    <a:pt x="1" y="7"/>
                    <a:pt x="0" y="9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5" y="8"/>
                    <a:pt x="11" y="7"/>
                    <a:pt x="13" y="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8" name="Freeform 20"/>
            <p:cNvSpPr>
              <a:spLocks/>
            </p:cNvSpPr>
            <p:nvPr/>
          </p:nvSpPr>
          <p:spPr bwMode="auto">
            <a:xfrm>
              <a:off x="5374864" y="3904907"/>
              <a:ext cx="150460" cy="122238"/>
            </a:xfrm>
            <a:custGeom>
              <a:avLst/>
              <a:gdLst>
                <a:gd name="T0" fmla="*/ 12 w 50"/>
                <a:gd name="T1" fmla="*/ 38 h 39"/>
                <a:gd name="T2" fmla="*/ 16 w 50"/>
                <a:gd name="T3" fmla="*/ 36 h 39"/>
                <a:gd name="T4" fmla="*/ 29 w 50"/>
                <a:gd name="T5" fmla="*/ 35 h 39"/>
                <a:gd name="T6" fmla="*/ 31 w 50"/>
                <a:gd name="T7" fmla="*/ 35 h 39"/>
                <a:gd name="T8" fmla="*/ 31 w 50"/>
                <a:gd name="T9" fmla="*/ 35 h 39"/>
                <a:gd name="T10" fmla="*/ 37 w 50"/>
                <a:gd name="T11" fmla="*/ 37 h 39"/>
                <a:gd name="T12" fmla="*/ 49 w 50"/>
                <a:gd name="T13" fmla="*/ 38 h 39"/>
                <a:gd name="T14" fmla="*/ 50 w 50"/>
                <a:gd name="T15" fmla="*/ 37 h 39"/>
                <a:gd name="T16" fmla="*/ 50 w 50"/>
                <a:gd name="T17" fmla="*/ 32 h 39"/>
                <a:gd name="T18" fmla="*/ 45 w 50"/>
                <a:gd name="T19" fmla="*/ 27 h 39"/>
                <a:gd name="T20" fmla="*/ 44 w 50"/>
                <a:gd name="T21" fmla="*/ 21 h 39"/>
                <a:gd name="T22" fmla="*/ 43 w 50"/>
                <a:gd name="T23" fmla="*/ 19 h 39"/>
                <a:gd name="T24" fmla="*/ 38 w 50"/>
                <a:gd name="T25" fmla="*/ 13 h 39"/>
                <a:gd name="T26" fmla="*/ 32 w 50"/>
                <a:gd name="T27" fmla="*/ 5 h 39"/>
                <a:gd name="T28" fmla="*/ 29 w 50"/>
                <a:gd name="T29" fmla="*/ 5 h 39"/>
                <a:gd name="T30" fmla="*/ 24 w 50"/>
                <a:gd name="T31" fmla="*/ 1 h 39"/>
                <a:gd name="T32" fmla="*/ 18 w 50"/>
                <a:gd name="T33" fmla="*/ 2 h 39"/>
                <a:gd name="T34" fmla="*/ 10 w 50"/>
                <a:gd name="T35" fmla="*/ 2 h 39"/>
                <a:gd name="T36" fmla="*/ 5 w 50"/>
                <a:gd name="T37" fmla="*/ 6 h 39"/>
                <a:gd name="T38" fmla="*/ 5 w 50"/>
                <a:gd name="T39" fmla="*/ 6 h 39"/>
                <a:gd name="T40" fmla="*/ 3 w 50"/>
                <a:gd name="T41" fmla="*/ 13 h 39"/>
                <a:gd name="T42" fmla="*/ 6 w 50"/>
                <a:gd name="T43" fmla="*/ 25 h 39"/>
                <a:gd name="T44" fmla="*/ 7 w 50"/>
                <a:gd name="T45" fmla="*/ 26 h 39"/>
                <a:gd name="T46" fmla="*/ 17 w 50"/>
                <a:gd name="T47" fmla="*/ 25 h 39"/>
                <a:gd name="T48" fmla="*/ 25 w 50"/>
                <a:gd name="T49" fmla="*/ 28 h 39"/>
                <a:gd name="T50" fmla="*/ 30 w 50"/>
                <a:gd name="T51" fmla="*/ 29 h 39"/>
                <a:gd name="T52" fmla="*/ 25 w 50"/>
                <a:gd name="T53" fmla="*/ 30 h 39"/>
                <a:gd name="T54" fmla="*/ 18 w 50"/>
                <a:gd name="T55" fmla="*/ 28 h 39"/>
                <a:gd name="T56" fmla="*/ 8 w 50"/>
                <a:gd name="T57" fmla="*/ 31 h 39"/>
                <a:gd name="T58" fmla="*/ 5 w 50"/>
                <a:gd name="T59" fmla="*/ 32 h 39"/>
                <a:gd name="T60" fmla="*/ 6 w 50"/>
                <a:gd name="T61" fmla="*/ 35 h 39"/>
                <a:gd name="T62" fmla="*/ 7 w 50"/>
                <a:gd name="T63" fmla="*/ 36 h 39"/>
                <a:gd name="T64" fmla="*/ 12 w 50"/>
                <a:gd name="T65" fmla="*/ 3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0" h="39">
                  <a:moveTo>
                    <a:pt x="12" y="38"/>
                  </a:moveTo>
                  <a:cubicBezTo>
                    <a:pt x="13" y="38"/>
                    <a:pt x="16" y="36"/>
                    <a:pt x="16" y="36"/>
                  </a:cubicBezTo>
                  <a:cubicBezTo>
                    <a:pt x="16" y="36"/>
                    <a:pt x="27" y="35"/>
                    <a:pt x="29" y="35"/>
                  </a:cubicBezTo>
                  <a:cubicBezTo>
                    <a:pt x="29" y="35"/>
                    <a:pt x="30" y="35"/>
                    <a:pt x="31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5"/>
                    <a:pt x="36" y="36"/>
                    <a:pt x="37" y="37"/>
                  </a:cubicBezTo>
                  <a:cubicBezTo>
                    <a:pt x="37" y="38"/>
                    <a:pt x="45" y="39"/>
                    <a:pt x="49" y="38"/>
                  </a:cubicBezTo>
                  <a:cubicBezTo>
                    <a:pt x="49" y="38"/>
                    <a:pt x="50" y="38"/>
                    <a:pt x="50" y="37"/>
                  </a:cubicBezTo>
                  <a:cubicBezTo>
                    <a:pt x="50" y="36"/>
                    <a:pt x="50" y="33"/>
                    <a:pt x="50" y="32"/>
                  </a:cubicBezTo>
                  <a:cubicBezTo>
                    <a:pt x="50" y="31"/>
                    <a:pt x="47" y="28"/>
                    <a:pt x="45" y="27"/>
                  </a:cubicBezTo>
                  <a:cubicBezTo>
                    <a:pt x="44" y="25"/>
                    <a:pt x="44" y="21"/>
                    <a:pt x="44" y="21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3" y="19"/>
                    <a:pt x="41" y="14"/>
                    <a:pt x="38" y="13"/>
                  </a:cubicBezTo>
                  <a:cubicBezTo>
                    <a:pt x="34" y="12"/>
                    <a:pt x="32" y="5"/>
                    <a:pt x="32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7" y="3"/>
                    <a:pt x="24" y="1"/>
                  </a:cubicBezTo>
                  <a:cubicBezTo>
                    <a:pt x="22" y="0"/>
                    <a:pt x="18" y="2"/>
                    <a:pt x="18" y="2"/>
                  </a:cubicBezTo>
                  <a:cubicBezTo>
                    <a:pt x="18" y="2"/>
                    <a:pt x="13" y="3"/>
                    <a:pt x="10" y="2"/>
                  </a:cubicBezTo>
                  <a:cubicBezTo>
                    <a:pt x="7" y="1"/>
                    <a:pt x="8" y="5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9"/>
                    <a:pt x="4" y="11"/>
                    <a:pt x="3" y="13"/>
                  </a:cubicBezTo>
                  <a:cubicBezTo>
                    <a:pt x="0" y="17"/>
                    <a:pt x="4" y="23"/>
                    <a:pt x="6" y="25"/>
                  </a:cubicBezTo>
                  <a:cubicBezTo>
                    <a:pt x="6" y="25"/>
                    <a:pt x="7" y="26"/>
                    <a:pt x="7" y="26"/>
                  </a:cubicBezTo>
                  <a:cubicBezTo>
                    <a:pt x="11" y="27"/>
                    <a:pt x="14" y="26"/>
                    <a:pt x="17" y="25"/>
                  </a:cubicBezTo>
                  <a:cubicBezTo>
                    <a:pt x="21" y="23"/>
                    <a:pt x="21" y="28"/>
                    <a:pt x="25" y="28"/>
                  </a:cubicBezTo>
                  <a:cubicBezTo>
                    <a:pt x="29" y="29"/>
                    <a:pt x="30" y="29"/>
                    <a:pt x="30" y="29"/>
                  </a:cubicBezTo>
                  <a:cubicBezTo>
                    <a:pt x="30" y="29"/>
                    <a:pt x="27" y="31"/>
                    <a:pt x="25" y="30"/>
                  </a:cubicBezTo>
                  <a:cubicBezTo>
                    <a:pt x="22" y="30"/>
                    <a:pt x="19" y="27"/>
                    <a:pt x="18" y="28"/>
                  </a:cubicBezTo>
                  <a:cubicBezTo>
                    <a:pt x="16" y="30"/>
                    <a:pt x="10" y="31"/>
                    <a:pt x="8" y="31"/>
                  </a:cubicBezTo>
                  <a:cubicBezTo>
                    <a:pt x="8" y="31"/>
                    <a:pt x="7" y="31"/>
                    <a:pt x="5" y="32"/>
                  </a:cubicBezTo>
                  <a:cubicBezTo>
                    <a:pt x="5" y="33"/>
                    <a:pt x="5" y="34"/>
                    <a:pt x="6" y="35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2" y="35"/>
                    <a:pt x="10" y="38"/>
                    <a:pt x="12" y="3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9" name="Freeform 21"/>
            <p:cNvSpPr>
              <a:spLocks/>
            </p:cNvSpPr>
            <p:nvPr/>
          </p:nvSpPr>
          <p:spPr bwMode="auto">
            <a:xfrm>
              <a:off x="5395267" y="4014002"/>
              <a:ext cx="72680" cy="43375"/>
            </a:xfrm>
            <a:custGeom>
              <a:avLst/>
              <a:gdLst>
                <a:gd name="T0" fmla="*/ 13 w 24"/>
                <a:gd name="T1" fmla="*/ 13 h 14"/>
                <a:gd name="T2" fmla="*/ 19 w 24"/>
                <a:gd name="T3" fmla="*/ 9 h 14"/>
                <a:gd name="T4" fmla="*/ 22 w 24"/>
                <a:gd name="T5" fmla="*/ 7 h 14"/>
                <a:gd name="T6" fmla="*/ 22 w 24"/>
                <a:gd name="T7" fmla="*/ 4 h 14"/>
                <a:gd name="T8" fmla="*/ 24 w 24"/>
                <a:gd name="T9" fmla="*/ 0 h 14"/>
                <a:gd name="T10" fmla="*/ 22 w 24"/>
                <a:gd name="T11" fmla="*/ 0 h 14"/>
                <a:gd name="T12" fmla="*/ 9 w 24"/>
                <a:gd name="T13" fmla="*/ 1 h 14"/>
                <a:gd name="T14" fmla="*/ 5 w 24"/>
                <a:gd name="T15" fmla="*/ 3 h 14"/>
                <a:gd name="T16" fmla="*/ 0 w 24"/>
                <a:gd name="T17" fmla="*/ 1 h 14"/>
                <a:gd name="T18" fmla="*/ 7 w 24"/>
                <a:gd name="T19" fmla="*/ 7 h 14"/>
                <a:gd name="T20" fmla="*/ 11 w 24"/>
                <a:gd name="T21" fmla="*/ 13 h 14"/>
                <a:gd name="T22" fmla="*/ 12 w 24"/>
                <a:gd name="T23" fmla="*/ 14 h 14"/>
                <a:gd name="T24" fmla="*/ 13 w 24"/>
                <a:gd name="T25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14">
                  <a:moveTo>
                    <a:pt x="13" y="13"/>
                  </a:moveTo>
                  <a:cubicBezTo>
                    <a:pt x="14" y="12"/>
                    <a:pt x="18" y="8"/>
                    <a:pt x="19" y="9"/>
                  </a:cubicBezTo>
                  <a:cubicBezTo>
                    <a:pt x="21" y="9"/>
                    <a:pt x="22" y="8"/>
                    <a:pt x="22" y="7"/>
                  </a:cubicBezTo>
                  <a:cubicBezTo>
                    <a:pt x="22" y="7"/>
                    <a:pt x="20" y="4"/>
                    <a:pt x="22" y="4"/>
                  </a:cubicBezTo>
                  <a:cubicBezTo>
                    <a:pt x="23" y="3"/>
                    <a:pt x="24" y="1"/>
                    <a:pt x="24" y="0"/>
                  </a:cubicBezTo>
                  <a:cubicBezTo>
                    <a:pt x="23" y="0"/>
                    <a:pt x="22" y="0"/>
                    <a:pt x="22" y="0"/>
                  </a:cubicBezTo>
                  <a:cubicBezTo>
                    <a:pt x="20" y="0"/>
                    <a:pt x="9" y="1"/>
                    <a:pt x="9" y="1"/>
                  </a:cubicBezTo>
                  <a:cubicBezTo>
                    <a:pt x="9" y="1"/>
                    <a:pt x="6" y="3"/>
                    <a:pt x="5" y="3"/>
                  </a:cubicBezTo>
                  <a:cubicBezTo>
                    <a:pt x="3" y="3"/>
                    <a:pt x="5" y="0"/>
                    <a:pt x="0" y="1"/>
                  </a:cubicBezTo>
                  <a:cubicBezTo>
                    <a:pt x="2" y="4"/>
                    <a:pt x="3" y="5"/>
                    <a:pt x="7" y="7"/>
                  </a:cubicBezTo>
                  <a:cubicBezTo>
                    <a:pt x="12" y="8"/>
                    <a:pt x="7" y="11"/>
                    <a:pt x="11" y="13"/>
                  </a:cubicBezTo>
                  <a:cubicBezTo>
                    <a:pt x="11" y="13"/>
                    <a:pt x="11" y="14"/>
                    <a:pt x="12" y="14"/>
                  </a:cubicBezTo>
                  <a:cubicBezTo>
                    <a:pt x="12" y="13"/>
                    <a:pt x="12" y="13"/>
                    <a:pt x="13" y="1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20" name="Freeform 22"/>
            <p:cNvSpPr>
              <a:spLocks/>
            </p:cNvSpPr>
            <p:nvPr/>
          </p:nvSpPr>
          <p:spPr bwMode="auto">
            <a:xfrm>
              <a:off x="6181996" y="4050804"/>
              <a:ext cx="311121" cy="227389"/>
            </a:xfrm>
            <a:custGeom>
              <a:avLst/>
              <a:gdLst>
                <a:gd name="T0" fmla="*/ 95 w 103"/>
                <a:gd name="T1" fmla="*/ 42 h 73"/>
                <a:gd name="T2" fmla="*/ 92 w 103"/>
                <a:gd name="T3" fmla="*/ 36 h 73"/>
                <a:gd name="T4" fmla="*/ 87 w 103"/>
                <a:gd name="T5" fmla="*/ 31 h 73"/>
                <a:gd name="T6" fmla="*/ 84 w 103"/>
                <a:gd name="T7" fmla="*/ 26 h 73"/>
                <a:gd name="T8" fmla="*/ 77 w 103"/>
                <a:gd name="T9" fmla="*/ 23 h 73"/>
                <a:gd name="T10" fmla="*/ 76 w 103"/>
                <a:gd name="T11" fmla="*/ 21 h 73"/>
                <a:gd name="T12" fmla="*/ 72 w 103"/>
                <a:gd name="T13" fmla="*/ 20 h 73"/>
                <a:gd name="T14" fmla="*/ 73 w 103"/>
                <a:gd name="T15" fmla="*/ 17 h 73"/>
                <a:gd name="T16" fmla="*/ 73 w 103"/>
                <a:gd name="T17" fmla="*/ 10 h 73"/>
                <a:gd name="T18" fmla="*/ 67 w 103"/>
                <a:gd name="T19" fmla="*/ 2 h 73"/>
                <a:gd name="T20" fmla="*/ 65 w 103"/>
                <a:gd name="T21" fmla="*/ 1 h 73"/>
                <a:gd name="T22" fmla="*/ 58 w 103"/>
                <a:gd name="T23" fmla="*/ 4 h 73"/>
                <a:gd name="T24" fmla="*/ 57 w 103"/>
                <a:gd name="T25" fmla="*/ 8 h 73"/>
                <a:gd name="T26" fmla="*/ 48 w 103"/>
                <a:gd name="T27" fmla="*/ 16 h 73"/>
                <a:gd name="T28" fmla="*/ 36 w 103"/>
                <a:gd name="T29" fmla="*/ 19 h 73"/>
                <a:gd name="T30" fmla="*/ 36 w 103"/>
                <a:gd name="T31" fmla="*/ 23 h 73"/>
                <a:gd name="T32" fmla="*/ 28 w 103"/>
                <a:gd name="T33" fmla="*/ 27 h 73"/>
                <a:gd name="T34" fmla="*/ 19 w 103"/>
                <a:gd name="T35" fmla="*/ 30 h 73"/>
                <a:gd name="T36" fmla="*/ 14 w 103"/>
                <a:gd name="T37" fmla="*/ 30 h 73"/>
                <a:gd name="T38" fmla="*/ 9 w 103"/>
                <a:gd name="T39" fmla="*/ 32 h 73"/>
                <a:gd name="T40" fmla="*/ 8 w 103"/>
                <a:gd name="T41" fmla="*/ 31 h 73"/>
                <a:gd name="T42" fmla="*/ 4 w 103"/>
                <a:gd name="T43" fmla="*/ 37 h 73"/>
                <a:gd name="T44" fmla="*/ 0 w 103"/>
                <a:gd name="T45" fmla="*/ 45 h 73"/>
                <a:gd name="T46" fmla="*/ 1 w 103"/>
                <a:gd name="T47" fmla="*/ 52 h 73"/>
                <a:gd name="T48" fmla="*/ 3 w 103"/>
                <a:gd name="T49" fmla="*/ 59 h 73"/>
                <a:gd name="T50" fmla="*/ 5 w 103"/>
                <a:gd name="T51" fmla="*/ 64 h 73"/>
                <a:gd name="T52" fmla="*/ 7 w 103"/>
                <a:gd name="T53" fmla="*/ 66 h 73"/>
                <a:gd name="T54" fmla="*/ 12 w 103"/>
                <a:gd name="T55" fmla="*/ 72 h 73"/>
                <a:gd name="T56" fmla="*/ 13 w 103"/>
                <a:gd name="T57" fmla="*/ 73 h 73"/>
                <a:gd name="T58" fmla="*/ 14 w 103"/>
                <a:gd name="T59" fmla="*/ 72 h 73"/>
                <a:gd name="T60" fmla="*/ 16 w 103"/>
                <a:gd name="T61" fmla="*/ 66 h 73"/>
                <a:gd name="T62" fmla="*/ 20 w 103"/>
                <a:gd name="T63" fmla="*/ 65 h 73"/>
                <a:gd name="T64" fmla="*/ 24 w 103"/>
                <a:gd name="T65" fmla="*/ 64 h 73"/>
                <a:gd name="T66" fmla="*/ 31 w 103"/>
                <a:gd name="T67" fmla="*/ 65 h 73"/>
                <a:gd name="T68" fmla="*/ 31 w 103"/>
                <a:gd name="T69" fmla="*/ 59 h 73"/>
                <a:gd name="T70" fmla="*/ 40 w 103"/>
                <a:gd name="T71" fmla="*/ 53 h 73"/>
                <a:gd name="T72" fmla="*/ 47 w 103"/>
                <a:gd name="T73" fmla="*/ 57 h 73"/>
                <a:gd name="T74" fmla="*/ 63 w 103"/>
                <a:gd name="T75" fmla="*/ 60 h 73"/>
                <a:gd name="T76" fmla="*/ 65 w 103"/>
                <a:gd name="T77" fmla="*/ 55 h 73"/>
                <a:gd name="T78" fmla="*/ 72 w 103"/>
                <a:gd name="T79" fmla="*/ 55 h 73"/>
                <a:gd name="T80" fmla="*/ 81 w 103"/>
                <a:gd name="T81" fmla="*/ 52 h 73"/>
                <a:gd name="T82" fmla="*/ 88 w 103"/>
                <a:gd name="T83" fmla="*/ 51 h 73"/>
                <a:gd name="T84" fmla="*/ 97 w 103"/>
                <a:gd name="T85" fmla="*/ 52 h 73"/>
                <a:gd name="T86" fmla="*/ 103 w 103"/>
                <a:gd name="T87" fmla="*/ 51 h 73"/>
                <a:gd name="T88" fmla="*/ 101 w 103"/>
                <a:gd name="T89" fmla="*/ 46 h 73"/>
                <a:gd name="T90" fmla="*/ 95 w 103"/>
                <a:gd name="T91" fmla="*/ 4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3" h="73">
                  <a:moveTo>
                    <a:pt x="95" y="42"/>
                  </a:moveTo>
                  <a:cubicBezTo>
                    <a:pt x="95" y="40"/>
                    <a:pt x="95" y="39"/>
                    <a:pt x="92" y="36"/>
                  </a:cubicBezTo>
                  <a:cubicBezTo>
                    <a:pt x="89" y="33"/>
                    <a:pt x="87" y="33"/>
                    <a:pt x="87" y="31"/>
                  </a:cubicBezTo>
                  <a:cubicBezTo>
                    <a:pt x="87" y="30"/>
                    <a:pt x="86" y="29"/>
                    <a:pt x="84" y="26"/>
                  </a:cubicBezTo>
                  <a:cubicBezTo>
                    <a:pt x="81" y="23"/>
                    <a:pt x="77" y="23"/>
                    <a:pt x="77" y="23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0"/>
                    <a:pt x="70" y="18"/>
                    <a:pt x="73" y="17"/>
                  </a:cubicBezTo>
                  <a:cubicBezTo>
                    <a:pt x="76" y="15"/>
                    <a:pt x="73" y="11"/>
                    <a:pt x="73" y="10"/>
                  </a:cubicBezTo>
                  <a:cubicBezTo>
                    <a:pt x="72" y="8"/>
                    <a:pt x="68" y="3"/>
                    <a:pt x="67" y="2"/>
                  </a:cubicBezTo>
                  <a:cubicBezTo>
                    <a:pt x="66" y="2"/>
                    <a:pt x="66" y="2"/>
                    <a:pt x="65" y="1"/>
                  </a:cubicBezTo>
                  <a:cubicBezTo>
                    <a:pt x="63" y="0"/>
                    <a:pt x="60" y="2"/>
                    <a:pt x="58" y="4"/>
                  </a:cubicBezTo>
                  <a:cubicBezTo>
                    <a:pt x="57" y="6"/>
                    <a:pt x="58" y="7"/>
                    <a:pt x="57" y="8"/>
                  </a:cubicBezTo>
                  <a:cubicBezTo>
                    <a:pt x="55" y="9"/>
                    <a:pt x="51" y="13"/>
                    <a:pt x="48" y="16"/>
                  </a:cubicBezTo>
                  <a:cubicBezTo>
                    <a:pt x="46" y="20"/>
                    <a:pt x="39" y="18"/>
                    <a:pt x="36" y="19"/>
                  </a:cubicBezTo>
                  <a:cubicBezTo>
                    <a:pt x="34" y="20"/>
                    <a:pt x="37" y="22"/>
                    <a:pt x="36" y="23"/>
                  </a:cubicBezTo>
                  <a:cubicBezTo>
                    <a:pt x="34" y="25"/>
                    <a:pt x="30" y="27"/>
                    <a:pt x="28" y="27"/>
                  </a:cubicBezTo>
                  <a:cubicBezTo>
                    <a:pt x="27" y="28"/>
                    <a:pt x="21" y="28"/>
                    <a:pt x="19" y="30"/>
                  </a:cubicBezTo>
                  <a:cubicBezTo>
                    <a:pt x="17" y="32"/>
                    <a:pt x="15" y="28"/>
                    <a:pt x="14" y="30"/>
                  </a:cubicBezTo>
                  <a:cubicBezTo>
                    <a:pt x="12" y="33"/>
                    <a:pt x="10" y="33"/>
                    <a:pt x="9" y="32"/>
                  </a:cubicBezTo>
                  <a:cubicBezTo>
                    <a:pt x="9" y="32"/>
                    <a:pt x="8" y="32"/>
                    <a:pt x="8" y="31"/>
                  </a:cubicBezTo>
                  <a:cubicBezTo>
                    <a:pt x="7" y="33"/>
                    <a:pt x="5" y="34"/>
                    <a:pt x="4" y="37"/>
                  </a:cubicBezTo>
                  <a:cubicBezTo>
                    <a:pt x="3" y="40"/>
                    <a:pt x="0" y="43"/>
                    <a:pt x="0" y="45"/>
                  </a:cubicBezTo>
                  <a:cubicBezTo>
                    <a:pt x="0" y="47"/>
                    <a:pt x="1" y="49"/>
                    <a:pt x="1" y="52"/>
                  </a:cubicBezTo>
                  <a:cubicBezTo>
                    <a:pt x="1" y="55"/>
                    <a:pt x="2" y="56"/>
                    <a:pt x="3" y="59"/>
                  </a:cubicBezTo>
                  <a:cubicBezTo>
                    <a:pt x="5" y="61"/>
                    <a:pt x="5" y="64"/>
                    <a:pt x="5" y="64"/>
                  </a:cubicBezTo>
                  <a:cubicBezTo>
                    <a:pt x="5" y="64"/>
                    <a:pt x="5" y="65"/>
                    <a:pt x="7" y="66"/>
                  </a:cubicBezTo>
                  <a:cubicBezTo>
                    <a:pt x="8" y="68"/>
                    <a:pt x="12" y="70"/>
                    <a:pt x="12" y="72"/>
                  </a:cubicBezTo>
                  <a:cubicBezTo>
                    <a:pt x="12" y="72"/>
                    <a:pt x="13" y="73"/>
                    <a:pt x="13" y="73"/>
                  </a:cubicBezTo>
                  <a:cubicBezTo>
                    <a:pt x="14" y="73"/>
                    <a:pt x="14" y="73"/>
                    <a:pt x="14" y="72"/>
                  </a:cubicBezTo>
                  <a:cubicBezTo>
                    <a:pt x="16" y="70"/>
                    <a:pt x="16" y="66"/>
                    <a:pt x="16" y="66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31" y="65"/>
                    <a:pt x="31" y="65"/>
                    <a:pt x="31" y="65"/>
                  </a:cubicBezTo>
                  <a:cubicBezTo>
                    <a:pt x="31" y="59"/>
                    <a:pt x="31" y="59"/>
                    <a:pt x="31" y="59"/>
                  </a:cubicBezTo>
                  <a:cubicBezTo>
                    <a:pt x="31" y="59"/>
                    <a:pt x="36" y="53"/>
                    <a:pt x="40" y="53"/>
                  </a:cubicBezTo>
                  <a:cubicBezTo>
                    <a:pt x="44" y="53"/>
                    <a:pt x="47" y="57"/>
                    <a:pt x="47" y="5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4" y="56"/>
                    <a:pt x="65" y="55"/>
                  </a:cubicBezTo>
                  <a:cubicBezTo>
                    <a:pt x="67" y="54"/>
                    <a:pt x="70" y="56"/>
                    <a:pt x="72" y="55"/>
                  </a:cubicBezTo>
                  <a:cubicBezTo>
                    <a:pt x="74" y="54"/>
                    <a:pt x="77" y="52"/>
                    <a:pt x="81" y="52"/>
                  </a:cubicBezTo>
                  <a:cubicBezTo>
                    <a:pt x="85" y="52"/>
                    <a:pt x="86" y="54"/>
                    <a:pt x="88" y="51"/>
                  </a:cubicBezTo>
                  <a:cubicBezTo>
                    <a:pt x="89" y="48"/>
                    <a:pt x="97" y="52"/>
                    <a:pt x="97" y="52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101" y="46"/>
                    <a:pt x="95" y="43"/>
                    <a:pt x="95" y="4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21" name="Freeform 23"/>
            <p:cNvSpPr>
              <a:spLocks/>
            </p:cNvSpPr>
            <p:nvPr/>
          </p:nvSpPr>
          <p:spPr bwMode="auto">
            <a:xfrm>
              <a:off x="5883625" y="3977199"/>
              <a:ext cx="304746" cy="260248"/>
            </a:xfrm>
            <a:custGeom>
              <a:avLst/>
              <a:gdLst>
                <a:gd name="T0" fmla="*/ 62 w 101"/>
                <a:gd name="T1" fmla="*/ 61 h 84"/>
                <a:gd name="T2" fmla="*/ 67 w 101"/>
                <a:gd name="T3" fmla="*/ 60 h 84"/>
                <a:gd name="T4" fmla="*/ 73 w 101"/>
                <a:gd name="T5" fmla="*/ 65 h 84"/>
                <a:gd name="T6" fmla="*/ 77 w 101"/>
                <a:gd name="T7" fmla="*/ 61 h 84"/>
                <a:gd name="T8" fmla="*/ 83 w 101"/>
                <a:gd name="T9" fmla="*/ 48 h 84"/>
                <a:gd name="T10" fmla="*/ 87 w 101"/>
                <a:gd name="T11" fmla="*/ 43 h 84"/>
                <a:gd name="T12" fmla="*/ 88 w 101"/>
                <a:gd name="T13" fmla="*/ 38 h 84"/>
                <a:gd name="T14" fmla="*/ 90 w 101"/>
                <a:gd name="T15" fmla="*/ 33 h 84"/>
                <a:gd name="T16" fmla="*/ 95 w 101"/>
                <a:gd name="T17" fmla="*/ 24 h 84"/>
                <a:gd name="T18" fmla="*/ 100 w 101"/>
                <a:gd name="T19" fmla="*/ 21 h 84"/>
                <a:gd name="T20" fmla="*/ 99 w 101"/>
                <a:gd name="T21" fmla="*/ 16 h 84"/>
                <a:gd name="T22" fmla="*/ 96 w 101"/>
                <a:gd name="T23" fmla="*/ 12 h 84"/>
                <a:gd name="T24" fmla="*/ 96 w 101"/>
                <a:gd name="T25" fmla="*/ 8 h 84"/>
                <a:gd name="T26" fmla="*/ 93 w 101"/>
                <a:gd name="T27" fmla="*/ 4 h 84"/>
                <a:gd name="T28" fmla="*/ 90 w 101"/>
                <a:gd name="T29" fmla="*/ 3 h 84"/>
                <a:gd name="T30" fmla="*/ 84 w 101"/>
                <a:gd name="T31" fmla="*/ 8 h 84"/>
                <a:gd name="T32" fmla="*/ 77 w 101"/>
                <a:gd name="T33" fmla="*/ 6 h 84"/>
                <a:gd name="T34" fmla="*/ 66 w 101"/>
                <a:gd name="T35" fmla="*/ 6 h 84"/>
                <a:gd name="T36" fmla="*/ 60 w 101"/>
                <a:gd name="T37" fmla="*/ 10 h 84"/>
                <a:gd name="T38" fmla="*/ 52 w 101"/>
                <a:gd name="T39" fmla="*/ 10 h 84"/>
                <a:gd name="T40" fmla="*/ 45 w 101"/>
                <a:gd name="T41" fmla="*/ 7 h 84"/>
                <a:gd name="T42" fmla="*/ 38 w 101"/>
                <a:gd name="T43" fmla="*/ 9 h 84"/>
                <a:gd name="T44" fmla="*/ 34 w 101"/>
                <a:gd name="T45" fmla="*/ 4 h 84"/>
                <a:gd name="T46" fmla="*/ 27 w 101"/>
                <a:gd name="T47" fmla="*/ 2 h 84"/>
                <a:gd name="T48" fmla="*/ 22 w 101"/>
                <a:gd name="T49" fmla="*/ 4 h 84"/>
                <a:gd name="T50" fmla="*/ 14 w 101"/>
                <a:gd name="T51" fmla="*/ 4 h 84"/>
                <a:gd name="T52" fmla="*/ 12 w 101"/>
                <a:gd name="T53" fmla="*/ 11 h 84"/>
                <a:gd name="T54" fmla="*/ 9 w 101"/>
                <a:gd name="T55" fmla="*/ 17 h 84"/>
                <a:gd name="T56" fmla="*/ 8 w 101"/>
                <a:gd name="T57" fmla="*/ 18 h 84"/>
                <a:gd name="T58" fmla="*/ 9 w 101"/>
                <a:gd name="T59" fmla="*/ 24 h 84"/>
                <a:gd name="T60" fmla="*/ 8 w 101"/>
                <a:gd name="T61" fmla="*/ 36 h 84"/>
                <a:gd name="T62" fmla="*/ 5 w 101"/>
                <a:gd name="T63" fmla="*/ 41 h 84"/>
                <a:gd name="T64" fmla="*/ 1 w 101"/>
                <a:gd name="T65" fmla="*/ 47 h 84"/>
                <a:gd name="T66" fmla="*/ 1 w 101"/>
                <a:gd name="T67" fmla="*/ 57 h 84"/>
                <a:gd name="T68" fmla="*/ 4 w 101"/>
                <a:gd name="T69" fmla="*/ 63 h 84"/>
                <a:gd name="T70" fmla="*/ 4 w 101"/>
                <a:gd name="T71" fmla="*/ 64 h 84"/>
                <a:gd name="T72" fmla="*/ 16 w 101"/>
                <a:gd name="T73" fmla="*/ 67 h 84"/>
                <a:gd name="T74" fmla="*/ 24 w 101"/>
                <a:gd name="T75" fmla="*/ 75 h 84"/>
                <a:gd name="T76" fmla="*/ 29 w 101"/>
                <a:gd name="T77" fmla="*/ 83 h 84"/>
                <a:gd name="T78" fmla="*/ 37 w 101"/>
                <a:gd name="T79" fmla="*/ 81 h 84"/>
                <a:gd name="T80" fmla="*/ 49 w 101"/>
                <a:gd name="T81" fmla="*/ 79 h 84"/>
                <a:gd name="T82" fmla="*/ 50 w 101"/>
                <a:gd name="T83" fmla="*/ 79 h 84"/>
                <a:gd name="T84" fmla="*/ 52 w 101"/>
                <a:gd name="T85" fmla="*/ 70 h 84"/>
                <a:gd name="T86" fmla="*/ 62 w 101"/>
                <a:gd name="T87" fmla="*/ 6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1" h="84">
                  <a:moveTo>
                    <a:pt x="62" y="61"/>
                  </a:moveTo>
                  <a:cubicBezTo>
                    <a:pt x="63" y="61"/>
                    <a:pt x="65" y="62"/>
                    <a:pt x="67" y="60"/>
                  </a:cubicBezTo>
                  <a:cubicBezTo>
                    <a:pt x="69" y="59"/>
                    <a:pt x="73" y="62"/>
                    <a:pt x="73" y="65"/>
                  </a:cubicBezTo>
                  <a:cubicBezTo>
                    <a:pt x="74" y="67"/>
                    <a:pt x="75" y="64"/>
                    <a:pt x="77" y="61"/>
                  </a:cubicBezTo>
                  <a:cubicBezTo>
                    <a:pt x="78" y="58"/>
                    <a:pt x="83" y="50"/>
                    <a:pt x="83" y="48"/>
                  </a:cubicBezTo>
                  <a:cubicBezTo>
                    <a:pt x="83" y="46"/>
                    <a:pt x="87" y="44"/>
                    <a:pt x="87" y="43"/>
                  </a:cubicBezTo>
                  <a:cubicBezTo>
                    <a:pt x="87" y="42"/>
                    <a:pt x="87" y="39"/>
                    <a:pt x="88" y="38"/>
                  </a:cubicBezTo>
                  <a:cubicBezTo>
                    <a:pt x="89" y="38"/>
                    <a:pt x="90" y="34"/>
                    <a:pt x="90" y="33"/>
                  </a:cubicBezTo>
                  <a:cubicBezTo>
                    <a:pt x="90" y="32"/>
                    <a:pt x="94" y="25"/>
                    <a:pt x="95" y="24"/>
                  </a:cubicBezTo>
                  <a:cubicBezTo>
                    <a:pt x="96" y="23"/>
                    <a:pt x="99" y="23"/>
                    <a:pt x="100" y="21"/>
                  </a:cubicBezTo>
                  <a:cubicBezTo>
                    <a:pt x="100" y="19"/>
                    <a:pt x="101" y="16"/>
                    <a:pt x="99" y="16"/>
                  </a:cubicBezTo>
                  <a:cubicBezTo>
                    <a:pt x="98" y="15"/>
                    <a:pt x="96" y="14"/>
                    <a:pt x="96" y="12"/>
                  </a:cubicBezTo>
                  <a:cubicBezTo>
                    <a:pt x="96" y="12"/>
                    <a:pt x="96" y="10"/>
                    <a:pt x="96" y="8"/>
                  </a:cubicBezTo>
                  <a:cubicBezTo>
                    <a:pt x="94" y="8"/>
                    <a:pt x="94" y="6"/>
                    <a:pt x="93" y="4"/>
                  </a:cubicBezTo>
                  <a:cubicBezTo>
                    <a:pt x="92" y="3"/>
                    <a:pt x="92" y="2"/>
                    <a:pt x="90" y="3"/>
                  </a:cubicBezTo>
                  <a:cubicBezTo>
                    <a:pt x="88" y="3"/>
                    <a:pt x="86" y="7"/>
                    <a:pt x="84" y="8"/>
                  </a:cubicBezTo>
                  <a:cubicBezTo>
                    <a:pt x="82" y="9"/>
                    <a:pt x="79" y="7"/>
                    <a:pt x="77" y="6"/>
                  </a:cubicBezTo>
                  <a:cubicBezTo>
                    <a:pt x="76" y="6"/>
                    <a:pt x="69" y="6"/>
                    <a:pt x="66" y="6"/>
                  </a:cubicBezTo>
                  <a:cubicBezTo>
                    <a:pt x="64" y="6"/>
                    <a:pt x="62" y="9"/>
                    <a:pt x="60" y="10"/>
                  </a:cubicBezTo>
                  <a:cubicBezTo>
                    <a:pt x="58" y="11"/>
                    <a:pt x="53" y="11"/>
                    <a:pt x="52" y="10"/>
                  </a:cubicBezTo>
                  <a:cubicBezTo>
                    <a:pt x="50" y="10"/>
                    <a:pt x="47" y="7"/>
                    <a:pt x="45" y="7"/>
                  </a:cubicBezTo>
                  <a:cubicBezTo>
                    <a:pt x="44" y="7"/>
                    <a:pt x="41" y="7"/>
                    <a:pt x="38" y="9"/>
                  </a:cubicBezTo>
                  <a:cubicBezTo>
                    <a:pt x="36" y="10"/>
                    <a:pt x="35" y="6"/>
                    <a:pt x="34" y="4"/>
                  </a:cubicBezTo>
                  <a:cubicBezTo>
                    <a:pt x="32" y="2"/>
                    <a:pt x="29" y="4"/>
                    <a:pt x="27" y="2"/>
                  </a:cubicBezTo>
                  <a:cubicBezTo>
                    <a:pt x="25" y="0"/>
                    <a:pt x="24" y="4"/>
                    <a:pt x="22" y="4"/>
                  </a:cubicBezTo>
                  <a:cubicBezTo>
                    <a:pt x="20" y="4"/>
                    <a:pt x="16" y="3"/>
                    <a:pt x="14" y="4"/>
                  </a:cubicBezTo>
                  <a:cubicBezTo>
                    <a:pt x="13" y="5"/>
                    <a:pt x="13" y="10"/>
                    <a:pt x="12" y="11"/>
                  </a:cubicBezTo>
                  <a:cubicBezTo>
                    <a:pt x="12" y="11"/>
                    <a:pt x="9" y="15"/>
                    <a:pt x="9" y="17"/>
                  </a:cubicBezTo>
                  <a:cubicBezTo>
                    <a:pt x="9" y="17"/>
                    <a:pt x="8" y="18"/>
                    <a:pt x="8" y="18"/>
                  </a:cubicBezTo>
                  <a:cubicBezTo>
                    <a:pt x="8" y="20"/>
                    <a:pt x="9" y="23"/>
                    <a:pt x="9" y="24"/>
                  </a:cubicBezTo>
                  <a:cubicBezTo>
                    <a:pt x="9" y="26"/>
                    <a:pt x="10" y="34"/>
                    <a:pt x="8" y="36"/>
                  </a:cubicBezTo>
                  <a:cubicBezTo>
                    <a:pt x="6" y="38"/>
                    <a:pt x="5" y="41"/>
                    <a:pt x="5" y="41"/>
                  </a:cubicBezTo>
                  <a:cubicBezTo>
                    <a:pt x="5" y="41"/>
                    <a:pt x="2" y="43"/>
                    <a:pt x="1" y="47"/>
                  </a:cubicBezTo>
                  <a:cubicBezTo>
                    <a:pt x="0" y="51"/>
                    <a:pt x="1" y="54"/>
                    <a:pt x="1" y="57"/>
                  </a:cubicBezTo>
                  <a:cubicBezTo>
                    <a:pt x="1" y="59"/>
                    <a:pt x="3" y="61"/>
                    <a:pt x="4" y="63"/>
                  </a:cubicBezTo>
                  <a:cubicBezTo>
                    <a:pt x="4" y="63"/>
                    <a:pt x="4" y="63"/>
                    <a:pt x="4" y="64"/>
                  </a:cubicBezTo>
                  <a:cubicBezTo>
                    <a:pt x="5" y="66"/>
                    <a:pt x="12" y="66"/>
                    <a:pt x="16" y="67"/>
                  </a:cubicBezTo>
                  <a:cubicBezTo>
                    <a:pt x="20" y="68"/>
                    <a:pt x="25" y="73"/>
                    <a:pt x="24" y="75"/>
                  </a:cubicBezTo>
                  <a:cubicBezTo>
                    <a:pt x="24" y="77"/>
                    <a:pt x="27" y="82"/>
                    <a:pt x="29" y="83"/>
                  </a:cubicBezTo>
                  <a:cubicBezTo>
                    <a:pt x="31" y="84"/>
                    <a:pt x="35" y="81"/>
                    <a:pt x="37" y="81"/>
                  </a:cubicBezTo>
                  <a:cubicBezTo>
                    <a:pt x="40" y="81"/>
                    <a:pt x="47" y="81"/>
                    <a:pt x="49" y="79"/>
                  </a:cubicBezTo>
                  <a:cubicBezTo>
                    <a:pt x="49" y="79"/>
                    <a:pt x="50" y="79"/>
                    <a:pt x="50" y="79"/>
                  </a:cubicBezTo>
                  <a:cubicBezTo>
                    <a:pt x="52" y="75"/>
                    <a:pt x="52" y="70"/>
                    <a:pt x="52" y="70"/>
                  </a:cubicBezTo>
                  <a:cubicBezTo>
                    <a:pt x="52" y="70"/>
                    <a:pt x="61" y="61"/>
                    <a:pt x="62" y="6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22" name="Freeform 24"/>
            <p:cNvSpPr>
              <a:spLocks/>
            </p:cNvSpPr>
            <p:nvPr/>
          </p:nvSpPr>
          <p:spPr bwMode="auto">
            <a:xfrm>
              <a:off x="5835173" y="4016630"/>
              <a:ext cx="79055" cy="165613"/>
            </a:xfrm>
            <a:custGeom>
              <a:avLst/>
              <a:gdLst>
                <a:gd name="T0" fmla="*/ 17 w 26"/>
                <a:gd name="T1" fmla="*/ 34 h 53"/>
                <a:gd name="T2" fmla="*/ 21 w 26"/>
                <a:gd name="T3" fmla="*/ 28 h 53"/>
                <a:gd name="T4" fmla="*/ 24 w 26"/>
                <a:gd name="T5" fmla="*/ 23 h 53"/>
                <a:gd name="T6" fmla="*/ 25 w 26"/>
                <a:gd name="T7" fmla="*/ 11 h 53"/>
                <a:gd name="T8" fmla="*/ 24 w 26"/>
                <a:gd name="T9" fmla="*/ 5 h 53"/>
                <a:gd name="T10" fmla="*/ 21 w 26"/>
                <a:gd name="T11" fmla="*/ 5 h 53"/>
                <a:gd name="T12" fmla="*/ 18 w 26"/>
                <a:gd name="T13" fmla="*/ 1 h 53"/>
                <a:gd name="T14" fmla="*/ 15 w 26"/>
                <a:gd name="T15" fmla="*/ 5 h 53"/>
                <a:gd name="T16" fmla="*/ 13 w 26"/>
                <a:gd name="T17" fmla="*/ 8 h 53"/>
                <a:gd name="T18" fmla="*/ 6 w 26"/>
                <a:gd name="T19" fmla="*/ 10 h 53"/>
                <a:gd name="T20" fmla="*/ 1 w 26"/>
                <a:gd name="T21" fmla="*/ 13 h 53"/>
                <a:gd name="T22" fmla="*/ 0 w 26"/>
                <a:gd name="T23" fmla="*/ 13 h 53"/>
                <a:gd name="T24" fmla="*/ 5 w 26"/>
                <a:gd name="T25" fmla="*/ 21 h 53"/>
                <a:gd name="T26" fmla="*/ 6 w 26"/>
                <a:gd name="T27" fmla="*/ 27 h 53"/>
                <a:gd name="T28" fmla="*/ 8 w 26"/>
                <a:gd name="T29" fmla="*/ 37 h 53"/>
                <a:gd name="T30" fmla="*/ 8 w 26"/>
                <a:gd name="T31" fmla="*/ 53 h 53"/>
                <a:gd name="T32" fmla="*/ 14 w 26"/>
                <a:gd name="T33" fmla="*/ 52 h 53"/>
                <a:gd name="T34" fmla="*/ 20 w 26"/>
                <a:gd name="T35" fmla="*/ 50 h 53"/>
                <a:gd name="T36" fmla="*/ 17 w 26"/>
                <a:gd name="T37" fmla="*/ 44 h 53"/>
                <a:gd name="T38" fmla="*/ 17 w 26"/>
                <a:gd name="T39" fmla="*/ 3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" h="53">
                  <a:moveTo>
                    <a:pt x="17" y="34"/>
                  </a:moveTo>
                  <a:cubicBezTo>
                    <a:pt x="18" y="30"/>
                    <a:pt x="21" y="28"/>
                    <a:pt x="21" y="28"/>
                  </a:cubicBezTo>
                  <a:cubicBezTo>
                    <a:pt x="21" y="28"/>
                    <a:pt x="22" y="25"/>
                    <a:pt x="24" y="23"/>
                  </a:cubicBezTo>
                  <a:cubicBezTo>
                    <a:pt x="26" y="21"/>
                    <a:pt x="25" y="13"/>
                    <a:pt x="25" y="11"/>
                  </a:cubicBezTo>
                  <a:cubicBezTo>
                    <a:pt x="25" y="10"/>
                    <a:pt x="24" y="7"/>
                    <a:pt x="24" y="5"/>
                  </a:cubicBezTo>
                  <a:cubicBezTo>
                    <a:pt x="23" y="6"/>
                    <a:pt x="22" y="6"/>
                    <a:pt x="21" y="5"/>
                  </a:cubicBezTo>
                  <a:cubicBezTo>
                    <a:pt x="19" y="4"/>
                    <a:pt x="21" y="2"/>
                    <a:pt x="18" y="1"/>
                  </a:cubicBezTo>
                  <a:cubicBezTo>
                    <a:pt x="16" y="0"/>
                    <a:pt x="15" y="3"/>
                    <a:pt x="15" y="5"/>
                  </a:cubicBezTo>
                  <a:cubicBezTo>
                    <a:pt x="16" y="7"/>
                    <a:pt x="14" y="7"/>
                    <a:pt x="13" y="8"/>
                  </a:cubicBezTo>
                  <a:cubicBezTo>
                    <a:pt x="12" y="10"/>
                    <a:pt x="8" y="10"/>
                    <a:pt x="6" y="10"/>
                  </a:cubicBezTo>
                  <a:cubicBezTo>
                    <a:pt x="5" y="10"/>
                    <a:pt x="3" y="13"/>
                    <a:pt x="1" y="13"/>
                  </a:cubicBezTo>
                  <a:cubicBezTo>
                    <a:pt x="1" y="13"/>
                    <a:pt x="1" y="13"/>
                    <a:pt x="0" y="13"/>
                  </a:cubicBezTo>
                  <a:cubicBezTo>
                    <a:pt x="0" y="20"/>
                    <a:pt x="2" y="19"/>
                    <a:pt x="5" y="21"/>
                  </a:cubicBezTo>
                  <a:cubicBezTo>
                    <a:pt x="8" y="23"/>
                    <a:pt x="5" y="26"/>
                    <a:pt x="6" y="27"/>
                  </a:cubicBezTo>
                  <a:cubicBezTo>
                    <a:pt x="8" y="29"/>
                    <a:pt x="7" y="33"/>
                    <a:pt x="8" y="37"/>
                  </a:cubicBezTo>
                  <a:cubicBezTo>
                    <a:pt x="8" y="40"/>
                    <a:pt x="8" y="47"/>
                    <a:pt x="8" y="53"/>
                  </a:cubicBezTo>
                  <a:cubicBezTo>
                    <a:pt x="10" y="52"/>
                    <a:pt x="13" y="52"/>
                    <a:pt x="14" y="52"/>
                  </a:cubicBezTo>
                  <a:cubicBezTo>
                    <a:pt x="17" y="52"/>
                    <a:pt x="18" y="49"/>
                    <a:pt x="20" y="50"/>
                  </a:cubicBezTo>
                  <a:cubicBezTo>
                    <a:pt x="19" y="48"/>
                    <a:pt x="17" y="46"/>
                    <a:pt x="17" y="44"/>
                  </a:cubicBezTo>
                  <a:cubicBezTo>
                    <a:pt x="17" y="41"/>
                    <a:pt x="16" y="38"/>
                    <a:pt x="17" y="3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23" name="Freeform 25"/>
            <p:cNvSpPr>
              <a:spLocks/>
            </p:cNvSpPr>
            <p:nvPr/>
          </p:nvSpPr>
          <p:spPr bwMode="auto">
            <a:xfrm>
              <a:off x="5814770" y="4054747"/>
              <a:ext cx="44628" cy="136697"/>
            </a:xfrm>
            <a:custGeom>
              <a:avLst/>
              <a:gdLst>
                <a:gd name="T0" fmla="*/ 13 w 15"/>
                <a:gd name="T1" fmla="*/ 15 h 44"/>
                <a:gd name="T2" fmla="*/ 12 w 15"/>
                <a:gd name="T3" fmla="*/ 9 h 44"/>
                <a:gd name="T4" fmla="*/ 7 w 15"/>
                <a:gd name="T5" fmla="*/ 1 h 44"/>
                <a:gd name="T6" fmla="*/ 1 w 15"/>
                <a:gd name="T7" fmla="*/ 0 h 44"/>
                <a:gd name="T8" fmla="*/ 0 w 15"/>
                <a:gd name="T9" fmla="*/ 0 h 44"/>
                <a:gd name="T10" fmla="*/ 1 w 15"/>
                <a:gd name="T11" fmla="*/ 6 h 44"/>
                <a:gd name="T12" fmla="*/ 3 w 15"/>
                <a:gd name="T13" fmla="*/ 11 h 44"/>
                <a:gd name="T14" fmla="*/ 4 w 15"/>
                <a:gd name="T15" fmla="*/ 22 h 44"/>
                <a:gd name="T16" fmla="*/ 6 w 15"/>
                <a:gd name="T17" fmla="*/ 34 h 44"/>
                <a:gd name="T18" fmla="*/ 9 w 15"/>
                <a:gd name="T19" fmla="*/ 44 h 44"/>
                <a:gd name="T20" fmla="*/ 11 w 15"/>
                <a:gd name="T21" fmla="*/ 43 h 44"/>
                <a:gd name="T22" fmla="*/ 15 w 15"/>
                <a:gd name="T23" fmla="*/ 41 h 44"/>
                <a:gd name="T24" fmla="*/ 15 w 15"/>
                <a:gd name="T25" fmla="*/ 25 h 44"/>
                <a:gd name="T26" fmla="*/ 13 w 15"/>
                <a:gd name="T27" fmla="*/ 1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44">
                  <a:moveTo>
                    <a:pt x="13" y="15"/>
                  </a:moveTo>
                  <a:cubicBezTo>
                    <a:pt x="12" y="14"/>
                    <a:pt x="15" y="11"/>
                    <a:pt x="12" y="9"/>
                  </a:cubicBezTo>
                  <a:cubicBezTo>
                    <a:pt x="9" y="7"/>
                    <a:pt x="7" y="8"/>
                    <a:pt x="7" y="1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" y="5"/>
                    <a:pt x="1" y="6"/>
                  </a:cubicBezTo>
                  <a:cubicBezTo>
                    <a:pt x="3" y="6"/>
                    <a:pt x="4" y="8"/>
                    <a:pt x="3" y="11"/>
                  </a:cubicBezTo>
                  <a:cubicBezTo>
                    <a:pt x="3" y="13"/>
                    <a:pt x="3" y="20"/>
                    <a:pt x="4" y="22"/>
                  </a:cubicBezTo>
                  <a:cubicBezTo>
                    <a:pt x="5" y="25"/>
                    <a:pt x="6" y="30"/>
                    <a:pt x="6" y="34"/>
                  </a:cubicBezTo>
                  <a:cubicBezTo>
                    <a:pt x="6" y="37"/>
                    <a:pt x="7" y="41"/>
                    <a:pt x="9" y="44"/>
                  </a:cubicBezTo>
                  <a:cubicBezTo>
                    <a:pt x="10" y="43"/>
                    <a:pt x="10" y="43"/>
                    <a:pt x="11" y="43"/>
                  </a:cubicBezTo>
                  <a:cubicBezTo>
                    <a:pt x="12" y="42"/>
                    <a:pt x="14" y="41"/>
                    <a:pt x="15" y="41"/>
                  </a:cubicBezTo>
                  <a:cubicBezTo>
                    <a:pt x="15" y="35"/>
                    <a:pt x="15" y="28"/>
                    <a:pt x="15" y="25"/>
                  </a:cubicBezTo>
                  <a:cubicBezTo>
                    <a:pt x="14" y="21"/>
                    <a:pt x="15" y="17"/>
                    <a:pt x="13" y="1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24" name="Freeform 26"/>
            <p:cNvSpPr>
              <a:spLocks/>
            </p:cNvSpPr>
            <p:nvPr/>
          </p:nvSpPr>
          <p:spPr bwMode="auto">
            <a:xfrm>
              <a:off x="6035361" y="4002172"/>
              <a:ext cx="186163" cy="300995"/>
            </a:xfrm>
            <a:custGeom>
              <a:avLst/>
              <a:gdLst>
                <a:gd name="T0" fmla="*/ 26 w 62"/>
                <a:gd name="T1" fmla="*/ 92 h 97"/>
                <a:gd name="T2" fmla="*/ 48 w 62"/>
                <a:gd name="T3" fmla="*/ 93 h 97"/>
                <a:gd name="T4" fmla="*/ 60 w 62"/>
                <a:gd name="T5" fmla="*/ 97 h 97"/>
                <a:gd name="T6" fmla="*/ 62 w 62"/>
                <a:gd name="T7" fmla="*/ 89 h 97"/>
                <a:gd name="T8" fmla="*/ 61 w 62"/>
                <a:gd name="T9" fmla="*/ 88 h 97"/>
                <a:gd name="T10" fmla="*/ 56 w 62"/>
                <a:gd name="T11" fmla="*/ 82 h 97"/>
                <a:gd name="T12" fmla="*/ 54 w 62"/>
                <a:gd name="T13" fmla="*/ 80 h 97"/>
                <a:gd name="T14" fmla="*/ 52 w 62"/>
                <a:gd name="T15" fmla="*/ 75 h 97"/>
                <a:gd name="T16" fmla="*/ 50 w 62"/>
                <a:gd name="T17" fmla="*/ 68 h 97"/>
                <a:gd name="T18" fmla="*/ 49 w 62"/>
                <a:gd name="T19" fmla="*/ 61 h 97"/>
                <a:gd name="T20" fmla="*/ 53 w 62"/>
                <a:gd name="T21" fmla="*/ 53 h 97"/>
                <a:gd name="T22" fmla="*/ 57 w 62"/>
                <a:gd name="T23" fmla="*/ 47 h 97"/>
                <a:gd name="T24" fmla="*/ 55 w 62"/>
                <a:gd name="T25" fmla="*/ 41 h 97"/>
                <a:gd name="T26" fmla="*/ 48 w 62"/>
                <a:gd name="T27" fmla="*/ 34 h 97"/>
                <a:gd name="T28" fmla="*/ 46 w 62"/>
                <a:gd name="T29" fmla="*/ 28 h 97"/>
                <a:gd name="T30" fmla="*/ 53 w 62"/>
                <a:gd name="T31" fmla="*/ 27 h 97"/>
                <a:gd name="T32" fmla="*/ 56 w 62"/>
                <a:gd name="T33" fmla="*/ 26 h 97"/>
                <a:gd name="T34" fmla="*/ 53 w 62"/>
                <a:gd name="T35" fmla="*/ 15 h 97"/>
                <a:gd name="T36" fmla="*/ 52 w 62"/>
                <a:gd name="T37" fmla="*/ 8 h 97"/>
                <a:gd name="T38" fmla="*/ 47 w 62"/>
                <a:gd name="T39" fmla="*/ 0 h 97"/>
                <a:gd name="T40" fmla="*/ 46 w 62"/>
                <a:gd name="T41" fmla="*/ 0 h 97"/>
                <a:gd name="T42" fmla="*/ 46 w 62"/>
                <a:gd name="T43" fmla="*/ 4 h 97"/>
                <a:gd name="T44" fmla="*/ 49 w 62"/>
                <a:gd name="T45" fmla="*/ 8 h 97"/>
                <a:gd name="T46" fmla="*/ 50 w 62"/>
                <a:gd name="T47" fmla="*/ 13 h 97"/>
                <a:gd name="T48" fmla="*/ 45 w 62"/>
                <a:gd name="T49" fmla="*/ 16 h 97"/>
                <a:gd name="T50" fmla="*/ 40 w 62"/>
                <a:gd name="T51" fmla="*/ 25 h 97"/>
                <a:gd name="T52" fmla="*/ 38 w 62"/>
                <a:gd name="T53" fmla="*/ 30 h 97"/>
                <a:gd name="T54" fmla="*/ 37 w 62"/>
                <a:gd name="T55" fmla="*/ 35 h 97"/>
                <a:gd name="T56" fmla="*/ 33 w 62"/>
                <a:gd name="T57" fmla="*/ 40 h 97"/>
                <a:gd name="T58" fmla="*/ 27 w 62"/>
                <a:gd name="T59" fmla="*/ 53 h 97"/>
                <a:gd name="T60" fmla="*/ 23 w 62"/>
                <a:gd name="T61" fmla="*/ 57 h 97"/>
                <a:gd name="T62" fmla="*/ 17 w 62"/>
                <a:gd name="T63" fmla="*/ 52 h 97"/>
                <a:gd name="T64" fmla="*/ 12 w 62"/>
                <a:gd name="T65" fmla="*/ 53 h 97"/>
                <a:gd name="T66" fmla="*/ 2 w 62"/>
                <a:gd name="T67" fmla="*/ 62 h 97"/>
                <a:gd name="T68" fmla="*/ 0 w 62"/>
                <a:gd name="T69" fmla="*/ 71 h 97"/>
                <a:gd name="T70" fmla="*/ 4 w 62"/>
                <a:gd name="T71" fmla="*/ 76 h 97"/>
                <a:gd name="T72" fmla="*/ 10 w 62"/>
                <a:gd name="T73" fmla="*/ 77 h 97"/>
                <a:gd name="T74" fmla="*/ 12 w 62"/>
                <a:gd name="T75" fmla="*/ 86 h 97"/>
                <a:gd name="T76" fmla="*/ 11 w 62"/>
                <a:gd name="T77" fmla="*/ 93 h 97"/>
                <a:gd name="T78" fmla="*/ 22 w 62"/>
                <a:gd name="T79" fmla="*/ 93 h 97"/>
                <a:gd name="T80" fmla="*/ 26 w 62"/>
                <a:gd name="T81" fmla="*/ 9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2" h="97">
                  <a:moveTo>
                    <a:pt x="26" y="92"/>
                  </a:moveTo>
                  <a:cubicBezTo>
                    <a:pt x="26" y="92"/>
                    <a:pt x="46" y="93"/>
                    <a:pt x="48" y="93"/>
                  </a:cubicBezTo>
                  <a:cubicBezTo>
                    <a:pt x="51" y="92"/>
                    <a:pt x="60" y="97"/>
                    <a:pt x="60" y="97"/>
                  </a:cubicBezTo>
                  <a:cubicBezTo>
                    <a:pt x="60" y="97"/>
                    <a:pt x="61" y="92"/>
                    <a:pt x="62" y="89"/>
                  </a:cubicBezTo>
                  <a:cubicBezTo>
                    <a:pt x="62" y="89"/>
                    <a:pt x="61" y="88"/>
                    <a:pt x="61" y="88"/>
                  </a:cubicBezTo>
                  <a:cubicBezTo>
                    <a:pt x="61" y="86"/>
                    <a:pt x="57" y="84"/>
                    <a:pt x="56" y="82"/>
                  </a:cubicBezTo>
                  <a:cubicBezTo>
                    <a:pt x="54" y="81"/>
                    <a:pt x="54" y="80"/>
                    <a:pt x="54" y="80"/>
                  </a:cubicBezTo>
                  <a:cubicBezTo>
                    <a:pt x="54" y="80"/>
                    <a:pt x="54" y="77"/>
                    <a:pt x="52" y="75"/>
                  </a:cubicBezTo>
                  <a:cubicBezTo>
                    <a:pt x="51" y="72"/>
                    <a:pt x="50" y="71"/>
                    <a:pt x="50" y="68"/>
                  </a:cubicBezTo>
                  <a:cubicBezTo>
                    <a:pt x="50" y="65"/>
                    <a:pt x="49" y="63"/>
                    <a:pt x="49" y="61"/>
                  </a:cubicBezTo>
                  <a:cubicBezTo>
                    <a:pt x="49" y="59"/>
                    <a:pt x="52" y="56"/>
                    <a:pt x="53" y="53"/>
                  </a:cubicBezTo>
                  <a:cubicBezTo>
                    <a:pt x="54" y="50"/>
                    <a:pt x="56" y="49"/>
                    <a:pt x="57" y="47"/>
                  </a:cubicBezTo>
                  <a:cubicBezTo>
                    <a:pt x="56" y="46"/>
                    <a:pt x="55" y="44"/>
                    <a:pt x="55" y="41"/>
                  </a:cubicBezTo>
                  <a:cubicBezTo>
                    <a:pt x="54" y="38"/>
                    <a:pt x="51" y="37"/>
                    <a:pt x="48" y="34"/>
                  </a:cubicBezTo>
                  <a:cubicBezTo>
                    <a:pt x="45" y="31"/>
                    <a:pt x="46" y="29"/>
                    <a:pt x="46" y="28"/>
                  </a:cubicBezTo>
                  <a:cubicBezTo>
                    <a:pt x="46" y="27"/>
                    <a:pt x="50" y="27"/>
                    <a:pt x="53" y="27"/>
                  </a:cubicBezTo>
                  <a:cubicBezTo>
                    <a:pt x="56" y="27"/>
                    <a:pt x="58" y="27"/>
                    <a:pt x="56" y="26"/>
                  </a:cubicBezTo>
                  <a:cubicBezTo>
                    <a:pt x="55" y="25"/>
                    <a:pt x="53" y="19"/>
                    <a:pt x="53" y="15"/>
                  </a:cubicBezTo>
                  <a:cubicBezTo>
                    <a:pt x="53" y="11"/>
                    <a:pt x="52" y="10"/>
                    <a:pt x="52" y="8"/>
                  </a:cubicBezTo>
                  <a:cubicBezTo>
                    <a:pt x="52" y="6"/>
                    <a:pt x="49" y="0"/>
                    <a:pt x="47" y="0"/>
                  </a:cubicBezTo>
                  <a:cubicBezTo>
                    <a:pt x="47" y="0"/>
                    <a:pt x="46" y="0"/>
                    <a:pt x="46" y="0"/>
                  </a:cubicBezTo>
                  <a:cubicBezTo>
                    <a:pt x="46" y="2"/>
                    <a:pt x="46" y="4"/>
                    <a:pt x="46" y="4"/>
                  </a:cubicBezTo>
                  <a:cubicBezTo>
                    <a:pt x="46" y="6"/>
                    <a:pt x="48" y="7"/>
                    <a:pt x="49" y="8"/>
                  </a:cubicBezTo>
                  <a:cubicBezTo>
                    <a:pt x="51" y="8"/>
                    <a:pt x="50" y="11"/>
                    <a:pt x="50" y="13"/>
                  </a:cubicBezTo>
                  <a:cubicBezTo>
                    <a:pt x="49" y="15"/>
                    <a:pt x="46" y="15"/>
                    <a:pt x="45" y="16"/>
                  </a:cubicBezTo>
                  <a:cubicBezTo>
                    <a:pt x="44" y="17"/>
                    <a:pt x="40" y="24"/>
                    <a:pt x="40" y="25"/>
                  </a:cubicBezTo>
                  <a:cubicBezTo>
                    <a:pt x="40" y="26"/>
                    <a:pt x="39" y="30"/>
                    <a:pt x="38" y="30"/>
                  </a:cubicBezTo>
                  <a:cubicBezTo>
                    <a:pt x="37" y="31"/>
                    <a:pt x="37" y="34"/>
                    <a:pt x="37" y="35"/>
                  </a:cubicBezTo>
                  <a:cubicBezTo>
                    <a:pt x="37" y="36"/>
                    <a:pt x="33" y="38"/>
                    <a:pt x="33" y="40"/>
                  </a:cubicBezTo>
                  <a:cubicBezTo>
                    <a:pt x="33" y="42"/>
                    <a:pt x="28" y="50"/>
                    <a:pt x="27" y="53"/>
                  </a:cubicBezTo>
                  <a:cubicBezTo>
                    <a:pt x="25" y="56"/>
                    <a:pt x="24" y="59"/>
                    <a:pt x="23" y="57"/>
                  </a:cubicBezTo>
                  <a:cubicBezTo>
                    <a:pt x="23" y="54"/>
                    <a:pt x="19" y="51"/>
                    <a:pt x="17" y="52"/>
                  </a:cubicBezTo>
                  <a:cubicBezTo>
                    <a:pt x="15" y="54"/>
                    <a:pt x="13" y="53"/>
                    <a:pt x="12" y="53"/>
                  </a:cubicBezTo>
                  <a:cubicBezTo>
                    <a:pt x="11" y="53"/>
                    <a:pt x="2" y="62"/>
                    <a:pt x="2" y="62"/>
                  </a:cubicBezTo>
                  <a:cubicBezTo>
                    <a:pt x="2" y="62"/>
                    <a:pt x="2" y="67"/>
                    <a:pt x="0" y="71"/>
                  </a:cubicBezTo>
                  <a:cubicBezTo>
                    <a:pt x="1" y="72"/>
                    <a:pt x="2" y="74"/>
                    <a:pt x="4" y="76"/>
                  </a:cubicBezTo>
                  <a:cubicBezTo>
                    <a:pt x="5" y="79"/>
                    <a:pt x="9" y="77"/>
                    <a:pt x="10" y="77"/>
                  </a:cubicBezTo>
                  <a:cubicBezTo>
                    <a:pt x="11" y="78"/>
                    <a:pt x="13" y="84"/>
                    <a:pt x="12" y="86"/>
                  </a:cubicBezTo>
                  <a:cubicBezTo>
                    <a:pt x="12" y="87"/>
                    <a:pt x="10" y="91"/>
                    <a:pt x="11" y="93"/>
                  </a:cubicBezTo>
                  <a:cubicBezTo>
                    <a:pt x="22" y="93"/>
                    <a:pt x="22" y="93"/>
                    <a:pt x="22" y="93"/>
                  </a:cubicBezTo>
                  <a:lnTo>
                    <a:pt x="26" y="92"/>
                  </a:ln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25" name="Freeform 27"/>
            <p:cNvSpPr>
              <a:spLocks/>
            </p:cNvSpPr>
            <p:nvPr/>
          </p:nvSpPr>
          <p:spPr bwMode="auto">
            <a:xfrm>
              <a:off x="5594180" y="4063948"/>
              <a:ext cx="160661" cy="168242"/>
            </a:xfrm>
            <a:custGeom>
              <a:avLst/>
              <a:gdLst>
                <a:gd name="T0" fmla="*/ 50 w 53"/>
                <a:gd name="T1" fmla="*/ 45 h 54"/>
                <a:gd name="T2" fmla="*/ 46 w 53"/>
                <a:gd name="T3" fmla="*/ 36 h 54"/>
                <a:gd name="T4" fmla="*/ 49 w 53"/>
                <a:gd name="T5" fmla="*/ 27 h 54"/>
                <a:gd name="T6" fmla="*/ 53 w 53"/>
                <a:gd name="T7" fmla="*/ 22 h 54"/>
                <a:gd name="T8" fmla="*/ 50 w 53"/>
                <a:gd name="T9" fmla="*/ 9 h 54"/>
                <a:gd name="T10" fmla="*/ 48 w 53"/>
                <a:gd name="T11" fmla="*/ 8 h 54"/>
                <a:gd name="T12" fmla="*/ 38 w 53"/>
                <a:gd name="T13" fmla="*/ 9 h 54"/>
                <a:gd name="T14" fmla="*/ 31 w 53"/>
                <a:gd name="T15" fmla="*/ 6 h 54"/>
                <a:gd name="T16" fmla="*/ 24 w 53"/>
                <a:gd name="T17" fmla="*/ 4 h 54"/>
                <a:gd name="T18" fmla="*/ 21 w 53"/>
                <a:gd name="T19" fmla="*/ 3 h 54"/>
                <a:gd name="T20" fmla="*/ 17 w 53"/>
                <a:gd name="T21" fmla="*/ 3 h 54"/>
                <a:gd name="T22" fmla="*/ 12 w 53"/>
                <a:gd name="T23" fmla="*/ 5 h 54"/>
                <a:gd name="T24" fmla="*/ 8 w 53"/>
                <a:gd name="T25" fmla="*/ 4 h 54"/>
                <a:gd name="T26" fmla="*/ 5 w 53"/>
                <a:gd name="T27" fmla="*/ 5 h 54"/>
                <a:gd name="T28" fmla="*/ 5 w 53"/>
                <a:gd name="T29" fmla="*/ 11 h 54"/>
                <a:gd name="T30" fmla="*/ 7 w 53"/>
                <a:gd name="T31" fmla="*/ 15 h 54"/>
                <a:gd name="T32" fmla="*/ 8 w 53"/>
                <a:gd name="T33" fmla="*/ 21 h 54"/>
                <a:gd name="T34" fmla="*/ 4 w 53"/>
                <a:gd name="T35" fmla="*/ 21 h 54"/>
                <a:gd name="T36" fmla="*/ 5 w 53"/>
                <a:gd name="T37" fmla="*/ 26 h 54"/>
                <a:gd name="T38" fmla="*/ 3 w 53"/>
                <a:gd name="T39" fmla="*/ 31 h 54"/>
                <a:gd name="T40" fmla="*/ 2 w 53"/>
                <a:gd name="T41" fmla="*/ 37 h 54"/>
                <a:gd name="T42" fmla="*/ 4 w 53"/>
                <a:gd name="T43" fmla="*/ 39 h 54"/>
                <a:gd name="T44" fmla="*/ 11 w 53"/>
                <a:gd name="T45" fmla="*/ 46 h 54"/>
                <a:gd name="T46" fmla="*/ 8 w 53"/>
                <a:gd name="T47" fmla="*/ 54 h 54"/>
                <a:gd name="T48" fmla="*/ 33 w 53"/>
                <a:gd name="T49" fmla="*/ 48 h 54"/>
                <a:gd name="T50" fmla="*/ 50 w 53"/>
                <a:gd name="T51" fmla="*/ 49 h 54"/>
                <a:gd name="T52" fmla="*/ 50 w 53"/>
                <a:gd name="T53" fmla="*/ 4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3" h="54">
                  <a:moveTo>
                    <a:pt x="50" y="45"/>
                  </a:moveTo>
                  <a:cubicBezTo>
                    <a:pt x="49" y="44"/>
                    <a:pt x="46" y="37"/>
                    <a:pt x="46" y="36"/>
                  </a:cubicBezTo>
                  <a:cubicBezTo>
                    <a:pt x="46" y="34"/>
                    <a:pt x="50" y="30"/>
                    <a:pt x="49" y="27"/>
                  </a:cubicBezTo>
                  <a:cubicBezTo>
                    <a:pt x="49" y="25"/>
                    <a:pt x="53" y="24"/>
                    <a:pt x="53" y="22"/>
                  </a:cubicBezTo>
                  <a:cubicBezTo>
                    <a:pt x="53" y="20"/>
                    <a:pt x="52" y="13"/>
                    <a:pt x="50" y="9"/>
                  </a:cubicBezTo>
                  <a:cubicBezTo>
                    <a:pt x="49" y="9"/>
                    <a:pt x="49" y="9"/>
                    <a:pt x="48" y="8"/>
                  </a:cubicBezTo>
                  <a:cubicBezTo>
                    <a:pt x="47" y="7"/>
                    <a:pt x="40" y="7"/>
                    <a:pt x="38" y="9"/>
                  </a:cubicBezTo>
                  <a:cubicBezTo>
                    <a:pt x="36" y="12"/>
                    <a:pt x="31" y="7"/>
                    <a:pt x="31" y="6"/>
                  </a:cubicBezTo>
                  <a:cubicBezTo>
                    <a:pt x="30" y="5"/>
                    <a:pt x="27" y="2"/>
                    <a:pt x="24" y="4"/>
                  </a:cubicBezTo>
                  <a:cubicBezTo>
                    <a:pt x="22" y="5"/>
                    <a:pt x="21" y="5"/>
                    <a:pt x="21" y="3"/>
                  </a:cubicBezTo>
                  <a:cubicBezTo>
                    <a:pt x="21" y="0"/>
                    <a:pt x="17" y="1"/>
                    <a:pt x="17" y="3"/>
                  </a:cubicBezTo>
                  <a:cubicBezTo>
                    <a:pt x="16" y="5"/>
                    <a:pt x="13" y="7"/>
                    <a:pt x="12" y="5"/>
                  </a:cubicBezTo>
                  <a:cubicBezTo>
                    <a:pt x="11" y="4"/>
                    <a:pt x="9" y="2"/>
                    <a:pt x="8" y="4"/>
                  </a:cubicBezTo>
                  <a:cubicBezTo>
                    <a:pt x="7" y="6"/>
                    <a:pt x="6" y="5"/>
                    <a:pt x="5" y="5"/>
                  </a:cubicBezTo>
                  <a:cubicBezTo>
                    <a:pt x="5" y="7"/>
                    <a:pt x="4" y="11"/>
                    <a:pt x="5" y="11"/>
                  </a:cubicBezTo>
                  <a:cubicBezTo>
                    <a:pt x="7" y="12"/>
                    <a:pt x="7" y="14"/>
                    <a:pt x="7" y="15"/>
                  </a:cubicBezTo>
                  <a:cubicBezTo>
                    <a:pt x="6" y="16"/>
                    <a:pt x="9" y="19"/>
                    <a:pt x="8" y="21"/>
                  </a:cubicBezTo>
                  <a:cubicBezTo>
                    <a:pt x="7" y="22"/>
                    <a:pt x="5" y="19"/>
                    <a:pt x="4" y="21"/>
                  </a:cubicBezTo>
                  <a:cubicBezTo>
                    <a:pt x="3" y="23"/>
                    <a:pt x="6" y="25"/>
                    <a:pt x="5" y="26"/>
                  </a:cubicBezTo>
                  <a:cubicBezTo>
                    <a:pt x="4" y="28"/>
                    <a:pt x="2" y="28"/>
                    <a:pt x="3" y="31"/>
                  </a:cubicBezTo>
                  <a:cubicBezTo>
                    <a:pt x="3" y="34"/>
                    <a:pt x="3" y="36"/>
                    <a:pt x="2" y="37"/>
                  </a:cubicBezTo>
                  <a:cubicBezTo>
                    <a:pt x="0" y="38"/>
                    <a:pt x="2" y="38"/>
                    <a:pt x="4" y="39"/>
                  </a:cubicBezTo>
                  <a:cubicBezTo>
                    <a:pt x="7" y="41"/>
                    <a:pt x="11" y="43"/>
                    <a:pt x="11" y="46"/>
                  </a:cubicBezTo>
                  <a:cubicBezTo>
                    <a:pt x="11" y="48"/>
                    <a:pt x="9" y="49"/>
                    <a:pt x="8" y="54"/>
                  </a:cubicBezTo>
                  <a:cubicBezTo>
                    <a:pt x="14" y="54"/>
                    <a:pt x="23" y="50"/>
                    <a:pt x="33" y="48"/>
                  </a:cubicBezTo>
                  <a:cubicBezTo>
                    <a:pt x="40" y="47"/>
                    <a:pt x="46" y="48"/>
                    <a:pt x="50" y="49"/>
                  </a:cubicBezTo>
                  <a:cubicBezTo>
                    <a:pt x="50" y="48"/>
                    <a:pt x="50" y="46"/>
                    <a:pt x="50" y="4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26" name="Freeform 28"/>
            <p:cNvSpPr>
              <a:spLocks/>
            </p:cNvSpPr>
            <p:nvPr/>
          </p:nvSpPr>
          <p:spPr bwMode="auto">
            <a:xfrm>
              <a:off x="5733165" y="4054747"/>
              <a:ext cx="108383" cy="170871"/>
            </a:xfrm>
            <a:custGeom>
              <a:avLst/>
              <a:gdLst>
                <a:gd name="T0" fmla="*/ 31 w 36"/>
                <a:gd name="T1" fmla="*/ 22 h 55"/>
                <a:gd name="T2" fmla="*/ 30 w 36"/>
                <a:gd name="T3" fmla="*/ 11 h 55"/>
                <a:gd name="T4" fmla="*/ 28 w 36"/>
                <a:gd name="T5" fmla="*/ 6 h 55"/>
                <a:gd name="T6" fmla="*/ 27 w 36"/>
                <a:gd name="T7" fmla="*/ 0 h 55"/>
                <a:gd name="T8" fmla="*/ 25 w 36"/>
                <a:gd name="T9" fmla="*/ 2 h 55"/>
                <a:gd name="T10" fmla="*/ 3 w 36"/>
                <a:gd name="T11" fmla="*/ 2 h 55"/>
                <a:gd name="T12" fmla="*/ 5 w 36"/>
                <a:gd name="T13" fmla="*/ 10 h 55"/>
                <a:gd name="T14" fmla="*/ 4 w 36"/>
                <a:gd name="T15" fmla="*/ 12 h 55"/>
                <a:gd name="T16" fmla="*/ 7 w 36"/>
                <a:gd name="T17" fmla="*/ 25 h 55"/>
                <a:gd name="T18" fmla="*/ 3 w 36"/>
                <a:gd name="T19" fmla="*/ 30 h 55"/>
                <a:gd name="T20" fmla="*/ 0 w 36"/>
                <a:gd name="T21" fmla="*/ 39 h 55"/>
                <a:gd name="T22" fmla="*/ 4 w 36"/>
                <a:gd name="T23" fmla="*/ 48 h 55"/>
                <a:gd name="T24" fmla="*/ 4 w 36"/>
                <a:gd name="T25" fmla="*/ 52 h 55"/>
                <a:gd name="T26" fmla="*/ 10 w 36"/>
                <a:gd name="T27" fmla="*/ 54 h 55"/>
                <a:gd name="T28" fmla="*/ 26 w 36"/>
                <a:gd name="T29" fmla="*/ 48 h 55"/>
                <a:gd name="T30" fmla="*/ 36 w 36"/>
                <a:gd name="T31" fmla="*/ 44 h 55"/>
                <a:gd name="T32" fmla="*/ 33 w 36"/>
                <a:gd name="T33" fmla="*/ 34 h 55"/>
                <a:gd name="T34" fmla="*/ 31 w 36"/>
                <a:gd name="T35" fmla="*/ 2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55">
                  <a:moveTo>
                    <a:pt x="31" y="22"/>
                  </a:moveTo>
                  <a:cubicBezTo>
                    <a:pt x="30" y="20"/>
                    <a:pt x="30" y="13"/>
                    <a:pt x="30" y="11"/>
                  </a:cubicBezTo>
                  <a:cubicBezTo>
                    <a:pt x="31" y="8"/>
                    <a:pt x="30" y="6"/>
                    <a:pt x="28" y="6"/>
                  </a:cubicBezTo>
                  <a:cubicBezTo>
                    <a:pt x="28" y="5"/>
                    <a:pt x="27" y="3"/>
                    <a:pt x="27" y="0"/>
                  </a:cubicBezTo>
                  <a:cubicBezTo>
                    <a:pt x="25" y="1"/>
                    <a:pt x="25" y="3"/>
                    <a:pt x="25" y="2"/>
                  </a:cubicBezTo>
                  <a:cubicBezTo>
                    <a:pt x="24" y="1"/>
                    <a:pt x="4" y="0"/>
                    <a:pt x="3" y="2"/>
                  </a:cubicBezTo>
                  <a:cubicBezTo>
                    <a:pt x="2" y="3"/>
                    <a:pt x="5" y="9"/>
                    <a:pt x="5" y="10"/>
                  </a:cubicBezTo>
                  <a:cubicBezTo>
                    <a:pt x="5" y="11"/>
                    <a:pt x="4" y="12"/>
                    <a:pt x="4" y="12"/>
                  </a:cubicBezTo>
                  <a:cubicBezTo>
                    <a:pt x="6" y="16"/>
                    <a:pt x="7" y="23"/>
                    <a:pt x="7" y="25"/>
                  </a:cubicBezTo>
                  <a:cubicBezTo>
                    <a:pt x="7" y="27"/>
                    <a:pt x="3" y="28"/>
                    <a:pt x="3" y="30"/>
                  </a:cubicBezTo>
                  <a:cubicBezTo>
                    <a:pt x="4" y="33"/>
                    <a:pt x="0" y="37"/>
                    <a:pt x="0" y="39"/>
                  </a:cubicBezTo>
                  <a:cubicBezTo>
                    <a:pt x="0" y="40"/>
                    <a:pt x="3" y="47"/>
                    <a:pt x="4" y="48"/>
                  </a:cubicBezTo>
                  <a:cubicBezTo>
                    <a:pt x="4" y="49"/>
                    <a:pt x="4" y="51"/>
                    <a:pt x="4" y="52"/>
                  </a:cubicBezTo>
                  <a:cubicBezTo>
                    <a:pt x="7" y="53"/>
                    <a:pt x="9" y="54"/>
                    <a:pt x="10" y="54"/>
                  </a:cubicBezTo>
                  <a:cubicBezTo>
                    <a:pt x="11" y="55"/>
                    <a:pt x="22" y="50"/>
                    <a:pt x="26" y="48"/>
                  </a:cubicBezTo>
                  <a:cubicBezTo>
                    <a:pt x="30" y="46"/>
                    <a:pt x="33" y="45"/>
                    <a:pt x="36" y="44"/>
                  </a:cubicBezTo>
                  <a:cubicBezTo>
                    <a:pt x="34" y="41"/>
                    <a:pt x="33" y="37"/>
                    <a:pt x="33" y="34"/>
                  </a:cubicBezTo>
                  <a:cubicBezTo>
                    <a:pt x="33" y="30"/>
                    <a:pt x="32" y="25"/>
                    <a:pt x="31" y="2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27" name="Freeform 29"/>
            <p:cNvSpPr>
              <a:spLocks/>
            </p:cNvSpPr>
            <p:nvPr/>
          </p:nvSpPr>
          <p:spPr bwMode="auto">
            <a:xfrm>
              <a:off x="5432244" y="4014002"/>
              <a:ext cx="189989" cy="149839"/>
            </a:xfrm>
            <a:custGeom>
              <a:avLst/>
              <a:gdLst>
                <a:gd name="T0" fmla="*/ 21 w 63"/>
                <a:gd name="T1" fmla="*/ 25 h 48"/>
                <a:gd name="T2" fmla="*/ 25 w 63"/>
                <a:gd name="T3" fmla="*/ 24 h 48"/>
                <a:gd name="T4" fmla="*/ 31 w 63"/>
                <a:gd name="T5" fmla="*/ 23 h 48"/>
                <a:gd name="T6" fmla="*/ 38 w 63"/>
                <a:gd name="T7" fmla="*/ 31 h 48"/>
                <a:gd name="T8" fmla="*/ 39 w 63"/>
                <a:gd name="T9" fmla="*/ 36 h 48"/>
                <a:gd name="T10" fmla="*/ 39 w 63"/>
                <a:gd name="T11" fmla="*/ 37 h 48"/>
                <a:gd name="T12" fmla="*/ 45 w 63"/>
                <a:gd name="T13" fmla="*/ 36 h 48"/>
                <a:gd name="T14" fmla="*/ 48 w 63"/>
                <a:gd name="T15" fmla="*/ 43 h 48"/>
                <a:gd name="T16" fmla="*/ 52 w 63"/>
                <a:gd name="T17" fmla="*/ 46 h 48"/>
                <a:gd name="T18" fmla="*/ 55 w 63"/>
                <a:gd name="T19" fmla="*/ 43 h 48"/>
                <a:gd name="T20" fmla="*/ 57 w 63"/>
                <a:gd name="T21" fmla="*/ 45 h 48"/>
                <a:gd name="T22" fmla="*/ 59 w 63"/>
                <a:gd name="T23" fmla="*/ 42 h 48"/>
                <a:gd name="T24" fmla="*/ 58 w 63"/>
                <a:gd name="T25" fmla="*/ 37 h 48"/>
                <a:gd name="T26" fmla="*/ 62 w 63"/>
                <a:gd name="T27" fmla="*/ 37 h 48"/>
                <a:gd name="T28" fmla="*/ 61 w 63"/>
                <a:gd name="T29" fmla="*/ 31 h 48"/>
                <a:gd name="T30" fmla="*/ 59 w 63"/>
                <a:gd name="T31" fmla="*/ 27 h 48"/>
                <a:gd name="T32" fmla="*/ 59 w 63"/>
                <a:gd name="T33" fmla="*/ 21 h 48"/>
                <a:gd name="T34" fmla="*/ 58 w 63"/>
                <a:gd name="T35" fmla="*/ 20 h 48"/>
                <a:gd name="T36" fmla="*/ 56 w 63"/>
                <a:gd name="T37" fmla="*/ 15 h 48"/>
                <a:gd name="T38" fmla="*/ 56 w 63"/>
                <a:gd name="T39" fmla="*/ 12 h 48"/>
                <a:gd name="T40" fmla="*/ 53 w 63"/>
                <a:gd name="T41" fmla="*/ 8 h 48"/>
                <a:gd name="T42" fmla="*/ 50 w 63"/>
                <a:gd name="T43" fmla="*/ 2 h 48"/>
                <a:gd name="T44" fmla="*/ 44 w 63"/>
                <a:gd name="T45" fmla="*/ 6 h 48"/>
                <a:gd name="T46" fmla="*/ 38 w 63"/>
                <a:gd name="T47" fmla="*/ 5 h 48"/>
                <a:gd name="T48" fmla="*/ 33 w 63"/>
                <a:gd name="T49" fmla="*/ 6 h 48"/>
                <a:gd name="T50" fmla="*/ 31 w 63"/>
                <a:gd name="T51" fmla="*/ 4 h 48"/>
                <a:gd name="T52" fmla="*/ 31 w 63"/>
                <a:gd name="T53" fmla="*/ 2 h 48"/>
                <a:gd name="T54" fmla="*/ 30 w 63"/>
                <a:gd name="T55" fmla="*/ 3 h 48"/>
                <a:gd name="T56" fmla="*/ 18 w 63"/>
                <a:gd name="T57" fmla="*/ 2 h 48"/>
                <a:gd name="T58" fmla="*/ 12 w 63"/>
                <a:gd name="T59" fmla="*/ 0 h 48"/>
                <a:gd name="T60" fmla="*/ 10 w 63"/>
                <a:gd name="T61" fmla="*/ 4 h 48"/>
                <a:gd name="T62" fmla="*/ 10 w 63"/>
                <a:gd name="T63" fmla="*/ 7 h 48"/>
                <a:gd name="T64" fmla="*/ 7 w 63"/>
                <a:gd name="T65" fmla="*/ 9 h 48"/>
                <a:gd name="T66" fmla="*/ 1 w 63"/>
                <a:gd name="T67" fmla="*/ 13 h 48"/>
                <a:gd name="T68" fmla="*/ 0 w 63"/>
                <a:gd name="T69" fmla="*/ 14 h 48"/>
                <a:gd name="T70" fmla="*/ 6 w 63"/>
                <a:gd name="T71" fmla="*/ 21 h 48"/>
                <a:gd name="T72" fmla="*/ 15 w 63"/>
                <a:gd name="T73" fmla="*/ 31 h 48"/>
                <a:gd name="T74" fmla="*/ 21 w 63"/>
                <a:gd name="T75" fmla="*/ 2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" h="48">
                  <a:moveTo>
                    <a:pt x="21" y="25"/>
                  </a:moveTo>
                  <a:cubicBezTo>
                    <a:pt x="21" y="23"/>
                    <a:pt x="23" y="24"/>
                    <a:pt x="25" y="24"/>
                  </a:cubicBezTo>
                  <a:cubicBezTo>
                    <a:pt x="27" y="25"/>
                    <a:pt x="29" y="23"/>
                    <a:pt x="31" y="23"/>
                  </a:cubicBezTo>
                  <a:cubicBezTo>
                    <a:pt x="33" y="23"/>
                    <a:pt x="38" y="29"/>
                    <a:pt x="38" y="31"/>
                  </a:cubicBezTo>
                  <a:cubicBezTo>
                    <a:pt x="38" y="33"/>
                    <a:pt x="38" y="35"/>
                    <a:pt x="39" y="36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42" y="36"/>
                    <a:pt x="45" y="36"/>
                    <a:pt x="45" y="36"/>
                  </a:cubicBezTo>
                  <a:cubicBezTo>
                    <a:pt x="46" y="36"/>
                    <a:pt x="48" y="40"/>
                    <a:pt x="48" y="43"/>
                  </a:cubicBezTo>
                  <a:cubicBezTo>
                    <a:pt x="47" y="46"/>
                    <a:pt x="50" y="48"/>
                    <a:pt x="52" y="46"/>
                  </a:cubicBezTo>
                  <a:cubicBezTo>
                    <a:pt x="53" y="44"/>
                    <a:pt x="55" y="42"/>
                    <a:pt x="55" y="43"/>
                  </a:cubicBezTo>
                  <a:cubicBezTo>
                    <a:pt x="55" y="44"/>
                    <a:pt x="56" y="44"/>
                    <a:pt x="57" y="45"/>
                  </a:cubicBezTo>
                  <a:cubicBezTo>
                    <a:pt x="57" y="44"/>
                    <a:pt x="58" y="43"/>
                    <a:pt x="59" y="42"/>
                  </a:cubicBezTo>
                  <a:cubicBezTo>
                    <a:pt x="60" y="41"/>
                    <a:pt x="57" y="39"/>
                    <a:pt x="58" y="37"/>
                  </a:cubicBezTo>
                  <a:cubicBezTo>
                    <a:pt x="59" y="35"/>
                    <a:pt x="61" y="38"/>
                    <a:pt x="62" y="37"/>
                  </a:cubicBezTo>
                  <a:cubicBezTo>
                    <a:pt x="63" y="35"/>
                    <a:pt x="60" y="32"/>
                    <a:pt x="61" y="31"/>
                  </a:cubicBezTo>
                  <a:cubicBezTo>
                    <a:pt x="61" y="30"/>
                    <a:pt x="61" y="28"/>
                    <a:pt x="59" y="27"/>
                  </a:cubicBezTo>
                  <a:cubicBezTo>
                    <a:pt x="58" y="27"/>
                    <a:pt x="59" y="23"/>
                    <a:pt x="59" y="21"/>
                  </a:cubicBezTo>
                  <a:cubicBezTo>
                    <a:pt x="59" y="20"/>
                    <a:pt x="58" y="20"/>
                    <a:pt x="58" y="20"/>
                  </a:cubicBezTo>
                  <a:cubicBezTo>
                    <a:pt x="57" y="18"/>
                    <a:pt x="58" y="15"/>
                    <a:pt x="56" y="15"/>
                  </a:cubicBezTo>
                  <a:cubicBezTo>
                    <a:pt x="54" y="15"/>
                    <a:pt x="55" y="12"/>
                    <a:pt x="56" y="12"/>
                  </a:cubicBezTo>
                  <a:cubicBezTo>
                    <a:pt x="58" y="11"/>
                    <a:pt x="53" y="10"/>
                    <a:pt x="53" y="8"/>
                  </a:cubicBezTo>
                  <a:cubicBezTo>
                    <a:pt x="53" y="6"/>
                    <a:pt x="51" y="2"/>
                    <a:pt x="50" y="2"/>
                  </a:cubicBezTo>
                  <a:cubicBezTo>
                    <a:pt x="49" y="1"/>
                    <a:pt x="45" y="6"/>
                    <a:pt x="44" y="6"/>
                  </a:cubicBezTo>
                  <a:cubicBezTo>
                    <a:pt x="42" y="6"/>
                    <a:pt x="39" y="3"/>
                    <a:pt x="38" y="5"/>
                  </a:cubicBezTo>
                  <a:cubicBezTo>
                    <a:pt x="37" y="8"/>
                    <a:pt x="35" y="4"/>
                    <a:pt x="33" y="6"/>
                  </a:cubicBezTo>
                  <a:cubicBezTo>
                    <a:pt x="32" y="8"/>
                    <a:pt x="31" y="4"/>
                    <a:pt x="31" y="4"/>
                  </a:cubicBezTo>
                  <a:cubicBezTo>
                    <a:pt x="31" y="4"/>
                    <a:pt x="31" y="3"/>
                    <a:pt x="31" y="2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6" y="4"/>
                    <a:pt x="18" y="3"/>
                    <a:pt x="18" y="2"/>
                  </a:cubicBezTo>
                  <a:cubicBezTo>
                    <a:pt x="17" y="1"/>
                    <a:pt x="12" y="0"/>
                    <a:pt x="12" y="0"/>
                  </a:cubicBezTo>
                  <a:cubicBezTo>
                    <a:pt x="12" y="0"/>
                    <a:pt x="12" y="3"/>
                    <a:pt x="10" y="4"/>
                  </a:cubicBezTo>
                  <a:cubicBezTo>
                    <a:pt x="8" y="4"/>
                    <a:pt x="10" y="7"/>
                    <a:pt x="10" y="7"/>
                  </a:cubicBezTo>
                  <a:cubicBezTo>
                    <a:pt x="10" y="8"/>
                    <a:pt x="9" y="9"/>
                    <a:pt x="7" y="9"/>
                  </a:cubicBezTo>
                  <a:cubicBezTo>
                    <a:pt x="6" y="8"/>
                    <a:pt x="2" y="12"/>
                    <a:pt x="1" y="13"/>
                  </a:cubicBezTo>
                  <a:cubicBezTo>
                    <a:pt x="0" y="13"/>
                    <a:pt x="0" y="13"/>
                    <a:pt x="0" y="14"/>
                  </a:cubicBezTo>
                  <a:cubicBezTo>
                    <a:pt x="3" y="16"/>
                    <a:pt x="2" y="19"/>
                    <a:pt x="6" y="21"/>
                  </a:cubicBezTo>
                  <a:cubicBezTo>
                    <a:pt x="9" y="23"/>
                    <a:pt x="13" y="27"/>
                    <a:pt x="15" y="31"/>
                  </a:cubicBezTo>
                  <a:cubicBezTo>
                    <a:pt x="18" y="29"/>
                    <a:pt x="21" y="27"/>
                    <a:pt x="21" y="2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28" name="Freeform 30"/>
            <p:cNvSpPr>
              <a:spLocks/>
            </p:cNvSpPr>
            <p:nvPr/>
          </p:nvSpPr>
          <p:spPr bwMode="auto">
            <a:xfrm>
              <a:off x="5522776" y="4125724"/>
              <a:ext cx="104558" cy="106465"/>
            </a:xfrm>
            <a:custGeom>
              <a:avLst/>
              <a:gdLst>
                <a:gd name="T0" fmla="*/ 28 w 35"/>
                <a:gd name="T1" fmla="*/ 19 h 34"/>
                <a:gd name="T2" fmla="*/ 26 w 35"/>
                <a:gd name="T3" fmla="*/ 17 h 34"/>
                <a:gd name="T4" fmla="*/ 27 w 35"/>
                <a:gd name="T5" fmla="*/ 11 h 34"/>
                <a:gd name="T6" fmla="*/ 27 w 35"/>
                <a:gd name="T7" fmla="*/ 9 h 34"/>
                <a:gd name="T8" fmla="*/ 25 w 35"/>
                <a:gd name="T9" fmla="*/ 7 h 34"/>
                <a:gd name="T10" fmla="*/ 22 w 35"/>
                <a:gd name="T11" fmla="*/ 10 h 34"/>
                <a:gd name="T12" fmla="*/ 18 w 35"/>
                <a:gd name="T13" fmla="*/ 7 h 34"/>
                <a:gd name="T14" fmla="*/ 15 w 35"/>
                <a:gd name="T15" fmla="*/ 0 h 34"/>
                <a:gd name="T16" fmla="*/ 9 w 35"/>
                <a:gd name="T17" fmla="*/ 1 h 34"/>
                <a:gd name="T18" fmla="*/ 8 w 35"/>
                <a:gd name="T19" fmla="*/ 5 h 34"/>
                <a:gd name="T20" fmla="*/ 2 w 35"/>
                <a:gd name="T21" fmla="*/ 11 h 34"/>
                <a:gd name="T22" fmla="*/ 0 w 35"/>
                <a:gd name="T23" fmla="*/ 14 h 34"/>
                <a:gd name="T24" fmla="*/ 11 w 35"/>
                <a:gd name="T25" fmla="*/ 21 h 34"/>
                <a:gd name="T26" fmla="*/ 30 w 35"/>
                <a:gd name="T27" fmla="*/ 33 h 34"/>
                <a:gd name="T28" fmla="*/ 32 w 35"/>
                <a:gd name="T29" fmla="*/ 34 h 34"/>
                <a:gd name="T30" fmla="*/ 35 w 35"/>
                <a:gd name="T31" fmla="*/ 26 h 34"/>
                <a:gd name="T32" fmla="*/ 28 w 35"/>
                <a:gd name="T33" fmla="*/ 1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" h="34">
                  <a:moveTo>
                    <a:pt x="28" y="19"/>
                  </a:moveTo>
                  <a:cubicBezTo>
                    <a:pt x="26" y="18"/>
                    <a:pt x="24" y="18"/>
                    <a:pt x="26" y="17"/>
                  </a:cubicBezTo>
                  <a:cubicBezTo>
                    <a:pt x="27" y="16"/>
                    <a:pt x="27" y="14"/>
                    <a:pt x="27" y="11"/>
                  </a:cubicBezTo>
                  <a:cubicBezTo>
                    <a:pt x="26" y="10"/>
                    <a:pt x="27" y="9"/>
                    <a:pt x="27" y="9"/>
                  </a:cubicBezTo>
                  <a:cubicBezTo>
                    <a:pt x="26" y="8"/>
                    <a:pt x="25" y="8"/>
                    <a:pt x="25" y="7"/>
                  </a:cubicBezTo>
                  <a:cubicBezTo>
                    <a:pt x="25" y="6"/>
                    <a:pt x="23" y="8"/>
                    <a:pt x="22" y="10"/>
                  </a:cubicBezTo>
                  <a:cubicBezTo>
                    <a:pt x="20" y="12"/>
                    <a:pt x="17" y="10"/>
                    <a:pt x="18" y="7"/>
                  </a:cubicBezTo>
                  <a:cubicBezTo>
                    <a:pt x="18" y="4"/>
                    <a:pt x="16" y="0"/>
                    <a:pt x="15" y="0"/>
                  </a:cubicBezTo>
                  <a:cubicBezTo>
                    <a:pt x="15" y="0"/>
                    <a:pt x="12" y="0"/>
                    <a:pt x="9" y="1"/>
                  </a:cubicBezTo>
                  <a:cubicBezTo>
                    <a:pt x="10" y="2"/>
                    <a:pt x="9" y="4"/>
                    <a:pt x="8" y="5"/>
                  </a:cubicBezTo>
                  <a:cubicBezTo>
                    <a:pt x="8" y="7"/>
                    <a:pt x="4" y="9"/>
                    <a:pt x="2" y="11"/>
                  </a:cubicBezTo>
                  <a:cubicBezTo>
                    <a:pt x="1" y="11"/>
                    <a:pt x="1" y="12"/>
                    <a:pt x="0" y="14"/>
                  </a:cubicBezTo>
                  <a:cubicBezTo>
                    <a:pt x="3" y="16"/>
                    <a:pt x="7" y="18"/>
                    <a:pt x="11" y="21"/>
                  </a:cubicBezTo>
                  <a:cubicBezTo>
                    <a:pt x="17" y="26"/>
                    <a:pt x="26" y="32"/>
                    <a:pt x="30" y="33"/>
                  </a:cubicBezTo>
                  <a:cubicBezTo>
                    <a:pt x="31" y="34"/>
                    <a:pt x="32" y="34"/>
                    <a:pt x="32" y="34"/>
                  </a:cubicBezTo>
                  <a:cubicBezTo>
                    <a:pt x="33" y="29"/>
                    <a:pt x="35" y="28"/>
                    <a:pt x="35" y="26"/>
                  </a:cubicBezTo>
                  <a:cubicBezTo>
                    <a:pt x="35" y="23"/>
                    <a:pt x="31" y="21"/>
                    <a:pt x="28" y="1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29" name="Freeform 31"/>
            <p:cNvSpPr>
              <a:spLocks/>
            </p:cNvSpPr>
            <p:nvPr/>
          </p:nvSpPr>
          <p:spPr bwMode="auto">
            <a:xfrm>
              <a:off x="5476872" y="4084979"/>
              <a:ext cx="75230" cy="84121"/>
            </a:xfrm>
            <a:custGeom>
              <a:avLst/>
              <a:gdLst>
                <a:gd name="T0" fmla="*/ 23 w 25"/>
                <a:gd name="T1" fmla="*/ 18 h 27"/>
                <a:gd name="T2" fmla="*/ 24 w 25"/>
                <a:gd name="T3" fmla="*/ 13 h 27"/>
                <a:gd name="T4" fmla="*/ 23 w 25"/>
                <a:gd name="T5" fmla="*/ 8 h 27"/>
                <a:gd name="T6" fmla="*/ 16 w 25"/>
                <a:gd name="T7" fmla="*/ 0 h 27"/>
                <a:gd name="T8" fmla="*/ 10 w 25"/>
                <a:gd name="T9" fmla="*/ 1 h 27"/>
                <a:gd name="T10" fmla="*/ 6 w 25"/>
                <a:gd name="T11" fmla="*/ 2 h 27"/>
                <a:gd name="T12" fmla="*/ 0 w 25"/>
                <a:gd name="T13" fmla="*/ 8 h 27"/>
                <a:gd name="T14" fmla="*/ 1 w 25"/>
                <a:gd name="T15" fmla="*/ 12 h 27"/>
                <a:gd name="T16" fmla="*/ 8 w 25"/>
                <a:gd name="T17" fmla="*/ 22 h 27"/>
                <a:gd name="T18" fmla="*/ 15 w 25"/>
                <a:gd name="T19" fmla="*/ 27 h 27"/>
                <a:gd name="T20" fmla="*/ 17 w 25"/>
                <a:gd name="T21" fmla="*/ 24 h 27"/>
                <a:gd name="T22" fmla="*/ 23 w 25"/>
                <a:gd name="T23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" h="27">
                  <a:moveTo>
                    <a:pt x="23" y="18"/>
                  </a:moveTo>
                  <a:cubicBezTo>
                    <a:pt x="24" y="17"/>
                    <a:pt x="25" y="15"/>
                    <a:pt x="24" y="13"/>
                  </a:cubicBezTo>
                  <a:cubicBezTo>
                    <a:pt x="23" y="12"/>
                    <a:pt x="23" y="10"/>
                    <a:pt x="23" y="8"/>
                  </a:cubicBezTo>
                  <a:cubicBezTo>
                    <a:pt x="23" y="6"/>
                    <a:pt x="18" y="0"/>
                    <a:pt x="16" y="0"/>
                  </a:cubicBezTo>
                  <a:cubicBezTo>
                    <a:pt x="14" y="0"/>
                    <a:pt x="12" y="2"/>
                    <a:pt x="10" y="1"/>
                  </a:cubicBezTo>
                  <a:cubicBezTo>
                    <a:pt x="8" y="1"/>
                    <a:pt x="6" y="0"/>
                    <a:pt x="6" y="2"/>
                  </a:cubicBezTo>
                  <a:cubicBezTo>
                    <a:pt x="6" y="4"/>
                    <a:pt x="3" y="6"/>
                    <a:pt x="0" y="8"/>
                  </a:cubicBezTo>
                  <a:cubicBezTo>
                    <a:pt x="1" y="9"/>
                    <a:pt x="1" y="10"/>
                    <a:pt x="1" y="12"/>
                  </a:cubicBezTo>
                  <a:cubicBezTo>
                    <a:pt x="3" y="18"/>
                    <a:pt x="5" y="20"/>
                    <a:pt x="8" y="22"/>
                  </a:cubicBezTo>
                  <a:cubicBezTo>
                    <a:pt x="9" y="23"/>
                    <a:pt x="12" y="25"/>
                    <a:pt x="15" y="27"/>
                  </a:cubicBezTo>
                  <a:cubicBezTo>
                    <a:pt x="16" y="25"/>
                    <a:pt x="16" y="24"/>
                    <a:pt x="17" y="24"/>
                  </a:cubicBezTo>
                  <a:cubicBezTo>
                    <a:pt x="19" y="22"/>
                    <a:pt x="23" y="20"/>
                    <a:pt x="23" y="1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30" name="Freeform 32"/>
            <p:cNvSpPr>
              <a:spLocks/>
            </p:cNvSpPr>
            <p:nvPr/>
          </p:nvSpPr>
          <p:spPr bwMode="auto">
            <a:xfrm>
              <a:off x="5379965" y="3599970"/>
              <a:ext cx="214214" cy="177442"/>
            </a:xfrm>
            <a:custGeom>
              <a:avLst/>
              <a:gdLst>
                <a:gd name="T0" fmla="*/ 34 w 71"/>
                <a:gd name="T1" fmla="*/ 44 h 57"/>
                <a:gd name="T2" fmla="*/ 42 w 71"/>
                <a:gd name="T3" fmla="*/ 38 h 57"/>
                <a:gd name="T4" fmla="*/ 42 w 71"/>
                <a:gd name="T5" fmla="*/ 15 h 57"/>
                <a:gd name="T6" fmla="*/ 71 w 71"/>
                <a:gd name="T7" fmla="*/ 15 h 57"/>
                <a:gd name="T8" fmla="*/ 71 w 71"/>
                <a:gd name="T9" fmla="*/ 3 h 57"/>
                <a:gd name="T10" fmla="*/ 65 w 71"/>
                <a:gd name="T11" fmla="*/ 0 h 57"/>
                <a:gd name="T12" fmla="*/ 34 w 71"/>
                <a:gd name="T13" fmla="*/ 0 h 57"/>
                <a:gd name="T14" fmla="*/ 29 w 71"/>
                <a:gd name="T15" fmla="*/ 8 h 57"/>
                <a:gd name="T16" fmla="*/ 18 w 71"/>
                <a:gd name="T17" fmla="*/ 23 h 57"/>
                <a:gd name="T18" fmla="*/ 3 w 71"/>
                <a:gd name="T19" fmla="*/ 49 h 57"/>
                <a:gd name="T20" fmla="*/ 0 w 71"/>
                <a:gd name="T21" fmla="*/ 57 h 57"/>
                <a:gd name="T22" fmla="*/ 34 w 71"/>
                <a:gd name="T23" fmla="*/ 57 h 57"/>
                <a:gd name="T24" fmla="*/ 34 w 71"/>
                <a:gd name="T25" fmla="*/ 4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57">
                  <a:moveTo>
                    <a:pt x="34" y="44"/>
                  </a:moveTo>
                  <a:cubicBezTo>
                    <a:pt x="34" y="42"/>
                    <a:pt x="42" y="40"/>
                    <a:pt x="42" y="38"/>
                  </a:cubicBezTo>
                  <a:cubicBezTo>
                    <a:pt x="42" y="36"/>
                    <a:pt x="42" y="15"/>
                    <a:pt x="42" y="15"/>
                  </a:cubicBezTo>
                  <a:cubicBezTo>
                    <a:pt x="42" y="15"/>
                    <a:pt x="70" y="16"/>
                    <a:pt x="71" y="15"/>
                  </a:cubicBezTo>
                  <a:cubicBezTo>
                    <a:pt x="71" y="15"/>
                    <a:pt x="71" y="9"/>
                    <a:pt x="71" y="3"/>
                  </a:cubicBezTo>
                  <a:cubicBezTo>
                    <a:pt x="70" y="1"/>
                    <a:pt x="71" y="0"/>
                    <a:pt x="65" y="0"/>
                  </a:cubicBezTo>
                  <a:cubicBezTo>
                    <a:pt x="60" y="0"/>
                    <a:pt x="44" y="0"/>
                    <a:pt x="34" y="0"/>
                  </a:cubicBezTo>
                  <a:cubicBezTo>
                    <a:pt x="31" y="2"/>
                    <a:pt x="30" y="5"/>
                    <a:pt x="29" y="8"/>
                  </a:cubicBezTo>
                  <a:cubicBezTo>
                    <a:pt x="27" y="12"/>
                    <a:pt x="18" y="17"/>
                    <a:pt x="18" y="23"/>
                  </a:cubicBezTo>
                  <a:cubicBezTo>
                    <a:pt x="17" y="29"/>
                    <a:pt x="9" y="37"/>
                    <a:pt x="3" y="49"/>
                  </a:cubicBezTo>
                  <a:cubicBezTo>
                    <a:pt x="1" y="53"/>
                    <a:pt x="1" y="55"/>
                    <a:pt x="0" y="57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4" y="57"/>
                    <a:pt x="34" y="46"/>
                    <a:pt x="34" y="4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31" name="Freeform 33"/>
            <p:cNvSpPr>
              <a:spLocks/>
            </p:cNvSpPr>
            <p:nvPr/>
          </p:nvSpPr>
          <p:spPr bwMode="auto">
            <a:xfrm>
              <a:off x="5379965" y="3609170"/>
              <a:ext cx="308572" cy="348312"/>
            </a:xfrm>
            <a:custGeom>
              <a:avLst/>
              <a:gdLst>
                <a:gd name="T0" fmla="*/ 8 w 102"/>
                <a:gd name="T1" fmla="*/ 97 h 112"/>
                <a:gd name="T2" fmla="*/ 16 w 102"/>
                <a:gd name="T3" fmla="*/ 97 h 112"/>
                <a:gd name="T4" fmla="*/ 22 w 102"/>
                <a:gd name="T5" fmla="*/ 96 h 112"/>
                <a:gd name="T6" fmla="*/ 27 w 102"/>
                <a:gd name="T7" fmla="*/ 100 h 112"/>
                <a:gd name="T8" fmla="*/ 30 w 102"/>
                <a:gd name="T9" fmla="*/ 100 h 112"/>
                <a:gd name="T10" fmla="*/ 36 w 102"/>
                <a:gd name="T11" fmla="*/ 108 h 112"/>
                <a:gd name="T12" fmla="*/ 40 w 102"/>
                <a:gd name="T13" fmla="*/ 112 h 112"/>
                <a:gd name="T14" fmla="*/ 44 w 102"/>
                <a:gd name="T15" fmla="*/ 109 h 112"/>
                <a:gd name="T16" fmla="*/ 49 w 102"/>
                <a:gd name="T17" fmla="*/ 108 h 112"/>
                <a:gd name="T18" fmla="*/ 54 w 102"/>
                <a:gd name="T19" fmla="*/ 107 h 112"/>
                <a:gd name="T20" fmla="*/ 59 w 102"/>
                <a:gd name="T21" fmla="*/ 107 h 112"/>
                <a:gd name="T22" fmla="*/ 65 w 102"/>
                <a:gd name="T23" fmla="*/ 106 h 112"/>
                <a:gd name="T24" fmla="*/ 98 w 102"/>
                <a:gd name="T25" fmla="*/ 105 h 112"/>
                <a:gd name="T26" fmla="*/ 99 w 102"/>
                <a:gd name="T27" fmla="*/ 98 h 112"/>
                <a:gd name="T28" fmla="*/ 96 w 102"/>
                <a:gd name="T29" fmla="*/ 95 h 112"/>
                <a:gd name="T30" fmla="*/ 88 w 102"/>
                <a:gd name="T31" fmla="*/ 21 h 112"/>
                <a:gd name="T32" fmla="*/ 102 w 102"/>
                <a:gd name="T33" fmla="*/ 21 h 112"/>
                <a:gd name="T34" fmla="*/ 73 w 102"/>
                <a:gd name="T35" fmla="*/ 2 h 112"/>
                <a:gd name="T36" fmla="*/ 71 w 102"/>
                <a:gd name="T37" fmla="*/ 0 h 112"/>
                <a:gd name="T38" fmla="*/ 71 w 102"/>
                <a:gd name="T39" fmla="*/ 12 h 112"/>
                <a:gd name="T40" fmla="*/ 42 w 102"/>
                <a:gd name="T41" fmla="*/ 12 h 112"/>
                <a:gd name="T42" fmla="*/ 42 w 102"/>
                <a:gd name="T43" fmla="*/ 35 h 112"/>
                <a:gd name="T44" fmla="*/ 34 w 102"/>
                <a:gd name="T45" fmla="*/ 41 h 112"/>
                <a:gd name="T46" fmla="*/ 34 w 102"/>
                <a:gd name="T47" fmla="*/ 54 h 112"/>
                <a:gd name="T48" fmla="*/ 0 w 102"/>
                <a:gd name="T49" fmla="*/ 54 h 112"/>
                <a:gd name="T50" fmla="*/ 5 w 102"/>
                <a:gd name="T51" fmla="*/ 64 h 112"/>
                <a:gd name="T52" fmla="*/ 7 w 102"/>
                <a:gd name="T53" fmla="*/ 77 h 112"/>
                <a:gd name="T54" fmla="*/ 4 w 102"/>
                <a:gd name="T55" fmla="*/ 94 h 112"/>
                <a:gd name="T56" fmla="*/ 3 w 102"/>
                <a:gd name="T57" fmla="*/ 101 h 112"/>
                <a:gd name="T58" fmla="*/ 3 w 102"/>
                <a:gd name="T59" fmla="*/ 101 h 112"/>
                <a:gd name="T60" fmla="*/ 8 w 102"/>
                <a:gd name="T61" fmla="*/ 9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2" h="112">
                  <a:moveTo>
                    <a:pt x="8" y="97"/>
                  </a:moveTo>
                  <a:cubicBezTo>
                    <a:pt x="11" y="98"/>
                    <a:pt x="16" y="97"/>
                    <a:pt x="16" y="97"/>
                  </a:cubicBezTo>
                  <a:cubicBezTo>
                    <a:pt x="16" y="97"/>
                    <a:pt x="20" y="95"/>
                    <a:pt x="22" y="96"/>
                  </a:cubicBezTo>
                  <a:cubicBezTo>
                    <a:pt x="25" y="98"/>
                    <a:pt x="27" y="100"/>
                    <a:pt x="27" y="100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0" y="100"/>
                    <a:pt x="32" y="107"/>
                    <a:pt x="36" y="108"/>
                  </a:cubicBezTo>
                  <a:cubicBezTo>
                    <a:pt x="38" y="109"/>
                    <a:pt x="39" y="111"/>
                    <a:pt x="40" y="112"/>
                  </a:cubicBezTo>
                  <a:cubicBezTo>
                    <a:pt x="42" y="112"/>
                    <a:pt x="44" y="111"/>
                    <a:pt x="44" y="109"/>
                  </a:cubicBezTo>
                  <a:cubicBezTo>
                    <a:pt x="44" y="107"/>
                    <a:pt x="46" y="104"/>
                    <a:pt x="49" y="108"/>
                  </a:cubicBezTo>
                  <a:cubicBezTo>
                    <a:pt x="53" y="111"/>
                    <a:pt x="53" y="108"/>
                    <a:pt x="54" y="107"/>
                  </a:cubicBezTo>
                  <a:cubicBezTo>
                    <a:pt x="55" y="106"/>
                    <a:pt x="57" y="107"/>
                    <a:pt x="59" y="107"/>
                  </a:cubicBezTo>
                  <a:cubicBezTo>
                    <a:pt x="62" y="107"/>
                    <a:pt x="65" y="106"/>
                    <a:pt x="65" y="106"/>
                  </a:cubicBezTo>
                  <a:cubicBezTo>
                    <a:pt x="65" y="106"/>
                    <a:pt x="96" y="106"/>
                    <a:pt x="98" y="105"/>
                  </a:cubicBezTo>
                  <a:cubicBezTo>
                    <a:pt x="99" y="105"/>
                    <a:pt x="99" y="98"/>
                    <a:pt x="99" y="98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88" y="21"/>
                    <a:pt x="88" y="21"/>
                    <a:pt x="88" y="21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87" y="11"/>
                    <a:pt x="74" y="3"/>
                    <a:pt x="73" y="2"/>
                  </a:cubicBezTo>
                  <a:cubicBezTo>
                    <a:pt x="72" y="1"/>
                    <a:pt x="71" y="1"/>
                    <a:pt x="71" y="0"/>
                  </a:cubicBezTo>
                  <a:cubicBezTo>
                    <a:pt x="71" y="6"/>
                    <a:pt x="71" y="12"/>
                    <a:pt x="71" y="12"/>
                  </a:cubicBezTo>
                  <a:cubicBezTo>
                    <a:pt x="70" y="13"/>
                    <a:pt x="42" y="12"/>
                    <a:pt x="42" y="12"/>
                  </a:cubicBezTo>
                  <a:cubicBezTo>
                    <a:pt x="42" y="12"/>
                    <a:pt x="42" y="33"/>
                    <a:pt x="42" y="35"/>
                  </a:cubicBezTo>
                  <a:cubicBezTo>
                    <a:pt x="42" y="37"/>
                    <a:pt x="34" y="39"/>
                    <a:pt x="34" y="41"/>
                  </a:cubicBezTo>
                  <a:cubicBezTo>
                    <a:pt x="34" y="43"/>
                    <a:pt x="34" y="54"/>
                    <a:pt x="34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0"/>
                    <a:pt x="3" y="62"/>
                    <a:pt x="5" y="64"/>
                  </a:cubicBezTo>
                  <a:cubicBezTo>
                    <a:pt x="8" y="67"/>
                    <a:pt x="3" y="72"/>
                    <a:pt x="7" y="77"/>
                  </a:cubicBezTo>
                  <a:cubicBezTo>
                    <a:pt x="11" y="83"/>
                    <a:pt x="6" y="91"/>
                    <a:pt x="4" y="94"/>
                  </a:cubicBezTo>
                  <a:cubicBezTo>
                    <a:pt x="3" y="96"/>
                    <a:pt x="3" y="98"/>
                    <a:pt x="3" y="101"/>
                  </a:cubicBezTo>
                  <a:cubicBezTo>
                    <a:pt x="3" y="101"/>
                    <a:pt x="3" y="101"/>
                    <a:pt x="3" y="101"/>
                  </a:cubicBezTo>
                  <a:cubicBezTo>
                    <a:pt x="6" y="100"/>
                    <a:pt x="5" y="96"/>
                    <a:pt x="8" y="9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32" name="Freeform 34"/>
            <p:cNvSpPr>
              <a:spLocks/>
            </p:cNvSpPr>
            <p:nvPr/>
          </p:nvSpPr>
          <p:spPr bwMode="auto">
            <a:xfrm>
              <a:off x="5501098" y="3674889"/>
              <a:ext cx="424604" cy="410089"/>
            </a:xfrm>
            <a:custGeom>
              <a:avLst/>
              <a:gdLst>
                <a:gd name="T0" fmla="*/ 133 w 141"/>
                <a:gd name="T1" fmla="*/ 55 h 132"/>
                <a:gd name="T2" fmla="*/ 129 w 141"/>
                <a:gd name="T3" fmla="*/ 46 h 132"/>
                <a:gd name="T4" fmla="*/ 120 w 141"/>
                <a:gd name="T5" fmla="*/ 43 h 132"/>
                <a:gd name="T6" fmla="*/ 114 w 141"/>
                <a:gd name="T7" fmla="*/ 35 h 132"/>
                <a:gd name="T8" fmla="*/ 62 w 141"/>
                <a:gd name="T9" fmla="*/ 0 h 132"/>
                <a:gd name="T10" fmla="*/ 48 w 141"/>
                <a:gd name="T11" fmla="*/ 0 h 132"/>
                <a:gd name="T12" fmla="*/ 56 w 141"/>
                <a:gd name="T13" fmla="*/ 74 h 132"/>
                <a:gd name="T14" fmla="*/ 59 w 141"/>
                <a:gd name="T15" fmla="*/ 77 h 132"/>
                <a:gd name="T16" fmla="*/ 58 w 141"/>
                <a:gd name="T17" fmla="*/ 84 h 132"/>
                <a:gd name="T18" fmla="*/ 25 w 141"/>
                <a:gd name="T19" fmla="*/ 85 h 132"/>
                <a:gd name="T20" fmla="*/ 19 w 141"/>
                <a:gd name="T21" fmla="*/ 86 h 132"/>
                <a:gd name="T22" fmla="*/ 14 w 141"/>
                <a:gd name="T23" fmla="*/ 86 h 132"/>
                <a:gd name="T24" fmla="*/ 9 w 141"/>
                <a:gd name="T25" fmla="*/ 87 h 132"/>
                <a:gd name="T26" fmla="*/ 4 w 141"/>
                <a:gd name="T27" fmla="*/ 88 h 132"/>
                <a:gd name="T28" fmla="*/ 0 w 141"/>
                <a:gd name="T29" fmla="*/ 91 h 132"/>
                <a:gd name="T30" fmla="*/ 1 w 141"/>
                <a:gd name="T31" fmla="*/ 93 h 132"/>
                <a:gd name="T32" fmla="*/ 2 w 141"/>
                <a:gd name="T33" fmla="*/ 95 h 132"/>
                <a:gd name="T34" fmla="*/ 3 w 141"/>
                <a:gd name="T35" fmla="*/ 101 h 132"/>
                <a:gd name="T36" fmla="*/ 8 w 141"/>
                <a:gd name="T37" fmla="*/ 106 h 132"/>
                <a:gd name="T38" fmla="*/ 8 w 141"/>
                <a:gd name="T39" fmla="*/ 113 h 132"/>
                <a:gd name="T40" fmla="*/ 10 w 141"/>
                <a:gd name="T41" fmla="*/ 115 h 132"/>
                <a:gd name="T42" fmla="*/ 15 w 141"/>
                <a:gd name="T43" fmla="*/ 114 h 132"/>
                <a:gd name="T44" fmla="*/ 21 w 141"/>
                <a:gd name="T45" fmla="*/ 115 h 132"/>
                <a:gd name="T46" fmla="*/ 27 w 141"/>
                <a:gd name="T47" fmla="*/ 111 h 132"/>
                <a:gd name="T48" fmla="*/ 30 w 141"/>
                <a:gd name="T49" fmla="*/ 117 h 132"/>
                <a:gd name="T50" fmla="*/ 33 w 141"/>
                <a:gd name="T51" fmla="*/ 121 h 132"/>
                <a:gd name="T52" fmla="*/ 33 w 141"/>
                <a:gd name="T53" fmla="*/ 124 h 132"/>
                <a:gd name="T54" fmla="*/ 35 w 141"/>
                <a:gd name="T55" fmla="*/ 129 h 132"/>
                <a:gd name="T56" fmla="*/ 39 w 141"/>
                <a:gd name="T57" fmla="*/ 129 h 132"/>
                <a:gd name="T58" fmla="*/ 43 w 141"/>
                <a:gd name="T59" fmla="*/ 130 h 132"/>
                <a:gd name="T60" fmla="*/ 48 w 141"/>
                <a:gd name="T61" fmla="*/ 128 h 132"/>
                <a:gd name="T62" fmla="*/ 52 w 141"/>
                <a:gd name="T63" fmla="*/ 128 h 132"/>
                <a:gd name="T64" fmla="*/ 55 w 141"/>
                <a:gd name="T65" fmla="*/ 129 h 132"/>
                <a:gd name="T66" fmla="*/ 58 w 141"/>
                <a:gd name="T67" fmla="*/ 128 h 132"/>
                <a:gd name="T68" fmla="*/ 60 w 141"/>
                <a:gd name="T69" fmla="*/ 122 h 132"/>
                <a:gd name="T70" fmla="*/ 59 w 141"/>
                <a:gd name="T71" fmla="*/ 116 h 132"/>
                <a:gd name="T72" fmla="*/ 66 w 141"/>
                <a:gd name="T73" fmla="*/ 113 h 132"/>
                <a:gd name="T74" fmla="*/ 69 w 141"/>
                <a:gd name="T75" fmla="*/ 108 h 132"/>
                <a:gd name="T76" fmla="*/ 72 w 141"/>
                <a:gd name="T77" fmla="*/ 102 h 132"/>
                <a:gd name="T78" fmla="*/ 77 w 141"/>
                <a:gd name="T79" fmla="*/ 102 h 132"/>
                <a:gd name="T80" fmla="*/ 81 w 141"/>
                <a:gd name="T81" fmla="*/ 98 h 132"/>
                <a:gd name="T82" fmla="*/ 85 w 141"/>
                <a:gd name="T83" fmla="*/ 96 h 132"/>
                <a:gd name="T84" fmla="*/ 88 w 141"/>
                <a:gd name="T85" fmla="*/ 94 h 132"/>
                <a:gd name="T86" fmla="*/ 95 w 141"/>
                <a:gd name="T87" fmla="*/ 91 h 132"/>
                <a:gd name="T88" fmla="*/ 101 w 141"/>
                <a:gd name="T89" fmla="*/ 88 h 132"/>
                <a:gd name="T90" fmla="*/ 112 w 141"/>
                <a:gd name="T91" fmla="*/ 89 h 132"/>
                <a:gd name="T92" fmla="*/ 119 w 141"/>
                <a:gd name="T93" fmla="*/ 87 h 132"/>
                <a:gd name="T94" fmla="*/ 132 w 141"/>
                <a:gd name="T95" fmla="*/ 85 h 132"/>
                <a:gd name="T96" fmla="*/ 137 w 141"/>
                <a:gd name="T97" fmla="*/ 82 h 132"/>
                <a:gd name="T98" fmla="*/ 140 w 141"/>
                <a:gd name="T99" fmla="*/ 75 h 132"/>
                <a:gd name="T100" fmla="*/ 140 w 141"/>
                <a:gd name="T101" fmla="*/ 53 h 132"/>
                <a:gd name="T102" fmla="*/ 133 w 141"/>
                <a:gd name="T103" fmla="*/ 55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1" h="132">
                  <a:moveTo>
                    <a:pt x="133" y="55"/>
                  </a:moveTo>
                  <a:cubicBezTo>
                    <a:pt x="133" y="55"/>
                    <a:pt x="133" y="48"/>
                    <a:pt x="129" y="46"/>
                  </a:cubicBezTo>
                  <a:cubicBezTo>
                    <a:pt x="125" y="43"/>
                    <a:pt x="120" y="43"/>
                    <a:pt x="120" y="43"/>
                  </a:cubicBezTo>
                  <a:cubicBezTo>
                    <a:pt x="120" y="43"/>
                    <a:pt x="117" y="37"/>
                    <a:pt x="114" y="35"/>
                  </a:cubicBezTo>
                  <a:cubicBezTo>
                    <a:pt x="113" y="34"/>
                    <a:pt x="85" y="15"/>
                    <a:pt x="62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6" y="74"/>
                    <a:pt x="56" y="74"/>
                    <a:pt x="56" y="74"/>
                  </a:cubicBezTo>
                  <a:cubicBezTo>
                    <a:pt x="59" y="77"/>
                    <a:pt x="59" y="77"/>
                    <a:pt x="59" y="77"/>
                  </a:cubicBezTo>
                  <a:cubicBezTo>
                    <a:pt x="59" y="77"/>
                    <a:pt x="59" y="84"/>
                    <a:pt x="58" y="84"/>
                  </a:cubicBezTo>
                  <a:cubicBezTo>
                    <a:pt x="56" y="85"/>
                    <a:pt x="25" y="85"/>
                    <a:pt x="25" y="85"/>
                  </a:cubicBezTo>
                  <a:cubicBezTo>
                    <a:pt x="25" y="85"/>
                    <a:pt x="22" y="86"/>
                    <a:pt x="19" y="86"/>
                  </a:cubicBezTo>
                  <a:cubicBezTo>
                    <a:pt x="17" y="86"/>
                    <a:pt x="15" y="85"/>
                    <a:pt x="14" y="86"/>
                  </a:cubicBezTo>
                  <a:cubicBezTo>
                    <a:pt x="13" y="87"/>
                    <a:pt x="13" y="90"/>
                    <a:pt x="9" y="87"/>
                  </a:cubicBezTo>
                  <a:cubicBezTo>
                    <a:pt x="6" y="83"/>
                    <a:pt x="4" y="86"/>
                    <a:pt x="4" y="88"/>
                  </a:cubicBezTo>
                  <a:cubicBezTo>
                    <a:pt x="4" y="90"/>
                    <a:pt x="2" y="91"/>
                    <a:pt x="0" y="91"/>
                  </a:cubicBezTo>
                  <a:cubicBezTo>
                    <a:pt x="0" y="92"/>
                    <a:pt x="1" y="93"/>
                    <a:pt x="1" y="93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5"/>
                    <a:pt x="2" y="99"/>
                    <a:pt x="3" y="101"/>
                  </a:cubicBezTo>
                  <a:cubicBezTo>
                    <a:pt x="5" y="102"/>
                    <a:pt x="8" y="105"/>
                    <a:pt x="8" y="106"/>
                  </a:cubicBezTo>
                  <a:cubicBezTo>
                    <a:pt x="8" y="107"/>
                    <a:pt x="8" y="113"/>
                    <a:pt x="8" y="113"/>
                  </a:cubicBezTo>
                  <a:cubicBezTo>
                    <a:pt x="8" y="113"/>
                    <a:pt x="9" y="117"/>
                    <a:pt x="10" y="115"/>
                  </a:cubicBezTo>
                  <a:cubicBezTo>
                    <a:pt x="12" y="113"/>
                    <a:pt x="14" y="117"/>
                    <a:pt x="15" y="114"/>
                  </a:cubicBezTo>
                  <a:cubicBezTo>
                    <a:pt x="16" y="112"/>
                    <a:pt x="19" y="115"/>
                    <a:pt x="21" y="115"/>
                  </a:cubicBezTo>
                  <a:cubicBezTo>
                    <a:pt x="22" y="115"/>
                    <a:pt x="26" y="110"/>
                    <a:pt x="27" y="111"/>
                  </a:cubicBezTo>
                  <a:cubicBezTo>
                    <a:pt x="28" y="111"/>
                    <a:pt x="30" y="115"/>
                    <a:pt x="30" y="117"/>
                  </a:cubicBezTo>
                  <a:cubicBezTo>
                    <a:pt x="30" y="119"/>
                    <a:pt x="35" y="120"/>
                    <a:pt x="33" y="121"/>
                  </a:cubicBezTo>
                  <a:cubicBezTo>
                    <a:pt x="32" y="121"/>
                    <a:pt x="31" y="124"/>
                    <a:pt x="33" y="124"/>
                  </a:cubicBezTo>
                  <a:cubicBezTo>
                    <a:pt x="35" y="124"/>
                    <a:pt x="34" y="127"/>
                    <a:pt x="35" y="129"/>
                  </a:cubicBezTo>
                  <a:cubicBezTo>
                    <a:pt x="36" y="130"/>
                    <a:pt x="38" y="131"/>
                    <a:pt x="39" y="129"/>
                  </a:cubicBezTo>
                  <a:cubicBezTo>
                    <a:pt x="40" y="127"/>
                    <a:pt x="42" y="129"/>
                    <a:pt x="43" y="130"/>
                  </a:cubicBezTo>
                  <a:cubicBezTo>
                    <a:pt x="44" y="132"/>
                    <a:pt x="47" y="130"/>
                    <a:pt x="48" y="128"/>
                  </a:cubicBezTo>
                  <a:cubicBezTo>
                    <a:pt x="48" y="126"/>
                    <a:pt x="52" y="125"/>
                    <a:pt x="52" y="128"/>
                  </a:cubicBezTo>
                  <a:cubicBezTo>
                    <a:pt x="52" y="130"/>
                    <a:pt x="53" y="130"/>
                    <a:pt x="55" y="129"/>
                  </a:cubicBezTo>
                  <a:cubicBezTo>
                    <a:pt x="56" y="128"/>
                    <a:pt x="57" y="128"/>
                    <a:pt x="58" y="128"/>
                  </a:cubicBezTo>
                  <a:cubicBezTo>
                    <a:pt x="58" y="125"/>
                    <a:pt x="59" y="122"/>
                    <a:pt x="60" y="122"/>
                  </a:cubicBezTo>
                  <a:cubicBezTo>
                    <a:pt x="61" y="120"/>
                    <a:pt x="58" y="117"/>
                    <a:pt x="59" y="116"/>
                  </a:cubicBezTo>
                  <a:cubicBezTo>
                    <a:pt x="61" y="116"/>
                    <a:pt x="65" y="117"/>
                    <a:pt x="66" y="113"/>
                  </a:cubicBezTo>
                  <a:cubicBezTo>
                    <a:pt x="67" y="110"/>
                    <a:pt x="69" y="108"/>
                    <a:pt x="69" y="108"/>
                  </a:cubicBezTo>
                  <a:cubicBezTo>
                    <a:pt x="69" y="108"/>
                    <a:pt x="69" y="100"/>
                    <a:pt x="72" y="102"/>
                  </a:cubicBezTo>
                  <a:cubicBezTo>
                    <a:pt x="74" y="103"/>
                    <a:pt x="77" y="105"/>
                    <a:pt x="77" y="102"/>
                  </a:cubicBezTo>
                  <a:cubicBezTo>
                    <a:pt x="77" y="99"/>
                    <a:pt x="80" y="101"/>
                    <a:pt x="81" y="98"/>
                  </a:cubicBezTo>
                  <a:cubicBezTo>
                    <a:pt x="81" y="95"/>
                    <a:pt x="83" y="95"/>
                    <a:pt x="85" y="96"/>
                  </a:cubicBezTo>
                  <a:cubicBezTo>
                    <a:pt x="86" y="96"/>
                    <a:pt x="88" y="96"/>
                    <a:pt x="88" y="94"/>
                  </a:cubicBezTo>
                  <a:cubicBezTo>
                    <a:pt x="88" y="93"/>
                    <a:pt x="92" y="93"/>
                    <a:pt x="95" y="91"/>
                  </a:cubicBezTo>
                  <a:cubicBezTo>
                    <a:pt x="98" y="89"/>
                    <a:pt x="100" y="87"/>
                    <a:pt x="101" y="88"/>
                  </a:cubicBezTo>
                  <a:cubicBezTo>
                    <a:pt x="103" y="90"/>
                    <a:pt x="111" y="89"/>
                    <a:pt x="112" y="89"/>
                  </a:cubicBezTo>
                  <a:cubicBezTo>
                    <a:pt x="113" y="88"/>
                    <a:pt x="116" y="86"/>
                    <a:pt x="119" y="87"/>
                  </a:cubicBezTo>
                  <a:cubicBezTo>
                    <a:pt x="122" y="87"/>
                    <a:pt x="129" y="85"/>
                    <a:pt x="132" y="85"/>
                  </a:cubicBezTo>
                  <a:cubicBezTo>
                    <a:pt x="135" y="85"/>
                    <a:pt x="136" y="83"/>
                    <a:pt x="137" y="82"/>
                  </a:cubicBezTo>
                  <a:cubicBezTo>
                    <a:pt x="138" y="81"/>
                    <a:pt x="139" y="76"/>
                    <a:pt x="140" y="75"/>
                  </a:cubicBezTo>
                  <a:cubicBezTo>
                    <a:pt x="141" y="75"/>
                    <a:pt x="140" y="59"/>
                    <a:pt x="140" y="53"/>
                  </a:cubicBezTo>
                  <a:cubicBezTo>
                    <a:pt x="137" y="54"/>
                    <a:pt x="133" y="55"/>
                    <a:pt x="133" y="5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33" name="Freeform 35"/>
            <p:cNvSpPr>
              <a:spLocks/>
            </p:cNvSpPr>
            <p:nvPr/>
          </p:nvSpPr>
          <p:spPr bwMode="auto">
            <a:xfrm>
              <a:off x="5675786" y="3945653"/>
              <a:ext cx="207839" cy="155098"/>
            </a:xfrm>
            <a:custGeom>
              <a:avLst/>
              <a:gdLst>
                <a:gd name="T0" fmla="*/ 68 w 69"/>
                <a:gd name="T1" fmla="*/ 28 h 50"/>
                <a:gd name="T2" fmla="*/ 65 w 69"/>
                <a:gd name="T3" fmla="*/ 26 h 50"/>
                <a:gd name="T4" fmla="*/ 64 w 69"/>
                <a:gd name="T5" fmla="*/ 22 h 50"/>
                <a:gd name="T6" fmla="*/ 60 w 69"/>
                <a:gd name="T7" fmla="*/ 22 h 50"/>
                <a:gd name="T8" fmla="*/ 57 w 69"/>
                <a:gd name="T9" fmla="*/ 19 h 50"/>
                <a:gd name="T10" fmla="*/ 55 w 69"/>
                <a:gd name="T11" fmla="*/ 16 h 50"/>
                <a:gd name="T12" fmla="*/ 51 w 69"/>
                <a:gd name="T13" fmla="*/ 12 h 50"/>
                <a:gd name="T14" fmla="*/ 49 w 69"/>
                <a:gd name="T15" fmla="*/ 7 h 50"/>
                <a:gd name="T16" fmla="*/ 48 w 69"/>
                <a:gd name="T17" fmla="*/ 2 h 50"/>
                <a:gd name="T18" fmla="*/ 43 w 69"/>
                <a:gd name="T19" fmla="*/ 1 h 50"/>
                <a:gd name="T20" fmla="*/ 37 w 69"/>
                <a:gd name="T21" fmla="*/ 4 h 50"/>
                <a:gd name="T22" fmla="*/ 30 w 69"/>
                <a:gd name="T23" fmla="*/ 7 h 50"/>
                <a:gd name="T24" fmla="*/ 27 w 69"/>
                <a:gd name="T25" fmla="*/ 9 h 50"/>
                <a:gd name="T26" fmla="*/ 23 w 69"/>
                <a:gd name="T27" fmla="*/ 11 h 50"/>
                <a:gd name="T28" fmla="*/ 19 w 69"/>
                <a:gd name="T29" fmla="*/ 15 h 50"/>
                <a:gd name="T30" fmla="*/ 14 w 69"/>
                <a:gd name="T31" fmla="*/ 15 h 50"/>
                <a:gd name="T32" fmla="*/ 11 w 69"/>
                <a:gd name="T33" fmla="*/ 21 h 50"/>
                <a:gd name="T34" fmla="*/ 8 w 69"/>
                <a:gd name="T35" fmla="*/ 26 h 50"/>
                <a:gd name="T36" fmla="*/ 1 w 69"/>
                <a:gd name="T37" fmla="*/ 29 h 50"/>
                <a:gd name="T38" fmla="*/ 2 w 69"/>
                <a:gd name="T39" fmla="*/ 35 h 50"/>
                <a:gd name="T40" fmla="*/ 0 w 69"/>
                <a:gd name="T41" fmla="*/ 41 h 50"/>
                <a:gd name="T42" fmla="*/ 4 w 69"/>
                <a:gd name="T43" fmla="*/ 44 h 50"/>
                <a:gd name="T44" fmla="*/ 11 w 69"/>
                <a:gd name="T45" fmla="*/ 47 h 50"/>
                <a:gd name="T46" fmla="*/ 21 w 69"/>
                <a:gd name="T47" fmla="*/ 46 h 50"/>
                <a:gd name="T48" fmla="*/ 24 w 69"/>
                <a:gd name="T49" fmla="*/ 45 h 50"/>
                <a:gd name="T50" fmla="*/ 22 w 69"/>
                <a:gd name="T51" fmla="*/ 37 h 50"/>
                <a:gd name="T52" fmla="*/ 44 w 69"/>
                <a:gd name="T53" fmla="*/ 37 h 50"/>
                <a:gd name="T54" fmla="*/ 47 w 69"/>
                <a:gd name="T55" fmla="*/ 35 h 50"/>
                <a:gd name="T56" fmla="*/ 54 w 69"/>
                <a:gd name="T57" fmla="*/ 36 h 50"/>
                <a:gd name="T58" fmla="*/ 59 w 69"/>
                <a:gd name="T59" fmla="*/ 33 h 50"/>
                <a:gd name="T60" fmla="*/ 66 w 69"/>
                <a:gd name="T61" fmla="*/ 31 h 50"/>
                <a:gd name="T62" fmla="*/ 68 w 69"/>
                <a:gd name="T63" fmla="*/ 28 h 50"/>
                <a:gd name="T64" fmla="*/ 68 w 69"/>
                <a:gd name="T65" fmla="*/ 2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9" h="50">
                  <a:moveTo>
                    <a:pt x="68" y="28"/>
                  </a:moveTo>
                  <a:cubicBezTo>
                    <a:pt x="67" y="27"/>
                    <a:pt x="65" y="26"/>
                    <a:pt x="65" y="26"/>
                  </a:cubicBezTo>
                  <a:cubicBezTo>
                    <a:pt x="64" y="26"/>
                    <a:pt x="65" y="22"/>
                    <a:pt x="64" y="22"/>
                  </a:cubicBezTo>
                  <a:cubicBezTo>
                    <a:pt x="64" y="21"/>
                    <a:pt x="62" y="23"/>
                    <a:pt x="60" y="22"/>
                  </a:cubicBezTo>
                  <a:cubicBezTo>
                    <a:pt x="59" y="22"/>
                    <a:pt x="58" y="19"/>
                    <a:pt x="57" y="19"/>
                  </a:cubicBezTo>
                  <a:cubicBezTo>
                    <a:pt x="55" y="19"/>
                    <a:pt x="55" y="18"/>
                    <a:pt x="55" y="16"/>
                  </a:cubicBezTo>
                  <a:cubicBezTo>
                    <a:pt x="55" y="14"/>
                    <a:pt x="53" y="13"/>
                    <a:pt x="51" y="12"/>
                  </a:cubicBezTo>
                  <a:cubicBezTo>
                    <a:pt x="50" y="11"/>
                    <a:pt x="49" y="7"/>
                    <a:pt x="49" y="7"/>
                  </a:cubicBezTo>
                  <a:cubicBezTo>
                    <a:pt x="48" y="7"/>
                    <a:pt x="48" y="4"/>
                    <a:pt x="48" y="2"/>
                  </a:cubicBezTo>
                  <a:cubicBezTo>
                    <a:pt x="46" y="2"/>
                    <a:pt x="44" y="2"/>
                    <a:pt x="43" y="1"/>
                  </a:cubicBezTo>
                  <a:cubicBezTo>
                    <a:pt x="42" y="0"/>
                    <a:pt x="40" y="2"/>
                    <a:pt x="37" y="4"/>
                  </a:cubicBezTo>
                  <a:cubicBezTo>
                    <a:pt x="34" y="6"/>
                    <a:pt x="30" y="6"/>
                    <a:pt x="30" y="7"/>
                  </a:cubicBezTo>
                  <a:cubicBezTo>
                    <a:pt x="30" y="9"/>
                    <a:pt x="28" y="9"/>
                    <a:pt x="27" y="9"/>
                  </a:cubicBezTo>
                  <a:cubicBezTo>
                    <a:pt x="25" y="8"/>
                    <a:pt x="23" y="8"/>
                    <a:pt x="23" y="11"/>
                  </a:cubicBezTo>
                  <a:cubicBezTo>
                    <a:pt x="22" y="14"/>
                    <a:pt x="19" y="12"/>
                    <a:pt x="19" y="15"/>
                  </a:cubicBezTo>
                  <a:cubicBezTo>
                    <a:pt x="19" y="18"/>
                    <a:pt x="16" y="16"/>
                    <a:pt x="14" y="15"/>
                  </a:cubicBezTo>
                  <a:cubicBezTo>
                    <a:pt x="11" y="13"/>
                    <a:pt x="11" y="21"/>
                    <a:pt x="11" y="21"/>
                  </a:cubicBezTo>
                  <a:cubicBezTo>
                    <a:pt x="11" y="21"/>
                    <a:pt x="9" y="23"/>
                    <a:pt x="8" y="26"/>
                  </a:cubicBezTo>
                  <a:cubicBezTo>
                    <a:pt x="7" y="30"/>
                    <a:pt x="3" y="29"/>
                    <a:pt x="1" y="29"/>
                  </a:cubicBezTo>
                  <a:cubicBezTo>
                    <a:pt x="0" y="30"/>
                    <a:pt x="3" y="33"/>
                    <a:pt x="2" y="35"/>
                  </a:cubicBezTo>
                  <a:cubicBezTo>
                    <a:pt x="1" y="35"/>
                    <a:pt x="0" y="38"/>
                    <a:pt x="0" y="41"/>
                  </a:cubicBezTo>
                  <a:cubicBezTo>
                    <a:pt x="1" y="41"/>
                    <a:pt x="3" y="43"/>
                    <a:pt x="4" y="44"/>
                  </a:cubicBezTo>
                  <a:cubicBezTo>
                    <a:pt x="4" y="45"/>
                    <a:pt x="9" y="50"/>
                    <a:pt x="11" y="47"/>
                  </a:cubicBezTo>
                  <a:cubicBezTo>
                    <a:pt x="13" y="45"/>
                    <a:pt x="20" y="45"/>
                    <a:pt x="21" y="46"/>
                  </a:cubicBezTo>
                  <a:cubicBezTo>
                    <a:pt x="23" y="47"/>
                    <a:pt x="24" y="47"/>
                    <a:pt x="24" y="45"/>
                  </a:cubicBezTo>
                  <a:cubicBezTo>
                    <a:pt x="24" y="44"/>
                    <a:pt x="21" y="38"/>
                    <a:pt x="22" y="37"/>
                  </a:cubicBezTo>
                  <a:cubicBezTo>
                    <a:pt x="23" y="35"/>
                    <a:pt x="43" y="36"/>
                    <a:pt x="44" y="37"/>
                  </a:cubicBezTo>
                  <a:cubicBezTo>
                    <a:pt x="44" y="39"/>
                    <a:pt x="44" y="35"/>
                    <a:pt x="47" y="35"/>
                  </a:cubicBezTo>
                  <a:cubicBezTo>
                    <a:pt x="49" y="35"/>
                    <a:pt x="53" y="37"/>
                    <a:pt x="54" y="36"/>
                  </a:cubicBezTo>
                  <a:cubicBezTo>
                    <a:pt x="56" y="36"/>
                    <a:pt x="58" y="33"/>
                    <a:pt x="59" y="33"/>
                  </a:cubicBezTo>
                  <a:cubicBezTo>
                    <a:pt x="61" y="33"/>
                    <a:pt x="65" y="33"/>
                    <a:pt x="66" y="31"/>
                  </a:cubicBezTo>
                  <a:cubicBezTo>
                    <a:pt x="67" y="30"/>
                    <a:pt x="69" y="30"/>
                    <a:pt x="68" y="28"/>
                  </a:cubicBezTo>
                  <a:cubicBezTo>
                    <a:pt x="68" y="28"/>
                    <a:pt x="68" y="28"/>
                    <a:pt x="68" y="2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34" name="Freeform 36"/>
            <p:cNvSpPr>
              <a:spLocks/>
            </p:cNvSpPr>
            <p:nvPr/>
          </p:nvSpPr>
          <p:spPr bwMode="auto">
            <a:xfrm>
              <a:off x="5821146" y="3718264"/>
              <a:ext cx="394002" cy="318082"/>
            </a:xfrm>
            <a:custGeom>
              <a:avLst/>
              <a:gdLst>
                <a:gd name="T0" fmla="*/ 125 w 131"/>
                <a:gd name="T1" fmla="*/ 15 h 102"/>
                <a:gd name="T2" fmla="*/ 124 w 131"/>
                <a:gd name="T3" fmla="*/ 4 h 102"/>
                <a:gd name="T4" fmla="*/ 118 w 131"/>
                <a:gd name="T5" fmla="*/ 7 h 102"/>
                <a:gd name="T6" fmla="*/ 112 w 131"/>
                <a:gd name="T7" fmla="*/ 2 h 102"/>
                <a:gd name="T8" fmla="*/ 100 w 131"/>
                <a:gd name="T9" fmla="*/ 0 h 102"/>
                <a:gd name="T10" fmla="*/ 64 w 131"/>
                <a:gd name="T11" fmla="*/ 22 h 102"/>
                <a:gd name="T12" fmla="*/ 49 w 131"/>
                <a:gd name="T13" fmla="*/ 35 h 102"/>
                <a:gd name="T14" fmla="*/ 36 w 131"/>
                <a:gd name="T15" fmla="*/ 39 h 102"/>
                <a:gd name="T16" fmla="*/ 34 w 131"/>
                <a:gd name="T17" fmla="*/ 39 h 102"/>
                <a:gd name="T18" fmla="*/ 34 w 131"/>
                <a:gd name="T19" fmla="*/ 61 h 102"/>
                <a:gd name="T20" fmla="*/ 31 w 131"/>
                <a:gd name="T21" fmla="*/ 68 h 102"/>
                <a:gd name="T22" fmla="*/ 26 w 131"/>
                <a:gd name="T23" fmla="*/ 71 h 102"/>
                <a:gd name="T24" fmla="*/ 13 w 131"/>
                <a:gd name="T25" fmla="*/ 73 h 102"/>
                <a:gd name="T26" fmla="*/ 6 w 131"/>
                <a:gd name="T27" fmla="*/ 75 h 102"/>
                <a:gd name="T28" fmla="*/ 0 w 131"/>
                <a:gd name="T29" fmla="*/ 75 h 102"/>
                <a:gd name="T30" fmla="*/ 1 w 131"/>
                <a:gd name="T31" fmla="*/ 80 h 102"/>
                <a:gd name="T32" fmla="*/ 3 w 131"/>
                <a:gd name="T33" fmla="*/ 85 h 102"/>
                <a:gd name="T34" fmla="*/ 7 w 131"/>
                <a:gd name="T35" fmla="*/ 89 h 102"/>
                <a:gd name="T36" fmla="*/ 9 w 131"/>
                <a:gd name="T37" fmla="*/ 92 h 102"/>
                <a:gd name="T38" fmla="*/ 12 w 131"/>
                <a:gd name="T39" fmla="*/ 95 h 102"/>
                <a:gd name="T40" fmla="*/ 16 w 131"/>
                <a:gd name="T41" fmla="*/ 95 h 102"/>
                <a:gd name="T42" fmla="*/ 17 w 131"/>
                <a:gd name="T43" fmla="*/ 99 h 102"/>
                <a:gd name="T44" fmla="*/ 20 w 131"/>
                <a:gd name="T45" fmla="*/ 101 h 102"/>
                <a:gd name="T46" fmla="*/ 23 w 131"/>
                <a:gd name="T47" fmla="*/ 97 h 102"/>
                <a:gd name="T48" fmla="*/ 26 w 131"/>
                <a:gd name="T49" fmla="*/ 101 h 102"/>
                <a:gd name="T50" fmla="*/ 30 w 131"/>
                <a:gd name="T51" fmla="*/ 100 h 102"/>
                <a:gd name="T52" fmla="*/ 33 w 131"/>
                <a:gd name="T53" fmla="*/ 94 h 102"/>
                <a:gd name="T54" fmla="*/ 35 w 131"/>
                <a:gd name="T55" fmla="*/ 87 h 102"/>
                <a:gd name="T56" fmla="*/ 43 w 131"/>
                <a:gd name="T57" fmla="*/ 87 h 102"/>
                <a:gd name="T58" fmla="*/ 48 w 131"/>
                <a:gd name="T59" fmla="*/ 85 h 102"/>
                <a:gd name="T60" fmla="*/ 55 w 131"/>
                <a:gd name="T61" fmla="*/ 87 h 102"/>
                <a:gd name="T62" fmla="*/ 59 w 131"/>
                <a:gd name="T63" fmla="*/ 92 h 102"/>
                <a:gd name="T64" fmla="*/ 66 w 131"/>
                <a:gd name="T65" fmla="*/ 90 h 102"/>
                <a:gd name="T66" fmla="*/ 73 w 131"/>
                <a:gd name="T67" fmla="*/ 93 h 102"/>
                <a:gd name="T68" fmla="*/ 81 w 131"/>
                <a:gd name="T69" fmla="*/ 93 h 102"/>
                <a:gd name="T70" fmla="*/ 87 w 131"/>
                <a:gd name="T71" fmla="*/ 89 h 102"/>
                <a:gd name="T72" fmla="*/ 98 w 131"/>
                <a:gd name="T73" fmla="*/ 89 h 102"/>
                <a:gd name="T74" fmla="*/ 105 w 131"/>
                <a:gd name="T75" fmla="*/ 91 h 102"/>
                <a:gd name="T76" fmla="*/ 111 w 131"/>
                <a:gd name="T77" fmla="*/ 86 h 102"/>
                <a:gd name="T78" fmla="*/ 112 w 131"/>
                <a:gd name="T79" fmla="*/ 86 h 102"/>
                <a:gd name="T80" fmla="*/ 112 w 131"/>
                <a:gd name="T81" fmla="*/ 83 h 102"/>
                <a:gd name="T82" fmla="*/ 114 w 131"/>
                <a:gd name="T83" fmla="*/ 76 h 102"/>
                <a:gd name="T84" fmla="*/ 127 w 131"/>
                <a:gd name="T85" fmla="*/ 59 h 102"/>
                <a:gd name="T86" fmla="*/ 128 w 131"/>
                <a:gd name="T87" fmla="*/ 38 h 102"/>
                <a:gd name="T88" fmla="*/ 130 w 131"/>
                <a:gd name="T89" fmla="*/ 29 h 102"/>
                <a:gd name="T90" fmla="*/ 128 w 131"/>
                <a:gd name="T91" fmla="*/ 22 h 102"/>
                <a:gd name="T92" fmla="*/ 125 w 131"/>
                <a:gd name="T93" fmla="*/ 1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1" h="102">
                  <a:moveTo>
                    <a:pt x="125" y="15"/>
                  </a:moveTo>
                  <a:cubicBezTo>
                    <a:pt x="125" y="13"/>
                    <a:pt x="125" y="8"/>
                    <a:pt x="124" y="4"/>
                  </a:cubicBezTo>
                  <a:cubicBezTo>
                    <a:pt x="118" y="7"/>
                    <a:pt x="118" y="7"/>
                    <a:pt x="118" y="7"/>
                  </a:cubicBezTo>
                  <a:cubicBezTo>
                    <a:pt x="118" y="7"/>
                    <a:pt x="116" y="5"/>
                    <a:pt x="112" y="2"/>
                  </a:cubicBezTo>
                  <a:cubicBezTo>
                    <a:pt x="109" y="0"/>
                    <a:pt x="100" y="0"/>
                    <a:pt x="100" y="0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9" y="35"/>
                    <a:pt x="38" y="38"/>
                    <a:pt x="36" y="39"/>
                  </a:cubicBezTo>
                  <a:cubicBezTo>
                    <a:pt x="35" y="39"/>
                    <a:pt x="35" y="39"/>
                    <a:pt x="34" y="39"/>
                  </a:cubicBezTo>
                  <a:cubicBezTo>
                    <a:pt x="34" y="45"/>
                    <a:pt x="35" y="61"/>
                    <a:pt x="34" y="61"/>
                  </a:cubicBezTo>
                  <a:cubicBezTo>
                    <a:pt x="33" y="62"/>
                    <a:pt x="32" y="67"/>
                    <a:pt x="31" y="68"/>
                  </a:cubicBezTo>
                  <a:cubicBezTo>
                    <a:pt x="30" y="69"/>
                    <a:pt x="29" y="71"/>
                    <a:pt x="26" y="71"/>
                  </a:cubicBezTo>
                  <a:cubicBezTo>
                    <a:pt x="23" y="71"/>
                    <a:pt x="16" y="73"/>
                    <a:pt x="13" y="73"/>
                  </a:cubicBezTo>
                  <a:cubicBezTo>
                    <a:pt x="10" y="72"/>
                    <a:pt x="7" y="74"/>
                    <a:pt x="6" y="75"/>
                  </a:cubicBezTo>
                  <a:cubicBezTo>
                    <a:pt x="5" y="75"/>
                    <a:pt x="3" y="75"/>
                    <a:pt x="0" y="75"/>
                  </a:cubicBezTo>
                  <a:cubicBezTo>
                    <a:pt x="0" y="77"/>
                    <a:pt x="0" y="80"/>
                    <a:pt x="1" y="80"/>
                  </a:cubicBezTo>
                  <a:cubicBezTo>
                    <a:pt x="1" y="80"/>
                    <a:pt x="2" y="84"/>
                    <a:pt x="3" y="85"/>
                  </a:cubicBezTo>
                  <a:cubicBezTo>
                    <a:pt x="5" y="86"/>
                    <a:pt x="7" y="87"/>
                    <a:pt x="7" y="89"/>
                  </a:cubicBezTo>
                  <a:cubicBezTo>
                    <a:pt x="7" y="91"/>
                    <a:pt x="7" y="92"/>
                    <a:pt x="9" y="92"/>
                  </a:cubicBezTo>
                  <a:cubicBezTo>
                    <a:pt x="10" y="92"/>
                    <a:pt x="11" y="95"/>
                    <a:pt x="12" y="95"/>
                  </a:cubicBezTo>
                  <a:cubicBezTo>
                    <a:pt x="14" y="96"/>
                    <a:pt x="16" y="94"/>
                    <a:pt x="16" y="95"/>
                  </a:cubicBezTo>
                  <a:cubicBezTo>
                    <a:pt x="17" y="95"/>
                    <a:pt x="16" y="99"/>
                    <a:pt x="17" y="99"/>
                  </a:cubicBezTo>
                  <a:cubicBezTo>
                    <a:pt x="17" y="99"/>
                    <a:pt x="19" y="100"/>
                    <a:pt x="20" y="101"/>
                  </a:cubicBezTo>
                  <a:cubicBezTo>
                    <a:pt x="20" y="99"/>
                    <a:pt x="21" y="96"/>
                    <a:pt x="23" y="97"/>
                  </a:cubicBezTo>
                  <a:cubicBezTo>
                    <a:pt x="26" y="98"/>
                    <a:pt x="24" y="100"/>
                    <a:pt x="26" y="101"/>
                  </a:cubicBezTo>
                  <a:cubicBezTo>
                    <a:pt x="28" y="102"/>
                    <a:pt x="30" y="101"/>
                    <a:pt x="30" y="100"/>
                  </a:cubicBezTo>
                  <a:cubicBezTo>
                    <a:pt x="30" y="98"/>
                    <a:pt x="33" y="94"/>
                    <a:pt x="33" y="94"/>
                  </a:cubicBezTo>
                  <a:cubicBezTo>
                    <a:pt x="34" y="93"/>
                    <a:pt x="34" y="88"/>
                    <a:pt x="35" y="87"/>
                  </a:cubicBezTo>
                  <a:cubicBezTo>
                    <a:pt x="37" y="86"/>
                    <a:pt x="41" y="87"/>
                    <a:pt x="43" y="87"/>
                  </a:cubicBezTo>
                  <a:cubicBezTo>
                    <a:pt x="45" y="87"/>
                    <a:pt x="46" y="83"/>
                    <a:pt x="48" y="85"/>
                  </a:cubicBezTo>
                  <a:cubicBezTo>
                    <a:pt x="50" y="87"/>
                    <a:pt x="53" y="85"/>
                    <a:pt x="55" y="87"/>
                  </a:cubicBezTo>
                  <a:cubicBezTo>
                    <a:pt x="56" y="89"/>
                    <a:pt x="57" y="93"/>
                    <a:pt x="59" y="92"/>
                  </a:cubicBezTo>
                  <a:cubicBezTo>
                    <a:pt x="62" y="90"/>
                    <a:pt x="65" y="90"/>
                    <a:pt x="66" y="90"/>
                  </a:cubicBezTo>
                  <a:cubicBezTo>
                    <a:pt x="68" y="90"/>
                    <a:pt x="71" y="93"/>
                    <a:pt x="73" y="93"/>
                  </a:cubicBezTo>
                  <a:cubicBezTo>
                    <a:pt x="74" y="94"/>
                    <a:pt x="79" y="94"/>
                    <a:pt x="81" y="93"/>
                  </a:cubicBezTo>
                  <a:cubicBezTo>
                    <a:pt x="83" y="92"/>
                    <a:pt x="85" y="89"/>
                    <a:pt x="87" y="89"/>
                  </a:cubicBezTo>
                  <a:cubicBezTo>
                    <a:pt x="90" y="89"/>
                    <a:pt x="97" y="89"/>
                    <a:pt x="98" y="89"/>
                  </a:cubicBezTo>
                  <a:cubicBezTo>
                    <a:pt x="100" y="90"/>
                    <a:pt x="103" y="92"/>
                    <a:pt x="105" y="91"/>
                  </a:cubicBezTo>
                  <a:cubicBezTo>
                    <a:pt x="107" y="90"/>
                    <a:pt x="109" y="86"/>
                    <a:pt x="111" y="86"/>
                  </a:cubicBezTo>
                  <a:cubicBezTo>
                    <a:pt x="112" y="85"/>
                    <a:pt x="112" y="86"/>
                    <a:pt x="112" y="86"/>
                  </a:cubicBezTo>
                  <a:cubicBezTo>
                    <a:pt x="112" y="85"/>
                    <a:pt x="112" y="84"/>
                    <a:pt x="112" y="83"/>
                  </a:cubicBezTo>
                  <a:cubicBezTo>
                    <a:pt x="112" y="78"/>
                    <a:pt x="113" y="80"/>
                    <a:pt x="114" y="76"/>
                  </a:cubicBezTo>
                  <a:cubicBezTo>
                    <a:pt x="115" y="71"/>
                    <a:pt x="126" y="59"/>
                    <a:pt x="127" y="59"/>
                  </a:cubicBezTo>
                  <a:cubicBezTo>
                    <a:pt x="128" y="58"/>
                    <a:pt x="128" y="40"/>
                    <a:pt x="128" y="38"/>
                  </a:cubicBezTo>
                  <a:cubicBezTo>
                    <a:pt x="128" y="35"/>
                    <a:pt x="129" y="32"/>
                    <a:pt x="130" y="29"/>
                  </a:cubicBezTo>
                  <a:cubicBezTo>
                    <a:pt x="131" y="25"/>
                    <a:pt x="128" y="26"/>
                    <a:pt x="128" y="22"/>
                  </a:cubicBezTo>
                  <a:cubicBezTo>
                    <a:pt x="129" y="19"/>
                    <a:pt x="125" y="17"/>
                    <a:pt x="125" y="1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35" name="Freeform 37"/>
            <p:cNvSpPr>
              <a:spLocks/>
            </p:cNvSpPr>
            <p:nvPr/>
          </p:nvSpPr>
          <p:spPr bwMode="auto">
            <a:xfrm>
              <a:off x="6157769" y="3718264"/>
              <a:ext cx="256293" cy="436377"/>
            </a:xfrm>
            <a:custGeom>
              <a:avLst/>
              <a:gdLst>
                <a:gd name="T0" fmla="*/ 84 w 85"/>
                <a:gd name="T1" fmla="*/ 34 h 140"/>
                <a:gd name="T2" fmla="*/ 20 w 85"/>
                <a:gd name="T3" fmla="*/ 0 h 140"/>
                <a:gd name="T4" fmla="*/ 12 w 85"/>
                <a:gd name="T5" fmla="*/ 4 h 140"/>
                <a:gd name="T6" fmla="*/ 13 w 85"/>
                <a:gd name="T7" fmla="*/ 15 h 140"/>
                <a:gd name="T8" fmla="*/ 16 w 85"/>
                <a:gd name="T9" fmla="*/ 22 h 140"/>
                <a:gd name="T10" fmla="*/ 18 w 85"/>
                <a:gd name="T11" fmla="*/ 29 h 140"/>
                <a:gd name="T12" fmla="*/ 16 w 85"/>
                <a:gd name="T13" fmla="*/ 38 h 140"/>
                <a:gd name="T14" fmla="*/ 15 w 85"/>
                <a:gd name="T15" fmla="*/ 59 h 140"/>
                <a:gd name="T16" fmla="*/ 2 w 85"/>
                <a:gd name="T17" fmla="*/ 76 h 140"/>
                <a:gd name="T18" fmla="*/ 0 w 85"/>
                <a:gd name="T19" fmla="*/ 83 h 140"/>
                <a:gd name="T20" fmla="*/ 0 w 85"/>
                <a:gd name="T21" fmla="*/ 86 h 140"/>
                <a:gd name="T22" fmla="*/ 2 w 85"/>
                <a:gd name="T23" fmla="*/ 87 h 140"/>
                <a:gd name="T24" fmla="*/ 6 w 85"/>
                <a:gd name="T25" fmla="*/ 91 h 140"/>
                <a:gd name="T26" fmla="*/ 11 w 85"/>
                <a:gd name="T27" fmla="*/ 99 h 140"/>
                <a:gd name="T28" fmla="*/ 12 w 85"/>
                <a:gd name="T29" fmla="*/ 106 h 140"/>
                <a:gd name="T30" fmla="*/ 15 w 85"/>
                <a:gd name="T31" fmla="*/ 117 h 140"/>
                <a:gd name="T32" fmla="*/ 12 w 85"/>
                <a:gd name="T33" fmla="*/ 118 h 140"/>
                <a:gd name="T34" fmla="*/ 5 w 85"/>
                <a:gd name="T35" fmla="*/ 119 h 140"/>
                <a:gd name="T36" fmla="*/ 7 w 85"/>
                <a:gd name="T37" fmla="*/ 125 h 140"/>
                <a:gd name="T38" fmla="*/ 14 w 85"/>
                <a:gd name="T39" fmla="*/ 132 h 140"/>
                <a:gd name="T40" fmla="*/ 17 w 85"/>
                <a:gd name="T41" fmla="*/ 139 h 140"/>
                <a:gd name="T42" fmla="*/ 22 w 85"/>
                <a:gd name="T43" fmla="*/ 137 h 140"/>
                <a:gd name="T44" fmla="*/ 27 w 85"/>
                <a:gd name="T45" fmla="*/ 137 h 140"/>
                <a:gd name="T46" fmla="*/ 36 w 85"/>
                <a:gd name="T47" fmla="*/ 134 h 140"/>
                <a:gd name="T48" fmla="*/ 44 w 85"/>
                <a:gd name="T49" fmla="*/ 130 h 140"/>
                <a:gd name="T50" fmla="*/ 44 w 85"/>
                <a:gd name="T51" fmla="*/ 126 h 140"/>
                <a:gd name="T52" fmla="*/ 56 w 85"/>
                <a:gd name="T53" fmla="*/ 123 h 140"/>
                <a:gd name="T54" fmla="*/ 65 w 85"/>
                <a:gd name="T55" fmla="*/ 115 h 140"/>
                <a:gd name="T56" fmla="*/ 66 w 85"/>
                <a:gd name="T57" fmla="*/ 111 h 140"/>
                <a:gd name="T58" fmla="*/ 73 w 85"/>
                <a:gd name="T59" fmla="*/ 108 h 140"/>
                <a:gd name="T60" fmla="*/ 75 w 85"/>
                <a:gd name="T61" fmla="*/ 109 h 140"/>
                <a:gd name="T62" fmla="*/ 74 w 85"/>
                <a:gd name="T63" fmla="*/ 108 h 140"/>
                <a:gd name="T64" fmla="*/ 75 w 85"/>
                <a:gd name="T65" fmla="*/ 105 h 140"/>
                <a:gd name="T66" fmla="*/ 71 w 85"/>
                <a:gd name="T67" fmla="*/ 99 h 140"/>
                <a:gd name="T68" fmla="*/ 70 w 85"/>
                <a:gd name="T69" fmla="*/ 93 h 140"/>
                <a:gd name="T70" fmla="*/ 69 w 85"/>
                <a:gd name="T71" fmla="*/ 89 h 140"/>
                <a:gd name="T72" fmla="*/ 69 w 85"/>
                <a:gd name="T73" fmla="*/ 82 h 140"/>
                <a:gd name="T74" fmla="*/ 73 w 85"/>
                <a:gd name="T75" fmla="*/ 76 h 140"/>
                <a:gd name="T76" fmla="*/ 76 w 85"/>
                <a:gd name="T77" fmla="*/ 71 h 140"/>
                <a:gd name="T78" fmla="*/ 83 w 85"/>
                <a:gd name="T79" fmla="*/ 66 h 140"/>
                <a:gd name="T80" fmla="*/ 84 w 85"/>
                <a:gd name="T81" fmla="*/ 57 h 140"/>
                <a:gd name="T82" fmla="*/ 84 w 85"/>
                <a:gd name="T83" fmla="*/ 3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5" h="140">
                  <a:moveTo>
                    <a:pt x="84" y="3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8"/>
                    <a:pt x="13" y="13"/>
                    <a:pt x="13" y="15"/>
                  </a:cubicBezTo>
                  <a:cubicBezTo>
                    <a:pt x="13" y="17"/>
                    <a:pt x="17" y="19"/>
                    <a:pt x="16" y="22"/>
                  </a:cubicBezTo>
                  <a:cubicBezTo>
                    <a:pt x="16" y="26"/>
                    <a:pt x="19" y="25"/>
                    <a:pt x="18" y="29"/>
                  </a:cubicBezTo>
                  <a:cubicBezTo>
                    <a:pt x="17" y="32"/>
                    <a:pt x="16" y="35"/>
                    <a:pt x="16" y="38"/>
                  </a:cubicBezTo>
                  <a:cubicBezTo>
                    <a:pt x="16" y="40"/>
                    <a:pt x="16" y="58"/>
                    <a:pt x="15" y="59"/>
                  </a:cubicBezTo>
                  <a:cubicBezTo>
                    <a:pt x="14" y="59"/>
                    <a:pt x="3" y="71"/>
                    <a:pt x="2" y="76"/>
                  </a:cubicBezTo>
                  <a:cubicBezTo>
                    <a:pt x="1" y="80"/>
                    <a:pt x="0" y="78"/>
                    <a:pt x="0" y="83"/>
                  </a:cubicBezTo>
                  <a:cubicBezTo>
                    <a:pt x="0" y="84"/>
                    <a:pt x="0" y="85"/>
                    <a:pt x="0" y="86"/>
                  </a:cubicBezTo>
                  <a:cubicBezTo>
                    <a:pt x="1" y="86"/>
                    <a:pt x="1" y="87"/>
                    <a:pt x="2" y="87"/>
                  </a:cubicBezTo>
                  <a:cubicBezTo>
                    <a:pt x="3" y="89"/>
                    <a:pt x="3" y="91"/>
                    <a:pt x="6" y="91"/>
                  </a:cubicBezTo>
                  <a:cubicBezTo>
                    <a:pt x="8" y="91"/>
                    <a:pt x="11" y="97"/>
                    <a:pt x="11" y="99"/>
                  </a:cubicBezTo>
                  <a:cubicBezTo>
                    <a:pt x="11" y="101"/>
                    <a:pt x="12" y="102"/>
                    <a:pt x="12" y="106"/>
                  </a:cubicBezTo>
                  <a:cubicBezTo>
                    <a:pt x="12" y="110"/>
                    <a:pt x="14" y="116"/>
                    <a:pt x="15" y="117"/>
                  </a:cubicBezTo>
                  <a:cubicBezTo>
                    <a:pt x="17" y="118"/>
                    <a:pt x="15" y="118"/>
                    <a:pt x="12" y="118"/>
                  </a:cubicBezTo>
                  <a:cubicBezTo>
                    <a:pt x="9" y="118"/>
                    <a:pt x="5" y="118"/>
                    <a:pt x="5" y="119"/>
                  </a:cubicBezTo>
                  <a:cubicBezTo>
                    <a:pt x="5" y="120"/>
                    <a:pt x="4" y="122"/>
                    <a:pt x="7" y="125"/>
                  </a:cubicBezTo>
                  <a:cubicBezTo>
                    <a:pt x="10" y="128"/>
                    <a:pt x="13" y="129"/>
                    <a:pt x="14" y="132"/>
                  </a:cubicBezTo>
                  <a:cubicBezTo>
                    <a:pt x="15" y="135"/>
                    <a:pt x="16" y="138"/>
                    <a:pt x="17" y="139"/>
                  </a:cubicBezTo>
                  <a:cubicBezTo>
                    <a:pt x="18" y="140"/>
                    <a:pt x="20" y="140"/>
                    <a:pt x="22" y="137"/>
                  </a:cubicBezTo>
                  <a:cubicBezTo>
                    <a:pt x="23" y="135"/>
                    <a:pt x="25" y="139"/>
                    <a:pt x="27" y="137"/>
                  </a:cubicBezTo>
                  <a:cubicBezTo>
                    <a:pt x="29" y="135"/>
                    <a:pt x="35" y="135"/>
                    <a:pt x="36" y="134"/>
                  </a:cubicBezTo>
                  <a:cubicBezTo>
                    <a:pt x="38" y="134"/>
                    <a:pt x="42" y="132"/>
                    <a:pt x="44" y="130"/>
                  </a:cubicBezTo>
                  <a:cubicBezTo>
                    <a:pt x="45" y="129"/>
                    <a:pt x="42" y="127"/>
                    <a:pt x="44" y="126"/>
                  </a:cubicBezTo>
                  <a:cubicBezTo>
                    <a:pt x="47" y="125"/>
                    <a:pt x="54" y="127"/>
                    <a:pt x="56" y="123"/>
                  </a:cubicBezTo>
                  <a:cubicBezTo>
                    <a:pt x="59" y="120"/>
                    <a:pt x="63" y="116"/>
                    <a:pt x="65" y="115"/>
                  </a:cubicBezTo>
                  <a:cubicBezTo>
                    <a:pt x="66" y="114"/>
                    <a:pt x="65" y="113"/>
                    <a:pt x="66" y="111"/>
                  </a:cubicBezTo>
                  <a:cubicBezTo>
                    <a:pt x="68" y="109"/>
                    <a:pt x="71" y="107"/>
                    <a:pt x="73" y="108"/>
                  </a:cubicBezTo>
                  <a:cubicBezTo>
                    <a:pt x="74" y="109"/>
                    <a:pt x="74" y="109"/>
                    <a:pt x="75" y="109"/>
                  </a:cubicBezTo>
                  <a:cubicBezTo>
                    <a:pt x="75" y="108"/>
                    <a:pt x="74" y="108"/>
                    <a:pt x="74" y="108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5" y="105"/>
                    <a:pt x="71" y="103"/>
                    <a:pt x="71" y="99"/>
                  </a:cubicBezTo>
                  <a:cubicBezTo>
                    <a:pt x="71" y="96"/>
                    <a:pt x="72" y="93"/>
                    <a:pt x="70" y="93"/>
                  </a:cubicBezTo>
                  <a:cubicBezTo>
                    <a:pt x="67" y="93"/>
                    <a:pt x="67" y="91"/>
                    <a:pt x="69" y="89"/>
                  </a:cubicBezTo>
                  <a:cubicBezTo>
                    <a:pt x="71" y="86"/>
                    <a:pt x="66" y="82"/>
                    <a:pt x="69" y="82"/>
                  </a:cubicBezTo>
                  <a:cubicBezTo>
                    <a:pt x="73" y="82"/>
                    <a:pt x="70" y="77"/>
                    <a:pt x="73" y="76"/>
                  </a:cubicBezTo>
                  <a:cubicBezTo>
                    <a:pt x="75" y="76"/>
                    <a:pt x="76" y="74"/>
                    <a:pt x="76" y="71"/>
                  </a:cubicBezTo>
                  <a:cubicBezTo>
                    <a:pt x="76" y="68"/>
                    <a:pt x="82" y="67"/>
                    <a:pt x="83" y="66"/>
                  </a:cubicBezTo>
                  <a:cubicBezTo>
                    <a:pt x="85" y="66"/>
                    <a:pt x="84" y="57"/>
                    <a:pt x="84" y="57"/>
                  </a:cubicBezTo>
                  <a:lnTo>
                    <a:pt x="84" y="34"/>
                  </a:ln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36" name="Freeform 38"/>
            <p:cNvSpPr>
              <a:spLocks/>
            </p:cNvSpPr>
            <p:nvPr/>
          </p:nvSpPr>
          <p:spPr bwMode="auto">
            <a:xfrm>
              <a:off x="6426814" y="3475103"/>
              <a:ext cx="280519" cy="286536"/>
            </a:xfrm>
            <a:custGeom>
              <a:avLst/>
              <a:gdLst>
                <a:gd name="T0" fmla="*/ 87 w 93"/>
                <a:gd name="T1" fmla="*/ 20 h 92"/>
                <a:gd name="T2" fmla="*/ 81 w 93"/>
                <a:gd name="T3" fmla="*/ 5 h 92"/>
                <a:gd name="T4" fmla="*/ 80 w 93"/>
                <a:gd name="T5" fmla="*/ 7 h 92"/>
                <a:gd name="T6" fmla="*/ 71 w 93"/>
                <a:gd name="T7" fmla="*/ 6 h 92"/>
                <a:gd name="T8" fmla="*/ 60 w 93"/>
                <a:gd name="T9" fmla="*/ 4 h 92"/>
                <a:gd name="T10" fmla="*/ 42 w 93"/>
                <a:gd name="T11" fmla="*/ 7 h 92"/>
                <a:gd name="T12" fmla="*/ 33 w 93"/>
                <a:gd name="T13" fmla="*/ 8 h 92"/>
                <a:gd name="T14" fmla="*/ 18 w 93"/>
                <a:gd name="T15" fmla="*/ 3 h 92"/>
                <a:gd name="T16" fmla="*/ 5 w 93"/>
                <a:gd name="T17" fmla="*/ 0 h 92"/>
                <a:gd name="T18" fmla="*/ 4 w 93"/>
                <a:gd name="T19" fmla="*/ 2 h 92"/>
                <a:gd name="T20" fmla="*/ 3 w 93"/>
                <a:gd name="T21" fmla="*/ 13 h 92"/>
                <a:gd name="T22" fmla="*/ 3 w 93"/>
                <a:gd name="T23" fmla="*/ 25 h 92"/>
                <a:gd name="T24" fmla="*/ 3 w 93"/>
                <a:gd name="T25" fmla="*/ 90 h 92"/>
                <a:gd name="T26" fmla="*/ 54 w 93"/>
                <a:gd name="T27" fmla="*/ 90 h 92"/>
                <a:gd name="T28" fmla="*/ 57 w 93"/>
                <a:gd name="T29" fmla="*/ 88 h 92"/>
                <a:gd name="T30" fmla="*/ 61 w 93"/>
                <a:gd name="T31" fmla="*/ 90 h 92"/>
                <a:gd name="T32" fmla="*/ 72 w 93"/>
                <a:gd name="T33" fmla="*/ 90 h 92"/>
                <a:gd name="T34" fmla="*/ 77 w 93"/>
                <a:gd name="T35" fmla="*/ 92 h 92"/>
                <a:gd name="T36" fmla="*/ 82 w 93"/>
                <a:gd name="T37" fmla="*/ 88 h 92"/>
                <a:gd name="T38" fmla="*/ 87 w 93"/>
                <a:gd name="T39" fmla="*/ 82 h 92"/>
                <a:gd name="T40" fmla="*/ 92 w 93"/>
                <a:gd name="T41" fmla="*/ 79 h 92"/>
                <a:gd name="T42" fmla="*/ 92 w 93"/>
                <a:gd name="T43" fmla="*/ 79 h 92"/>
                <a:gd name="T44" fmla="*/ 92 w 93"/>
                <a:gd name="T45" fmla="*/ 76 h 92"/>
                <a:gd name="T46" fmla="*/ 88 w 93"/>
                <a:gd name="T47" fmla="*/ 66 h 92"/>
                <a:gd name="T48" fmla="*/ 79 w 93"/>
                <a:gd name="T49" fmla="*/ 49 h 92"/>
                <a:gd name="T50" fmla="*/ 75 w 93"/>
                <a:gd name="T51" fmla="*/ 40 h 92"/>
                <a:gd name="T52" fmla="*/ 69 w 93"/>
                <a:gd name="T53" fmla="*/ 31 h 92"/>
                <a:gd name="T54" fmla="*/ 66 w 93"/>
                <a:gd name="T55" fmla="*/ 16 h 92"/>
                <a:gd name="T56" fmla="*/ 71 w 93"/>
                <a:gd name="T57" fmla="*/ 26 h 92"/>
                <a:gd name="T58" fmla="*/ 80 w 93"/>
                <a:gd name="T59" fmla="*/ 38 h 92"/>
                <a:gd name="T60" fmla="*/ 85 w 93"/>
                <a:gd name="T61" fmla="*/ 26 h 92"/>
                <a:gd name="T62" fmla="*/ 85 w 93"/>
                <a:gd name="T63" fmla="*/ 26 h 92"/>
                <a:gd name="T64" fmla="*/ 85 w 93"/>
                <a:gd name="T65" fmla="*/ 24 h 92"/>
                <a:gd name="T66" fmla="*/ 87 w 93"/>
                <a:gd name="T67" fmla="*/ 2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3" h="92">
                  <a:moveTo>
                    <a:pt x="87" y="20"/>
                  </a:moveTo>
                  <a:cubicBezTo>
                    <a:pt x="81" y="5"/>
                    <a:pt x="81" y="5"/>
                    <a:pt x="81" y="5"/>
                  </a:cubicBezTo>
                  <a:cubicBezTo>
                    <a:pt x="80" y="6"/>
                    <a:pt x="80" y="7"/>
                    <a:pt x="80" y="7"/>
                  </a:cubicBezTo>
                  <a:cubicBezTo>
                    <a:pt x="79" y="8"/>
                    <a:pt x="74" y="5"/>
                    <a:pt x="71" y="6"/>
                  </a:cubicBezTo>
                  <a:cubicBezTo>
                    <a:pt x="67" y="7"/>
                    <a:pt x="64" y="6"/>
                    <a:pt x="60" y="4"/>
                  </a:cubicBezTo>
                  <a:cubicBezTo>
                    <a:pt x="56" y="2"/>
                    <a:pt x="44" y="5"/>
                    <a:pt x="42" y="7"/>
                  </a:cubicBezTo>
                  <a:cubicBezTo>
                    <a:pt x="41" y="9"/>
                    <a:pt x="37" y="9"/>
                    <a:pt x="33" y="8"/>
                  </a:cubicBezTo>
                  <a:cubicBezTo>
                    <a:pt x="29" y="6"/>
                    <a:pt x="24" y="4"/>
                    <a:pt x="18" y="3"/>
                  </a:cubicBezTo>
                  <a:cubicBezTo>
                    <a:pt x="11" y="3"/>
                    <a:pt x="6" y="2"/>
                    <a:pt x="5" y="0"/>
                  </a:cubicBezTo>
                  <a:cubicBezTo>
                    <a:pt x="5" y="1"/>
                    <a:pt x="4" y="2"/>
                    <a:pt x="4" y="2"/>
                  </a:cubicBezTo>
                  <a:cubicBezTo>
                    <a:pt x="2" y="8"/>
                    <a:pt x="6" y="10"/>
                    <a:pt x="3" y="13"/>
                  </a:cubicBezTo>
                  <a:cubicBezTo>
                    <a:pt x="0" y="16"/>
                    <a:pt x="3" y="20"/>
                    <a:pt x="3" y="25"/>
                  </a:cubicBezTo>
                  <a:cubicBezTo>
                    <a:pt x="3" y="29"/>
                    <a:pt x="3" y="67"/>
                    <a:pt x="3" y="90"/>
                  </a:cubicBezTo>
                  <a:cubicBezTo>
                    <a:pt x="54" y="90"/>
                    <a:pt x="54" y="90"/>
                    <a:pt x="54" y="90"/>
                  </a:cubicBezTo>
                  <a:cubicBezTo>
                    <a:pt x="54" y="90"/>
                    <a:pt x="56" y="89"/>
                    <a:pt x="57" y="88"/>
                  </a:cubicBezTo>
                  <a:cubicBezTo>
                    <a:pt x="59" y="87"/>
                    <a:pt x="61" y="90"/>
                    <a:pt x="61" y="90"/>
                  </a:cubicBezTo>
                  <a:cubicBezTo>
                    <a:pt x="72" y="90"/>
                    <a:pt x="72" y="90"/>
                    <a:pt x="72" y="90"/>
                  </a:cubicBezTo>
                  <a:cubicBezTo>
                    <a:pt x="72" y="90"/>
                    <a:pt x="74" y="92"/>
                    <a:pt x="77" y="92"/>
                  </a:cubicBezTo>
                  <a:cubicBezTo>
                    <a:pt x="79" y="92"/>
                    <a:pt x="78" y="88"/>
                    <a:pt x="82" y="88"/>
                  </a:cubicBezTo>
                  <a:cubicBezTo>
                    <a:pt x="86" y="88"/>
                    <a:pt x="85" y="82"/>
                    <a:pt x="87" y="82"/>
                  </a:cubicBezTo>
                  <a:cubicBezTo>
                    <a:pt x="90" y="82"/>
                    <a:pt x="89" y="83"/>
                    <a:pt x="92" y="79"/>
                  </a:cubicBezTo>
                  <a:cubicBezTo>
                    <a:pt x="92" y="79"/>
                    <a:pt x="92" y="79"/>
                    <a:pt x="92" y="79"/>
                  </a:cubicBezTo>
                  <a:cubicBezTo>
                    <a:pt x="92" y="78"/>
                    <a:pt x="92" y="77"/>
                    <a:pt x="92" y="76"/>
                  </a:cubicBezTo>
                  <a:cubicBezTo>
                    <a:pt x="93" y="72"/>
                    <a:pt x="90" y="72"/>
                    <a:pt x="88" y="66"/>
                  </a:cubicBezTo>
                  <a:cubicBezTo>
                    <a:pt x="86" y="61"/>
                    <a:pt x="79" y="52"/>
                    <a:pt x="79" y="49"/>
                  </a:cubicBezTo>
                  <a:cubicBezTo>
                    <a:pt x="79" y="46"/>
                    <a:pt x="75" y="44"/>
                    <a:pt x="75" y="40"/>
                  </a:cubicBezTo>
                  <a:cubicBezTo>
                    <a:pt x="75" y="37"/>
                    <a:pt x="73" y="37"/>
                    <a:pt x="69" y="31"/>
                  </a:cubicBezTo>
                  <a:cubicBezTo>
                    <a:pt x="66" y="26"/>
                    <a:pt x="64" y="16"/>
                    <a:pt x="66" y="16"/>
                  </a:cubicBezTo>
                  <a:cubicBezTo>
                    <a:pt x="67" y="15"/>
                    <a:pt x="70" y="24"/>
                    <a:pt x="71" y="26"/>
                  </a:cubicBezTo>
                  <a:cubicBezTo>
                    <a:pt x="72" y="29"/>
                    <a:pt x="77" y="38"/>
                    <a:pt x="80" y="38"/>
                  </a:cubicBezTo>
                  <a:cubicBezTo>
                    <a:pt x="83" y="38"/>
                    <a:pt x="84" y="25"/>
                    <a:pt x="85" y="26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5" y="24"/>
                    <a:pt x="85" y="24"/>
                    <a:pt x="85" y="24"/>
                  </a:cubicBezTo>
                  <a:lnTo>
                    <a:pt x="87" y="20"/>
                  </a:ln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37" name="Freeform 39"/>
            <p:cNvSpPr>
              <a:spLocks/>
            </p:cNvSpPr>
            <p:nvPr/>
          </p:nvSpPr>
          <p:spPr bwMode="auto">
            <a:xfrm>
              <a:off x="6037911" y="4287395"/>
              <a:ext cx="144085" cy="165613"/>
            </a:xfrm>
            <a:custGeom>
              <a:avLst/>
              <a:gdLst>
                <a:gd name="T0" fmla="*/ 24 w 48"/>
                <a:gd name="T1" fmla="*/ 50 h 53"/>
                <a:gd name="T2" fmla="*/ 25 w 48"/>
                <a:gd name="T3" fmla="*/ 44 h 53"/>
                <a:gd name="T4" fmla="*/ 30 w 48"/>
                <a:gd name="T5" fmla="*/ 40 h 53"/>
                <a:gd name="T6" fmla="*/ 34 w 48"/>
                <a:gd name="T7" fmla="*/ 35 h 53"/>
                <a:gd name="T8" fmla="*/ 39 w 48"/>
                <a:gd name="T9" fmla="*/ 41 h 53"/>
                <a:gd name="T10" fmla="*/ 45 w 48"/>
                <a:gd name="T11" fmla="*/ 42 h 53"/>
                <a:gd name="T12" fmla="*/ 48 w 48"/>
                <a:gd name="T13" fmla="*/ 32 h 53"/>
                <a:gd name="T14" fmla="*/ 46 w 48"/>
                <a:gd name="T15" fmla="*/ 23 h 53"/>
                <a:gd name="T16" fmla="*/ 44 w 48"/>
                <a:gd name="T17" fmla="*/ 16 h 53"/>
                <a:gd name="T18" fmla="*/ 45 w 48"/>
                <a:gd name="T19" fmla="*/ 9 h 53"/>
                <a:gd name="T20" fmla="*/ 37 w 48"/>
                <a:gd name="T21" fmla="*/ 9 h 53"/>
                <a:gd name="T22" fmla="*/ 38 w 48"/>
                <a:gd name="T23" fmla="*/ 1 h 53"/>
                <a:gd name="T24" fmla="*/ 25 w 48"/>
                <a:gd name="T25" fmla="*/ 0 h 53"/>
                <a:gd name="T26" fmla="*/ 24 w 48"/>
                <a:gd name="T27" fmla="*/ 1 h 53"/>
                <a:gd name="T28" fmla="*/ 23 w 48"/>
                <a:gd name="T29" fmla="*/ 11 h 53"/>
                <a:gd name="T30" fmla="*/ 12 w 48"/>
                <a:gd name="T31" fmla="*/ 12 h 53"/>
                <a:gd name="T32" fmla="*/ 8 w 48"/>
                <a:gd name="T33" fmla="*/ 12 h 53"/>
                <a:gd name="T34" fmla="*/ 6 w 48"/>
                <a:gd name="T35" fmla="*/ 14 h 53"/>
                <a:gd name="T36" fmla="*/ 10 w 48"/>
                <a:gd name="T37" fmla="*/ 18 h 53"/>
                <a:gd name="T38" fmla="*/ 5 w 48"/>
                <a:gd name="T39" fmla="*/ 22 h 53"/>
                <a:gd name="T40" fmla="*/ 2 w 48"/>
                <a:gd name="T41" fmla="*/ 27 h 53"/>
                <a:gd name="T42" fmla="*/ 6 w 48"/>
                <a:gd name="T43" fmla="*/ 35 h 53"/>
                <a:gd name="T44" fmla="*/ 12 w 48"/>
                <a:gd name="T45" fmla="*/ 42 h 53"/>
                <a:gd name="T46" fmla="*/ 20 w 48"/>
                <a:gd name="T47" fmla="*/ 53 h 53"/>
                <a:gd name="T48" fmla="*/ 24 w 48"/>
                <a:gd name="T49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" h="53">
                  <a:moveTo>
                    <a:pt x="24" y="50"/>
                  </a:moveTo>
                  <a:cubicBezTo>
                    <a:pt x="28" y="50"/>
                    <a:pt x="27" y="48"/>
                    <a:pt x="25" y="44"/>
                  </a:cubicBezTo>
                  <a:cubicBezTo>
                    <a:pt x="24" y="39"/>
                    <a:pt x="28" y="40"/>
                    <a:pt x="30" y="40"/>
                  </a:cubicBezTo>
                  <a:cubicBezTo>
                    <a:pt x="33" y="40"/>
                    <a:pt x="32" y="35"/>
                    <a:pt x="34" y="35"/>
                  </a:cubicBezTo>
                  <a:cubicBezTo>
                    <a:pt x="36" y="35"/>
                    <a:pt x="37" y="41"/>
                    <a:pt x="39" y="41"/>
                  </a:cubicBezTo>
                  <a:cubicBezTo>
                    <a:pt x="41" y="40"/>
                    <a:pt x="42" y="42"/>
                    <a:pt x="45" y="42"/>
                  </a:cubicBezTo>
                  <a:cubicBezTo>
                    <a:pt x="48" y="41"/>
                    <a:pt x="48" y="36"/>
                    <a:pt x="48" y="32"/>
                  </a:cubicBezTo>
                  <a:cubicBezTo>
                    <a:pt x="48" y="27"/>
                    <a:pt x="48" y="24"/>
                    <a:pt x="46" y="23"/>
                  </a:cubicBezTo>
                  <a:cubicBezTo>
                    <a:pt x="43" y="21"/>
                    <a:pt x="41" y="18"/>
                    <a:pt x="44" y="16"/>
                  </a:cubicBezTo>
                  <a:cubicBezTo>
                    <a:pt x="47" y="14"/>
                    <a:pt x="48" y="11"/>
                    <a:pt x="45" y="9"/>
                  </a:cubicBezTo>
                  <a:cubicBezTo>
                    <a:pt x="42" y="7"/>
                    <a:pt x="37" y="11"/>
                    <a:pt x="37" y="9"/>
                  </a:cubicBezTo>
                  <a:cubicBezTo>
                    <a:pt x="37" y="8"/>
                    <a:pt x="37" y="4"/>
                    <a:pt x="38" y="1"/>
                  </a:cubicBezTo>
                  <a:cubicBezTo>
                    <a:pt x="32" y="0"/>
                    <a:pt x="25" y="0"/>
                    <a:pt x="25" y="0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7"/>
                    <a:pt x="23" y="11"/>
                    <a:pt x="23" y="11"/>
                  </a:cubicBezTo>
                  <a:cubicBezTo>
                    <a:pt x="23" y="11"/>
                    <a:pt x="14" y="12"/>
                    <a:pt x="12" y="12"/>
                  </a:cubicBezTo>
                  <a:cubicBezTo>
                    <a:pt x="11" y="12"/>
                    <a:pt x="10" y="12"/>
                    <a:pt x="8" y="12"/>
                  </a:cubicBezTo>
                  <a:cubicBezTo>
                    <a:pt x="7" y="13"/>
                    <a:pt x="7" y="14"/>
                    <a:pt x="6" y="14"/>
                  </a:cubicBezTo>
                  <a:cubicBezTo>
                    <a:pt x="5" y="15"/>
                    <a:pt x="9" y="17"/>
                    <a:pt x="10" y="18"/>
                  </a:cubicBezTo>
                  <a:cubicBezTo>
                    <a:pt x="10" y="20"/>
                    <a:pt x="5" y="20"/>
                    <a:pt x="5" y="22"/>
                  </a:cubicBezTo>
                  <a:cubicBezTo>
                    <a:pt x="5" y="24"/>
                    <a:pt x="3" y="26"/>
                    <a:pt x="2" y="27"/>
                  </a:cubicBezTo>
                  <a:cubicBezTo>
                    <a:pt x="0" y="28"/>
                    <a:pt x="6" y="33"/>
                    <a:pt x="6" y="35"/>
                  </a:cubicBezTo>
                  <a:cubicBezTo>
                    <a:pt x="6" y="36"/>
                    <a:pt x="7" y="38"/>
                    <a:pt x="12" y="42"/>
                  </a:cubicBezTo>
                  <a:cubicBezTo>
                    <a:pt x="16" y="47"/>
                    <a:pt x="14" y="48"/>
                    <a:pt x="20" y="53"/>
                  </a:cubicBezTo>
                  <a:cubicBezTo>
                    <a:pt x="21" y="52"/>
                    <a:pt x="22" y="50"/>
                    <a:pt x="24" y="5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38" name="Freeform 40"/>
            <p:cNvSpPr>
              <a:spLocks/>
            </p:cNvSpPr>
            <p:nvPr/>
          </p:nvSpPr>
          <p:spPr bwMode="auto">
            <a:xfrm>
              <a:off x="6053213" y="4291337"/>
              <a:ext cx="57379" cy="34174"/>
            </a:xfrm>
            <a:custGeom>
              <a:avLst/>
              <a:gdLst>
                <a:gd name="T0" fmla="*/ 18 w 19"/>
                <a:gd name="T1" fmla="*/ 10 h 11"/>
                <a:gd name="T2" fmla="*/ 19 w 19"/>
                <a:gd name="T3" fmla="*/ 0 h 11"/>
                <a:gd name="T4" fmla="*/ 16 w 19"/>
                <a:gd name="T5" fmla="*/ 0 h 11"/>
                <a:gd name="T6" fmla="*/ 5 w 19"/>
                <a:gd name="T7" fmla="*/ 0 h 11"/>
                <a:gd name="T8" fmla="*/ 5 w 19"/>
                <a:gd name="T9" fmla="*/ 0 h 11"/>
                <a:gd name="T10" fmla="*/ 3 w 19"/>
                <a:gd name="T11" fmla="*/ 6 h 11"/>
                <a:gd name="T12" fmla="*/ 3 w 19"/>
                <a:gd name="T13" fmla="*/ 9 h 11"/>
                <a:gd name="T14" fmla="*/ 3 w 19"/>
                <a:gd name="T15" fmla="*/ 11 h 11"/>
                <a:gd name="T16" fmla="*/ 7 w 19"/>
                <a:gd name="T17" fmla="*/ 11 h 11"/>
                <a:gd name="T18" fmla="*/ 18 w 19"/>
                <a:gd name="T1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11">
                  <a:moveTo>
                    <a:pt x="18" y="10"/>
                  </a:moveTo>
                  <a:cubicBezTo>
                    <a:pt x="18" y="10"/>
                    <a:pt x="19" y="6"/>
                    <a:pt x="1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2"/>
                    <a:pt x="6" y="5"/>
                    <a:pt x="3" y="6"/>
                  </a:cubicBezTo>
                  <a:cubicBezTo>
                    <a:pt x="0" y="7"/>
                    <a:pt x="0" y="9"/>
                    <a:pt x="3" y="9"/>
                  </a:cubicBezTo>
                  <a:cubicBezTo>
                    <a:pt x="4" y="9"/>
                    <a:pt x="4" y="10"/>
                    <a:pt x="3" y="11"/>
                  </a:cubicBezTo>
                  <a:cubicBezTo>
                    <a:pt x="5" y="11"/>
                    <a:pt x="6" y="11"/>
                    <a:pt x="7" y="11"/>
                  </a:cubicBezTo>
                  <a:cubicBezTo>
                    <a:pt x="9" y="11"/>
                    <a:pt x="18" y="10"/>
                    <a:pt x="18" y="1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39" name="Freeform 41"/>
            <p:cNvSpPr>
              <a:spLocks/>
            </p:cNvSpPr>
            <p:nvPr/>
          </p:nvSpPr>
          <p:spPr bwMode="auto">
            <a:xfrm>
              <a:off x="6097840" y="4250592"/>
              <a:ext cx="181062" cy="230018"/>
            </a:xfrm>
            <a:custGeom>
              <a:avLst/>
              <a:gdLst>
                <a:gd name="T0" fmla="*/ 16 w 60"/>
                <a:gd name="T1" fmla="*/ 70 h 74"/>
                <a:gd name="T2" fmla="*/ 22 w 60"/>
                <a:gd name="T3" fmla="*/ 71 h 74"/>
                <a:gd name="T4" fmla="*/ 29 w 60"/>
                <a:gd name="T5" fmla="*/ 71 h 74"/>
                <a:gd name="T6" fmla="*/ 32 w 60"/>
                <a:gd name="T7" fmla="*/ 71 h 74"/>
                <a:gd name="T8" fmla="*/ 38 w 60"/>
                <a:gd name="T9" fmla="*/ 66 h 74"/>
                <a:gd name="T10" fmla="*/ 41 w 60"/>
                <a:gd name="T11" fmla="*/ 60 h 74"/>
                <a:gd name="T12" fmla="*/ 41 w 60"/>
                <a:gd name="T13" fmla="*/ 46 h 74"/>
                <a:gd name="T14" fmla="*/ 48 w 60"/>
                <a:gd name="T15" fmla="*/ 36 h 74"/>
                <a:gd name="T16" fmla="*/ 55 w 60"/>
                <a:gd name="T17" fmla="*/ 19 h 74"/>
                <a:gd name="T18" fmla="*/ 58 w 60"/>
                <a:gd name="T19" fmla="*/ 10 h 74"/>
                <a:gd name="T20" fmla="*/ 59 w 60"/>
                <a:gd name="T21" fmla="*/ 1 h 74"/>
                <a:gd name="T22" fmla="*/ 59 w 60"/>
                <a:gd name="T23" fmla="*/ 1 h 74"/>
                <a:gd name="T24" fmla="*/ 52 w 60"/>
                <a:gd name="T25" fmla="*/ 0 h 74"/>
                <a:gd name="T26" fmla="*/ 48 w 60"/>
                <a:gd name="T27" fmla="*/ 1 h 74"/>
                <a:gd name="T28" fmla="*/ 44 w 60"/>
                <a:gd name="T29" fmla="*/ 2 h 74"/>
                <a:gd name="T30" fmla="*/ 42 w 60"/>
                <a:gd name="T31" fmla="*/ 8 h 74"/>
                <a:gd name="T32" fmla="*/ 39 w 60"/>
                <a:gd name="T33" fmla="*/ 17 h 74"/>
                <a:gd name="T34" fmla="*/ 27 w 60"/>
                <a:gd name="T35" fmla="*/ 13 h 74"/>
                <a:gd name="T36" fmla="*/ 18 w 60"/>
                <a:gd name="T37" fmla="*/ 13 h 74"/>
                <a:gd name="T38" fmla="*/ 17 w 60"/>
                <a:gd name="T39" fmla="*/ 21 h 74"/>
                <a:gd name="T40" fmla="*/ 25 w 60"/>
                <a:gd name="T41" fmla="*/ 21 h 74"/>
                <a:gd name="T42" fmla="*/ 24 w 60"/>
                <a:gd name="T43" fmla="*/ 28 h 74"/>
                <a:gd name="T44" fmla="*/ 26 w 60"/>
                <a:gd name="T45" fmla="*/ 35 h 74"/>
                <a:gd name="T46" fmla="*/ 28 w 60"/>
                <a:gd name="T47" fmla="*/ 44 h 74"/>
                <a:gd name="T48" fmla="*/ 25 w 60"/>
                <a:gd name="T49" fmla="*/ 54 h 74"/>
                <a:gd name="T50" fmla="*/ 19 w 60"/>
                <a:gd name="T51" fmla="*/ 53 h 74"/>
                <a:gd name="T52" fmla="*/ 14 w 60"/>
                <a:gd name="T53" fmla="*/ 47 h 74"/>
                <a:gd name="T54" fmla="*/ 10 w 60"/>
                <a:gd name="T55" fmla="*/ 52 h 74"/>
                <a:gd name="T56" fmla="*/ 5 w 60"/>
                <a:gd name="T57" fmla="*/ 56 h 74"/>
                <a:gd name="T58" fmla="*/ 4 w 60"/>
                <a:gd name="T59" fmla="*/ 62 h 74"/>
                <a:gd name="T60" fmla="*/ 0 w 60"/>
                <a:gd name="T61" fmla="*/ 65 h 74"/>
                <a:gd name="T62" fmla="*/ 1 w 60"/>
                <a:gd name="T63" fmla="*/ 66 h 74"/>
                <a:gd name="T64" fmla="*/ 8 w 60"/>
                <a:gd name="T65" fmla="*/ 74 h 74"/>
                <a:gd name="T66" fmla="*/ 16 w 60"/>
                <a:gd name="T67" fmla="*/ 7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0" h="74">
                  <a:moveTo>
                    <a:pt x="16" y="70"/>
                  </a:moveTo>
                  <a:cubicBezTo>
                    <a:pt x="18" y="71"/>
                    <a:pt x="19" y="73"/>
                    <a:pt x="22" y="71"/>
                  </a:cubicBezTo>
                  <a:cubicBezTo>
                    <a:pt x="25" y="68"/>
                    <a:pt x="29" y="69"/>
                    <a:pt x="29" y="71"/>
                  </a:cubicBezTo>
                  <a:cubicBezTo>
                    <a:pt x="29" y="74"/>
                    <a:pt x="30" y="73"/>
                    <a:pt x="32" y="71"/>
                  </a:cubicBezTo>
                  <a:cubicBezTo>
                    <a:pt x="35" y="68"/>
                    <a:pt x="38" y="71"/>
                    <a:pt x="38" y="66"/>
                  </a:cubicBezTo>
                  <a:cubicBezTo>
                    <a:pt x="38" y="61"/>
                    <a:pt x="41" y="66"/>
                    <a:pt x="41" y="60"/>
                  </a:cubicBezTo>
                  <a:cubicBezTo>
                    <a:pt x="41" y="54"/>
                    <a:pt x="41" y="48"/>
                    <a:pt x="41" y="46"/>
                  </a:cubicBezTo>
                  <a:cubicBezTo>
                    <a:pt x="41" y="43"/>
                    <a:pt x="48" y="41"/>
                    <a:pt x="48" y="36"/>
                  </a:cubicBezTo>
                  <a:cubicBezTo>
                    <a:pt x="48" y="32"/>
                    <a:pt x="55" y="24"/>
                    <a:pt x="55" y="19"/>
                  </a:cubicBezTo>
                  <a:cubicBezTo>
                    <a:pt x="55" y="13"/>
                    <a:pt x="56" y="12"/>
                    <a:pt x="58" y="10"/>
                  </a:cubicBezTo>
                  <a:cubicBezTo>
                    <a:pt x="59" y="8"/>
                    <a:pt x="60" y="4"/>
                    <a:pt x="59" y="1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4" y="2"/>
                    <a:pt x="44" y="6"/>
                    <a:pt x="42" y="8"/>
                  </a:cubicBezTo>
                  <a:cubicBezTo>
                    <a:pt x="40" y="11"/>
                    <a:pt x="39" y="17"/>
                    <a:pt x="39" y="17"/>
                  </a:cubicBezTo>
                  <a:cubicBezTo>
                    <a:pt x="39" y="17"/>
                    <a:pt x="30" y="12"/>
                    <a:pt x="27" y="13"/>
                  </a:cubicBezTo>
                  <a:cubicBezTo>
                    <a:pt x="26" y="13"/>
                    <a:pt x="22" y="13"/>
                    <a:pt x="18" y="13"/>
                  </a:cubicBezTo>
                  <a:cubicBezTo>
                    <a:pt x="17" y="16"/>
                    <a:pt x="17" y="20"/>
                    <a:pt x="17" y="21"/>
                  </a:cubicBezTo>
                  <a:cubicBezTo>
                    <a:pt x="17" y="23"/>
                    <a:pt x="22" y="19"/>
                    <a:pt x="25" y="21"/>
                  </a:cubicBezTo>
                  <a:cubicBezTo>
                    <a:pt x="28" y="23"/>
                    <a:pt x="27" y="26"/>
                    <a:pt x="24" y="28"/>
                  </a:cubicBezTo>
                  <a:cubicBezTo>
                    <a:pt x="21" y="30"/>
                    <a:pt x="23" y="33"/>
                    <a:pt x="26" y="35"/>
                  </a:cubicBezTo>
                  <a:cubicBezTo>
                    <a:pt x="28" y="36"/>
                    <a:pt x="28" y="39"/>
                    <a:pt x="28" y="44"/>
                  </a:cubicBezTo>
                  <a:cubicBezTo>
                    <a:pt x="28" y="48"/>
                    <a:pt x="28" y="53"/>
                    <a:pt x="25" y="54"/>
                  </a:cubicBezTo>
                  <a:cubicBezTo>
                    <a:pt x="22" y="54"/>
                    <a:pt x="21" y="52"/>
                    <a:pt x="19" y="53"/>
                  </a:cubicBezTo>
                  <a:cubicBezTo>
                    <a:pt x="17" y="53"/>
                    <a:pt x="16" y="47"/>
                    <a:pt x="14" y="47"/>
                  </a:cubicBezTo>
                  <a:cubicBezTo>
                    <a:pt x="12" y="47"/>
                    <a:pt x="13" y="52"/>
                    <a:pt x="10" y="52"/>
                  </a:cubicBezTo>
                  <a:cubicBezTo>
                    <a:pt x="8" y="52"/>
                    <a:pt x="4" y="51"/>
                    <a:pt x="5" y="56"/>
                  </a:cubicBezTo>
                  <a:cubicBezTo>
                    <a:pt x="7" y="60"/>
                    <a:pt x="8" y="62"/>
                    <a:pt x="4" y="62"/>
                  </a:cubicBezTo>
                  <a:cubicBezTo>
                    <a:pt x="2" y="62"/>
                    <a:pt x="1" y="64"/>
                    <a:pt x="0" y="65"/>
                  </a:cubicBezTo>
                  <a:cubicBezTo>
                    <a:pt x="0" y="65"/>
                    <a:pt x="1" y="65"/>
                    <a:pt x="1" y="66"/>
                  </a:cubicBezTo>
                  <a:cubicBezTo>
                    <a:pt x="5" y="68"/>
                    <a:pt x="7" y="71"/>
                    <a:pt x="8" y="74"/>
                  </a:cubicBezTo>
                  <a:cubicBezTo>
                    <a:pt x="12" y="72"/>
                    <a:pt x="15" y="70"/>
                    <a:pt x="16" y="7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40" name="Freeform 42"/>
            <p:cNvSpPr>
              <a:spLocks/>
            </p:cNvSpPr>
            <p:nvPr/>
          </p:nvSpPr>
          <p:spPr bwMode="auto">
            <a:xfrm>
              <a:off x="6357959" y="3722207"/>
              <a:ext cx="418229" cy="534956"/>
            </a:xfrm>
            <a:custGeom>
              <a:avLst/>
              <a:gdLst>
                <a:gd name="T0" fmla="*/ 105 w 139"/>
                <a:gd name="T1" fmla="*/ 9 h 172"/>
                <a:gd name="T2" fmla="*/ 95 w 139"/>
                <a:gd name="T3" fmla="*/ 11 h 172"/>
                <a:gd name="T4" fmla="*/ 80 w 139"/>
                <a:gd name="T5" fmla="*/ 9 h 172"/>
                <a:gd name="T6" fmla="*/ 26 w 139"/>
                <a:gd name="T7" fmla="*/ 11 h 172"/>
                <a:gd name="T8" fmla="*/ 18 w 139"/>
                <a:gd name="T9" fmla="*/ 29 h 172"/>
                <a:gd name="T10" fmla="*/ 17 w 139"/>
                <a:gd name="T11" fmla="*/ 65 h 172"/>
                <a:gd name="T12" fmla="*/ 7 w 139"/>
                <a:gd name="T13" fmla="*/ 75 h 172"/>
                <a:gd name="T14" fmla="*/ 3 w 139"/>
                <a:gd name="T15" fmla="*/ 88 h 172"/>
                <a:gd name="T16" fmla="*/ 5 w 139"/>
                <a:gd name="T17" fmla="*/ 98 h 172"/>
                <a:gd name="T18" fmla="*/ 8 w 139"/>
                <a:gd name="T19" fmla="*/ 107 h 172"/>
                <a:gd name="T20" fmla="*/ 15 w 139"/>
                <a:gd name="T21" fmla="*/ 123 h 172"/>
                <a:gd name="T22" fmla="*/ 18 w 139"/>
                <a:gd name="T23" fmla="*/ 127 h 172"/>
                <a:gd name="T24" fmla="*/ 26 w 139"/>
                <a:gd name="T25" fmla="*/ 132 h 172"/>
                <a:gd name="T26" fmla="*/ 34 w 139"/>
                <a:gd name="T27" fmla="*/ 142 h 172"/>
                <a:gd name="T28" fmla="*/ 43 w 139"/>
                <a:gd name="T29" fmla="*/ 152 h 172"/>
                <a:gd name="T30" fmla="*/ 47 w 139"/>
                <a:gd name="T31" fmla="*/ 159 h 172"/>
                <a:gd name="T32" fmla="*/ 56 w 139"/>
                <a:gd name="T33" fmla="*/ 163 h 172"/>
                <a:gd name="T34" fmla="*/ 65 w 139"/>
                <a:gd name="T35" fmla="*/ 163 h 172"/>
                <a:gd name="T36" fmla="*/ 81 w 139"/>
                <a:gd name="T37" fmla="*/ 169 h 172"/>
                <a:gd name="T38" fmla="*/ 92 w 139"/>
                <a:gd name="T39" fmla="*/ 169 h 172"/>
                <a:gd name="T40" fmla="*/ 100 w 139"/>
                <a:gd name="T41" fmla="*/ 166 h 172"/>
                <a:gd name="T42" fmla="*/ 108 w 139"/>
                <a:gd name="T43" fmla="*/ 160 h 172"/>
                <a:gd name="T44" fmla="*/ 115 w 139"/>
                <a:gd name="T45" fmla="*/ 162 h 172"/>
                <a:gd name="T46" fmla="*/ 108 w 139"/>
                <a:gd name="T47" fmla="*/ 148 h 172"/>
                <a:gd name="T48" fmla="*/ 93 w 139"/>
                <a:gd name="T49" fmla="*/ 135 h 172"/>
                <a:gd name="T50" fmla="*/ 101 w 139"/>
                <a:gd name="T51" fmla="*/ 128 h 172"/>
                <a:gd name="T52" fmla="*/ 105 w 139"/>
                <a:gd name="T53" fmla="*/ 111 h 172"/>
                <a:gd name="T54" fmla="*/ 111 w 139"/>
                <a:gd name="T55" fmla="*/ 99 h 172"/>
                <a:gd name="T56" fmla="*/ 120 w 139"/>
                <a:gd name="T57" fmla="*/ 89 h 172"/>
                <a:gd name="T58" fmla="*/ 123 w 139"/>
                <a:gd name="T59" fmla="*/ 67 h 172"/>
                <a:gd name="T60" fmla="*/ 131 w 139"/>
                <a:gd name="T61" fmla="*/ 54 h 172"/>
                <a:gd name="T62" fmla="*/ 134 w 139"/>
                <a:gd name="T63" fmla="*/ 42 h 172"/>
                <a:gd name="T64" fmla="*/ 127 w 139"/>
                <a:gd name="T65" fmla="*/ 15 h 172"/>
                <a:gd name="T66" fmla="*/ 115 w 139"/>
                <a:gd name="T67" fmla="*/ 0 h 172"/>
                <a:gd name="T68" fmla="*/ 110 w 139"/>
                <a:gd name="T69" fmla="*/ 3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9" h="172">
                  <a:moveTo>
                    <a:pt x="110" y="3"/>
                  </a:moveTo>
                  <a:cubicBezTo>
                    <a:pt x="108" y="3"/>
                    <a:pt x="109" y="9"/>
                    <a:pt x="105" y="9"/>
                  </a:cubicBezTo>
                  <a:cubicBezTo>
                    <a:pt x="101" y="9"/>
                    <a:pt x="102" y="13"/>
                    <a:pt x="100" y="13"/>
                  </a:cubicBezTo>
                  <a:cubicBezTo>
                    <a:pt x="97" y="13"/>
                    <a:pt x="95" y="11"/>
                    <a:pt x="95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2" y="8"/>
                    <a:pt x="80" y="9"/>
                  </a:cubicBezTo>
                  <a:cubicBezTo>
                    <a:pt x="79" y="10"/>
                    <a:pt x="77" y="11"/>
                    <a:pt x="77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22"/>
                    <a:pt x="26" y="29"/>
                    <a:pt x="26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8" y="56"/>
                    <a:pt x="19" y="65"/>
                    <a:pt x="17" y="65"/>
                  </a:cubicBezTo>
                  <a:cubicBezTo>
                    <a:pt x="16" y="66"/>
                    <a:pt x="10" y="67"/>
                    <a:pt x="10" y="70"/>
                  </a:cubicBezTo>
                  <a:cubicBezTo>
                    <a:pt x="10" y="73"/>
                    <a:pt x="9" y="75"/>
                    <a:pt x="7" y="75"/>
                  </a:cubicBezTo>
                  <a:cubicBezTo>
                    <a:pt x="4" y="76"/>
                    <a:pt x="7" y="81"/>
                    <a:pt x="3" y="81"/>
                  </a:cubicBezTo>
                  <a:cubicBezTo>
                    <a:pt x="0" y="81"/>
                    <a:pt x="5" y="85"/>
                    <a:pt x="3" y="88"/>
                  </a:cubicBezTo>
                  <a:cubicBezTo>
                    <a:pt x="1" y="90"/>
                    <a:pt x="1" y="92"/>
                    <a:pt x="4" y="92"/>
                  </a:cubicBezTo>
                  <a:cubicBezTo>
                    <a:pt x="6" y="92"/>
                    <a:pt x="5" y="95"/>
                    <a:pt x="5" y="98"/>
                  </a:cubicBezTo>
                  <a:cubicBezTo>
                    <a:pt x="5" y="102"/>
                    <a:pt x="9" y="104"/>
                    <a:pt x="9" y="104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8" y="107"/>
                    <a:pt x="14" y="114"/>
                    <a:pt x="15" y="116"/>
                  </a:cubicBezTo>
                  <a:cubicBezTo>
                    <a:pt x="15" y="117"/>
                    <a:pt x="18" y="121"/>
                    <a:pt x="15" y="123"/>
                  </a:cubicBezTo>
                  <a:cubicBezTo>
                    <a:pt x="12" y="124"/>
                    <a:pt x="14" y="126"/>
                    <a:pt x="14" y="126"/>
                  </a:cubicBezTo>
                  <a:cubicBezTo>
                    <a:pt x="18" y="127"/>
                    <a:pt x="18" y="127"/>
                    <a:pt x="18" y="127"/>
                  </a:cubicBezTo>
                  <a:cubicBezTo>
                    <a:pt x="19" y="129"/>
                    <a:pt x="19" y="129"/>
                    <a:pt x="19" y="129"/>
                  </a:cubicBezTo>
                  <a:cubicBezTo>
                    <a:pt x="19" y="129"/>
                    <a:pt x="23" y="129"/>
                    <a:pt x="26" y="132"/>
                  </a:cubicBezTo>
                  <a:cubicBezTo>
                    <a:pt x="28" y="135"/>
                    <a:pt x="29" y="136"/>
                    <a:pt x="29" y="137"/>
                  </a:cubicBezTo>
                  <a:cubicBezTo>
                    <a:pt x="29" y="139"/>
                    <a:pt x="31" y="139"/>
                    <a:pt x="34" y="142"/>
                  </a:cubicBezTo>
                  <a:cubicBezTo>
                    <a:pt x="37" y="145"/>
                    <a:pt x="37" y="146"/>
                    <a:pt x="37" y="148"/>
                  </a:cubicBezTo>
                  <a:cubicBezTo>
                    <a:pt x="37" y="149"/>
                    <a:pt x="43" y="152"/>
                    <a:pt x="43" y="152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46" y="157"/>
                    <a:pt x="47" y="158"/>
                    <a:pt x="47" y="159"/>
                  </a:cubicBezTo>
                  <a:cubicBezTo>
                    <a:pt x="48" y="162"/>
                    <a:pt x="51" y="163"/>
                    <a:pt x="51" y="163"/>
                  </a:cubicBezTo>
                  <a:cubicBezTo>
                    <a:pt x="51" y="163"/>
                    <a:pt x="54" y="165"/>
                    <a:pt x="56" y="163"/>
                  </a:cubicBezTo>
                  <a:cubicBezTo>
                    <a:pt x="58" y="161"/>
                    <a:pt x="61" y="164"/>
                    <a:pt x="61" y="164"/>
                  </a:cubicBezTo>
                  <a:cubicBezTo>
                    <a:pt x="61" y="164"/>
                    <a:pt x="63" y="162"/>
                    <a:pt x="65" y="163"/>
                  </a:cubicBezTo>
                  <a:cubicBezTo>
                    <a:pt x="66" y="163"/>
                    <a:pt x="71" y="167"/>
                    <a:pt x="75" y="171"/>
                  </a:cubicBezTo>
                  <a:cubicBezTo>
                    <a:pt x="75" y="171"/>
                    <a:pt x="79" y="169"/>
                    <a:pt x="81" y="169"/>
                  </a:cubicBezTo>
                  <a:cubicBezTo>
                    <a:pt x="83" y="169"/>
                    <a:pt x="85" y="172"/>
                    <a:pt x="86" y="171"/>
                  </a:cubicBezTo>
                  <a:cubicBezTo>
                    <a:pt x="87" y="170"/>
                    <a:pt x="91" y="168"/>
                    <a:pt x="92" y="169"/>
                  </a:cubicBezTo>
                  <a:cubicBezTo>
                    <a:pt x="94" y="170"/>
                    <a:pt x="97" y="170"/>
                    <a:pt x="98" y="168"/>
                  </a:cubicBezTo>
                  <a:cubicBezTo>
                    <a:pt x="98" y="168"/>
                    <a:pt x="99" y="167"/>
                    <a:pt x="100" y="166"/>
                  </a:cubicBezTo>
                  <a:cubicBezTo>
                    <a:pt x="101" y="165"/>
                    <a:pt x="101" y="165"/>
                    <a:pt x="102" y="164"/>
                  </a:cubicBezTo>
                  <a:cubicBezTo>
                    <a:pt x="102" y="163"/>
                    <a:pt x="106" y="160"/>
                    <a:pt x="108" y="160"/>
                  </a:cubicBezTo>
                  <a:cubicBezTo>
                    <a:pt x="110" y="160"/>
                    <a:pt x="112" y="159"/>
                    <a:pt x="113" y="160"/>
                  </a:cubicBezTo>
                  <a:cubicBezTo>
                    <a:pt x="114" y="161"/>
                    <a:pt x="115" y="161"/>
                    <a:pt x="115" y="162"/>
                  </a:cubicBezTo>
                  <a:cubicBezTo>
                    <a:pt x="116" y="157"/>
                    <a:pt x="117" y="154"/>
                    <a:pt x="116" y="154"/>
                  </a:cubicBezTo>
                  <a:cubicBezTo>
                    <a:pt x="113" y="154"/>
                    <a:pt x="109" y="152"/>
                    <a:pt x="108" y="148"/>
                  </a:cubicBezTo>
                  <a:cubicBezTo>
                    <a:pt x="106" y="144"/>
                    <a:pt x="101" y="141"/>
                    <a:pt x="100" y="139"/>
                  </a:cubicBezTo>
                  <a:cubicBezTo>
                    <a:pt x="99" y="136"/>
                    <a:pt x="94" y="137"/>
                    <a:pt x="93" y="135"/>
                  </a:cubicBezTo>
                  <a:cubicBezTo>
                    <a:pt x="92" y="132"/>
                    <a:pt x="94" y="132"/>
                    <a:pt x="94" y="130"/>
                  </a:cubicBezTo>
                  <a:cubicBezTo>
                    <a:pt x="94" y="127"/>
                    <a:pt x="100" y="129"/>
                    <a:pt x="101" y="128"/>
                  </a:cubicBezTo>
                  <a:cubicBezTo>
                    <a:pt x="101" y="128"/>
                    <a:pt x="102" y="122"/>
                    <a:pt x="102" y="119"/>
                  </a:cubicBezTo>
                  <a:cubicBezTo>
                    <a:pt x="102" y="116"/>
                    <a:pt x="106" y="113"/>
                    <a:pt x="105" y="111"/>
                  </a:cubicBezTo>
                  <a:cubicBezTo>
                    <a:pt x="103" y="110"/>
                    <a:pt x="106" y="109"/>
                    <a:pt x="108" y="107"/>
                  </a:cubicBezTo>
                  <a:cubicBezTo>
                    <a:pt x="110" y="106"/>
                    <a:pt x="109" y="101"/>
                    <a:pt x="111" y="99"/>
                  </a:cubicBezTo>
                  <a:cubicBezTo>
                    <a:pt x="113" y="97"/>
                    <a:pt x="114" y="93"/>
                    <a:pt x="116" y="93"/>
                  </a:cubicBezTo>
                  <a:cubicBezTo>
                    <a:pt x="118" y="93"/>
                    <a:pt x="120" y="91"/>
                    <a:pt x="120" y="89"/>
                  </a:cubicBezTo>
                  <a:cubicBezTo>
                    <a:pt x="120" y="87"/>
                    <a:pt x="123" y="82"/>
                    <a:pt x="123" y="79"/>
                  </a:cubicBezTo>
                  <a:cubicBezTo>
                    <a:pt x="122" y="75"/>
                    <a:pt x="121" y="71"/>
                    <a:pt x="123" y="67"/>
                  </a:cubicBezTo>
                  <a:cubicBezTo>
                    <a:pt x="126" y="64"/>
                    <a:pt x="127" y="62"/>
                    <a:pt x="126" y="59"/>
                  </a:cubicBezTo>
                  <a:cubicBezTo>
                    <a:pt x="126" y="56"/>
                    <a:pt x="130" y="56"/>
                    <a:pt x="131" y="54"/>
                  </a:cubicBezTo>
                  <a:cubicBezTo>
                    <a:pt x="132" y="53"/>
                    <a:pt x="136" y="52"/>
                    <a:pt x="139" y="47"/>
                  </a:cubicBezTo>
                  <a:cubicBezTo>
                    <a:pt x="137" y="45"/>
                    <a:pt x="135" y="43"/>
                    <a:pt x="134" y="42"/>
                  </a:cubicBezTo>
                  <a:cubicBezTo>
                    <a:pt x="131" y="41"/>
                    <a:pt x="129" y="35"/>
                    <a:pt x="129" y="29"/>
                  </a:cubicBezTo>
                  <a:cubicBezTo>
                    <a:pt x="129" y="22"/>
                    <a:pt x="127" y="17"/>
                    <a:pt x="127" y="15"/>
                  </a:cubicBezTo>
                  <a:cubicBezTo>
                    <a:pt x="127" y="13"/>
                    <a:pt x="124" y="8"/>
                    <a:pt x="120" y="6"/>
                  </a:cubicBezTo>
                  <a:cubicBezTo>
                    <a:pt x="117" y="5"/>
                    <a:pt x="115" y="2"/>
                    <a:pt x="115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2" y="4"/>
                    <a:pt x="113" y="3"/>
                    <a:pt x="110" y="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41" name="Freeform 43"/>
            <p:cNvSpPr>
              <a:spLocks/>
            </p:cNvSpPr>
            <p:nvPr/>
          </p:nvSpPr>
          <p:spPr bwMode="auto">
            <a:xfrm>
              <a:off x="6857793" y="4011372"/>
              <a:ext cx="48452" cy="49946"/>
            </a:xfrm>
            <a:custGeom>
              <a:avLst/>
              <a:gdLst>
                <a:gd name="T0" fmla="*/ 5 w 16"/>
                <a:gd name="T1" fmla="*/ 2 h 16"/>
                <a:gd name="T2" fmla="*/ 1 w 16"/>
                <a:gd name="T3" fmla="*/ 8 h 16"/>
                <a:gd name="T4" fmla="*/ 1 w 16"/>
                <a:gd name="T5" fmla="*/ 15 h 16"/>
                <a:gd name="T6" fmla="*/ 6 w 16"/>
                <a:gd name="T7" fmla="*/ 15 h 16"/>
                <a:gd name="T8" fmla="*/ 10 w 16"/>
                <a:gd name="T9" fmla="*/ 16 h 16"/>
                <a:gd name="T10" fmla="*/ 13 w 16"/>
                <a:gd name="T11" fmla="*/ 12 h 16"/>
                <a:gd name="T12" fmla="*/ 9 w 16"/>
                <a:gd name="T13" fmla="*/ 10 h 16"/>
                <a:gd name="T14" fmla="*/ 14 w 16"/>
                <a:gd name="T15" fmla="*/ 6 h 16"/>
                <a:gd name="T16" fmla="*/ 13 w 16"/>
                <a:gd name="T17" fmla="*/ 1 h 16"/>
                <a:gd name="T18" fmla="*/ 12 w 16"/>
                <a:gd name="T19" fmla="*/ 0 h 16"/>
                <a:gd name="T20" fmla="*/ 9 w 16"/>
                <a:gd name="T21" fmla="*/ 2 h 16"/>
                <a:gd name="T22" fmla="*/ 5 w 16"/>
                <a:gd name="T2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16">
                  <a:moveTo>
                    <a:pt x="5" y="2"/>
                  </a:moveTo>
                  <a:cubicBezTo>
                    <a:pt x="5" y="3"/>
                    <a:pt x="3" y="6"/>
                    <a:pt x="1" y="8"/>
                  </a:cubicBezTo>
                  <a:cubicBezTo>
                    <a:pt x="0" y="10"/>
                    <a:pt x="1" y="14"/>
                    <a:pt x="1" y="15"/>
                  </a:cubicBezTo>
                  <a:cubicBezTo>
                    <a:pt x="2" y="16"/>
                    <a:pt x="4" y="16"/>
                    <a:pt x="6" y="15"/>
                  </a:cubicBezTo>
                  <a:cubicBezTo>
                    <a:pt x="7" y="14"/>
                    <a:pt x="8" y="14"/>
                    <a:pt x="10" y="16"/>
                  </a:cubicBezTo>
                  <a:cubicBezTo>
                    <a:pt x="11" y="15"/>
                    <a:pt x="12" y="13"/>
                    <a:pt x="13" y="12"/>
                  </a:cubicBezTo>
                  <a:cubicBezTo>
                    <a:pt x="11" y="11"/>
                    <a:pt x="9" y="11"/>
                    <a:pt x="9" y="10"/>
                  </a:cubicBezTo>
                  <a:cubicBezTo>
                    <a:pt x="8" y="9"/>
                    <a:pt x="11" y="7"/>
                    <a:pt x="14" y="6"/>
                  </a:cubicBezTo>
                  <a:cubicBezTo>
                    <a:pt x="16" y="6"/>
                    <a:pt x="15" y="3"/>
                    <a:pt x="13" y="1"/>
                  </a:cubicBezTo>
                  <a:cubicBezTo>
                    <a:pt x="13" y="1"/>
                    <a:pt x="12" y="1"/>
                    <a:pt x="12" y="0"/>
                  </a:cubicBezTo>
                  <a:cubicBezTo>
                    <a:pt x="11" y="1"/>
                    <a:pt x="10" y="1"/>
                    <a:pt x="9" y="2"/>
                  </a:cubicBezTo>
                  <a:cubicBezTo>
                    <a:pt x="9" y="3"/>
                    <a:pt x="7" y="2"/>
                    <a:pt x="5" y="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42" name="Freeform 44"/>
            <p:cNvSpPr>
              <a:spLocks/>
            </p:cNvSpPr>
            <p:nvPr/>
          </p:nvSpPr>
          <p:spPr bwMode="auto">
            <a:xfrm>
              <a:off x="6722634" y="3868104"/>
              <a:ext cx="170863" cy="152469"/>
            </a:xfrm>
            <a:custGeom>
              <a:avLst/>
              <a:gdLst>
                <a:gd name="T0" fmla="*/ 10 w 57"/>
                <a:gd name="T1" fmla="*/ 7 h 49"/>
                <a:gd name="T2" fmla="*/ 5 w 57"/>
                <a:gd name="T3" fmla="*/ 12 h 49"/>
                <a:gd name="T4" fmla="*/ 2 w 57"/>
                <a:gd name="T5" fmla="*/ 20 h 49"/>
                <a:gd name="T6" fmla="*/ 2 w 57"/>
                <a:gd name="T7" fmla="*/ 32 h 49"/>
                <a:gd name="T8" fmla="*/ 9 w 57"/>
                <a:gd name="T9" fmla="*/ 32 h 49"/>
                <a:gd name="T10" fmla="*/ 11 w 57"/>
                <a:gd name="T11" fmla="*/ 30 h 49"/>
                <a:gd name="T12" fmla="*/ 15 w 57"/>
                <a:gd name="T13" fmla="*/ 28 h 49"/>
                <a:gd name="T14" fmla="*/ 21 w 57"/>
                <a:gd name="T15" fmla="*/ 31 h 49"/>
                <a:gd name="T16" fmla="*/ 24 w 57"/>
                <a:gd name="T17" fmla="*/ 31 h 49"/>
                <a:gd name="T18" fmla="*/ 33 w 57"/>
                <a:gd name="T19" fmla="*/ 31 h 49"/>
                <a:gd name="T20" fmla="*/ 51 w 57"/>
                <a:gd name="T21" fmla="*/ 48 h 49"/>
                <a:gd name="T22" fmla="*/ 50 w 57"/>
                <a:gd name="T23" fmla="*/ 48 h 49"/>
                <a:gd name="T24" fmla="*/ 54 w 57"/>
                <a:gd name="T25" fmla="*/ 48 h 49"/>
                <a:gd name="T26" fmla="*/ 57 w 57"/>
                <a:gd name="T27" fmla="*/ 46 h 49"/>
                <a:gd name="T28" fmla="*/ 48 w 57"/>
                <a:gd name="T29" fmla="*/ 36 h 49"/>
                <a:gd name="T30" fmla="*/ 34 w 57"/>
                <a:gd name="T31" fmla="*/ 27 h 49"/>
                <a:gd name="T32" fmla="*/ 29 w 57"/>
                <a:gd name="T33" fmla="*/ 22 h 49"/>
                <a:gd name="T34" fmla="*/ 23 w 57"/>
                <a:gd name="T35" fmla="*/ 9 h 49"/>
                <a:gd name="T36" fmla="*/ 18 w 57"/>
                <a:gd name="T37" fmla="*/ 0 h 49"/>
                <a:gd name="T38" fmla="*/ 10 w 57"/>
                <a:gd name="T39" fmla="*/ 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7" h="49">
                  <a:moveTo>
                    <a:pt x="10" y="7"/>
                  </a:moveTo>
                  <a:cubicBezTo>
                    <a:pt x="9" y="9"/>
                    <a:pt x="5" y="9"/>
                    <a:pt x="5" y="12"/>
                  </a:cubicBezTo>
                  <a:cubicBezTo>
                    <a:pt x="6" y="15"/>
                    <a:pt x="5" y="17"/>
                    <a:pt x="2" y="20"/>
                  </a:cubicBezTo>
                  <a:cubicBezTo>
                    <a:pt x="0" y="24"/>
                    <a:pt x="1" y="28"/>
                    <a:pt x="2" y="32"/>
                  </a:cubicBezTo>
                  <a:cubicBezTo>
                    <a:pt x="5" y="32"/>
                    <a:pt x="8" y="32"/>
                    <a:pt x="9" y="32"/>
                  </a:cubicBezTo>
                  <a:cubicBezTo>
                    <a:pt x="10" y="33"/>
                    <a:pt x="11" y="32"/>
                    <a:pt x="11" y="30"/>
                  </a:cubicBezTo>
                  <a:cubicBezTo>
                    <a:pt x="12" y="27"/>
                    <a:pt x="14" y="27"/>
                    <a:pt x="15" y="28"/>
                  </a:cubicBezTo>
                  <a:cubicBezTo>
                    <a:pt x="17" y="30"/>
                    <a:pt x="18" y="32"/>
                    <a:pt x="21" y="31"/>
                  </a:cubicBezTo>
                  <a:cubicBezTo>
                    <a:pt x="23" y="29"/>
                    <a:pt x="23" y="30"/>
                    <a:pt x="24" y="31"/>
                  </a:cubicBezTo>
                  <a:cubicBezTo>
                    <a:pt x="26" y="31"/>
                    <a:pt x="31" y="30"/>
                    <a:pt x="33" y="31"/>
                  </a:cubicBezTo>
                  <a:cubicBezTo>
                    <a:pt x="35" y="31"/>
                    <a:pt x="51" y="48"/>
                    <a:pt x="51" y="48"/>
                  </a:cubicBezTo>
                  <a:cubicBezTo>
                    <a:pt x="51" y="48"/>
                    <a:pt x="51" y="48"/>
                    <a:pt x="50" y="48"/>
                  </a:cubicBezTo>
                  <a:cubicBezTo>
                    <a:pt x="52" y="48"/>
                    <a:pt x="54" y="49"/>
                    <a:pt x="54" y="48"/>
                  </a:cubicBezTo>
                  <a:cubicBezTo>
                    <a:pt x="55" y="47"/>
                    <a:pt x="56" y="47"/>
                    <a:pt x="57" y="46"/>
                  </a:cubicBezTo>
                  <a:cubicBezTo>
                    <a:pt x="55" y="44"/>
                    <a:pt x="52" y="41"/>
                    <a:pt x="48" y="36"/>
                  </a:cubicBezTo>
                  <a:cubicBezTo>
                    <a:pt x="43" y="30"/>
                    <a:pt x="37" y="27"/>
                    <a:pt x="34" y="27"/>
                  </a:cubicBezTo>
                  <a:cubicBezTo>
                    <a:pt x="31" y="27"/>
                    <a:pt x="31" y="22"/>
                    <a:pt x="29" y="22"/>
                  </a:cubicBezTo>
                  <a:cubicBezTo>
                    <a:pt x="27" y="21"/>
                    <a:pt x="23" y="14"/>
                    <a:pt x="23" y="9"/>
                  </a:cubicBezTo>
                  <a:cubicBezTo>
                    <a:pt x="23" y="7"/>
                    <a:pt x="21" y="3"/>
                    <a:pt x="18" y="0"/>
                  </a:cubicBezTo>
                  <a:cubicBezTo>
                    <a:pt x="15" y="5"/>
                    <a:pt x="11" y="6"/>
                    <a:pt x="10" y="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43" name="Freeform 45"/>
            <p:cNvSpPr>
              <a:spLocks/>
            </p:cNvSpPr>
            <p:nvPr/>
          </p:nvSpPr>
          <p:spPr bwMode="auto">
            <a:xfrm>
              <a:off x="6634653" y="3952225"/>
              <a:ext cx="382527" cy="307567"/>
            </a:xfrm>
            <a:custGeom>
              <a:avLst/>
              <a:gdLst>
                <a:gd name="T0" fmla="*/ 8 w 127"/>
                <a:gd name="T1" fmla="*/ 65 h 99"/>
                <a:gd name="T2" fmla="*/ 16 w 127"/>
                <a:gd name="T3" fmla="*/ 74 h 99"/>
                <a:gd name="T4" fmla="*/ 24 w 127"/>
                <a:gd name="T5" fmla="*/ 80 h 99"/>
                <a:gd name="T6" fmla="*/ 23 w 127"/>
                <a:gd name="T7" fmla="*/ 88 h 99"/>
                <a:gd name="T8" fmla="*/ 26 w 127"/>
                <a:gd name="T9" fmla="*/ 89 h 99"/>
                <a:gd name="T10" fmla="*/ 35 w 127"/>
                <a:gd name="T11" fmla="*/ 91 h 99"/>
                <a:gd name="T12" fmla="*/ 44 w 127"/>
                <a:gd name="T13" fmla="*/ 96 h 99"/>
                <a:gd name="T14" fmla="*/ 54 w 127"/>
                <a:gd name="T15" fmla="*/ 98 h 99"/>
                <a:gd name="T16" fmla="*/ 60 w 127"/>
                <a:gd name="T17" fmla="*/ 93 h 99"/>
                <a:gd name="T18" fmla="*/ 67 w 127"/>
                <a:gd name="T19" fmla="*/ 92 h 99"/>
                <a:gd name="T20" fmla="*/ 71 w 127"/>
                <a:gd name="T21" fmla="*/ 94 h 99"/>
                <a:gd name="T22" fmla="*/ 75 w 127"/>
                <a:gd name="T23" fmla="*/ 92 h 99"/>
                <a:gd name="T24" fmla="*/ 82 w 127"/>
                <a:gd name="T25" fmla="*/ 91 h 99"/>
                <a:gd name="T26" fmla="*/ 93 w 127"/>
                <a:gd name="T27" fmla="*/ 86 h 99"/>
                <a:gd name="T28" fmla="*/ 102 w 127"/>
                <a:gd name="T29" fmla="*/ 84 h 99"/>
                <a:gd name="T30" fmla="*/ 125 w 127"/>
                <a:gd name="T31" fmla="*/ 61 h 99"/>
                <a:gd name="T32" fmla="*/ 122 w 127"/>
                <a:gd name="T33" fmla="*/ 60 h 99"/>
                <a:gd name="T34" fmla="*/ 110 w 127"/>
                <a:gd name="T35" fmla="*/ 57 h 99"/>
                <a:gd name="T36" fmla="*/ 93 w 127"/>
                <a:gd name="T37" fmla="*/ 51 h 99"/>
                <a:gd name="T38" fmla="*/ 88 w 127"/>
                <a:gd name="T39" fmla="*/ 46 h 99"/>
                <a:gd name="T40" fmla="*/ 83 w 127"/>
                <a:gd name="T41" fmla="*/ 38 h 99"/>
                <a:gd name="T42" fmla="*/ 84 w 127"/>
                <a:gd name="T43" fmla="*/ 35 h 99"/>
                <a:gd name="T44" fmla="*/ 80 w 127"/>
                <a:gd name="T45" fmla="*/ 34 h 99"/>
                <a:gd name="T46" fmla="*/ 75 w 127"/>
                <a:gd name="T47" fmla="*/ 34 h 99"/>
                <a:gd name="T48" fmla="*/ 75 w 127"/>
                <a:gd name="T49" fmla="*/ 27 h 99"/>
                <a:gd name="T50" fmla="*/ 80 w 127"/>
                <a:gd name="T51" fmla="*/ 21 h 99"/>
                <a:gd name="T52" fmla="*/ 62 w 127"/>
                <a:gd name="T53" fmla="*/ 4 h 99"/>
                <a:gd name="T54" fmla="*/ 53 w 127"/>
                <a:gd name="T55" fmla="*/ 4 h 99"/>
                <a:gd name="T56" fmla="*/ 50 w 127"/>
                <a:gd name="T57" fmla="*/ 4 h 99"/>
                <a:gd name="T58" fmla="*/ 44 w 127"/>
                <a:gd name="T59" fmla="*/ 1 h 99"/>
                <a:gd name="T60" fmla="*/ 40 w 127"/>
                <a:gd name="T61" fmla="*/ 3 h 99"/>
                <a:gd name="T62" fmla="*/ 38 w 127"/>
                <a:gd name="T63" fmla="*/ 5 h 99"/>
                <a:gd name="T64" fmla="*/ 31 w 127"/>
                <a:gd name="T65" fmla="*/ 5 h 99"/>
                <a:gd name="T66" fmla="*/ 31 w 127"/>
                <a:gd name="T67" fmla="*/ 5 h 99"/>
                <a:gd name="T68" fmla="*/ 28 w 127"/>
                <a:gd name="T69" fmla="*/ 15 h 99"/>
                <a:gd name="T70" fmla="*/ 24 w 127"/>
                <a:gd name="T71" fmla="*/ 19 h 99"/>
                <a:gd name="T72" fmla="*/ 19 w 127"/>
                <a:gd name="T73" fmla="*/ 25 h 99"/>
                <a:gd name="T74" fmla="*/ 16 w 127"/>
                <a:gd name="T75" fmla="*/ 33 h 99"/>
                <a:gd name="T76" fmla="*/ 13 w 127"/>
                <a:gd name="T77" fmla="*/ 37 h 99"/>
                <a:gd name="T78" fmla="*/ 10 w 127"/>
                <a:gd name="T79" fmla="*/ 45 h 99"/>
                <a:gd name="T80" fmla="*/ 9 w 127"/>
                <a:gd name="T81" fmla="*/ 54 h 99"/>
                <a:gd name="T82" fmla="*/ 2 w 127"/>
                <a:gd name="T83" fmla="*/ 56 h 99"/>
                <a:gd name="T84" fmla="*/ 1 w 127"/>
                <a:gd name="T85" fmla="*/ 61 h 99"/>
                <a:gd name="T86" fmla="*/ 8 w 127"/>
                <a:gd name="T87" fmla="*/ 6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7" h="99">
                  <a:moveTo>
                    <a:pt x="8" y="65"/>
                  </a:moveTo>
                  <a:cubicBezTo>
                    <a:pt x="9" y="67"/>
                    <a:pt x="14" y="70"/>
                    <a:pt x="16" y="74"/>
                  </a:cubicBezTo>
                  <a:cubicBezTo>
                    <a:pt x="17" y="78"/>
                    <a:pt x="21" y="80"/>
                    <a:pt x="24" y="80"/>
                  </a:cubicBezTo>
                  <a:cubicBezTo>
                    <a:pt x="25" y="80"/>
                    <a:pt x="24" y="83"/>
                    <a:pt x="23" y="88"/>
                  </a:cubicBezTo>
                  <a:cubicBezTo>
                    <a:pt x="24" y="88"/>
                    <a:pt x="25" y="88"/>
                    <a:pt x="26" y="89"/>
                  </a:cubicBezTo>
                  <a:cubicBezTo>
                    <a:pt x="27" y="90"/>
                    <a:pt x="33" y="89"/>
                    <a:pt x="35" y="91"/>
                  </a:cubicBezTo>
                  <a:cubicBezTo>
                    <a:pt x="37" y="92"/>
                    <a:pt x="43" y="96"/>
                    <a:pt x="44" y="96"/>
                  </a:cubicBezTo>
                  <a:cubicBezTo>
                    <a:pt x="46" y="96"/>
                    <a:pt x="53" y="97"/>
                    <a:pt x="54" y="98"/>
                  </a:cubicBezTo>
                  <a:cubicBezTo>
                    <a:pt x="55" y="99"/>
                    <a:pt x="57" y="95"/>
                    <a:pt x="60" y="93"/>
                  </a:cubicBezTo>
                  <a:cubicBezTo>
                    <a:pt x="63" y="92"/>
                    <a:pt x="66" y="91"/>
                    <a:pt x="67" y="92"/>
                  </a:cubicBezTo>
                  <a:cubicBezTo>
                    <a:pt x="68" y="93"/>
                    <a:pt x="70" y="94"/>
                    <a:pt x="71" y="94"/>
                  </a:cubicBezTo>
                  <a:cubicBezTo>
                    <a:pt x="72" y="93"/>
                    <a:pt x="73" y="93"/>
                    <a:pt x="75" y="92"/>
                  </a:cubicBezTo>
                  <a:cubicBezTo>
                    <a:pt x="78" y="92"/>
                    <a:pt x="81" y="91"/>
                    <a:pt x="82" y="91"/>
                  </a:cubicBezTo>
                  <a:cubicBezTo>
                    <a:pt x="84" y="91"/>
                    <a:pt x="88" y="86"/>
                    <a:pt x="93" y="86"/>
                  </a:cubicBezTo>
                  <a:cubicBezTo>
                    <a:pt x="99" y="86"/>
                    <a:pt x="100" y="86"/>
                    <a:pt x="102" y="84"/>
                  </a:cubicBezTo>
                  <a:cubicBezTo>
                    <a:pt x="105" y="81"/>
                    <a:pt x="123" y="63"/>
                    <a:pt x="125" y="61"/>
                  </a:cubicBezTo>
                  <a:cubicBezTo>
                    <a:pt x="127" y="60"/>
                    <a:pt x="124" y="60"/>
                    <a:pt x="122" y="60"/>
                  </a:cubicBezTo>
                  <a:cubicBezTo>
                    <a:pt x="120" y="60"/>
                    <a:pt x="116" y="59"/>
                    <a:pt x="110" y="57"/>
                  </a:cubicBezTo>
                  <a:cubicBezTo>
                    <a:pt x="104" y="55"/>
                    <a:pt x="95" y="51"/>
                    <a:pt x="93" y="51"/>
                  </a:cubicBezTo>
                  <a:cubicBezTo>
                    <a:pt x="92" y="51"/>
                    <a:pt x="89" y="47"/>
                    <a:pt x="88" y="46"/>
                  </a:cubicBezTo>
                  <a:cubicBezTo>
                    <a:pt x="86" y="45"/>
                    <a:pt x="83" y="40"/>
                    <a:pt x="83" y="38"/>
                  </a:cubicBezTo>
                  <a:cubicBezTo>
                    <a:pt x="82" y="38"/>
                    <a:pt x="83" y="36"/>
                    <a:pt x="84" y="35"/>
                  </a:cubicBezTo>
                  <a:cubicBezTo>
                    <a:pt x="82" y="33"/>
                    <a:pt x="81" y="33"/>
                    <a:pt x="80" y="34"/>
                  </a:cubicBezTo>
                  <a:cubicBezTo>
                    <a:pt x="78" y="35"/>
                    <a:pt x="76" y="35"/>
                    <a:pt x="75" y="34"/>
                  </a:cubicBezTo>
                  <a:cubicBezTo>
                    <a:pt x="75" y="33"/>
                    <a:pt x="74" y="29"/>
                    <a:pt x="75" y="27"/>
                  </a:cubicBezTo>
                  <a:cubicBezTo>
                    <a:pt x="77" y="25"/>
                    <a:pt x="80" y="21"/>
                    <a:pt x="80" y="21"/>
                  </a:cubicBezTo>
                  <a:cubicBezTo>
                    <a:pt x="80" y="21"/>
                    <a:pt x="64" y="4"/>
                    <a:pt x="62" y="4"/>
                  </a:cubicBezTo>
                  <a:cubicBezTo>
                    <a:pt x="60" y="3"/>
                    <a:pt x="55" y="4"/>
                    <a:pt x="53" y="4"/>
                  </a:cubicBezTo>
                  <a:cubicBezTo>
                    <a:pt x="52" y="3"/>
                    <a:pt x="52" y="2"/>
                    <a:pt x="50" y="4"/>
                  </a:cubicBezTo>
                  <a:cubicBezTo>
                    <a:pt x="47" y="5"/>
                    <a:pt x="46" y="3"/>
                    <a:pt x="44" y="1"/>
                  </a:cubicBezTo>
                  <a:cubicBezTo>
                    <a:pt x="43" y="0"/>
                    <a:pt x="41" y="0"/>
                    <a:pt x="40" y="3"/>
                  </a:cubicBezTo>
                  <a:cubicBezTo>
                    <a:pt x="40" y="5"/>
                    <a:pt x="39" y="6"/>
                    <a:pt x="38" y="5"/>
                  </a:cubicBezTo>
                  <a:cubicBezTo>
                    <a:pt x="37" y="5"/>
                    <a:pt x="34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8"/>
                    <a:pt x="28" y="13"/>
                    <a:pt x="28" y="15"/>
                  </a:cubicBezTo>
                  <a:cubicBezTo>
                    <a:pt x="28" y="17"/>
                    <a:pt x="26" y="19"/>
                    <a:pt x="24" y="19"/>
                  </a:cubicBezTo>
                  <a:cubicBezTo>
                    <a:pt x="22" y="19"/>
                    <a:pt x="21" y="23"/>
                    <a:pt x="19" y="25"/>
                  </a:cubicBezTo>
                  <a:cubicBezTo>
                    <a:pt x="17" y="27"/>
                    <a:pt x="18" y="32"/>
                    <a:pt x="16" y="33"/>
                  </a:cubicBezTo>
                  <a:cubicBezTo>
                    <a:pt x="14" y="35"/>
                    <a:pt x="11" y="36"/>
                    <a:pt x="13" y="37"/>
                  </a:cubicBezTo>
                  <a:cubicBezTo>
                    <a:pt x="14" y="39"/>
                    <a:pt x="10" y="42"/>
                    <a:pt x="10" y="45"/>
                  </a:cubicBezTo>
                  <a:cubicBezTo>
                    <a:pt x="10" y="48"/>
                    <a:pt x="9" y="54"/>
                    <a:pt x="9" y="54"/>
                  </a:cubicBezTo>
                  <a:cubicBezTo>
                    <a:pt x="8" y="55"/>
                    <a:pt x="2" y="53"/>
                    <a:pt x="2" y="56"/>
                  </a:cubicBezTo>
                  <a:cubicBezTo>
                    <a:pt x="2" y="58"/>
                    <a:pt x="0" y="58"/>
                    <a:pt x="1" y="61"/>
                  </a:cubicBezTo>
                  <a:cubicBezTo>
                    <a:pt x="2" y="63"/>
                    <a:pt x="7" y="62"/>
                    <a:pt x="8" y="6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44" name="Freeform 46"/>
            <p:cNvSpPr>
              <a:spLocks/>
            </p:cNvSpPr>
            <p:nvPr/>
          </p:nvSpPr>
          <p:spPr bwMode="auto">
            <a:xfrm>
              <a:off x="6694581" y="3392296"/>
              <a:ext cx="36977" cy="46004"/>
            </a:xfrm>
            <a:custGeom>
              <a:avLst/>
              <a:gdLst>
                <a:gd name="T0" fmla="*/ 10 w 12"/>
                <a:gd name="T1" fmla="*/ 6 h 15"/>
                <a:gd name="T2" fmla="*/ 6 w 12"/>
                <a:gd name="T3" fmla="*/ 0 h 15"/>
                <a:gd name="T4" fmla="*/ 6 w 12"/>
                <a:gd name="T5" fmla="*/ 1 h 15"/>
                <a:gd name="T6" fmla="*/ 0 w 12"/>
                <a:gd name="T7" fmla="*/ 14 h 15"/>
                <a:gd name="T8" fmla="*/ 3 w 12"/>
                <a:gd name="T9" fmla="*/ 15 h 15"/>
                <a:gd name="T10" fmla="*/ 10 w 12"/>
                <a:gd name="T11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5">
                  <a:moveTo>
                    <a:pt x="10" y="6"/>
                  </a:moveTo>
                  <a:cubicBezTo>
                    <a:pt x="12" y="5"/>
                    <a:pt x="12" y="0"/>
                    <a:pt x="6" y="0"/>
                  </a:cubicBezTo>
                  <a:cubicBezTo>
                    <a:pt x="6" y="0"/>
                    <a:pt x="6" y="1"/>
                    <a:pt x="6" y="1"/>
                  </a:cubicBezTo>
                  <a:cubicBezTo>
                    <a:pt x="6" y="3"/>
                    <a:pt x="2" y="9"/>
                    <a:pt x="0" y="14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6" y="12"/>
                    <a:pt x="9" y="7"/>
                    <a:pt x="10" y="6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45" name="Freeform 47"/>
            <p:cNvSpPr>
              <a:spLocks/>
            </p:cNvSpPr>
            <p:nvPr/>
          </p:nvSpPr>
          <p:spPr bwMode="auto">
            <a:xfrm>
              <a:off x="6703508" y="3317376"/>
              <a:ext cx="175962" cy="143269"/>
            </a:xfrm>
            <a:custGeom>
              <a:avLst/>
              <a:gdLst>
                <a:gd name="T0" fmla="*/ 7 w 58"/>
                <a:gd name="T1" fmla="*/ 30 h 46"/>
                <a:gd name="T2" fmla="*/ 0 w 58"/>
                <a:gd name="T3" fmla="*/ 39 h 46"/>
                <a:gd name="T4" fmla="*/ 1 w 58"/>
                <a:gd name="T5" fmla="*/ 39 h 46"/>
                <a:gd name="T6" fmla="*/ 2 w 58"/>
                <a:gd name="T7" fmla="*/ 42 h 46"/>
                <a:gd name="T8" fmla="*/ 9 w 58"/>
                <a:gd name="T9" fmla="*/ 46 h 46"/>
                <a:gd name="T10" fmla="*/ 17 w 58"/>
                <a:gd name="T11" fmla="*/ 42 h 46"/>
                <a:gd name="T12" fmla="*/ 46 w 58"/>
                <a:gd name="T13" fmla="*/ 27 h 46"/>
                <a:gd name="T14" fmla="*/ 48 w 58"/>
                <a:gd name="T15" fmla="*/ 22 h 46"/>
                <a:gd name="T16" fmla="*/ 49 w 58"/>
                <a:gd name="T17" fmla="*/ 16 h 46"/>
                <a:gd name="T18" fmla="*/ 48 w 58"/>
                <a:gd name="T19" fmla="*/ 9 h 46"/>
                <a:gd name="T20" fmla="*/ 53 w 58"/>
                <a:gd name="T21" fmla="*/ 5 h 46"/>
                <a:gd name="T22" fmla="*/ 58 w 58"/>
                <a:gd name="T23" fmla="*/ 1 h 46"/>
                <a:gd name="T24" fmla="*/ 55 w 58"/>
                <a:gd name="T25" fmla="*/ 0 h 46"/>
                <a:gd name="T26" fmla="*/ 46 w 58"/>
                <a:gd name="T27" fmla="*/ 2 h 46"/>
                <a:gd name="T28" fmla="*/ 34 w 58"/>
                <a:gd name="T29" fmla="*/ 5 h 46"/>
                <a:gd name="T30" fmla="*/ 25 w 58"/>
                <a:gd name="T31" fmla="*/ 5 h 46"/>
                <a:gd name="T32" fmla="*/ 20 w 58"/>
                <a:gd name="T33" fmla="*/ 6 h 46"/>
                <a:gd name="T34" fmla="*/ 12 w 58"/>
                <a:gd name="T35" fmla="*/ 6 h 46"/>
                <a:gd name="T36" fmla="*/ 9 w 58"/>
                <a:gd name="T37" fmla="*/ 8 h 46"/>
                <a:gd name="T38" fmla="*/ 4 w 58"/>
                <a:gd name="T39" fmla="*/ 13 h 46"/>
                <a:gd name="T40" fmla="*/ 3 w 58"/>
                <a:gd name="T41" fmla="*/ 18 h 46"/>
                <a:gd name="T42" fmla="*/ 3 w 58"/>
                <a:gd name="T43" fmla="*/ 24 h 46"/>
                <a:gd name="T44" fmla="*/ 7 w 58"/>
                <a:gd name="T45" fmla="*/ 3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" h="46">
                  <a:moveTo>
                    <a:pt x="7" y="30"/>
                  </a:moveTo>
                  <a:cubicBezTo>
                    <a:pt x="6" y="31"/>
                    <a:pt x="3" y="36"/>
                    <a:pt x="0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15" y="42"/>
                    <a:pt x="17" y="42"/>
                  </a:cubicBezTo>
                  <a:cubicBezTo>
                    <a:pt x="20" y="42"/>
                    <a:pt x="46" y="27"/>
                    <a:pt x="46" y="27"/>
                  </a:cubicBezTo>
                  <a:cubicBezTo>
                    <a:pt x="46" y="27"/>
                    <a:pt x="48" y="24"/>
                    <a:pt x="48" y="22"/>
                  </a:cubicBezTo>
                  <a:cubicBezTo>
                    <a:pt x="48" y="21"/>
                    <a:pt x="47" y="17"/>
                    <a:pt x="49" y="16"/>
                  </a:cubicBezTo>
                  <a:cubicBezTo>
                    <a:pt x="50" y="14"/>
                    <a:pt x="47" y="11"/>
                    <a:pt x="48" y="9"/>
                  </a:cubicBezTo>
                  <a:cubicBezTo>
                    <a:pt x="49" y="6"/>
                    <a:pt x="53" y="5"/>
                    <a:pt x="53" y="5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0"/>
                    <a:pt x="51" y="2"/>
                    <a:pt x="46" y="2"/>
                  </a:cubicBezTo>
                  <a:cubicBezTo>
                    <a:pt x="41" y="1"/>
                    <a:pt x="40" y="5"/>
                    <a:pt x="34" y="5"/>
                  </a:cubicBezTo>
                  <a:cubicBezTo>
                    <a:pt x="29" y="5"/>
                    <a:pt x="26" y="6"/>
                    <a:pt x="25" y="5"/>
                  </a:cubicBezTo>
                  <a:cubicBezTo>
                    <a:pt x="24" y="3"/>
                    <a:pt x="23" y="4"/>
                    <a:pt x="20" y="6"/>
                  </a:cubicBezTo>
                  <a:cubicBezTo>
                    <a:pt x="16" y="7"/>
                    <a:pt x="14" y="7"/>
                    <a:pt x="12" y="6"/>
                  </a:cubicBezTo>
                  <a:cubicBezTo>
                    <a:pt x="10" y="4"/>
                    <a:pt x="9" y="6"/>
                    <a:pt x="9" y="8"/>
                  </a:cubicBezTo>
                  <a:cubicBezTo>
                    <a:pt x="8" y="9"/>
                    <a:pt x="9" y="13"/>
                    <a:pt x="4" y="13"/>
                  </a:cubicBezTo>
                  <a:cubicBezTo>
                    <a:pt x="3" y="15"/>
                    <a:pt x="3" y="16"/>
                    <a:pt x="3" y="18"/>
                  </a:cubicBezTo>
                  <a:cubicBezTo>
                    <a:pt x="5" y="19"/>
                    <a:pt x="3" y="21"/>
                    <a:pt x="3" y="24"/>
                  </a:cubicBezTo>
                  <a:cubicBezTo>
                    <a:pt x="9" y="24"/>
                    <a:pt x="9" y="29"/>
                    <a:pt x="7" y="3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46" name="Freeform 48"/>
            <p:cNvSpPr>
              <a:spLocks/>
            </p:cNvSpPr>
            <p:nvPr/>
          </p:nvSpPr>
          <p:spPr bwMode="auto">
            <a:xfrm>
              <a:off x="8989742" y="3285830"/>
              <a:ext cx="96907" cy="124867"/>
            </a:xfrm>
            <a:custGeom>
              <a:avLst/>
              <a:gdLst>
                <a:gd name="T0" fmla="*/ 8 w 32"/>
                <a:gd name="T1" fmla="*/ 3 h 40"/>
                <a:gd name="T2" fmla="*/ 3 w 32"/>
                <a:gd name="T3" fmla="*/ 7 h 40"/>
                <a:gd name="T4" fmla="*/ 6 w 32"/>
                <a:gd name="T5" fmla="*/ 11 h 40"/>
                <a:gd name="T6" fmla="*/ 5 w 32"/>
                <a:gd name="T7" fmla="*/ 15 h 40"/>
                <a:gd name="T8" fmla="*/ 5 w 32"/>
                <a:gd name="T9" fmla="*/ 23 h 40"/>
                <a:gd name="T10" fmla="*/ 2 w 32"/>
                <a:gd name="T11" fmla="*/ 33 h 40"/>
                <a:gd name="T12" fmla="*/ 3 w 32"/>
                <a:gd name="T13" fmla="*/ 39 h 40"/>
                <a:gd name="T14" fmla="*/ 20 w 32"/>
                <a:gd name="T15" fmla="*/ 33 h 40"/>
                <a:gd name="T16" fmla="*/ 28 w 32"/>
                <a:gd name="T17" fmla="*/ 30 h 40"/>
                <a:gd name="T18" fmla="*/ 31 w 32"/>
                <a:gd name="T19" fmla="*/ 26 h 40"/>
                <a:gd name="T20" fmla="*/ 29 w 32"/>
                <a:gd name="T21" fmla="*/ 14 h 40"/>
                <a:gd name="T22" fmla="*/ 20 w 32"/>
                <a:gd name="T23" fmla="*/ 0 h 40"/>
                <a:gd name="T24" fmla="*/ 16 w 32"/>
                <a:gd name="T25" fmla="*/ 2 h 40"/>
                <a:gd name="T26" fmla="*/ 8 w 32"/>
                <a:gd name="T27" fmla="*/ 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40">
                  <a:moveTo>
                    <a:pt x="8" y="3"/>
                  </a:moveTo>
                  <a:cubicBezTo>
                    <a:pt x="7" y="4"/>
                    <a:pt x="5" y="5"/>
                    <a:pt x="3" y="7"/>
                  </a:cubicBezTo>
                  <a:cubicBezTo>
                    <a:pt x="4" y="9"/>
                    <a:pt x="4" y="11"/>
                    <a:pt x="6" y="11"/>
                  </a:cubicBezTo>
                  <a:cubicBezTo>
                    <a:pt x="8" y="12"/>
                    <a:pt x="8" y="16"/>
                    <a:pt x="5" y="15"/>
                  </a:cubicBezTo>
                  <a:cubicBezTo>
                    <a:pt x="2" y="14"/>
                    <a:pt x="2" y="19"/>
                    <a:pt x="5" y="23"/>
                  </a:cubicBezTo>
                  <a:cubicBezTo>
                    <a:pt x="7" y="27"/>
                    <a:pt x="0" y="31"/>
                    <a:pt x="2" y="33"/>
                  </a:cubicBezTo>
                  <a:cubicBezTo>
                    <a:pt x="4" y="35"/>
                    <a:pt x="3" y="37"/>
                    <a:pt x="3" y="39"/>
                  </a:cubicBezTo>
                  <a:cubicBezTo>
                    <a:pt x="4" y="40"/>
                    <a:pt x="15" y="38"/>
                    <a:pt x="20" y="33"/>
                  </a:cubicBezTo>
                  <a:cubicBezTo>
                    <a:pt x="24" y="29"/>
                    <a:pt x="25" y="29"/>
                    <a:pt x="28" y="30"/>
                  </a:cubicBezTo>
                  <a:cubicBezTo>
                    <a:pt x="30" y="30"/>
                    <a:pt x="32" y="28"/>
                    <a:pt x="31" y="26"/>
                  </a:cubicBezTo>
                  <a:cubicBezTo>
                    <a:pt x="30" y="24"/>
                    <a:pt x="29" y="20"/>
                    <a:pt x="29" y="14"/>
                  </a:cubicBezTo>
                  <a:cubicBezTo>
                    <a:pt x="29" y="11"/>
                    <a:pt x="25" y="5"/>
                    <a:pt x="20" y="0"/>
                  </a:cubicBezTo>
                  <a:cubicBezTo>
                    <a:pt x="19" y="1"/>
                    <a:pt x="18" y="2"/>
                    <a:pt x="16" y="2"/>
                  </a:cubicBezTo>
                  <a:cubicBezTo>
                    <a:pt x="13" y="2"/>
                    <a:pt x="9" y="2"/>
                    <a:pt x="8" y="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47" name="Freeform 49"/>
            <p:cNvSpPr>
              <a:spLocks/>
            </p:cNvSpPr>
            <p:nvPr/>
          </p:nvSpPr>
          <p:spPr bwMode="auto">
            <a:xfrm>
              <a:off x="8033425" y="3634144"/>
              <a:ext cx="114757" cy="156412"/>
            </a:xfrm>
            <a:custGeom>
              <a:avLst/>
              <a:gdLst>
                <a:gd name="T0" fmla="*/ 38 w 38"/>
                <a:gd name="T1" fmla="*/ 42 h 50"/>
                <a:gd name="T2" fmla="*/ 35 w 38"/>
                <a:gd name="T3" fmla="*/ 26 h 50"/>
                <a:gd name="T4" fmla="*/ 29 w 38"/>
                <a:gd name="T5" fmla="*/ 32 h 50"/>
                <a:gd name="T6" fmla="*/ 29 w 38"/>
                <a:gd name="T7" fmla="*/ 23 h 50"/>
                <a:gd name="T8" fmla="*/ 36 w 38"/>
                <a:gd name="T9" fmla="*/ 15 h 50"/>
                <a:gd name="T10" fmla="*/ 30 w 38"/>
                <a:gd name="T11" fmla="*/ 13 h 50"/>
                <a:gd name="T12" fmla="*/ 20 w 38"/>
                <a:gd name="T13" fmla="*/ 13 h 50"/>
                <a:gd name="T14" fmla="*/ 16 w 38"/>
                <a:gd name="T15" fmla="*/ 9 h 50"/>
                <a:gd name="T16" fmla="*/ 10 w 38"/>
                <a:gd name="T17" fmla="*/ 4 h 50"/>
                <a:gd name="T18" fmla="*/ 3 w 38"/>
                <a:gd name="T19" fmla="*/ 4 h 50"/>
                <a:gd name="T20" fmla="*/ 9 w 38"/>
                <a:gd name="T21" fmla="*/ 12 h 50"/>
                <a:gd name="T22" fmla="*/ 4 w 38"/>
                <a:gd name="T23" fmla="*/ 15 h 50"/>
                <a:gd name="T24" fmla="*/ 6 w 38"/>
                <a:gd name="T25" fmla="*/ 28 h 50"/>
                <a:gd name="T26" fmla="*/ 9 w 38"/>
                <a:gd name="T27" fmla="*/ 43 h 50"/>
                <a:gd name="T28" fmla="*/ 15 w 38"/>
                <a:gd name="T29" fmla="*/ 42 h 50"/>
                <a:gd name="T30" fmla="*/ 22 w 38"/>
                <a:gd name="T31" fmla="*/ 38 h 50"/>
                <a:gd name="T32" fmla="*/ 27 w 38"/>
                <a:gd name="T33" fmla="*/ 34 h 50"/>
                <a:gd name="T34" fmla="*/ 31 w 38"/>
                <a:gd name="T35" fmla="*/ 46 h 50"/>
                <a:gd name="T36" fmla="*/ 33 w 38"/>
                <a:gd name="T37" fmla="*/ 50 h 50"/>
                <a:gd name="T38" fmla="*/ 36 w 38"/>
                <a:gd name="T39" fmla="*/ 47 h 50"/>
                <a:gd name="T40" fmla="*/ 38 w 38"/>
                <a:gd name="T41" fmla="*/ 4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50">
                  <a:moveTo>
                    <a:pt x="38" y="42"/>
                  </a:moveTo>
                  <a:cubicBezTo>
                    <a:pt x="37" y="34"/>
                    <a:pt x="36" y="26"/>
                    <a:pt x="35" y="26"/>
                  </a:cubicBezTo>
                  <a:cubicBezTo>
                    <a:pt x="33" y="26"/>
                    <a:pt x="31" y="33"/>
                    <a:pt x="29" y="32"/>
                  </a:cubicBezTo>
                  <a:cubicBezTo>
                    <a:pt x="26" y="32"/>
                    <a:pt x="26" y="23"/>
                    <a:pt x="29" y="23"/>
                  </a:cubicBezTo>
                  <a:cubicBezTo>
                    <a:pt x="32" y="23"/>
                    <a:pt x="36" y="17"/>
                    <a:pt x="36" y="15"/>
                  </a:cubicBezTo>
                  <a:cubicBezTo>
                    <a:pt x="36" y="13"/>
                    <a:pt x="33" y="13"/>
                    <a:pt x="30" y="13"/>
                  </a:cubicBezTo>
                  <a:cubicBezTo>
                    <a:pt x="27" y="13"/>
                    <a:pt x="20" y="13"/>
                    <a:pt x="20" y="13"/>
                  </a:cubicBezTo>
                  <a:cubicBezTo>
                    <a:pt x="20" y="13"/>
                    <a:pt x="16" y="12"/>
                    <a:pt x="16" y="9"/>
                  </a:cubicBezTo>
                  <a:cubicBezTo>
                    <a:pt x="16" y="7"/>
                    <a:pt x="14" y="4"/>
                    <a:pt x="10" y="4"/>
                  </a:cubicBezTo>
                  <a:cubicBezTo>
                    <a:pt x="6" y="4"/>
                    <a:pt x="6" y="0"/>
                    <a:pt x="3" y="4"/>
                  </a:cubicBezTo>
                  <a:cubicBezTo>
                    <a:pt x="0" y="9"/>
                    <a:pt x="10" y="9"/>
                    <a:pt x="9" y="12"/>
                  </a:cubicBezTo>
                  <a:cubicBezTo>
                    <a:pt x="8" y="15"/>
                    <a:pt x="5" y="13"/>
                    <a:pt x="4" y="15"/>
                  </a:cubicBezTo>
                  <a:cubicBezTo>
                    <a:pt x="4" y="18"/>
                    <a:pt x="5" y="24"/>
                    <a:pt x="6" y="28"/>
                  </a:cubicBezTo>
                  <a:cubicBezTo>
                    <a:pt x="8" y="30"/>
                    <a:pt x="9" y="37"/>
                    <a:pt x="9" y="43"/>
                  </a:cubicBezTo>
                  <a:cubicBezTo>
                    <a:pt x="12" y="43"/>
                    <a:pt x="13" y="42"/>
                    <a:pt x="15" y="42"/>
                  </a:cubicBezTo>
                  <a:cubicBezTo>
                    <a:pt x="18" y="42"/>
                    <a:pt x="21" y="41"/>
                    <a:pt x="22" y="38"/>
                  </a:cubicBezTo>
                  <a:cubicBezTo>
                    <a:pt x="22" y="35"/>
                    <a:pt x="25" y="33"/>
                    <a:pt x="27" y="34"/>
                  </a:cubicBezTo>
                  <a:cubicBezTo>
                    <a:pt x="29" y="35"/>
                    <a:pt x="31" y="42"/>
                    <a:pt x="31" y="46"/>
                  </a:cubicBezTo>
                  <a:cubicBezTo>
                    <a:pt x="31" y="47"/>
                    <a:pt x="32" y="48"/>
                    <a:pt x="33" y="50"/>
                  </a:cubicBezTo>
                  <a:cubicBezTo>
                    <a:pt x="34" y="49"/>
                    <a:pt x="36" y="47"/>
                    <a:pt x="36" y="47"/>
                  </a:cubicBezTo>
                  <a:cubicBezTo>
                    <a:pt x="36" y="47"/>
                    <a:pt x="37" y="44"/>
                    <a:pt x="38" y="4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48" name="Freeform 50"/>
            <p:cNvSpPr>
              <a:spLocks/>
            </p:cNvSpPr>
            <p:nvPr/>
          </p:nvSpPr>
          <p:spPr bwMode="auto">
            <a:xfrm>
              <a:off x="7548891" y="3372580"/>
              <a:ext cx="707674" cy="771544"/>
            </a:xfrm>
            <a:custGeom>
              <a:avLst/>
              <a:gdLst>
                <a:gd name="T0" fmla="*/ 165 w 235"/>
                <a:gd name="T1" fmla="*/ 99 h 248"/>
                <a:gd name="T2" fmla="*/ 164 w 235"/>
                <a:gd name="T3" fmla="*/ 88 h 248"/>
                <a:gd name="T4" fmla="*/ 177 w 235"/>
                <a:gd name="T5" fmla="*/ 93 h 248"/>
                <a:gd name="T6" fmla="*/ 191 w 235"/>
                <a:gd name="T7" fmla="*/ 97 h 248"/>
                <a:gd name="T8" fmla="*/ 190 w 235"/>
                <a:gd name="T9" fmla="*/ 107 h 248"/>
                <a:gd name="T10" fmla="*/ 196 w 235"/>
                <a:gd name="T11" fmla="*/ 110 h 248"/>
                <a:gd name="T12" fmla="*/ 200 w 235"/>
                <a:gd name="T13" fmla="*/ 125 h 248"/>
                <a:gd name="T14" fmla="*/ 204 w 235"/>
                <a:gd name="T15" fmla="*/ 108 h 248"/>
                <a:gd name="T16" fmla="*/ 214 w 235"/>
                <a:gd name="T17" fmla="*/ 98 h 248"/>
                <a:gd name="T18" fmla="*/ 222 w 235"/>
                <a:gd name="T19" fmla="*/ 81 h 248"/>
                <a:gd name="T20" fmla="*/ 233 w 235"/>
                <a:gd name="T21" fmla="*/ 78 h 248"/>
                <a:gd name="T22" fmla="*/ 234 w 235"/>
                <a:gd name="T23" fmla="*/ 68 h 248"/>
                <a:gd name="T24" fmla="*/ 226 w 235"/>
                <a:gd name="T25" fmla="*/ 60 h 248"/>
                <a:gd name="T26" fmla="*/ 211 w 235"/>
                <a:gd name="T27" fmla="*/ 61 h 248"/>
                <a:gd name="T28" fmla="*/ 201 w 235"/>
                <a:gd name="T29" fmla="*/ 69 h 248"/>
                <a:gd name="T30" fmla="*/ 192 w 235"/>
                <a:gd name="T31" fmla="*/ 74 h 248"/>
                <a:gd name="T32" fmla="*/ 185 w 235"/>
                <a:gd name="T33" fmla="*/ 83 h 248"/>
                <a:gd name="T34" fmla="*/ 171 w 235"/>
                <a:gd name="T35" fmla="*/ 81 h 248"/>
                <a:gd name="T36" fmla="*/ 166 w 235"/>
                <a:gd name="T37" fmla="*/ 71 h 248"/>
                <a:gd name="T38" fmla="*/ 162 w 235"/>
                <a:gd name="T39" fmla="*/ 83 h 248"/>
                <a:gd name="T40" fmla="*/ 137 w 235"/>
                <a:gd name="T41" fmla="*/ 80 h 248"/>
                <a:gd name="T42" fmla="*/ 124 w 235"/>
                <a:gd name="T43" fmla="*/ 77 h 248"/>
                <a:gd name="T44" fmla="*/ 111 w 235"/>
                <a:gd name="T45" fmla="*/ 70 h 248"/>
                <a:gd name="T46" fmla="*/ 100 w 235"/>
                <a:gd name="T47" fmla="*/ 63 h 248"/>
                <a:gd name="T48" fmla="*/ 105 w 235"/>
                <a:gd name="T49" fmla="*/ 51 h 248"/>
                <a:gd name="T50" fmla="*/ 97 w 235"/>
                <a:gd name="T51" fmla="*/ 43 h 248"/>
                <a:gd name="T52" fmla="*/ 87 w 235"/>
                <a:gd name="T53" fmla="*/ 32 h 248"/>
                <a:gd name="T54" fmla="*/ 94 w 235"/>
                <a:gd name="T55" fmla="*/ 25 h 248"/>
                <a:gd name="T56" fmla="*/ 89 w 235"/>
                <a:gd name="T57" fmla="*/ 10 h 248"/>
                <a:gd name="T58" fmla="*/ 80 w 235"/>
                <a:gd name="T59" fmla="*/ 0 h 248"/>
                <a:gd name="T60" fmla="*/ 74 w 235"/>
                <a:gd name="T61" fmla="*/ 6 h 248"/>
                <a:gd name="T62" fmla="*/ 53 w 235"/>
                <a:gd name="T63" fmla="*/ 7 h 248"/>
                <a:gd name="T64" fmla="*/ 50 w 235"/>
                <a:gd name="T65" fmla="*/ 20 h 248"/>
                <a:gd name="T66" fmla="*/ 59 w 235"/>
                <a:gd name="T67" fmla="*/ 32 h 248"/>
                <a:gd name="T68" fmla="*/ 53 w 235"/>
                <a:gd name="T69" fmla="*/ 44 h 248"/>
                <a:gd name="T70" fmla="*/ 44 w 235"/>
                <a:gd name="T71" fmla="*/ 53 h 248"/>
                <a:gd name="T72" fmla="*/ 33 w 235"/>
                <a:gd name="T73" fmla="*/ 66 h 248"/>
                <a:gd name="T74" fmla="*/ 23 w 235"/>
                <a:gd name="T75" fmla="*/ 73 h 248"/>
                <a:gd name="T76" fmla="*/ 10 w 235"/>
                <a:gd name="T77" fmla="*/ 80 h 248"/>
                <a:gd name="T78" fmla="*/ 19 w 235"/>
                <a:gd name="T79" fmla="*/ 95 h 248"/>
                <a:gd name="T80" fmla="*/ 16 w 235"/>
                <a:gd name="T81" fmla="*/ 104 h 248"/>
                <a:gd name="T82" fmla="*/ 0 w 235"/>
                <a:gd name="T83" fmla="*/ 110 h 248"/>
                <a:gd name="T84" fmla="*/ 8 w 235"/>
                <a:gd name="T85" fmla="*/ 118 h 248"/>
                <a:gd name="T86" fmla="*/ 5 w 235"/>
                <a:gd name="T87" fmla="*/ 122 h 248"/>
                <a:gd name="T88" fmla="*/ 32 w 235"/>
                <a:gd name="T89" fmla="*/ 128 h 248"/>
                <a:gd name="T90" fmla="*/ 37 w 235"/>
                <a:gd name="T91" fmla="*/ 132 h 248"/>
                <a:gd name="T92" fmla="*/ 38 w 235"/>
                <a:gd name="T93" fmla="*/ 154 h 248"/>
                <a:gd name="T94" fmla="*/ 50 w 235"/>
                <a:gd name="T95" fmla="*/ 192 h 248"/>
                <a:gd name="T96" fmla="*/ 66 w 235"/>
                <a:gd name="T97" fmla="*/ 231 h 248"/>
                <a:gd name="T98" fmla="*/ 82 w 235"/>
                <a:gd name="T99" fmla="*/ 241 h 248"/>
                <a:gd name="T100" fmla="*/ 93 w 235"/>
                <a:gd name="T101" fmla="*/ 228 h 248"/>
                <a:gd name="T102" fmla="*/ 98 w 235"/>
                <a:gd name="T103" fmla="*/ 211 h 248"/>
                <a:gd name="T104" fmla="*/ 100 w 235"/>
                <a:gd name="T105" fmla="*/ 187 h 248"/>
                <a:gd name="T106" fmla="*/ 111 w 235"/>
                <a:gd name="T107" fmla="*/ 174 h 248"/>
                <a:gd name="T108" fmla="*/ 138 w 235"/>
                <a:gd name="T109" fmla="*/ 150 h 248"/>
                <a:gd name="T110" fmla="*/ 153 w 235"/>
                <a:gd name="T111" fmla="*/ 132 h 248"/>
                <a:gd name="T112" fmla="*/ 170 w 235"/>
                <a:gd name="T113" fmla="*/ 127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5" h="248">
                  <a:moveTo>
                    <a:pt x="167" y="112"/>
                  </a:moveTo>
                  <a:cubicBezTo>
                    <a:pt x="166" y="108"/>
                    <a:pt x="165" y="102"/>
                    <a:pt x="165" y="99"/>
                  </a:cubicBezTo>
                  <a:cubicBezTo>
                    <a:pt x="166" y="97"/>
                    <a:pt x="169" y="99"/>
                    <a:pt x="170" y="96"/>
                  </a:cubicBezTo>
                  <a:cubicBezTo>
                    <a:pt x="171" y="93"/>
                    <a:pt x="161" y="93"/>
                    <a:pt x="164" y="88"/>
                  </a:cubicBezTo>
                  <a:cubicBezTo>
                    <a:pt x="167" y="84"/>
                    <a:pt x="167" y="88"/>
                    <a:pt x="171" y="88"/>
                  </a:cubicBezTo>
                  <a:cubicBezTo>
                    <a:pt x="175" y="88"/>
                    <a:pt x="177" y="91"/>
                    <a:pt x="177" y="93"/>
                  </a:cubicBezTo>
                  <a:cubicBezTo>
                    <a:pt x="177" y="96"/>
                    <a:pt x="181" y="97"/>
                    <a:pt x="181" y="97"/>
                  </a:cubicBezTo>
                  <a:cubicBezTo>
                    <a:pt x="181" y="97"/>
                    <a:pt x="188" y="97"/>
                    <a:pt x="191" y="97"/>
                  </a:cubicBezTo>
                  <a:cubicBezTo>
                    <a:pt x="194" y="97"/>
                    <a:pt x="197" y="97"/>
                    <a:pt x="197" y="99"/>
                  </a:cubicBezTo>
                  <a:cubicBezTo>
                    <a:pt x="197" y="101"/>
                    <a:pt x="193" y="107"/>
                    <a:pt x="190" y="107"/>
                  </a:cubicBezTo>
                  <a:cubicBezTo>
                    <a:pt x="187" y="107"/>
                    <a:pt x="187" y="116"/>
                    <a:pt x="190" y="116"/>
                  </a:cubicBezTo>
                  <a:cubicBezTo>
                    <a:pt x="192" y="117"/>
                    <a:pt x="194" y="110"/>
                    <a:pt x="196" y="110"/>
                  </a:cubicBezTo>
                  <a:cubicBezTo>
                    <a:pt x="197" y="110"/>
                    <a:pt x="198" y="118"/>
                    <a:pt x="199" y="126"/>
                  </a:cubicBezTo>
                  <a:cubicBezTo>
                    <a:pt x="199" y="125"/>
                    <a:pt x="200" y="125"/>
                    <a:pt x="200" y="125"/>
                  </a:cubicBezTo>
                  <a:cubicBezTo>
                    <a:pt x="202" y="125"/>
                    <a:pt x="201" y="118"/>
                    <a:pt x="203" y="116"/>
                  </a:cubicBezTo>
                  <a:cubicBezTo>
                    <a:pt x="204" y="114"/>
                    <a:pt x="203" y="108"/>
                    <a:pt x="204" y="108"/>
                  </a:cubicBezTo>
                  <a:cubicBezTo>
                    <a:pt x="205" y="108"/>
                    <a:pt x="211" y="110"/>
                    <a:pt x="211" y="108"/>
                  </a:cubicBezTo>
                  <a:cubicBezTo>
                    <a:pt x="211" y="107"/>
                    <a:pt x="215" y="101"/>
                    <a:pt x="214" y="98"/>
                  </a:cubicBezTo>
                  <a:cubicBezTo>
                    <a:pt x="213" y="95"/>
                    <a:pt x="216" y="91"/>
                    <a:pt x="216" y="88"/>
                  </a:cubicBezTo>
                  <a:cubicBezTo>
                    <a:pt x="216" y="84"/>
                    <a:pt x="220" y="83"/>
                    <a:pt x="222" y="81"/>
                  </a:cubicBezTo>
                  <a:cubicBezTo>
                    <a:pt x="224" y="79"/>
                    <a:pt x="228" y="76"/>
                    <a:pt x="229" y="78"/>
                  </a:cubicBezTo>
                  <a:cubicBezTo>
                    <a:pt x="230" y="80"/>
                    <a:pt x="235" y="81"/>
                    <a:pt x="233" y="78"/>
                  </a:cubicBezTo>
                  <a:cubicBezTo>
                    <a:pt x="231" y="75"/>
                    <a:pt x="231" y="73"/>
                    <a:pt x="232" y="72"/>
                  </a:cubicBezTo>
                  <a:cubicBezTo>
                    <a:pt x="233" y="72"/>
                    <a:pt x="234" y="68"/>
                    <a:pt x="234" y="68"/>
                  </a:cubicBezTo>
                  <a:cubicBezTo>
                    <a:pt x="234" y="68"/>
                    <a:pt x="230" y="68"/>
                    <a:pt x="229" y="66"/>
                  </a:cubicBezTo>
                  <a:cubicBezTo>
                    <a:pt x="228" y="64"/>
                    <a:pt x="226" y="62"/>
                    <a:pt x="226" y="60"/>
                  </a:cubicBezTo>
                  <a:cubicBezTo>
                    <a:pt x="226" y="58"/>
                    <a:pt x="223" y="59"/>
                    <a:pt x="221" y="61"/>
                  </a:cubicBezTo>
                  <a:cubicBezTo>
                    <a:pt x="219" y="62"/>
                    <a:pt x="216" y="59"/>
                    <a:pt x="211" y="61"/>
                  </a:cubicBezTo>
                  <a:cubicBezTo>
                    <a:pt x="207" y="63"/>
                    <a:pt x="206" y="66"/>
                    <a:pt x="204" y="66"/>
                  </a:cubicBezTo>
                  <a:cubicBezTo>
                    <a:pt x="202" y="65"/>
                    <a:pt x="202" y="67"/>
                    <a:pt x="201" y="69"/>
                  </a:cubicBezTo>
                  <a:cubicBezTo>
                    <a:pt x="199" y="71"/>
                    <a:pt x="198" y="73"/>
                    <a:pt x="197" y="73"/>
                  </a:cubicBezTo>
                  <a:cubicBezTo>
                    <a:pt x="196" y="73"/>
                    <a:pt x="192" y="74"/>
                    <a:pt x="192" y="74"/>
                  </a:cubicBezTo>
                  <a:cubicBezTo>
                    <a:pt x="192" y="74"/>
                    <a:pt x="195" y="79"/>
                    <a:pt x="193" y="82"/>
                  </a:cubicBezTo>
                  <a:cubicBezTo>
                    <a:pt x="192" y="84"/>
                    <a:pt x="189" y="82"/>
                    <a:pt x="185" y="83"/>
                  </a:cubicBezTo>
                  <a:cubicBezTo>
                    <a:pt x="181" y="84"/>
                    <a:pt x="180" y="81"/>
                    <a:pt x="177" y="82"/>
                  </a:cubicBezTo>
                  <a:cubicBezTo>
                    <a:pt x="174" y="83"/>
                    <a:pt x="173" y="80"/>
                    <a:pt x="171" y="81"/>
                  </a:cubicBezTo>
                  <a:cubicBezTo>
                    <a:pt x="170" y="81"/>
                    <a:pt x="168" y="78"/>
                    <a:pt x="169" y="75"/>
                  </a:cubicBezTo>
                  <a:cubicBezTo>
                    <a:pt x="169" y="72"/>
                    <a:pt x="167" y="69"/>
                    <a:pt x="166" y="71"/>
                  </a:cubicBezTo>
                  <a:cubicBezTo>
                    <a:pt x="165" y="73"/>
                    <a:pt x="163" y="72"/>
                    <a:pt x="163" y="75"/>
                  </a:cubicBezTo>
                  <a:cubicBezTo>
                    <a:pt x="163" y="78"/>
                    <a:pt x="164" y="81"/>
                    <a:pt x="162" y="83"/>
                  </a:cubicBezTo>
                  <a:cubicBezTo>
                    <a:pt x="160" y="85"/>
                    <a:pt x="150" y="86"/>
                    <a:pt x="148" y="85"/>
                  </a:cubicBezTo>
                  <a:cubicBezTo>
                    <a:pt x="146" y="83"/>
                    <a:pt x="137" y="82"/>
                    <a:pt x="137" y="80"/>
                  </a:cubicBezTo>
                  <a:cubicBezTo>
                    <a:pt x="136" y="79"/>
                    <a:pt x="134" y="76"/>
                    <a:pt x="132" y="76"/>
                  </a:cubicBezTo>
                  <a:cubicBezTo>
                    <a:pt x="130" y="76"/>
                    <a:pt x="125" y="78"/>
                    <a:pt x="124" y="77"/>
                  </a:cubicBezTo>
                  <a:cubicBezTo>
                    <a:pt x="123" y="76"/>
                    <a:pt x="119" y="73"/>
                    <a:pt x="117" y="73"/>
                  </a:cubicBezTo>
                  <a:cubicBezTo>
                    <a:pt x="115" y="73"/>
                    <a:pt x="111" y="71"/>
                    <a:pt x="111" y="70"/>
                  </a:cubicBezTo>
                  <a:cubicBezTo>
                    <a:pt x="111" y="68"/>
                    <a:pt x="105" y="68"/>
                    <a:pt x="104" y="66"/>
                  </a:cubicBezTo>
                  <a:cubicBezTo>
                    <a:pt x="103" y="65"/>
                    <a:pt x="100" y="65"/>
                    <a:pt x="100" y="63"/>
                  </a:cubicBezTo>
                  <a:cubicBezTo>
                    <a:pt x="100" y="61"/>
                    <a:pt x="101" y="59"/>
                    <a:pt x="101" y="57"/>
                  </a:cubicBezTo>
                  <a:cubicBezTo>
                    <a:pt x="101" y="55"/>
                    <a:pt x="105" y="53"/>
                    <a:pt x="105" y="51"/>
                  </a:cubicBezTo>
                  <a:cubicBezTo>
                    <a:pt x="105" y="50"/>
                    <a:pt x="102" y="48"/>
                    <a:pt x="102" y="48"/>
                  </a:cubicBezTo>
                  <a:cubicBezTo>
                    <a:pt x="102" y="48"/>
                    <a:pt x="99" y="43"/>
                    <a:pt x="97" y="43"/>
                  </a:cubicBezTo>
                  <a:cubicBezTo>
                    <a:pt x="94" y="43"/>
                    <a:pt x="92" y="39"/>
                    <a:pt x="90" y="38"/>
                  </a:cubicBezTo>
                  <a:cubicBezTo>
                    <a:pt x="87" y="38"/>
                    <a:pt x="88" y="33"/>
                    <a:pt x="87" y="32"/>
                  </a:cubicBezTo>
                  <a:cubicBezTo>
                    <a:pt x="85" y="30"/>
                    <a:pt x="86" y="26"/>
                    <a:pt x="89" y="28"/>
                  </a:cubicBezTo>
                  <a:cubicBezTo>
                    <a:pt x="91" y="30"/>
                    <a:pt x="95" y="28"/>
                    <a:pt x="94" y="25"/>
                  </a:cubicBezTo>
                  <a:cubicBezTo>
                    <a:pt x="92" y="22"/>
                    <a:pt x="89" y="19"/>
                    <a:pt x="89" y="18"/>
                  </a:cubicBezTo>
                  <a:cubicBezTo>
                    <a:pt x="89" y="16"/>
                    <a:pt x="91" y="11"/>
                    <a:pt x="89" y="10"/>
                  </a:cubicBezTo>
                  <a:cubicBezTo>
                    <a:pt x="86" y="8"/>
                    <a:pt x="84" y="6"/>
                    <a:pt x="84" y="4"/>
                  </a:cubicBezTo>
                  <a:cubicBezTo>
                    <a:pt x="83" y="2"/>
                    <a:pt x="80" y="0"/>
                    <a:pt x="8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7" y="0"/>
                    <a:pt x="75" y="6"/>
                    <a:pt x="74" y="6"/>
                  </a:cubicBezTo>
                  <a:cubicBezTo>
                    <a:pt x="72" y="7"/>
                    <a:pt x="68" y="8"/>
                    <a:pt x="65" y="10"/>
                  </a:cubicBezTo>
                  <a:cubicBezTo>
                    <a:pt x="63" y="11"/>
                    <a:pt x="56" y="7"/>
                    <a:pt x="53" y="7"/>
                  </a:cubicBezTo>
                  <a:cubicBezTo>
                    <a:pt x="49" y="7"/>
                    <a:pt x="47" y="11"/>
                    <a:pt x="48" y="12"/>
                  </a:cubicBezTo>
                  <a:cubicBezTo>
                    <a:pt x="50" y="13"/>
                    <a:pt x="50" y="20"/>
                    <a:pt x="50" y="20"/>
                  </a:cubicBezTo>
                  <a:cubicBezTo>
                    <a:pt x="50" y="20"/>
                    <a:pt x="52" y="29"/>
                    <a:pt x="55" y="28"/>
                  </a:cubicBezTo>
                  <a:cubicBezTo>
                    <a:pt x="58" y="27"/>
                    <a:pt x="61" y="31"/>
                    <a:pt x="59" y="32"/>
                  </a:cubicBezTo>
                  <a:cubicBezTo>
                    <a:pt x="56" y="32"/>
                    <a:pt x="55" y="35"/>
                    <a:pt x="54" y="38"/>
                  </a:cubicBezTo>
                  <a:cubicBezTo>
                    <a:pt x="54" y="41"/>
                    <a:pt x="55" y="44"/>
                    <a:pt x="53" y="44"/>
                  </a:cubicBezTo>
                  <a:cubicBezTo>
                    <a:pt x="51" y="45"/>
                    <a:pt x="49" y="45"/>
                    <a:pt x="49" y="49"/>
                  </a:cubicBezTo>
                  <a:cubicBezTo>
                    <a:pt x="49" y="53"/>
                    <a:pt x="44" y="52"/>
                    <a:pt x="44" y="53"/>
                  </a:cubicBezTo>
                  <a:cubicBezTo>
                    <a:pt x="43" y="54"/>
                    <a:pt x="41" y="61"/>
                    <a:pt x="40" y="62"/>
                  </a:cubicBezTo>
                  <a:cubicBezTo>
                    <a:pt x="39" y="63"/>
                    <a:pt x="34" y="63"/>
                    <a:pt x="33" y="66"/>
                  </a:cubicBezTo>
                  <a:cubicBezTo>
                    <a:pt x="33" y="69"/>
                    <a:pt x="30" y="73"/>
                    <a:pt x="29" y="73"/>
                  </a:cubicBezTo>
                  <a:cubicBezTo>
                    <a:pt x="27" y="72"/>
                    <a:pt x="24" y="71"/>
                    <a:pt x="23" y="73"/>
                  </a:cubicBezTo>
                  <a:cubicBezTo>
                    <a:pt x="22" y="75"/>
                    <a:pt x="18" y="71"/>
                    <a:pt x="17" y="72"/>
                  </a:cubicBezTo>
                  <a:cubicBezTo>
                    <a:pt x="16" y="73"/>
                    <a:pt x="10" y="78"/>
                    <a:pt x="10" y="80"/>
                  </a:cubicBezTo>
                  <a:cubicBezTo>
                    <a:pt x="10" y="83"/>
                    <a:pt x="16" y="83"/>
                    <a:pt x="16" y="86"/>
                  </a:cubicBezTo>
                  <a:cubicBezTo>
                    <a:pt x="15" y="90"/>
                    <a:pt x="18" y="93"/>
                    <a:pt x="19" y="95"/>
                  </a:cubicBezTo>
                  <a:cubicBezTo>
                    <a:pt x="21" y="97"/>
                    <a:pt x="24" y="101"/>
                    <a:pt x="22" y="103"/>
                  </a:cubicBezTo>
                  <a:cubicBezTo>
                    <a:pt x="21" y="105"/>
                    <a:pt x="19" y="105"/>
                    <a:pt x="16" y="104"/>
                  </a:cubicBezTo>
                  <a:cubicBezTo>
                    <a:pt x="13" y="104"/>
                    <a:pt x="13" y="106"/>
                    <a:pt x="8" y="105"/>
                  </a:cubicBezTo>
                  <a:cubicBezTo>
                    <a:pt x="3" y="104"/>
                    <a:pt x="2" y="108"/>
                    <a:pt x="0" y="11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2" y="112"/>
                    <a:pt x="4" y="116"/>
                    <a:pt x="8" y="118"/>
                  </a:cubicBezTo>
                  <a:cubicBezTo>
                    <a:pt x="13" y="119"/>
                    <a:pt x="17" y="114"/>
                    <a:pt x="17" y="118"/>
                  </a:cubicBezTo>
                  <a:cubicBezTo>
                    <a:pt x="17" y="122"/>
                    <a:pt x="5" y="121"/>
                    <a:pt x="5" y="122"/>
                  </a:cubicBezTo>
                  <a:cubicBezTo>
                    <a:pt x="5" y="123"/>
                    <a:pt x="17" y="138"/>
                    <a:pt x="23" y="137"/>
                  </a:cubicBezTo>
                  <a:cubicBezTo>
                    <a:pt x="29" y="136"/>
                    <a:pt x="34" y="129"/>
                    <a:pt x="32" y="128"/>
                  </a:cubicBezTo>
                  <a:cubicBezTo>
                    <a:pt x="30" y="127"/>
                    <a:pt x="33" y="123"/>
                    <a:pt x="35" y="124"/>
                  </a:cubicBezTo>
                  <a:cubicBezTo>
                    <a:pt x="36" y="124"/>
                    <a:pt x="35" y="131"/>
                    <a:pt x="37" y="132"/>
                  </a:cubicBezTo>
                  <a:cubicBezTo>
                    <a:pt x="39" y="134"/>
                    <a:pt x="38" y="137"/>
                    <a:pt x="37" y="140"/>
                  </a:cubicBezTo>
                  <a:cubicBezTo>
                    <a:pt x="35" y="143"/>
                    <a:pt x="38" y="150"/>
                    <a:pt x="38" y="154"/>
                  </a:cubicBezTo>
                  <a:cubicBezTo>
                    <a:pt x="39" y="158"/>
                    <a:pt x="41" y="164"/>
                    <a:pt x="42" y="169"/>
                  </a:cubicBezTo>
                  <a:cubicBezTo>
                    <a:pt x="43" y="175"/>
                    <a:pt x="47" y="186"/>
                    <a:pt x="50" y="192"/>
                  </a:cubicBezTo>
                  <a:cubicBezTo>
                    <a:pt x="53" y="198"/>
                    <a:pt x="56" y="211"/>
                    <a:pt x="58" y="214"/>
                  </a:cubicBezTo>
                  <a:cubicBezTo>
                    <a:pt x="60" y="217"/>
                    <a:pt x="66" y="226"/>
                    <a:pt x="66" y="231"/>
                  </a:cubicBezTo>
                  <a:cubicBezTo>
                    <a:pt x="66" y="237"/>
                    <a:pt x="72" y="245"/>
                    <a:pt x="74" y="246"/>
                  </a:cubicBezTo>
                  <a:cubicBezTo>
                    <a:pt x="77" y="248"/>
                    <a:pt x="81" y="245"/>
                    <a:pt x="82" y="241"/>
                  </a:cubicBezTo>
                  <a:cubicBezTo>
                    <a:pt x="83" y="238"/>
                    <a:pt x="90" y="236"/>
                    <a:pt x="90" y="233"/>
                  </a:cubicBezTo>
                  <a:cubicBezTo>
                    <a:pt x="90" y="230"/>
                    <a:pt x="91" y="228"/>
                    <a:pt x="93" y="228"/>
                  </a:cubicBezTo>
                  <a:cubicBezTo>
                    <a:pt x="96" y="227"/>
                    <a:pt x="96" y="225"/>
                    <a:pt x="96" y="222"/>
                  </a:cubicBezTo>
                  <a:cubicBezTo>
                    <a:pt x="96" y="218"/>
                    <a:pt x="96" y="214"/>
                    <a:pt x="98" y="211"/>
                  </a:cubicBezTo>
                  <a:cubicBezTo>
                    <a:pt x="100" y="208"/>
                    <a:pt x="101" y="200"/>
                    <a:pt x="99" y="197"/>
                  </a:cubicBezTo>
                  <a:cubicBezTo>
                    <a:pt x="98" y="194"/>
                    <a:pt x="99" y="190"/>
                    <a:pt x="100" y="187"/>
                  </a:cubicBezTo>
                  <a:cubicBezTo>
                    <a:pt x="101" y="183"/>
                    <a:pt x="101" y="180"/>
                    <a:pt x="103" y="180"/>
                  </a:cubicBezTo>
                  <a:cubicBezTo>
                    <a:pt x="105" y="179"/>
                    <a:pt x="109" y="177"/>
                    <a:pt x="111" y="174"/>
                  </a:cubicBezTo>
                  <a:cubicBezTo>
                    <a:pt x="114" y="170"/>
                    <a:pt x="121" y="166"/>
                    <a:pt x="124" y="164"/>
                  </a:cubicBezTo>
                  <a:cubicBezTo>
                    <a:pt x="127" y="161"/>
                    <a:pt x="135" y="154"/>
                    <a:pt x="138" y="150"/>
                  </a:cubicBezTo>
                  <a:cubicBezTo>
                    <a:pt x="140" y="146"/>
                    <a:pt x="147" y="144"/>
                    <a:pt x="151" y="141"/>
                  </a:cubicBezTo>
                  <a:cubicBezTo>
                    <a:pt x="154" y="138"/>
                    <a:pt x="153" y="136"/>
                    <a:pt x="153" y="132"/>
                  </a:cubicBezTo>
                  <a:cubicBezTo>
                    <a:pt x="154" y="129"/>
                    <a:pt x="164" y="127"/>
                    <a:pt x="168" y="127"/>
                  </a:cubicBezTo>
                  <a:cubicBezTo>
                    <a:pt x="169" y="127"/>
                    <a:pt x="170" y="127"/>
                    <a:pt x="170" y="127"/>
                  </a:cubicBezTo>
                  <a:cubicBezTo>
                    <a:pt x="170" y="121"/>
                    <a:pt x="169" y="114"/>
                    <a:pt x="167" y="11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49" name="Freeform 51"/>
            <p:cNvSpPr>
              <a:spLocks/>
            </p:cNvSpPr>
            <p:nvPr/>
          </p:nvSpPr>
          <p:spPr bwMode="auto">
            <a:xfrm>
              <a:off x="8037251" y="2834996"/>
              <a:ext cx="798206" cy="354884"/>
            </a:xfrm>
            <a:custGeom>
              <a:avLst/>
              <a:gdLst>
                <a:gd name="T0" fmla="*/ 245 w 265"/>
                <a:gd name="T1" fmla="*/ 49 h 114"/>
                <a:gd name="T2" fmla="*/ 228 w 265"/>
                <a:gd name="T3" fmla="*/ 48 h 114"/>
                <a:gd name="T4" fmla="*/ 230 w 265"/>
                <a:gd name="T5" fmla="*/ 39 h 114"/>
                <a:gd name="T6" fmla="*/ 231 w 265"/>
                <a:gd name="T7" fmla="*/ 25 h 114"/>
                <a:gd name="T8" fmla="*/ 213 w 265"/>
                <a:gd name="T9" fmla="*/ 23 h 114"/>
                <a:gd name="T10" fmla="*/ 200 w 265"/>
                <a:gd name="T11" fmla="*/ 30 h 114"/>
                <a:gd name="T12" fmla="*/ 177 w 265"/>
                <a:gd name="T13" fmla="*/ 33 h 114"/>
                <a:gd name="T14" fmla="*/ 162 w 265"/>
                <a:gd name="T15" fmla="*/ 26 h 114"/>
                <a:gd name="T16" fmla="*/ 149 w 265"/>
                <a:gd name="T17" fmla="*/ 21 h 114"/>
                <a:gd name="T18" fmla="*/ 133 w 265"/>
                <a:gd name="T19" fmla="*/ 20 h 114"/>
                <a:gd name="T20" fmla="*/ 120 w 265"/>
                <a:gd name="T21" fmla="*/ 21 h 114"/>
                <a:gd name="T22" fmla="*/ 114 w 265"/>
                <a:gd name="T23" fmla="*/ 10 h 114"/>
                <a:gd name="T24" fmla="*/ 99 w 265"/>
                <a:gd name="T25" fmla="*/ 5 h 114"/>
                <a:gd name="T26" fmla="*/ 88 w 265"/>
                <a:gd name="T27" fmla="*/ 1 h 114"/>
                <a:gd name="T28" fmla="*/ 80 w 265"/>
                <a:gd name="T29" fmla="*/ 7 h 114"/>
                <a:gd name="T30" fmla="*/ 80 w 265"/>
                <a:gd name="T31" fmla="*/ 18 h 114"/>
                <a:gd name="T32" fmla="*/ 73 w 265"/>
                <a:gd name="T33" fmla="*/ 26 h 114"/>
                <a:gd name="T34" fmla="*/ 60 w 265"/>
                <a:gd name="T35" fmla="*/ 25 h 114"/>
                <a:gd name="T36" fmla="*/ 50 w 265"/>
                <a:gd name="T37" fmla="*/ 18 h 114"/>
                <a:gd name="T38" fmla="*/ 33 w 265"/>
                <a:gd name="T39" fmla="*/ 17 h 114"/>
                <a:gd name="T40" fmla="*/ 21 w 265"/>
                <a:gd name="T41" fmla="*/ 23 h 114"/>
                <a:gd name="T42" fmla="*/ 7 w 265"/>
                <a:gd name="T43" fmla="*/ 30 h 114"/>
                <a:gd name="T44" fmla="*/ 0 w 265"/>
                <a:gd name="T45" fmla="*/ 33 h 114"/>
                <a:gd name="T46" fmla="*/ 6 w 265"/>
                <a:gd name="T47" fmla="*/ 42 h 114"/>
                <a:gd name="T48" fmla="*/ 21 w 265"/>
                <a:gd name="T49" fmla="*/ 52 h 114"/>
                <a:gd name="T50" fmla="*/ 25 w 265"/>
                <a:gd name="T51" fmla="*/ 66 h 114"/>
                <a:gd name="T52" fmla="*/ 42 w 265"/>
                <a:gd name="T53" fmla="*/ 78 h 114"/>
                <a:gd name="T54" fmla="*/ 54 w 265"/>
                <a:gd name="T55" fmla="*/ 86 h 114"/>
                <a:gd name="T56" fmla="*/ 65 w 265"/>
                <a:gd name="T57" fmla="*/ 101 h 114"/>
                <a:gd name="T58" fmla="*/ 96 w 265"/>
                <a:gd name="T59" fmla="*/ 103 h 114"/>
                <a:gd name="T60" fmla="*/ 120 w 265"/>
                <a:gd name="T61" fmla="*/ 108 h 114"/>
                <a:gd name="T62" fmla="*/ 136 w 265"/>
                <a:gd name="T63" fmla="*/ 114 h 114"/>
                <a:gd name="T64" fmla="*/ 169 w 265"/>
                <a:gd name="T65" fmla="*/ 106 h 114"/>
                <a:gd name="T66" fmla="*/ 195 w 265"/>
                <a:gd name="T67" fmla="*/ 91 h 114"/>
                <a:gd name="T68" fmla="*/ 201 w 265"/>
                <a:gd name="T69" fmla="*/ 79 h 114"/>
                <a:gd name="T70" fmla="*/ 227 w 265"/>
                <a:gd name="T71" fmla="*/ 74 h 114"/>
                <a:gd name="T72" fmla="*/ 245 w 265"/>
                <a:gd name="T73" fmla="*/ 63 h 114"/>
                <a:gd name="T74" fmla="*/ 264 w 265"/>
                <a:gd name="T75" fmla="*/ 5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5" h="114">
                  <a:moveTo>
                    <a:pt x="253" y="48"/>
                  </a:moveTo>
                  <a:cubicBezTo>
                    <a:pt x="251" y="45"/>
                    <a:pt x="246" y="46"/>
                    <a:pt x="245" y="49"/>
                  </a:cubicBezTo>
                  <a:cubicBezTo>
                    <a:pt x="244" y="52"/>
                    <a:pt x="242" y="48"/>
                    <a:pt x="237" y="48"/>
                  </a:cubicBezTo>
                  <a:cubicBezTo>
                    <a:pt x="232" y="48"/>
                    <a:pt x="232" y="51"/>
                    <a:pt x="228" y="48"/>
                  </a:cubicBezTo>
                  <a:cubicBezTo>
                    <a:pt x="225" y="44"/>
                    <a:pt x="230" y="43"/>
                    <a:pt x="230" y="43"/>
                  </a:cubicBezTo>
                  <a:cubicBezTo>
                    <a:pt x="230" y="39"/>
                    <a:pt x="230" y="39"/>
                    <a:pt x="230" y="39"/>
                  </a:cubicBezTo>
                  <a:cubicBezTo>
                    <a:pt x="237" y="25"/>
                    <a:pt x="237" y="25"/>
                    <a:pt x="237" y="25"/>
                  </a:cubicBezTo>
                  <a:cubicBezTo>
                    <a:pt x="235" y="25"/>
                    <a:pt x="232" y="24"/>
                    <a:pt x="231" y="25"/>
                  </a:cubicBezTo>
                  <a:cubicBezTo>
                    <a:pt x="229" y="26"/>
                    <a:pt x="224" y="25"/>
                    <a:pt x="223" y="23"/>
                  </a:cubicBezTo>
                  <a:cubicBezTo>
                    <a:pt x="223" y="22"/>
                    <a:pt x="215" y="21"/>
                    <a:pt x="213" y="23"/>
                  </a:cubicBezTo>
                  <a:cubicBezTo>
                    <a:pt x="211" y="24"/>
                    <a:pt x="207" y="26"/>
                    <a:pt x="206" y="27"/>
                  </a:cubicBezTo>
                  <a:cubicBezTo>
                    <a:pt x="206" y="29"/>
                    <a:pt x="201" y="29"/>
                    <a:pt x="200" y="30"/>
                  </a:cubicBezTo>
                  <a:cubicBezTo>
                    <a:pt x="198" y="31"/>
                    <a:pt x="189" y="32"/>
                    <a:pt x="189" y="33"/>
                  </a:cubicBezTo>
                  <a:cubicBezTo>
                    <a:pt x="188" y="34"/>
                    <a:pt x="179" y="34"/>
                    <a:pt x="177" y="33"/>
                  </a:cubicBezTo>
                  <a:cubicBezTo>
                    <a:pt x="176" y="31"/>
                    <a:pt x="168" y="33"/>
                    <a:pt x="167" y="31"/>
                  </a:cubicBezTo>
                  <a:cubicBezTo>
                    <a:pt x="166" y="29"/>
                    <a:pt x="162" y="28"/>
                    <a:pt x="162" y="26"/>
                  </a:cubicBezTo>
                  <a:cubicBezTo>
                    <a:pt x="162" y="24"/>
                    <a:pt x="156" y="24"/>
                    <a:pt x="155" y="23"/>
                  </a:cubicBezTo>
                  <a:cubicBezTo>
                    <a:pt x="155" y="21"/>
                    <a:pt x="150" y="20"/>
                    <a:pt x="149" y="21"/>
                  </a:cubicBezTo>
                  <a:cubicBezTo>
                    <a:pt x="148" y="21"/>
                    <a:pt x="143" y="19"/>
                    <a:pt x="141" y="19"/>
                  </a:cubicBezTo>
                  <a:cubicBezTo>
                    <a:pt x="140" y="19"/>
                    <a:pt x="135" y="20"/>
                    <a:pt x="133" y="20"/>
                  </a:cubicBezTo>
                  <a:cubicBezTo>
                    <a:pt x="132" y="20"/>
                    <a:pt x="129" y="23"/>
                    <a:pt x="127" y="23"/>
                  </a:cubicBezTo>
                  <a:cubicBezTo>
                    <a:pt x="126" y="23"/>
                    <a:pt x="121" y="20"/>
                    <a:pt x="120" y="21"/>
                  </a:cubicBezTo>
                  <a:cubicBezTo>
                    <a:pt x="119" y="22"/>
                    <a:pt x="116" y="18"/>
                    <a:pt x="115" y="17"/>
                  </a:cubicBezTo>
                  <a:cubicBezTo>
                    <a:pt x="113" y="15"/>
                    <a:pt x="115" y="11"/>
                    <a:pt x="114" y="10"/>
                  </a:cubicBezTo>
                  <a:cubicBezTo>
                    <a:pt x="113" y="8"/>
                    <a:pt x="107" y="8"/>
                    <a:pt x="105" y="7"/>
                  </a:cubicBezTo>
                  <a:cubicBezTo>
                    <a:pt x="104" y="6"/>
                    <a:pt x="101" y="5"/>
                    <a:pt x="99" y="5"/>
                  </a:cubicBezTo>
                  <a:cubicBezTo>
                    <a:pt x="98" y="5"/>
                    <a:pt x="95" y="4"/>
                    <a:pt x="94" y="3"/>
                  </a:cubicBezTo>
                  <a:cubicBezTo>
                    <a:pt x="93" y="3"/>
                    <a:pt x="90" y="1"/>
                    <a:pt x="88" y="1"/>
                  </a:cubicBezTo>
                  <a:cubicBezTo>
                    <a:pt x="86" y="0"/>
                    <a:pt x="86" y="3"/>
                    <a:pt x="85" y="4"/>
                  </a:cubicBezTo>
                  <a:cubicBezTo>
                    <a:pt x="84" y="5"/>
                    <a:pt x="81" y="5"/>
                    <a:pt x="80" y="7"/>
                  </a:cubicBezTo>
                  <a:cubicBezTo>
                    <a:pt x="80" y="8"/>
                    <a:pt x="76" y="9"/>
                    <a:pt x="77" y="11"/>
                  </a:cubicBezTo>
                  <a:cubicBezTo>
                    <a:pt x="77" y="13"/>
                    <a:pt x="79" y="17"/>
                    <a:pt x="80" y="18"/>
                  </a:cubicBezTo>
                  <a:cubicBezTo>
                    <a:pt x="81" y="19"/>
                    <a:pt x="80" y="22"/>
                    <a:pt x="80" y="23"/>
                  </a:cubicBezTo>
                  <a:cubicBezTo>
                    <a:pt x="79" y="24"/>
                    <a:pt x="74" y="25"/>
                    <a:pt x="73" y="26"/>
                  </a:cubicBezTo>
                  <a:cubicBezTo>
                    <a:pt x="72" y="28"/>
                    <a:pt x="69" y="26"/>
                    <a:pt x="67" y="25"/>
                  </a:cubicBezTo>
                  <a:cubicBezTo>
                    <a:pt x="64" y="23"/>
                    <a:pt x="61" y="24"/>
                    <a:pt x="60" y="25"/>
                  </a:cubicBezTo>
                  <a:cubicBezTo>
                    <a:pt x="59" y="26"/>
                    <a:pt x="54" y="23"/>
                    <a:pt x="53" y="22"/>
                  </a:cubicBezTo>
                  <a:cubicBezTo>
                    <a:pt x="52" y="22"/>
                    <a:pt x="51" y="17"/>
                    <a:pt x="50" y="18"/>
                  </a:cubicBezTo>
                  <a:cubicBezTo>
                    <a:pt x="49" y="18"/>
                    <a:pt x="40" y="16"/>
                    <a:pt x="39" y="16"/>
                  </a:cubicBezTo>
                  <a:cubicBezTo>
                    <a:pt x="37" y="15"/>
                    <a:pt x="33" y="15"/>
                    <a:pt x="33" y="17"/>
                  </a:cubicBezTo>
                  <a:cubicBezTo>
                    <a:pt x="32" y="18"/>
                    <a:pt x="28" y="18"/>
                    <a:pt x="27" y="19"/>
                  </a:cubicBezTo>
                  <a:cubicBezTo>
                    <a:pt x="26" y="21"/>
                    <a:pt x="23" y="21"/>
                    <a:pt x="21" y="23"/>
                  </a:cubicBezTo>
                  <a:cubicBezTo>
                    <a:pt x="20" y="24"/>
                    <a:pt x="16" y="24"/>
                    <a:pt x="15" y="27"/>
                  </a:cubicBezTo>
                  <a:cubicBezTo>
                    <a:pt x="14" y="29"/>
                    <a:pt x="9" y="30"/>
                    <a:pt x="7" y="30"/>
                  </a:cubicBezTo>
                  <a:cubicBezTo>
                    <a:pt x="6" y="30"/>
                    <a:pt x="2" y="31"/>
                    <a:pt x="1" y="32"/>
                  </a:cubicBezTo>
                  <a:cubicBezTo>
                    <a:pt x="1" y="33"/>
                    <a:pt x="1" y="33"/>
                    <a:pt x="0" y="33"/>
                  </a:cubicBezTo>
                  <a:cubicBezTo>
                    <a:pt x="0" y="33"/>
                    <a:pt x="0" y="33"/>
                    <a:pt x="0" y="34"/>
                  </a:cubicBezTo>
                  <a:cubicBezTo>
                    <a:pt x="1" y="39"/>
                    <a:pt x="4" y="39"/>
                    <a:pt x="6" y="42"/>
                  </a:cubicBezTo>
                  <a:cubicBezTo>
                    <a:pt x="9" y="44"/>
                    <a:pt x="11" y="46"/>
                    <a:pt x="14" y="46"/>
                  </a:cubicBezTo>
                  <a:cubicBezTo>
                    <a:pt x="17" y="46"/>
                    <a:pt x="21" y="49"/>
                    <a:pt x="21" y="52"/>
                  </a:cubicBezTo>
                  <a:cubicBezTo>
                    <a:pt x="21" y="54"/>
                    <a:pt x="24" y="57"/>
                    <a:pt x="25" y="58"/>
                  </a:cubicBezTo>
                  <a:cubicBezTo>
                    <a:pt x="27" y="59"/>
                    <a:pt x="25" y="63"/>
                    <a:pt x="25" y="66"/>
                  </a:cubicBezTo>
                  <a:cubicBezTo>
                    <a:pt x="25" y="69"/>
                    <a:pt x="21" y="70"/>
                    <a:pt x="23" y="73"/>
                  </a:cubicBezTo>
                  <a:cubicBezTo>
                    <a:pt x="25" y="76"/>
                    <a:pt x="38" y="78"/>
                    <a:pt x="42" y="78"/>
                  </a:cubicBezTo>
                  <a:cubicBezTo>
                    <a:pt x="46" y="78"/>
                    <a:pt x="47" y="82"/>
                    <a:pt x="48" y="82"/>
                  </a:cubicBezTo>
                  <a:cubicBezTo>
                    <a:pt x="51" y="82"/>
                    <a:pt x="51" y="85"/>
                    <a:pt x="54" y="86"/>
                  </a:cubicBezTo>
                  <a:cubicBezTo>
                    <a:pt x="56" y="86"/>
                    <a:pt x="59" y="88"/>
                    <a:pt x="60" y="93"/>
                  </a:cubicBezTo>
                  <a:cubicBezTo>
                    <a:pt x="61" y="97"/>
                    <a:pt x="65" y="99"/>
                    <a:pt x="65" y="101"/>
                  </a:cubicBezTo>
                  <a:cubicBezTo>
                    <a:pt x="66" y="103"/>
                    <a:pt x="72" y="102"/>
                    <a:pt x="76" y="102"/>
                  </a:cubicBezTo>
                  <a:cubicBezTo>
                    <a:pt x="80" y="103"/>
                    <a:pt x="93" y="102"/>
                    <a:pt x="96" y="103"/>
                  </a:cubicBezTo>
                  <a:cubicBezTo>
                    <a:pt x="99" y="103"/>
                    <a:pt x="107" y="103"/>
                    <a:pt x="111" y="106"/>
                  </a:cubicBezTo>
                  <a:cubicBezTo>
                    <a:pt x="116" y="109"/>
                    <a:pt x="118" y="107"/>
                    <a:pt x="120" y="108"/>
                  </a:cubicBezTo>
                  <a:cubicBezTo>
                    <a:pt x="123" y="110"/>
                    <a:pt x="125" y="111"/>
                    <a:pt x="129" y="110"/>
                  </a:cubicBezTo>
                  <a:cubicBezTo>
                    <a:pt x="133" y="110"/>
                    <a:pt x="133" y="113"/>
                    <a:pt x="136" y="114"/>
                  </a:cubicBezTo>
                  <a:cubicBezTo>
                    <a:pt x="138" y="114"/>
                    <a:pt x="143" y="109"/>
                    <a:pt x="150" y="106"/>
                  </a:cubicBezTo>
                  <a:cubicBezTo>
                    <a:pt x="157" y="103"/>
                    <a:pt x="166" y="105"/>
                    <a:pt x="169" y="106"/>
                  </a:cubicBezTo>
                  <a:cubicBezTo>
                    <a:pt x="173" y="106"/>
                    <a:pt x="180" y="104"/>
                    <a:pt x="184" y="99"/>
                  </a:cubicBezTo>
                  <a:cubicBezTo>
                    <a:pt x="189" y="94"/>
                    <a:pt x="194" y="95"/>
                    <a:pt x="195" y="91"/>
                  </a:cubicBezTo>
                  <a:cubicBezTo>
                    <a:pt x="195" y="87"/>
                    <a:pt x="190" y="85"/>
                    <a:pt x="193" y="81"/>
                  </a:cubicBezTo>
                  <a:cubicBezTo>
                    <a:pt x="195" y="77"/>
                    <a:pt x="199" y="78"/>
                    <a:pt x="201" y="79"/>
                  </a:cubicBezTo>
                  <a:cubicBezTo>
                    <a:pt x="203" y="80"/>
                    <a:pt x="209" y="82"/>
                    <a:pt x="214" y="78"/>
                  </a:cubicBezTo>
                  <a:cubicBezTo>
                    <a:pt x="220" y="74"/>
                    <a:pt x="222" y="75"/>
                    <a:pt x="227" y="74"/>
                  </a:cubicBezTo>
                  <a:cubicBezTo>
                    <a:pt x="232" y="74"/>
                    <a:pt x="231" y="70"/>
                    <a:pt x="234" y="67"/>
                  </a:cubicBezTo>
                  <a:cubicBezTo>
                    <a:pt x="238" y="64"/>
                    <a:pt x="241" y="63"/>
                    <a:pt x="245" y="63"/>
                  </a:cubicBezTo>
                  <a:cubicBezTo>
                    <a:pt x="248" y="63"/>
                    <a:pt x="252" y="59"/>
                    <a:pt x="256" y="61"/>
                  </a:cubicBezTo>
                  <a:cubicBezTo>
                    <a:pt x="259" y="62"/>
                    <a:pt x="264" y="62"/>
                    <a:pt x="264" y="59"/>
                  </a:cubicBezTo>
                  <a:cubicBezTo>
                    <a:pt x="265" y="57"/>
                    <a:pt x="256" y="51"/>
                    <a:pt x="253" y="4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50" name="Freeform 52"/>
            <p:cNvSpPr>
              <a:spLocks/>
            </p:cNvSpPr>
            <p:nvPr/>
          </p:nvSpPr>
          <p:spPr bwMode="auto">
            <a:xfrm>
              <a:off x="6692032" y="3456701"/>
              <a:ext cx="11476" cy="34174"/>
            </a:xfrm>
            <a:custGeom>
              <a:avLst/>
              <a:gdLst>
                <a:gd name="T0" fmla="*/ 2 w 4"/>
                <a:gd name="T1" fmla="*/ 0 h 11"/>
                <a:gd name="T2" fmla="*/ 0 w 4"/>
                <a:gd name="T3" fmla="*/ 6 h 11"/>
                <a:gd name="T4" fmla="*/ 3 w 4"/>
                <a:gd name="T5" fmla="*/ 11 h 11"/>
                <a:gd name="T6" fmla="*/ 4 w 4"/>
                <a:gd name="T7" fmla="*/ 2 h 11"/>
                <a:gd name="T8" fmla="*/ 4 w 4"/>
                <a:gd name="T9" fmla="*/ 0 h 11"/>
                <a:gd name="T10" fmla="*/ 2 w 4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1">
                  <a:moveTo>
                    <a:pt x="2" y="0"/>
                  </a:moveTo>
                  <a:cubicBezTo>
                    <a:pt x="0" y="1"/>
                    <a:pt x="0" y="5"/>
                    <a:pt x="0" y="6"/>
                  </a:cubicBezTo>
                  <a:cubicBezTo>
                    <a:pt x="0" y="7"/>
                    <a:pt x="1" y="9"/>
                    <a:pt x="3" y="11"/>
                  </a:cubicBezTo>
                  <a:cubicBezTo>
                    <a:pt x="3" y="8"/>
                    <a:pt x="3" y="3"/>
                    <a:pt x="4" y="2"/>
                  </a:cubicBezTo>
                  <a:cubicBezTo>
                    <a:pt x="4" y="1"/>
                    <a:pt x="4" y="1"/>
                    <a:pt x="4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51" name="Freeform 53"/>
            <p:cNvSpPr>
              <a:spLocks/>
            </p:cNvSpPr>
            <p:nvPr/>
          </p:nvSpPr>
          <p:spPr bwMode="auto">
            <a:xfrm>
              <a:off x="6670356" y="3435672"/>
              <a:ext cx="36977" cy="109094"/>
            </a:xfrm>
            <a:custGeom>
              <a:avLst/>
              <a:gdLst>
                <a:gd name="T0" fmla="*/ 5 w 12"/>
                <a:gd name="T1" fmla="*/ 34 h 35"/>
                <a:gd name="T2" fmla="*/ 6 w 12"/>
                <a:gd name="T3" fmla="*/ 35 h 35"/>
                <a:gd name="T4" fmla="*/ 9 w 12"/>
                <a:gd name="T5" fmla="*/ 23 h 35"/>
                <a:gd name="T6" fmla="*/ 10 w 12"/>
                <a:gd name="T7" fmla="*/ 18 h 35"/>
                <a:gd name="T8" fmla="*/ 7 w 12"/>
                <a:gd name="T9" fmla="*/ 13 h 35"/>
                <a:gd name="T10" fmla="*/ 9 w 12"/>
                <a:gd name="T11" fmla="*/ 7 h 35"/>
                <a:gd name="T12" fmla="*/ 11 w 12"/>
                <a:gd name="T13" fmla="*/ 7 h 35"/>
                <a:gd name="T14" fmla="*/ 12 w 12"/>
                <a:gd name="T15" fmla="*/ 1 h 35"/>
                <a:gd name="T16" fmla="*/ 8 w 12"/>
                <a:gd name="T17" fmla="*/ 0 h 35"/>
                <a:gd name="T18" fmla="*/ 6 w 12"/>
                <a:gd name="T19" fmla="*/ 3 h 35"/>
                <a:gd name="T20" fmla="*/ 0 w 12"/>
                <a:gd name="T21" fmla="*/ 18 h 35"/>
                <a:gd name="T22" fmla="*/ 6 w 12"/>
                <a:gd name="T23" fmla="*/ 33 h 35"/>
                <a:gd name="T24" fmla="*/ 5 w 12"/>
                <a:gd name="T25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35">
                  <a:moveTo>
                    <a:pt x="5" y="34"/>
                  </a:moveTo>
                  <a:cubicBezTo>
                    <a:pt x="5" y="34"/>
                    <a:pt x="6" y="35"/>
                    <a:pt x="6" y="35"/>
                  </a:cubicBezTo>
                  <a:cubicBezTo>
                    <a:pt x="7" y="30"/>
                    <a:pt x="8" y="24"/>
                    <a:pt x="9" y="23"/>
                  </a:cubicBezTo>
                  <a:cubicBezTo>
                    <a:pt x="9" y="22"/>
                    <a:pt x="10" y="20"/>
                    <a:pt x="10" y="18"/>
                  </a:cubicBezTo>
                  <a:cubicBezTo>
                    <a:pt x="8" y="16"/>
                    <a:pt x="7" y="14"/>
                    <a:pt x="7" y="13"/>
                  </a:cubicBezTo>
                  <a:cubicBezTo>
                    <a:pt x="7" y="12"/>
                    <a:pt x="7" y="8"/>
                    <a:pt x="9" y="7"/>
                  </a:cubicBezTo>
                  <a:cubicBezTo>
                    <a:pt x="9" y="7"/>
                    <a:pt x="10" y="7"/>
                    <a:pt x="11" y="7"/>
                  </a:cubicBezTo>
                  <a:cubicBezTo>
                    <a:pt x="11" y="5"/>
                    <a:pt x="12" y="3"/>
                    <a:pt x="12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1"/>
                    <a:pt x="6" y="2"/>
                    <a:pt x="6" y="3"/>
                  </a:cubicBezTo>
                  <a:cubicBezTo>
                    <a:pt x="5" y="8"/>
                    <a:pt x="1" y="15"/>
                    <a:pt x="0" y="18"/>
                  </a:cubicBezTo>
                  <a:cubicBezTo>
                    <a:pt x="6" y="33"/>
                    <a:pt x="6" y="33"/>
                    <a:pt x="6" y="33"/>
                  </a:cubicBezTo>
                  <a:lnTo>
                    <a:pt x="5" y="34"/>
                  </a:ln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52" name="Freeform 54"/>
            <p:cNvSpPr>
              <a:spLocks/>
            </p:cNvSpPr>
            <p:nvPr/>
          </p:nvSpPr>
          <p:spPr bwMode="auto">
            <a:xfrm>
              <a:off x="6689483" y="3431729"/>
              <a:ext cx="108383" cy="122238"/>
            </a:xfrm>
            <a:custGeom>
              <a:avLst/>
              <a:gdLst>
                <a:gd name="T0" fmla="*/ 33 w 36"/>
                <a:gd name="T1" fmla="*/ 0 h 39"/>
                <a:gd name="T2" fmla="*/ 22 w 36"/>
                <a:gd name="T3" fmla="*/ 5 h 39"/>
                <a:gd name="T4" fmla="*/ 14 w 36"/>
                <a:gd name="T5" fmla="*/ 9 h 39"/>
                <a:gd name="T6" fmla="*/ 7 w 36"/>
                <a:gd name="T7" fmla="*/ 5 h 39"/>
                <a:gd name="T8" fmla="*/ 6 w 36"/>
                <a:gd name="T9" fmla="*/ 2 h 39"/>
                <a:gd name="T10" fmla="*/ 6 w 36"/>
                <a:gd name="T11" fmla="*/ 2 h 39"/>
                <a:gd name="T12" fmla="*/ 5 w 36"/>
                <a:gd name="T13" fmla="*/ 10 h 39"/>
                <a:gd name="T14" fmla="*/ 3 w 36"/>
                <a:gd name="T15" fmla="*/ 24 h 39"/>
                <a:gd name="T16" fmla="*/ 0 w 36"/>
                <a:gd name="T17" fmla="*/ 36 h 39"/>
                <a:gd name="T18" fmla="*/ 8 w 36"/>
                <a:gd name="T19" fmla="*/ 39 h 39"/>
                <a:gd name="T20" fmla="*/ 14 w 36"/>
                <a:gd name="T21" fmla="*/ 34 h 39"/>
                <a:gd name="T22" fmla="*/ 20 w 36"/>
                <a:gd name="T23" fmla="*/ 32 h 39"/>
                <a:gd name="T24" fmla="*/ 25 w 36"/>
                <a:gd name="T25" fmla="*/ 28 h 39"/>
                <a:gd name="T26" fmla="*/ 18 w 36"/>
                <a:gd name="T27" fmla="*/ 20 h 39"/>
                <a:gd name="T28" fmla="*/ 27 w 36"/>
                <a:gd name="T29" fmla="*/ 15 h 39"/>
                <a:gd name="T30" fmla="*/ 35 w 36"/>
                <a:gd name="T31" fmla="*/ 12 h 39"/>
                <a:gd name="T32" fmla="*/ 36 w 36"/>
                <a:gd name="T33" fmla="*/ 12 h 39"/>
                <a:gd name="T34" fmla="*/ 34 w 36"/>
                <a:gd name="T35" fmla="*/ 4 h 39"/>
                <a:gd name="T36" fmla="*/ 33 w 36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6" h="39">
                  <a:moveTo>
                    <a:pt x="33" y="0"/>
                  </a:moveTo>
                  <a:cubicBezTo>
                    <a:pt x="28" y="3"/>
                    <a:pt x="23" y="5"/>
                    <a:pt x="22" y="5"/>
                  </a:cubicBezTo>
                  <a:cubicBezTo>
                    <a:pt x="20" y="5"/>
                    <a:pt x="14" y="9"/>
                    <a:pt x="14" y="9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5"/>
                    <a:pt x="5" y="9"/>
                    <a:pt x="5" y="10"/>
                  </a:cubicBezTo>
                  <a:cubicBezTo>
                    <a:pt x="4" y="12"/>
                    <a:pt x="4" y="22"/>
                    <a:pt x="3" y="24"/>
                  </a:cubicBezTo>
                  <a:cubicBezTo>
                    <a:pt x="2" y="25"/>
                    <a:pt x="1" y="31"/>
                    <a:pt x="0" y="36"/>
                  </a:cubicBezTo>
                  <a:cubicBezTo>
                    <a:pt x="3" y="37"/>
                    <a:pt x="6" y="39"/>
                    <a:pt x="8" y="39"/>
                  </a:cubicBezTo>
                  <a:cubicBezTo>
                    <a:pt x="11" y="39"/>
                    <a:pt x="14" y="36"/>
                    <a:pt x="14" y="34"/>
                  </a:cubicBezTo>
                  <a:cubicBezTo>
                    <a:pt x="14" y="32"/>
                    <a:pt x="17" y="32"/>
                    <a:pt x="20" y="32"/>
                  </a:cubicBezTo>
                  <a:cubicBezTo>
                    <a:pt x="22" y="32"/>
                    <a:pt x="23" y="29"/>
                    <a:pt x="25" y="28"/>
                  </a:cubicBezTo>
                  <a:cubicBezTo>
                    <a:pt x="27" y="27"/>
                    <a:pt x="20" y="21"/>
                    <a:pt x="18" y="20"/>
                  </a:cubicBezTo>
                  <a:cubicBezTo>
                    <a:pt x="16" y="20"/>
                    <a:pt x="20" y="15"/>
                    <a:pt x="27" y="15"/>
                  </a:cubicBezTo>
                  <a:cubicBezTo>
                    <a:pt x="33" y="15"/>
                    <a:pt x="32" y="12"/>
                    <a:pt x="35" y="12"/>
                  </a:cubicBezTo>
                  <a:cubicBezTo>
                    <a:pt x="35" y="12"/>
                    <a:pt x="35" y="12"/>
                    <a:pt x="36" y="12"/>
                  </a:cubicBezTo>
                  <a:cubicBezTo>
                    <a:pt x="35" y="9"/>
                    <a:pt x="34" y="6"/>
                    <a:pt x="34" y="4"/>
                  </a:cubicBezTo>
                  <a:cubicBezTo>
                    <a:pt x="33" y="3"/>
                    <a:pt x="33" y="2"/>
                    <a:pt x="33" y="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53" name="Freeform 55"/>
            <p:cNvSpPr>
              <a:spLocks/>
            </p:cNvSpPr>
            <p:nvPr/>
          </p:nvSpPr>
          <p:spPr bwMode="auto">
            <a:xfrm>
              <a:off x="7575668" y="3133362"/>
              <a:ext cx="276694" cy="124867"/>
            </a:xfrm>
            <a:custGeom>
              <a:avLst/>
              <a:gdLst>
                <a:gd name="T0" fmla="*/ 85 w 92"/>
                <a:gd name="T1" fmla="*/ 8 h 40"/>
                <a:gd name="T2" fmla="*/ 77 w 92"/>
                <a:gd name="T3" fmla="*/ 5 h 40"/>
                <a:gd name="T4" fmla="*/ 56 w 92"/>
                <a:gd name="T5" fmla="*/ 4 h 40"/>
                <a:gd name="T6" fmla="*/ 44 w 92"/>
                <a:gd name="T7" fmla="*/ 1 h 40"/>
                <a:gd name="T8" fmla="*/ 36 w 92"/>
                <a:gd name="T9" fmla="*/ 4 h 40"/>
                <a:gd name="T10" fmla="*/ 28 w 92"/>
                <a:gd name="T11" fmla="*/ 6 h 40"/>
                <a:gd name="T12" fmla="*/ 17 w 92"/>
                <a:gd name="T13" fmla="*/ 6 h 40"/>
                <a:gd name="T14" fmla="*/ 12 w 92"/>
                <a:gd name="T15" fmla="*/ 11 h 40"/>
                <a:gd name="T16" fmla="*/ 9 w 92"/>
                <a:gd name="T17" fmla="*/ 16 h 40"/>
                <a:gd name="T18" fmla="*/ 12 w 92"/>
                <a:gd name="T19" fmla="*/ 19 h 40"/>
                <a:gd name="T20" fmla="*/ 19 w 92"/>
                <a:gd name="T21" fmla="*/ 19 h 40"/>
                <a:gd name="T22" fmla="*/ 30 w 92"/>
                <a:gd name="T23" fmla="*/ 24 h 40"/>
                <a:gd name="T24" fmla="*/ 27 w 92"/>
                <a:gd name="T25" fmla="*/ 28 h 40"/>
                <a:gd name="T26" fmla="*/ 19 w 92"/>
                <a:gd name="T27" fmla="*/ 30 h 40"/>
                <a:gd name="T28" fmla="*/ 6 w 92"/>
                <a:gd name="T29" fmla="*/ 31 h 40"/>
                <a:gd name="T30" fmla="*/ 0 w 92"/>
                <a:gd name="T31" fmla="*/ 36 h 40"/>
                <a:gd name="T32" fmla="*/ 12 w 92"/>
                <a:gd name="T33" fmla="*/ 37 h 40"/>
                <a:gd name="T34" fmla="*/ 20 w 92"/>
                <a:gd name="T35" fmla="*/ 38 h 40"/>
                <a:gd name="T36" fmla="*/ 27 w 92"/>
                <a:gd name="T37" fmla="*/ 39 h 40"/>
                <a:gd name="T38" fmla="*/ 38 w 92"/>
                <a:gd name="T39" fmla="*/ 38 h 40"/>
                <a:gd name="T40" fmla="*/ 39 w 92"/>
                <a:gd name="T41" fmla="*/ 34 h 40"/>
                <a:gd name="T42" fmla="*/ 43 w 92"/>
                <a:gd name="T43" fmla="*/ 32 h 40"/>
                <a:gd name="T44" fmla="*/ 48 w 92"/>
                <a:gd name="T45" fmla="*/ 29 h 40"/>
                <a:gd name="T46" fmla="*/ 53 w 92"/>
                <a:gd name="T47" fmla="*/ 27 h 40"/>
                <a:gd name="T48" fmla="*/ 58 w 92"/>
                <a:gd name="T49" fmla="*/ 29 h 40"/>
                <a:gd name="T50" fmla="*/ 63 w 92"/>
                <a:gd name="T51" fmla="*/ 25 h 40"/>
                <a:gd name="T52" fmla="*/ 71 w 92"/>
                <a:gd name="T53" fmla="*/ 23 h 40"/>
                <a:gd name="T54" fmla="*/ 77 w 92"/>
                <a:gd name="T55" fmla="*/ 20 h 40"/>
                <a:gd name="T56" fmla="*/ 84 w 92"/>
                <a:gd name="T57" fmla="*/ 16 h 40"/>
                <a:gd name="T58" fmla="*/ 91 w 92"/>
                <a:gd name="T59" fmla="*/ 12 h 40"/>
                <a:gd name="T60" fmla="*/ 92 w 92"/>
                <a:gd name="T61" fmla="*/ 10 h 40"/>
                <a:gd name="T62" fmla="*/ 85 w 92"/>
                <a:gd name="T63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2" h="40">
                  <a:moveTo>
                    <a:pt x="85" y="8"/>
                  </a:moveTo>
                  <a:cubicBezTo>
                    <a:pt x="82" y="4"/>
                    <a:pt x="81" y="6"/>
                    <a:pt x="77" y="5"/>
                  </a:cubicBezTo>
                  <a:cubicBezTo>
                    <a:pt x="73" y="4"/>
                    <a:pt x="59" y="3"/>
                    <a:pt x="56" y="4"/>
                  </a:cubicBezTo>
                  <a:cubicBezTo>
                    <a:pt x="53" y="5"/>
                    <a:pt x="46" y="2"/>
                    <a:pt x="44" y="1"/>
                  </a:cubicBezTo>
                  <a:cubicBezTo>
                    <a:pt x="42" y="0"/>
                    <a:pt x="36" y="1"/>
                    <a:pt x="36" y="4"/>
                  </a:cubicBezTo>
                  <a:cubicBezTo>
                    <a:pt x="35" y="8"/>
                    <a:pt x="33" y="8"/>
                    <a:pt x="28" y="6"/>
                  </a:cubicBezTo>
                  <a:cubicBezTo>
                    <a:pt x="24" y="3"/>
                    <a:pt x="17" y="3"/>
                    <a:pt x="17" y="6"/>
                  </a:cubicBezTo>
                  <a:cubicBezTo>
                    <a:pt x="16" y="8"/>
                    <a:pt x="13" y="11"/>
                    <a:pt x="12" y="11"/>
                  </a:cubicBezTo>
                  <a:cubicBezTo>
                    <a:pt x="11" y="12"/>
                    <a:pt x="10" y="14"/>
                    <a:pt x="9" y="16"/>
                  </a:cubicBezTo>
                  <a:cubicBezTo>
                    <a:pt x="10" y="17"/>
                    <a:pt x="11" y="18"/>
                    <a:pt x="12" y="19"/>
                  </a:cubicBezTo>
                  <a:cubicBezTo>
                    <a:pt x="14" y="21"/>
                    <a:pt x="18" y="21"/>
                    <a:pt x="19" y="19"/>
                  </a:cubicBezTo>
                  <a:cubicBezTo>
                    <a:pt x="19" y="17"/>
                    <a:pt x="26" y="21"/>
                    <a:pt x="30" y="24"/>
                  </a:cubicBezTo>
                  <a:cubicBezTo>
                    <a:pt x="34" y="27"/>
                    <a:pt x="28" y="25"/>
                    <a:pt x="27" y="28"/>
                  </a:cubicBezTo>
                  <a:cubicBezTo>
                    <a:pt x="25" y="32"/>
                    <a:pt x="20" y="28"/>
                    <a:pt x="19" y="30"/>
                  </a:cubicBezTo>
                  <a:cubicBezTo>
                    <a:pt x="17" y="31"/>
                    <a:pt x="9" y="32"/>
                    <a:pt x="6" y="31"/>
                  </a:cubicBezTo>
                  <a:cubicBezTo>
                    <a:pt x="4" y="31"/>
                    <a:pt x="0" y="35"/>
                    <a:pt x="0" y="36"/>
                  </a:cubicBezTo>
                  <a:cubicBezTo>
                    <a:pt x="1" y="38"/>
                    <a:pt x="9" y="35"/>
                    <a:pt x="12" y="37"/>
                  </a:cubicBezTo>
                  <a:cubicBezTo>
                    <a:pt x="15" y="39"/>
                    <a:pt x="18" y="35"/>
                    <a:pt x="20" y="38"/>
                  </a:cubicBezTo>
                  <a:cubicBezTo>
                    <a:pt x="22" y="40"/>
                    <a:pt x="25" y="38"/>
                    <a:pt x="27" y="39"/>
                  </a:cubicBezTo>
                  <a:cubicBezTo>
                    <a:pt x="29" y="40"/>
                    <a:pt x="38" y="38"/>
                    <a:pt x="38" y="38"/>
                  </a:cubicBezTo>
                  <a:cubicBezTo>
                    <a:pt x="39" y="37"/>
                    <a:pt x="39" y="35"/>
                    <a:pt x="39" y="34"/>
                  </a:cubicBezTo>
                  <a:cubicBezTo>
                    <a:pt x="39" y="32"/>
                    <a:pt x="41" y="32"/>
                    <a:pt x="43" y="32"/>
                  </a:cubicBezTo>
                  <a:cubicBezTo>
                    <a:pt x="45" y="31"/>
                    <a:pt x="46" y="29"/>
                    <a:pt x="48" y="29"/>
                  </a:cubicBezTo>
                  <a:cubicBezTo>
                    <a:pt x="49" y="29"/>
                    <a:pt x="51" y="27"/>
                    <a:pt x="53" y="27"/>
                  </a:cubicBezTo>
                  <a:cubicBezTo>
                    <a:pt x="54" y="28"/>
                    <a:pt x="56" y="30"/>
                    <a:pt x="58" y="29"/>
                  </a:cubicBezTo>
                  <a:cubicBezTo>
                    <a:pt x="60" y="27"/>
                    <a:pt x="60" y="29"/>
                    <a:pt x="63" y="25"/>
                  </a:cubicBezTo>
                  <a:cubicBezTo>
                    <a:pt x="66" y="22"/>
                    <a:pt x="67" y="23"/>
                    <a:pt x="71" y="23"/>
                  </a:cubicBezTo>
                  <a:cubicBezTo>
                    <a:pt x="75" y="24"/>
                    <a:pt x="76" y="22"/>
                    <a:pt x="77" y="20"/>
                  </a:cubicBezTo>
                  <a:cubicBezTo>
                    <a:pt x="79" y="17"/>
                    <a:pt x="82" y="17"/>
                    <a:pt x="84" y="16"/>
                  </a:cubicBezTo>
                  <a:cubicBezTo>
                    <a:pt x="86" y="14"/>
                    <a:pt x="90" y="13"/>
                    <a:pt x="91" y="12"/>
                  </a:cubicBezTo>
                  <a:cubicBezTo>
                    <a:pt x="92" y="12"/>
                    <a:pt x="92" y="11"/>
                    <a:pt x="92" y="10"/>
                  </a:cubicBezTo>
                  <a:cubicBezTo>
                    <a:pt x="89" y="8"/>
                    <a:pt x="88" y="11"/>
                    <a:pt x="85" y="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54" name="Freeform 56"/>
            <p:cNvSpPr>
              <a:spLocks/>
            </p:cNvSpPr>
            <p:nvPr/>
          </p:nvSpPr>
          <p:spPr bwMode="auto">
            <a:xfrm>
              <a:off x="6815716" y="3117589"/>
              <a:ext cx="174687" cy="81492"/>
            </a:xfrm>
            <a:custGeom>
              <a:avLst/>
              <a:gdLst>
                <a:gd name="T0" fmla="*/ 23 w 58"/>
                <a:gd name="T1" fmla="*/ 20 h 26"/>
                <a:gd name="T2" fmla="*/ 29 w 58"/>
                <a:gd name="T3" fmla="*/ 25 h 26"/>
                <a:gd name="T4" fmla="*/ 29 w 58"/>
                <a:gd name="T5" fmla="*/ 26 h 26"/>
                <a:gd name="T6" fmla="*/ 38 w 58"/>
                <a:gd name="T7" fmla="*/ 24 h 26"/>
                <a:gd name="T8" fmla="*/ 45 w 58"/>
                <a:gd name="T9" fmla="*/ 25 h 26"/>
                <a:gd name="T10" fmla="*/ 45 w 58"/>
                <a:gd name="T11" fmla="*/ 23 h 26"/>
                <a:gd name="T12" fmla="*/ 51 w 58"/>
                <a:gd name="T13" fmla="*/ 25 h 26"/>
                <a:gd name="T14" fmla="*/ 57 w 58"/>
                <a:gd name="T15" fmla="*/ 25 h 26"/>
                <a:gd name="T16" fmla="*/ 54 w 58"/>
                <a:gd name="T17" fmla="*/ 21 h 26"/>
                <a:gd name="T18" fmla="*/ 56 w 58"/>
                <a:gd name="T19" fmla="*/ 18 h 26"/>
                <a:gd name="T20" fmla="*/ 51 w 58"/>
                <a:gd name="T21" fmla="*/ 16 h 26"/>
                <a:gd name="T22" fmla="*/ 48 w 58"/>
                <a:gd name="T23" fmla="*/ 11 h 26"/>
                <a:gd name="T24" fmla="*/ 45 w 58"/>
                <a:gd name="T25" fmla="*/ 9 h 26"/>
                <a:gd name="T26" fmla="*/ 37 w 58"/>
                <a:gd name="T27" fmla="*/ 11 h 26"/>
                <a:gd name="T28" fmla="*/ 31 w 58"/>
                <a:gd name="T29" fmla="*/ 8 h 26"/>
                <a:gd name="T30" fmla="*/ 26 w 58"/>
                <a:gd name="T31" fmla="*/ 5 h 26"/>
                <a:gd name="T32" fmla="*/ 13 w 58"/>
                <a:gd name="T33" fmla="*/ 3 h 26"/>
                <a:gd name="T34" fmla="*/ 3 w 58"/>
                <a:gd name="T35" fmla="*/ 0 h 26"/>
                <a:gd name="T36" fmla="*/ 0 w 58"/>
                <a:gd name="T37" fmla="*/ 2 h 26"/>
                <a:gd name="T38" fmla="*/ 13 w 58"/>
                <a:gd name="T39" fmla="*/ 9 h 26"/>
                <a:gd name="T40" fmla="*/ 16 w 58"/>
                <a:gd name="T41" fmla="*/ 18 h 26"/>
                <a:gd name="T42" fmla="*/ 14 w 58"/>
                <a:gd name="T43" fmla="*/ 21 h 26"/>
                <a:gd name="T44" fmla="*/ 23 w 58"/>
                <a:gd name="T45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" h="26">
                  <a:moveTo>
                    <a:pt x="23" y="20"/>
                  </a:moveTo>
                  <a:cubicBezTo>
                    <a:pt x="26" y="19"/>
                    <a:pt x="27" y="22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32" y="25"/>
                    <a:pt x="35" y="24"/>
                    <a:pt x="38" y="24"/>
                  </a:cubicBezTo>
                  <a:cubicBezTo>
                    <a:pt x="40" y="24"/>
                    <a:pt x="43" y="24"/>
                    <a:pt x="45" y="25"/>
                  </a:cubicBezTo>
                  <a:cubicBezTo>
                    <a:pt x="45" y="24"/>
                    <a:pt x="45" y="23"/>
                    <a:pt x="45" y="23"/>
                  </a:cubicBezTo>
                  <a:cubicBezTo>
                    <a:pt x="46" y="21"/>
                    <a:pt x="49" y="23"/>
                    <a:pt x="51" y="25"/>
                  </a:cubicBezTo>
                  <a:cubicBezTo>
                    <a:pt x="52" y="26"/>
                    <a:pt x="56" y="26"/>
                    <a:pt x="57" y="25"/>
                  </a:cubicBezTo>
                  <a:cubicBezTo>
                    <a:pt x="58" y="24"/>
                    <a:pt x="55" y="23"/>
                    <a:pt x="54" y="21"/>
                  </a:cubicBezTo>
                  <a:cubicBezTo>
                    <a:pt x="54" y="21"/>
                    <a:pt x="55" y="20"/>
                    <a:pt x="56" y="18"/>
                  </a:cubicBezTo>
                  <a:cubicBezTo>
                    <a:pt x="54" y="17"/>
                    <a:pt x="52" y="15"/>
                    <a:pt x="51" y="16"/>
                  </a:cubicBezTo>
                  <a:cubicBezTo>
                    <a:pt x="50" y="16"/>
                    <a:pt x="50" y="11"/>
                    <a:pt x="48" y="11"/>
                  </a:cubicBezTo>
                  <a:cubicBezTo>
                    <a:pt x="47" y="11"/>
                    <a:pt x="47" y="9"/>
                    <a:pt x="45" y="9"/>
                  </a:cubicBezTo>
                  <a:cubicBezTo>
                    <a:pt x="44" y="9"/>
                    <a:pt x="38" y="9"/>
                    <a:pt x="37" y="11"/>
                  </a:cubicBezTo>
                  <a:cubicBezTo>
                    <a:pt x="35" y="12"/>
                    <a:pt x="33" y="8"/>
                    <a:pt x="31" y="8"/>
                  </a:cubicBezTo>
                  <a:cubicBezTo>
                    <a:pt x="30" y="8"/>
                    <a:pt x="27" y="6"/>
                    <a:pt x="26" y="5"/>
                  </a:cubicBezTo>
                  <a:cubicBezTo>
                    <a:pt x="25" y="3"/>
                    <a:pt x="16" y="5"/>
                    <a:pt x="13" y="3"/>
                  </a:cubicBezTo>
                  <a:cubicBezTo>
                    <a:pt x="11" y="2"/>
                    <a:pt x="6" y="0"/>
                    <a:pt x="3" y="0"/>
                  </a:cubicBezTo>
                  <a:cubicBezTo>
                    <a:pt x="2" y="1"/>
                    <a:pt x="1" y="1"/>
                    <a:pt x="0" y="2"/>
                  </a:cubicBezTo>
                  <a:cubicBezTo>
                    <a:pt x="5" y="5"/>
                    <a:pt x="12" y="4"/>
                    <a:pt x="13" y="9"/>
                  </a:cubicBezTo>
                  <a:cubicBezTo>
                    <a:pt x="14" y="15"/>
                    <a:pt x="17" y="13"/>
                    <a:pt x="16" y="18"/>
                  </a:cubicBezTo>
                  <a:cubicBezTo>
                    <a:pt x="16" y="19"/>
                    <a:pt x="15" y="20"/>
                    <a:pt x="14" y="21"/>
                  </a:cubicBezTo>
                  <a:cubicBezTo>
                    <a:pt x="18" y="21"/>
                    <a:pt x="22" y="21"/>
                    <a:pt x="23" y="2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55" name="Freeform 57"/>
            <p:cNvSpPr>
              <a:spLocks noEditPoints="1"/>
            </p:cNvSpPr>
            <p:nvPr/>
          </p:nvSpPr>
          <p:spPr bwMode="auto">
            <a:xfrm>
              <a:off x="6462517" y="3164908"/>
              <a:ext cx="479433" cy="193215"/>
            </a:xfrm>
            <a:custGeom>
              <a:avLst/>
              <a:gdLst>
                <a:gd name="T0" fmla="*/ 154 w 159"/>
                <a:gd name="T1" fmla="*/ 44 h 62"/>
                <a:gd name="T2" fmla="*/ 154 w 159"/>
                <a:gd name="T3" fmla="*/ 35 h 62"/>
                <a:gd name="T4" fmla="*/ 154 w 159"/>
                <a:gd name="T5" fmla="*/ 28 h 62"/>
                <a:gd name="T6" fmla="*/ 156 w 159"/>
                <a:gd name="T7" fmla="*/ 23 h 62"/>
                <a:gd name="T8" fmla="*/ 155 w 159"/>
                <a:gd name="T9" fmla="*/ 20 h 62"/>
                <a:gd name="T10" fmla="*/ 148 w 159"/>
                <a:gd name="T11" fmla="*/ 17 h 62"/>
                <a:gd name="T12" fmla="*/ 146 w 159"/>
                <a:gd name="T13" fmla="*/ 10 h 62"/>
                <a:gd name="T14" fmla="*/ 140 w 159"/>
                <a:gd name="T15" fmla="*/ 5 h 62"/>
                <a:gd name="T16" fmla="*/ 131 w 159"/>
                <a:gd name="T17" fmla="*/ 6 h 62"/>
                <a:gd name="T18" fmla="*/ 116 w 159"/>
                <a:gd name="T19" fmla="*/ 11 h 62"/>
                <a:gd name="T20" fmla="*/ 101 w 159"/>
                <a:gd name="T21" fmla="*/ 11 h 62"/>
                <a:gd name="T22" fmla="*/ 91 w 159"/>
                <a:gd name="T23" fmla="*/ 8 h 62"/>
                <a:gd name="T24" fmla="*/ 83 w 159"/>
                <a:gd name="T25" fmla="*/ 5 h 62"/>
                <a:gd name="T26" fmla="*/ 71 w 159"/>
                <a:gd name="T27" fmla="*/ 1 h 62"/>
                <a:gd name="T28" fmla="*/ 45 w 159"/>
                <a:gd name="T29" fmla="*/ 9 h 62"/>
                <a:gd name="T30" fmla="*/ 27 w 159"/>
                <a:gd name="T31" fmla="*/ 10 h 62"/>
                <a:gd name="T32" fmla="*/ 23 w 159"/>
                <a:gd name="T33" fmla="*/ 17 h 62"/>
                <a:gd name="T34" fmla="*/ 5 w 159"/>
                <a:gd name="T35" fmla="*/ 18 h 62"/>
                <a:gd name="T36" fmla="*/ 3 w 159"/>
                <a:gd name="T37" fmla="*/ 24 h 62"/>
                <a:gd name="T38" fmla="*/ 7 w 159"/>
                <a:gd name="T39" fmla="*/ 27 h 62"/>
                <a:gd name="T40" fmla="*/ 8 w 159"/>
                <a:gd name="T41" fmla="*/ 33 h 62"/>
                <a:gd name="T42" fmla="*/ 8 w 159"/>
                <a:gd name="T43" fmla="*/ 39 h 62"/>
                <a:gd name="T44" fmla="*/ 8 w 159"/>
                <a:gd name="T45" fmla="*/ 43 h 62"/>
                <a:gd name="T46" fmla="*/ 12 w 159"/>
                <a:gd name="T47" fmla="*/ 48 h 62"/>
                <a:gd name="T48" fmla="*/ 18 w 159"/>
                <a:gd name="T49" fmla="*/ 51 h 62"/>
                <a:gd name="T50" fmla="*/ 22 w 159"/>
                <a:gd name="T51" fmla="*/ 52 h 62"/>
                <a:gd name="T52" fmla="*/ 27 w 159"/>
                <a:gd name="T53" fmla="*/ 58 h 62"/>
                <a:gd name="T54" fmla="*/ 38 w 159"/>
                <a:gd name="T55" fmla="*/ 56 h 62"/>
                <a:gd name="T56" fmla="*/ 45 w 159"/>
                <a:gd name="T57" fmla="*/ 53 h 62"/>
                <a:gd name="T58" fmla="*/ 56 w 159"/>
                <a:gd name="T59" fmla="*/ 59 h 62"/>
                <a:gd name="T60" fmla="*/ 65 w 159"/>
                <a:gd name="T61" fmla="*/ 58 h 62"/>
                <a:gd name="T62" fmla="*/ 73 w 159"/>
                <a:gd name="T63" fmla="*/ 53 h 62"/>
                <a:gd name="T64" fmla="*/ 79 w 159"/>
                <a:gd name="T65" fmla="*/ 55 h 62"/>
                <a:gd name="T66" fmla="*/ 86 w 159"/>
                <a:gd name="T67" fmla="*/ 53 h 62"/>
                <a:gd name="T68" fmla="*/ 83 w 159"/>
                <a:gd name="T69" fmla="*/ 59 h 62"/>
                <a:gd name="T70" fmla="*/ 84 w 159"/>
                <a:gd name="T71" fmla="*/ 62 h 62"/>
                <a:gd name="T72" fmla="*/ 89 w 159"/>
                <a:gd name="T73" fmla="*/ 57 h 62"/>
                <a:gd name="T74" fmla="*/ 92 w 159"/>
                <a:gd name="T75" fmla="*/ 55 h 62"/>
                <a:gd name="T76" fmla="*/ 100 w 159"/>
                <a:gd name="T77" fmla="*/ 55 h 62"/>
                <a:gd name="T78" fmla="*/ 105 w 159"/>
                <a:gd name="T79" fmla="*/ 54 h 62"/>
                <a:gd name="T80" fmla="*/ 114 w 159"/>
                <a:gd name="T81" fmla="*/ 54 h 62"/>
                <a:gd name="T82" fmla="*/ 126 w 159"/>
                <a:gd name="T83" fmla="*/ 51 h 62"/>
                <a:gd name="T84" fmla="*/ 135 w 159"/>
                <a:gd name="T85" fmla="*/ 49 h 62"/>
                <a:gd name="T86" fmla="*/ 138 w 159"/>
                <a:gd name="T87" fmla="*/ 50 h 62"/>
                <a:gd name="T88" fmla="*/ 142 w 159"/>
                <a:gd name="T89" fmla="*/ 47 h 62"/>
                <a:gd name="T90" fmla="*/ 149 w 159"/>
                <a:gd name="T91" fmla="*/ 49 h 62"/>
                <a:gd name="T92" fmla="*/ 158 w 159"/>
                <a:gd name="T93" fmla="*/ 50 h 62"/>
                <a:gd name="T94" fmla="*/ 154 w 159"/>
                <a:gd name="T95" fmla="*/ 44 h 62"/>
                <a:gd name="T96" fmla="*/ 14 w 159"/>
                <a:gd name="T97" fmla="*/ 11 h 62"/>
                <a:gd name="T98" fmla="*/ 25 w 159"/>
                <a:gd name="T99" fmla="*/ 10 h 62"/>
                <a:gd name="T100" fmla="*/ 19 w 159"/>
                <a:gd name="T101" fmla="*/ 5 h 62"/>
                <a:gd name="T102" fmla="*/ 17 w 159"/>
                <a:gd name="T103" fmla="*/ 1 h 62"/>
                <a:gd name="T104" fmla="*/ 14 w 159"/>
                <a:gd name="T105" fmla="*/ 1 h 62"/>
                <a:gd name="T106" fmla="*/ 5 w 159"/>
                <a:gd name="T107" fmla="*/ 1 h 62"/>
                <a:gd name="T108" fmla="*/ 6 w 159"/>
                <a:gd name="T109" fmla="*/ 7 h 62"/>
                <a:gd name="T110" fmla="*/ 3 w 159"/>
                <a:gd name="T111" fmla="*/ 11 h 62"/>
                <a:gd name="T112" fmla="*/ 1 w 159"/>
                <a:gd name="T113" fmla="*/ 14 h 62"/>
                <a:gd name="T114" fmla="*/ 6 w 159"/>
                <a:gd name="T115" fmla="*/ 16 h 62"/>
                <a:gd name="T116" fmla="*/ 14 w 159"/>
                <a:gd name="T117" fmla="*/ 1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62">
                  <a:moveTo>
                    <a:pt x="154" y="44"/>
                  </a:moveTo>
                  <a:cubicBezTo>
                    <a:pt x="153" y="43"/>
                    <a:pt x="155" y="36"/>
                    <a:pt x="154" y="35"/>
                  </a:cubicBezTo>
                  <a:cubicBezTo>
                    <a:pt x="154" y="33"/>
                    <a:pt x="152" y="28"/>
                    <a:pt x="154" y="28"/>
                  </a:cubicBezTo>
                  <a:cubicBezTo>
                    <a:pt x="156" y="28"/>
                    <a:pt x="154" y="23"/>
                    <a:pt x="156" y="23"/>
                  </a:cubicBezTo>
                  <a:cubicBezTo>
                    <a:pt x="156" y="22"/>
                    <a:pt x="155" y="21"/>
                    <a:pt x="155" y="20"/>
                  </a:cubicBezTo>
                  <a:cubicBezTo>
                    <a:pt x="153" y="19"/>
                    <a:pt x="150" y="21"/>
                    <a:pt x="148" y="17"/>
                  </a:cubicBezTo>
                  <a:cubicBezTo>
                    <a:pt x="147" y="14"/>
                    <a:pt x="148" y="13"/>
                    <a:pt x="146" y="10"/>
                  </a:cubicBezTo>
                  <a:cubicBezTo>
                    <a:pt x="144" y="7"/>
                    <a:pt x="143" y="4"/>
                    <a:pt x="140" y="5"/>
                  </a:cubicBezTo>
                  <a:cubicBezTo>
                    <a:pt x="139" y="6"/>
                    <a:pt x="135" y="6"/>
                    <a:pt x="131" y="6"/>
                  </a:cubicBezTo>
                  <a:cubicBezTo>
                    <a:pt x="127" y="9"/>
                    <a:pt x="118" y="12"/>
                    <a:pt x="116" y="11"/>
                  </a:cubicBezTo>
                  <a:cubicBezTo>
                    <a:pt x="112" y="10"/>
                    <a:pt x="106" y="11"/>
                    <a:pt x="101" y="11"/>
                  </a:cubicBezTo>
                  <a:cubicBezTo>
                    <a:pt x="96" y="11"/>
                    <a:pt x="95" y="8"/>
                    <a:pt x="91" y="8"/>
                  </a:cubicBezTo>
                  <a:cubicBezTo>
                    <a:pt x="87" y="8"/>
                    <a:pt x="87" y="5"/>
                    <a:pt x="83" y="5"/>
                  </a:cubicBezTo>
                  <a:cubicBezTo>
                    <a:pt x="80" y="5"/>
                    <a:pt x="83" y="3"/>
                    <a:pt x="71" y="1"/>
                  </a:cubicBezTo>
                  <a:cubicBezTo>
                    <a:pt x="59" y="0"/>
                    <a:pt x="49" y="6"/>
                    <a:pt x="45" y="9"/>
                  </a:cubicBezTo>
                  <a:cubicBezTo>
                    <a:pt x="42" y="12"/>
                    <a:pt x="28" y="9"/>
                    <a:pt x="27" y="10"/>
                  </a:cubicBezTo>
                  <a:cubicBezTo>
                    <a:pt x="26" y="11"/>
                    <a:pt x="27" y="15"/>
                    <a:pt x="23" y="17"/>
                  </a:cubicBezTo>
                  <a:cubicBezTo>
                    <a:pt x="18" y="18"/>
                    <a:pt x="8" y="17"/>
                    <a:pt x="5" y="18"/>
                  </a:cubicBezTo>
                  <a:cubicBezTo>
                    <a:pt x="2" y="20"/>
                    <a:pt x="0" y="25"/>
                    <a:pt x="3" y="24"/>
                  </a:cubicBezTo>
                  <a:cubicBezTo>
                    <a:pt x="6" y="24"/>
                    <a:pt x="8" y="26"/>
                    <a:pt x="7" y="27"/>
                  </a:cubicBezTo>
                  <a:cubicBezTo>
                    <a:pt x="6" y="28"/>
                    <a:pt x="9" y="31"/>
                    <a:pt x="8" y="33"/>
                  </a:cubicBezTo>
                  <a:cubicBezTo>
                    <a:pt x="6" y="34"/>
                    <a:pt x="6" y="37"/>
                    <a:pt x="8" y="39"/>
                  </a:cubicBezTo>
                  <a:cubicBezTo>
                    <a:pt x="10" y="40"/>
                    <a:pt x="10" y="43"/>
                    <a:pt x="8" y="43"/>
                  </a:cubicBezTo>
                  <a:cubicBezTo>
                    <a:pt x="5" y="44"/>
                    <a:pt x="12" y="47"/>
                    <a:pt x="12" y="48"/>
                  </a:cubicBezTo>
                  <a:cubicBezTo>
                    <a:pt x="12" y="49"/>
                    <a:pt x="18" y="50"/>
                    <a:pt x="18" y="51"/>
                  </a:cubicBezTo>
                  <a:cubicBezTo>
                    <a:pt x="18" y="53"/>
                    <a:pt x="19" y="53"/>
                    <a:pt x="22" y="52"/>
                  </a:cubicBezTo>
                  <a:cubicBezTo>
                    <a:pt x="24" y="52"/>
                    <a:pt x="25" y="55"/>
                    <a:pt x="27" y="58"/>
                  </a:cubicBezTo>
                  <a:cubicBezTo>
                    <a:pt x="29" y="60"/>
                    <a:pt x="38" y="58"/>
                    <a:pt x="38" y="56"/>
                  </a:cubicBezTo>
                  <a:cubicBezTo>
                    <a:pt x="38" y="53"/>
                    <a:pt x="41" y="52"/>
                    <a:pt x="45" y="53"/>
                  </a:cubicBezTo>
                  <a:cubicBezTo>
                    <a:pt x="49" y="53"/>
                    <a:pt x="54" y="59"/>
                    <a:pt x="56" y="59"/>
                  </a:cubicBezTo>
                  <a:cubicBezTo>
                    <a:pt x="58" y="60"/>
                    <a:pt x="62" y="58"/>
                    <a:pt x="65" y="58"/>
                  </a:cubicBezTo>
                  <a:cubicBezTo>
                    <a:pt x="67" y="58"/>
                    <a:pt x="71" y="54"/>
                    <a:pt x="73" y="53"/>
                  </a:cubicBezTo>
                  <a:cubicBezTo>
                    <a:pt x="74" y="52"/>
                    <a:pt x="77" y="56"/>
                    <a:pt x="79" y="55"/>
                  </a:cubicBezTo>
                  <a:cubicBezTo>
                    <a:pt x="82" y="53"/>
                    <a:pt x="84" y="52"/>
                    <a:pt x="86" y="53"/>
                  </a:cubicBezTo>
                  <a:cubicBezTo>
                    <a:pt x="87" y="54"/>
                    <a:pt x="82" y="57"/>
                    <a:pt x="83" y="59"/>
                  </a:cubicBezTo>
                  <a:cubicBezTo>
                    <a:pt x="84" y="60"/>
                    <a:pt x="84" y="61"/>
                    <a:pt x="84" y="62"/>
                  </a:cubicBezTo>
                  <a:cubicBezTo>
                    <a:pt x="89" y="62"/>
                    <a:pt x="88" y="58"/>
                    <a:pt x="89" y="57"/>
                  </a:cubicBezTo>
                  <a:cubicBezTo>
                    <a:pt x="89" y="55"/>
                    <a:pt x="90" y="53"/>
                    <a:pt x="92" y="55"/>
                  </a:cubicBezTo>
                  <a:cubicBezTo>
                    <a:pt x="94" y="56"/>
                    <a:pt x="96" y="56"/>
                    <a:pt x="100" y="55"/>
                  </a:cubicBezTo>
                  <a:cubicBezTo>
                    <a:pt x="103" y="53"/>
                    <a:pt x="104" y="52"/>
                    <a:pt x="105" y="54"/>
                  </a:cubicBezTo>
                  <a:cubicBezTo>
                    <a:pt x="106" y="55"/>
                    <a:pt x="109" y="54"/>
                    <a:pt x="114" y="54"/>
                  </a:cubicBezTo>
                  <a:cubicBezTo>
                    <a:pt x="120" y="54"/>
                    <a:pt x="121" y="50"/>
                    <a:pt x="126" y="51"/>
                  </a:cubicBezTo>
                  <a:cubicBezTo>
                    <a:pt x="131" y="51"/>
                    <a:pt x="135" y="49"/>
                    <a:pt x="135" y="49"/>
                  </a:cubicBezTo>
                  <a:cubicBezTo>
                    <a:pt x="138" y="50"/>
                    <a:pt x="138" y="50"/>
                    <a:pt x="138" y="50"/>
                  </a:cubicBezTo>
                  <a:cubicBezTo>
                    <a:pt x="140" y="49"/>
                    <a:pt x="139" y="48"/>
                    <a:pt x="142" y="47"/>
                  </a:cubicBezTo>
                  <a:cubicBezTo>
                    <a:pt x="146" y="47"/>
                    <a:pt x="147" y="50"/>
                    <a:pt x="149" y="49"/>
                  </a:cubicBezTo>
                  <a:cubicBezTo>
                    <a:pt x="151" y="48"/>
                    <a:pt x="158" y="55"/>
                    <a:pt x="158" y="50"/>
                  </a:cubicBezTo>
                  <a:cubicBezTo>
                    <a:pt x="159" y="49"/>
                    <a:pt x="156" y="44"/>
                    <a:pt x="154" y="44"/>
                  </a:cubicBezTo>
                  <a:close/>
                  <a:moveTo>
                    <a:pt x="14" y="11"/>
                  </a:moveTo>
                  <a:cubicBezTo>
                    <a:pt x="17" y="10"/>
                    <a:pt x="24" y="12"/>
                    <a:pt x="25" y="10"/>
                  </a:cubicBezTo>
                  <a:cubicBezTo>
                    <a:pt x="27" y="9"/>
                    <a:pt x="21" y="7"/>
                    <a:pt x="19" y="5"/>
                  </a:cubicBezTo>
                  <a:cubicBezTo>
                    <a:pt x="18" y="4"/>
                    <a:pt x="17" y="2"/>
                    <a:pt x="17" y="1"/>
                  </a:cubicBezTo>
                  <a:cubicBezTo>
                    <a:pt x="16" y="2"/>
                    <a:pt x="15" y="2"/>
                    <a:pt x="14" y="1"/>
                  </a:cubicBezTo>
                  <a:cubicBezTo>
                    <a:pt x="11" y="0"/>
                    <a:pt x="6" y="1"/>
                    <a:pt x="5" y="1"/>
                  </a:cubicBezTo>
                  <a:cubicBezTo>
                    <a:pt x="4" y="2"/>
                    <a:pt x="6" y="5"/>
                    <a:pt x="6" y="7"/>
                  </a:cubicBezTo>
                  <a:cubicBezTo>
                    <a:pt x="6" y="9"/>
                    <a:pt x="3" y="10"/>
                    <a:pt x="3" y="11"/>
                  </a:cubicBezTo>
                  <a:cubicBezTo>
                    <a:pt x="3" y="12"/>
                    <a:pt x="3" y="13"/>
                    <a:pt x="1" y="14"/>
                  </a:cubicBezTo>
                  <a:cubicBezTo>
                    <a:pt x="3" y="15"/>
                    <a:pt x="5" y="16"/>
                    <a:pt x="6" y="16"/>
                  </a:cubicBezTo>
                  <a:cubicBezTo>
                    <a:pt x="10" y="16"/>
                    <a:pt x="11" y="13"/>
                    <a:pt x="14" y="1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56" name="Freeform 58"/>
            <p:cNvSpPr>
              <a:spLocks/>
            </p:cNvSpPr>
            <p:nvPr/>
          </p:nvSpPr>
          <p:spPr bwMode="auto">
            <a:xfrm>
              <a:off x="7794983" y="3360751"/>
              <a:ext cx="61204" cy="59147"/>
            </a:xfrm>
            <a:custGeom>
              <a:avLst/>
              <a:gdLst>
                <a:gd name="T0" fmla="*/ 10 w 20"/>
                <a:gd name="T1" fmla="*/ 0 h 19"/>
                <a:gd name="T2" fmla="*/ 0 w 20"/>
                <a:gd name="T3" fmla="*/ 6 h 19"/>
                <a:gd name="T4" fmla="*/ 2 w 20"/>
                <a:gd name="T5" fmla="*/ 8 h 19"/>
                <a:gd name="T6" fmla="*/ 7 w 20"/>
                <a:gd name="T7" fmla="*/ 14 h 19"/>
                <a:gd name="T8" fmla="*/ 7 w 20"/>
                <a:gd name="T9" fmla="*/ 19 h 19"/>
                <a:gd name="T10" fmla="*/ 11 w 20"/>
                <a:gd name="T11" fmla="*/ 18 h 19"/>
                <a:gd name="T12" fmla="*/ 19 w 20"/>
                <a:gd name="T13" fmla="*/ 8 h 19"/>
                <a:gd name="T14" fmla="*/ 10 w 20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19">
                  <a:moveTo>
                    <a:pt x="10" y="0"/>
                  </a:moveTo>
                  <a:cubicBezTo>
                    <a:pt x="7" y="0"/>
                    <a:pt x="1" y="3"/>
                    <a:pt x="0" y="6"/>
                  </a:cubicBezTo>
                  <a:cubicBezTo>
                    <a:pt x="1" y="6"/>
                    <a:pt x="1" y="7"/>
                    <a:pt x="2" y="8"/>
                  </a:cubicBezTo>
                  <a:cubicBezTo>
                    <a:pt x="2" y="10"/>
                    <a:pt x="4" y="12"/>
                    <a:pt x="7" y="14"/>
                  </a:cubicBezTo>
                  <a:cubicBezTo>
                    <a:pt x="8" y="15"/>
                    <a:pt x="8" y="17"/>
                    <a:pt x="7" y="19"/>
                  </a:cubicBezTo>
                  <a:cubicBezTo>
                    <a:pt x="9" y="19"/>
                    <a:pt x="10" y="19"/>
                    <a:pt x="11" y="18"/>
                  </a:cubicBezTo>
                  <a:cubicBezTo>
                    <a:pt x="13" y="18"/>
                    <a:pt x="19" y="10"/>
                    <a:pt x="19" y="8"/>
                  </a:cubicBezTo>
                  <a:cubicBezTo>
                    <a:pt x="20" y="6"/>
                    <a:pt x="13" y="0"/>
                    <a:pt x="10" y="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57" name="Freeform 59"/>
            <p:cNvSpPr>
              <a:spLocks/>
            </p:cNvSpPr>
            <p:nvPr/>
          </p:nvSpPr>
          <p:spPr bwMode="auto">
            <a:xfrm>
              <a:off x="8941289" y="3142563"/>
              <a:ext cx="174687" cy="170871"/>
            </a:xfrm>
            <a:custGeom>
              <a:avLst/>
              <a:gdLst>
                <a:gd name="T0" fmla="*/ 56 w 58"/>
                <a:gd name="T1" fmla="*/ 3 h 55"/>
                <a:gd name="T2" fmla="*/ 49 w 58"/>
                <a:gd name="T3" fmla="*/ 0 h 55"/>
                <a:gd name="T4" fmla="*/ 44 w 58"/>
                <a:gd name="T5" fmla="*/ 7 h 55"/>
                <a:gd name="T6" fmla="*/ 38 w 58"/>
                <a:gd name="T7" fmla="*/ 11 h 55"/>
                <a:gd name="T8" fmla="*/ 35 w 58"/>
                <a:gd name="T9" fmla="*/ 14 h 55"/>
                <a:gd name="T10" fmla="*/ 29 w 58"/>
                <a:gd name="T11" fmla="*/ 16 h 55"/>
                <a:gd name="T12" fmla="*/ 24 w 58"/>
                <a:gd name="T13" fmla="*/ 14 h 55"/>
                <a:gd name="T14" fmla="*/ 18 w 58"/>
                <a:gd name="T15" fmla="*/ 20 h 55"/>
                <a:gd name="T16" fmla="*/ 3 w 58"/>
                <a:gd name="T17" fmla="*/ 28 h 55"/>
                <a:gd name="T18" fmla="*/ 0 w 58"/>
                <a:gd name="T19" fmla="*/ 32 h 55"/>
                <a:gd name="T20" fmla="*/ 10 w 58"/>
                <a:gd name="T21" fmla="*/ 37 h 55"/>
                <a:gd name="T22" fmla="*/ 5 w 58"/>
                <a:gd name="T23" fmla="*/ 46 h 55"/>
                <a:gd name="T24" fmla="*/ 7 w 58"/>
                <a:gd name="T25" fmla="*/ 51 h 55"/>
                <a:gd name="T26" fmla="*/ 11 w 58"/>
                <a:gd name="T27" fmla="*/ 53 h 55"/>
                <a:gd name="T28" fmla="*/ 17 w 58"/>
                <a:gd name="T29" fmla="*/ 52 h 55"/>
                <a:gd name="T30" fmla="*/ 19 w 58"/>
                <a:gd name="T31" fmla="*/ 53 h 55"/>
                <a:gd name="T32" fmla="*/ 24 w 58"/>
                <a:gd name="T33" fmla="*/ 49 h 55"/>
                <a:gd name="T34" fmla="*/ 32 w 58"/>
                <a:gd name="T35" fmla="*/ 48 h 55"/>
                <a:gd name="T36" fmla="*/ 36 w 58"/>
                <a:gd name="T37" fmla="*/ 46 h 55"/>
                <a:gd name="T38" fmla="*/ 29 w 58"/>
                <a:gd name="T39" fmla="*/ 39 h 55"/>
                <a:gd name="T40" fmla="*/ 31 w 58"/>
                <a:gd name="T41" fmla="*/ 31 h 55"/>
                <a:gd name="T42" fmla="*/ 46 w 58"/>
                <a:gd name="T43" fmla="*/ 22 h 55"/>
                <a:gd name="T44" fmla="*/ 49 w 58"/>
                <a:gd name="T45" fmla="*/ 12 h 55"/>
                <a:gd name="T46" fmla="*/ 58 w 58"/>
                <a:gd name="T47" fmla="*/ 3 h 55"/>
                <a:gd name="T48" fmla="*/ 56 w 58"/>
                <a:gd name="T49" fmla="*/ 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" h="55">
                  <a:moveTo>
                    <a:pt x="56" y="3"/>
                  </a:moveTo>
                  <a:cubicBezTo>
                    <a:pt x="53" y="4"/>
                    <a:pt x="52" y="0"/>
                    <a:pt x="49" y="0"/>
                  </a:cubicBezTo>
                  <a:cubicBezTo>
                    <a:pt x="46" y="0"/>
                    <a:pt x="47" y="7"/>
                    <a:pt x="44" y="7"/>
                  </a:cubicBezTo>
                  <a:cubicBezTo>
                    <a:pt x="41" y="7"/>
                    <a:pt x="42" y="10"/>
                    <a:pt x="38" y="11"/>
                  </a:cubicBezTo>
                  <a:cubicBezTo>
                    <a:pt x="34" y="11"/>
                    <a:pt x="33" y="11"/>
                    <a:pt x="35" y="14"/>
                  </a:cubicBezTo>
                  <a:cubicBezTo>
                    <a:pt x="36" y="17"/>
                    <a:pt x="33" y="16"/>
                    <a:pt x="29" y="16"/>
                  </a:cubicBezTo>
                  <a:cubicBezTo>
                    <a:pt x="26" y="16"/>
                    <a:pt x="26" y="14"/>
                    <a:pt x="24" y="14"/>
                  </a:cubicBezTo>
                  <a:cubicBezTo>
                    <a:pt x="22" y="14"/>
                    <a:pt x="20" y="17"/>
                    <a:pt x="18" y="20"/>
                  </a:cubicBezTo>
                  <a:cubicBezTo>
                    <a:pt x="17" y="22"/>
                    <a:pt x="6" y="27"/>
                    <a:pt x="3" y="28"/>
                  </a:cubicBezTo>
                  <a:cubicBezTo>
                    <a:pt x="2" y="29"/>
                    <a:pt x="1" y="30"/>
                    <a:pt x="0" y="32"/>
                  </a:cubicBezTo>
                  <a:cubicBezTo>
                    <a:pt x="4" y="32"/>
                    <a:pt x="8" y="35"/>
                    <a:pt x="10" y="37"/>
                  </a:cubicBezTo>
                  <a:cubicBezTo>
                    <a:pt x="12" y="40"/>
                    <a:pt x="7" y="43"/>
                    <a:pt x="5" y="46"/>
                  </a:cubicBezTo>
                  <a:cubicBezTo>
                    <a:pt x="3" y="49"/>
                    <a:pt x="6" y="49"/>
                    <a:pt x="7" y="51"/>
                  </a:cubicBezTo>
                  <a:cubicBezTo>
                    <a:pt x="7" y="53"/>
                    <a:pt x="10" y="55"/>
                    <a:pt x="11" y="53"/>
                  </a:cubicBezTo>
                  <a:cubicBezTo>
                    <a:pt x="12" y="51"/>
                    <a:pt x="14" y="52"/>
                    <a:pt x="17" y="52"/>
                  </a:cubicBezTo>
                  <a:cubicBezTo>
                    <a:pt x="18" y="52"/>
                    <a:pt x="19" y="52"/>
                    <a:pt x="19" y="53"/>
                  </a:cubicBezTo>
                  <a:cubicBezTo>
                    <a:pt x="21" y="51"/>
                    <a:pt x="23" y="50"/>
                    <a:pt x="24" y="49"/>
                  </a:cubicBezTo>
                  <a:cubicBezTo>
                    <a:pt x="25" y="48"/>
                    <a:pt x="29" y="48"/>
                    <a:pt x="32" y="48"/>
                  </a:cubicBezTo>
                  <a:cubicBezTo>
                    <a:pt x="34" y="48"/>
                    <a:pt x="35" y="47"/>
                    <a:pt x="36" y="46"/>
                  </a:cubicBezTo>
                  <a:cubicBezTo>
                    <a:pt x="33" y="42"/>
                    <a:pt x="30" y="40"/>
                    <a:pt x="29" y="39"/>
                  </a:cubicBezTo>
                  <a:cubicBezTo>
                    <a:pt x="26" y="37"/>
                    <a:pt x="28" y="32"/>
                    <a:pt x="31" y="31"/>
                  </a:cubicBezTo>
                  <a:cubicBezTo>
                    <a:pt x="35" y="31"/>
                    <a:pt x="43" y="24"/>
                    <a:pt x="46" y="22"/>
                  </a:cubicBezTo>
                  <a:cubicBezTo>
                    <a:pt x="48" y="21"/>
                    <a:pt x="47" y="16"/>
                    <a:pt x="49" y="12"/>
                  </a:cubicBezTo>
                  <a:cubicBezTo>
                    <a:pt x="50" y="10"/>
                    <a:pt x="54" y="6"/>
                    <a:pt x="58" y="3"/>
                  </a:cubicBezTo>
                  <a:cubicBezTo>
                    <a:pt x="57" y="3"/>
                    <a:pt x="57" y="3"/>
                    <a:pt x="56" y="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58" name="Freeform 60"/>
            <p:cNvSpPr>
              <a:spLocks/>
            </p:cNvSpPr>
            <p:nvPr/>
          </p:nvSpPr>
          <p:spPr bwMode="auto">
            <a:xfrm>
              <a:off x="7849813" y="3525050"/>
              <a:ext cx="192539" cy="115666"/>
            </a:xfrm>
            <a:custGeom>
              <a:avLst/>
              <a:gdLst>
                <a:gd name="T0" fmla="*/ 63 w 64"/>
                <a:gd name="T1" fmla="*/ 24 h 37"/>
                <a:gd name="T2" fmla="*/ 61 w 64"/>
                <a:gd name="T3" fmla="*/ 24 h 37"/>
                <a:gd name="T4" fmla="*/ 50 w 64"/>
                <a:gd name="T5" fmla="*/ 22 h 37"/>
                <a:gd name="T6" fmla="*/ 34 w 64"/>
                <a:gd name="T7" fmla="*/ 15 h 37"/>
                <a:gd name="T8" fmla="*/ 17 w 64"/>
                <a:gd name="T9" fmla="*/ 3 h 37"/>
                <a:gd name="T10" fmla="*/ 10 w 64"/>
                <a:gd name="T11" fmla="*/ 1 h 37"/>
                <a:gd name="T12" fmla="*/ 5 w 64"/>
                <a:gd name="T13" fmla="*/ 3 h 37"/>
                <a:gd name="T14" fmla="*/ 1 w 64"/>
                <a:gd name="T15" fmla="*/ 8 h 37"/>
                <a:gd name="T16" fmla="*/ 0 w 64"/>
                <a:gd name="T17" fmla="*/ 14 h 37"/>
                <a:gd name="T18" fmla="*/ 4 w 64"/>
                <a:gd name="T19" fmla="*/ 17 h 37"/>
                <a:gd name="T20" fmla="*/ 11 w 64"/>
                <a:gd name="T21" fmla="*/ 21 h 37"/>
                <a:gd name="T22" fmla="*/ 17 w 64"/>
                <a:gd name="T23" fmla="*/ 24 h 37"/>
                <a:gd name="T24" fmla="*/ 24 w 64"/>
                <a:gd name="T25" fmla="*/ 28 h 37"/>
                <a:gd name="T26" fmla="*/ 32 w 64"/>
                <a:gd name="T27" fmla="*/ 27 h 37"/>
                <a:gd name="T28" fmla="*/ 37 w 64"/>
                <a:gd name="T29" fmla="*/ 31 h 37"/>
                <a:gd name="T30" fmla="*/ 48 w 64"/>
                <a:gd name="T31" fmla="*/ 36 h 37"/>
                <a:gd name="T32" fmla="*/ 62 w 64"/>
                <a:gd name="T33" fmla="*/ 34 h 37"/>
                <a:gd name="T34" fmla="*/ 63 w 64"/>
                <a:gd name="T35" fmla="*/ 26 h 37"/>
                <a:gd name="T36" fmla="*/ 63 w 64"/>
                <a:gd name="T37" fmla="*/ 2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4" h="37">
                  <a:moveTo>
                    <a:pt x="63" y="24"/>
                  </a:moveTo>
                  <a:cubicBezTo>
                    <a:pt x="63" y="24"/>
                    <a:pt x="62" y="24"/>
                    <a:pt x="61" y="24"/>
                  </a:cubicBezTo>
                  <a:cubicBezTo>
                    <a:pt x="56" y="24"/>
                    <a:pt x="54" y="21"/>
                    <a:pt x="50" y="22"/>
                  </a:cubicBezTo>
                  <a:cubicBezTo>
                    <a:pt x="47" y="22"/>
                    <a:pt x="38" y="18"/>
                    <a:pt x="34" y="15"/>
                  </a:cubicBezTo>
                  <a:cubicBezTo>
                    <a:pt x="30" y="12"/>
                    <a:pt x="20" y="5"/>
                    <a:pt x="17" y="3"/>
                  </a:cubicBezTo>
                  <a:cubicBezTo>
                    <a:pt x="14" y="0"/>
                    <a:pt x="11" y="0"/>
                    <a:pt x="10" y="1"/>
                  </a:cubicBezTo>
                  <a:cubicBezTo>
                    <a:pt x="10" y="2"/>
                    <a:pt x="8" y="3"/>
                    <a:pt x="5" y="3"/>
                  </a:cubicBezTo>
                  <a:cubicBezTo>
                    <a:pt x="4" y="4"/>
                    <a:pt x="1" y="6"/>
                    <a:pt x="1" y="8"/>
                  </a:cubicBezTo>
                  <a:cubicBezTo>
                    <a:pt x="1" y="10"/>
                    <a:pt x="0" y="12"/>
                    <a:pt x="0" y="14"/>
                  </a:cubicBezTo>
                  <a:cubicBezTo>
                    <a:pt x="0" y="16"/>
                    <a:pt x="3" y="16"/>
                    <a:pt x="4" y="17"/>
                  </a:cubicBezTo>
                  <a:cubicBezTo>
                    <a:pt x="5" y="19"/>
                    <a:pt x="11" y="19"/>
                    <a:pt x="11" y="21"/>
                  </a:cubicBezTo>
                  <a:cubicBezTo>
                    <a:pt x="11" y="22"/>
                    <a:pt x="15" y="24"/>
                    <a:pt x="17" y="24"/>
                  </a:cubicBezTo>
                  <a:cubicBezTo>
                    <a:pt x="19" y="24"/>
                    <a:pt x="23" y="27"/>
                    <a:pt x="24" y="28"/>
                  </a:cubicBezTo>
                  <a:cubicBezTo>
                    <a:pt x="25" y="29"/>
                    <a:pt x="30" y="27"/>
                    <a:pt x="32" y="27"/>
                  </a:cubicBezTo>
                  <a:cubicBezTo>
                    <a:pt x="34" y="27"/>
                    <a:pt x="36" y="30"/>
                    <a:pt x="37" y="31"/>
                  </a:cubicBezTo>
                  <a:cubicBezTo>
                    <a:pt x="37" y="33"/>
                    <a:pt x="46" y="34"/>
                    <a:pt x="48" y="36"/>
                  </a:cubicBezTo>
                  <a:cubicBezTo>
                    <a:pt x="50" y="37"/>
                    <a:pt x="60" y="36"/>
                    <a:pt x="62" y="34"/>
                  </a:cubicBezTo>
                  <a:cubicBezTo>
                    <a:pt x="64" y="32"/>
                    <a:pt x="63" y="29"/>
                    <a:pt x="63" y="26"/>
                  </a:cubicBezTo>
                  <a:cubicBezTo>
                    <a:pt x="63" y="25"/>
                    <a:pt x="63" y="24"/>
                    <a:pt x="63" y="2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59" name="Freeform 61"/>
            <p:cNvSpPr>
              <a:spLocks/>
            </p:cNvSpPr>
            <p:nvPr/>
          </p:nvSpPr>
          <p:spPr bwMode="auto">
            <a:xfrm>
              <a:off x="8132882" y="3578939"/>
              <a:ext cx="218040" cy="494209"/>
            </a:xfrm>
            <a:custGeom>
              <a:avLst/>
              <a:gdLst>
                <a:gd name="T0" fmla="*/ 58 w 72"/>
                <a:gd name="T1" fmla="*/ 145 h 159"/>
                <a:gd name="T2" fmla="*/ 55 w 72"/>
                <a:gd name="T3" fmla="*/ 138 h 159"/>
                <a:gd name="T4" fmla="*/ 52 w 72"/>
                <a:gd name="T5" fmla="*/ 128 h 159"/>
                <a:gd name="T6" fmla="*/ 49 w 72"/>
                <a:gd name="T7" fmla="*/ 119 h 159"/>
                <a:gd name="T8" fmla="*/ 50 w 72"/>
                <a:gd name="T9" fmla="*/ 113 h 159"/>
                <a:gd name="T10" fmla="*/ 50 w 72"/>
                <a:gd name="T11" fmla="*/ 109 h 159"/>
                <a:gd name="T12" fmla="*/ 49 w 72"/>
                <a:gd name="T13" fmla="*/ 103 h 159"/>
                <a:gd name="T14" fmla="*/ 43 w 72"/>
                <a:gd name="T15" fmla="*/ 96 h 159"/>
                <a:gd name="T16" fmla="*/ 44 w 72"/>
                <a:gd name="T17" fmla="*/ 82 h 159"/>
                <a:gd name="T18" fmla="*/ 49 w 72"/>
                <a:gd name="T19" fmla="*/ 80 h 159"/>
                <a:gd name="T20" fmla="*/ 55 w 72"/>
                <a:gd name="T21" fmla="*/ 78 h 159"/>
                <a:gd name="T22" fmla="*/ 63 w 72"/>
                <a:gd name="T23" fmla="*/ 73 h 159"/>
                <a:gd name="T24" fmla="*/ 67 w 72"/>
                <a:gd name="T25" fmla="*/ 70 h 159"/>
                <a:gd name="T26" fmla="*/ 71 w 72"/>
                <a:gd name="T27" fmla="*/ 63 h 159"/>
                <a:gd name="T28" fmla="*/ 72 w 72"/>
                <a:gd name="T29" fmla="*/ 63 h 159"/>
                <a:gd name="T30" fmla="*/ 68 w 72"/>
                <a:gd name="T31" fmla="*/ 64 h 159"/>
                <a:gd name="T32" fmla="*/ 63 w 72"/>
                <a:gd name="T33" fmla="*/ 61 h 159"/>
                <a:gd name="T34" fmla="*/ 58 w 72"/>
                <a:gd name="T35" fmla="*/ 59 h 159"/>
                <a:gd name="T36" fmla="*/ 58 w 72"/>
                <a:gd name="T37" fmla="*/ 53 h 159"/>
                <a:gd name="T38" fmla="*/ 55 w 72"/>
                <a:gd name="T39" fmla="*/ 49 h 159"/>
                <a:gd name="T40" fmla="*/ 52 w 72"/>
                <a:gd name="T41" fmla="*/ 42 h 159"/>
                <a:gd name="T42" fmla="*/ 44 w 72"/>
                <a:gd name="T43" fmla="*/ 41 h 159"/>
                <a:gd name="T44" fmla="*/ 43 w 72"/>
                <a:gd name="T45" fmla="*/ 37 h 159"/>
                <a:gd name="T46" fmla="*/ 50 w 72"/>
                <a:gd name="T47" fmla="*/ 25 h 159"/>
                <a:gd name="T48" fmla="*/ 52 w 72"/>
                <a:gd name="T49" fmla="*/ 13 h 159"/>
                <a:gd name="T50" fmla="*/ 49 w 72"/>
                <a:gd name="T51" fmla="*/ 9 h 159"/>
                <a:gd name="T52" fmla="*/ 47 w 72"/>
                <a:gd name="T53" fmla="*/ 4 h 159"/>
                <a:gd name="T54" fmla="*/ 41 w 72"/>
                <a:gd name="T55" fmla="*/ 1 h 159"/>
                <a:gd name="T56" fmla="*/ 40 w 72"/>
                <a:gd name="T57" fmla="*/ 2 h 159"/>
                <a:gd name="T58" fmla="*/ 40 w 72"/>
                <a:gd name="T59" fmla="*/ 2 h 159"/>
                <a:gd name="T60" fmla="*/ 38 w 72"/>
                <a:gd name="T61" fmla="*/ 6 h 159"/>
                <a:gd name="T62" fmla="*/ 39 w 72"/>
                <a:gd name="T63" fmla="*/ 12 h 159"/>
                <a:gd name="T64" fmla="*/ 35 w 72"/>
                <a:gd name="T65" fmla="*/ 12 h 159"/>
                <a:gd name="T66" fmla="*/ 28 w 72"/>
                <a:gd name="T67" fmla="*/ 15 h 159"/>
                <a:gd name="T68" fmla="*/ 22 w 72"/>
                <a:gd name="T69" fmla="*/ 22 h 159"/>
                <a:gd name="T70" fmla="*/ 20 w 72"/>
                <a:gd name="T71" fmla="*/ 32 h 159"/>
                <a:gd name="T72" fmla="*/ 17 w 72"/>
                <a:gd name="T73" fmla="*/ 42 h 159"/>
                <a:gd name="T74" fmla="*/ 10 w 72"/>
                <a:gd name="T75" fmla="*/ 42 h 159"/>
                <a:gd name="T76" fmla="*/ 9 w 72"/>
                <a:gd name="T77" fmla="*/ 50 h 159"/>
                <a:gd name="T78" fmla="*/ 6 w 72"/>
                <a:gd name="T79" fmla="*/ 59 h 159"/>
                <a:gd name="T80" fmla="*/ 3 w 72"/>
                <a:gd name="T81" fmla="*/ 65 h 159"/>
                <a:gd name="T82" fmla="*/ 0 w 72"/>
                <a:gd name="T83" fmla="*/ 68 h 159"/>
                <a:gd name="T84" fmla="*/ 7 w 72"/>
                <a:gd name="T85" fmla="*/ 76 h 159"/>
                <a:gd name="T86" fmla="*/ 17 w 72"/>
                <a:gd name="T87" fmla="*/ 93 h 159"/>
                <a:gd name="T88" fmla="*/ 16 w 72"/>
                <a:gd name="T89" fmla="*/ 107 h 159"/>
                <a:gd name="T90" fmla="*/ 19 w 72"/>
                <a:gd name="T91" fmla="*/ 111 h 159"/>
                <a:gd name="T92" fmla="*/ 28 w 72"/>
                <a:gd name="T93" fmla="*/ 110 h 159"/>
                <a:gd name="T94" fmla="*/ 35 w 72"/>
                <a:gd name="T95" fmla="*/ 102 h 159"/>
                <a:gd name="T96" fmla="*/ 39 w 72"/>
                <a:gd name="T97" fmla="*/ 105 h 159"/>
                <a:gd name="T98" fmla="*/ 42 w 72"/>
                <a:gd name="T99" fmla="*/ 115 h 159"/>
                <a:gd name="T100" fmla="*/ 47 w 72"/>
                <a:gd name="T101" fmla="*/ 133 h 159"/>
                <a:gd name="T102" fmla="*/ 50 w 72"/>
                <a:gd name="T103" fmla="*/ 146 h 159"/>
                <a:gd name="T104" fmla="*/ 51 w 72"/>
                <a:gd name="T105" fmla="*/ 156 h 159"/>
                <a:gd name="T106" fmla="*/ 51 w 72"/>
                <a:gd name="T107" fmla="*/ 158 h 159"/>
                <a:gd name="T108" fmla="*/ 58 w 72"/>
                <a:gd name="T109" fmla="*/ 14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" h="159">
                  <a:moveTo>
                    <a:pt x="58" y="145"/>
                  </a:moveTo>
                  <a:cubicBezTo>
                    <a:pt x="58" y="141"/>
                    <a:pt x="55" y="141"/>
                    <a:pt x="55" y="138"/>
                  </a:cubicBezTo>
                  <a:cubicBezTo>
                    <a:pt x="55" y="136"/>
                    <a:pt x="55" y="131"/>
                    <a:pt x="52" y="128"/>
                  </a:cubicBezTo>
                  <a:cubicBezTo>
                    <a:pt x="48" y="125"/>
                    <a:pt x="47" y="121"/>
                    <a:pt x="49" y="119"/>
                  </a:cubicBezTo>
                  <a:cubicBezTo>
                    <a:pt x="51" y="117"/>
                    <a:pt x="49" y="113"/>
                    <a:pt x="50" y="113"/>
                  </a:cubicBezTo>
                  <a:cubicBezTo>
                    <a:pt x="51" y="113"/>
                    <a:pt x="52" y="110"/>
                    <a:pt x="50" y="109"/>
                  </a:cubicBezTo>
                  <a:cubicBezTo>
                    <a:pt x="48" y="108"/>
                    <a:pt x="50" y="104"/>
                    <a:pt x="49" y="103"/>
                  </a:cubicBezTo>
                  <a:cubicBezTo>
                    <a:pt x="47" y="103"/>
                    <a:pt x="43" y="97"/>
                    <a:pt x="43" y="96"/>
                  </a:cubicBezTo>
                  <a:cubicBezTo>
                    <a:pt x="43" y="94"/>
                    <a:pt x="44" y="85"/>
                    <a:pt x="44" y="82"/>
                  </a:cubicBezTo>
                  <a:cubicBezTo>
                    <a:pt x="44" y="80"/>
                    <a:pt x="48" y="80"/>
                    <a:pt x="49" y="80"/>
                  </a:cubicBezTo>
                  <a:cubicBezTo>
                    <a:pt x="50" y="80"/>
                    <a:pt x="54" y="80"/>
                    <a:pt x="55" y="78"/>
                  </a:cubicBezTo>
                  <a:cubicBezTo>
                    <a:pt x="56" y="75"/>
                    <a:pt x="62" y="75"/>
                    <a:pt x="63" y="73"/>
                  </a:cubicBezTo>
                  <a:cubicBezTo>
                    <a:pt x="63" y="72"/>
                    <a:pt x="67" y="72"/>
                    <a:pt x="67" y="70"/>
                  </a:cubicBezTo>
                  <a:cubicBezTo>
                    <a:pt x="67" y="68"/>
                    <a:pt x="71" y="63"/>
                    <a:pt x="71" y="63"/>
                  </a:cubicBezTo>
                  <a:cubicBezTo>
                    <a:pt x="71" y="63"/>
                    <a:pt x="72" y="63"/>
                    <a:pt x="72" y="63"/>
                  </a:cubicBezTo>
                  <a:cubicBezTo>
                    <a:pt x="71" y="62"/>
                    <a:pt x="70" y="63"/>
                    <a:pt x="68" y="64"/>
                  </a:cubicBezTo>
                  <a:cubicBezTo>
                    <a:pt x="64" y="65"/>
                    <a:pt x="62" y="63"/>
                    <a:pt x="63" y="61"/>
                  </a:cubicBezTo>
                  <a:cubicBezTo>
                    <a:pt x="63" y="59"/>
                    <a:pt x="60" y="59"/>
                    <a:pt x="58" y="59"/>
                  </a:cubicBezTo>
                  <a:cubicBezTo>
                    <a:pt x="56" y="59"/>
                    <a:pt x="57" y="55"/>
                    <a:pt x="58" y="53"/>
                  </a:cubicBezTo>
                  <a:cubicBezTo>
                    <a:pt x="59" y="51"/>
                    <a:pt x="57" y="49"/>
                    <a:pt x="55" y="49"/>
                  </a:cubicBezTo>
                  <a:cubicBezTo>
                    <a:pt x="52" y="49"/>
                    <a:pt x="51" y="44"/>
                    <a:pt x="52" y="42"/>
                  </a:cubicBezTo>
                  <a:cubicBezTo>
                    <a:pt x="53" y="41"/>
                    <a:pt x="47" y="40"/>
                    <a:pt x="44" y="41"/>
                  </a:cubicBezTo>
                  <a:cubicBezTo>
                    <a:pt x="42" y="42"/>
                    <a:pt x="44" y="39"/>
                    <a:pt x="43" y="37"/>
                  </a:cubicBezTo>
                  <a:cubicBezTo>
                    <a:pt x="42" y="35"/>
                    <a:pt x="46" y="28"/>
                    <a:pt x="50" y="25"/>
                  </a:cubicBezTo>
                  <a:cubicBezTo>
                    <a:pt x="53" y="21"/>
                    <a:pt x="52" y="17"/>
                    <a:pt x="52" y="13"/>
                  </a:cubicBezTo>
                  <a:cubicBezTo>
                    <a:pt x="52" y="9"/>
                    <a:pt x="50" y="9"/>
                    <a:pt x="49" y="9"/>
                  </a:cubicBezTo>
                  <a:cubicBezTo>
                    <a:pt x="47" y="9"/>
                    <a:pt x="47" y="6"/>
                    <a:pt x="47" y="4"/>
                  </a:cubicBezTo>
                  <a:cubicBezTo>
                    <a:pt x="47" y="2"/>
                    <a:pt x="43" y="0"/>
                    <a:pt x="41" y="1"/>
                  </a:cubicBezTo>
                  <a:cubicBezTo>
                    <a:pt x="41" y="2"/>
                    <a:pt x="40" y="2"/>
                    <a:pt x="40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0" y="2"/>
                    <a:pt x="39" y="6"/>
                    <a:pt x="38" y="6"/>
                  </a:cubicBezTo>
                  <a:cubicBezTo>
                    <a:pt x="37" y="7"/>
                    <a:pt x="37" y="9"/>
                    <a:pt x="39" y="12"/>
                  </a:cubicBezTo>
                  <a:cubicBezTo>
                    <a:pt x="41" y="15"/>
                    <a:pt x="36" y="14"/>
                    <a:pt x="35" y="12"/>
                  </a:cubicBezTo>
                  <a:cubicBezTo>
                    <a:pt x="34" y="10"/>
                    <a:pt x="30" y="13"/>
                    <a:pt x="28" y="15"/>
                  </a:cubicBezTo>
                  <a:cubicBezTo>
                    <a:pt x="26" y="17"/>
                    <a:pt x="22" y="18"/>
                    <a:pt x="22" y="22"/>
                  </a:cubicBezTo>
                  <a:cubicBezTo>
                    <a:pt x="22" y="25"/>
                    <a:pt x="19" y="29"/>
                    <a:pt x="20" y="32"/>
                  </a:cubicBezTo>
                  <a:cubicBezTo>
                    <a:pt x="21" y="35"/>
                    <a:pt x="17" y="41"/>
                    <a:pt x="17" y="42"/>
                  </a:cubicBezTo>
                  <a:cubicBezTo>
                    <a:pt x="17" y="44"/>
                    <a:pt x="11" y="42"/>
                    <a:pt x="10" y="42"/>
                  </a:cubicBezTo>
                  <a:cubicBezTo>
                    <a:pt x="9" y="42"/>
                    <a:pt x="10" y="48"/>
                    <a:pt x="9" y="50"/>
                  </a:cubicBezTo>
                  <a:cubicBezTo>
                    <a:pt x="7" y="52"/>
                    <a:pt x="8" y="59"/>
                    <a:pt x="6" y="59"/>
                  </a:cubicBezTo>
                  <a:cubicBezTo>
                    <a:pt x="4" y="59"/>
                    <a:pt x="3" y="65"/>
                    <a:pt x="3" y="65"/>
                  </a:cubicBezTo>
                  <a:cubicBezTo>
                    <a:pt x="3" y="65"/>
                    <a:pt x="1" y="67"/>
                    <a:pt x="0" y="68"/>
                  </a:cubicBezTo>
                  <a:cubicBezTo>
                    <a:pt x="1" y="71"/>
                    <a:pt x="4" y="75"/>
                    <a:pt x="7" y="76"/>
                  </a:cubicBezTo>
                  <a:cubicBezTo>
                    <a:pt x="12" y="78"/>
                    <a:pt x="16" y="88"/>
                    <a:pt x="17" y="93"/>
                  </a:cubicBezTo>
                  <a:cubicBezTo>
                    <a:pt x="19" y="99"/>
                    <a:pt x="18" y="104"/>
                    <a:pt x="16" y="107"/>
                  </a:cubicBezTo>
                  <a:cubicBezTo>
                    <a:pt x="14" y="110"/>
                    <a:pt x="16" y="110"/>
                    <a:pt x="19" y="111"/>
                  </a:cubicBezTo>
                  <a:cubicBezTo>
                    <a:pt x="22" y="113"/>
                    <a:pt x="25" y="113"/>
                    <a:pt x="28" y="110"/>
                  </a:cubicBezTo>
                  <a:cubicBezTo>
                    <a:pt x="30" y="107"/>
                    <a:pt x="34" y="105"/>
                    <a:pt x="35" y="102"/>
                  </a:cubicBezTo>
                  <a:cubicBezTo>
                    <a:pt x="35" y="99"/>
                    <a:pt x="37" y="104"/>
                    <a:pt x="39" y="105"/>
                  </a:cubicBezTo>
                  <a:cubicBezTo>
                    <a:pt x="41" y="107"/>
                    <a:pt x="42" y="110"/>
                    <a:pt x="42" y="115"/>
                  </a:cubicBezTo>
                  <a:cubicBezTo>
                    <a:pt x="43" y="119"/>
                    <a:pt x="43" y="130"/>
                    <a:pt x="47" y="133"/>
                  </a:cubicBezTo>
                  <a:cubicBezTo>
                    <a:pt x="50" y="136"/>
                    <a:pt x="51" y="144"/>
                    <a:pt x="50" y="146"/>
                  </a:cubicBezTo>
                  <a:cubicBezTo>
                    <a:pt x="49" y="149"/>
                    <a:pt x="52" y="153"/>
                    <a:pt x="51" y="156"/>
                  </a:cubicBezTo>
                  <a:cubicBezTo>
                    <a:pt x="51" y="157"/>
                    <a:pt x="51" y="158"/>
                    <a:pt x="51" y="158"/>
                  </a:cubicBezTo>
                  <a:cubicBezTo>
                    <a:pt x="54" y="159"/>
                    <a:pt x="58" y="145"/>
                    <a:pt x="58" y="14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60" name="Freeform 62"/>
            <p:cNvSpPr>
              <a:spLocks/>
            </p:cNvSpPr>
            <p:nvPr/>
          </p:nvSpPr>
          <p:spPr bwMode="auto">
            <a:xfrm>
              <a:off x="8057652" y="3588140"/>
              <a:ext cx="79055" cy="46004"/>
            </a:xfrm>
            <a:custGeom>
              <a:avLst/>
              <a:gdLst>
                <a:gd name="T0" fmla="*/ 25 w 26"/>
                <a:gd name="T1" fmla="*/ 5 h 15"/>
                <a:gd name="T2" fmla="*/ 15 w 26"/>
                <a:gd name="T3" fmla="*/ 2 h 15"/>
                <a:gd name="T4" fmla="*/ 8 w 26"/>
                <a:gd name="T5" fmla="*/ 1 h 15"/>
                <a:gd name="T6" fmla="*/ 2 w 26"/>
                <a:gd name="T7" fmla="*/ 6 h 15"/>
                <a:gd name="T8" fmla="*/ 0 w 26"/>
                <a:gd name="T9" fmla="*/ 10 h 15"/>
                <a:gd name="T10" fmla="*/ 2 w 26"/>
                <a:gd name="T11" fmla="*/ 12 h 15"/>
                <a:gd name="T12" fmla="*/ 8 w 26"/>
                <a:gd name="T13" fmla="*/ 13 h 15"/>
                <a:gd name="T14" fmla="*/ 16 w 26"/>
                <a:gd name="T15" fmla="*/ 14 h 15"/>
                <a:gd name="T16" fmla="*/ 24 w 26"/>
                <a:gd name="T17" fmla="*/ 13 h 15"/>
                <a:gd name="T18" fmla="*/ 23 w 26"/>
                <a:gd name="T19" fmla="*/ 5 h 15"/>
                <a:gd name="T20" fmla="*/ 25 w 26"/>
                <a:gd name="T21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15">
                  <a:moveTo>
                    <a:pt x="25" y="5"/>
                  </a:moveTo>
                  <a:cubicBezTo>
                    <a:pt x="20" y="0"/>
                    <a:pt x="18" y="4"/>
                    <a:pt x="15" y="2"/>
                  </a:cubicBezTo>
                  <a:cubicBezTo>
                    <a:pt x="11" y="0"/>
                    <a:pt x="10" y="0"/>
                    <a:pt x="8" y="1"/>
                  </a:cubicBezTo>
                  <a:cubicBezTo>
                    <a:pt x="6" y="2"/>
                    <a:pt x="4" y="2"/>
                    <a:pt x="2" y="6"/>
                  </a:cubicBezTo>
                  <a:cubicBezTo>
                    <a:pt x="2" y="7"/>
                    <a:pt x="1" y="9"/>
                    <a:pt x="0" y="10"/>
                  </a:cubicBezTo>
                  <a:cubicBezTo>
                    <a:pt x="1" y="11"/>
                    <a:pt x="2" y="12"/>
                    <a:pt x="2" y="12"/>
                  </a:cubicBezTo>
                  <a:cubicBezTo>
                    <a:pt x="4" y="11"/>
                    <a:pt x="5" y="14"/>
                    <a:pt x="8" y="13"/>
                  </a:cubicBezTo>
                  <a:cubicBezTo>
                    <a:pt x="11" y="12"/>
                    <a:pt x="12" y="15"/>
                    <a:pt x="16" y="14"/>
                  </a:cubicBezTo>
                  <a:cubicBezTo>
                    <a:pt x="20" y="13"/>
                    <a:pt x="23" y="15"/>
                    <a:pt x="24" y="13"/>
                  </a:cubicBezTo>
                  <a:cubicBezTo>
                    <a:pt x="26" y="10"/>
                    <a:pt x="23" y="5"/>
                    <a:pt x="23" y="5"/>
                  </a:cubicBezTo>
                  <a:cubicBezTo>
                    <a:pt x="23" y="5"/>
                    <a:pt x="24" y="5"/>
                    <a:pt x="25" y="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61" name="Freeform 63"/>
            <p:cNvSpPr>
              <a:spLocks/>
            </p:cNvSpPr>
            <p:nvPr/>
          </p:nvSpPr>
          <p:spPr bwMode="auto">
            <a:xfrm>
              <a:off x="8377700" y="3724837"/>
              <a:ext cx="186163" cy="400889"/>
            </a:xfrm>
            <a:custGeom>
              <a:avLst/>
              <a:gdLst>
                <a:gd name="T0" fmla="*/ 46 w 62"/>
                <a:gd name="T1" fmla="*/ 16 h 129"/>
                <a:gd name="T2" fmla="*/ 37 w 62"/>
                <a:gd name="T3" fmla="*/ 9 h 129"/>
                <a:gd name="T4" fmla="*/ 35 w 62"/>
                <a:gd name="T5" fmla="*/ 4 h 129"/>
                <a:gd name="T6" fmla="*/ 28 w 62"/>
                <a:gd name="T7" fmla="*/ 1 h 129"/>
                <a:gd name="T8" fmla="*/ 21 w 62"/>
                <a:gd name="T9" fmla="*/ 5 h 129"/>
                <a:gd name="T10" fmla="*/ 16 w 62"/>
                <a:gd name="T11" fmla="*/ 6 h 129"/>
                <a:gd name="T12" fmla="*/ 8 w 62"/>
                <a:gd name="T13" fmla="*/ 6 h 129"/>
                <a:gd name="T14" fmla="*/ 2 w 62"/>
                <a:gd name="T15" fmla="*/ 7 h 129"/>
                <a:gd name="T16" fmla="*/ 0 w 62"/>
                <a:gd name="T17" fmla="*/ 9 h 129"/>
                <a:gd name="T18" fmla="*/ 3 w 62"/>
                <a:gd name="T19" fmla="*/ 13 h 129"/>
                <a:gd name="T20" fmla="*/ 7 w 62"/>
                <a:gd name="T21" fmla="*/ 19 h 129"/>
                <a:gd name="T22" fmla="*/ 14 w 62"/>
                <a:gd name="T23" fmla="*/ 23 h 129"/>
                <a:gd name="T24" fmla="*/ 20 w 62"/>
                <a:gd name="T25" fmla="*/ 25 h 129"/>
                <a:gd name="T26" fmla="*/ 23 w 62"/>
                <a:gd name="T27" fmla="*/ 31 h 129"/>
                <a:gd name="T28" fmla="*/ 16 w 62"/>
                <a:gd name="T29" fmla="*/ 35 h 129"/>
                <a:gd name="T30" fmla="*/ 25 w 62"/>
                <a:gd name="T31" fmla="*/ 43 h 129"/>
                <a:gd name="T32" fmla="*/ 29 w 62"/>
                <a:gd name="T33" fmla="*/ 50 h 129"/>
                <a:gd name="T34" fmla="*/ 36 w 62"/>
                <a:gd name="T35" fmla="*/ 59 h 129"/>
                <a:gd name="T36" fmla="*/ 43 w 62"/>
                <a:gd name="T37" fmla="*/ 66 h 129"/>
                <a:gd name="T38" fmla="*/ 45 w 62"/>
                <a:gd name="T39" fmla="*/ 74 h 129"/>
                <a:gd name="T40" fmla="*/ 48 w 62"/>
                <a:gd name="T41" fmla="*/ 88 h 129"/>
                <a:gd name="T42" fmla="*/ 42 w 62"/>
                <a:gd name="T43" fmla="*/ 98 h 129"/>
                <a:gd name="T44" fmla="*/ 34 w 62"/>
                <a:gd name="T45" fmla="*/ 103 h 129"/>
                <a:gd name="T46" fmla="*/ 34 w 62"/>
                <a:gd name="T47" fmla="*/ 110 h 129"/>
                <a:gd name="T48" fmla="*/ 25 w 62"/>
                <a:gd name="T49" fmla="*/ 110 h 129"/>
                <a:gd name="T50" fmla="*/ 19 w 62"/>
                <a:gd name="T51" fmla="*/ 114 h 129"/>
                <a:gd name="T52" fmla="*/ 23 w 62"/>
                <a:gd name="T53" fmla="*/ 117 h 129"/>
                <a:gd name="T54" fmla="*/ 21 w 62"/>
                <a:gd name="T55" fmla="*/ 124 h 129"/>
                <a:gd name="T56" fmla="*/ 25 w 62"/>
                <a:gd name="T57" fmla="*/ 128 h 129"/>
                <a:gd name="T58" fmla="*/ 33 w 62"/>
                <a:gd name="T59" fmla="*/ 122 h 129"/>
                <a:gd name="T60" fmla="*/ 35 w 62"/>
                <a:gd name="T61" fmla="*/ 119 h 129"/>
                <a:gd name="T62" fmla="*/ 37 w 62"/>
                <a:gd name="T63" fmla="*/ 114 h 129"/>
                <a:gd name="T64" fmla="*/ 42 w 62"/>
                <a:gd name="T65" fmla="*/ 113 h 129"/>
                <a:gd name="T66" fmla="*/ 54 w 62"/>
                <a:gd name="T67" fmla="*/ 108 h 129"/>
                <a:gd name="T68" fmla="*/ 60 w 62"/>
                <a:gd name="T69" fmla="*/ 97 h 129"/>
                <a:gd name="T70" fmla="*/ 58 w 62"/>
                <a:gd name="T71" fmla="*/ 77 h 129"/>
                <a:gd name="T72" fmla="*/ 50 w 62"/>
                <a:gd name="T73" fmla="*/ 64 h 129"/>
                <a:gd name="T74" fmla="*/ 37 w 62"/>
                <a:gd name="T75" fmla="*/ 52 h 129"/>
                <a:gd name="T76" fmla="*/ 33 w 62"/>
                <a:gd name="T77" fmla="*/ 46 h 129"/>
                <a:gd name="T78" fmla="*/ 31 w 62"/>
                <a:gd name="T79" fmla="*/ 34 h 129"/>
                <a:gd name="T80" fmla="*/ 37 w 62"/>
                <a:gd name="T81" fmla="*/ 27 h 129"/>
                <a:gd name="T82" fmla="*/ 40 w 62"/>
                <a:gd name="T83" fmla="*/ 22 h 129"/>
                <a:gd name="T84" fmla="*/ 47 w 62"/>
                <a:gd name="T85" fmla="*/ 18 h 129"/>
                <a:gd name="T86" fmla="*/ 47 w 62"/>
                <a:gd name="T87" fmla="*/ 17 h 129"/>
                <a:gd name="T88" fmla="*/ 46 w 62"/>
                <a:gd name="T89" fmla="*/ 1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2" h="129">
                  <a:moveTo>
                    <a:pt x="46" y="16"/>
                  </a:moveTo>
                  <a:cubicBezTo>
                    <a:pt x="43" y="15"/>
                    <a:pt x="37" y="11"/>
                    <a:pt x="37" y="9"/>
                  </a:cubicBezTo>
                  <a:cubicBezTo>
                    <a:pt x="37" y="8"/>
                    <a:pt x="40" y="5"/>
                    <a:pt x="35" y="4"/>
                  </a:cubicBezTo>
                  <a:cubicBezTo>
                    <a:pt x="30" y="4"/>
                    <a:pt x="29" y="2"/>
                    <a:pt x="28" y="1"/>
                  </a:cubicBezTo>
                  <a:cubicBezTo>
                    <a:pt x="27" y="0"/>
                    <a:pt x="23" y="3"/>
                    <a:pt x="21" y="5"/>
                  </a:cubicBezTo>
                  <a:cubicBezTo>
                    <a:pt x="20" y="7"/>
                    <a:pt x="19" y="4"/>
                    <a:pt x="16" y="6"/>
                  </a:cubicBezTo>
                  <a:cubicBezTo>
                    <a:pt x="13" y="8"/>
                    <a:pt x="10" y="4"/>
                    <a:pt x="8" y="6"/>
                  </a:cubicBezTo>
                  <a:cubicBezTo>
                    <a:pt x="7" y="8"/>
                    <a:pt x="4" y="5"/>
                    <a:pt x="2" y="7"/>
                  </a:cubicBezTo>
                  <a:cubicBezTo>
                    <a:pt x="1" y="8"/>
                    <a:pt x="1" y="8"/>
                    <a:pt x="0" y="9"/>
                  </a:cubicBezTo>
                  <a:cubicBezTo>
                    <a:pt x="1" y="10"/>
                    <a:pt x="3" y="12"/>
                    <a:pt x="3" y="13"/>
                  </a:cubicBezTo>
                  <a:cubicBezTo>
                    <a:pt x="3" y="15"/>
                    <a:pt x="7" y="17"/>
                    <a:pt x="7" y="19"/>
                  </a:cubicBezTo>
                  <a:cubicBezTo>
                    <a:pt x="7" y="22"/>
                    <a:pt x="12" y="24"/>
                    <a:pt x="14" y="23"/>
                  </a:cubicBezTo>
                  <a:cubicBezTo>
                    <a:pt x="16" y="22"/>
                    <a:pt x="19" y="21"/>
                    <a:pt x="20" y="25"/>
                  </a:cubicBezTo>
                  <a:cubicBezTo>
                    <a:pt x="20" y="29"/>
                    <a:pt x="23" y="29"/>
                    <a:pt x="23" y="31"/>
                  </a:cubicBezTo>
                  <a:cubicBezTo>
                    <a:pt x="23" y="34"/>
                    <a:pt x="17" y="32"/>
                    <a:pt x="16" y="35"/>
                  </a:cubicBezTo>
                  <a:cubicBezTo>
                    <a:pt x="15" y="38"/>
                    <a:pt x="25" y="41"/>
                    <a:pt x="25" y="43"/>
                  </a:cubicBezTo>
                  <a:cubicBezTo>
                    <a:pt x="25" y="45"/>
                    <a:pt x="28" y="48"/>
                    <a:pt x="29" y="50"/>
                  </a:cubicBezTo>
                  <a:cubicBezTo>
                    <a:pt x="31" y="53"/>
                    <a:pt x="35" y="56"/>
                    <a:pt x="36" y="59"/>
                  </a:cubicBezTo>
                  <a:cubicBezTo>
                    <a:pt x="37" y="63"/>
                    <a:pt x="42" y="64"/>
                    <a:pt x="43" y="66"/>
                  </a:cubicBezTo>
                  <a:cubicBezTo>
                    <a:pt x="45" y="67"/>
                    <a:pt x="45" y="71"/>
                    <a:pt x="45" y="74"/>
                  </a:cubicBezTo>
                  <a:cubicBezTo>
                    <a:pt x="44" y="78"/>
                    <a:pt x="44" y="83"/>
                    <a:pt x="48" y="88"/>
                  </a:cubicBezTo>
                  <a:cubicBezTo>
                    <a:pt x="51" y="93"/>
                    <a:pt x="44" y="95"/>
                    <a:pt x="42" y="98"/>
                  </a:cubicBezTo>
                  <a:cubicBezTo>
                    <a:pt x="40" y="101"/>
                    <a:pt x="41" y="104"/>
                    <a:pt x="34" y="103"/>
                  </a:cubicBezTo>
                  <a:cubicBezTo>
                    <a:pt x="28" y="101"/>
                    <a:pt x="35" y="108"/>
                    <a:pt x="34" y="110"/>
                  </a:cubicBezTo>
                  <a:cubicBezTo>
                    <a:pt x="33" y="112"/>
                    <a:pt x="25" y="108"/>
                    <a:pt x="25" y="110"/>
                  </a:cubicBezTo>
                  <a:cubicBezTo>
                    <a:pt x="25" y="111"/>
                    <a:pt x="22" y="113"/>
                    <a:pt x="19" y="114"/>
                  </a:cubicBezTo>
                  <a:cubicBezTo>
                    <a:pt x="20" y="115"/>
                    <a:pt x="22" y="116"/>
                    <a:pt x="23" y="117"/>
                  </a:cubicBezTo>
                  <a:cubicBezTo>
                    <a:pt x="25" y="118"/>
                    <a:pt x="21" y="120"/>
                    <a:pt x="21" y="124"/>
                  </a:cubicBezTo>
                  <a:cubicBezTo>
                    <a:pt x="21" y="128"/>
                    <a:pt x="24" y="129"/>
                    <a:pt x="25" y="128"/>
                  </a:cubicBezTo>
                  <a:cubicBezTo>
                    <a:pt x="26" y="126"/>
                    <a:pt x="31" y="122"/>
                    <a:pt x="33" y="122"/>
                  </a:cubicBezTo>
                  <a:cubicBezTo>
                    <a:pt x="35" y="121"/>
                    <a:pt x="33" y="118"/>
                    <a:pt x="35" y="119"/>
                  </a:cubicBezTo>
                  <a:cubicBezTo>
                    <a:pt x="37" y="119"/>
                    <a:pt x="36" y="116"/>
                    <a:pt x="37" y="114"/>
                  </a:cubicBezTo>
                  <a:cubicBezTo>
                    <a:pt x="38" y="113"/>
                    <a:pt x="39" y="113"/>
                    <a:pt x="42" y="113"/>
                  </a:cubicBezTo>
                  <a:cubicBezTo>
                    <a:pt x="45" y="113"/>
                    <a:pt x="49" y="111"/>
                    <a:pt x="54" y="108"/>
                  </a:cubicBezTo>
                  <a:cubicBezTo>
                    <a:pt x="58" y="105"/>
                    <a:pt x="59" y="104"/>
                    <a:pt x="60" y="97"/>
                  </a:cubicBezTo>
                  <a:cubicBezTo>
                    <a:pt x="62" y="89"/>
                    <a:pt x="58" y="79"/>
                    <a:pt x="58" y="77"/>
                  </a:cubicBezTo>
                  <a:cubicBezTo>
                    <a:pt x="58" y="75"/>
                    <a:pt x="52" y="64"/>
                    <a:pt x="50" y="64"/>
                  </a:cubicBezTo>
                  <a:cubicBezTo>
                    <a:pt x="48" y="64"/>
                    <a:pt x="38" y="54"/>
                    <a:pt x="37" y="52"/>
                  </a:cubicBezTo>
                  <a:cubicBezTo>
                    <a:pt x="35" y="51"/>
                    <a:pt x="35" y="48"/>
                    <a:pt x="33" y="46"/>
                  </a:cubicBezTo>
                  <a:cubicBezTo>
                    <a:pt x="30" y="44"/>
                    <a:pt x="30" y="38"/>
                    <a:pt x="31" y="34"/>
                  </a:cubicBezTo>
                  <a:cubicBezTo>
                    <a:pt x="31" y="31"/>
                    <a:pt x="37" y="30"/>
                    <a:pt x="37" y="27"/>
                  </a:cubicBezTo>
                  <a:cubicBezTo>
                    <a:pt x="37" y="25"/>
                    <a:pt x="37" y="22"/>
                    <a:pt x="40" y="22"/>
                  </a:cubicBezTo>
                  <a:cubicBezTo>
                    <a:pt x="43" y="22"/>
                    <a:pt x="45" y="20"/>
                    <a:pt x="47" y="18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7" y="16"/>
                    <a:pt x="46" y="16"/>
                    <a:pt x="46" y="16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62" name="Freeform 64"/>
            <p:cNvSpPr>
              <a:spLocks/>
            </p:cNvSpPr>
            <p:nvPr/>
          </p:nvSpPr>
          <p:spPr bwMode="auto">
            <a:xfrm>
              <a:off x="8377700" y="3967997"/>
              <a:ext cx="153010" cy="111724"/>
            </a:xfrm>
            <a:custGeom>
              <a:avLst/>
              <a:gdLst>
                <a:gd name="T0" fmla="*/ 25 w 51"/>
                <a:gd name="T1" fmla="*/ 32 h 36"/>
                <a:gd name="T2" fmla="*/ 34 w 51"/>
                <a:gd name="T3" fmla="*/ 32 h 36"/>
                <a:gd name="T4" fmla="*/ 34 w 51"/>
                <a:gd name="T5" fmla="*/ 25 h 36"/>
                <a:gd name="T6" fmla="*/ 42 w 51"/>
                <a:gd name="T7" fmla="*/ 20 h 36"/>
                <a:gd name="T8" fmla="*/ 48 w 51"/>
                <a:gd name="T9" fmla="*/ 10 h 36"/>
                <a:gd name="T10" fmla="*/ 45 w 51"/>
                <a:gd name="T11" fmla="*/ 0 h 36"/>
                <a:gd name="T12" fmla="*/ 39 w 51"/>
                <a:gd name="T13" fmla="*/ 1 h 36"/>
                <a:gd name="T14" fmla="*/ 33 w 51"/>
                <a:gd name="T15" fmla="*/ 3 h 36"/>
                <a:gd name="T16" fmla="*/ 30 w 51"/>
                <a:gd name="T17" fmla="*/ 5 h 36"/>
                <a:gd name="T18" fmla="*/ 26 w 51"/>
                <a:gd name="T19" fmla="*/ 2 h 36"/>
                <a:gd name="T20" fmla="*/ 14 w 51"/>
                <a:gd name="T21" fmla="*/ 1 h 36"/>
                <a:gd name="T22" fmla="*/ 3 w 51"/>
                <a:gd name="T23" fmla="*/ 7 h 36"/>
                <a:gd name="T24" fmla="*/ 3 w 51"/>
                <a:gd name="T25" fmla="*/ 15 h 36"/>
                <a:gd name="T26" fmla="*/ 4 w 51"/>
                <a:gd name="T27" fmla="*/ 21 h 36"/>
                <a:gd name="T28" fmla="*/ 4 w 51"/>
                <a:gd name="T29" fmla="*/ 21 h 36"/>
                <a:gd name="T30" fmla="*/ 6 w 51"/>
                <a:gd name="T31" fmla="*/ 29 h 36"/>
                <a:gd name="T32" fmla="*/ 12 w 51"/>
                <a:gd name="T33" fmla="*/ 30 h 36"/>
                <a:gd name="T34" fmla="*/ 12 w 51"/>
                <a:gd name="T35" fmla="*/ 34 h 36"/>
                <a:gd name="T36" fmla="*/ 19 w 51"/>
                <a:gd name="T37" fmla="*/ 35 h 36"/>
                <a:gd name="T38" fmla="*/ 19 w 51"/>
                <a:gd name="T39" fmla="*/ 36 h 36"/>
                <a:gd name="T40" fmla="*/ 25 w 51"/>
                <a:gd name="T41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1" h="36">
                  <a:moveTo>
                    <a:pt x="25" y="32"/>
                  </a:moveTo>
                  <a:cubicBezTo>
                    <a:pt x="25" y="30"/>
                    <a:pt x="33" y="34"/>
                    <a:pt x="34" y="32"/>
                  </a:cubicBezTo>
                  <a:cubicBezTo>
                    <a:pt x="35" y="30"/>
                    <a:pt x="28" y="23"/>
                    <a:pt x="34" y="25"/>
                  </a:cubicBezTo>
                  <a:cubicBezTo>
                    <a:pt x="41" y="26"/>
                    <a:pt x="40" y="23"/>
                    <a:pt x="42" y="20"/>
                  </a:cubicBezTo>
                  <a:cubicBezTo>
                    <a:pt x="44" y="17"/>
                    <a:pt x="51" y="15"/>
                    <a:pt x="48" y="10"/>
                  </a:cubicBezTo>
                  <a:cubicBezTo>
                    <a:pt x="45" y="7"/>
                    <a:pt x="45" y="3"/>
                    <a:pt x="45" y="0"/>
                  </a:cubicBezTo>
                  <a:cubicBezTo>
                    <a:pt x="43" y="1"/>
                    <a:pt x="40" y="2"/>
                    <a:pt x="39" y="1"/>
                  </a:cubicBezTo>
                  <a:cubicBezTo>
                    <a:pt x="37" y="0"/>
                    <a:pt x="33" y="0"/>
                    <a:pt x="33" y="3"/>
                  </a:cubicBezTo>
                  <a:cubicBezTo>
                    <a:pt x="33" y="6"/>
                    <a:pt x="30" y="6"/>
                    <a:pt x="30" y="5"/>
                  </a:cubicBezTo>
                  <a:cubicBezTo>
                    <a:pt x="31" y="3"/>
                    <a:pt x="28" y="4"/>
                    <a:pt x="26" y="2"/>
                  </a:cubicBezTo>
                  <a:cubicBezTo>
                    <a:pt x="24" y="0"/>
                    <a:pt x="18" y="2"/>
                    <a:pt x="14" y="1"/>
                  </a:cubicBezTo>
                  <a:cubicBezTo>
                    <a:pt x="11" y="0"/>
                    <a:pt x="6" y="3"/>
                    <a:pt x="3" y="7"/>
                  </a:cubicBezTo>
                  <a:cubicBezTo>
                    <a:pt x="0" y="11"/>
                    <a:pt x="3" y="11"/>
                    <a:pt x="3" y="15"/>
                  </a:cubicBezTo>
                  <a:cubicBezTo>
                    <a:pt x="3" y="18"/>
                    <a:pt x="5" y="18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7" y="23"/>
                    <a:pt x="6" y="27"/>
                    <a:pt x="6" y="29"/>
                  </a:cubicBezTo>
                  <a:cubicBezTo>
                    <a:pt x="7" y="31"/>
                    <a:pt x="10" y="30"/>
                    <a:pt x="12" y="30"/>
                  </a:cubicBezTo>
                  <a:cubicBezTo>
                    <a:pt x="13" y="30"/>
                    <a:pt x="11" y="33"/>
                    <a:pt x="12" y="34"/>
                  </a:cubicBezTo>
                  <a:cubicBezTo>
                    <a:pt x="14" y="36"/>
                    <a:pt x="18" y="33"/>
                    <a:pt x="19" y="35"/>
                  </a:cubicBezTo>
                  <a:cubicBezTo>
                    <a:pt x="19" y="35"/>
                    <a:pt x="19" y="36"/>
                    <a:pt x="19" y="36"/>
                  </a:cubicBezTo>
                  <a:cubicBezTo>
                    <a:pt x="22" y="35"/>
                    <a:pt x="25" y="33"/>
                    <a:pt x="25" y="3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63" name="Freeform 65"/>
            <p:cNvSpPr>
              <a:spLocks/>
            </p:cNvSpPr>
            <p:nvPr/>
          </p:nvSpPr>
          <p:spPr bwMode="auto">
            <a:xfrm>
              <a:off x="8326695" y="3749809"/>
              <a:ext cx="186163" cy="236590"/>
            </a:xfrm>
            <a:custGeom>
              <a:avLst/>
              <a:gdLst>
                <a:gd name="T0" fmla="*/ 42 w 62"/>
                <a:gd name="T1" fmla="*/ 35 h 76"/>
                <a:gd name="T2" fmla="*/ 33 w 62"/>
                <a:gd name="T3" fmla="*/ 27 h 76"/>
                <a:gd name="T4" fmla="*/ 40 w 62"/>
                <a:gd name="T5" fmla="*/ 23 h 76"/>
                <a:gd name="T6" fmla="*/ 37 w 62"/>
                <a:gd name="T7" fmla="*/ 17 h 76"/>
                <a:gd name="T8" fmla="*/ 31 w 62"/>
                <a:gd name="T9" fmla="*/ 15 h 76"/>
                <a:gd name="T10" fmla="*/ 24 w 62"/>
                <a:gd name="T11" fmla="*/ 11 h 76"/>
                <a:gd name="T12" fmla="*/ 20 w 62"/>
                <a:gd name="T13" fmla="*/ 5 h 76"/>
                <a:gd name="T14" fmla="*/ 17 w 62"/>
                <a:gd name="T15" fmla="*/ 1 h 76"/>
                <a:gd name="T16" fmla="*/ 13 w 62"/>
                <a:gd name="T17" fmla="*/ 1 h 76"/>
                <a:gd name="T18" fmla="*/ 12 w 62"/>
                <a:gd name="T19" fmla="*/ 5 h 76"/>
                <a:gd name="T20" fmla="*/ 12 w 62"/>
                <a:gd name="T21" fmla="*/ 12 h 76"/>
                <a:gd name="T22" fmla="*/ 7 w 62"/>
                <a:gd name="T23" fmla="*/ 8 h 76"/>
                <a:gd name="T24" fmla="*/ 3 w 62"/>
                <a:gd name="T25" fmla="*/ 15 h 76"/>
                <a:gd name="T26" fmla="*/ 0 w 62"/>
                <a:gd name="T27" fmla="*/ 17 h 76"/>
                <a:gd name="T28" fmla="*/ 2 w 62"/>
                <a:gd name="T29" fmla="*/ 19 h 76"/>
                <a:gd name="T30" fmla="*/ 3 w 62"/>
                <a:gd name="T31" fmla="*/ 25 h 76"/>
                <a:gd name="T32" fmla="*/ 8 w 62"/>
                <a:gd name="T33" fmla="*/ 27 h 76"/>
                <a:gd name="T34" fmla="*/ 8 w 62"/>
                <a:gd name="T35" fmla="*/ 36 h 76"/>
                <a:gd name="T36" fmla="*/ 5 w 62"/>
                <a:gd name="T37" fmla="*/ 43 h 76"/>
                <a:gd name="T38" fmla="*/ 13 w 62"/>
                <a:gd name="T39" fmla="*/ 40 h 76"/>
                <a:gd name="T40" fmla="*/ 19 w 62"/>
                <a:gd name="T41" fmla="*/ 40 h 76"/>
                <a:gd name="T42" fmla="*/ 24 w 62"/>
                <a:gd name="T43" fmla="*/ 38 h 76"/>
                <a:gd name="T44" fmla="*/ 32 w 62"/>
                <a:gd name="T45" fmla="*/ 38 h 76"/>
                <a:gd name="T46" fmla="*/ 38 w 62"/>
                <a:gd name="T47" fmla="*/ 44 h 76"/>
                <a:gd name="T48" fmla="*/ 39 w 62"/>
                <a:gd name="T49" fmla="*/ 54 h 76"/>
                <a:gd name="T50" fmla="*/ 45 w 62"/>
                <a:gd name="T51" fmla="*/ 63 h 76"/>
                <a:gd name="T52" fmla="*/ 44 w 62"/>
                <a:gd name="T53" fmla="*/ 73 h 76"/>
                <a:gd name="T54" fmla="*/ 47 w 62"/>
                <a:gd name="T55" fmla="*/ 75 h 76"/>
                <a:gd name="T56" fmla="*/ 50 w 62"/>
                <a:gd name="T57" fmla="*/ 73 h 76"/>
                <a:gd name="T58" fmla="*/ 56 w 62"/>
                <a:gd name="T59" fmla="*/ 71 h 76"/>
                <a:gd name="T60" fmla="*/ 62 w 62"/>
                <a:gd name="T61" fmla="*/ 70 h 76"/>
                <a:gd name="T62" fmla="*/ 62 w 62"/>
                <a:gd name="T63" fmla="*/ 66 h 76"/>
                <a:gd name="T64" fmla="*/ 60 w 62"/>
                <a:gd name="T65" fmla="*/ 58 h 76"/>
                <a:gd name="T66" fmla="*/ 53 w 62"/>
                <a:gd name="T67" fmla="*/ 51 h 76"/>
                <a:gd name="T68" fmla="*/ 46 w 62"/>
                <a:gd name="T69" fmla="*/ 42 h 76"/>
                <a:gd name="T70" fmla="*/ 42 w 62"/>
                <a:gd name="T71" fmla="*/ 3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2" h="76">
                  <a:moveTo>
                    <a:pt x="42" y="35"/>
                  </a:moveTo>
                  <a:cubicBezTo>
                    <a:pt x="42" y="33"/>
                    <a:pt x="32" y="30"/>
                    <a:pt x="33" y="27"/>
                  </a:cubicBezTo>
                  <a:cubicBezTo>
                    <a:pt x="34" y="24"/>
                    <a:pt x="40" y="26"/>
                    <a:pt x="40" y="23"/>
                  </a:cubicBezTo>
                  <a:cubicBezTo>
                    <a:pt x="40" y="21"/>
                    <a:pt x="37" y="21"/>
                    <a:pt x="37" y="17"/>
                  </a:cubicBezTo>
                  <a:cubicBezTo>
                    <a:pt x="36" y="13"/>
                    <a:pt x="33" y="14"/>
                    <a:pt x="31" y="15"/>
                  </a:cubicBezTo>
                  <a:cubicBezTo>
                    <a:pt x="29" y="16"/>
                    <a:pt x="24" y="14"/>
                    <a:pt x="24" y="11"/>
                  </a:cubicBezTo>
                  <a:cubicBezTo>
                    <a:pt x="24" y="9"/>
                    <a:pt x="20" y="7"/>
                    <a:pt x="20" y="5"/>
                  </a:cubicBezTo>
                  <a:cubicBezTo>
                    <a:pt x="20" y="4"/>
                    <a:pt x="18" y="2"/>
                    <a:pt x="17" y="1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2" y="0"/>
                    <a:pt x="11" y="4"/>
                    <a:pt x="12" y="5"/>
                  </a:cubicBezTo>
                  <a:cubicBezTo>
                    <a:pt x="13" y="6"/>
                    <a:pt x="14" y="12"/>
                    <a:pt x="12" y="12"/>
                  </a:cubicBezTo>
                  <a:cubicBezTo>
                    <a:pt x="9" y="11"/>
                    <a:pt x="9" y="7"/>
                    <a:pt x="7" y="8"/>
                  </a:cubicBezTo>
                  <a:cubicBezTo>
                    <a:pt x="7" y="8"/>
                    <a:pt x="3" y="13"/>
                    <a:pt x="3" y="15"/>
                  </a:cubicBezTo>
                  <a:cubicBezTo>
                    <a:pt x="3" y="16"/>
                    <a:pt x="1" y="17"/>
                    <a:pt x="0" y="17"/>
                  </a:cubicBezTo>
                  <a:cubicBezTo>
                    <a:pt x="1" y="18"/>
                    <a:pt x="2" y="19"/>
                    <a:pt x="2" y="19"/>
                  </a:cubicBezTo>
                  <a:cubicBezTo>
                    <a:pt x="3" y="20"/>
                    <a:pt x="1" y="23"/>
                    <a:pt x="3" y="25"/>
                  </a:cubicBezTo>
                  <a:cubicBezTo>
                    <a:pt x="4" y="28"/>
                    <a:pt x="7" y="24"/>
                    <a:pt x="8" y="27"/>
                  </a:cubicBezTo>
                  <a:cubicBezTo>
                    <a:pt x="9" y="31"/>
                    <a:pt x="8" y="33"/>
                    <a:pt x="8" y="36"/>
                  </a:cubicBezTo>
                  <a:cubicBezTo>
                    <a:pt x="8" y="40"/>
                    <a:pt x="5" y="40"/>
                    <a:pt x="5" y="43"/>
                  </a:cubicBezTo>
                  <a:cubicBezTo>
                    <a:pt x="6" y="46"/>
                    <a:pt x="10" y="42"/>
                    <a:pt x="13" y="40"/>
                  </a:cubicBezTo>
                  <a:cubicBezTo>
                    <a:pt x="16" y="38"/>
                    <a:pt x="18" y="38"/>
                    <a:pt x="19" y="40"/>
                  </a:cubicBezTo>
                  <a:cubicBezTo>
                    <a:pt x="20" y="41"/>
                    <a:pt x="24" y="40"/>
                    <a:pt x="24" y="38"/>
                  </a:cubicBezTo>
                  <a:cubicBezTo>
                    <a:pt x="25" y="36"/>
                    <a:pt x="31" y="36"/>
                    <a:pt x="32" y="38"/>
                  </a:cubicBezTo>
                  <a:cubicBezTo>
                    <a:pt x="34" y="40"/>
                    <a:pt x="36" y="43"/>
                    <a:pt x="38" y="44"/>
                  </a:cubicBezTo>
                  <a:cubicBezTo>
                    <a:pt x="41" y="45"/>
                    <a:pt x="37" y="53"/>
                    <a:pt x="39" y="54"/>
                  </a:cubicBezTo>
                  <a:cubicBezTo>
                    <a:pt x="42" y="55"/>
                    <a:pt x="45" y="59"/>
                    <a:pt x="45" y="63"/>
                  </a:cubicBezTo>
                  <a:cubicBezTo>
                    <a:pt x="45" y="67"/>
                    <a:pt x="47" y="69"/>
                    <a:pt x="44" y="73"/>
                  </a:cubicBezTo>
                  <a:cubicBezTo>
                    <a:pt x="46" y="74"/>
                    <a:pt x="48" y="74"/>
                    <a:pt x="47" y="75"/>
                  </a:cubicBezTo>
                  <a:cubicBezTo>
                    <a:pt x="47" y="76"/>
                    <a:pt x="50" y="76"/>
                    <a:pt x="50" y="73"/>
                  </a:cubicBezTo>
                  <a:cubicBezTo>
                    <a:pt x="50" y="70"/>
                    <a:pt x="54" y="70"/>
                    <a:pt x="56" y="71"/>
                  </a:cubicBezTo>
                  <a:cubicBezTo>
                    <a:pt x="57" y="72"/>
                    <a:pt x="60" y="71"/>
                    <a:pt x="62" y="70"/>
                  </a:cubicBezTo>
                  <a:cubicBezTo>
                    <a:pt x="62" y="68"/>
                    <a:pt x="62" y="67"/>
                    <a:pt x="62" y="66"/>
                  </a:cubicBezTo>
                  <a:cubicBezTo>
                    <a:pt x="62" y="63"/>
                    <a:pt x="62" y="59"/>
                    <a:pt x="60" y="58"/>
                  </a:cubicBezTo>
                  <a:cubicBezTo>
                    <a:pt x="59" y="56"/>
                    <a:pt x="54" y="55"/>
                    <a:pt x="53" y="51"/>
                  </a:cubicBezTo>
                  <a:cubicBezTo>
                    <a:pt x="52" y="48"/>
                    <a:pt x="48" y="45"/>
                    <a:pt x="46" y="42"/>
                  </a:cubicBezTo>
                  <a:cubicBezTo>
                    <a:pt x="45" y="40"/>
                    <a:pt x="42" y="37"/>
                    <a:pt x="42" y="3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64" name="Freeform 66"/>
            <p:cNvSpPr>
              <a:spLocks/>
            </p:cNvSpPr>
            <p:nvPr/>
          </p:nvSpPr>
          <p:spPr bwMode="auto">
            <a:xfrm>
              <a:off x="8262941" y="3802385"/>
              <a:ext cx="205289" cy="398260"/>
            </a:xfrm>
            <a:custGeom>
              <a:avLst/>
              <a:gdLst>
                <a:gd name="T0" fmla="*/ 41 w 68"/>
                <a:gd name="T1" fmla="*/ 68 h 128"/>
                <a:gd name="T2" fmla="*/ 41 w 68"/>
                <a:gd name="T3" fmla="*/ 60 h 128"/>
                <a:gd name="T4" fmla="*/ 52 w 68"/>
                <a:gd name="T5" fmla="*/ 54 h 128"/>
                <a:gd name="T6" fmla="*/ 64 w 68"/>
                <a:gd name="T7" fmla="*/ 55 h 128"/>
                <a:gd name="T8" fmla="*/ 65 w 68"/>
                <a:gd name="T9" fmla="*/ 56 h 128"/>
                <a:gd name="T10" fmla="*/ 66 w 68"/>
                <a:gd name="T11" fmla="*/ 46 h 128"/>
                <a:gd name="T12" fmla="*/ 60 w 68"/>
                <a:gd name="T13" fmla="*/ 37 h 128"/>
                <a:gd name="T14" fmla="*/ 59 w 68"/>
                <a:gd name="T15" fmla="*/ 27 h 128"/>
                <a:gd name="T16" fmla="*/ 53 w 68"/>
                <a:gd name="T17" fmla="*/ 21 h 128"/>
                <a:gd name="T18" fmla="*/ 45 w 68"/>
                <a:gd name="T19" fmla="*/ 21 h 128"/>
                <a:gd name="T20" fmla="*/ 40 w 68"/>
                <a:gd name="T21" fmla="*/ 23 h 128"/>
                <a:gd name="T22" fmla="*/ 34 w 68"/>
                <a:gd name="T23" fmla="*/ 23 h 128"/>
                <a:gd name="T24" fmla="*/ 26 w 68"/>
                <a:gd name="T25" fmla="*/ 26 h 128"/>
                <a:gd name="T26" fmla="*/ 29 w 68"/>
                <a:gd name="T27" fmla="*/ 19 h 128"/>
                <a:gd name="T28" fmla="*/ 29 w 68"/>
                <a:gd name="T29" fmla="*/ 10 h 128"/>
                <a:gd name="T30" fmla="*/ 24 w 68"/>
                <a:gd name="T31" fmla="*/ 8 h 128"/>
                <a:gd name="T32" fmla="*/ 23 w 68"/>
                <a:gd name="T33" fmla="*/ 2 h 128"/>
                <a:gd name="T34" fmla="*/ 21 w 68"/>
                <a:gd name="T35" fmla="*/ 0 h 128"/>
                <a:gd name="T36" fmla="*/ 20 w 68"/>
                <a:gd name="T37" fmla="*/ 1 h 128"/>
                <a:gd name="T38" fmla="*/ 12 w 68"/>
                <a:gd name="T39" fmla="*/ 6 h 128"/>
                <a:gd name="T40" fmla="*/ 6 w 68"/>
                <a:gd name="T41" fmla="*/ 8 h 128"/>
                <a:gd name="T42" fmla="*/ 1 w 68"/>
                <a:gd name="T43" fmla="*/ 10 h 128"/>
                <a:gd name="T44" fmla="*/ 0 w 68"/>
                <a:gd name="T45" fmla="*/ 24 h 128"/>
                <a:gd name="T46" fmla="*/ 6 w 68"/>
                <a:gd name="T47" fmla="*/ 31 h 128"/>
                <a:gd name="T48" fmla="*/ 7 w 68"/>
                <a:gd name="T49" fmla="*/ 37 h 128"/>
                <a:gd name="T50" fmla="*/ 7 w 68"/>
                <a:gd name="T51" fmla="*/ 41 h 128"/>
                <a:gd name="T52" fmla="*/ 6 w 68"/>
                <a:gd name="T53" fmla="*/ 47 h 128"/>
                <a:gd name="T54" fmla="*/ 9 w 68"/>
                <a:gd name="T55" fmla="*/ 56 h 128"/>
                <a:gd name="T56" fmla="*/ 12 w 68"/>
                <a:gd name="T57" fmla="*/ 66 h 128"/>
                <a:gd name="T58" fmla="*/ 15 w 68"/>
                <a:gd name="T59" fmla="*/ 73 h 128"/>
                <a:gd name="T60" fmla="*/ 8 w 68"/>
                <a:gd name="T61" fmla="*/ 86 h 128"/>
                <a:gd name="T62" fmla="*/ 5 w 68"/>
                <a:gd name="T63" fmla="*/ 99 h 128"/>
                <a:gd name="T64" fmla="*/ 6 w 68"/>
                <a:gd name="T65" fmla="*/ 106 h 128"/>
                <a:gd name="T66" fmla="*/ 17 w 68"/>
                <a:gd name="T67" fmla="*/ 117 h 128"/>
                <a:gd name="T68" fmla="*/ 19 w 68"/>
                <a:gd name="T69" fmla="*/ 121 h 128"/>
                <a:gd name="T70" fmla="*/ 24 w 68"/>
                <a:gd name="T71" fmla="*/ 122 h 128"/>
                <a:gd name="T72" fmla="*/ 28 w 68"/>
                <a:gd name="T73" fmla="*/ 127 h 128"/>
                <a:gd name="T74" fmla="*/ 35 w 68"/>
                <a:gd name="T75" fmla="*/ 127 h 128"/>
                <a:gd name="T76" fmla="*/ 38 w 68"/>
                <a:gd name="T77" fmla="*/ 124 h 128"/>
                <a:gd name="T78" fmla="*/ 28 w 68"/>
                <a:gd name="T79" fmla="*/ 118 h 128"/>
                <a:gd name="T80" fmla="*/ 22 w 68"/>
                <a:gd name="T81" fmla="*/ 109 h 128"/>
                <a:gd name="T82" fmla="*/ 19 w 68"/>
                <a:gd name="T83" fmla="*/ 101 h 128"/>
                <a:gd name="T84" fmla="*/ 14 w 68"/>
                <a:gd name="T85" fmla="*/ 97 h 128"/>
                <a:gd name="T86" fmla="*/ 15 w 68"/>
                <a:gd name="T87" fmla="*/ 84 h 128"/>
                <a:gd name="T88" fmla="*/ 19 w 68"/>
                <a:gd name="T89" fmla="*/ 66 h 128"/>
                <a:gd name="T90" fmla="*/ 26 w 68"/>
                <a:gd name="T91" fmla="*/ 64 h 128"/>
                <a:gd name="T92" fmla="*/ 33 w 68"/>
                <a:gd name="T93" fmla="*/ 69 h 128"/>
                <a:gd name="T94" fmla="*/ 42 w 68"/>
                <a:gd name="T95" fmla="*/ 74 h 128"/>
                <a:gd name="T96" fmla="*/ 42 w 68"/>
                <a:gd name="T97" fmla="*/ 74 h 128"/>
                <a:gd name="T98" fmla="*/ 42 w 68"/>
                <a:gd name="T99" fmla="*/ 74 h 128"/>
                <a:gd name="T100" fmla="*/ 41 w 68"/>
                <a:gd name="T101" fmla="*/ 6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8" h="128">
                  <a:moveTo>
                    <a:pt x="41" y="68"/>
                  </a:moveTo>
                  <a:cubicBezTo>
                    <a:pt x="41" y="64"/>
                    <a:pt x="38" y="64"/>
                    <a:pt x="41" y="60"/>
                  </a:cubicBezTo>
                  <a:cubicBezTo>
                    <a:pt x="44" y="56"/>
                    <a:pt x="49" y="53"/>
                    <a:pt x="52" y="54"/>
                  </a:cubicBezTo>
                  <a:cubicBezTo>
                    <a:pt x="56" y="55"/>
                    <a:pt x="62" y="53"/>
                    <a:pt x="64" y="55"/>
                  </a:cubicBezTo>
                  <a:cubicBezTo>
                    <a:pt x="64" y="55"/>
                    <a:pt x="64" y="55"/>
                    <a:pt x="65" y="56"/>
                  </a:cubicBezTo>
                  <a:cubicBezTo>
                    <a:pt x="68" y="52"/>
                    <a:pt x="66" y="50"/>
                    <a:pt x="66" y="46"/>
                  </a:cubicBezTo>
                  <a:cubicBezTo>
                    <a:pt x="66" y="42"/>
                    <a:pt x="63" y="38"/>
                    <a:pt x="60" y="37"/>
                  </a:cubicBezTo>
                  <a:cubicBezTo>
                    <a:pt x="58" y="36"/>
                    <a:pt x="62" y="28"/>
                    <a:pt x="59" y="27"/>
                  </a:cubicBezTo>
                  <a:cubicBezTo>
                    <a:pt x="57" y="26"/>
                    <a:pt x="55" y="23"/>
                    <a:pt x="53" y="21"/>
                  </a:cubicBezTo>
                  <a:cubicBezTo>
                    <a:pt x="52" y="19"/>
                    <a:pt x="46" y="19"/>
                    <a:pt x="45" y="21"/>
                  </a:cubicBezTo>
                  <a:cubicBezTo>
                    <a:pt x="45" y="23"/>
                    <a:pt x="41" y="24"/>
                    <a:pt x="40" y="23"/>
                  </a:cubicBezTo>
                  <a:cubicBezTo>
                    <a:pt x="39" y="21"/>
                    <a:pt x="37" y="21"/>
                    <a:pt x="34" y="23"/>
                  </a:cubicBezTo>
                  <a:cubicBezTo>
                    <a:pt x="31" y="25"/>
                    <a:pt x="27" y="29"/>
                    <a:pt x="26" y="26"/>
                  </a:cubicBezTo>
                  <a:cubicBezTo>
                    <a:pt x="26" y="23"/>
                    <a:pt x="29" y="23"/>
                    <a:pt x="29" y="19"/>
                  </a:cubicBezTo>
                  <a:cubicBezTo>
                    <a:pt x="29" y="16"/>
                    <a:pt x="30" y="14"/>
                    <a:pt x="29" y="10"/>
                  </a:cubicBezTo>
                  <a:cubicBezTo>
                    <a:pt x="28" y="7"/>
                    <a:pt x="25" y="11"/>
                    <a:pt x="24" y="8"/>
                  </a:cubicBezTo>
                  <a:cubicBezTo>
                    <a:pt x="22" y="6"/>
                    <a:pt x="24" y="3"/>
                    <a:pt x="23" y="2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21" y="1"/>
                    <a:pt x="20" y="1"/>
                    <a:pt x="20" y="1"/>
                  </a:cubicBezTo>
                  <a:cubicBezTo>
                    <a:pt x="19" y="3"/>
                    <a:pt x="13" y="3"/>
                    <a:pt x="12" y="6"/>
                  </a:cubicBezTo>
                  <a:cubicBezTo>
                    <a:pt x="11" y="8"/>
                    <a:pt x="7" y="8"/>
                    <a:pt x="6" y="8"/>
                  </a:cubicBezTo>
                  <a:cubicBezTo>
                    <a:pt x="5" y="8"/>
                    <a:pt x="1" y="8"/>
                    <a:pt x="1" y="10"/>
                  </a:cubicBezTo>
                  <a:cubicBezTo>
                    <a:pt x="1" y="13"/>
                    <a:pt x="0" y="22"/>
                    <a:pt x="0" y="24"/>
                  </a:cubicBezTo>
                  <a:cubicBezTo>
                    <a:pt x="0" y="25"/>
                    <a:pt x="4" y="31"/>
                    <a:pt x="6" y="31"/>
                  </a:cubicBezTo>
                  <a:cubicBezTo>
                    <a:pt x="7" y="32"/>
                    <a:pt x="5" y="36"/>
                    <a:pt x="7" y="37"/>
                  </a:cubicBezTo>
                  <a:cubicBezTo>
                    <a:pt x="9" y="38"/>
                    <a:pt x="8" y="41"/>
                    <a:pt x="7" y="41"/>
                  </a:cubicBezTo>
                  <a:cubicBezTo>
                    <a:pt x="6" y="41"/>
                    <a:pt x="8" y="45"/>
                    <a:pt x="6" y="47"/>
                  </a:cubicBezTo>
                  <a:cubicBezTo>
                    <a:pt x="4" y="49"/>
                    <a:pt x="5" y="53"/>
                    <a:pt x="9" y="56"/>
                  </a:cubicBezTo>
                  <a:cubicBezTo>
                    <a:pt x="12" y="59"/>
                    <a:pt x="12" y="64"/>
                    <a:pt x="12" y="66"/>
                  </a:cubicBezTo>
                  <a:cubicBezTo>
                    <a:pt x="12" y="69"/>
                    <a:pt x="15" y="69"/>
                    <a:pt x="15" y="73"/>
                  </a:cubicBezTo>
                  <a:cubicBezTo>
                    <a:pt x="15" y="73"/>
                    <a:pt x="11" y="87"/>
                    <a:pt x="8" y="86"/>
                  </a:cubicBezTo>
                  <a:cubicBezTo>
                    <a:pt x="7" y="90"/>
                    <a:pt x="6" y="96"/>
                    <a:pt x="5" y="99"/>
                  </a:cubicBezTo>
                  <a:cubicBezTo>
                    <a:pt x="4" y="103"/>
                    <a:pt x="3" y="106"/>
                    <a:pt x="6" y="106"/>
                  </a:cubicBezTo>
                  <a:cubicBezTo>
                    <a:pt x="8" y="107"/>
                    <a:pt x="12" y="112"/>
                    <a:pt x="17" y="117"/>
                  </a:cubicBezTo>
                  <a:cubicBezTo>
                    <a:pt x="18" y="118"/>
                    <a:pt x="19" y="120"/>
                    <a:pt x="19" y="121"/>
                  </a:cubicBezTo>
                  <a:cubicBezTo>
                    <a:pt x="21" y="121"/>
                    <a:pt x="22" y="121"/>
                    <a:pt x="24" y="122"/>
                  </a:cubicBezTo>
                  <a:cubicBezTo>
                    <a:pt x="27" y="122"/>
                    <a:pt x="28" y="125"/>
                    <a:pt x="28" y="127"/>
                  </a:cubicBezTo>
                  <a:cubicBezTo>
                    <a:pt x="28" y="128"/>
                    <a:pt x="34" y="128"/>
                    <a:pt x="35" y="127"/>
                  </a:cubicBezTo>
                  <a:cubicBezTo>
                    <a:pt x="36" y="127"/>
                    <a:pt x="35" y="125"/>
                    <a:pt x="38" y="124"/>
                  </a:cubicBezTo>
                  <a:cubicBezTo>
                    <a:pt x="36" y="122"/>
                    <a:pt x="31" y="119"/>
                    <a:pt x="28" y="118"/>
                  </a:cubicBezTo>
                  <a:cubicBezTo>
                    <a:pt x="24" y="118"/>
                    <a:pt x="22" y="112"/>
                    <a:pt x="22" y="109"/>
                  </a:cubicBezTo>
                  <a:cubicBezTo>
                    <a:pt x="22" y="106"/>
                    <a:pt x="19" y="103"/>
                    <a:pt x="19" y="101"/>
                  </a:cubicBezTo>
                  <a:cubicBezTo>
                    <a:pt x="19" y="98"/>
                    <a:pt x="16" y="98"/>
                    <a:pt x="14" y="97"/>
                  </a:cubicBezTo>
                  <a:cubicBezTo>
                    <a:pt x="11" y="96"/>
                    <a:pt x="14" y="87"/>
                    <a:pt x="15" y="84"/>
                  </a:cubicBezTo>
                  <a:cubicBezTo>
                    <a:pt x="15" y="80"/>
                    <a:pt x="21" y="70"/>
                    <a:pt x="19" y="66"/>
                  </a:cubicBezTo>
                  <a:cubicBezTo>
                    <a:pt x="17" y="63"/>
                    <a:pt x="25" y="61"/>
                    <a:pt x="26" y="64"/>
                  </a:cubicBezTo>
                  <a:cubicBezTo>
                    <a:pt x="27" y="68"/>
                    <a:pt x="28" y="70"/>
                    <a:pt x="33" y="69"/>
                  </a:cubicBezTo>
                  <a:cubicBezTo>
                    <a:pt x="38" y="69"/>
                    <a:pt x="38" y="73"/>
                    <a:pt x="42" y="74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3" y="71"/>
                    <a:pt x="41" y="71"/>
                    <a:pt x="41" y="6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65" name="Freeform 67"/>
            <p:cNvSpPr>
              <a:spLocks/>
            </p:cNvSpPr>
            <p:nvPr/>
          </p:nvSpPr>
          <p:spPr bwMode="auto">
            <a:xfrm>
              <a:off x="6173071" y="2725902"/>
              <a:ext cx="247367" cy="208988"/>
            </a:xfrm>
            <a:custGeom>
              <a:avLst/>
              <a:gdLst>
                <a:gd name="T0" fmla="*/ 2 w 82"/>
                <a:gd name="T1" fmla="*/ 15 h 67"/>
                <a:gd name="T2" fmla="*/ 2 w 82"/>
                <a:gd name="T3" fmla="*/ 23 h 67"/>
                <a:gd name="T4" fmla="*/ 2 w 82"/>
                <a:gd name="T5" fmla="*/ 27 h 67"/>
                <a:gd name="T6" fmla="*/ 4 w 82"/>
                <a:gd name="T7" fmla="*/ 31 h 67"/>
                <a:gd name="T8" fmla="*/ 5 w 82"/>
                <a:gd name="T9" fmla="*/ 35 h 67"/>
                <a:gd name="T10" fmla="*/ 7 w 82"/>
                <a:gd name="T11" fmla="*/ 42 h 67"/>
                <a:gd name="T12" fmla="*/ 7 w 82"/>
                <a:gd name="T13" fmla="*/ 46 h 67"/>
                <a:gd name="T14" fmla="*/ 12 w 82"/>
                <a:gd name="T15" fmla="*/ 49 h 67"/>
                <a:gd name="T16" fmla="*/ 18 w 82"/>
                <a:gd name="T17" fmla="*/ 53 h 67"/>
                <a:gd name="T18" fmla="*/ 22 w 82"/>
                <a:gd name="T19" fmla="*/ 54 h 67"/>
                <a:gd name="T20" fmla="*/ 27 w 82"/>
                <a:gd name="T21" fmla="*/ 54 h 67"/>
                <a:gd name="T22" fmla="*/ 29 w 82"/>
                <a:gd name="T23" fmla="*/ 57 h 67"/>
                <a:gd name="T24" fmla="*/ 35 w 82"/>
                <a:gd name="T25" fmla="*/ 58 h 67"/>
                <a:gd name="T26" fmla="*/ 39 w 82"/>
                <a:gd name="T27" fmla="*/ 63 h 67"/>
                <a:gd name="T28" fmla="*/ 44 w 82"/>
                <a:gd name="T29" fmla="*/ 63 h 67"/>
                <a:gd name="T30" fmla="*/ 51 w 82"/>
                <a:gd name="T31" fmla="*/ 63 h 67"/>
                <a:gd name="T32" fmla="*/ 57 w 82"/>
                <a:gd name="T33" fmla="*/ 64 h 67"/>
                <a:gd name="T34" fmla="*/ 65 w 82"/>
                <a:gd name="T35" fmla="*/ 66 h 67"/>
                <a:gd name="T36" fmla="*/ 69 w 82"/>
                <a:gd name="T37" fmla="*/ 67 h 67"/>
                <a:gd name="T38" fmla="*/ 69 w 82"/>
                <a:gd name="T39" fmla="*/ 61 h 67"/>
                <a:gd name="T40" fmla="*/ 77 w 82"/>
                <a:gd name="T41" fmla="*/ 53 h 67"/>
                <a:gd name="T42" fmla="*/ 81 w 82"/>
                <a:gd name="T43" fmla="*/ 50 h 67"/>
                <a:gd name="T44" fmla="*/ 77 w 82"/>
                <a:gd name="T45" fmla="*/ 42 h 67"/>
                <a:gd name="T46" fmla="*/ 77 w 82"/>
                <a:gd name="T47" fmla="*/ 35 h 67"/>
                <a:gd name="T48" fmla="*/ 74 w 82"/>
                <a:gd name="T49" fmla="*/ 30 h 67"/>
                <a:gd name="T50" fmla="*/ 79 w 82"/>
                <a:gd name="T51" fmla="*/ 26 h 67"/>
                <a:gd name="T52" fmla="*/ 78 w 82"/>
                <a:gd name="T53" fmla="*/ 19 h 67"/>
                <a:gd name="T54" fmla="*/ 77 w 82"/>
                <a:gd name="T55" fmla="*/ 12 h 67"/>
                <a:gd name="T56" fmla="*/ 71 w 82"/>
                <a:gd name="T57" fmla="*/ 8 h 67"/>
                <a:gd name="T58" fmla="*/ 70 w 82"/>
                <a:gd name="T59" fmla="*/ 7 h 67"/>
                <a:gd name="T60" fmla="*/ 48 w 82"/>
                <a:gd name="T61" fmla="*/ 6 h 67"/>
                <a:gd name="T62" fmla="*/ 44 w 82"/>
                <a:gd name="T63" fmla="*/ 5 h 67"/>
                <a:gd name="T64" fmla="*/ 40 w 82"/>
                <a:gd name="T65" fmla="*/ 7 h 67"/>
                <a:gd name="T66" fmla="*/ 36 w 82"/>
                <a:gd name="T67" fmla="*/ 2 h 67"/>
                <a:gd name="T68" fmla="*/ 17 w 82"/>
                <a:gd name="T69" fmla="*/ 7 h 67"/>
                <a:gd name="T70" fmla="*/ 4 w 82"/>
                <a:gd name="T71" fmla="*/ 12 h 67"/>
                <a:gd name="T72" fmla="*/ 2 w 82"/>
                <a:gd name="T73" fmla="*/ 14 h 67"/>
                <a:gd name="T74" fmla="*/ 2 w 82"/>
                <a:gd name="T75" fmla="*/ 1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2" h="67">
                  <a:moveTo>
                    <a:pt x="2" y="15"/>
                  </a:moveTo>
                  <a:cubicBezTo>
                    <a:pt x="2" y="16"/>
                    <a:pt x="3" y="21"/>
                    <a:pt x="2" y="23"/>
                  </a:cubicBezTo>
                  <a:cubicBezTo>
                    <a:pt x="0" y="25"/>
                    <a:pt x="1" y="26"/>
                    <a:pt x="2" y="27"/>
                  </a:cubicBezTo>
                  <a:cubicBezTo>
                    <a:pt x="3" y="27"/>
                    <a:pt x="4" y="29"/>
                    <a:pt x="4" y="31"/>
                  </a:cubicBezTo>
                  <a:cubicBezTo>
                    <a:pt x="4" y="32"/>
                    <a:pt x="5" y="32"/>
                    <a:pt x="5" y="35"/>
                  </a:cubicBezTo>
                  <a:cubicBezTo>
                    <a:pt x="5" y="38"/>
                    <a:pt x="6" y="41"/>
                    <a:pt x="7" y="42"/>
                  </a:cubicBezTo>
                  <a:cubicBezTo>
                    <a:pt x="8" y="43"/>
                    <a:pt x="8" y="45"/>
                    <a:pt x="7" y="46"/>
                  </a:cubicBezTo>
                  <a:cubicBezTo>
                    <a:pt x="9" y="47"/>
                    <a:pt x="11" y="48"/>
                    <a:pt x="12" y="49"/>
                  </a:cubicBezTo>
                  <a:cubicBezTo>
                    <a:pt x="16" y="50"/>
                    <a:pt x="18" y="51"/>
                    <a:pt x="18" y="53"/>
                  </a:cubicBezTo>
                  <a:cubicBezTo>
                    <a:pt x="18" y="54"/>
                    <a:pt x="21" y="56"/>
                    <a:pt x="22" y="54"/>
                  </a:cubicBezTo>
                  <a:cubicBezTo>
                    <a:pt x="23" y="53"/>
                    <a:pt x="25" y="54"/>
                    <a:pt x="27" y="54"/>
                  </a:cubicBezTo>
                  <a:cubicBezTo>
                    <a:pt x="29" y="54"/>
                    <a:pt x="29" y="56"/>
                    <a:pt x="29" y="57"/>
                  </a:cubicBezTo>
                  <a:cubicBezTo>
                    <a:pt x="30" y="58"/>
                    <a:pt x="33" y="57"/>
                    <a:pt x="35" y="58"/>
                  </a:cubicBezTo>
                  <a:cubicBezTo>
                    <a:pt x="36" y="59"/>
                    <a:pt x="37" y="62"/>
                    <a:pt x="39" y="63"/>
                  </a:cubicBezTo>
                  <a:cubicBezTo>
                    <a:pt x="41" y="64"/>
                    <a:pt x="42" y="62"/>
                    <a:pt x="44" y="63"/>
                  </a:cubicBezTo>
                  <a:cubicBezTo>
                    <a:pt x="45" y="63"/>
                    <a:pt x="49" y="64"/>
                    <a:pt x="51" y="63"/>
                  </a:cubicBezTo>
                  <a:cubicBezTo>
                    <a:pt x="53" y="63"/>
                    <a:pt x="55" y="64"/>
                    <a:pt x="57" y="64"/>
                  </a:cubicBezTo>
                  <a:cubicBezTo>
                    <a:pt x="60" y="64"/>
                    <a:pt x="64" y="65"/>
                    <a:pt x="65" y="66"/>
                  </a:cubicBezTo>
                  <a:cubicBezTo>
                    <a:pt x="65" y="66"/>
                    <a:pt x="67" y="66"/>
                    <a:pt x="69" y="67"/>
                  </a:cubicBezTo>
                  <a:cubicBezTo>
                    <a:pt x="70" y="66"/>
                    <a:pt x="69" y="62"/>
                    <a:pt x="69" y="61"/>
                  </a:cubicBezTo>
                  <a:cubicBezTo>
                    <a:pt x="69" y="60"/>
                    <a:pt x="76" y="55"/>
                    <a:pt x="77" y="53"/>
                  </a:cubicBezTo>
                  <a:cubicBezTo>
                    <a:pt x="78" y="52"/>
                    <a:pt x="80" y="52"/>
                    <a:pt x="81" y="50"/>
                  </a:cubicBezTo>
                  <a:cubicBezTo>
                    <a:pt x="82" y="49"/>
                    <a:pt x="78" y="43"/>
                    <a:pt x="77" y="42"/>
                  </a:cubicBezTo>
                  <a:cubicBezTo>
                    <a:pt x="77" y="41"/>
                    <a:pt x="76" y="36"/>
                    <a:pt x="77" y="35"/>
                  </a:cubicBezTo>
                  <a:cubicBezTo>
                    <a:pt x="77" y="33"/>
                    <a:pt x="74" y="32"/>
                    <a:pt x="74" y="30"/>
                  </a:cubicBezTo>
                  <a:cubicBezTo>
                    <a:pt x="74" y="29"/>
                    <a:pt x="77" y="27"/>
                    <a:pt x="79" y="26"/>
                  </a:cubicBezTo>
                  <a:cubicBezTo>
                    <a:pt x="81" y="25"/>
                    <a:pt x="80" y="20"/>
                    <a:pt x="78" y="19"/>
                  </a:cubicBezTo>
                  <a:cubicBezTo>
                    <a:pt x="77" y="17"/>
                    <a:pt x="76" y="15"/>
                    <a:pt x="77" y="12"/>
                  </a:cubicBezTo>
                  <a:cubicBezTo>
                    <a:pt x="78" y="10"/>
                    <a:pt x="72" y="8"/>
                    <a:pt x="71" y="8"/>
                  </a:cubicBezTo>
                  <a:cubicBezTo>
                    <a:pt x="70" y="8"/>
                    <a:pt x="70" y="8"/>
                    <a:pt x="70" y="7"/>
                  </a:cubicBezTo>
                  <a:cubicBezTo>
                    <a:pt x="64" y="8"/>
                    <a:pt x="50" y="7"/>
                    <a:pt x="48" y="6"/>
                  </a:cubicBezTo>
                  <a:cubicBezTo>
                    <a:pt x="48" y="6"/>
                    <a:pt x="46" y="5"/>
                    <a:pt x="44" y="5"/>
                  </a:cubicBezTo>
                  <a:cubicBezTo>
                    <a:pt x="43" y="6"/>
                    <a:pt x="42" y="7"/>
                    <a:pt x="40" y="7"/>
                  </a:cubicBezTo>
                  <a:cubicBezTo>
                    <a:pt x="36" y="7"/>
                    <a:pt x="36" y="4"/>
                    <a:pt x="36" y="2"/>
                  </a:cubicBezTo>
                  <a:cubicBezTo>
                    <a:pt x="35" y="0"/>
                    <a:pt x="21" y="3"/>
                    <a:pt x="17" y="7"/>
                  </a:cubicBezTo>
                  <a:cubicBezTo>
                    <a:pt x="13" y="11"/>
                    <a:pt x="4" y="10"/>
                    <a:pt x="4" y="12"/>
                  </a:cubicBezTo>
                  <a:cubicBezTo>
                    <a:pt x="4" y="13"/>
                    <a:pt x="3" y="14"/>
                    <a:pt x="2" y="14"/>
                  </a:cubicBezTo>
                  <a:cubicBezTo>
                    <a:pt x="2" y="14"/>
                    <a:pt x="2" y="14"/>
                    <a:pt x="2" y="1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66" name="Freeform 68"/>
            <p:cNvSpPr>
              <a:spLocks/>
            </p:cNvSpPr>
            <p:nvPr/>
          </p:nvSpPr>
          <p:spPr bwMode="auto">
            <a:xfrm>
              <a:off x="6210048" y="3062385"/>
              <a:ext cx="93082" cy="89378"/>
            </a:xfrm>
            <a:custGeom>
              <a:avLst/>
              <a:gdLst>
                <a:gd name="T0" fmla="*/ 23 w 31"/>
                <a:gd name="T1" fmla="*/ 27 h 29"/>
                <a:gd name="T2" fmla="*/ 29 w 31"/>
                <a:gd name="T3" fmla="*/ 17 h 29"/>
                <a:gd name="T4" fmla="*/ 30 w 31"/>
                <a:gd name="T5" fmla="*/ 6 h 29"/>
                <a:gd name="T6" fmla="*/ 23 w 31"/>
                <a:gd name="T7" fmla="*/ 2 h 29"/>
                <a:gd name="T8" fmla="*/ 10 w 31"/>
                <a:gd name="T9" fmla="*/ 1 h 29"/>
                <a:gd name="T10" fmla="*/ 4 w 31"/>
                <a:gd name="T11" fmla="*/ 2 h 29"/>
                <a:gd name="T12" fmla="*/ 0 w 31"/>
                <a:gd name="T13" fmla="*/ 4 h 29"/>
                <a:gd name="T14" fmla="*/ 4 w 31"/>
                <a:gd name="T15" fmla="*/ 10 h 29"/>
                <a:gd name="T16" fmla="*/ 11 w 31"/>
                <a:gd name="T17" fmla="*/ 18 h 29"/>
                <a:gd name="T18" fmla="*/ 18 w 31"/>
                <a:gd name="T19" fmla="*/ 26 h 29"/>
                <a:gd name="T20" fmla="*/ 22 w 31"/>
                <a:gd name="T21" fmla="*/ 29 h 29"/>
                <a:gd name="T22" fmla="*/ 23 w 31"/>
                <a:gd name="T23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" h="29">
                  <a:moveTo>
                    <a:pt x="23" y="27"/>
                  </a:moveTo>
                  <a:cubicBezTo>
                    <a:pt x="22" y="25"/>
                    <a:pt x="28" y="17"/>
                    <a:pt x="29" y="17"/>
                  </a:cubicBezTo>
                  <a:cubicBezTo>
                    <a:pt x="30" y="17"/>
                    <a:pt x="31" y="10"/>
                    <a:pt x="30" y="6"/>
                  </a:cubicBezTo>
                  <a:cubicBezTo>
                    <a:pt x="26" y="3"/>
                    <a:pt x="23" y="2"/>
                    <a:pt x="23" y="2"/>
                  </a:cubicBezTo>
                  <a:cubicBezTo>
                    <a:pt x="23" y="2"/>
                    <a:pt x="11" y="2"/>
                    <a:pt x="10" y="1"/>
                  </a:cubicBezTo>
                  <a:cubicBezTo>
                    <a:pt x="8" y="0"/>
                    <a:pt x="6" y="3"/>
                    <a:pt x="4" y="2"/>
                  </a:cubicBezTo>
                  <a:cubicBezTo>
                    <a:pt x="2" y="1"/>
                    <a:pt x="0" y="2"/>
                    <a:pt x="0" y="4"/>
                  </a:cubicBezTo>
                  <a:cubicBezTo>
                    <a:pt x="1" y="6"/>
                    <a:pt x="4" y="7"/>
                    <a:pt x="4" y="10"/>
                  </a:cubicBezTo>
                  <a:cubicBezTo>
                    <a:pt x="4" y="13"/>
                    <a:pt x="11" y="17"/>
                    <a:pt x="11" y="18"/>
                  </a:cubicBezTo>
                  <a:cubicBezTo>
                    <a:pt x="11" y="19"/>
                    <a:pt x="15" y="22"/>
                    <a:pt x="18" y="26"/>
                  </a:cubicBezTo>
                  <a:cubicBezTo>
                    <a:pt x="19" y="27"/>
                    <a:pt x="21" y="28"/>
                    <a:pt x="22" y="29"/>
                  </a:cubicBezTo>
                  <a:cubicBezTo>
                    <a:pt x="23" y="28"/>
                    <a:pt x="23" y="27"/>
                    <a:pt x="23" y="2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67" name="Freeform 69"/>
            <p:cNvSpPr>
              <a:spLocks/>
            </p:cNvSpPr>
            <p:nvPr/>
          </p:nvSpPr>
          <p:spPr bwMode="auto">
            <a:xfrm>
              <a:off x="6164145" y="3021639"/>
              <a:ext cx="136435" cy="120923"/>
            </a:xfrm>
            <a:custGeom>
              <a:avLst/>
              <a:gdLst>
                <a:gd name="T0" fmla="*/ 26 w 45"/>
                <a:gd name="T1" fmla="*/ 31 h 39"/>
                <a:gd name="T2" fmla="*/ 19 w 45"/>
                <a:gd name="T3" fmla="*/ 23 h 39"/>
                <a:gd name="T4" fmla="*/ 15 w 45"/>
                <a:gd name="T5" fmla="*/ 17 h 39"/>
                <a:gd name="T6" fmla="*/ 19 w 45"/>
                <a:gd name="T7" fmla="*/ 15 h 39"/>
                <a:gd name="T8" fmla="*/ 25 w 45"/>
                <a:gd name="T9" fmla="*/ 14 h 39"/>
                <a:gd name="T10" fmla="*/ 38 w 45"/>
                <a:gd name="T11" fmla="*/ 15 h 39"/>
                <a:gd name="T12" fmla="*/ 45 w 45"/>
                <a:gd name="T13" fmla="*/ 19 h 39"/>
                <a:gd name="T14" fmla="*/ 45 w 45"/>
                <a:gd name="T15" fmla="*/ 17 h 39"/>
                <a:gd name="T16" fmla="*/ 42 w 45"/>
                <a:gd name="T17" fmla="*/ 11 h 39"/>
                <a:gd name="T18" fmla="*/ 40 w 45"/>
                <a:gd name="T19" fmla="*/ 6 h 39"/>
                <a:gd name="T20" fmla="*/ 37 w 45"/>
                <a:gd name="T21" fmla="*/ 7 h 39"/>
                <a:gd name="T22" fmla="*/ 28 w 45"/>
                <a:gd name="T23" fmla="*/ 5 h 39"/>
                <a:gd name="T24" fmla="*/ 21 w 45"/>
                <a:gd name="T25" fmla="*/ 0 h 39"/>
                <a:gd name="T26" fmla="*/ 16 w 45"/>
                <a:gd name="T27" fmla="*/ 3 h 39"/>
                <a:gd name="T28" fmla="*/ 14 w 45"/>
                <a:gd name="T29" fmla="*/ 7 h 39"/>
                <a:gd name="T30" fmla="*/ 11 w 45"/>
                <a:gd name="T31" fmla="*/ 11 h 39"/>
                <a:gd name="T32" fmla="*/ 6 w 45"/>
                <a:gd name="T33" fmla="*/ 11 h 39"/>
                <a:gd name="T34" fmla="*/ 0 w 45"/>
                <a:gd name="T35" fmla="*/ 12 h 39"/>
                <a:gd name="T36" fmla="*/ 2 w 45"/>
                <a:gd name="T37" fmla="*/ 16 h 39"/>
                <a:gd name="T38" fmla="*/ 8 w 45"/>
                <a:gd name="T39" fmla="*/ 18 h 39"/>
                <a:gd name="T40" fmla="*/ 16 w 45"/>
                <a:gd name="T41" fmla="*/ 30 h 39"/>
                <a:gd name="T42" fmla="*/ 22 w 45"/>
                <a:gd name="T43" fmla="*/ 34 h 39"/>
                <a:gd name="T44" fmla="*/ 30 w 45"/>
                <a:gd name="T45" fmla="*/ 38 h 39"/>
                <a:gd name="T46" fmla="*/ 33 w 45"/>
                <a:gd name="T47" fmla="*/ 39 h 39"/>
                <a:gd name="T48" fmla="*/ 26 w 45"/>
                <a:gd name="T49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5" h="39">
                  <a:moveTo>
                    <a:pt x="26" y="31"/>
                  </a:moveTo>
                  <a:cubicBezTo>
                    <a:pt x="26" y="30"/>
                    <a:pt x="19" y="26"/>
                    <a:pt x="19" y="23"/>
                  </a:cubicBezTo>
                  <a:cubicBezTo>
                    <a:pt x="19" y="20"/>
                    <a:pt x="16" y="19"/>
                    <a:pt x="15" y="17"/>
                  </a:cubicBezTo>
                  <a:cubicBezTo>
                    <a:pt x="15" y="15"/>
                    <a:pt x="17" y="14"/>
                    <a:pt x="19" y="15"/>
                  </a:cubicBezTo>
                  <a:cubicBezTo>
                    <a:pt x="21" y="16"/>
                    <a:pt x="23" y="13"/>
                    <a:pt x="25" y="14"/>
                  </a:cubicBezTo>
                  <a:cubicBezTo>
                    <a:pt x="26" y="15"/>
                    <a:pt x="38" y="15"/>
                    <a:pt x="38" y="15"/>
                  </a:cubicBezTo>
                  <a:cubicBezTo>
                    <a:pt x="38" y="15"/>
                    <a:pt x="41" y="16"/>
                    <a:pt x="45" y="19"/>
                  </a:cubicBezTo>
                  <a:cubicBezTo>
                    <a:pt x="45" y="18"/>
                    <a:pt x="45" y="18"/>
                    <a:pt x="45" y="17"/>
                  </a:cubicBezTo>
                  <a:cubicBezTo>
                    <a:pt x="44" y="15"/>
                    <a:pt x="45" y="12"/>
                    <a:pt x="42" y="11"/>
                  </a:cubicBezTo>
                  <a:cubicBezTo>
                    <a:pt x="41" y="11"/>
                    <a:pt x="40" y="8"/>
                    <a:pt x="40" y="6"/>
                  </a:cubicBezTo>
                  <a:cubicBezTo>
                    <a:pt x="39" y="7"/>
                    <a:pt x="38" y="7"/>
                    <a:pt x="37" y="7"/>
                  </a:cubicBezTo>
                  <a:cubicBezTo>
                    <a:pt x="35" y="8"/>
                    <a:pt x="30" y="7"/>
                    <a:pt x="28" y="5"/>
                  </a:cubicBezTo>
                  <a:cubicBezTo>
                    <a:pt x="27" y="3"/>
                    <a:pt x="23" y="1"/>
                    <a:pt x="21" y="0"/>
                  </a:cubicBezTo>
                  <a:cubicBezTo>
                    <a:pt x="21" y="1"/>
                    <a:pt x="18" y="3"/>
                    <a:pt x="16" y="3"/>
                  </a:cubicBezTo>
                  <a:cubicBezTo>
                    <a:pt x="15" y="3"/>
                    <a:pt x="16" y="7"/>
                    <a:pt x="14" y="7"/>
                  </a:cubicBezTo>
                  <a:cubicBezTo>
                    <a:pt x="13" y="7"/>
                    <a:pt x="12" y="10"/>
                    <a:pt x="11" y="11"/>
                  </a:cubicBezTo>
                  <a:cubicBezTo>
                    <a:pt x="11" y="12"/>
                    <a:pt x="8" y="10"/>
                    <a:pt x="6" y="11"/>
                  </a:cubicBezTo>
                  <a:cubicBezTo>
                    <a:pt x="5" y="11"/>
                    <a:pt x="2" y="12"/>
                    <a:pt x="0" y="12"/>
                  </a:cubicBezTo>
                  <a:cubicBezTo>
                    <a:pt x="0" y="14"/>
                    <a:pt x="0" y="16"/>
                    <a:pt x="2" y="16"/>
                  </a:cubicBezTo>
                  <a:cubicBezTo>
                    <a:pt x="4" y="16"/>
                    <a:pt x="8" y="15"/>
                    <a:pt x="8" y="18"/>
                  </a:cubicBezTo>
                  <a:cubicBezTo>
                    <a:pt x="8" y="21"/>
                    <a:pt x="14" y="28"/>
                    <a:pt x="16" y="30"/>
                  </a:cubicBezTo>
                  <a:cubicBezTo>
                    <a:pt x="18" y="32"/>
                    <a:pt x="22" y="32"/>
                    <a:pt x="22" y="34"/>
                  </a:cubicBezTo>
                  <a:cubicBezTo>
                    <a:pt x="23" y="36"/>
                    <a:pt x="26" y="37"/>
                    <a:pt x="30" y="38"/>
                  </a:cubicBezTo>
                  <a:cubicBezTo>
                    <a:pt x="31" y="38"/>
                    <a:pt x="32" y="38"/>
                    <a:pt x="33" y="39"/>
                  </a:cubicBezTo>
                  <a:cubicBezTo>
                    <a:pt x="30" y="35"/>
                    <a:pt x="26" y="32"/>
                    <a:pt x="26" y="3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68" name="Freeform 70"/>
            <p:cNvSpPr>
              <a:spLocks/>
            </p:cNvSpPr>
            <p:nvPr/>
          </p:nvSpPr>
          <p:spPr bwMode="auto">
            <a:xfrm>
              <a:off x="6294204" y="3149134"/>
              <a:ext cx="48452" cy="95950"/>
            </a:xfrm>
            <a:custGeom>
              <a:avLst/>
              <a:gdLst>
                <a:gd name="T0" fmla="*/ 11 w 16"/>
                <a:gd name="T1" fmla="*/ 26 h 31"/>
                <a:gd name="T2" fmla="*/ 13 w 16"/>
                <a:gd name="T3" fmla="*/ 23 h 31"/>
                <a:gd name="T4" fmla="*/ 16 w 16"/>
                <a:gd name="T5" fmla="*/ 18 h 31"/>
                <a:gd name="T6" fmla="*/ 16 w 16"/>
                <a:gd name="T7" fmla="*/ 18 h 31"/>
                <a:gd name="T8" fmla="*/ 11 w 16"/>
                <a:gd name="T9" fmla="*/ 13 h 31"/>
                <a:gd name="T10" fmla="*/ 12 w 16"/>
                <a:gd name="T11" fmla="*/ 4 h 31"/>
                <a:gd name="T12" fmla="*/ 5 w 16"/>
                <a:gd name="T13" fmla="*/ 0 h 31"/>
                <a:gd name="T14" fmla="*/ 1 w 16"/>
                <a:gd name="T15" fmla="*/ 6 h 31"/>
                <a:gd name="T16" fmla="*/ 3 w 16"/>
                <a:gd name="T17" fmla="*/ 11 h 31"/>
                <a:gd name="T18" fmla="*/ 3 w 16"/>
                <a:gd name="T19" fmla="*/ 24 h 31"/>
                <a:gd name="T20" fmla="*/ 8 w 16"/>
                <a:gd name="T21" fmla="*/ 31 h 31"/>
                <a:gd name="T22" fmla="*/ 11 w 16"/>
                <a:gd name="T23" fmla="*/ 2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31">
                  <a:moveTo>
                    <a:pt x="11" y="26"/>
                  </a:moveTo>
                  <a:cubicBezTo>
                    <a:pt x="13" y="26"/>
                    <a:pt x="12" y="24"/>
                    <a:pt x="13" y="23"/>
                  </a:cubicBezTo>
                  <a:cubicBezTo>
                    <a:pt x="14" y="22"/>
                    <a:pt x="16" y="19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6"/>
                    <a:pt x="12" y="15"/>
                    <a:pt x="11" y="13"/>
                  </a:cubicBezTo>
                  <a:cubicBezTo>
                    <a:pt x="11" y="11"/>
                    <a:pt x="11" y="7"/>
                    <a:pt x="12" y="4"/>
                  </a:cubicBezTo>
                  <a:cubicBezTo>
                    <a:pt x="11" y="3"/>
                    <a:pt x="6" y="0"/>
                    <a:pt x="5" y="0"/>
                  </a:cubicBezTo>
                  <a:cubicBezTo>
                    <a:pt x="3" y="0"/>
                    <a:pt x="1" y="3"/>
                    <a:pt x="1" y="6"/>
                  </a:cubicBezTo>
                  <a:cubicBezTo>
                    <a:pt x="4" y="8"/>
                    <a:pt x="5" y="9"/>
                    <a:pt x="3" y="11"/>
                  </a:cubicBezTo>
                  <a:cubicBezTo>
                    <a:pt x="1" y="14"/>
                    <a:pt x="0" y="22"/>
                    <a:pt x="3" y="24"/>
                  </a:cubicBezTo>
                  <a:cubicBezTo>
                    <a:pt x="5" y="26"/>
                    <a:pt x="6" y="30"/>
                    <a:pt x="8" y="31"/>
                  </a:cubicBezTo>
                  <a:cubicBezTo>
                    <a:pt x="9" y="29"/>
                    <a:pt x="10" y="27"/>
                    <a:pt x="11" y="26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69" name="Freeform 71"/>
            <p:cNvSpPr>
              <a:spLocks/>
            </p:cNvSpPr>
            <p:nvPr/>
          </p:nvSpPr>
          <p:spPr bwMode="auto">
            <a:xfrm>
              <a:off x="6062138" y="2937518"/>
              <a:ext cx="186163" cy="86749"/>
            </a:xfrm>
            <a:custGeom>
              <a:avLst/>
              <a:gdLst>
                <a:gd name="T0" fmla="*/ 52 w 62"/>
                <a:gd name="T1" fmla="*/ 2 h 28"/>
                <a:gd name="T2" fmla="*/ 45 w 62"/>
                <a:gd name="T3" fmla="*/ 0 h 28"/>
                <a:gd name="T4" fmla="*/ 43 w 62"/>
                <a:gd name="T5" fmla="*/ 4 h 28"/>
                <a:gd name="T6" fmla="*/ 36 w 62"/>
                <a:gd name="T7" fmla="*/ 4 h 28"/>
                <a:gd name="T8" fmla="*/ 31 w 62"/>
                <a:gd name="T9" fmla="*/ 7 h 28"/>
                <a:gd name="T10" fmla="*/ 28 w 62"/>
                <a:gd name="T11" fmla="*/ 12 h 28"/>
                <a:gd name="T12" fmla="*/ 25 w 62"/>
                <a:gd name="T13" fmla="*/ 15 h 28"/>
                <a:gd name="T14" fmla="*/ 16 w 62"/>
                <a:gd name="T15" fmla="*/ 17 h 28"/>
                <a:gd name="T16" fmla="*/ 11 w 62"/>
                <a:gd name="T17" fmla="*/ 17 h 28"/>
                <a:gd name="T18" fmla="*/ 6 w 62"/>
                <a:gd name="T19" fmla="*/ 18 h 28"/>
                <a:gd name="T20" fmla="*/ 1 w 62"/>
                <a:gd name="T21" fmla="*/ 16 h 28"/>
                <a:gd name="T22" fmla="*/ 0 w 62"/>
                <a:gd name="T23" fmla="*/ 21 h 28"/>
                <a:gd name="T24" fmla="*/ 5 w 62"/>
                <a:gd name="T25" fmla="*/ 23 h 28"/>
                <a:gd name="T26" fmla="*/ 10 w 62"/>
                <a:gd name="T27" fmla="*/ 24 h 28"/>
                <a:gd name="T28" fmla="*/ 15 w 62"/>
                <a:gd name="T29" fmla="*/ 23 h 28"/>
                <a:gd name="T30" fmla="*/ 22 w 62"/>
                <a:gd name="T31" fmla="*/ 22 h 28"/>
                <a:gd name="T32" fmla="*/ 23 w 62"/>
                <a:gd name="T33" fmla="*/ 25 h 28"/>
                <a:gd name="T34" fmla="*/ 31 w 62"/>
                <a:gd name="T35" fmla="*/ 26 h 28"/>
                <a:gd name="T36" fmla="*/ 40 w 62"/>
                <a:gd name="T37" fmla="*/ 28 h 28"/>
                <a:gd name="T38" fmla="*/ 48 w 62"/>
                <a:gd name="T39" fmla="*/ 25 h 28"/>
                <a:gd name="T40" fmla="*/ 53 w 62"/>
                <a:gd name="T41" fmla="*/ 24 h 28"/>
                <a:gd name="T42" fmla="*/ 54 w 62"/>
                <a:gd name="T43" fmla="*/ 24 h 28"/>
                <a:gd name="T44" fmla="*/ 55 w 62"/>
                <a:gd name="T45" fmla="*/ 22 h 28"/>
                <a:gd name="T46" fmla="*/ 56 w 62"/>
                <a:gd name="T47" fmla="*/ 18 h 28"/>
                <a:gd name="T48" fmla="*/ 57 w 62"/>
                <a:gd name="T49" fmla="*/ 15 h 28"/>
                <a:gd name="T50" fmla="*/ 61 w 62"/>
                <a:gd name="T51" fmla="*/ 12 h 28"/>
                <a:gd name="T52" fmla="*/ 62 w 62"/>
                <a:gd name="T53" fmla="*/ 10 h 28"/>
                <a:gd name="T54" fmla="*/ 59 w 62"/>
                <a:gd name="T55" fmla="*/ 3 h 28"/>
                <a:gd name="T56" fmla="*/ 52 w 62"/>
                <a:gd name="T57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2" h="28">
                  <a:moveTo>
                    <a:pt x="52" y="2"/>
                  </a:moveTo>
                  <a:cubicBezTo>
                    <a:pt x="50" y="0"/>
                    <a:pt x="45" y="0"/>
                    <a:pt x="45" y="0"/>
                  </a:cubicBezTo>
                  <a:cubicBezTo>
                    <a:pt x="45" y="0"/>
                    <a:pt x="44" y="2"/>
                    <a:pt x="43" y="4"/>
                  </a:cubicBezTo>
                  <a:cubicBezTo>
                    <a:pt x="42" y="5"/>
                    <a:pt x="38" y="5"/>
                    <a:pt x="36" y="4"/>
                  </a:cubicBezTo>
                  <a:cubicBezTo>
                    <a:pt x="35" y="5"/>
                    <a:pt x="32" y="6"/>
                    <a:pt x="31" y="7"/>
                  </a:cubicBezTo>
                  <a:cubicBezTo>
                    <a:pt x="31" y="9"/>
                    <a:pt x="27" y="8"/>
                    <a:pt x="28" y="12"/>
                  </a:cubicBezTo>
                  <a:cubicBezTo>
                    <a:pt x="29" y="17"/>
                    <a:pt x="26" y="15"/>
                    <a:pt x="25" y="15"/>
                  </a:cubicBezTo>
                  <a:cubicBezTo>
                    <a:pt x="23" y="14"/>
                    <a:pt x="17" y="15"/>
                    <a:pt x="16" y="17"/>
                  </a:cubicBezTo>
                  <a:cubicBezTo>
                    <a:pt x="14" y="18"/>
                    <a:pt x="12" y="18"/>
                    <a:pt x="11" y="17"/>
                  </a:cubicBezTo>
                  <a:cubicBezTo>
                    <a:pt x="10" y="16"/>
                    <a:pt x="7" y="16"/>
                    <a:pt x="6" y="18"/>
                  </a:cubicBezTo>
                  <a:cubicBezTo>
                    <a:pt x="5" y="20"/>
                    <a:pt x="3" y="16"/>
                    <a:pt x="1" y="16"/>
                  </a:cubicBezTo>
                  <a:cubicBezTo>
                    <a:pt x="0" y="17"/>
                    <a:pt x="0" y="20"/>
                    <a:pt x="0" y="21"/>
                  </a:cubicBezTo>
                  <a:cubicBezTo>
                    <a:pt x="0" y="22"/>
                    <a:pt x="3" y="24"/>
                    <a:pt x="5" y="23"/>
                  </a:cubicBezTo>
                  <a:cubicBezTo>
                    <a:pt x="6" y="22"/>
                    <a:pt x="8" y="23"/>
                    <a:pt x="10" y="24"/>
                  </a:cubicBezTo>
                  <a:cubicBezTo>
                    <a:pt x="11" y="25"/>
                    <a:pt x="14" y="24"/>
                    <a:pt x="15" y="23"/>
                  </a:cubicBezTo>
                  <a:cubicBezTo>
                    <a:pt x="16" y="22"/>
                    <a:pt x="21" y="22"/>
                    <a:pt x="22" y="22"/>
                  </a:cubicBezTo>
                  <a:cubicBezTo>
                    <a:pt x="22" y="22"/>
                    <a:pt x="22" y="25"/>
                    <a:pt x="23" y="25"/>
                  </a:cubicBezTo>
                  <a:cubicBezTo>
                    <a:pt x="24" y="26"/>
                    <a:pt x="28" y="26"/>
                    <a:pt x="31" y="26"/>
                  </a:cubicBezTo>
                  <a:cubicBezTo>
                    <a:pt x="34" y="26"/>
                    <a:pt x="39" y="28"/>
                    <a:pt x="40" y="28"/>
                  </a:cubicBezTo>
                  <a:cubicBezTo>
                    <a:pt x="42" y="28"/>
                    <a:pt x="44" y="25"/>
                    <a:pt x="48" y="25"/>
                  </a:cubicBezTo>
                  <a:cubicBezTo>
                    <a:pt x="51" y="25"/>
                    <a:pt x="53" y="23"/>
                    <a:pt x="53" y="24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4" y="22"/>
                    <a:pt x="54" y="22"/>
                    <a:pt x="55" y="22"/>
                  </a:cubicBezTo>
                  <a:cubicBezTo>
                    <a:pt x="56" y="21"/>
                    <a:pt x="55" y="19"/>
                    <a:pt x="56" y="18"/>
                  </a:cubicBezTo>
                  <a:cubicBezTo>
                    <a:pt x="57" y="17"/>
                    <a:pt x="55" y="14"/>
                    <a:pt x="57" y="15"/>
                  </a:cubicBezTo>
                  <a:cubicBezTo>
                    <a:pt x="59" y="15"/>
                    <a:pt x="61" y="15"/>
                    <a:pt x="61" y="12"/>
                  </a:cubicBezTo>
                  <a:cubicBezTo>
                    <a:pt x="61" y="12"/>
                    <a:pt x="61" y="11"/>
                    <a:pt x="62" y="10"/>
                  </a:cubicBezTo>
                  <a:cubicBezTo>
                    <a:pt x="60" y="7"/>
                    <a:pt x="59" y="3"/>
                    <a:pt x="59" y="3"/>
                  </a:cubicBezTo>
                  <a:cubicBezTo>
                    <a:pt x="59" y="3"/>
                    <a:pt x="55" y="5"/>
                    <a:pt x="52" y="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70" name="Freeform 72"/>
            <p:cNvSpPr>
              <a:spLocks/>
            </p:cNvSpPr>
            <p:nvPr/>
          </p:nvSpPr>
          <p:spPr bwMode="auto">
            <a:xfrm>
              <a:off x="6225349" y="2946720"/>
              <a:ext cx="161937" cy="99894"/>
            </a:xfrm>
            <a:custGeom>
              <a:avLst/>
              <a:gdLst>
                <a:gd name="T0" fmla="*/ 52 w 54"/>
                <a:gd name="T1" fmla="*/ 6 h 32"/>
                <a:gd name="T2" fmla="*/ 50 w 54"/>
                <a:gd name="T3" fmla="*/ 5 h 32"/>
                <a:gd name="T4" fmla="*/ 45 w 54"/>
                <a:gd name="T5" fmla="*/ 3 h 32"/>
                <a:gd name="T6" fmla="*/ 37 w 54"/>
                <a:gd name="T7" fmla="*/ 1 h 32"/>
                <a:gd name="T8" fmla="*/ 29 w 54"/>
                <a:gd name="T9" fmla="*/ 6 h 32"/>
                <a:gd name="T10" fmla="*/ 21 w 54"/>
                <a:gd name="T11" fmla="*/ 8 h 32"/>
                <a:gd name="T12" fmla="*/ 9 w 54"/>
                <a:gd name="T13" fmla="*/ 8 h 32"/>
                <a:gd name="T14" fmla="*/ 8 w 54"/>
                <a:gd name="T15" fmla="*/ 7 h 32"/>
                <a:gd name="T16" fmla="*/ 7 w 54"/>
                <a:gd name="T17" fmla="*/ 9 h 32"/>
                <a:gd name="T18" fmla="*/ 3 w 54"/>
                <a:gd name="T19" fmla="*/ 12 h 32"/>
                <a:gd name="T20" fmla="*/ 2 w 54"/>
                <a:gd name="T21" fmla="*/ 15 h 32"/>
                <a:gd name="T22" fmla="*/ 1 w 54"/>
                <a:gd name="T23" fmla="*/ 19 h 32"/>
                <a:gd name="T24" fmla="*/ 0 w 54"/>
                <a:gd name="T25" fmla="*/ 21 h 32"/>
                <a:gd name="T26" fmla="*/ 2 w 54"/>
                <a:gd name="T27" fmla="*/ 24 h 32"/>
                <a:gd name="T28" fmla="*/ 1 w 54"/>
                <a:gd name="T29" fmla="*/ 24 h 32"/>
                <a:gd name="T30" fmla="*/ 8 w 54"/>
                <a:gd name="T31" fmla="*/ 29 h 32"/>
                <a:gd name="T32" fmla="*/ 17 w 54"/>
                <a:gd name="T33" fmla="*/ 31 h 32"/>
                <a:gd name="T34" fmla="*/ 29 w 54"/>
                <a:gd name="T35" fmla="*/ 27 h 32"/>
                <a:gd name="T36" fmla="*/ 32 w 54"/>
                <a:gd name="T37" fmla="*/ 29 h 32"/>
                <a:gd name="T38" fmla="*/ 35 w 54"/>
                <a:gd name="T39" fmla="*/ 29 h 32"/>
                <a:gd name="T40" fmla="*/ 40 w 54"/>
                <a:gd name="T41" fmla="*/ 25 h 32"/>
                <a:gd name="T42" fmla="*/ 47 w 54"/>
                <a:gd name="T43" fmla="*/ 13 h 32"/>
                <a:gd name="T44" fmla="*/ 53 w 54"/>
                <a:gd name="T45" fmla="*/ 9 h 32"/>
                <a:gd name="T46" fmla="*/ 52 w 54"/>
                <a:gd name="T47" fmla="*/ 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32">
                  <a:moveTo>
                    <a:pt x="52" y="6"/>
                  </a:moveTo>
                  <a:cubicBezTo>
                    <a:pt x="52" y="6"/>
                    <a:pt x="51" y="6"/>
                    <a:pt x="50" y="5"/>
                  </a:cubicBezTo>
                  <a:cubicBezTo>
                    <a:pt x="48" y="5"/>
                    <a:pt x="46" y="4"/>
                    <a:pt x="45" y="3"/>
                  </a:cubicBezTo>
                  <a:cubicBezTo>
                    <a:pt x="44" y="2"/>
                    <a:pt x="38" y="1"/>
                    <a:pt x="37" y="1"/>
                  </a:cubicBezTo>
                  <a:cubicBezTo>
                    <a:pt x="36" y="0"/>
                    <a:pt x="31" y="6"/>
                    <a:pt x="29" y="6"/>
                  </a:cubicBezTo>
                  <a:cubicBezTo>
                    <a:pt x="28" y="6"/>
                    <a:pt x="21" y="7"/>
                    <a:pt x="21" y="8"/>
                  </a:cubicBezTo>
                  <a:cubicBezTo>
                    <a:pt x="21" y="10"/>
                    <a:pt x="12" y="11"/>
                    <a:pt x="9" y="8"/>
                  </a:cubicBezTo>
                  <a:cubicBezTo>
                    <a:pt x="9" y="8"/>
                    <a:pt x="8" y="8"/>
                    <a:pt x="8" y="7"/>
                  </a:cubicBezTo>
                  <a:cubicBezTo>
                    <a:pt x="7" y="8"/>
                    <a:pt x="7" y="9"/>
                    <a:pt x="7" y="9"/>
                  </a:cubicBezTo>
                  <a:cubicBezTo>
                    <a:pt x="7" y="12"/>
                    <a:pt x="5" y="12"/>
                    <a:pt x="3" y="12"/>
                  </a:cubicBezTo>
                  <a:cubicBezTo>
                    <a:pt x="1" y="11"/>
                    <a:pt x="3" y="14"/>
                    <a:pt x="2" y="15"/>
                  </a:cubicBezTo>
                  <a:cubicBezTo>
                    <a:pt x="1" y="16"/>
                    <a:pt x="2" y="18"/>
                    <a:pt x="1" y="19"/>
                  </a:cubicBezTo>
                  <a:cubicBezTo>
                    <a:pt x="0" y="19"/>
                    <a:pt x="0" y="19"/>
                    <a:pt x="0" y="21"/>
                  </a:cubicBezTo>
                  <a:cubicBezTo>
                    <a:pt x="0" y="21"/>
                    <a:pt x="2" y="24"/>
                    <a:pt x="2" y="24"/>
                  </a:cubicBezTo>
                  <a:cubicBezTo>
                    <a:pt x="2" y="24"/>
                    <a:pt x="1" y="24"/>
                    <a:pt x="1" y="24"/>
                  </a:cubicBezTo>
                  <a:cubicBezTo>
                    <a:pt x="3" y="25"/>
                    <a:pt x="7" y="27"/>
                    <a:pt x="8" y="29"/>
                  </a:cubicBezTo>
                  <a:cubicBezTo>
                    <a:pt x="10" y="31"/>
                    <a:pt x="15" y="32"/>
                    <a:pt x="17" y="31"/>
                  </a:cubicBezTo>
                  <a:cubicBezTo>
                    <a:pt x="19" y="30"/>
                    <a:pt x="29" y="27"/>
                    <a:pt x="29" y="27"/>
                  </a:cubicBezTo>
                  <a:cubicBezTo>
                    <a:pt x="29" y="27"/>
                    <a:pt x="31" y="28"/>
                    <a:pt x="32" y="29"/>
                  </a:cubicBezTo>
                  <a:cubicBezTo>
                    <a:pt x="33" y="29"/>
                    <a:pt x="33" y="29"/>
                    <a:pt x="35" y="29"/>
                  </a:cubicBezTo>
                  <a:cubicBezTo>
                    <a:pt x="35" y="28"/>
                    <a:pt x="37" y="28"/>
                    <a:pt x="40" y="25"/>
                  </a:cubicBezTo>
                  <a:cubicBezTo>
                    <a:pt x="42" y="23"/>
                    <a:pt x="46" y="13"/>
                    <a:pt x="47" y="13"/>
                  </a:cubicBezTo>
                  <a:cubicBezTo>
                    <a:pt x="48" y="12"/>
                    <a:pt x="51" y="10"/>
                    <a:pt x="53" y="9"/>
                  </a:cubicBezTo>
                  <a:cubicBezTo>
                    <a:pt x="54" y="8"/>
                    <a:pt x="54" y="7"/>
                    <a:pt x="52" y="6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71" name="Freeform 73"/>
            <p:cNvSpPr>
              <a:spLocks/>
            </p:cNvSpPr>
            <p:nvPr/>
          </p:nvSpPr>
          <p:spPr bwMode="auto">
            <a:xfrm>
              <a:off x="6124617" y="2869170"/>
              <a:ext cx="163212" cy="84121"/>
            </a:xfrm>
            <a:custGeom>
              <a:avLst/>
              <a:gdLst>
                <a:gd name="T0" fmla="*/ 51 w 54"/>
                <a:gd name="T1" fmla="*/ 12 h 27"/>
                <a:gd name="T2" fmla="*/ 45 w 54"/>
                <a:gd name="T3" fmla="*/ 11 h 27"/>
                <a:gd name="T4" fmla="*/ 43 w 54"/>
                <a:gd name="T5" fmla="*/ 8 h 27"/>
                <a:gd name="T6" fmla="*/ 38 w 54"/>
                <a:gd name="T7" fmla="*/ 8 h 27"/>
                <a:gd name="T8" fmla="*/ 34 w 54"/>
                <a:gd name="T9" fmla="*/ 7 h 27"/>
                <a:gd name="T10" fmla="*/ 28 w 54"/>
                <a:gd name="T11" fmla="*/ 3 h 27"/>
                <a:gd name="T12" fmla="*/ 23 w 54"/>
                <a:gd name="T13" fmla="*/ 0 h 27"/>
                <a:gd name="T14" fmla="*/ 23 w 54"/>
                <a:gd name="T15" fmla="*/ 1 h 27"/>
                <a:gd name="T16" fmla="*/ 18 w 54"/>
                <a:gd name="T17" fmla="*/ 1 h 27"/>
                <a:gd name="T18" fmla="*/ 12 w 54"/>
                <a:gd name="T19" fmla="*/ 4 h 27"/>
                <a:gd name="T20" fmla="*/ 3 w 54"/>
                <a:gd name="T21" fmla="*/ 7 h 27"/>
                <a:gd name="T22" fmla="*/ 3 w 54"/>
                <a:gd name="T23" fmla="*/ 12 h 27"/>
                <a:gd name="T24" fmla="*/ 6 w 54"/>
                <a:gd name="T25" fmla="*/ 19 h 27"/>
                <a:gd name="T26" fmla="*/ 15 w 54"/>
                <a:gd name="T27" fmla="*/ 26 h 27"/>
                <a:gd name="T28" fmla="*/ 15 w 54"/>
                <a:gd name="T29" fmla="*/ 26 h 27"/>
                <a:gd name="T30" fmla="*/ 22 w 54"/>
                <a:gd name="T31" fmla="*/ 26 h 27"/>
                <a:gd name="T32" fmla="*/ 24 w 54"/>
                <a:gd name="T33" fmla="*/ 22 h 27"/>
                <a:gd name="T34" fmla="*/ 31 w 54"/>
                <a:gd name="T35" fmla="*/ 24 h 27"/>
                <a:gd name="T36" fmla="*/ 38 w 54"/>
                <a:gd name="T37" fmla="*/ 25 h 27"/>
                <a:gd name="T38" fmla="*/ 38 w 54"/>
                <a:gd name="T39" fmla="*/ 27 h 27"/>
                <a:gd name="T40" fmla="*/ 41 w 54"/>
                <a:gd name="T41" fmla="*/ 24 h 27"/>
                <a:gd name="T42" fmla="*/ 49 w 54"/>
                <a:gd name="T43" fmla="*/ 20 h 27"/>
                <a:gd name="T44" fmla="*/ 54 w 54"/>
                <a:gd name="T45" fmla="*/ 16 h 27"/>
                <a:gd name="T46" fmla="*/ 51 w 54"/>
                <a:gd name="T47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27">
                  <a:moveTo>
                    <a:pt x="51" y="12"/>
                  </a:moveTo>
                  <a:cubicBezTo>
                    <a:pt x="49" y="11"/>
                    <a:pt x="46" y="12"/>
                    <a:pt x="45" y="11"/>
                  </a:cubicBezTo>
                  <a:cubicBezTo>
                    <a:pt x="45" y="10"/>
                    <a:pt x="45" y="8"/>
                    <a:pt x="43" y="8"/>
                  </a:cubicBezTo>
                  <a:cubicBezTo>
                    <a:pt x="41" y="8"/>
                    <a:pt x="39" y="7"/>
                    <a:pt x="38" y="8"/>
                  </a:cubicBezTo>
                  <a:cubicBezTo>
                    <a:pt x="37" y="10"/>
                    <a:pt x="34" y="8"/>
                    <a:pt x="34" y="7"/>
                  </a:cubicBezTo>
                  <a:cubicBezTo>
                    <a:pt x="34" y="5"/>
                    <a:pt x="32" y="4"/>
                    <a:pt x="28" y="3"/>
                  </a:cubicBezTo>
                  <a:cubicBezTo>
                    <a:pt x="27" y="2"/>
                    <a:pt x="25" y="1"/>
                    <a:pt x="23" y="0"/>
                  </a:cubicBezTo>
                  <a:cubicBezTo>
                    <a:pt x="23" y="0"/>
                    <a:pt x="23" y="0"/>
                    <a:pt x="23" y="1"/>
                  </a:cubicBezTo>
                  <a:cubicBezTo>
                    <a:pt x="22" y="2"/>
                    <a:pt x="20" y="0"/>
                    <a:pt x="18" y="1"/>
                  </a:cubicBezTo>
                  <a:cubicBezTo>
                    <a:pt x="17" y="2"/>
                    <a:pt x="14" y="2"/>
                    <a:pt x="12" y="4"/>
                  </a:cubicBezTo>
                  <a:cubicBezTo>
                    <a:pt x="10" y="6"/>
                    <a:pt x="5" y="7"/>
                    <a:pt x="3" y="7"/>
                  </a:cubicBezTo>
                  <a:cubicBezTo>
                    <a:pt x="0" y="8"/>
                    <a:pt x="2" y="10"/>
                    <a:pt x="3" y="12"/>
                  </a:cubicBezTo>
                  <a:cubicBezTo>
                    <a:pt x="4" y="14"/>
                    <a:pt x="4" y="18"/>
                    <a:pt x="6" y="19"/>
                  </a:cubicBezTo>
                  <a:cubicBezTo>
                    <a:pt x="8" y="20"/>
                    <a:pt x="14" y="24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7" y="27"/>
                    <a:pt x="21" y="27"/>
                    <a:pt x="22" y="26"/>
                  </a:cubicBezTo>
                  <a:cubicBezTo>
                    <a:pt x="23" y="24"/>
                    <a:pt x="24" y="22"/>
                    <a:pt x="24" y="22"/>
                  </a:cubicBezTo>
                  <a:cubicBezTo>
                    <a:pt x="24" y="22"/>
                    <a:pt x="29" y="22"/>
                    <a:pt x="31" y="24"/>
                  </a:cubicBezTo>
                  <a:cubicBezTo>
                    <a:pt x="34" y="27"/>
                    <a:pt x="38" y="25"/>
                    <a:pt x="38" y="25"/>
                  </a:cubicBezTo>
                  <a:cubicBezTo>
                    <a:pt x="38" y="25"/>
                    <a:pt x="38" y="26"/>
                    <a:pt x="38" y="27"/>
                  </a:cubicBezTo>
                  <a:cubicBezTo>
                    <a:pt x="39" y="25"/>
                    <a:pt x="40" y="24"/>
                    <a:pt x="41" y="24"/>
                  </a:cubicBezTo>
                  <a:cubicBezTo>
                    <a:pt x="43" y="24"/>
                    <a:pt x="46" y="23"/>
                    <a:pt x="49" y="20"/>
                  </a:cubicBezTo>
                  <a:cubicBezTo>
                    <a:pt x="50" y="18"/>
                    <a:pt x="52" y="17"/>
                    <a:pt x="54" y="16"/>
                  </a:cubicBezTo>
                  <a:cubicBezTo>
                    <a:pt x="52" y="15"/>
                    <a:pt x="52" y="13"/>
                    <a:pt x="51" y="1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72" name="Freeform 74"/>
            <p:cNvSpPr>
              <a:spLocks/>
            </p:cNvSpPr>
            <p:nvPr/>
          </p:nvSpPr>
          <p:spPr bwMode="auto">
            <a:xfrm>
              <a:off x="6239376" y="2919118"/>
              <a:ext cx="141535" cy="61776"/>
            </a:xfrm>
            <a:custGeom>
              <a:avLst/>
              <a:gdLst>
                <a:gd name="T0" fmla="*/ 35 w 47"/>
                <a:gd name="T1" fmla="*/ 2 h 20"/>
                <a:gd name="T2" fmla="*/ 29 w 47"/>
                <a:gd name="T3" fmla="*/ 1 h 20"/>
                <a:gd name="T4" fmla="*/ 22 w 47"/>
                <a:gd name="T5" fmla="*/ 1 h 20"/>
                <a:gd name="T6" fmla="*/ 17 w 47"/>
                <a:gd name="T7" fmla="*/ 1 h 20"/>
                <a:gd name="T8" fmla="*/ 16 w 47"/>
                <a:gd name="T9" fmla="*/ 0 h 20"/>
                <a:gd name="T10" fmla="*/ 11 w 47"/>
                <a:gd name="T11" fmla="*/ 4 h 20"/>
                <a:gd name="T12" fmla="*/ 3 w 47"/>
                <a:gd name="T13" fmla="*/ 8 h 20"/>
                <a:gd name="T14" fmla="*/ 0 w 47"/>
                <a:gd name="T15" fmla="*/ 11 h 20"/>
                <a:gd name="T16" fmla="*/ 4 w 47"/>
                <a:gd name="T17" fmla="*/ 17 h 20"/>
                <a:gd name="T18" fmla="*/ 16 w 47"/>
                <a:gd name="T19" fmla="*/ 17 h 20"/>
                <a:gd name="T20" fmla="*/ 24 w 47"/>
                <a:gd name="T21" fmla="*/ 15 h 20"/>
                <a:gd name="T22" fmla="*/ 32 w 47"/>
                <a:gd name="T23" fmla="*/ 10 h 20"/>
                <a:gd name="T24" fmla="*/ 40 w 47"/>
                <a:gd name="T25" fmla="*/ 12 h 20"/>
                <a:gd name="T26" fmla="*/ 45 w 47"/>
                <a:gd name="T27" fmla="*/ 14 h 20"/>
                <a:gd name="T28" fmla="*/ 44 w 47"/>
                <a:gd name="T29" fmla="*/ 11 h 20"/>
                <a:gd name="T30" fmla="*/ 47 w 47"/>
                <a:gd name="T31" fmla="*/ 5 h 20"/>
                <a:gd name="T32" fmla="*/ 47 w 47"/>
                <a:gd name="T33" fmla="*/ 5 h 20"/>
                <a:gd name="T34" fmla="*/ 43 w 47"/>
                <a:gd name="T35" fmla="*/ 4 h 20"/>
                <a:gd name="T36" fmla="*/ 35 w 47"/>
                <a:gd name="T3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7" h="20">
                  <a:moveTo>
                    <a:pt x="35" y="2"/>
                  </a:moveTo>
                  <a:cubicBezTo>
                    <a:pt x="33" y="2"/>
                    <a:pt x="31" y="1"/>
                    <a:pt x="29" y="1"/>
                  </a:cubicBezTo>
                  <a:cubicBezTo>
                    <a:pt x="27" y="2"/>
                    <a:pt x="23" y="1"/>
                    <a:pt x="22" y="1"/>
                  </a:cubicBezTo>
                  <a:cubicBezTo>
                    <a:pt x="20" y="0"/>
                    <a:pt x="19" y="2"/>
                    <a:pt x="17" y="1"/>
                  </a:cubicBezTo>
                  <a:cubicBezTo>
                    <a:pt x="16" y="1"/>
                    <a:pt x="16" y="0"/>
                    <a:pt x="16" y="0"/>
                  </a:cubicBezTo>
                  <a:cubicBezTo>
                    <a:pt x="14" y="1"/>
                    <a:pt x="12" y="2"/>
                    <a:pt x="11" y="4"/>
                  </a:cubicBezTo>
                  <a:cubicBezTo>
                    <a:pt x="8" y="7"/>
                    <a:pt x="5" y="8"/>
                    <a:pt x="3" y="8"/>
                  </a:cubicBezTo>
                  <a:cubicBezTo>
                    <a:pt x="2" y="8"/>
                    <a:pt x="1" y="9"/>
                    <a:pt x="0" y="11"/>
                  </a:cubicBezTo>
                  <a:cubicBezTo>
                    <a:pt x="1" y="13"/>
                    <a:pt x="3" y="16"/>
                    <a:pt x="4" y="17"/>
                  </a:cubicBezTo>
                  <a:cubicBezTo>
                    <a:pt x="7" y="20"/>
                    <a:pt x="16" y="19"/>
                    <a:pt x="16" y="17"/>
                  </a:cubicBezTo>
                  <a:cubicBezTo>
                    <a:pt x="16" y="16"/>
                    <a:pt x="23" y="15"/>
                    <a:pt x="24" y="15"/>
                  </a:cubicBezTo>
                  <a:cubicBezTo>
                    <a:pt x="26" y="15"/>
                    <a:pt x="31" y="9"/>
                    <a:pt x="32" y="10"/>
                  </a:cubicBezTo>
                  <a:cubicBezTo>
                    <a:pt x="33" y="10"/>
                    <a:pt x="39" y="11"/>
                    <a:pt x="40" y="12"/>
                  </a:cubicBezTo>
                  <a:cubicBezTo>
                    <a:pt x="41" y="13"/>
                    <a:pt x="43" y="14"/>
                    <a:pt x="45" y="14"/>
                  </a:cubicBezTo>
                  <a:cubicBezTo>
                    <a:pt x="44" y="13"/>
                    <a:pt x="44" y="12"/>
                    <a:pt x="44" y="11"/>
                  </a:cubicBezTo>
                  <a:cubicBezTo>
                    <a:pt x="44" y="10"/>
                    <a:pt x="46" y="6"/>
                    <a:pt x="47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5" y="4"/>
                    <a:pt x="43" y="4"/>
                    <a:pt x="43" y="4"/>
                  </a:cubicBezTo>
                  <a:cubicBezTo>
                    <a:pt x="42" y="3"/>
                    <a:pt x="38" y="2"/>
                    <a:pt x="35" y="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73" name="Freeform 75"/>
            <p:cNvSpPr>
              <a:spLocks/>
            </p:cNvSpPr>
            <p:nvPr/>
          </p:nvSpPr>
          <p:spPr bwMode="auto">
            <a:xfrm>
              <a:off x="5567403" y="3164908"/>
              <a:ext cx="93082" cy="161669"/>
            </a:xfrm>
            <a:custGeom>
              <a:avLst/>
              <a:gdLst>
                <a:gd name="T0" fmla="*/ 23 w 31"/>
                <a:gd name="T1" fmla="*/ 42 h 52"/>
                <a:gd name="T2" fmla="*/ 21 w 31"/>
                <a:gd name="T3" fmla="*/ 38 h 52"/>
                <a:gd name="T4" fmla="*/ 23 w 31"/>
                <a:gd name="T5" fmla="*/ 34 h 52"/>
                <a:gd name="T6" fmla="*/ 20 w 31"/>
                <a:gd name="T7" fmla="*/ 29 h 52"/>
                <a:gd name="T8" fmla="*/ 23 w 31"/>
                <a:gd name="T9" fmla="*/ 26 h 52"/>
                <a:gd name="T10" fmla="*/ 24 w 31"/>
                <a:gd name="T11" fmla="*/ 20 h 52"/>
                <a:gd name="T12" fmla="*/ 24 w 31"/>
                <a:gd name="T13" fmla="*/ 12 h 52"/>
                <a:gd name="T14" fmla="*/ 29 w 31"/>
                <a:gd name="T15" fmla="*/ 7 h 52"/>
                <a:gd name="T16" fmla="*/ 27 w 31"/>
                <a:gd name="T17" fmla="*/ 4 h 52"/>
                <a:gd name="T18" fmla="*/ 22 w 31"/>
                <a:gd name="T19" fmla="*/ 3 h 52"/>
                <a:gd name="T20" fmla="*/ 18 w 31"/>
                <a:gd name="T21" fmla="*/ 3 h 52"/>
                <a:gd name="T22" fmla="*/ 13 w 31"/>
                <a:gd name="T23" fmla="*/ 2 h 52"/>
                <a:gd name="T24" fmla="*/ 10 w 31"/>
                <a:gd name="T25" fmla="*/ 1 h 52"/>
                <a:gd name="T26" fmla="*/ 8 w 31"/>
                <a:gd name="T27" fmla="*/ 2 h 52"/>
                <a:gd name="T28" fmla="*/ 8 w 31"/>
                <a:gd name="T29" fmla="*/ 8 h 52"/>
                <a:gd name="T30" fmla="*/ 3 w 31"/>
                <a:gd name="T31" fmla="*/ 28 h 52"/>
                <a:gd name="T32" fmla="*/ 6 w 31"/>
                <a:gd name="T33" fmla="*/ 36 h 52"/>
                <a:gd name="T34" fmla="*/ 7 w 31"/>
                <a:gd name="T35" fmla="*/ 50 h 52"/>
                <a:gd name="T36" fmla="*/ 14 w 31"/>
                <a:gd name="T37" fmla="*/ 52 h 52"/>
                <a:gd name="T38" fmla="*/ 21 w 31"/>
                <a:gd name="T39" fmla="*/ 50 h 52"/>
                <a:gd name="T40" fmla="*/ 19 w 31"/>
                <a:gd name="T41" fmla="*/ 47 h 52"/>
                <a:gd name="T42" fmla="*/ 23 w 31"/>
                <a:gd name="T43" fmla="*/ 4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" h="52">
                  <a:moveTo>
                    <a:pt x="23" y="42"/>
                  </a:moveTo>
                  <a:cubicBezTo>
                    <a:pt x="26" y="42"/>
                    <a:pt x="22" y="39"/>
                    <a:pt x="21" y="38"/>
                  </a:cubicBezTo>
                  <a:cubicBezTo>
                    <a:pt x="20" y="37"/>
                    <a:pt x="21" y="34"/>
                    <a:pt x="23" y="34"/>
                  </a:cubicBezTo>
                  <a:cubicBezTo>
                    <a:pt x="25" y="34"/>
                    <a:pt x="23" y="31"/>
                    <a:pt x="20" y="29"/>
                  </a:cubicBezTo>
                  <a:cubicBezTo>
                    <a:pt x="18" y="27"/>
                    <a:pt x="20" y="26"/>
                    <a:pt x="23" y="26"/>
                  </a:cubicBezTo>
                  <a:cubicBezTo>
                    <a:pt x="25" y="26"/>
                    <a:pt x="22" y="22"/>
                    <a:pt x="24" y="20"/>
                  </a:cubicBezTo>
                  <a:cubicBezTo>
                    <a:pt x="26" y="18"/>
                    <a:pt x="24" y="14"/>
                    <a:pt x="24" y="12"/>
                  </a:cubicBezTo>
                  <a:cubicBezTo>
                    <a:pt x="24" y="10"/>
                    <a:pt x="27" y="10"/>
                    <a:pt x="29" y="7"/>
                  </a:cubicBezTo>
                  <a:cubicBezTo>
                    <a:pt x="31" y="5"/>
                    <a:pt x="27" y="6"/>
                    <a:pt x="27" y="4"/>
                  </a:cubicBezTo>
                  <a:cubicBezTo>
                    <a:pt x="27" y="2"/>
                    <a:pt x="24" y="1"/>
                    <a:pt x="22" y="3"/>
                  </a:cubicBezTo>
                  <a:cubicBezTo>
                    <a:pt x="20" y="4"/>
                    <a:pt x="20" y="3"/>
                    <a:pt x="18" y="3"/>
                  </a:cubicBezTo>
                  <a:cubicBezTo>
                    <a:pt x="17" y="3"/>
                    <a:pt x="13" y="4"/>
                    <a:pt x="13" y="2"/>
                  </a:cubicBezTo>
                  <a:cubicBezTo>
                    <a:pt x="13" y="0"/>
                    <a:pt x="12" y="0"/>
                    <a:pt x="10" y="1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8" y="5"/>
                    <a:pt x="7" y="7"/>
                    <a:pt x="8" y="8"/>
                  </a:cubicBezTo>
                  <a:cubicBezTo>
                    <a:pt x="10" y="11"/>
                    <a:pt x="6" y="25"/>
                    <a:pt x="3" y="28"/>
                  </a:cubicBezTo>
                  <a:cubicBezTo>
                    <a:pt x="0" y="32"/>
                    <a:pt x="3" y="33"/>
                    <a:pt x="6" y="36"/>
                  </a:cubicBezTo>
                  <a:cubicBezTo>
                    <a:pt x="10" y="38"/>
                    <a:pt x="7" y="48"/>
                    <a:pt x="7" y="50"/>
                  </a:cubicBezTo>
                  <a:cubicBezTo>
                    <a:pt x="7" y="52"/>
                    <a:pt x="10" y="52"/>
                    <a:pt x="14" y="52"/>
                  </a:cubicBezTo>
                  <a:cubicBezTo>
                    <a:pt x="16" y="52"/>
                    <a:pt x="18" y="51"/>
                    <a:pt x="21" y="50"/>
                  </a:cubicBezTo>
                  <a:cubicBezTo>
                    <a:pt x="20" y="49"/>
                    <a:pt x="19" y="48"/>
                    <a:pt x="19" y="47"/>
                  </a:cubicBezTo>
                  <a:cubicBezTo>
                    <a:pt x="19" y="46"/>
                    <a:pt x="19" y="43"/>
                    <a:pt x="23" y="4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74" name="Freeform 76"/>
            <p:cNvSpPr>
              <a:spLocks/>
            </p:cNvSpPr>
            <p:nvPr/>
          </p:nvSpPr>
          <p:spPr bwMode="auto">
            <a:xfrm>
              <a:off x="5896377" y="2782421"/>
              <a:ext cx="105832" cy="93321"/>
            </a:xfrm>
            <a:custGeom>
              <a:avLst/>
              <a:gdLst>
                <a:gd name="T0" fmla="*/ 11 w 35"/>
                <a:gd name="T1" fmla="*/ 24 h 30"/>
                <a:gd name="T2" fmla="*/ 17 w 35"/>
                <a:gd name="T3" fmla="*/ 24 h 30"/>
                <a:gd name="T4" fmla="*/ 23 w 35"/>
                <a:gd name="T5" fmla="*/ 29 h 30"/>
                <a:gd name="T6" fmla="*/ 25 w 35"/>
                <a:gd name="T7" fmla="*/ 30 h 30"/>
                <a:gd name="T8" fmla="*/ 26 w 35"/>
                <a:gd name="T9" fmla="*/ 24 h 30"/>
                <a:gd name="T10" fmla="*/ 27 w 35"/>
                <a:gd name="T11" fmla="*/ 20 h 30"/>
                <a:gd name="T12" fmla="*/ 31 w 35"/>
                <a:gd name="T13" fmla="*/ 17 h 30"/>
                <a:gd name="T14" fmla="*/ 33 w 35"/>
                <a:gd name="T15" fmla="*/ 15 h 30"/>
                <a:gd name="T16" fmla="*/ 30 w 35"/>
                <a:gd name="T17" fmla="*/ 10 h 30"/>
                <a:gd name="T18" fmla="*/ 34 w 35"/>
                <a:gd name="T19" fmla="*/ 6 h 30"/>
                <a:gd name="T20" fmla="*/ 34 w 35"/>
                <a:gd name="T21" fmla="*/ 1 h 30"/>
                <a:gd name="T22" fmla="*/ 32 w 35"/>
                <a:gd name="T23" fmla="*/ 1 h 30"/>
                <a:gd name="T24" fmla="*/ 24 w 35"/>
                <a:gd name="T25" fmla="*/ 2 h 30"/>
                <a:gd name="T26" fmla="*/ 20 w 35"/>
                <a:gd name="T27" fmla="*/ 7 h 30"/>
                <a:gd name="T28" fmla="*/ 16 w 35"/>
                <a:gd name="T29" fmla="*/ 8 h 30"/>
                <a:gd name="T30" fmla="*/ 12 w 35"/>
                <a:gd name="T31" fmla="*/ 10 h 30"/>
                <a:gd name="T32" fmla="*/ 8 w 35"/>
                <a:gd name="T33" fmla="*/ 17 h 30"/>
                <a:gd name="T34" fmla="*/ 2 w 35"/>
                <a:gd name="T35" fmla="*/ 24 h 30"/>
                <a:gd name="T36" fmla="*/ 0 w 35"/>
                <a:gd name="T37" fmla="*/ 25 h 30"/>
                <a:gd name="T38" fmla="*/ 3 w 35"/>
                <a:gd name="T39" fmla="*/ 26 h 30"/>
                <a:gd name="T40" fmla="*/ 11 w 35"/>
                <a:gd name="T41" fmla="*/ 2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" h="30">
                  <a:moveTo>
                    <a:pt x="11" y="24"/>
                  </a:moveTo>
                  <a:cubicBezTo>
                    <a:pt x="13" y="22"/>
                    <a:pt x="16" y="23"/>
                    <a:pt x="17" y="24"/>
                  </a:cubicBezTo>
                  <a:cubicBezTo>
                    <a:pt x="19" y="26"/>
                    <a:pt x="21" y="26"/>
                    <a:pt x="23" y="29"/>
                  </a:cubicBezTo>
                  <a:cubicBezTo>
                    <a:pt x="24" y="29"/>
                    <a:pt x="24" y="30"/>
                    <a:pt x="25" y="30"/>
                  </a:cubicBezTo>
                  <a:cubicBezTo>
                    <a:pt x="25" y="29"/>
                    <a:pt x="25" y="25"/>
                    <a:pt x="26" y="24"/>
                  </a:cubicBezTo>
                  <a:cubicBezTo>
                    <a:pt x="27" y="22"/>
                    <a:pt x="25" y="20"/>
                    <a:pt x="27" y="20"/>
                  </a:cubicBezTo>
                  <a:cubicBezTo>
                    <a:pt x="28" y="20"/>
                    <a:pt x="31" y="20"/>
                    <a:pt x="31" y="17"/>
                  </a:cubicBezTo>
                  <a:cubicBezTo>
                    <a:pt x="31" y="15"/>
                    <a:pt x="32" y="16"/>
                    <a:pt x="33" y="15"/>
                  </a:cubicBezTo>
                  <a:cubicBezTo>
                    <a:pt x="34" y="13"/>
                    <a:pt x="31" y="11"/>
                    <a:pt x="30" y="10"/>
                  </a:cubicBezTo>
                  <a:cubicBezTo>
                    <a:pt x="30" y="9"/>
                    <a:pt x="32" y="9"/>
                    <a:pt x="34" y="6"/>
                  </a:cubicBezTo>
                  <a:cubicBezTo>
                    <a:pt x="35" y="5"/>
                    <a:pt x="35" y="3"/>
                    <a:pt x="34" y="1"/>
                  </a:cubicBezTo>
                  <a:cubicBezTo>
                    <a:pt x="34" y="1"/>
                    <a:pt x="33" y="2"/>
                    <a:pt x="32" y="1"/>
                  </a:cubicBezTo>
                  <a:cubicBezTo>
                    <a:pt x="30" y="0"/>
                    <a:pt x="27" y="1"/>
                    <a:pt x="24" y="2"/>
                  </a:cubicBezTo>
                  <a:cubicBezTo>
                    <a:pt x="20" y="2"/>
                    <a:pt x="19" y="6"/>
                    <a:pt x="20" y="7"/>
                  </a:cubicBezTo>
                  <a:cubicBezTo>
                    <a:pt x="22" y="9"/>
                    <a:pt x="17" y="10"/>
                    <a:pt x="16" y="8"/>
                  </a:cubicBezTo>
                  <a:cubicBezTo>
                    <a:pt x="16" y="6"/>
                    <a:pt x="12" y="7"/>
                    <a:pt x="12" y="10"/>
                  </a:cubicBezTo>
                  <a:cubicBezTo>
                    <a:pt x="13" y="12"/>
                    <a:pt x="8" y="13"/>
                    <a:pt x="8" y="17"/>
                  </a:cubicBezTo>
                  <a:cubicBezTo>
                    <a:pt x="9" y="20"/>
                    <a:pt x="4" y="23"/>
                    <a:pt x="2" y="24"/>
                  </a:cubicBezTo>
                  <a:cubicBezTo>
                    <a:pt x="1" y="25"/>
                    <a:pt x="1" y="25"/>
                    <a:pt x="0" y="25"/>
                  </a:cubicBezTo>
                  <a:cubicBezTo>
                    <a:pt x="2" y="26"/>
                    <a:pt x="3" y="26"/>
                    <a:pt x="3" y="26"/>
                  </a:cubicBezTo>
                  <a:cubicBezTo>
                    <a:pt x="6" y="26"/>
                    <a:pt x="10" y="25"/>
                    <a:pt x="11" y="2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75" name="Freeform 77"/>
            <p:cNvSpPr>
              <a:spLocks/>
            </p:cNvSpPr>
            <p:nvPr/>
          </p:nvSpPr>
          <p:spPr bwMode="auto">
            <a:xfrm>
              <a:off x="5962681" y="2900715"/>
              <a:ext cx="17850" cy="23659"/>
            </a:xfrm>
            <a:custGeom>
              <a:avLst/>
              <a:gdLst>
                <a:gd name="T0" fmla="*/ 4 w 6"/>
                <a:gd name="T1" fmla="*/ 0 h 8"/>
                <a:gd name="T2" fmla="*/ 1 w 6"/>
                <a:gd name="T3" fmla="*/ 7 h 8"/>
                <a:gd name="T4" fmla="*/ 6 w 6"/>
                <a:gd name="T5" fmla="*/ 8 h 8"/>
                <a:gd name="T6" fmla="*/ 4 w 6"/>
                <a:gd name="T7" fmla="*/ 1 h 8"/>
                <a:gd name="T8" fmla="*/ 4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cubicBezTo>
                    <a:pt x="2" y="1"/>
                    <a:pt x="0" y="3"/>
                    <a:pt x="1" y="7"/>
                  </a:cubicBezTo>
                  <a:cubicBezTo>
                    <a:pt x="2" y="7"/>
                    <a:pt x="5" y="7"/>
                    <a:pt x="6" y="8"/>
                  </a:cubicBezTo>
                  <a:cubicBezTo>
                    <a:pt x="6" y="3"/>
                    <a:pt x="4" y="2"/>
                    <a:pt x="4" y="1"/>
                  </a:cubicBezTo>
                  <a:cubicBezTo>
                    <a:pt x="3" y="1"/>
                    <a:pt x="3" y="0"/>
                    <a:pt x="4" y="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76" name="Freeform 78"/>
            <p:cNvSpPr>
              <a:spLocks/>
            </p:cNvSpPr>
            <p:nvPr/>
          </p:nvSpPr>
          <p:spPr bwMode="auto">
            <a:xfrm>
              <a:off x="5881075" y="2850769"/>
              <a:ext cx="99457" cy="73605"/>
            </a:xfrm>
            <a:custGeom>
              <a:avLst/>
              <a:gdLst>
                <a:gd name="T0" fmla="*/ 1 w 33"/>
                <a:gd name="T1" fmla="*/ 7 h 24"/>
                <a:gd name="T2" fmla="*/ 4 w 33"/>
                <a:gd name="T3" fmla="*/ 10 h 24"/>
                <a:gd name="T4" fmla="*/ 8 w 33"/>
                <a:gd name="T5" fmla="*/ 12 h 24"/>
                <a:gd name="T6" fmla="*/ 13 w 33"/>
                <a:gd name="T7" fmla="*/ 16 h 24"/>
                <a:gd name="T8" fmla="*/ 16 w 33"/>
                <a:gd name="T9" fmla="*/ 18 h 24"/>
                <a:gd name="T10" fmla="*/ 20 w 33"/>
                <a:gd name="T11" fmla="*/ 17 h 24"/>
                <a:gd name="T12" fmla="*/ 22 w 33"/>
                <a:gd name="T13" fmla="*/ 21 h 24"/>
                <a:gd name="T14" fmla="*/ 26 w 33"/>
                <a:gd name="T15" fmla="*/ 23 h 24"/>
                <a:gd name="T16" fmla="*/ 28 w 33"/>
                <a:gd name="T17" fmla="*/ 23 h 24"/>
                <a:gd name="T18" fmla="*/ 31 w 33"/>
                <a:gd name="T19" fmla="*/ 16 h 24"/>
                <a:gd name="T20" fmla="*/ 32 w 33"/>
                <a:gd name="T21" fmla="*/ 14 h 24"/>
                <a:gd name="T22" fmla="*/ 30 w 33"/>
                <a:gd name="T23" fmla="*/ 8 h 24"/>
                <a:gd name="T24" fmla="*/ 30 w 33"/>
                <a:gd name="T25" fmla="*/ 8 h 24"/>
                <a:gd name="T26" fmla="*/ 28 w 33"/>
                <a:gd name="T27" fmla="*/ 7 h 24"/>
                <a:gd name="T28" fmla="*/ 22 w 33"/>
                <a:gd name="T29" fmla="*/ 2 h 24"/>
                <a:gd name="T30" fmla="*/ 16 w 33"/>
                <a:gd name="T31" fmla="*/ 2 h 24"/>
                <a:gd name="T32" fmla="*/ 8 w 33"/>
                <a:gd name="T33" fmla="*/ 4 h 24"/>
                <a:gd name="T34" fmla="*/ 5 w 33"/>
                <a:gd name="T35" fmla="*/ 3 h 24"/>
                <a:gd name="T36" fmla="*/ 0 w 33"/>
                <a:gd name="T37" fmla="*/ 6 h 24"/>
                <a:gd name="T38" fmla="*/ 1 w 33"/>
                <a:gd name="T39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3" h="24">
                  <a:moveTo>
                    <a:pt x="1" y="7"/>
                  </a:moveTo>
                  <a:cubicBezTo>
                    <a:pt x="1" y="8"/>
                    <a:pt x="3" y="11"/>
                    <a:pt x="4" y="10"/>
                  </a:cubicBezTo>
                  <a:cubicBezTo>
                    <a:pt x="5" y="9"/>
                    <a:pt x="7" y="12"/>
                    <a:pt x="8" y="12"/>
                  </a:cubicBezTo>
                  <a:cubicBezTo>
                    <a:pt x="10" y="13"/>
                    <a:pt x="13" y="15"/>
                    <a:pt x="13" y="16"/>
                  </a:cubicBezTo>
                  <a:cubicBezTo>
                    <a:pt x="14" y="17"/>
                    <a:pt x="14" y="19"/>
                    <a:pt x="16" y="18"/>
                  </a:cubicBezTo>
                  <a:cubicBezTo>
                    <a:pt x="18" y="18"/>
                    <a:pt x="20" y="15"/>
                    <a:pt x="20" y="17"/>
                  </a:cubicBezTo>
                  <a:cubicBezTo>
                    <a:pt x="20" y="18"/>
                    <a:pt x="20" y="21"/>
                    <a:pt x="22" y="21"/>
                  </a:cubicBezTo>
                  <a:cubicBezTo>
                    <a:pt x="24" y="20"/>
                    <a:pt x="24" y="24"/>
                    <a:pt x="26" y="23"/>
                  </a:cubicBezTo>
                  <a:cubicBezTo>
                    <a:pt x="27" y="23"/>
                    <a:pt x="27" y="23"/>
                    <a:pt x="28" y="23"/>
                  </a:cubicBezTo>
                  <a:cubicBezTo>
                    <a:pt x="27" y="19"/>
                    <a:pt x="29" y="17"/>
                    <a:pt x="31" y="16"/>
                  </a:cubicBezTo>
                  <a:cubicBezTo>
                    <a:pt x="31" y="15"/>
                    <a:pt x="32" y="15"/>
                    <a:pt x="32" y="14"/>
                  </a:cubicBezTo>
                  <a:cubicBezTo>
                    <a:pt x="33" y="12"/>
                    <a:pt x="30" y="10"/>
                    <a:pt x="30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9" y="8"/>
                    <a:pt x="29" y="7"/>
                    <a:pt x="28" y="7"/>
                  </a:cubicBezTo>
                  <a:cubicBezTo>
                    <a:pt x="26" y="4"/>
                    <a:pt x="24" y="4"/>
                    <a:pt x="22" y="2"/>
                  </a:cubicBezTo>
                  <a:cubicBezTo>
                    <a:pt x="21" y="1"/>
                    <a:pt x="18" y="0"/>
                    <a:pt x="16" y="2"/>
                  </a:cubicBezTo>
                  <a:cubicBezTo>
                    <a:pt x="15" y="3"/>
                    <a:pt x="11" y="4"/>
                    <a:pt x="8" y="4"/>
                  </a:cubicBezTo>
                  <a:cubicBezTo>
                    <a:pt x="8" y="4"/>
                    <a:pt x="7" y="4"/>
                    <a:pt x="5" y="3"/>
                  </a:cubicBezTo>
                  <a:cubicBezTo>
                    <a:pt x="4" y="4"/>
                    <a:pt x="2" y="5"/>
                    <a:pt x="0" y="6"/>
                  </a:cubicBezTo>
                  <a:cubicBezTo>
                    <a:pt x="0" y="6"/>
                    <a:pt x="1" y="6"/>
                    <a:pt x="1" y="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77" name="Freeform 79"/>
            <p:cNvSpPr>
              <a:spLocks/>
            </p:cNvSpPr>
            <p:nvPr/>
          </p:nvSpPr>
          <p:spPr bwMode="auto">
            <a:xfrm>
              <a:off x="6327357" y="2959863"/>
              <a:ext cx="232067" cy="155098"/>
            </a:xfrm>
            <a:custGeom>
              <a:avLst/>
              <a:gdLst>
                <a:gd name="T0" fmla="*/ 69 w 77"/>
                <a:gd name="T1" fmla="*/ 33 h 50"/>
                <a:gd name="T2" fmla="*/ 65 w 77"/>
                <a:gd name="T3" fmla="*/ 31 h 50"/>
                <a:gd name="T4" fmla="*/ 65 w 77"/>
                <a:gd name="T5" fmla="*/ 31 h 50"/>
                <a:gd name="T6" fmla="*/ 64 w 77"/>
                <a:gd name="T7" fmla="*/ 21 h 50"/>
                <a:gd name="T8" fmla="*/ 59 w 77"/>
                <a:gd name="T9" fmla="*/ 10 h 50"/>
                <a:gd name="T10" fmla="*/ 53 w 77"/>
                <a:gd name="T11" fmla="*/ 0 h 50"/>
                <a:gd name="T12" fmla="*/ 49 w 77"/>
                <a:gd name="T13" fmla="*/ 2 h 50"/>
                <a:gd name="T14" fmla="*/ 44 w 77"/>
                <a:gd name="T15" fmla="*/ 5 h 50"/>
                <a:gd name="T16" fmla="*/ 40 w 77"/>
                <a:gd name="T17" fmla="*/ 5 h 50"/>
                <a:gd name="T18" fmla="*/ 36 w 77"/>
                <a:gd name="T19" fmla="*/ 6 h 50"/>
                <a:gd name="T20" fmla="*/ 31 w 77"/>
                <a:gd name="T21" fmla="*/ 5 h 50"/>
                <a:gd name="T22" fmla="*/ 23 w 77"/>
                <a:gd name="T23" fmla="*/ 3 h 50"/>
                <a:gd name="T24" fmla="*/ 20 w 77"/>
                <a:gd name="T25" fmla="*/ 3 h 50"/>
                <a:gd name="T26" fmla="*/ 19 w 77"/>
                <a:gd name="T27" fmla="*/ 5 h 50"/>
                <a:gd name="T28" fmla="*/ 13 w 77"/>
                <a:gd name="T29" fmla="*/ 9 h 50"/>
                <a:gd name="T30" fmla="*/ 6 w 77"/>
                <a:gd name="T31" fmla="*/ 21 h 50"/>
                <a:gd name="T32" fmla="*/ 0 w 77"/>
                <a:gd name="T33" fmla="*/ 25 h 50"/>
                <a:gd name="T34" fmla="*/ 3 w 77"/>
                <a:gd name="T35" fmla="*/ 30 h 50"/>
                <a:gd name="T36" fmla="*/ 6 w 77"/>
                <a:gd name="T37" fmla="*/ 33 h 50"/>
                <a:gd name="T38" fmla="*/ 7 w 77"/>
                <a:gd name="T39" fmla="*/ 38 h 50"/>
                <a:gd name="T40" fmla="*/ 17 w 77"/>
                <a:gd name="T41" fmla="*/ 41 h 50"/>
                <a:gd name="T42" fmla="*/ 17 w 77"/>
                <a:gd name="T43" fmla="*/ 45 h 50"/>
                <a:gd name="T44" fmla="*/ 22 w 77"/>
                <a:gd name="T45" fmla="*/ 48 h 50"/>
                <a:gd name="T46" fmla="*/ 31 w 77"/>
                <a:gd name="T47" fmla="*/ 49 h 50"/>
                <a:gd name="T48" fmla="*/ 40 w 77"/>
                <a:gd name="T49" fmla="*/ 49 h 50"/>
                <a:gd name="T50" fmla="*/ 46 w 77"/>
                <a:gd name="T51" fmla="*/ 47 h 50"/>
                <a:gd name="T52" fmla="*/ 56 w 77"/>
                <a:gd name="T53" fmla="*/ 45 h 50"/>
                <a:gd name="T54" fmla="*/ 63 w 77"/>
                <a:gd name="T55" fmla="*/ 47 h 50"/>
                <a:gd name="T56" fmla="*/ 68 w 77"/>
                <a:gd name="T57" fmla="*/ 49 h 50"/>
                <a:gd name="T58" fmla="*/ 68 w 77"/>
                <a:gd name="T59" fmla="*/ 45 h 50"/>
                <a:gd name="T60" fmla="*/ 72 w 77"/>
                <a:gd name="T61" fmla="*/ 38 h 50"/>
                <a:gd name="T62" fmla="*/ 76 w 77"/>
                <a:gd name="T63" fmla="*/ 34 h 50"/>
                <a:gd name="T64" fmla="*/ 76 w 77"/>
                <a:gd name="T65" fmla="*/ 33 h 50"/>
                <a:gd name="T66" fmla="*/ 73 w 77"/>
                <a:gd name="T67" fmla="*/ 31 h 50"/>
                <a:gd name="T68" fmla="*/ 69 w 77"/>
                <a:gd name="T69" fmla="*/ 3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7" h="50">
                  <a:moveTo>
                    <a:pt x="69" y="33"/>
                  </a:moveTo>
                  <a:cubicBezTo>
                    <a:pt x="67" y="33"/>
                    <a:pt x="65" y="32"/>
                    <a:pt x="65" y="31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3" y="29"/>
                    <a:pt x="63" y="23"/>
                    <a:pt x="64" y="21"/>
                  </a:cubicBezTo>
                  <a:cubicBezTo>
                    <a:pt x="66" y="19"/>
                    <a:pt x="61" y="12"/>
                    <a:pt x="59" y="10"/>
                  </a:cubicBezTo>
                  <a:cubicBezTo>
                    <a:pt x="58" y="8"/>
                    <a:pt x="55" y="4"/>
                    <a:pt x="53" y="0"/>
                  </a:cubicBezTo>
                  <a:cubicBezTo>
                    <a:pt x="51" y="1"/>
                    <a:pt x="49" y="1"/>
                    <a:pt x="49" y="2"/>
                  </a:cubicBezTo>
                  <a:cubicBezTo>
                    <a:pt x="48" y="3"/>
                    <a:pt x="46" y="5"/>
                    <a:pt x="44" y="5"/>
                  </a:cubicBezTo>
                  <a:cubicBezTo>
                    <a:pt x="43" y="5"/>
                    <a:pt x="41" y="4"/>
                    <a:pt x="40" y="5"/>
                  </a:cubicBezTo>
                  <a:cubicBezTo>
                    <a:pt x="39" y="6"/>
                    <a:pt x="37" y="7"/>
                    <a:pt x="36" y="6"/>
                  </a:cubicBezTo>
                  <a:cubicBezTo>
                    <a:pt x="36" y="5"/>
                    <a:pt x="33" y="5"/>
                    <a:pt x="31" y="5"/>
                  </a:cubicBezTo>
                  <a:cubicBezTo>
                    <a:pt x="30" y="5"/>
                    <a:pt x="24" y="3"/>
                    <a:pt x="23" y="3"/>
                  </a:cubicBezTo>
                  <a:cubicBezTo>
                    <a:pt x="22" y="3"/>
                    <a:pt x="21" y="3"/>
                    <a:pt x="20" y="3"/>
                  </a:cubicBezTo>
                  <a:cubicBezTo>
                    <a:pt x="20" y="4"/>
                    <a:pt x="20" y="4"/>
                    <a:pt x="19" y="5"/>
                  </a:cubicBezTo>
                  <a:cubicBezTo>
                    <a:pt x="17" y="6"/>
                    <a:pt x="14" y="8"/>
                    <a:pt x="13" y="9"/>
                  </a:cubicBezTo>
                  <a:cubicBezTo>
                    <a:pt x="12" y="9"/>
                    <a:pt x="8" y="19"/>
                    <a:pt x="6" y="21"/>
                  </a:cubicBezTo>
                  <a:cubicBezTo>
                    <a:pt x="3" y="24"/>
                    <a:pt x="1" y="24"/>
                    <a:pt x="0" y="25"/>
                  </a:cubicBezTo>
                  <a:cubicBezTo>
                    <a:pt x="0" y="26"/>
                    <a:pt x="3" y="29"/>
                    <a:pt x="3" y="30"/>
                  </a:cubicBezTo>
                  <a:cubicBezTo>
                    <a:pt x="3" y="32"/>
                    <a:pt x="4" y="33"/>
                    <a:pt x="6" y="33"/>
                  </a:cubicBezTo>
                  <a:cubicBezTo>
                    <a:pt x="8" y="33"/>
                    <a:pt x="6" y="38"/>
                    <a:pt x="7" y="38"/>
                  </a:cubicBezTo>
                  <a:cubicBezTo>
                    <a:pt x="9" y="39"/>
                    <a:pt x="17" y="39"/>
                    <a:pt x="17" y="41"/>
                  </a:cubicBezTo>
                  <a:cubicBezTo>
                    <a:pt x="17" y="43"/>
                    <a:pt x="18" y="44"/>
                    <a:pt x="17" y="45"/>
                  </a:cubicBezTo>
                  <a:cubicBezTo>
                    <a:pt x="19" y="45"/>
                    <a:pt x="21" y="48"/>
                    <a:pt x="22" y="48"/>
                  </a:cubicBezTo>
                  <a:cubicBezTo>
                    <a:pt x="23" y="48"/>
                    <a:pt x="30" y="49"/>
                    <a:pt x="31" y="49"/>
                  </a:cubicBezTo>
                  <a:cubicBezTo>
                    <a:pt x="32" y="49"/>
                    <a:pt x="38" y="49"/>
                    <a:pt x="40" y="49"/>
                  </a:cubicBezTo>
                  <a:cubicBezTo>
                    <a:pt x="42" y="50"/>
                    <a:pt x="44" y="49"/>
                    <a:pt x="46" y="47"/>
                  </a:cubicBezTo>
                  <a:cubicBezTo>
                    <a:pt x="48" y="45"/>
                    <a:pt x="54" y="45"/>
                    <a:pt x="56" y="45"/>
                  </a:cubicBezTo>
                  <a:cubicBezTo>
                    <a:pt x="58" y="45"/>
                    <a:pt x="62" y="46"/>
                    <a:pt x="63" y="47"/>
                  </a:cubicBezTo>
                  <a:cubicBezTo>
                    <a:pt x="63" y="48"/>
                    <a:pt x="65" y="49"/>
                    <a:pt x="68" y="49"/>
                  </a:cubicBezTo>
                  <a:cubicBezTo>
                    <a:pt x="68" y="48"/>
                    <a:pt x="68" y="47"/>
                    <a:pt x="68" y="45"/>
                  </a:cubicBezTo>
                  <a:cubicBezTo>
                    <a:pt x="68" y="42"/>
                    <a:pt x="69" y="38"/>
                    <a:pt x="72" y="38"/>
                  </a:cubicBezTo>
                  <a:cubicBezTo>
                    <a:pt x="74" y="38"/>
                    <a:pt x="77" y="38"/>
                    <a:pt x="76" y="34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5" y="32"/>
                    <a:pt x="74" y="31"/>
                    <a:pt x="73" y="31"/>
                  </a:cubicBezTo>
                  <a:cubicBezTo>
                    <a:pt x="72" y="31"/>
                    <a:pt x="69" y="33"/>
                    <a:pt x="69" y="3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78" name="Freeform 80"/>
            <p:cNvSpPr>
              <a:spLocks/>
            </p:cNvSpPr>
            <p:nvPr/>
          </p:nvSpPr>
          <p:spPr bwMode="auto">
            <a:xfrm>
              <a:off x="6486742" y="2953290"/>
              <a:ext cx="79055" cy="102522"/>
            </a:xfrm>
            <a:custGeom>
              <a:avLst/>
              <a:gdLst>
                <a:gd name="T0" fmla="*/ 19 w 26"/>
                <a:gd name="T1" fmla="*/ 9 h 33"/>
                <a:gd name="T2" fmla="*/ 13 w 26"/>
                <a:gd name="T3" fmla="*/ 4 h 33"/>
                <a:gd name="T4" fmla="*/ 6 w 26"/>
                <a:gd name="T5" fmla="*/ 1 h 33"/>
                <a:gd name="T6" fmla="*/ 0 w 26"/>
                <a:gd name="T7" fmla="*/ 2 h 33"/>
                <a:gd name="T8" fmla="*/ 6 w 26"/>
                <a:gd name="T9" fmla="*/ 12 h 33"/>
                <a:gd name="T10" fmla="*/ 11 w 26"/>
                <a:gd name="T11" fmla="*/ 23 h 33"/>
                <a:gd name="T12" fmla="*/ 12 w 26"/>
                <a:gd name="T13" fmla="*/ 33 h 33"/>
                <a:gd name="T14" fmla="*/ 17 w 26"/>
                <a:gd name="T15" fmla="*/ 25 h 33"/>
                <a:gd name="T16" fmla="*/ 20 w 26"/>
                <a:gd name="T17" fmla="*/ 22 h 33"/>
                <a:gd name="T18" fmla="*/ 26 w 26"/>
                <a:gd name="T19" fmla="*/ 23 h 33"/>
                <a:gd name="T20" fmla="*/ 24 w 26"/>
                <a:gd name="T21" fmla="*/ 17 h 33"/>
                <a:gd name="T22" fmla="*/ 19 w 26"/>
                <a:gd name="T23" fmla="*/ 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3">
                  <a:moveTo>
                    <a:pt x="19" y="9"/>
                  </a:moveTo>
                  <a:cubicBezTo>
                    <a:pt x="18" y="6"/>
                    <a:pt x="15" y="4"/>
                    <a:pt x="13" y="4"/>
                  </a:cubicBezTo>
                  <a:cubicBezTo>
                    <a:pt x="11" y="4"/>
                    <a:pt x="8" y="0"/>
                    <a:pt x="6" y="1"/>
                  </a:cubicBezTo>
                  <a:cubicBezTo>
                    <a:pt x="5" y="1"/>
                    <a:pt x="3" y="1"/>
                    <a:pt x="0" y="2"/>
                  </a:cubicBezTo>
                  <a:cubicBezTo>
                    <a:pt x="2" y="6"/>
                    <a:pt x="5" y="10"/>
                    <a:pt x="6" y="12"/>
                  </a:cubicBezTo>
                  <a:cubicBezTo>
                    <a:pt x="8" y="14"/>
                    <a:pt x="13" y="21"/>
                    <a:pt x="11" y="23"/>
                  </a:cubicBezTo>
                  <a:cubicBezTo>
                    <a:pt x="10" y="25"/>
                    <a:pt x="10" y="31"/>
                    <a:pt x="12" y="33"/>
                  </a:cubicBezTo>
                  <a:cubicBezTo>
                    <a:pt x="14" y="31"/>
                    <a:pt x="17" y="27"/>
                    <a:pt x="17" y="25"/>
                  </a:cubicBezTo>
                  <a:cubicBezTo>
                    <a:pt x="17" y="24"/>
                    <a:pt x="17" y="21"/>
                    <a:pt x="20" y="22"/>
                  </a:cubicBezTo>
                  <a:cubicBezTo>
                    <a:pt x="23" y="22"/>
                    <a:pt x="26" y="24"/>
                    <a:pt x="26" y="23"/>
                  </a:cubicBezTo>
                  <a:cubicBezTo>
                    <a:pt x="26" y="22"/>
                    <a:pt x="25" y="18"/>
                    <a:pt x="24" y="17"/>
                  </a:cubicBezTo>
                  <a:cubicBezTo>
                    <a:pt x="23" y="16"/>
                    <a:pt x="20" y="12"/>
                    <a:pt x="19" y="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79" name="Freeform 81"/>
            <p:cNvSpPr>
              <a:spLocks/>
            </p:cNvSpPr>
            <p:nvPr/>
          </p:nvSpPr>
          <p:spPr bwMode="auto">
            <a:xfrm>
              <a:off x="6371985" y="3099188"/>
              <a:ext cx="160661" cy="90692"/>
            </a:xfrm>
            <a:custGeom>
              <a:avLst/>
              <a:gdLst>
                <a:gd name="T0" fmla="*/ 41 w 53"/>
                <a:gd name="T1" fmla="*/ 0 h 29"/>
                <a:gd name="T2" fmla="*/ 31 w 53"/>
                <a:gd name="T3" fmla="*/ 2 h 29"/>
                <a:gd name="T4" fmla="*/ 25 w 53"/>
                <a:gd name="T5" fmla="*/ 4 h 29"/>
                <a:gd name="T6" fmla="*/ 16 w 53"/>
                <a:gd name="T7" fmla="*/ 4 h 29"/>
                <a:gd name="T8" fmla="*/ 7 w 53"/>
                <a:gd name="T9" fmla="*/ 3 h 29"/>
                <a:gd name="T10" fmla="*/ 2 w 53"/>
                <a:gd name="T11" fmla="*/ 0 h 29"/>
                <a:gd name="T12" fmla="*/ 1 w 53"/>
                <a:gd name="T13" fmla="*/ 1 h 29"/>
                <a:gd name="T14" fmla="*/ 1 w 53"/>
                <a:gd name="T15" fmla="*/ 6 h 29"/>
                <a:gd name="T16" fmla="*/ 4 w 53"/>
                <a:gd name="T17" fmla="*/ 12 h 29"/>
                <a:gd name="T18" fmla="*/ 1 w 53"/>
                <a:gd name="T19" fmla="*/ 15 h 29"/>
                <a:gd name="T20" fmla="*/ 1 w 53"/>
                <a:gd name="T21" fmla="*/ 19 h 29"/>
                <a:gd name="T22" fmla="*/ 6 w 53"/>
                <a:gd name="T23" fmla="*/ 25 h 29"/>
                <a:gd name="T24" fmla="*/ 8 w 53"/>
                <a:gd name="T25" fmla="*/ 27 h 29"/>
                <a:gd name="T26" fmla="*/ 19 w 53"/>
                <a:gd name="T27" fmla="*/ 27 h 29"/>
                <a:gd name="T28" fmla="*/ 28 w 53"/>
                <a:gd name="T29" fmla="*/ 29 h 29"/>
                <a:gd name="T30" fmla="*/ 31 w 53"/>
                <a:gd name="T31" fmla="*/ 27 h 29"/>
                <a:gd name="T32" fmla="*/ 35 w 53"/>
                <a:gd name="T33" fmla="*/ 25 h 29"/>
                <a:gd name="T34" fmla="*/ 35 w 53"/>
                <a:gd name="T35" fmla="*/ 22 h 29"/>
                <a:gd name="T36" fmla="*/ 44 w 53"/>
                <a:gd name="T37" fmla="*/ 22 h 29"/>
                <a:gd name="T38" fmla="*/ 47 w 53"/>
                <a:gd name="T39" fmla="*/ 22 h 29"/>
                <a:gd name="T40" fmla="*/ 46 w 53"/>
                <a:gd name="T41" fmla="*/ 20 h 29"/>
                <a:gd name="T42" fmla="*/ 44 w 53"/>
                <a:gd name="T43" fmla="*/ 14 h 29"/>
                <a:gd name="T44" fmla="*/ 51 w 53"/>
                <a:gd name="T45" fmla="*/ 6 h 29"/>
                <a:gd name="T46" fmla="*/ 53 w 53"/>
                <a:gd name="T47" fmla="*/ 4 h 29"/>
                <a:gd name="T48" fmla="*/ 48 w 53"/>
                <a:gd name="T49" fmla="*/ 2 h 29"/>
                <a:gd name="T50" fmla="*/ 41 w 53"/>
                <a:gd name="T5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3" h="29">
                  <a:moveTo>
                    <a:pt x="41" y="0"/>
                  </a:moveTo>
                  <a:cubicBezTo>
                    <a:pt x="39" y="0"/>
                    <a:pt x="33" y="0"/>
                    <a:pt x="31" y="2"/>
                  </a:cubicBezTo>
                  <a:cubicBezTo>
                    <a:pt x="29" y="4"/>
                    <a:pt x="27" y="5"/>
                    <a:pt x="25" y="4"/>
                  </a:cubicBezTo>
                  <a:cubicBezTo>
                    <a:pt x="23" y="4"/>
                    <a:pt x="17" y="4"/>
                    <a:pt x="16" y="4"/>
                  </a:cubicBezTo>
                  <a:cubicBezTo>
                    <a:pt x="15" y="4"/>
                    <a:pt x="8" y="3"/>
                    <a:pt x="7" y="3"/>
                  </a:cubicBezTo>
                  <a:cubicBezTo>
                    <a:pt x="6" y="3"/>
                    <a:pt x="4" y="0"/>
                    <a:pt x="2" y="0"/>
                  </a:cubicBezTo>
                  <a:cubicBezTo>
                    <a:pt x="2" y="0"/>
                    <a:pt x="2" y="0"/>
                    <a:pt x="1" y="1"/>
                  </a:cubicBezTo>
                  <a:cubicBezTo>
                    <a:pt x="0" y="2"/>
                    <a:pt x="0" y="5"/>
                    <a:pt x="1" y="6"/>
                  </a:cubicBezTo>
                  <a:cubicBezTo>
                    <a:pt x="3" y="8"/>
                    <a:pt x="6" y="12"/>
                    <a:pt x="4" y="12"/>
                  </a:cubicBezTo>
                  <a:cubicBezTo>
                    <a:pt x="2" y="12"/>
                    <a:pt x="1" y="14"/>
                    <a:pt x="1" y="15"/>
                  </a:cubicBezTo>
                  <a:cubicBezTo>
                    <a:pt x="1" y="16"/>
                    <a:pt x="1" y="19"/>
                    <a:pt x="1" y="19"/>
                  </a:cubicBezTo>
                  <a:cubicBezTo>
                    <a:pt x="2" y="20"/>
                    <a:pt x="6" y="24"/>
                    <a:pt x="6" y="25"/>
                  </a:cubicBezTo>
                  <a:cubicBezTo>
                    <a:pt x="6" y="26"/>
                    <a:pt x="8" y="26"/>
                    <a:pt x="8" y="27"/>
                  </a:cubicBezTo>
                  <a:cubicBezTo>
                    <a:pt x="11" y="27"/>
                    <a:pt x="17" y="26"/>
                    <a:pt x="19" y="27"/>
                  </a:cubicBezTo>
                  <a:cubicBezTo>
                    <a:pt x="21" y="28"/>
                    <a:pt x="28" y="29"/>
                    <a:pt x="28" y="29"/>
                  </a:cubicBezTo>
                  <a:cubicBezTo>
                    <a:pt x="30" y="29"/>
                    <a:pt x="32" y="28"/>
                    <a:pt x="31" y="27"/>
                  </a:cubicBezTo>
                  <a:cubicBezTo>
                    <a:pt x="31" y="26"/>
                    <a:pt x="33" y="25"/>
                    <a:pt x="35" y="25"/>
                  </a:cubicBezTo>
                  <a:cubicBezTo>
                    <a:pt x="35" y="24"/>
                    <a:pt x="35" y="23"/>
                    <a:pt x="35" y="22"/>
                  </a:cubicBezTo>
                  <a:cubicBezTo>
                    <a:pt x="36" y="22"/>
                    <a:pt x="41" y="21"/>
                    <a:pt x="44" y="22"/>
                  </a:cubicBezTo>
                  <a:cubicBezTo>
                    <a:pt x="45" y="23"/>
                    <a:pt x="46" y="23"/>
                    <a:pt x="47" y="22"/>
                  </a:cubicBezTo>
                  <a:cubicBezTo>
                    <a:pt x="47" y="21"/>
                    <a:pt x="46" y="20"/>
                    <a:pt x="46" y="20"/>
                  </a:cubicBezTo>
                  <a:cubicBezTo>
                    <a:pt x="45" y="20"/>
                    <a:pt x="42" y="14"/>
                    <a:pt x="44" y="14"/>
                  </a:cubicBezTo>
                  <a:cubicBezTo>
                    <a:pt x="46" y="13"/>
                    <a:pt x="48" y="7"/>
                    <a:pt x="51" y="6"/>
                  </a:cubicBezTo>
                  <a:cubicBezTo>
                    <a:pt x="52" y="6"/>
                    <a:pt x="52" y="5"/>
                    <a:pt x="53" y="4"/>
                  </a:cubicBezTo>
                  <a:cubicBezTo>
                    <a:pt x="50" y="4"/>
                    <a:pt x="48" y="3"/>
                    <a:pt x="48" y="2"/>
                  </a:cubicBezTo>
                  <a:cubicBezTo>
                    <a:pt x="47" y="1"/>
                    <a:pt x="43" y="0"/>
                    <a:pt x="41" y="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80" name="Freeform 82"/>
            <p:cNvSpPr>
              <a:spLocks/>
            </p:cNvSpPr>
            <p:nvPr/>
          </p:nvSpPr>
          <p:spPr bwMode="auto">
            <a:xfrm>
              <a:off x="6327357" y="3155706"/>
              <a:ext cx="68855" cy="49946"/>
            </a:xfrm>
            <a:custGeom>
              <a:avLst/>
              <a:gdLst>
                <a:gd name="T0" fmla="*/ 5 w 23"/>
                <a:gd name="T1" fmla="*/ 16 h 16"/>
                <a:gd name="T2" fmla="*/ 5 w 23"/>
                <a:gd name="T3" fmla="*/ 16 h 16"/>
                <a:gd name="T4" fmla="*/ 5 w 23"/>
                <a:gd name="T5" fmla="*/ 16 h 16"/>
                <a:gd name="T6" fmla="*/ 5 w 23"/>
                <a:gd name="T7" fmla="*/ 16 h 16"/>
                <a:gd name="T8" fmla="*/ 6 w 23"/>
                <a:gd name="T9" fmla="*/ 16 h 16"/>
                <a:gd name="T10" fmla="*/ 6 w 23"/>
                <a:gd name="T11" fmla="*/ 16 h 16"/>
                <a:gd name="T12" fmla="*/ 9 w 23"/>
                <a:gd name="T13" fmla="*/ 16 h 16"/>
                <a:gd name="T14" fmla="*/ 9 w 23"/>
                <a:gd name="T15" fmla="*/ 16 h 16"/>
                <a:gd name="T16" fmla="*/ 10 w 23"/>
                <a:gd name="T17" fmla="*/ 16 h 16"/>
                <a:gd name="T18" fmla="*/ 10 w 23"/>
                <a:gd name="T19" fmla="*/ 16 h 16"/>
                <a:gd name="T20" fmla="*/ 11 w 23"/>
                <a:gd name="T21" fmla="*/ 15 h 16"/>
                <a:gd name="T22" fmla="*/ 15 w 23"/>
                <a:gd name="T23" fmla="*/ 13 h 16"/>
                <a:gd name="T24" fmla="*/ 22 w 23"/>
                <a:gd name="T25" fmla="*/ 9 h 16"/>
                <a:gd name="T26" fmla="*/ 23 w 23"/>
                <a:gd name="T27" fmla="*/ 9 h 16"/>
                <a:gd name="T28" fmla="*/ 21 w 23"/>
                <a:gd name="T29" fmla="*/ 7 h 16"/>
                <a:gd name="T30" fmla="*/ 16 w 23"/>
                <a:gd name="T31" fmla="*/ 1 h 16"/>
                <a:gd name="T32" fmla="*/ 16 w 23"/>
                <a:gd name="T33" fmla="*/ 1 h 16"/>
                <a:gd name="T34" fmla="*/ 16 w 23"/>
                <a:gd name="T35" fmla="*/ 1 h 16"/>
                <a:gd name="T36" fmla="*/ 16 w 23"/>
                <a:gd name="T37" fmla="*/ 0 h 16"/>
                <a:gd name="T38" fmla="*/ 2 w 23"/>
                <a:gd name="T39" fmla="*/ 2 h 16"/>
                <a:gd name="T40" fmla="*/ 1 w 23"/>
                <a:gd name="T41" fmla="*/ 2 h 16"/>
                <a:gd name="T42" fmla="*/ 0 w 23"/>
                <a:gd name="T43" fmla="*/ 11 h 16"/>
                <a:gd name="T44" fmla="*/ 5 w 23"/>
                <a:gd name="T4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" h="16">
                  <a:moveTo>
                    <a:pt x="5" y="16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7" y="16"/>
                    <a:pt x="8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9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3" y="15"/>
                    <a:pt x="13" y="13"/>
                    <a:pt x="15" y="13"/>
                  </a:cubicBezTo>
                  <a:cubicBezTo>
                    <a:pt x="16" y="14"/>
                    <a:pt x="22" y="11"/>
                    <a:pt x="22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8"/>
                    <a:pt x="21" y="8"/>
                    <a:pt x="21" y="7"/>
                  </a:cubicBezTo>
                  <a:cubicBezTo>
                    <a:pt x="21" y="6"/>
                    <a:pt x="17" y="2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"/>
                    <a:pt x="2" y="2"/>
                    <a:pt x="2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5"/>
                    <a:pt x="0" y="9"/>
                    <a:pt x="0" y="11"/>
                  </a:cubicBezTo>
                  <a:cubicBezTo>
                    <a:pt x="1" y="13"/>
                    <a:pt x="3" y="14"/>
                    <a:pt x="5" y="16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81" name="Freeform 83"/>
            <p:cNvSpPr>
              <a:spLocks/>
            </p:cNvSpPr>
            <p:nvPr/>
          </p:nvSpPr>
          <p:spPr bwMode="auto">
            <a:xfrm>
              <a:off x="6371985" y="2819224"/>
              <a:ext cx="452657" cy="270764"/>
            </a:xfrm>
            <a:custGeom>
              <a:avLst/>
              <a:gdLst>
                <a:gd name="T0" fmla="*/ 140 w 150"/>
                <a:gd name="T1" fmla="*/ 50 h 87"/>
                <a:gd name="T2" fmla="*/ 148 w 150"/>
                <a:gd name="T3" fmla="*/ 45 h 87"/>
                <a:gd name="T4" fmla="*/ 149 w 150"/>
                <a:gd name="T5" fmla="*/ 40 h 87"/>
                <a:gd name="T6" fmla="*/ 150 w 150"/>
                <a:gd name="T7" fmla="*/ 34 h 87"/>
                <a:gd name="T8" fmla="*/ 138 w 150"/>
                <a:gd name="T9" fmla="*/ 29 h 87"/>
                <a:gd name="T10" fmla="*/ 127 w 150"/>
                <a:gd name="T11" fmla="*/ 23 h 87"/>
                <a:gd name="T12" fmla="*/ 118 w 150"/>
                <a:gd name="T13" fmla="*/ 24 h 87"/>
                <a:gd name="T14" fmla="*/ 111 w 150"/>
                <a:gd name="T15" fmla="*/ 21 h 87"/>
                <a:gd name="T16" fmla="*/ 101 w 150"/>
                <a:gd name="T17" fmla="*/ 13 h 87"/>
                <a:gd name="T18" fmla="*/ 98 w 150"/>
                <a:gd name="T19" fmla="*/ 2 h 87"/>
                <a:gd name="T20" fmla="*/ 85 w 150"/>
                <a:gd name="T21" fmla="*/ 1 h 87"/>
                <a:gd name="T22" fmla="*/ 79 w 150"/>
                <a:gd name="T23" fmla="*/ 2 h 87"/>
                <a:gd name="T24" fmla="*/ 69 w 150"/>
                <a:gd name="T25" fmla="*/ 9 h 87"/>
                <a:gd name="T26" fmla="*/ 59 w 150"/>
                <a:gd name="T27" fmla="*/ 11 h 87"/>
                <a:gd name="T28" fmla="*/ 49 w 150"/>
                <a:gd name="T29" fmla="*/ 9 h 87"/>
                <a:gd name="T30" fmla="*/ 35 w 150"/>
                <a:gd name="T31" fmla="*/ 7 h 87"/>
                <a:gd name="T32" fmla="*/ 15 w 150"/>
                <a:gd name="T33" fmla="*/ 8 h 87"/>
                <a:gd name="T34" fmla="*/ 11 w 150"/>
                <a:gd name="T35" fmla="*/ 12 h 87"/>
                <a:gd name="T36" fmla="*/ 11 w 150"/>
                <a:gd name="T37" fmla="*/ 23 h 87"/>
                <a:gd name="T38" fmla="*/ 3 w 150"/>
                <a:gd name="T39" fmla="*/ 37 h 87"/>
                <a:gd name="T40" fmla="*/ 3 w 150"/>
                <a:gd name="T41" fmla="*/ 47 h 87"/>
                <a:gd name="T42" fmla="*/ 8 w 150"/>
                <a:gd name="T43" fmla="*/ 48 h 87"/>
                <a:gd name="T44" fmla="*/ 21 w 150"/>
                <a:gd name="T45" fmla="*/ 51 h 87"/>
                <a:gd name="T46" fmla="*/ 29 w 150"/>
                <a:gd name="T47" fmla="*/ 50 h 87"/>
                <a:gd name="T48" fmla="*/ 44 w 150"/>
                <a:gd name="T49" fmla="*/ 44 h 87"/>
                <a:gd name="T50" fmla="*/ 57 w 150"/>
                <a:gd name="T51" fmla="*/ 52 h 87"/>
                <a:gd name="T52" fmla="*/ 64 w 150"/>
                <a:gd name="T53" fmla="*/ 66 h 87"/>
                <a:gd name="T54" fmla="*/ 55 w 150"/>
                <a:gd name="T55" fmla="*/ 68 h 87"/>
                <a:gd name="T56" fmla="*/ 54 w 150"/>
                <a:gd name="T57" fmla="*/ 78 h 87"/>
                <a:gd name="T58" fmla="*/ 61 w 150"/>
                <a:gd name="T59" fmla="*/ 78 h 87"/>
                <a:gd name="T60" fmla="*/ 72 w 150"/>
                <a:gd name="T61" fmla="*/ 63 h 87"/>
                <a:gd name="T62" fmla="*/ 83 w 150"/>
                <a:gd name="T63" fmla="*/ 68 h 87"/>
                <a:gd name="T64" fmla="*/ 85 w 150"/>
                <a:gd name="T65" fmla="*/ 76 h 87"/>
                <a:gd name="T66" fmla="*/ 94 w 150"/>
                <a:gd name="T67" fmla="*/ 86 h 87"/>
                <a:gd name="T68" fmla="*/ 109 w 150"/>
                <a:gd name="T69" fmla="*/ 81 h 87"/>
                <a:gd name="T70" fmla="*/ 112 w 150"/>
                <a:gd name="T71" fmla="*/ 77 h 87"/>
                <a:gd name="T72" fmla="*/ 115 w 150"/>
                <a:gd name="T73" fmla="*/ 64 h 87"/>
                <a:gd name="T74" fmla="*/ 133 w 150"/>
                <a:gd name="T75" fmla="*/ 5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0" h="87">
                  <a:moveTo>
                    <a:pt x="133" y="54"/>
                  </a:moveTo>
                  <a:cubicBezTo>
                    <a:pt x="134" y="54"/>
                    <a:pt x="138" y="50"/>
                    <a:pt x="140" y="50"/>
                  </a:cubicBezTo>
                  <a:cubicBezTo>
                    <a:pt x="141" y="50"/>
                    <a:pt x="147" y="51"/>
                    <a:pt x="147" y="50"/>
                  </a:cubicBezTo>
                  <a:cubicBezTo>
                    <a:pt x="147" y="49"/>
                    <a:pt x="148" y="46"/>
                    <a:pt x="148" y="45"/>
                  </a:cubicBezTo>
                  <a:cubicBezTo>
                    <a:pt x="148" y="44"/>
                    <a:pt x="146" y="43"/>
                    <a:pt x="146" y="42"/>
                  </a:cubicBezTo>
                  <a:cubicBezTo>
                    <a:pt x="147" y="41"/>
                    <a:pt x="149" y="41"/>
                    <a:pt x="149" y="40"/>
                  </a:cubicBezTo>
                  <a:cubicBezTo>
                    <a:pt x="149" y="39"/>
                    <a:pt x="147" y="38"/>
                    <a:pt x="147" y="37"/>
                  </a:cubicBezTo>
                  <a:cubicBezTo>
                    <a:pt x="147" y="37"/>
                    <a:pt x="150" y="35"/>
                    <a:pt x="150" y="34"/>
                  </a:cubicBezTo>
                  <a:cubicBezTo>
                    <a:pt x="149" y="32"/>
                    <a:pt x="147" y="32"/>
                    <a:pt x="145" y="31"/>
                  </a:cubicBezTo>
                  <a:cubicBezTo>
                    <a:pt x="142" y="30"/>
                    <a:pt x="140" y="30"/>
                    <a:pt x="138" y="29"/>
                  </a:cubicBezTo>
                  <a:cubicBezTo>
                    <a:pt x="135" y="28"/>
                    <a:pt x="131" y="29"/>
                    <a:pt x="131" y="28"/>
                  </a:cubicBezTo>
                  <a:cubicBezTo>
                    <a:pt x="131" y="27"/>
                    <a:pt x="128" y="25"/>
                    <a:pt x="127" y="23"/>
                  </a:cubicBezTo>
                  <a:cubicBezTo>
                    <a:pt x="126" y="22"/>
                    <a:pt x="124" y="23"/>
                    <a:pt x="122" y="24"/>
                  </a:cubicBezTo>
                  <a:cubicBezTo>
                    <a:pt x="121" y="25"/>
                    <a:pt x="119" y="25"/>
                    <a:pt x="118" y="24"/>
                  </a:cubicBezTo>
                  <a:cubicBezTo>
                    <a:pt x="116" y="23"/>
                    <a:pt x="115" y="22"/>
                    <a:pt x="114" y="22"/>
                  </a:cubicBezTo>
                  <a:cubicBezTo>
                    <a:pt x="113" y="23"/>
                    <a:pt x="110" y="22"/>
                    <a:pt x="111" y="21"/>
                  </a:cubicBezTo>
                  <a:cubicBezTo>
                    <a:pt x="111" y="19"/>
                    <a:pt x="108" y="15"/>
                    <a:pt x="107" y="14"/>
                  </a:cubicBezTo>
                  <a:cubicBezTo>
                    <a:pt x="106" y="14"/>
                    <a:pt x="102" y="14"/>
                    <a:pt x="101" y="13"/>
                  </a:cubicBezTo>
                  <a:cubicBezTo>
                    <a:pt x="100" y="11"/>
                    <a:pt x="98" y="9"/>
                    <a:pt x="99" y="8"/>
                  </a:cubicBezTo>
                  <a:cubicBezTo>
                    <a:pt x="100" y="7"/>
                    <a:pt x="99" y="3"/>
                    <a:pt x="98" y="2"/>
                  </a:cubicBezTo>
                  <a:cubicBezTo>
                    <a:pt x="97" y="0"/>
                    <a:pt x="92" y="0"/>
                    <a:pt x="91" y="1"/>
                  </a:cubicBezTo>
                  <a:cubicBezTo>
                    <a:pt x="90" y="1"/>
                    <a:pt x="87" y="0"/>
                    <a:pt x="85" y="1"/>
                  </a:cubicBezTo>
                  <a:cubicBezTo>
                    <a:pt x="84" y="2"/>
                    <a:pt x="83" y="3"/>
                    <a:pt x="81" y="3"/>
                  </a:cubicBezTo>
                  <a:cubicBezTo>
                    <a:pt x="80" y="3"/>
                    <a:pt x="80" y="3"/>
                    <a:pt x="79" y="2"/>
                  </a:cubicBezTo>
                  <a:cubicBezTo>
                    <a:pt x="77" y="3"/>
                    <a:pt x="74" y="3"/>
                    <a:pt x="74" y="3"/>
                  </a:cubicBezTo>
                  <a:cubicBezTo>
                    <a:pt x="74" y="3"/>
                    <a:pt x="69" y="7"/>
                    <a:pt x="69" y="9"/>
                  </a:cubicBezTo>
                  <a:cubicBezTo>
                    <a:pt x="69" y="10"/>
                    <a:pt x="68" y="13"/>
                    <a:pt x="67" y="11"/>
                  </a:cubicBezTo>
                  <a:cubicBezTo>
                    <a:pt x="66" y="10"/>
                    <a:pt x="61" y="10"/>
                    <a:pt x="59" y="11"/>
                  </a:cubicBezTo>
                  <a:cubicBezTo>
                    <a:pt x="58" y="12"/>
                    <a:pt x="56" y="8"/>
                    <a:pt x="54" y="9"/>
                  </a:cubicBezTo>
                  <a:cubicBezTo>
                    <a:pt x="52" y="10"/>
                    <a:pt x="49" y="7"/>
                    <a:pt x="49" y="9"/>
                  </a:cubicBezTo>
                  <a:cubicBezTo>
                    <a:pt x="48" y="10"/>
                    <a:pt x="45" y="9"/>
                    <a:pt x="43" y="8"/>
                  </a:cubicBezTo>
                  <a:cubicBezTo>
                    <a:pt x="41" y="7"/>
                    <a:pt x="37" y="8"/>
                    <a:pt x="35" y="7"/>
                  </a:cubicBezTo>
                  <a:cubicBezTo>
                    <a:pt x="34" y="5"/>
                    <a:pt x="24" y="5"/>
                    <a:pt x="21" y="5"/>
                  </a:cubicBezTo>
                  <a:cubicBezTo>
                    <a:pt x="17" y="5"/>
                    <a:pt x="17" y="7"/>
                    <a:pt x="15" y="8"/>
                  </a:cubicBezTo>
                  <a:cubicBezTo>
                    <a:pt x="14" y="10"/>
                    <a:pt x="12" y="9"/>
                    <a:pt x="11" y="9"/>
                  </a:cubicBezTo>
                  <a:cubicBezTo>
                    <a:pt x="11" y="10"/>
                    <a:pt x="11" y="12"/>
                    <a:pt x="11" y="12"/>
                  </a:cubicBezTo>
                  <a:cubicBezTo>
                    <a:pt x="12" y="13"/>
                    <a:pt x="16" y="19"/>
                    <a:pt x="15" y="20"/>
                  </a:cubicBezTo>
                  <a:cubicBezTo>
                    <a:pt x="14" y="22"/>
                    <a:pt x="12" y="22"/>
                    <a:pt x="11" y="23"/>
                  </a:cubicBezTo>
                  <a:cubicBezTo>
                    <a:pt x="10" y="25"/>
                    <a:pt x="3" y="30"/>
                    <a:pt x="3" y="31"/>
                  </a:cubicBezTo>
                  <a:cubicBezTo>
                    <a:pt x="3" y="32"/>
                    <a:pt x="4" y="36"/>
                    <a:pt x="3" y="37"/>
                  </a:cubicBezTo>
                  <a:cubicBezTo>
                    <a:pt x="2" y="38"/>
                    <a:pt x="0" y="42"/>
                    <a:pt x="0" y="43"/>
                  </a:cubicBezTo>
                  <a:cubicBezTo>
                    <a:pt x="0" y="45"/>
                    <a:pt x="2" y="47"/>
                    <a:pt x="3" y="47"/>
                  </a:cubicBezTo>
                  <a:cubicBezTo>
                    <a:pt x="4" y="48"/>
                    <a:pt x="4" y="48"/>
                    <a:pt x="5" y="48"/>
                  </a:cubicBezTo>
                  <a:cubicBezTo>
                    <a:pt x="6" y="48"/>
                    <a:pt x="7" y="48"/>
                    <a:pt x="8" y="48"/>
                  </a:cubicBezTo>
                  <a:cubicBezTo>
                    <a:pt x="9" y="48"/>
                    <a:pt x="15" y="50"/>
                    <a:pt x="16" y="50"/>
                  </a:cubicBezTo>
                  <a:cubicBezTo>
                    <a:pt x="18" y="50"/>
                    <a:pt x="21" y="50"/>
                    <a:pt x="21" y="51"/>
                  </a:cubicBezTo>
                  <a:cubicBezTo>
                    <a:pt x="22" y="52"/>
                    <a:pt x="24" y="51"/>
                    <a:pt x="25" y="50"/>
                  </a:cubicBezTo>
                  <a:cubicBezTo>
                    <a:pt x="26" y="49"/>
                    <a:pt x="28" y="50"/>
                    <a:pt x="29" y="50"/>
                  </a:cubicBezTo>
                  <a:cubicBezTo>
                    <a:pt x="31" y="50"/>
                    <a:pt x="33" y="48"/>
                    <a:pt x="34" y="47"/>
                  </a:cubicBezTo>
                  <a:cubicBezTo>
                    <a:pt x="35" y="46"/>
                    <a:pt x="42" y="44"/>
                    <a:pt x="44" y="44"/>
                  </a:cubicBezTo>
                  <a:cubicBezTo>
                    <a:pt x="46" y="43"/>
                    <a:pt x="49" y="47"/>
                    <a:pt x="51" y="47"/>
                  </a:cubicBezTo>
                  <a:cubicBezTo>
                    <a:pt x="53" y="47"/>
                    <a:pt x="56" y="49"/>
                    <a:pt x="57" y="52"/>
                  </a:cubicBezTo>
                  <a:cubicBezTo>
                    <a:pt x="58" y="55"/>
                    <a:pt x="61" y="59"/>
                    <a:pt x="62" y="60"/>
                  </a:cubicBezTo>
                  <a:cubicBezTo>
                    <a:pt x="63" y="61"/>
                    <a:pt x="64" y="65"/>
                    <a:pt x="64" y="66"/>
                  </a:cubicBezTo>
                  <a:cubicBezTo>
                    <a:pt x="64" y="67"/>
                    <a:pt x="61" y="65"/>
                    <a:pt x="58" y="65"/>
                  </a:cubicBezTo>
                  <a:cubicBezTo>
                    <a:pt x="55" y="64"/>
                    <a:pt x="55" y="67"/>
                    <a:pt x="55" y="68"/>
                  </a:cubicBezTo>
                  <a:cubicBezTo>
                    <a:pt x="55" y="70"/>
                    <a:pt x="51" y="75"/>
                    <a:pt x="50" y="76"/>
                  </a:cubicBezTo>
                  <a:cubicBezTo>
                    <a:pt x="50" y="77"/>
                    <a:pt x="52" y="78"/>
                    <a:pt x="54" y="78"/>
                  </a:cubicBezTo>
                  <a:cubicBezTo>
                    <a:pt x="54" y="78"/>
                    <a:pt x="57" y="76"/>
                    <a:pt x="58" y="76"/>
                  </a:cubicBezTo>
                  <a:cubicBezTo>
                    <a:pt x="59" y="76"/>
                    <a:pt x="60" y="77"/>
                    <a:pt x="61" y="78"/>
                  </a:cubicBezTo>
                  <a:cubicBezTo>
                    <a:pt x="61" y="74"/>
                    <a:pt x="62" y="75"/>
                    <a:pt x="65" y="72"/>
                  </a:cubicBezTo>
                  <a:cubicBezTo>
                    <a:pt x="69" y="69"/>
                    <a:pt x="69" y="64"/>
                    <a:pt x="72" y="63"/>
                  </a:cubicBezTo>
                  <a:cubicBezTo>
                    <a:pt x="76" y="63"/>
                    <a:pt x="77" y="61"/>
                    <a:pt x="82" y="62"/>
                  </a:cubicBezTo>
                  <a:cubicBezTo>
                    <a:pt x="86" y="63"/>
                    <a:pt x="79" y="66"/>
                    <a:pt x="83" y="68"/>
                  </a:cubicBezTo>
                  <a:cubicBezTo>
                    <a:pt x="86" y="69"/>
                    <a:pt x="96" y="67"/>
                    <a:pt x="96" y="70"/>
                  </a:cubicBezTo>
                  <a:cubicBezTo>
                    <a:pt x="97" y="72"/>
                    <a:pt x="85" y="75"/>
                    <a:pt x="85" y="76"/>
                  </a:cubicBezTo>
                  <a:cubicBezTo>
                    <a:pt x="85" y="77"/>
                    <a:pt x="91" y="78"/>
                    <a:pt x="94" y="80"/>
                  </a:cubicBezTo>
                  <a:cubicBezTo>
                    <a:pt x="96" y="81"/>
                    <a:pt x="93" y="85"/>
                    <a:pt x="94" y="86"/>
                  </a:cubicBezTo>
                  <a:cubicBezTo>
                    <a:pt x="95" y="87"/>
                    <a:pt x="98" y="86"/>
                    <a:pt x="101" y="84"/>
                  </a:cubicBezTo>
                  <a:cubicBezTo>
                    <a:pt x="103" y="83"/>
                    <a:pt x="106" y="83"/>
                    <a:pt x="109" y="81"/>
                  </a:cubicBezTo>
                  <a:cubicBezTo>
                    <a:pt x="112" y="79"/>
                    <a:pt x="119" y="81"/>
                    <a:pt x="120" y="79"/>
                  </a:cubicBezTo>
                  <a:cubicBezTo>
                    <a:pt x="121" y="78"/>
                    <a:pt x="118" y="77"/>
                    <a:pt x="112" y="77"/>
                  </a:cubicBezTo>
                  <a:cubicBezTo>
                    <a:pt x="105" y="78"/>
                    <a:pt x="105" y="72"/>
                    <a:pt x="105" y="70"/>
                  </a:cubicBezTo>
                  <a:cubicBezTo>
                    <a:pt x="105" y="69"/>
                    <a:pt x="112" y="64"/>
                    <a:pt x="115" y="64"/>
                  </a:cubicBezTo>
                  <a:cubicBezTo>
                    <a:pt x="119" y="63"/>
                    <a:pt x="122" y="62"/>
                    <a:pt x="126" y="60"/>
                  </a:cubicBezTo>
                  <a:cubicBezTo>
                    <a:pt x="128" y="60"/>
                    <a:pt x="130" y="59"/>
                    <a:pt x="133" y="58"/>
                  </a:cubicBezTo>
                  <a:cubicBezTo>
                    <a:pt x="133" y="57"/>
                    <a:pt x="132" y="55"/>
                    <a:pt x="133" y="5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82" name="Freeform 84"/>
            <p:cNvSpPr>
              <a:spLocks/>
            </p:cNvSpPr>
            <p:nvPr/>
          </p:nvSpPr>
          <p:spPr bwMode="auto">
            <a:xfrm>
              <a:off x="6396212" y="2682527"/>
              <a:ext cx="238441" cy="177442"/>
            </a:xfrm>
            <a:custGeom>
              <a:avLst/>
              <a:gdLst>
                <a:gd name="T0" fmla="*/ 74 w 79"/>
                <a:gd name="T1" fmla="*/ 27 h 57"/>
                <a:gd name="T2" fmla="*/ 69 w 79"/>
                <a:gd name="T3" fmla="*/ 23 h 57"/>
                <a:gd name="T4" fmla="*/ 65 w 79"/>
                <a:gd name="T5" fmla="*/ 18 h 57"/>
                <a:gd name="T6" fmla="*/ 64 w 79"/>
                <a:gd name="T7" fmla="*/ 12 h 57"/>
                <a:gd name="T8" fmla="*/ 64 w 79"/>
                <a:gd name="T9" fmla="*/ 6 h 57"/>
                <a:gd name="T10" fmla="*/ 56 w 79"/>
                <a:gd name="T11" fmla="*/ 4 h 57"/>
                <a:gd name="T12" fmla="*/ 51 w 79"/>
                <a:gd name="T13" fmla="*/ 4 h 57"/>
                <a:gd name="T14" fmla="*/ 47 w 79"/>
                <a:gd name="T15" fmla="*/ 2 h 57"/>
                <a:gd name="T16" fmla="*/ 43 w 79"/>
                <a:gd name="T17" fmla="*/ 0 h 57"/>
                <a:gd name="T18" fmla="*/ 42 w 79"/>
                <a:gd name="T19" fmla="*/ 0 h 57"/>
                <a:gd name="T20" fmla="*/ 40 w 79"/>
                <a:gd name="T21" fmla="*/ 1 h 57"/>
                <a:gd name="T22" fmla="*/ 36 w 79"/>
                <a:gd name="T23" fmla="*/ 4 h 57"/>
                <a:gd name="T24" fmla="*/ 31 w 79"/>
                <a:gd name="T25" fmla="*/ 4 h 57"/>
                <a:gd name="T26" fmla="*/ 28 w 79"/>
                <a:gd name="T27" fmla="*/ 9 h 57"/>
                <a:gd name="T28" fmla="*/ 27 w 79"/>
                <a:gd name="T29" fmla="*/ 12 h 57"/>
                <a:gd name="T30" fmla="*/ 25 w 79"/>
                <a:gd name="T31" fmla="*/ 14 h 57"/>
                <a:gd name="T32" fmla="*/ 20 w 79"/>
                <a:gd name="T33" fmla="*/ 18 h 57"/>
                <a:gd name="T34" fmla="*/ 19 w 79"/>
                <a:gd name="T35" fmla="*/ 22 h 57"/>
                <a:gd name="T36" fmla="*/ 14 w 79"/>
                <a:gd name="T37" fmla="*/ 24 h 57"/>
                <a:gd name="T38" fmla="*/ 9 w 79"/>
                <a:gd name="T39" fmla="*/ 26 h 57"/>
                <a:gd name="T40" fmla="*/ 3 w 79"/>
                <a:gd name="T41" fmla="*/ 26 h 57"/>
                <a:gd name="T42" fmla="*/ 3 w 79"/>
                <a:gd name="T43" fmla="*/ 26 h 57"/>
                <a:gd name="T44" fmla="*/ 4 w 79"/>
                <a:gd name="T45" fmla="*/ 33 h 57"/>
                <a:gd name="T46" fmla="*/ 5 w 79"/>
                <a:gd name="T47" fmla="*/ 40 h 57"/>
                <a:gd name="T48" fmla="*/ 0 w 79"/>
                <a:gd name="T49" fmla="*/ 44 h 57"/>
                <a:gd name="T50" fmla="*/ 3 w 79"/>
                <a:gd name="T51" fmla="*/ 49 h 57"/>
                <a:gd name="T52" fmla="*/ 3 w 79"/>
                <a:gd name="T53" fmla="*/ 53 h 57"/>
                <a:gd name="T54" fmla="*/ 7 w 79"/>
                <a:gd name="T55" fmla="*/ 52 h 57"/>
                <a:gd name="T56" fmla="*/ 13 w 79"/>
                <a:gd name="T57" fmla="*/ 49 h 57"/>
                <a:gd name="T58" fmla="*/ 27 w 79"/>
                <a:gd name="T59" fmla="*/ 51 h 57"/>
                <a:gd name="T60" fmla="*/ 35 w 79"/>
                <a:gd name="T61" fmla="*/ 52 h 57"/>
                <a:gd name="T62" fmla="*/ 41 w 79"/>
                <a:gd name="T63" fmla="*/ 53 h 57"/>
                <a:gd name="T64" fmla="*/ 46 w 79"/>
                <a:gd name="T65" fmla="*/ 53 h 57"/>
                <a:gd name="T66" fmla="*/ 51 w 79"/>
                <a:gd name="T67" fmla="*/ 55 h 57"/>
                <a:gd name="T68" fmla="*/ 59 w 79"/>
                <a:gd name="T69" fmla="*/ 55 h 57"/>
                <a:gd name="T70" fmla="*/ 61 w 79"/>
                <a:gd name="T71" fmla="*/ 53 h 57"/>
                <a:gd name="T72" fmla="*/ 66 w 79"/>
                <a:gd name="T73" fmla="*/ 47 h 57"/>
                <a:gd name="T74" fmla="*/ 71 w 79"/>
                <a:gd name="T75" fmla="*/ 46 h 57"/>
                <a:gd name="T76" fmla="*/ 70 w 79"/>
                <a:gd name="T77" fmla="*/ 43 h 57"/>
                <a:gd name="T78" fmla="*/ 69 w 79"/>
                <a:gd name="T79" fmla="*/ 35 h 57"/>
                <a:gd name="T80" fmla="*/ 74 w 79"/>
                <a:gd name="T81" fmla="*/ 36 h 57"/>
                <a:gd name="T82" fmla="*/ 79 w 79"/>
                <a:gd name="T83" fmla="*/ 32 h 57"/>
                <a:gd name="T84" fmla="*/ 74 w 79"/>
                <a:gd name="T85" fmla="*/ 2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9" h="57">
                  <a:moveTo>
                    <a:pt x="74" y="27"/>
                  </a:moveTo>
                  <a:cubicBezTo>
                    <a:pt x="73" y="27"/>
                    <a:pt x="72" y="24"/>
                    <a:pt x="69" y="23"/>
                  </a:cubicBezTo>
                  <a:cubicBezTo>
                    <a:pt x="67" y="22"/>
                    <a:pt x="67" y="19"/>
                    <a:pt x="65" y="18"/>
                  </a:cubicBezTo>
                  <a:cubicBezTo>
                    <a:pt x="63" y="16"/>
                    <a:pt x="65" y="14"/>
                    <a:pt x="64" y="12"/>
                  </a:cubicBezTo>
                  <a:cubicBezTo>
                    <a:pt x="64" y="10"/>
                    <a:pt x="65" y="6"/>
                    <a:pt x="64" y="6"/>
                  </a:cubicBezTo>
                  <a:cubicBezTo>
                    <a:pt x="63" y="5"/>
                    <a:pt x="58" y="3"/>
                    <a:pt x="56" y="4"/>
                  </a:cubicBezTo>
                  <a:cubicBezTo>
                    <a:pt x="54" y="4"/>
                    <a:pt x="52" y="5"/>
                    <a:pt x="51" y="4"/>
                  </a:cubicBezTo>
                  <a:cubicBezTo>
                    <a:pt x="50" y="2"/>
                    <a:pt x="49" y="1"/>
                    <a:pt x="47" y="2"/>
                  </a:cubicBezTo>
                  <a:cubicBezTo>
                    <a:pt x="45" y="2"/>
                    <a:pt x="44" y="1"/>
                    <a:pt x="4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40" y="1"/>
                  </a:cubicBezTo>
                  <a:cubicBezTo>
                    <a:pt x="38" y="2"/>
                    <a:pt x="38" y="4"/>
                    <a:pt x="36" y="4"/>
                  </a:cubicBezTo>
                  <a:cubicBezTo>
                    <a:pt x="35" y="4"/>
                    <a:pt x="33" y="3"/>
                    <a:pt x="31" y="4"/>
                  </a:cubicBezTo>
                  <a:cubicBezTo>
                    <a:pt x="29" y="6"/>
                    <a:pt x="28" y="8"/>
                    <a:pt x="28" y="9"/>
                  </a:cubicBezTo>
                  <a:cubicBezTo>
                    <a:pt x="29" y="10"/>
                    <a:pt x="29" y="12"/>
                    <a:pt x="27" y="12"/>
                  </a:cubicBezTo>
                  <a:cubicBezTo>
                    <a:pt x="26" y="12"/>
                    <a:pt x="26" y="14"/>
                    <a:pt x="25" y="14"/>
                  </a:cubicBezTo>
                  <a:cubicBezTo>
                    <a:pt x="23" y="15"/>
                    <a:pt x="21" y="17"/>
                    <a:pt x="20" y="18"/>
                  </a:cubicBezTo>
                  <a:cubicBezTo>
                    <a:pt x="20" y="20"/>
                    <a:pt x="20" y="22"/>
                    <a:pt x="19" y="22"/>
                  </a:cubicBezTo>
                  <a:cubicBezTo>
                    <a:pt x="18" y="22"/>
                    <a:pt x="15" y="23"/>
                    <a:pt x="14" y="24"/>
                  </a:cubicBezTo>
                  <a:cubicBezTo>
                    <a:pt x="13" y="25"/>
                    <a:pt x="11" y="27"/>
                    <a:pt x="9" y="26"/>
                  </a:cubicBezTo>
                  <a:cubicBezTo>
                    <a:pt x="8" y="26"/>
                    <a:pt x="6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2" y="29"/>
                    <a:pt x="3" y="31"/>
                    <a:pt x="4" y="33"/>
                  </a:cubicBezTo>
                  <a:cubicBezTo>
                    <a:pt x="6" y="34"/>
                    <a:pt x="7" y="39"/>
                    <a:pt x="5" y="40"/>
                  </a:cubicBezTo>
                  <a:cubicBezTo>
                    <a:pt x="3" y="41"/>
                    <a:pt x="0" y="43"/>
                    <a:pt x="0" y="44"/>
                  </a:cubicBezTo>
                  <a:cubicBezTo>
                    <a:pt x="0" y="46"/>
                    <a:pt x="3" y="47"/>
                    <a:pt x="3" y="49"/>
                  </a:cubicBezTo>
                  <a:cubicBezTo>
                    <a:pt x="2" y="50"/>
                    <a:pt x="2" y="52"/>
                    <a:pt x="3" y="53"/>
                  </a:cubicBezTo>
                  <a:cubicBezTo>
                    <a:pt x="4" y="53"/>
                    <a:pt x="6" y="54"/>
                    <a:pt x="7" y="52"/>
                  </a:cubicBezTo>
                  <a:cubicBezTo>
                    <a:pt x="9" y="51"/>
                    <a:pt x="9" y="49"/>
                    <a:pt x="13" y="49"/>
                  </a:cubicBezTo>
                  <a:cubicBezTo>
                    <a:pt x="16" y="49"/>
                    <a:pt x="26" y="49"/>
                    <a:pt x="27" y="51"/>
                  </a:cubicBezTo>
                  <a:cubicBezTo>
                    <a:pt x="29" y="52"/>
                    <a:pt x="33" y="51"/>
                    <a:pt x="35" y="52"/>
                  </a:cubicBezTo>
                  <a:cubicBezTo>
                    <a:pt x="37" y="53"/>
                    <a:pt x="40" y="54"/>
                    <a:pt x="41" y="53"/>
                  </a:cubicBezTo>
                  <a:cubicBezTo>
                    <a:pt x="41" y="51"/>
                    <a:pt x="44" y="54"/>
                    <a:pt x="46" y="53"/>
                  </a:cubicBezTo>
                  <a:cubicBezTo>
                    <a:pt x="48" y="52"/>
                    <a:pt x="50" y="56"/>
                    <a:pt x="51" y="55"/>
                  </a:cubicBezTo>
                  <a:cubicBezTo>
                    <a:pt x="53" y="54"/>
                    <a:pt x="58" y="54"/>
                    <a:pt x="59" y="55"/>
                  </a:cubicBezTo>
                  <a:cubicBezTo>
                    <a:pt x="60" y="57"/>
                    <a:pt x="61" y="54"/>
                    <a:pt x="61" y="53"/>
                  </a:cubicBezTo>
                  <a:cubicBezTo>
                    <a:pt x="61" y="51"/>
                    <a:pt x="66" y="47"/>
                    <a:pt x="66" y="47"/>
                  </a:cubicBezTo>
                  <a:cubicBezTo>
                    <a:pt x="66" y="47"/>
                    <a:pt x="69" y="47"/>
                    <a:pt x="71" y="46"/>
                  </a:cubicBezTo>
                  <a:cubicBezTo>
                    <a:pt x="71" y="45"/>
                    <a:pt x="70" y="44"/>
                    <a:pt x="70" y="43"/>
                  </a:cubicBezTo>
                  <a:cubicBezTo>
                    <a:pt x="69" y="38"/>
                    <a:pt x="67" y="36"/>
                    <a:pt x="69" y="35"/>
                  </a:cubicBezTo>
                  <a:cubicBezTo>
                    <a:pt x="70" y="33"/>
                    <a:pt x="73" y="36"/>
                    <a:pt x="74" y="36"/>
                  </a:cubicBezTo>
                  <a:cubicBezTo>
                    <a:pt x="76" y="35"/>
                    <a:pt x="79" y="33"/>
                    <a:pt x="79" y="32"/>
                  </a:cubicBezTo>
                  <a:cubicBezTo>
                    <a:pt x="78" y="30"/>
                    <a:pt x="76" y="28"/>
                    <a:pt x="74" y="2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83" name="Freeform 85"/>
            <p:cNvSpPr>
              <a:spLocks/>
            </p:cNvSpPr>
            <p:nvPr/>
          </p:nvSpPr>
          <p:spPr bwMode="auto">
            <a:xfrm>
              <a:off x="6336282" y="2610236"/>
              <a:ext cx="187438" cy="90692"/>
            </a:xfrm>
            <a:custGeom>
              <a:avLst/>
              <a:gdLst>
                <a:gd name="T0" fmla="*/ 21 w 62"/>
                <a:gd name="T1" fmla="*/ 20 h 29"/>
                <a:gd name="T2" fmla="*/ 32 w 62"/>
                <a:gd name="T3" fmla="*/ 20 h 29"/>
                <a:gd name="T4" fmla="*/ 37 w 62"/>
                <a:gd name="T5" fmla="*/ 22 h 29"/>
                <a:gd name="T6" fmla="*/ 45 w 62"/>
                <a:gd name="T7" fmla="*/ 26 h 29"/>
                <a:gd name="T8" fmla="*/ 49 w 62"/>
                <a:gd name="T9" fmla="*/ 29 h 29"/>
                <a:gd name="T10" fmla="*/ 51 w 62"/>
                <a:gd name="T11" fmla="*/ 27 h 29"/>
                <a:gd name="T12" fmla="*/ 56 w 62"/>
                <a:gd name="T13" fmla="*/ 27 h 29"/>
                <a:gd name="T14" fmla="*/ 60 w 62"/>
                <a:gd name="T15" fmla="*/ 24 h 29"/>
                <a:gd name="T16" fmla="*/ 62 w 62"/>
                <a:gd name="T17" fmla="*/ 23 h 29"/>
                <a:gd name="T18" fmla="*/ 60 w 62"/>
                <a:gd name="T19" fmla="*/ 17 h 29"/>
                <a:gd name="T20" fmla="*/ 58 w 62"/>
                <a:gd name="T21" fmla="*/ 13 h 29"/>
                <a:gd name="T22" fmla="*/ 57 w 62"/>
                <a:gd name="T23" fmla="*/ 8 h 29"/>
                <a:gd name="T24" fmla="*/ 55 w 62"/>
                <a:gd name="T25" fmla="*/ 6 h 29"/>
                <a:gd name="T26" fmla="*/ 47 w 62"/>
                <a:gd name="T27" fmla="*/ 5 h 29"/>
                <a:gd name="T28" fmla="*/ 39 w 62"/>
                <a:gd name="T29" fmla="*/ 0 h 29"/>
                <a:gd name="T30" fmla="*/ 30 w 62"/>
                <a:gd name="T31" fmla="*/ 0 h 29"/>
                <a:gd name="T32" fmla="*/ 29 w 62"/>
                <a:gd name="T33" fmla="*/ 9 h 29"/>
                <a:gd name="T34" fmla="*/ 22 w 62"/>
                <a:gd name="T35" fmla="*/ 12 h 29"/>
                <a:gd name="T36" fmla="*/ 15 w 62"/>
                <a:gd name="T37" fmla="*/ 3 h 29"/>
                <a:gd name="T38" fmla="*/ 7 w 62"/>
                <a:gd name="T39" fmla="*/ 7 h 29"/>
                <a:gd name="T40" fmla="*/ 3 w 62"/>
                <a:gd name="T41" fmla="*/ 14 h 29"/>
                <a:gd name="T42" fmla="*/ 2 w 62"/>
                <a:gd name="T43" fmla="*/ 22 h 29"/>
                <a:gd name="T44" fmla="*/ 2 w 62"/>
                <a:gd name="T45" fmla="*/ 22 h 29"/>
                <a:gd name="T46" fmla="*/ 9 w 62"/>
                <a:gd name="T47" fmla="*/ 20 h 29"/>
                <a:gd name="T48" fmla="*/ 21 w 62"/>
                <a:gd name="T49" fmla="*/ 2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2" h="29">
                  <a:moveTo>
                    <a:pt x="21" y="20"/>
                  </a:moveTo>
                  <a:cubicBezTo>
                    <a:pt x="23" y="20"/>
                    <a:pt x="29" y="21"/>
                    <a:pt x="32" y="20"/>
                  </a:cubicBezTo>
                  <a:cubicBezTo>
                    <a:pt x="35" y="19"/>
                    <a:pt x="35" y="23"/>
                    <a:pt x="37" y="22"/>
                  </a:cubicBezTo>
                  <a:cubicBezTo>
                    <a:pt x="39" y="22"/>
                    <a:pt x="42" y="25"/>
                    <a:pt x="45" y="26"/>
                  </a:cubicBezTo>
                  <a:cubicBezTo>
                    <a:pt x="46" y="27"/>
                    <a:pt x="47" y="28"/>
                    <a:pt x="49" y="29"/>
                  </a:cubicBezTo>
                  <a:cubicBezTo>
                    <a:pt x="49" y="29"/>
                    <a:pt x="50" y="28"/>
                    <a:pt x="51" y="27"/>
                  </a:cubicBezTo>
                  <a:cubicBezTo>
                    <a:pt x="53" y="26"/>
                    <a:pt x="55" y="27"/>
                    <a:pt x="56" y="27"/>
                  </a:cubicBezTo>
                  <a:cubicBezTo>
                    <a:pt x="58" y="27"/>
                    <a:pt x="58" y="25"/>
                    <a:pt x="60" y="24"/>
                  </a:cubicBezTo>
                  <a:cubicBezTo>
                    <a:pt x="60" y="23"/>
                    <a:pt x="61" y="23"/>
                    <a:pt x="62" y="23"/>
                  </a:cubicBezTo>
                  <a:cubicBezTo>
                    <a:pt x="61" y="21"/>
                    <a:pt x="61" y="19"/>
                    <a:pt x="60" y="17"/>
                  </a:cubicBezTo>
                  <a:cubicBezTo>
                    <a:pt x="59" y="16"/>
                    <a:pt x="57" y="14"/>
                    <a:pt x="58" y="13"/>
                  </a:cubicBezTo>
                  <a:cubicBezTo>
                    <a:pt x="58" y="11"/>
                    <a:pt x="58" y="9"/>
                    <a:pt x="57" y="8"/>
                  </a:cubicBezTo>
                  <a:cubicBezTo>
                    <a:pt x="56" y="7"/>
                    <a:pt x="56" y="6"/>
                    <a:pt x="55" y="6"/>
                  </a:cubicBezTo>
                  <a:cubicBezTo>
                    <a:pt x="52" y="5"/>
                    <a:pt x="48" y="5"/>
                    <a:pt x="47" y="5"/>
                  </a:cubicBezTo>
                  <a:cubicBezTo>
                    <a:pt x="46" y="6"/>
                    <a:pt x="40" y="1"/>
                    <a:pt x="39" y="0"/>
                  </a:cubicBezTo>
                  <a:cubicBezTo>
                    <a:pt x="38" y="0"/>
                    <a:pt x="34" y="0"/>
                    <a:pt x="30" y="0"/>
                  </a:cubicBezTo>
                  <a:cubicBezTo>
                    <a:pt x="27" y="3"/>
                    <a:pt x="29" y="5"/>
                    <a:pt x="29" y="9"/>
                  </a:cubicBezTo>
                  <a:cubicBezTo>
                    <a:pt x="29" y="13"/>
                    <a:pt x="25" y="12"/>
                    <a:pt x="22" y="12"/>
                  </a:cubicBezTo>
                  <a:cubicBezTo>
                    <a:pt x="20" y="12"/>
                    <a:pt x="16" y="5"/>
                    <a:pt x="15" y="3"/>
                  </a:cubicBezTo>
                  <a:cubicBezTo>
                    <a:pt x="13" y="2"/>
                    <a:pt x="9" y="5"/>
                    <a:pt x="7" y="7"/>
                  </a:cubicBezTo>
                  <a:cubicBezTo>
                    <a:pt x="4" y="9"/>
                    <a:pt x="5" y="12"/>
                    <a:pt x="3" y="14"/>
                  </a:cubicBezTo>
                  <a:cubicBezTo>
                    <a:pt x="1" y="15"/>
                    <a:pt x="0" y="18"/>
                    <a:pt x="2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5" y="22"/>
                    <a:pt x="7" y="21"/>
                    <a:pt x="9" y="20"/>
                  </a:cubicBezTo>
                  <a:cubicBezTo>
                    <a:pt x="12" y="18"/>
                    <a:pt x="19" y="20"/>
                    <a:pt x="21" y="2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84" name="Freeform 86"/>
            <p:cNvSpPr>
              <a:spLocks/>
            </p:cNvSpPr>
            <p:nvPr/>
          </p:nvSpPr>
          <p:spPr bwMode="auto">
            <a:xfrm>
              <a:off x="6336282" y="2666754"/>
              <a:ext cx="147910" cy="99894"/>
            </a:xfrm>
            <a:custGeom>
              <a:avLst/>
              <a:gdLst>
                <a:gd name="T0" fmla="*/ 7 w 49"/>
                <a:gd name="T1" fmla="*/ 16 h 32"/>
                <a:gd name="T2" fmla="*/ 12 w 49"/>
                <a:gd name="T3" fmla="*/ 18 h 32"/>
                <a:gd name="T4" fmla="*/ 17 w 49"/>
                <a:gd name="T5" fmla="*/ 21 h 32"/>
                <a:gd name="T6" fmla="*/ 17 w 49"/>
                <a:gd name="T7" fmla="*/ 27 h 32"/>
                <a:gd name="T8" fmla="*/ 23 w 49"/>
                <a:gd name="T9" fmla="*/ 31 h 32"/>
                <a:gd name="T10" fmla="*/ 29 w 49"/>
                <a:gd name="T11" fmla="*/ 31 h 32"/>
                <a:gd name="T12" fmla="*/ 34 w 49"/>
                <a:gd name="T13" fmla="*/ 29 h 32"/>
                <a:gd name="T14" fmla="*/ 39 w 49"/>
                <a:gd name="T15" fmla="*/ 27 h 32"/>
                <a:gd name="T16" fmla="*/ 40 w 49"/>
                <a:gd name="T17" fmla="*/ 23 h 32"/>
                <a:gd name="T18" fmla="*/ 45 w 49"/>
                <a:gd name="T19" fmla="*/ 19 h 32"/>
                <a:gd name="T20" fmla="*/ 47 w 49"/>
                <a:gd name="T21" fmla="*/ 17 h 32"/>
                <a:gd name="T22" fmla="*/ 48 w 49"/>
                <a:gd name="T23" fmla="*/ 14 h 32"/>
                <a:gd name="T24" fmla="*/ 49 w 49"/>
                <a:gd name="T25" fmla="*/ 11 h 32"/>
                <a:gd name="T26" fmla="*/ 45 w 49"/>
                <a:gd name="T27" fmla="*/ 8 h 32"/>
                <a:gd name="T28" fmla="*/ 37 w 49"/>
                <a:gd name="T29" fmla="*/ 4 h 32"/>
                <a:gd name="T30" fmla="*/ 32 w 49"/>
                <a:gd name="T31" fmla="*/ 2 h 32"/>
                <a:gd name="T32" fmla="*/ 21 w 49"/>
                <a:gd name="T33" fmla="*/ 2 h 32"/>
                <a:gd name="T34" fmla="*/ 9 w 49"/>
                <a:gd name="T35" fmla="*/ 2 h 32"/>
                <a:gd name="T36" fmla="*/ 2 w 49"/>
                <a:gd name="T37" fmla="*/ 4 h 32"/>
                <a:gd name="T38" fmla="*/ 1 w 49"/>
                <a:gd name="T39" fmla="*/ 13 h 32"/>
                <a:gd name="T40" fmla="*/ 2 w 49"/>
                <a:gd name="T41" fmla="*/ 16 h 32"/>
                <a:gd name="T42" fmla="*/ 7 w 49"/>
                <a:gd name="T43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9" h="32">
                  <a:moveTo>
                    <a:pt x="7" y="16"/>
                  </a:moveTo>
                  <a:cubicBezTo>
                    <a:pt x="8" y="17"/>
                    <a:pt x="11" y="18"/>
                    <a:pt x="12" y="18"/>
                  </a:cubicBezTo>
                  <a:cubicBezTo>
                    <a:pt x="13" y="17"/>
                    <a:pt x="17" y="19"/>
                    <a:pt x="17" y="21"/>
                  </a:cubicBezTo>
                  <a:cubicBezTo>
                    <a:pt x="17" y="22"/>
                    <a:pt x="16" y="27"/>
                    <a:pt x="17" y="27"/>
                  </a:cubicBezTo>
                  <a:cubicBezTo>
                    <a:pt x="17" y="27"/>
                    <a:pt x="23" y="28"/>
                    <a:pt x="23" y="31"/>
                  </a:cubicBezTo>
                  <a:cubicBezTo>
                    <a:pt x="26" y="31"/>
                    <a:pt x="28" y="31"/>
                    <a:pt x="29" y="31"/>
                  </a:cubicBezTo>
                  <a:cubicBezTo>
                    <a:pt x="31" y="32"/>
                    <a:pt x="33" y="30"/>
                    <a:pt x="34" y="29"/>
                  </a:cubicBezTo>
                  <a:cubicBezTo>
                    <a:pt x="35" y="28"/>
                    <a:pt x="38" y="27"/>
                    <a:pt x="39" y="27"/>
                  </a:cubicBezTo>
                  <a:cubicBezTo>
                    <a:pt x="40" y="27"/>
                    <a:pt x="40" y="25"/>
                    <a:pt x="40" y="23"/>
                  </a:cubicBezTo>
                  <a:cubicBezTo>
                    <a:pt x="41" y="22"/>
                    <a:pt x="43" y="20"/>
                    <a:pt x="45" y="19"/>
                  </a:cubicBezTo>
                  <a:cubicBezTo>
                    <a:pt x="46" y="19"/>
                    <a:pt x="46" y="17"/>
                    <a:pt x="47" y="17"/>
                  </a:cubicBezTo>
                  <a:cubicBezTo>
                    <a:pt x="49" y="17"/>
                    <a:pt x="49" y="15"/>
                    <a:pt x="48" y="14"/>
                  </a:cubicBezTo>
                  <a:cubicBezTo>
                    <a:pt x="48" y="13"/>
                    <a:pt x="48" y="12"/>
                    <a:pt x="49" y="11"/>
                  </a:cubicBezTo>
                  <a:cubicBezTo>
                    <a:pt x="47" y="10"/>
                    <a:pt x="46" y="9"/>
                    <a:pt x="45" y="8"/>
                  </a:cubicBezTo>
                  <a:cubicBezTo>
                    <a:pt x="42" y="7"/>
                    <a:pt x="39" y="4"/>
                    <a:pt x="37" y="4"/>
                  </a:cubicBezTo>
                  <a:cubicBezTo>
                    <a:pt x="35" y="5"/>
                    <a:pt x="35" y="1"/>
                    <a:pt x="32" y="2"/>
                  </a:cubicBezTo>
                  <a:cubicBezTo>
                    <a:pt x="29" y="3"/>
                    <a:pt x="23" y="2"/>
                    <a:pt x="21" y="2"/>
                  </a:cubicBezTo>
                  <a:cubicBezTo>
                    <a:pt x="19" y="2"/>
                    <a:pt x="12" y="0"/>
                    <a:pt x="9" y="2"/>
                  </a:cubicBezTo>
                  <a:cubicBezTo>
                    <a:pt x="7" y="3"/>
                    <a:pt x="5" y="4"/>
                    <a:pt x="2" y="4"/>
                  </a:cubicBezTo>
                  <a:cubicBezTo>
                    <a:pt x="4" y="8"/>
                    <a:pt x="3" y="11"/>
                    <a:pt x="1" y="13"/>
                  </a:cubicBezTo>
                  <a:cubicBezTo>
                    <a:pt x="0" y="15"/>
                    <a:pt x="1" y="15"/>
                    <a:pt x="2" y="16"/>
                  </a:cubicBezTo>
                  <a:cubicBezTo>
                    <a:pt x="4" y="15"/>
                    <a:pt x="6" y="15"/>
                    <a:pt x="7" y="16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85" name="Freeform 87"/>
            <p:cNvSpPr>
              <a:spLocks/>
            </p:cNvSpPr>
            <p:nvPr/>
          </p:nvSpPr>
          <p:spPr bwMode="auto">
            <a:xfrm>
              <a:off x="5974156" y="2980893"/>
              <a:ext cx="114757" cy="68348"/>
            </a:xfrm>
            <a:custGeom>
              <a:avLst/>
              <a:gdLst>
                <a:gd name="T0" fmla="*/ 34 w 38"/>
                <a:gd name="T1" fmla="*/ 9 h 22"/>
                <a:gd name="T2" fmla="*/ 29 w 38"/>
                <a:gd name="T3" fmla="*/ 7 h 22"/>
                <a:gd name="T4" fmla="*/ 29 w 38"/>
                <a:gd name="T5" fmla="*/ 3 h 22"/>
                <a:gd name="T6" fmla="*/ 24 w 38"/>
                <a:gd name="T7" fmla="*/ 1 h 22"/>
                <a:gd name="T8" fmla="*/ 19 w 38"/>
                <a:gd name="T9" fmla="*/ 1 h 22"/>
                <a:gd name="T10" fmla="*/ 12 w 38"/>
                <a:gd name="T11" fmla="*/ 2 h 22"/>
                <a:gd name="T12" fmla="*/ 10 w 38"/>
                <a:gd name="T13" fmla="*/ 3 h 22"/>
                <a:gd name="T14" fmla="*/ 6 w 38"/>
                <a:gd name="T15" fmla="*/ 7 h 22"/>
                <a:gd name="T16" fmla="*/ 1 w 38"/>
                <a:gd name="T17" fmla="*/ 13 h 22"/>
                <a:gd name="T18" fmla="*/ 2 w 38"/>
                <a:gd name="T19" fmla="*/ 16 h 22"/>
                <a:gd name="T20" fmla="*/ 6 w 38"/>
                <a:gd name="T21" fmla="*/ 16 h 22"/>
                <a:gd name="T22" fmla="*/ 7 w 38"/>
                <a:gd name="T23" fmla="*/ 21 h 22"/>
                <a:gd name="T24" fmla="*/ 7 w 38"/>
                <a:gd name="T25" fmla="*/ 21 h 22"/>
                <a:gd name="T26" fmla="*/ 14 w 38"/>
                <a:gd name="T27" fmla="*/ 20 h 22"/>
                <a:gd name="T28" fmla="*/ 18 w 38"/>
                <a:gd name="T29" fmla="*/ 14 h 22"/>
                <a:gd name="T30" fmla="*/ 23 w 38"/>
                <a:gd name="T31" fmla="*/ 20 h 22"/>
                <a:gd name="T32" fmla="*/ 25 w 38"/>
                <a:gd name="T33" fmla="*/ 17 h 22"/>
                <a:gd name="T34" fmla="*/ 28 w 38"/>
                <a:gd name="T35" fmla="*/ 15 h 22"/>
                <a:gd name="T36" fmla="*/ 32 w 38"/>
                <a:gd name="T37" fmla="*/ 14 h 22"/>
                <a:gd name="T38" fmla="*/ 35 w 38"/>
                <a:gd name="T39" fmla="*/ 13 h 22"/>
                <a:gd name="T40" fmla="*/ 36 w 38"/>
                <a:gd name="T41" fmla="*/ 11 h 22"/>
                <a:gd name="T42" fmla="*/ 38 w 38"/>
                <a:gd name="T43" fmla="*/ 10 h 22"/>
                <a:gd name="T44" fmla="*/ 34 w 38"/>
                <a:gd name="T4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22">
                  <a:moveTo>
                    <a:pt x="34" y="9"/>
                  </a:moveTo>
                  <a:cubicBezTo>
                    <a:pt x="32" y="10"/>
                    <a:pt x="29" y="8"/>
                    <a:pt x="29" y="7"/>
                  </a:cubicBezTo>
                  <a:cubicBezTo>
                    <a:pt x="29" y="6"/>
                    <a:pt x="29" y="5"/>
                    <a:pt x="29" y="3"/>
                  </a:cubicBezTo>
                  <a:cubicBezTo>
                    <a:pt x="28" y="3"/>
                    <a:pt x="26" y="2"/>
                    <a:pt x="24" y="1"/>
                  </a:cubicBezTo>
                  <a:cubicBezTo>
                    <a:pt x="22" y="0"/>
                    <a:pt x="21" y="0"/>
                    <a:pt x="19" y="1"/>
                  </a:cubicBezTo>
                  <a:cubicBezTo>
                    <a:pt x="17" y="2"/>
                    <a:pt x="14" y="2"/>
                    <a:pt x="12" y="2"/>
                  </a:cubicBezTo>
                  <a:cubicBezTo>
                    <a:pt x="11" y="2"/>
                    <a:pt x="11" y="3"/>
                    <a:pt x="10" y="3"/>
                  </a:cubicBezTo>
                  <a:cubicBezTo>
                    <a:pt x="9" y="3"/>
                    <a:pt x="6" y="5"/>
                    <a:pt x="6" y="7"/>
                  </a:cubicBezTo>
                  <a:cubicBezTo>
                    <a:pt x="6" y="8"/>
                    <a:pt x="2" y="10"/>
                    <a:pt x="1" y="13"/>
                  </a:cubicBezTo>
                  <a:cubicBezTo>
                    <a:pt x="0" y="17"/>
                    <a:pt x="0" y="18"/>
                    <a:pt x="2" y="16"/>
                  </a:cubicBezTo>
                  <a:cubicBezTo>
                    <a:pt x="4" y="14"/>
                    <a:pt x="6" y="15"/>
                    <a:pt x="6" y="16"/>
                  </a:cubicBezTo>
                  <a:cubicBezTo>
                    <a:pt x="6" y="18"/>
                    <a:pt x="8" y="18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10" y="20"/>
                    <a:pt x="13" y="20"/>
                    <a:pt x="14" y="20"/>
                  </a:cubicBezTo>
                  <a:cubicBezTo>
                    <a:pt x="16" y="20"/>
                    <a:pt x="18" y="15"/>
                    <a:pt x="18" y="14"/>
                  </a:cubicBezTo>
                  <a:cubicBezTo>
                    <a:pt x="19" y="14"/>
                    <a:pt x="21" y="18"/>
                    <a:pt x="23" y="20"/>
                  </a:cubicBezTo>
                  <a:cubicBezTo>
                    <a:pt x="25" y="22"/>
                    <a:pt x="25" y="18"/>
                    <a:pt x="25" y="17"/>
                  </a:cubicBezTo>
                  <a:cubicBezTo>
                    <a:pt x="25" y="15"/>
                    <a:pt x="27" y="15"/>
                    <a:pt x="28" y="15"/>
                  </a:cubicBezTo>
                  <a:cubicBezTo>
                    <a:pt x="30" y="15"/>
                    <a:pt x="32" y="16"/>
                    <a:pt x="32" y="14"/>
                  </a:cubicBezTo>
                  <a:cubicBezTo>
                    <a:pt x="32" y="12"/>
                    <a:pt x="34" y="13"/>
                    <a:pt x="35" y="13"/>
                  </a:cubicBezTo>
                  <a:cubicBezTo>
                    <a:pt x="36" y="13"/>
                    <a:pt x="36" y="11"/>
                    <a:pt x="36" y="11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6" y="9"/>
                    <a:pt x="35" y="9"/>
                    <a:pt x="34" y="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86" name="Freeform 88"/>
            <p:cNvSpPr>
              <a:spLocks/>
            </p:cNvSpPr>
            <p:nvPr/>
          </p:nvSpPr>
          <p:spPr bwMode="auto">
            <a:xfrm>
              <a:off x="5971606" y="2732474"/>
              <a:ext cx="225691" cy="266821"/>
            </a:xfrm>
            <a:custGeom>
              <a:avLst/>
              <a:gdLst>
                <a:gd name="T0" fmla="*/ 9 w 75"/>
                <a:gd name="T1" fmla="*/ 22 h 86"/>
                <a:gd name="T2" fmla="*/ 5 w 75"/>
                <a:gd name="T3" fmla="*/ 26 h 86"/>
                <a:gd name="T4" fmla="*/ 8 w 75"/>
                <a:gd name="T5" fmla="*/ 31 h 86"/>
                <a:gd name="T6" fmla="*/ 6 w 75"/>
                <a:gd name="T7" fmla="*/ 33 h 86"/>
                <a:gd name="T8" fmla="*/ 2 w 75"/>
                <a:gd name="T9" fmla="*/ 36 h 86"/>
                <a:gd name="T10" fmla="*/ 1 w 75"/>
                <a:gd name="T11" fmla="*/ 40 h 86"/>
                <a:gd name="T12" fmla="*/ 0 w 75"/>
                <a:gd name="T13" fmla="*/ 46 h 86"/>
                <a:gd name="T14" fmla="*/ 2 w 75"/>
                <a:gd name="T15" fmla="*/ 52 h 86"/>
                <a:gd name="T16" fmla="*/ 1 w 75"/>
                <a:gd name="T17" fmla="*/ 55 h 86"/>
                <a:gd name="T18" fmla="*/ 3 w 75"/>
                <a:gd name="T19" fmla="*/ 62 h 86"/>
                <a:gd name="T20" fmla="*/ 5 w 75"/>
                <a:gd name="T21" fmla="*/ 63 h 86"/>
                <a:gd name="T22" fmla="*/ 10 w 75"/>
                <a:gd name="T23" fmla="*/ 65 h 86"/>
                <a:gd name="T24" fmla="*/ 15 w 75"/>
                <a:gd name="T25" fmla="*/ 67 h 86"/>
                <a:gd name="T26" fmla="*/ 17 w 75"/>
                <a:gd name="T27" fmla="*/ 70 h 86"/>
                <a:gd name="T28" fmla="*/ 13 w 75"/>
                <a:gd name="T29" fmla="*/ 77 h 86"/>
                <a:gd name="T30" fmla="*/ 13 w 75"/>
                <a:gd name="T31" fmla="*/ 82 h 86"/>
                <a:gd name="T32" fmla="*/ 20 w 75"/>
                <a:gd name="T33" fmla="*/ 81 h 86"/>
                <a:gd name="T34" fmla="*/ 25 w 75"/>
                <a:gd name="T35" fmla="*/ 81 h 86"/>
                <a:gd name="T36" fmla="*/ 30 w 75"/>
                <a:gd name="T37" fmla="*/ 83 h 86"/>
                <a:gd name="T38" fmla="*/ 31 w 75"/>
                <a:gd name="T39" fmla="*/ 82 h 86"/>
                <a:gd name="T40" fmla="*/ 36 w 75"/>
                <a:gd name="T41" fmla="*/ 84 h 86"/>
                <a:gd name="T42" fmla="*/ 41 w 75"/>
                <a:gd name="T43" fmla="*/ 83 h 86"/>
                <a:gd name="T44" fmla="*/ 46 w 75"/>
                <a:gd name="T45" fmla="*/ 83 h 86"/>
                <a:gd name="T46" fmla="*/ 55 w 75"/>
                <a:gd name="T47" fmla="*/ 81 h 86"/>
                <a:gd name="T48" fmla="*/ 58 w 75"/>
                <a:gd name="T49" fmla="*/ 78 h 86"/>
                <a:gd name="T50" fmla="*/ 61 w 75"/>
                <a:gd name="T51" fmla="*/ 73 h 86"/>
                <a:gd name="T52" fmla="*/ 66 w 75"/>
                <a:gd name="T53" fmla="*/ 70 h 86"/>
                <a:gd name="T54" fmla="*/ 57 w 75"/>
                <a:gd name="T55" fmla="*/ 63 h 86"/>
                <a:gd name="T56" fmla="*/ 54 w 75"/>
                <a:gd name="T57" fmla="*/ 56 h 86"/>
                <a:gd name="T58" fmla="*/ 54 w 75"/>
                <a:gd name="T59" fmla="*/ 51 h 86"/>
                <a:gd name="T60" fmla="*/ 63 w 75"/>
                <a:gd name="T61" fmla="*/ 48 h 86"/>
                <a:gd name="T62" fmla="*/ 69 w 75"/>
                <a:gd name="T63" fmla="*/ 45 h 86"/>
                <a:gd name="T64" fmla="*/ 74 w 75"/>
                <a:gd name="T65" fmla="*/ 45 h 86"/>
                <a:gd name="T66" fmla="*/ 74 w 75"/>
                <a:gd name="T67" fmla="*/ 40 h 86"/>
                <a:gd name="T68" fmla="*/ 72 w 75"/>
                <a:gd name="T69" fmla="*/ 33 h 86"/>
                <a:gd name="T70" fmla="*/ 71 w 75"/>
                <a:gd name="T71" fmla="*/ 29 h 86"/>
                <a:gd name="T72" fmla="*/ 69 w 75"/>
                <a:gd name="T73" fmla="*/ 25 h 86"/>
                <a:gd name="T74" fmla="*/ 69 w 75"/>
                <a:gd name="T75" fmla="*/ 21 h 86"/>
                <a:gd name="T76" fmla="*/ 69 w 75"/>
                <a:gd name="T77" fmla="*/ 13 h 86"/>
                <a:gd name="T78" fmla="*/ 69 w 75"/>
                <a:gd name="T79" fmla="*/ 12 h 86"/>
                <a:gd name="T80" fmla="*/ 68 w 75"/>
                <a:gd name="T81" fmla="*/ 11 h 86"/>
                <a:gd name="T82" fmla="*/ 63 w 75"/>
                <a:gd name="T83" fmla="*/ 8 h 86"/>
                <a:gd name="T84" fmla="*/ 64 w 75"/>
                <a:gd name="T85" fmla="*/ 3 h 86"/>
                <a:gd name="T86" fmla="*/ 56 w 75"/>
                <a:gd name="T87" fmla="*/ 5 h 86"/>
                <a:gd name="T88" fmla="*/ 47 w 75"/>
                <a:gd name="T89" fmla="*/ 10 h 86"/>
                <a:gd name="T90" fmla="*/ 42 w 75"/>
                <a:gd name="T91" fmla="*/ 7 h 86"/>
                <a:gd name="T92" fmla="*/ 39 w 75"/>
                <a:gd name="T93" fmla="*/ 6 h 86"/>
                <a:gd name="T94" fmla="*/ 33 w 75"/>
                <a:gd name="T95" fmla="*/ 3 h 86"/>
                <a:gd name="T96" fmla="*/ 33 w 75"/>
                <a:gd name="T97" fmla="*/ 1 h 86"/>
                <a:gd name="T98" fmla="*/ 30 w 75"/>
                <a:gd name="T99" fmla="*/ 1 h 86"/>
                <a:gd name="T100" fmla="*/ 22 w 75"/>
                <a:gd name="T101" fmla="*/ 0 h 86"/>
                <a:gd name="T102" fmla="*/ 23 w 75"/>
                <a:gd name="T103" fmla="*/ 4 h 86"/>
                <a:gd name="T104" fmla="*/ 26 w 75"/>
                <a:gd name="T105" fmla="*/ 11 h 86"/>
                <a:gd name="T106" fmla="*/ 22 w 75"/>
                <a:gd name="T107" fmla="*/ 15 h 86"/>
                <a:gd name="T108" fmla="*/ 16 w 75"/>
                <a:gd name="T109" fmla="*/ 14 h 86"/>
                <a:gd name="T110" fmla="*/ 9 w 75"/>
                <a:gd name="T111" fmla="*/ 15 h 86"/>
                <a:gd name="T112" fmla="*/ 9 w 75"/>
                <a:gd name="T113" fmla="*/ 17 h 86"/>
                <a:gd name="T114" fmla="*/ 9 w 75"/>
                <a:gd name="T115" fmla="*/ 2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5" h="86">
                  <a:moveTo>
                    <a:pt x="9" y="22"/>
                  </a:moveTo>
                  <a:cubicBezTo>
                    <a:pt x="7" y="25"/>
                    <a:pt x="5" y="25"/>
                    <a:pt x="5" y="26"/>
                  </a:cubicBezTo>
                  <a:cubicBezTo>
                    <a:pt x="6" y="27"/>
                    <a:pt x="9" y="29"/>
                    <a:pt x="8" y="31"/>
                  </a:cubicBezTo>
                  <a:cubicBezTo>
                    <a:pt x="7" y="32"/>
                    <a:pt x="6" y="31"/>
                    <a:pt x="6" y="33"/>
                  </a:cubicBezTo>
                  <a:cubicBezTo>
                    <a:pt x="6" y="36"/>
                    <a:pt x="3" y="36"/>
                    <a:pt x="2" y="36"/>
                  </a:cubicBezTo>
                  <a:cubicBezTo>
                    <a:pt x="0" y="36"/>
                    <a:pt x="2" y="38"/>
                    <a:pt x="1" y="40"/>
                  </a:cubicBezTo>
                  <a:cubicBezTo>
                    <a:pt x="0" y="41"/>
                    <a:pt x="0" y="45"/>
                    <a:pt x="0" y="46"/>
                  </a:cubicBezTo>
                  <a:cubicBezTo>
                    <a:pt x="0" y="48"/>
                    <a:pt x="3" y="50"/>
                    <a:pt x="2" y="52"/>
                  </a:cubicBezTo>
                  <a:cubicBezTo>
                    <a:pt x="2" y="53"/>
                    <a:pt x="0" y="54"/>
                    <a:pt x="1" y="55"/>
                  </a:cubicBezTo>
                  <a:cubicBezTo>
                    <a:pt x="1" y="56"/>
                    <a:pt x="3" y="57"/>
                    <a:pt x="3" y="62"/>
                  </a:cubicBezTo>
                  <a:cubicBezTo>
                    <a:pt x="4" y="62"/>
                    <a:pt x="5" y="62"/>
                    <a:pt x="5" y="63"/>
                  </a:cubicBezTo>
                  <a:cubicBezTo>
                    <a:pt x="6" y="64"/>
                    <a:pt x="8" y="65"/>
                    <a:pt x="10" y="65"/>
                  </a:cubicBezTo>
                  <a:cubicBezTo>
                    <a:pt x="13" y="65"/>
                    <a:pt x="14" y="67"/>
                    <a:pt x="15" y="67"/>
                  </a:cubicBezTo>
                  <a:cubicBezTo>
                    <a:pt x="16" y="67"/>
                    <a:pt x="19" y="68"/>
                    <a:pt x="17" y="70"/>
                  </a:cubicBezTo>
                  <a:cubicBezTo>
                    <a:pt x="14" y="72"/>
                    <a:pt x="14" y="74"/>
                    <a:pt x="13" y="77"/>
                  </a:cubicBezTo>
                  <a:cubicBezTo>
                    <a:pt x="13" y="78"/>
                    <a:pt x="13" y="80"/>
                    <a:pt x="13" y="82"/>
                  </a:cubicBezTo>
                  <a:cubicBezTo>
                    <a:pt x="15" y="82"/>
                    <a:pt x="18" y="82"/>
                    <a:pt x="20" y="81"/>
                  </a:cubicBezTo>
                  <a:cubicBezTo>
                    <a:pt x="22" y="80"/>
                    <a:pt x="23" y="80"/>
                    <a:pt x="25" y="81"/>
                  </a:cubicBezTo>
                  <a:cubicBezTo>
                    <a:pt x="27" y="82"/>
                    <a:pt x="29" y="83"/>
                    <a:pt x="30" y="83"/>
                  </a:cubicBezTo>
                  <a:cubicBezTo>
                    <a:pt x="30" y="83"/>
                    <a:pt x="31" y="82"/>
                    <a:pt x="31" y="82"/>
                  </a:cubicBezTo>
                  <a:cubicBezTo>
                    <a:pt x="33" y="82"/>
                    <a:pt x="35" y="86"/>
                    <a:pt x="36" y="84"/>
                  </a:cubicBezTo>
                  <a:cubicBezTo>
                    <a:pt x="37" y="82"/>
                    <a:pt x="40" y="82"/>
                    <a:pt x="41" y="83"/>
                  </a:cubicBezTo>
                  <a:cubicBezTo>
                    <a:pt x="42" y="84"/>
                    <a:pt x="44" y="84"/>
                    <a:pt x="46" y="83"/>
                  </a:cubicBezTo>
                  <a:cubicBezTo>
                    <a:pt x="47" y="81"/>
                    <a:pt x="53" y="80"/>
                    <a:pt x="55" y="81"/>
                  </a:cubicBezTo>
                  <a:cubicBezTo>
                    <a:pt x="56" y="81"/>
                    <a:pt x="59" y="83"/>
                    <a:pt x="58" y="78"/>
                  </a:cubicBezTo>
                  <a:cubicBezTo>
                    <a:pt x="57" y="74"/>
                    <a:pt x="61" y="75"/>
                    <a:pt x="61" y="73"/>
                  </a:cubicBezTo>
                  <a:cubicBezTo>
                    <a:pt x="62" y="72"/>
                    <a:pt x="67" y="71"/>
                    <a:pt x="66" y="70"/>
                  </a:cubicBezTo>
                  <a:cubicBezTo>
                    <a:pt x="65" y="68"/>
                    <a:pt x="59" y="64"/>
                    <a:pt x="57" y="63"/>
                  </a:cubicBezTo>
                  <a:cubicBezTo>
                    <a:pt x="55" y="62"/>
                    <a:pt x="55" y="58"/>
                    <a:pt x="54" y="56"/>
                  </a:cubicBezTo>
                  <a:cubicBezTo>
                    <a:pt x="53" y="54"/>
                    <a:pt x="51" y="52"/>
                    <a:pt x="54" y="51"/>
                  </a:cubicBezTo>
                  <a:cubicBezTo>
                    <a:pt x="56" y="51"/>
                    <a:pt x="61" y="50"/>
                    <a:pt x="63" y="48"/>
                  </a:cubicBezTo>
                  <a:cubicBezTo>
                    <a:pt x="65" y="46"/>
                    <a:pt x="68" y="46"/>
                    <a:pt x="69" y="45"/>
                  </a:cubicBezTo>
                  <a:cubicBezTo>
                    <a:pt x="71" y="44"/>
                    <a:pt x="73" y="46"/>
                    <a:pt x="74" y="45"/>
                  </a:cubicBezTo>
                  <a:cubicBezTo>
                    <a:pt x="75" y="44"/>
                    <a:pt x="75" y="41"/>
                    <a:pt x="74" y="40"/>
                  </a:cubicBezTo>
                  <a:cubicBezTo>
                    <a:pt x="73" y="39"/>
                    <a:pt x="72" y="36"/>
                    <a:pt x="72" y="33"/>
                  </a:cubicBezTo>
                  <a:cubicBezTo>
                    <a:pt x="72" y="30"/>
                    <a:pt x="71" y="30"/>
                    <a:pt x="71" y="29"/>
                  </a:cubicBezTo>
                  <a:cubicBezTo>
                    <a:pt x="71" y="27"/>
                    <a:pt x="70" y="25"/>
                    <a:pt x="69" y="25"/>
                  </a:cubicBezTo>
                  <a:cubicBezTo>
                    <a:pt x="68" y="24"/>
                    <a:pt x="67" y="23"/>
                    <a:pt x="69" y="21"/>
                  </a:cubicBezTo>
                  <a:cubicBezTo>
                    <a:pt x="70" y="19"/>
                    <a:pt x="69" y="14"/>
                    <a:pt x="69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9"/>
                    <a:pt x="66" y="8"/>
                    <a:pt x="63" y="8"/>
                  </a:cubicBezTo>
                  <a:cubicBezTo>
                    <a:pt x="60" y="8"/>
                    <a:pt x="65" y="5"/>
                    <a:pt x="64" y="3"/>
                  </a:cubicBezTo>
                  <a:cubicBezTo>
                    <a:pt x="63" y="1"/>
                    <a:pt x="59" y="6"/>
                    <a:pt x="56" y="5"/>
                  </a:cubicBezTo>
                  <a:cubicBezTo>
                    <a:pt x="53" y="4"/>
                    <a:pt x="49" y="8"/>
                    <a:pt x="47" y="10"/>
                  </a:cubicBezTo>
                  <a:cubicBezTo>
                    <a:pt x="44" y="12"/>
                    <a:pt x="40" y="10"/>
                    <a:pt x="42" y="7"/>
                  </a:cubicBezTo>
                  <a:cubicBezTo>
                    <a:pt x="44" y="4"/>
                    <a:pt x="42" y="5"/>
                    <a:pt x="39" y="6"/>
                  </a:cubicBezTo>
                  <a:cubicBezTo>
                    <a:pt x="37" y="7"/>
                    <a:pt x="33" y="5"/>
                    <a:pt x="33" y="3"/>
                  </a:cubicBezTo>
                  <a:cubicBezTo>
                    <a:pt x="33" y="2"/>
                    <a:pt x="33" y="1"/>
                    <a:pt x="33" y="1"/>
                  </a:cubicBezTo>
                  <a:cubicBezTo>
                    <a:pt x="31" y="1"/>
                    <a:pt x="30" y="1"/>
                    <a:pt x="30" y="1"/>
                  </a:cubicBezTo>
                  <a:cubicBezTo>
                    <a:pt x="28" y="0"/>
                    <a:pt x="25" y="0"/>
                    <a:pt x="22" y="0"/>
                  </a:cubicBezTo>
                  <a:cubicBezTo>
                    <a:pt x="23" y="2"/>
                    <a:pt x="24" y="3"/>
                    <a:pt x="23" y="4"/>
                  </a:cubicBezTo>
                  <a:cubicBezTo>
                    <a:pt x="22" y="6"/>
                    <a:pt x="24" y="8"/>
                    <a:pt x="26" y="11"/>
                  </a:cubicBezTo>
                  <a:cubicBezTo>
                    <a:pt x="27" y="14"/>
                    <a:pt x="22" y="13"/>
                    <a:pt x="22" y="15"/>
                  </a:cubicBezTo>
                  <a:cubicBezTo>
                    <a:pt x="22" y="17"/>
                    <a:pt x="17" y="15"/>
                    <a:pt x="16" y="14"/>
                  </a:cubicBezTo>
                  <a:cubicBezTo>
                    <a:pt x="14" y="13"/>
                    <a:pt x="9" y="14"/>
                    <a:pt x="9" y="15"/>
                  </a:cubicBezTo>
                  <a:cubicBezTo>
                    <a:pt x="10" y="15"/>
                    <a:pt x="9" y="16"/>
                    <a:pt x="9" y="17"/>
                  </a:cubicBezTo>
                  <a:cubicBezTo>
                    <a:pt x="10" y="19"/>
                    <a:pt x="10" y="21"/>
                    <a:pt x="9" y="2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87" name="Freeform 89"/>
            <p:cNvSpPr>
              <a:spLocks/>
            </p:cNvSpPr>
            <p:nvPr/>
          </p:nvSpPr>
          <p:spPr bwMode="auto">
            <a:xfrm>
              <a:off x="6342658" y="2097625"/>
              <a:ext cx="265219" cy="439006"/>
            </a:xfrm>
            <a:custGeom>
              <a:avLst/>
              <a:gdLst>
                <a:gd name="T0" fmla="*/ 75 w 88"/>
                <a:gd name="T1" fmla="*/ 118 h 141"/>
                <a:gd name="T2" fmla="*/ 87 w 88"/>
                <a:gd name="T3" fmla="*/ 106 h 141"/>
                <a:gd name="T4" fmla="*/ 85 w 88"/>
                <a:gd name="T5" fmla="*/ 99 h 141"/>
                <a:gd name="T6" fmla="*/ 74 w 88"/>
                <a:gd name="T7" fmla="*/ 91 h 141"/>
                <a:gd name="T8" fmla="*/ 80 w 88"/>
                <a:gd name="T9" fmla="*/ 86 h 141"/>
                <a:gd name="T10" fmla="*/ 75 w 88"/>
                <a:gd name="T11" fmla="*/ 82 h 141"/>
                <a:gd name="T12" fmla="*/ 76 w 88"/>
                <a:gd name="T13" fmla="*/ 78 h 141"/>
                <a:gd name="T14" fmla="*/ 72 w 88"/>
                <a:gd name="T15" fmla="*/ 75 h 141"/>
                <a:gd name="T16" fmla="*/ 74 w 88"/>
                <a:gd name="T17" fmla="*/ 72 h 141"/>
                <a:gd name="T18" fmla="*/ 73 w 88"/>
                <a:gd name="T19" fmla="*/ 66 h 141"/>
                <a:gd name="T20" fmla="*/ 76 w 88"/>
                <a:gd name="T21" fmla="*/ 61 h 141"/>
                <a:gd name="T22" fmla="*/ 68 w 88"/>
                <a:gd name="T23" fmla="*/ 48 h 141"/>
                <a:gd name="T24" fmla="*/ 70 w 88"/>
                <a:gd name="T25" fmla="*/ 43 h 141"/>
                <a:gd name="T26" fmla="*/ 75 w 88"/>
                <a:gd name="T27" fmla="*/ 37 h 141"/>
                <a:gd name="T28" fmla="*/ 69 w 88"/>
                <a:gd name="T29" fmla="*/ 31 h 141"/>
                <a:gd name="T30" fmla="*/ 64 w 88"/>
                <a:gd name="T31" fmla="*/ 28 h 141"/>
                <a:gd name="T32" fmla="*/ 63 w 88"/>
                <a:gd name="T33" fmla="*/ 23 h 141"/>
                <a:gd name="T34" fmla="*/ 64 w 88"/>
                <a:gd name="T35" fmla="*/ 19 h 141"/>
                <a:gd name="T36" fmla="*/ 67 w 88"/>
                <a:gd name="T37" fmla="*/ 16 h 141"/>
                <a:gd name="T38" fmla="*/ 69 w 88"/>
                <a:gd name="T39" fmla="*/ 13 h 141"/>
                <a:gd name="T40" fmla="*/ 69 w 88"/>
                <a:gd name="T41" fmla="*/ 8 h 141"/>
                <a:gd name="T42" fmla="*/ 61 w 88"/>
                <a:gd name="T43" fmla="*/ 2 h 141"/>
                <a:gd name="T44" fmla="*/ 54 w 88"/>
                <a:gd name="T45" fmla="*/ 2 h 141"/>
                <a:gd name="T46" fmla="*/ 45 w 88"/>
                <a:gd name="T47" fmla="*/ 4 h 141"/>
                <a:gd name="T48" fmla="*/ 40 w 88"/>
                <a:gd name="T49" fmla="*/ 10 h 141"/>
                <a:gd name="T50" fmla="*/ 39 w 88"/>
                <a:gd name="T51" fmla="*/ 17 h 141"/>
                <a:gd name="T52" fmla="*/ 35 w 88"/>
                <a:gd name="T53" fmla="*/ 22 h 141"/>
                <a:gd name="T54" fmla="*/ 30 w 88"/>
                <a:gd name="T55" fmla="*/ 21 h 141"/>
                <a:gd name="T56" fmla="*/ 24 w 88"/>
                <a:gd name="T57" fmla="*/ 20 h 141"/>
                <a:gd name="T58" fmla="*/ 15 w 88"/>
                <a:gd name="T59" fmla="*/ 20 h 141"/>
                <a:gd name="T60" fmla="*/ 5 w 88"/>
                <a:gd name="T61" fmla="*/ 13 h 141"/>
                <a:gd name="T62" fmla="*/ 0 w 88"/>
                <a:gd name="T63" fmla="*/ 17 h 141"/>
                <a:gd name="T64" fmla="*/ 9 w 88"/>
                <a:gd name="T65" fmla="*/ 24 h 141"/>
                <a:gd name="T66" fmla="*/ 21 w 88"/>
                <a:gd name="T67" fmla="*/ 31 h 141"/>
                <a:gd name="T68" fmla="*/ 21 w 88"/>
                <a:gd name="T69" fmla="*/ 39 h 141"/>
                <a:gd name="T70" fmla="*/ 23 w 88"/>
                <a:gd name="T71" fmla="*/ 47 h 141"/>
                <a:gd name="T72" fmla="*/ 23 w 88"/>
                <a:gd name="T73" fmla="*/ 54 h 141"/>
                <a:gd name="T74" fmla="*/ 25 w 88"/>
                <a:gd name="T75" fmla="*/ 58 h 141"/>
                <a:gd name="T76" fmla="*/ 26 w 88"/>
                <a:gd name="T77" fmla="*/ 62 h 141"/>
                <a:gd name="T78" fmla="*/ 33 w 88"/>
                <a:gd name="T79" fmla="*/ 65 h 141"/>
                <a:gd name="T80" fmla="*/ 35 w 88"/>
                <a:gd name="T81" fmla="*/ 72 h 141"/>
                <a:gd name="T82" fmla="*/ 34 w 88"/>
                <a:gd name="T83" fmla="*/ 75 h 141"/>
                <a:gd name="T84" fmla="*/ 29 w 88"/>
                <a:gd name="T85" fmla="*/ 78 h 141"/>
                <a:gd name="T86" fmla="*/ 21 w 88"/>
                <a:gd name="T87" fmla="*/ 87 h 141"/>
                <a:gd name="T88" fmla="*/ 16 w 88"/>
                <a:gd name="T89" fmla="*/ 91 h 141"/>
                <a:gd name="T90" fmla="*/ 11 w 88"/>
                <a:gd name="T91" fmla="*/ 95 h 141"/>
                <a:gd name="T92" fmla="*/ 5 w 88"/>
                <a:gd name="T93" fmla="*/ 98 h 141"/>
                <a:gd name="T94" fmla="*/ 2 w 88"/>
                <a:gd name="T95" fmla="*/ 104 h 141"/>
                <a:gd name="T96" fmla="*/ 2 w 88"/>
                <a:gd name="T97" fmla="*/ 108 h 141"/>
                <a:gd name="T98" fmla="*/ 3 w 88"/>
                <a:gd name="T99" fmla="*/ 114 h 141"/>
                <a:gd name="T100" fmla="*/ 4 w 88"/>
                <a:gd name="T101" fmla="*/ 124 h 141"/>
                <a:gd name="T102" fmla="*/ 2 w 88"/>
                <a:gd name="T103" fmla="*/ 132 h 141"/>
                <a:gd name="T104" fmla="*/ 10 w 88"/>
                <a:gd name="T105" fmla="*/ 136 h 141"/>
                <a:gd name="T106" fmla="*/ 15 w 88"/>
                <a:gd name="T107" fmla="*/ 138 h 141"/>
                <a:gd name="T108" fmla="*/ 24 w 88"/>
                <a:gd name="T109" fmla="*/ 140 h 141"/>
                <a:gd name="T110" fmla="*/ 50 w 88"/>
                <a:gd name="T111" fmla="*/ 134 h 141"/>
                <a:gd name="T112" fmla="*/ 58 w 88"/>
                <a:gd name="T113" fmla="*/ 134 h 141"/>
                <a:gd name="T114" fmla="*/ 62 w 88"/>
                <a:gd name="T115" fmla="*/ 128 h 141"/>
                <a:gd name="T116" fmla="*/ 75 w 88"/>
                <a:gd name="T117" fmla="*/ 11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8" h="141">
                  <a:moveTo>
                    <a:pt x="75" y="118"/>
                  </a:moveTo>
                  <a:cubicBezTo>
                    <a:pt x="77" y="113"/>
                    <a:pt x="86" y="110"/>
                    <a:pt x="87" y="106"/>
                  </a:cubicBezTo>
                  <a:cubicBezTo>
                    <a:pt x="88" y="104"/>
                    <a:pt x="88" y="103"/>
                    <a:pt x="85" y="99"/>
                  </a:cubicBezTo>
                  <a:cubicBezTo>
                    <a:pt x="82" y="96"/>
                    <a:pt x="75" y="93"/>
                    <a:pt x="74" y="91"/>
                  </a:cubicBezTo>
                  <a:cubicBezTo>
                    <a:pt x="74" y="89"/>
                    <a:pt x="80" y="89"/>
                    <a:pt x="80" y="86"/>
                  </a:cubicBezTo>
                  <a:cubicBezTo>
                    <a:pt x="79" y="84"/>
                    <a:pt x="76" y="84"/>
                    <a:pt x="75" y="82"/>
                  </a:cubicBezTo>
                  <a:cubicBezTo>
                    <a:pt x="74" y="80"/>
                    <a:pt x="77" y="79"/>
                    <a:pt x="76" y="78"/>
                  </a:cubicBezTo>
                  <a:cubicBezTo>
                    <a:pt x="76" y="77"/>
                    <a:pt x="72" y="76"/>
                    <a:pt x="72" y="75"/>
                  </a:cubicBezTo>
                  <a:cubicBezTo>
                    <a:pt x="72" y="74"/>
                    <a:pt x="75" y="74"/>
                    <a:pt x="74" y="72"/>
                  </a:cubicBezTo>
                  <a:cubicBezTo>
                    <a:pt x="74" y="71"/>
                    <a:pt x="71" y="68"/>
                    <a:pt x="73" y="66"/>
                  </a:cubicBezTo>
                  <a:cubicBezTo>
                    <a:pt x="75" y="64"/>
                    <a:pt x="78" y="66"/>
                    <a:pt x="76" y="61"/>
                  </a:cubicBezTo>
                  <a:cubicBezTo>
                    <a:pt x="73" y="56"/>
                    <a:pt x="69" y="50"/>
                    <a:pt x="68" y="48"/>
                  </a:cubicBezTo>
                  <a:cubicBezTo>
                    <a:pt x="67" y="47"/>
                    <a:pt x="69" y="44"/>
                    <a:pt x="70" y="43"/>
                  </a:cubicBezTo>
                  <a:cubicBezTo>
                    <a:pt x="72" y="42"/>
                    <a:pt x="75" y="39"/>
                    <a:pt x="75" y="37"/>
                  </a:cubicBezTo>
                  <a:cubicBezTo>
                    <a:pt x="75" y="36"/>
                    <a:pt x="71" y="32"/>
                    <a:pt x="69" y="31"/>
                  </a:cubicBezTo>
                  <a:cubicBezTo>
                    <a:pt x="68" y="30"/>
                    <a:pt x="65" y="30"/>
                    <a:pt x="64" y="28"/>
                  </a:cubicBezTo>
                  <a:cubicBezTo>
                    <a:pt x="63" y="25"/>
                    <a:pt x="62" y="25"/>
                    <a:pt x="63" y="23"/>
                  </a:cubicBezTo>
                  <a:cubicBezTo>
                    <a:pt x="64" y="22"/>
                    <a:pt x="64" y="20"/>
                    <a:pt x="64" y="19"/>
                  </a:cubicBezTo>
                  <a:cubicBezTo>
                    <a:pt x="64" y="17"/>
                    <a:pt x="67" y="18"/>
                    <a:pt x="67" y="16"/>
                  </a:cubicBezTo>
                  <a:cubicBezTo>
                    <a:pt x="68" y="15"/>
                    <a:pt x="68" y="14"/>
                    <a:pt x="69" y="13"/>
                  </a:cubicBezTo>
                  <a:cubicBezTo>
                    <a:pt x="69" y="11"/>
                    <a:pt x="70" y="10"/>
                    <a:pt x="69" y="8"/>
                  </a:cubicBezTo>
                  <a:cubicBezTo>
                    <a:pt x="69" y="6"/>
                    <a:pt x="62" y="5"/>
                    <a:pt x="61" y="2"/>
                  </a:cubicBezTo>
                  <a:cubicBezTo>
                    <a:pt x="59" y="0"/>
                    <a:pt x="55" y="1"/>
                    <a:pt x="54" y="2"/>
                  </a:cubicBezTo>
                  <a:cubicBezTo>
                    <a:pt x="53" y="4"/>
                    <a:pt x="45" y="2"/>
                    <a:pt x="45" y="4"/>
                  </a:cubicBezTo>
                  <a:cubicBezTo>
                    <a:pt x="45" y="7"/>
                    <a:pt x="40" y="7"/>
                    <a:pt x="40" y="10"/>
                  </a:cubicBezTo>
                  <a:cubicBezTo>
                    <a:pt x="40" y="13"/>
                    <a:pt x="43" y="18"/>
                    <a:pt x="39" y="17"/>
                  </a:cubicBezTo>
                  <a:cubicBezTo>
                    <a:pt x="35" y="17"/>
                    <a:pt x="37" y="19"/>
                    <a:pt x="35" y="22"/>
                  </a:cubicBezTo>
                  <a:cubicBezTo>
                    <a:pt x="33" y="25"/>
                    <a:pt x="33" y="20"/>
                    <a:pt x="30" y="21"/>
                  </a:cubicBezTo>
                  <a:cubicBezTo>
                    <a:pt x="28" y="22"/>
                    <a:pt x="25" y="18"/>
                    <a:pt x="24" y="20"/>
                  </a:cubicBezTo>
                  <a:cubicBezTo>
                    <a:pt x="23" y="22"/>
                    <a:pt x="19" y="21"/>
                    <a:pt x="15" y="20"/>
                  </a:cubicBezTo>
                  <a:cubicBezTo>
                    <a:pt x="11" y="19"/>
                    <a:pt x="9" y="14"/>
                    <a:pt x="5" y="13"/>
                  </a:cubicBezTo>
                  <a:cubicBezTo>
                    <a:pt x="3" y="13"/>
                    <a:pt x="1" y="15"/>
                    <a:pt x="0" y="17"/>
                  </a:cubicBezTo>
                  <a:cubicBezTo>
                    <a:pt x="3" y="19"/>
                    <a:pt x="5" y="22"/>
                    <a:pt x="9" y="24"/>
                  </a:cubicBezTo>
                  <a:cubicBezTo>
                    <a:pt x="13" y="26"/>
                    <a:pt x="21" y="28"/>
                    <a:pt x="21" y="31"/>
                  </a:cubicBezTo>
                  <a:cubicBezTo>
                    <a:pt x="21" y="34"/>
                    <a:pt x="19" y="38"/>
                    <a:pt x="21" y="39"/>
                  </a:cubicBezTo>
                  <a:cubicBezTo>
                    <a:pt x="23" y="40"/>
                    <a:pt x="21" y="46"/>
                    <a:pt x="23" y="47"/>
                  </a:cubicBezTo>
                  <a:cubicBezTo>
                    <a:pt x="26" y="48"/>
                    <a:pt x="25" y="54"/>
                    <a:pt x="23" y="54"/>
                  </a:cubicBezTo>
                  <a:cubicBezTo>
                    <a:pt x="21" y="54"/>
                    <a:pt x="23" y="57"/>
                    <a:pt x="25" y="58"/>
                  </a:cubicBezTo>
                  <a:cubicBezTo>
                    <a:pt x="25" y="59"/>
                    <a:pt x="26" y="61"/>
                    <a:pt x="26" y="62"/>
                  </a:cubicBezTo>
                  <a:cubicBezTo>
                    <a:pt x="28" y="63"/>
                    <a:pt x="30" y="64"/>
                    <a:pt x="33" y="65"/>
                  </a:cubicBezTo>
                  <a:cubicBezTo>
                    <a:pt x="36" y="67"/>
                    <a:pt x="35" y="69"/>
                    <a:pt x="35" y="72"/>
                  </a:cubicBezTo>
                  <a:cubicBezTo>
                    <a:pt x="36" y="74"/>
                    <a:pt x="36" y="76"/>
                    <a:pt x="34" y="75"/>
                  </a:cubicBezTo>
                  <a:cubicBezTo>
                    <a:pt x="32" y="74"/>
                    <a:pt x="30" y="75"/>
                    <a:pt x="29" y="78"/>
                  </a:cubicBezTo>
                  <a:cubicBezTo>
                    <a:pt x="28" y="82"/>
                    <a:pt x="24" y="87"/>
                    <a:pt x="21" y="87"/>
                  </a:cubicBezTo>
                  <a:cubicBezTo>
                    <a:pt x="18" y="87"/>
                    <a:pt x="18" y="90"/>
                    <a:pt x="16" y="91"/>
                  </a:cubicBezTo>
                  <a:cubicBezTo>
                    <a:pt x="13" y="91"/>
                    <a:pt x="11" y="93"/>
                    <a:pt x="11" y="95"/>
                  </a:cubicBezTo>
                  <a:cubicBezTo>
                    <a:pt x="11" y="98"/>
                    <a:pt x="8" y="98"/>
                    <a:pt x="5" y="98"/>
                  </a:cubicBezTo>
                  <a:cubicBezTo>
                    <a:pt x="3" y="98"/>
                    <a:pt x="4" y="102"/>
                    <a:pt x="2" y="104"/>
                  </a:cubicBezTo>
                  <a:cubicBezTo>
                    <a:pt x="0" y="105"/>
                    <a:pt x="0" y="106"/>
                    <a:pt x="2" y="108"/>
                  </a:cubicBezTo>
                  <a:cubicBezTo>
                    <a:pt x="4" y="111"/>
                    <a:pt x="2" y="113"/>
                    <a:pt x="3" y="114"/>
                  </a:cubicBezTo>
                  <a:cubicBezTo>
                    <a:pt x="4" y="116"/>
                    <a:pt x="6" y="120"/>
                    <a:pt x="4" y="124"/>
                  </a:cubicBezTo>
                  <a:cubicBezTo>
                    <a:pt x="3" y="128"/>
                    <a:pt x="1" y="133"/>
                    <a:pt x="2" y="132"/>
                  </a:cubicBezTo>
                  <a:cubicBezTo>
                    <a:pt x="4" y="132"/>
                    <a:pt x="7" y="136"/>
                    <a:pt x="10" y="136"/>
                  </a:cubicBezTo>
                  <a:cubicBezTo>
                    <a:pt x="12" y="135"/>
                    <a:pt x="13" y="139"/>
                    <a:pt x="15" y="138"/>
                  </a:cubicBezTo>
                  <a:cubicBezTo>
                    <a:pt x="17" y="138"/>
                    <a:pt x="17" y="141"/>
                    <a:pt x="24" y="140"/>
                  </a:cubicBezTo>
                  <a:cubicBezTo>
                    <a:pt x="31" y="140"/>
                    <a:pt x="45" y="134"/>
                    <a:pt x="50" y="134"/>
                  </a:cubicBezTo>
                  <a:cubicBezTo>
                    <a:pt x="54" y="134"/>
                    <a:pt x="56" y="134"/>
                    <a:pt x="58" y="134"/>
                  </a:cubicBezTo>
                  <a:cubicBezTo>
                    <a:pt x="59" y="132"/>
                    <a:pt x="61" y="130"/>
                    <a:pt x="62" y="128"/>
                  </a:cubicBezTo>
                  <a:cubicBezTo>
                    <a:pt x="65" y="125"/>
                    <a:pt x="73" y="122"/>
                    <a:pt x="75" y="11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88" name="Freeform 90"/>
            <p:cNvSpPr>
              <a:spLocks/>
            </p:cNvSpPr>
            <p:nvPr/>
          </p:nvSpPr>
          <p:spPr bwMode="auto">
            <a:xfrm>
              <a:off x="6683106" y="3469846"/>
              <a:ext cx="532987" cy="441634"/>
            </a:xfrm>
            <a:custGeom>
              <a:avLst/>
              <a:gdLst>
                <a:gd name="T0" fmla="*/ 106 w 177"/>
                <a:gd name="T1" fmla="*/ 30 h 142"/>
                <a:gd name="T2" fmla="*/ 91 w 177"/>
                <a:gd name="T3" fmla="*/ 28 h 142"/>
                <a:gd name="T4" fmla="*/ 81 w 177"/>
                <a:gd name="T5" fmla="*/ 25 h 142"/>
                <a:gd name="T6" fmla="*/ 61 w 177"/>
                <a:gd name="T7" fmla="*/ 10 h 142"/>
                <a:gd name="T8" fmla="*/ 44 w 177"/>
                <a:gd name="T9" fmla="*/ 0 h 142"/>
                <a:gd name="T10" fmla="*/ 37 w 177"/>
                <a:gd name="T11" fmla="*/ 0 h 142"/>
                <a:gd name="T12" fmla="*/ 29 w 177"/>
                <a:gd name="T13" fmla="*/ 3 h 142"/>
                <a:gd name="T14" fmla="*/ 20 w 177"/>
                <a:gd name="T15" fmla="*/ 8 h 142"/>
                <a:gd name="T16" fmla="*/ 27 w 177"/>
                <a:gd name="T17" fmla="*/ 16 h 142"/>
                <a:gd name="T18" fmla="*/ 22 w 177"/>
                <a:gd name="T19" fmla="*/ 20 h 142"/>
                <a:gd name="T20" fmla="*/ 16 w 177"/>
                <a:gd name="T21" fmla="*/ 22 h 142"/>
                <a:gd name="T22" fmla="*/ 10 w 177"/>
                <a:gd name="T23" fmla="*/ 27 h 142"/>
                <a:gd name="T24" fmla="*/ 1 w 177"/>
                <a:gd name="T25" fmla="*/ 23 h 142"/>
                <a:gd name="T26" fmla="*/ 0 w 177"/>
                <a:gd name="T27" fmla="*/ 26 h 142"/>
                <a:gd name="T28" fmla="*/ 0 w 177"/>
                <a:gd name="T29" fmla="*/ 28 h 142"/>
                <a:gd name="T30" fmla="*/ 1 w 177"/>
                <a:gd name="T31" fmla="*/ 38 h 142"/>
                <a:gd name="T32" fmla="*/ 8 w 177"/>
                <a:gd name="T33" fmla="*/ 46 h 142"/>
                <a:gd name="T34" fmla="*/ 20 w 177"/>
                <a:gd name="T35" fmla="*/ 65 h 142"/>
                <a:gd name="T36" fmla="*/ 27 w 177"/>
                <a:gd name="T37" fmla="*/ 74 h 142"/>
                <a:gd name="T38" fmla="*/ 35 w 177"/>
                <a:gd name="T39" fmla="*/ 84 h 142"/>
                <a:gd name="T40" fmla="*/ 37 w 177"/>
                <a:gd name="T41" fmla="*/ 93 h 142"/>
                <a:gd name="T42" fmla="*/ 43 w 177"/>
                <a:gd name="T43" fmla="*/ 107 h 142"/>
                <a:gd name="T44" fmla="*/ 53 w 177"/>
                <a:gd name="T45" fmla="*/ 118 h 142"/>
                <a:gd name="T46" fmla="*/ 61 w 177"/>
                <a:gd name="T47" fmla="*/ 131 h 142"/>
                <a:gd name="T48" fmla="*/ 64 w 177"/>
                <a:gd name="T49" fmla="*/ 138 h 142"/>
                <a:gd name="T50" fmla="*/ 67 w 177"/>
                <a:gd name="T51" fmla="*/ 142 h 142"/>
                <a:gd name="T52" fmla="*/ 70 w 177"/>
                <a:gd name="T53" fmla="*/ 140 h 142"/>
                <a:gd name="T54" fmla="*/ 70 w 177"/>
                <a:gd name="T55" fmla="*/ 136 h 142"/>
                <a:gd name="T56" fmla="*/ 74 w 177"/>
                <a:gd name="T57" fmla="*/ 133 h 142"/>
                <a:gd name="T58" fmla="*/ 80 w 177"/>
                <a:gd name="T59" fmla="*/ 134 h 142"/>
                <a:gd name="T60" fmla="*/ 90 w 177"/>
                <a:gd name="T61" fmla="*/ 134 h 142"/>
                <a:gd name="T62" fmla="*/ 102 w 177"/>
                <a:gd name="T63" fmla="*/ 136 h 142"/>
                <a:gd name="T64" fmla="*/ 108 w 177"/>
                <a:gd name="T65" fmla="*/ 134 h 142"/>
                <a:gd name="T66" fmla="*/ 121 w 177"/>
                <a:gd name="T67" fmla="*/ 123 h 142"/>
                <a:gd name="T68" fmla="*/ 138 w 177"/>
                <a:gd name="T69" fmla="*/ 122 h 142"/>
                <a:gd name="T70" fmla="*/ 171 w 177"/>
                <a:gd name="T71" fmla="*/ 111 h 142"/>
                <a:gd name="T72" fmla="*/ 177 w 177"/>
                <a:gd name="T73" fmla="*/ 93 h 142"/>
                <a:gd name="T74" fmla="*/ 173 w 177"/>
                <a:gd name="T75" fmla="*/ 87 h 142"/>
                <a:gd name="T76" fmla="*/ 152 w 177"/>
                <a:gd name="T77" fmla="*/ 85 h 142"/>
                <a:gd name="T78" fmla="*/ 145 w 177"/>
                <a:gd name="T79" fmla="*/ 76 h 142"/>
                <a:gd name="T80" fmla="*/ 142 w 177"/>
                <a:gd name="T81" fmla="*/ 71 h 142"/>
                <a:gd name="T82" fmla="*/ 135 w 177"/>
                <a:gd name="T83" fmla="*/ 66 h 142"/>
                <a:gd name="T84" fmla="*/ 130 w 177"/>
                <a:gd name="T85" fmla="*/ 57 h 142"/>
                <a:gd name="T86" fmla="*/ 127 w 177"/>
                <a:gd name="T87" fmla="*/ 48 h 142"/>
                <a:gd name="T88" fmla="*/ 118 w 177"/>
                <a:gd name="T89" fmla="*/ 38 h 142"/>
                <a:gd name="T90" fmla="*/ 117 w 177"/>
                <a:gd name="T91" fmla="*/ 34 h 142"/>
                <a:gd name="T92" fmla="*/ 110 w 177"/>
                <a:gd name="T93" fmla="*/ 34 h 142"/>
                <a:gd name="T94" fmla="*/ 106 w 177"/>
                <a:gd name="T95" fmla="*/ 3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7" h="142">
                  <a:moveTo>
                    <a:pt x="106" y="30"/>
                  </a:moveTo>
                  <a:cubicBezTo>
                    <a:pt x="106" y="30"/>
                    <a:pt x="93" y="28"/>
                    <a:pt x="91" y="28"/>
                  </a:cubicBezTo>
                  <a:cubicBezTo>
                    <a:pt x="89" y="28"/>
                    <a:pt x="84" y="28"/>
                    <a:pt x="81" y="25"/>
                  </a:cubicBezTo>
                  <a:cubicBezTo>
                    <a:pt x="78" y="22"/>
                    <a:pt x="63" y="11"/>
                    <a:pt x="61" y="10"/>
                  </a:cubicBezTo>
                  <a:cubicBezTo>
                    <a:pt x="58" y="9"/>
                    <a:pt x="47" y="1"/>
                    <a:pt x="44" y="0"/>
                  </a:cubicBezTo>
                  <a:cubicBezTo>
                    <a:pt x="41" y="0"/>
                    <a:pt x="41" y="0"/>
                    <a:pt x="37" y="0"/>
                  </a:cubicBezTo>
                  <a:cubicBezTo>
                    <a:pt x="34" y="0"/>
                    <a:pt x="35" y="3"/>
                    <a:pt x="29" y="3"/>
                  </a:cubicBezTo>
                  <a:cubicBezTo>
                    <a:pt x="22" y="3"/>
                    <a:pt x="18" y="8"/>
                    <a:pt x="20" y="8"/>
                  </a:cubicBezTo>
                  <a:cubicBezTo>
                    <a:pt x="22" y="9"/>
                    <a:pt x="29" y="15"/>
                    <a:pt x="27" y="16"/>
                  </a:cubicBezTo>
                  <a:cubicBezTo>
                    <a:pt x="25" y="17"/>
                    <a:pt x="24" y="20"/>
                    <a:pt x="22" y="20"/>
                  </a:cubicBezTo>
                  <a:cubicBezTo>
                    <a:pt x="19" y="20"/>
                    <a:pt x="16" y="20"/>
                    <a:pt x="16" y="22"/>
                  </a:cubicBezTo>
                  <a:cubicBezTo>
                    <a:pt x="16" y="24"/>
                    <a:pt x="13" y="27"/>
                    <a:pt x="10" y="27"/>
                  </a:cubicBezTo>
                  <a:cubicBezTo>
                    <a:pt x="8" y="27"/>
                    <a:pt x="4" y="25"/>
                    <a:pt x="1" y="23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0"/>
                    <a:pt x="0" y="37"/>
                    <a:pt x="1" y="38"/>
                  </a:cubicBezTo>
                  <a:cubicBezTo>
                    <a:pt x="3" y="38"/>
                    <a:pt x="4" y="42"/>
                    <a:pt x="8" y="46"/>
                  </a:cubicBezTo>
                  <a:cubicBezTo>
                    <a:pt x="12" y="50"/>
                    <a:pt x="20" y="62"/>
                    <a:pt x="20" y="65"/>
                  </a:cubicBezTo>
                  <a:cubicBezTo>
                    <a:pt x="21" y="68"/>
                    <a:pt x="22" y="71"/>
                    <a:pt x="27" y="74"/>
                  </a:cubicBezTo>
                  <a:cubicBezTo>
                    <a:pt x="32" y="78"/>
                    <a:pt x="32" y="82"/>
                    <a:pt x="35" y="84"/>
                  </a:cubicBezTo>
                  <a:cubicBezTo>
                    <a:pt x="37" y="86"/>
                    <a:pt x="37" y="88"/>
                    <a:pt x="37" y="93"/>
                  </a:cubicBezTo>
                  <a:cubicBezTo>
                    <a:pt x="37" y="98"/>
                    <a:pt x="39" y="104"/>
                    <a:pt x="43" y="107"/>
                  </a:cubicBezTo>
                  <a:cubicBezTo>
                    <a:pt x="48" y="110"/>
                    <a:pt x="51" y="113"/>
                    <a:pt x="53" y="118"/>
                  </a:cubicBezTo>
                  <a:cubicBezTo>
                    <a:pt x="55" y="124"/>
                    <a:pt x="58" y="128"/>
                    <a:pt x="61" y="131"/>
                  </a:cubicBezTo>
                  <a:cubicBezTo>
                    <a:pt x="64" y="134"/>
                    <a:pt x="62" y="135"/>
                    <a:pt x="64" y="138"/>
                  </a:cubicBezTo>
                  <a:cubicBezTo>
                    <a:pt x="65" y="139"/>
                    <a:pt x="66" y="140"/>
                    <a:pt x="67" y="142"/>
                  </a:cubicBezTo>
                  <a:cubicBezTo>
                    <a:pt x="69" y="141"/>
                    <a:pt x="70" y="141"/>
                    <a:pt x="70" y="140"/>
                  </a:cubicBezTo>
                  <a:cubicBezTo>
                    <a:pt x="71" y="139"/>
                    <a:pt x="69" y="137"/>
                    <a:pt x="70" y="136"/>
                  </a:cubicBezTo>
                  <a:cubicBezTo>
                    <a:pt x="71" y="135"/>
                    <a:pt x="72" y="133"/>
                    <a:pt x="74" y="133"/>
                  </a:cubicBezTo>
                  <a:cubicBezTo>
                    <a:pt x="75" y="132"/>
                    <a:pt x="77" y="134"/>
                    <a:pt x="80" y="134"/>
                  </a:cubicBezTo>
                  <a:cubicBezTo>
                    <a:pt x="83" y="133"/>
                    <a:pt x="90" y="134"/>
                    <a:pt x="90" y="134"/>
                  </a:cubicBezTo>
                  <a:cubicBezTo>
                    <a:pt x="91" y="135"/>
                    <a:pt x="100" y="135"/>
                    <a:pt x="102" y="136"/>
                  </a:cubicBezTo>
                  <a:cubicBezTo>
                    <a:pt x="104" y="138"/>
                    <a:pt x="107" y="138"/>
                    <a:pt x="108" y="134"/>
                  </a:cubicBezTo>
                  <a:cubicBezTo>
                    <a:pt x="109" y="131"/>
                    <a:pt x="120" y="124"/>
                    <a:pt x="121" y="123"/>
                  </a:cubicBezTo>
                  <a:cubicBezTo>
                    <a:pt x="122" y="122"/>
                    <a:pt x="133" y="123"/>
                    <a:pt x="138" y="122"/>
                  </a:cubicBezTo>
                  <a:cubicBezTo>
                    <a:pt x="142" y="121"/>
                    <a:pt x="170" y="112"/>
                    <a:pt x="171" y="111"/>
                  </a:cubicBezTo>
                  <a:cubicBezTo>
                    <a:pt x="173" y="110"/>
                    <a:pt x="177" y="95"/>
                    <a:pt x="177" y="93"/>
                  </a:cubicBezTo>
                  <a:cubicBezTo>
                    <a:pt x="177" y="92"/>
                    <a:pt x="175" y="87"/>
                    <a:pt x="173" y="87"/>
                  </a:cubicBezTo>
                  <a:cubicBezTo>
                    <a:pt x="171" y="88"/>
                    <a:pt x="153" y="86"/>
                    <a:pt x="152" y="85"/>
                  </a:cubicBezTo>
                  <a:cubicBezTo>
                    <a:pt x="151" y="84"/>
                    <a:pt x="146" y="81"/>
                    <a:pt x="145" y="76"/>
                  </a:cubicBezTo>
                  <a:cubicBezTo>
                    <a:pt x="144" y="75"/>
                    <a:pt x="142" y="73"/>
                    <a:pt x="142" y="71"/>
                  </a:cubicBezTo>
                  <a:cubicBezTo>
                    <a:pt x="140" y="71"/>
                    <a:pt x="137" y="70"/>
                    <a:pt x="135" y="66"/>
                  </a:cubicBezTo>
                  <a:cubicBezTo>
                    <a:pt x="133" y="65"/>
                    <a:pt x="129" y="58"/>
                    <a:pt x="130" y="57"/>
                  </a:cubicBezTo>
                  <a:cubicBezTo>
                    <a:pt x="132" y="54"/>
                    <a:pt x="129" y="50"/>
                    <a:pt x="127" y="48"/>
                  </a:cubicBezTo>
                  <a:cubicBezTo>
                    <a:pt x="124" y="45"/>
                    <a:pt x="118" y="40"/>
                    <a:pt x="118" y="38"/>
                  </a:cubicBezTo>
                  <a:cubicBezTo>
                    <a:pt x="118" y="37"/>
                    <a:pt x="118" y="35"/>
                    <a:pt x="117" y="34"/>
                  </a:cubicBezTo>
                  <a:cubicBezTo>
                    <a:pt x="110" y="34"/>
                    <a:pt x="110" y="34"/>
                    <a:pt x="110" y="34"/>
                  </a:cubicBezTo>
                  <a:lnTo>
                    <a:pt x="106" y="30"/>
                  </a:ln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89" name="Freeform 91"/>
            <p:cNvSpPr>
              <a:spLocks/>
            </p:cNvSpPr>
            <p:nvPr/>
          </p:nvSpPr>
          <p:spPr bwMode="auto">
            <a:xfrm>
              <a:off x="7123012" y="3672260"/>
              <a:ext cx="205289" cy="236590"/>
            </a:xfrm>
            <a:custGeom>
              <a:avLst/>
              <a:gdLst>
                <a:gd name="T0" fmla="*/ 33 w 68"/>
                <a:gd name="T1" fmla="*/ 2 h 76"/>
                <a:gd name="T2" fmla="*/ 33 w 68"/>
                <a:gd name="T3" fmla="*/ 8 h 76"/>
                <a:gd name="T4" fmla="*/ 28 w 68"/>
                <a:gd name="T5" fmla="*/ 15 h 76"/>
                <a:gd name="T6" fmla="*/ 25 w 68"/>
                <a:gd name="T7" fmla="*/ 22 h 76"/>
                <a:gd name="T8" fmla="*/ 27 w 68"/>
                <a:gd name="T9" fmla="*/ 22 h 76"/>
                <a:gd name="T10" fmla="*/ 31 w 68"/>
                <a:gd name="T11" fmla="*/ 28 h 76"/>
                <a:gd name="T12" fmla="*/ 25 w 68"/>
                <a:gd name="T13" fmla="*/ 46 h 76"/>
                <a:gd name="T14" fmla="*/ 0 w 68"/>
                <a:gd name="T15" fmla="*/ 55 h 76"/>
                <a:gd name="T16" fmla="*/ 10 w 68"/>
                <a:gd name="T17" fmla="*/ 76 h 76"/>
                <a:gd name="T18" fmla="*/ 12 w 68"/>
                <a:gd name="T19" fmla="*/ 75 h 76"/>
                <a:gd name="T20" fmla="*/ 26 w 68"/>
                <a:gd name="T21" fmla="*/ 73 h 76"/>
                <a:gd name="T22" fmla="*/ 29 w 68"/>
                <a:gd name="T23" fmla="*/ 66 h 76"/>
                <a:gd name="T24" fmla="*/ 38 w 68"/>
                <a:gd name="T25" fmla="*/ 64 h 76"/>
                <a:gd name="T26" fmla="*/ 44 w 68"/>
                <a:gd name="T27" fmla="*/ 57 h 76"/>
                <a:gd name="T28" fmla="*/ 49 w 68"/>
                <a:gd name="T29" fmla="*/ 54 h 76"/>
                <a:gd name="T30" fmla="*/ 52 w 68"/>
                <a:gd name="T31" fmla="*/ 43 h 76"/>
                <a:gd name="T32" fmla="*/ 59 w 68"/>
                <a:gd name="T33" fmla="*/ 38 h 76"/>
                <a:gd name="T34" fmla="*/ 66 w 68"/>
                <a:gd name="T35" fmla="*/ 28 h 76"/>
                <a:gd name="T36" fmla="*/ 65 w 68"/>
                <a:gd name="T37" fmla="*/ 23 h 76"/>
                <a:gd name="T38" fmla="*/ 58 w 68"/>
                <a:gd name="T39" fmla="*/ 15 h 76"/>
                <a:gd name="T40" fmla="*/ 44 w 68"/>
                <a:gd name="T41" fmla="*/ 9 h 76"/>
                <a:gd name="T42" fmla="*/ 39 w 68"/>
                <a:gd name="T43" fmla="*/ 0 h 76"/>
                <a:gd name="T44" fmla="*/ 37 w 68"/>
                <a:gd name="T45" fmla="*/ 2 h 76"/>
                <a:gd name="T46" fmla="*/ 33 w 68"/>
                <a:gd name="T47" fmla="*/ 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8" h="76">
                  <a:moveTo>
                    <a:pt x="33" y="2"/>
                  </a:moveTo>
                  <a:cubicBezTo>
                    <a:pt x="33" y="8"/>
                    <a:pt x="33" y="8"/>
                    <a:pt x="33" y="8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9" y="22"/>
                    <a:pt x="31" y="27"/>
                    <a:pt x="31" y="28"/>
                  </a:cubicBezTo>
                  <a:cubicBezTo>
                    <a:pt x="31" y="30"/>
                    <a:pt x="27" y="45"/>
                    <a:pt x="25" y="46"/>
                  </a:cubicBezTo>
                  <a:cubicBezTo>
                    <a:pt x="25" y="47"/>
                    <a:pt x="10" y="52"/>
                    <a:pt x="0" y="55"/>
                  </a:cubicBezTo>
                  <a:cubicBezTo>
                    <a:pt x="2" y="59"/>
                    <a:pt x="6" y="68"/>
                    <a:pt x="10" y="76"/>
                  </a:cubicBezTo>
                  <a:cubicBezTo>
                    <a:pt x="11" y="76"/>
                    <a:pt x="11" y="75"/>
                    <a:pt x="12" y="75"/>
                  </a:cubicBezTo>
                  <a:cubicBezTo>
                    <a:pt x="17" y="72"/>
                    <a:pt x="22" y="74"/>
                    <a:pt x="26" y="73"/>
                  </a:cubicBezTo>
                  <a:cubicBezTo>
                    <a:pt x="29" y="72"/>
                    <a:pt x="26" y="69"/>
                    <a:pt x="29" y="66"/>
                  </a:cubicBezTo>
                  <a:cubicBezTo>
                    <a:pt x="32" y="63"/>
                    <a:pt x="37" y="65"/>
                    <a:pt x="38" y="64"/>
                  </a:cubicBezTo>
                  <a:cubicBezTo>
                    <a:pt x="40" y="64"/>
                    <a:pt x="41" y="58"/>
                    <a:pt x="44" y="57"/>
                  </a:cubicBezTo>
                  <a:cubicBezTo>
                    <a:pt x="46" y="56"/>
                    <a:pt x="49" y="56"/>
                    <a:pt x="49" y="54"/>
                  </a:cubicBezTo>
                  <a:cubicBezTo>
                    <a:pt x="49" y="52"/>
                    <a:pt x="49" y="43"/>
                    <a:pt x="52" y="43"/>
                  </a:cubicBezTo>
                  <a:cubicBezTo>
                    <a:pt x="55" y="42"/>
                    <a:pt x="59" y="39"/>
                    <a:pt x="59" y="38"/>
                  </a:cubicBezTo>
                  <a:cubicBezTo>
                    <a:pt x="59" y="36"/>
                    <a:pt x="64" y="31"/>
                    <a:pt x="66" y="28"/>
                  </a:cubicBezTo>
                  <a:cubicBezTo>
                    <a:pt x="67" y="25"/>
                    <a:pt x="68" y="24"/>
                    <a:pt x="65" y="23"/>
                  </a:cubicBezTo>
                  <a:cubicBezTo>
                    <a:pt x="63" y="23"/>
                    <a:pt x="59" y="16"/>
                    <a:pt x="58" y="15"/>
                  </a:cubicBezTo>
                  <a:cubicBezTo>
                    <a:pt x="57" y="13"/>
                    <a:pt x="50" y="14"/>
                    <a:pt x="44" y="9"/>
                  </a:cubicBezTo>
                  <a:cubicBezTo>
                    <a:pt x="42" y="8"/>
                    <a:pt x="40" y="4"/>
                    <a:pt x="39" y="0"/>
                  </a:cubicBezTo>
                  <a:cubicBezTo>
                    <a:pt x="37" y="2"/>
                    <a:pt x="37" y="2"/>
                    <a:pt x="37" y="2"/>
                  </a:cubicBezTo>
                  <a:lnTo>
                    <a:pt x="33" y="2"/>
                  </a:ln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90" name="Freeform 92"/>
            <p:cNvSpPr>
              <a:spLocks/>
            </p:cNvSpPr>
            <p:nvPr/>
          </p:nvSpPr>
          <p:spPr bwMode="auto">
            <a:xfrm>
              <a:off x="7089859" y="3643344"/>
              <a:ext cx="30602" cy="47318"/>
            </a:xfrm>
            <a:custGeom>
              <a:avLst/>
              <a:gdLst>
                <a:gd name="T0" fmla="*/ 7 w 10"/>
                <a:gd name="T1" fmla="*/ 15 h 15"/>
                <a:gd name="T2" fmla="*/ 7 w 10"/>
                <a:gd name="T3" fmla="*/ 12 h 15"/>
                <a:gd name="T4" fmla="*/ 6 w 10"/>
                <a:gd name="T5" fmla="*/ 1 h 15"/>
                <a:gd name="T6" fmla="*/ 0 w 10"/>
                <a:gd name="T7" fmla="*/ 10 h 15"/>
                <a:gd name="T8" fmla="*/ 0 w 10"/>
                <a:gd name="T9" fmla="*/ 10 h 15"/>
                <a:gd name="T10" fmla="*/ 7 w 10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5">
                  <a:moveTo>
                    <a:pt x="7" y="15"/>
                  </a:moveTo>
                  <a:cubicBezTo>
                    <a:pt x="7" y="14"/>
                    <a:pt x="7" y="13"/>
                    <a:pt x="7" y="12"/>
                  </a:cubicBezTo>
                  <a:cubicBezTo>
                    <a:pt x="9" y="9"/>
                    <a:pt x="10" y="2"/>
                    <a:pt x="6" y="1"/>
                  </a:cubicBezTo>
                  <a:cubicBezTo>
                    <a:pt x="2" y="0"/>
                    <a:pt x="0" y="8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4"/>
                    <a:pt x="5" y="15"/>
                    <a:pt x="7" y="1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91" name="Freeform 93"/>
            <p:cNvSpPr>
              <a:spLocks/>
            </p:cNvSpPr>
            <p:nvPr/>
          </p:nvSpPr>
          <p:spPr bwMode="auto">
            <a:xfrm>
              <a:off x="7120461" y="3640715"/>
              <a:ext cx="119858" cy="99894"/>
            </a:xfrm>
            <a:custGeom>
              <a:avLst/>
              <a:gdLst>
                <a:gd name="T0" fmla="*/ 7 w 40"/>
                <a:gd name="T1" fmla="*/ 30 h 32"/>
                <a:gd name="T2" fmla="*/ 26 w 40"/>
                <a:gd name="T3" fmla="*/ 32 h 32"/>
                <a:gd name="T4" fmla="*/ 29 w 40"/>
                <a:gd name="T5" fmla="*/ 25 h 32"/>
                <a:gd name="T6" fmla="*/ 34 w 40"/>
                <a:gd name="T7" fmla="*/ 18 h 32"/>
                <a:gd name="T8" fmla="*/ 34 w 40"/>
                <a:gd name="T9" fmla="*/ 12 h 32"/>
                <a:gd name="T10" fmla="*/ 38 w 40"/>
                <a:gd name="T11" fmla="*/ 12 h 32"/>
                <a:gd name="T12" fmla="*/ 40 w 40"/>
                <a:gd name="T13" fmla="*/ 10 h 32"/>
                <a:gd name="T14" fmla="*/ 38 w 40"/>
                <a:gd name="T15" fmla="*/ 0 h 32"/>
                <a:gd name="T16" fmla="*/ 28 w 40"/>
                <a:gd name="T17" fmla="*/ 11 h 32"/>
                <a:gd name="T18" fmla="*/ 12 w 40"/>
                <a:gd name="T19" fmla="*/ 19 h 32"/>
                <a:gd name="T20" fmla="*/ 2 w 40"/>
                <a:gd name="T21" fmla="*/ 21 h 32"/>
                <a:gd name="T22" fmla="*/ 0 w 40"/>
                <a:gd name="T23" fmla="*/ 21 h 32"/>
                <a:gd name="T24" fmla="*/ 7 w 40"/>
                <a:gd name="T25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32">
                  <a:moveTo>
                    <a:pt x="7" y="30"/>
                  </a:moveTo>
                  <a:cubicBezTo>
                    <a:pt x="8" y="31"/>
                    <a:pt x="21" y="32"/>
                    <a:pt x="26" y="32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9" y="5"/>
                    <a:pt x="39" y="0"/>
                    <a:pt x="38" y="0"/>
                  </a:cubicBezTo>
                  <a:cubicBezTo>
                    <a:pt x="37" y="0"/>
                    <a:pt x="31" y="6"/>
                    <a:pt x="28" y="11"/>
                  </a:cubicBezTo>
                  <a:cubicBezTo>
                    <a:pt x="26" y="16"/>
                    <a:pt x="18" y="20"/>
                    <a:pt x="12" y="19"/>
                  </a:cubicBezTo>
                  <a:cubicBezTo>
                    <a:pt x="6" y="18"/>
                    <a:pt x="4" y="20"/>
                    <a:pt x="2" y="21"/>
                  </a:cubicBezTo>
                  <a:cubicBezTo>
                    <a:pt x="2" y="22"/>
                    <a:pt x="1" y="21"/>
                    <a:pt x="0" y="21"/>
                  </a:cubicBezTo>
                  <a:cubicBezTo>
                    <a:pt x="1" y="26"/>
                    <a:pt x="6" y="29"/>
                    <a:pt x="7" y="3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92" name="Freeform 94"/>
            <p:cNvSpPr>
              <a:spLocks noEditPoints="1"/>
            </p:cNvSpPr>
            <p:nvPr/>
          </p:nvSpPr>
          <p:spPr bwMode="auto">
            <a:xfrm>
              <a:off x="8320321" y="4175671"/>
              <a:ext cx="494734" cy="159041"/>
            </a:xfrm>
            <a:custGeom>
              <a:avLst/>
              <a:gdLst>
                <a:gd name="T0" fmla="*/ 30 w 164"/>
                <a:gd name="T1" fmla="*/ 18 h 51"/>
                <a:gd name="T2" fmla="*/ 23 w 164"/>
                <a:gd name="T3" fmla="*/ 9 h 51"/>
                <a:gd name="T4" fmla="*/ 19 w 164"/>
                <a:gd name="T5" fmla="*/ 5 h 51"/>
                <a:gd name="T6" fmla="*/ 19 w 164"/>
                <a:gd name="T7" fmla="*/ 4 h 51"/>
                <a:gd name="T8" fmla="*/ 16 w 164"/>
                <a:gd name="T9" fmla="*/ 7 h 51"/>
                <a:gd name="T10" fmla="*/ 9 w 164"/>
                <a:gd name="T11" fmla="*/ 7 h 51"/>
                <a:gd name="T12" fmla="*/ 5 w 164"/>
                <a:gd name="T13" fmla="*/ 2 h 51"/>
                <a:gd name="T14" fmla="*/ 0 w 164"/>
                <a:gd name="T15" fmla="*/ 1 h 51"/>
                <a:gd name="T16" fmla="*/ 3 w 164"/>
                <a:gd name="T17" fmla="*/ 14 h 51"/>
                <a:gd name="T18" fmla="*/ 11 w 164"/>
                <a:gd name="T19" fmla="*/ 30 h 51"/>
                <a:gd name="T20" fmla="*/ 19 w 164"/>
                <a:gd name="T21" fmla="*/ 38 h 51"/>
                <a:gd name="T22" fmla="*/ 35 w 164"/>
                <a:gd name="T23" fmla="*/ 46 h 51"/>
                <a:gd name="T24" fmla="*/ 30 w 164"/>
                <a:gd name="T25" fmla="*/ 34 h 51"/>
                <a:gd name="T26" fmla="*/ 30 w 164"/>
                <a:gd name="T27" fmla="*/ 18 h 51"/>
                <a:gd name="T28" fmla="*/ 157 w 164"/>
                <a:gd name="T29" fmla="*/ 9 h 51"/>
                <a:gd name="T30" fmla="*/ 150 w 164"/>
                <a:gd name="T31" fmla="*/ 7 h 51"/>
                <a:gd name="T32" fmla="*/ 142 w 164"/>
                <a:gd name="T33" fmla="*/ 0 h 51"/>
                <a:gd name="T34" fmla="*/ 135 w 164"/>
                <a:gd name="T35" fmla="*/ 9 h 51"/>
                <a:gd name="T36" fmla="*/ 131 w 164"/>
                <a:gd name="T37" fmla="*/ 14 h 51"/>
                <a:gd name="T38" fmla="*/ 129 w 164"/>
                <a:gd name="T39" fmla="*/ 17 h 51"/>
                <a:gd name="T40" fmla="*/ 129 w 164"/>
                <a:gd name="T41" fmla="*/ 22 h 51"/>
                <a:gd name="T42" fmla="*/ 124 w 164"/>
                <a:gd name="T43" fmla="*/ 24 h 51"/>
                <a:gd name="T44" fmla="*/ 119 w 164"/>
                <a:gd name="T45" fmla="*/ 18 h 51"/>
                <a:gd name="T46" fmla="*/ 119 w 164"/>
                <a:gd name="T47" fmla="*/ 18 h 51"/>
                <a:gd name="T48" fmla="*/ 111 w 164"/>
                <a:gd name="T49" fmla="*/ 29 h 51"/>
                <a:gd name="T50" fmla="*/ 99 w 164"/>
                <a:gd name="T51" fmla="*/ 33 h 51"/>
                <a:gd name="T52" fmla="*/ 94 w 164"/>
                <a:gd name="T53" fmla="*/ 44 h 51"/>
                <a:gd name="T54" fmla="*/ 81 w 164"/>
                <a:gd name="T55" fmla="*/ 41 h 51"/>
                <a:gd name="T56" fmla="*/ 84 w 164"/>
                <a:gd name="T57" fmla="*/ 46 h 51"/>
                <a:gd name="T58" fmla="*/ 91 w 164"/>
                <a:gd name="T59" fmla="*/ 49 h 51"/>
                <a:gd name="T60" fmla="*/ 102 w 164"/>
                <a:gd name="T61" fmla="*/ 48 h 51"/>
                <a:gd name="T62" fmla="*/ 110 w 164"/>
                <a:gd name="T63" fmla="*/ 45 h 51"/>
                <a:gd name="T64" fmla="*/ 118 w 164"/>
                <a:gd name="T65" fmla="*/ 46 h 51"/>
                <a:gd name="T66" fmla="*/ 125 w 164"/>
                <a:gd name="T67" fmla="*/ 41 h 51"/>
                <a:gd name="T68" fmla="*/ 128 w 164"/>
                <a:gd name="T69" fmla="*/ 33 h 51"/>
                <a:gd name="T70" fmla="*/ 133 w 164"/>
                <a:gd name="T71" fmla="*/ 26 h 51"/>
                <a:gd name="T72" fmla="*/ 146 w 164"/>
                <a:gd name="T73" fmla="*/ 21 h 51"/>
                <a:gd name="T74" fmla="*/ 150 w 164"/>
                <a:gd name="T75" fmla="*/ 22 h 51"/>
                <a:gd name="T76" fmla="*/ 155 w 164"/>
                <a:gd name="T77" fmla="*/ 17 h 51"/>
                <a:gd name="T78" fmla="*/ 163 w 164"/>
                <a:gd name="T79" fmla="*/ 14 h 51"/>
                <a:gd name="T80" fmla="*/ 157 w 164"/>
                <a:gd name="T81" fmla="*/ 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64" h="51">
                  <a:moveTo>
                    <a:pt x="30" y="18"/>
                  </a:moveTo>
                  <a:cubicBezTo>
                    <a:pt x="30" y="13"/>
                    <a:pt x="25" y="13"/>
                    <a:pt x="23" y="9"/>
                  </a:cubicBezTo>
                  <a:cubicBezTo>
                    <a:pt x="22" y="5"/>
                    <a:pt x="20" y="8"/>
                    <a:pt x="19" y="5"/>
                  </a:cubicBezTo>
                  <a:cubicBezTo>
                    <a:pt x="19" y="5"/>
                    <a:pt x="19" y="4"/>
                    <a:pt x="19" y="4"/>
                  </a:cubicBezTo>
                  <a:cubicBezTo>
                    <a:pt x="16" y="5"/>
                    <a:pt x="17" y="7"/>
                    <a:pt x="16" y="7"/>
                  </a:cubicBezTo>
                  <a:cubicBezTo>
                    <a:pt x="15" y="8"/>
                    <a:pt x="9" y="8"/>
                    <a:pt x="9" y="7"/>
                  </a:cubicBezTo>
                  <a:cubicBezTo>
                    <a:pt x="9" y="5"/>
                    <a:pt x="8" y="2"/>
                    <a:pt x="5" y="2"/>
                  </a:cubicBezTo>
                  <a:cubicBezTo>
                    <a:pt x="3" y="1"/>
                    <a:pt x="2" y="1"/>
                    <a:pt x="0" y="1"/>
                  </a:cubicBezTo>
                  <a:cubicBezTo>
                    <a:pt x="2" y="6"/>
                    <a:pt x="3" y="10"/>
                    <a:pt x="3" y="14"/>
                  </a:cubicBezTo>
                  <a:cubicBezTo>
                    <a:pt x="3" y="19"/>
                    <a:pt x="10" y="27"/>
                    <a:pt x="11" y="30"/>
                  </a:cubicBezTo>
                  <a:cubicBezTo>
                    <a:pt x="12" y="34"/>
                    <a:pt x="14" y="35"/>
                    <a:pt x="19" y="38"/>
                  </a:cubicBezTo>
                  <a:cubicBezTo>
                    <a:pt x="24" y="42"/>
                    <a:pt x="34" y="47"/>
                    <a:pt x="35" y="46"/>
                  </a:cubicBezTo>
                  <a:cubicBezTo>
                    <a:pt x="37" y="45"/>
                    <a:pt x="33" y="37"/>
                    <a:pt x="30" y="34"/>
                  </a:cubicBezTo>
                  <a:cubicBezTo>
                    <a:pt x="27" y="31"/>
                    <a:pt x="30" y="24"/>
                    <a:pt x="30" y="18"/>
                  </a:cubicBezTo>
                  <a:close/>
                  <a:moveTo>
                    <a:pt x="157" y="9"/>
                  </a:moveTo>
                  <a:cubicBezTo>
                    <a:pt x="155" y="9"/>
                    <a:pt x="150" y="9"/>
                    <a:pt x="150" y="7"/>
                  </a:cubicBezTo>
                  <a:cubicBezTo>
                    <a:pt x="150" y="4"/>
                    <a:pt x="145" y="0"/>
                    <a:pt x="142" y="0"/>
                  </a:cubicBezTo>
                  <a:cubicBezTo>
                    <a:pt x="139" y="0"/>
                    <a:pt x="135" y="6"/>
                    <a:pt x="135" y="9"/>
                  </a:cubicBezTo>
                  <a:cubicBezTo>
                    <a:pt x="135" y="11"/>
                    <a:pt x="130" y="11"/>
                    <a:pt x="131" y="14"/>
                  </a:cubicBezTo>
                  <a:cubicBezTo>
                    <a:pt x="131" y="16"/>
                    <a:pt x="130" y="16"/>
                    <a:pt x="129" y="17"/>
                  </a:cubicBezTo>
                  <a:cubicBezTo>
                    <a:pt x="130" y="20"/>
                    <a:pt x="130" y="22"/>
                    <a:pt x="129" y="22"/>
                  </a:cubicBezTo>
                  <a:cubicBezTo>
                    <a:pt x="127" y="21"/>
                    <a:pt x="126" y="24"/>
                    <a:pt x="124" y="24"/>
                  </a:cubicBezTo>
                  <a:cubicBezTo>
                    <a:pt x="122" y="24"/>
                    <a:pt x="121" y="21"/>
                    <a:pt x="119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7" y="18"/>
                    <a:pt x="112" y="25"/>
                    <a:pt x="111" y="29"/>
                  </a:cubicBezTo>
                  <a:cubicBezTo>
                    <a:pt x="110" y="34"/>
                    <a:pt x="106" y="32"/>
                    <a:pt x="99" y="33"/>
                  </a:cubicBezTo>
                  <a:cubicBezTo>
                    <a:pt x="92" y="33"/>
                    <a:pt x="95" y="40"/>
                    <a:pt x="94" y="44"/>
                  </a:cubicBezTo>
                  <a:cubicBezTo>
                    <a:pt x="92" y="47"/>
                    <a:pt x="85" y="41"/>
                    <a:pt x="81" y="41"/>
                  </a:cubicBezTo>
                  <a:cubicBezTo>
                    <a:pt x="82" y="43"/>
                    <a:pt x="83" y="46"/>
                    <a:pt x="84" y="46"/>
                  </a:cubicBezTo>
                  <a:cubicBezTo>
                    <a:pt x="86" y="46"/>
                    <a:pt x="89" y="51"/>
                    <a:pt x="91" y="49"/>
                  </a:cubicBezTo>
                  <a:cubicBezTo>
                    <a:pt x="93" y="48"/>
                    <a:pt x="99" y="49"/>
                    <a:pt x="102" y="48"/>
                  </a:cubicBezTo>
                  <a:cubicBezTo>
                    <a:pt x="105" y="47"/>
                    <a:pt x="105" y="45"/>
                    <a:pt x="110" y="45"/>
                  </a:cubicBezTo>
                  <a:cubicBezTo>
                    <a:pt x="115" y="45"/>
                    <a:pt x="113" y="49"/>
                    <a:pt x="118" y="46"/>
                  </a:cubicBezTo>
                  <a:cubicBezTo>
                    <a:pt x="123" y="44"/>
                    <a:pt x="126" y="46"/>
                    <a:pt x="125" y="41"/>
                  </a:cubicBezTo>
                  <a:cubicBezTo>
                    <a:pt x="125" y="37"/>
                    <a:pt x="128" y="37"/>
                    <a:pt x="128" y="33"/>
                  </a:cubicBezTo>
                  <a:cubicBezTo>
                    <a:pt x="127" y="30"/>
                    <a:pt x="133" y="32"/>
                    <a:pt x="133" y="26"/>
                  </a:cubicBezTo>
                  <a:cubicBezTo>
                    <a:pt x="132" y="20"/>
                    <a:pt x="142" y="21"/>
                    <a:pt x="146" y="21"/>
                  </a:cubicBezTo>
                  <a:cubicBezTo>
                    <a:pt x="147" y="21"/>
                    <a:pt x="148" y="21"/>
                    <a:pt x="150" y="22"/>
                  </a:cubicBezTo>
                  <a:cubicBezTo>
                    <a:pt x="153" y="20"/>
                    <a:pt x="157" y="19"/>
                    <a:pt x="155" y="17"/>
                  </a:cubicBezTo>
                  <a:cubicBezTo>
                    <a:pt x="153" y="15"/>
                    <a:pt x="162" y="17"/>
                    <a:pt x="163" y="14"/>
                  </a:cubicBezTo>
                  <a:cubicBezTo>
                    <a:pt x="164" y="11"/>
                    <a:pt x="159" y="8"/>
                    <a:pt x="157" y="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93" name="Freeform 95"/>
            <p:cNvSpPr>
              <a:spLocks/>
            </p:cNvSpPr>
            <p:nvPr/>
          </p:nvSpPr>
          <p:spPr bwMode="auto">
            <a:xfrm>
              <a:off x="8678620" y="4228247"/>
              <a:ext cx="33152" cy="22344"/>
            </a:xfrm>
            <a:custGeom>
              <a:avLst/>
              <a:gdLst>
                <a:gd name="T0" fmla="*/ 5 w 11"/>
                <a:gd name="T1" fmla="*/ 7 h 7"/>
                <a:gd name="T2" fmla="*/ 10 w 11"/>
                <a:gd name="T3" fmla="*/ 5 h 7"/>
                <a:gd name="T4" fmla="*/ 10 w 11"/>
                <a:gd name="T5" fmla="*/ 0 h 7"/>
                <a:gd name="T6" fmla="*/ 6 w 11"/>
                <a:gd name="T7" fmla="*/ 2 h 7"/>
                <a:gd name="T8" fmla="*/ 0 w 11"/>
                <a:gd name="T9" fmla="*/ 1 h 7"/>
                <a:gd name="T10" fmla="*/ 5 w 11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5" y="7"/>
                  </a:moveTo>
                  <a:cubicBezTo>
                    <a:pt x="7" y="7"/>
                    <a:pt x="8" y="4"/>
                    <a:pt x="10" y="5"/>
                  </a:cubicBezTo>
                  <a:cubicBezTo>
                    <a:pt x="11" y="5"/>
                    <a:pt x="11" y="3"/>
                    <a:pt x="10" y="0"/>
                  </a:cubicBezTo>
                  <a:cubicBezTo>
                    <a:pt x="8" y="0"/>
                    <a:pt x="6" y="0"/>
                    <a:pt x="6" y="2"/>
                  </a:cubicBezTo>
                  <a:cubicBezTo>
                    <a:pt x="6" y="4"/>
                    <a:pt x="2" y="1"/>
                    <a:pt x="0" y="1"/>
                  </a:cubicBezTo>
                  <a:cubicBezTo>
                    <a:pt x="2" y="4"/>
                    <a:pt x="3" y="7"/>
                    <a:pt x="5" y="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94" name="Freeform 96"/>
            <p:cNvSpPr>
              <a:spLocks/>
            </p:cNvSpPr>
            <p:nvPr/>
          </p:nvSpPr>
          <p:spPr bwMode="auto">
            <a:xfrm>
              <a:off x="6788939" y="3310805"/>
              <a:ext cx="247367" cy="248418"/>
            </a:xfrm>
            <a:custGeom>
              <a:avLst/>
              <a:gdLst>
                <a:gd name="T0" fmla="*/ 69 w 82"/>
                <a:gd name="T1" fmla="*/ 73 h 80"/>
                <a:gd name="T2" fmla="*/ 73 w 82"/>
                <a:gd name="T3" fmla="*/ 70 h 80"/>
                <a:gd name="T4" fmla="*/ 79 w 82"/>
                <a:gd name="T5" fmla="*/ 73 h 80"/>
                <a:gd name="T6" fmla="*/ 82 w 82"/>
                <a:gd name="T7" fmla="*/ 71 h 80"/>
                <a:gd name="T8" fmla="*/ 78 w 82"/>
                <a:gd name="T9" fmla="*/ 64 h 80"/>
                <a:gd name="T10" fmla="*/ 75 w 82"/>
                <a:gd name="T11" fmla="*/ 59 h 80"/>
                <a:gd name="T12" fmla="*/ 75 w 82"/>
                <a:gd name="T13" fmla="*/ 53 h 80"/>
                <a:gd name="T14" fmla="*/ 71 w 82"/>
                <a:gd name="T15" fmla="*/ 48 h 80"/>
                <a:gd name="T16" fmla="*/ 62 w 82"/>
                <a:gd name="T17" fmla="*/ 42 h 80"/>
                <a:gd name="T18" fmla="*/ 58 w 82"/>
                <a:gd name="T19" fmla="*/ 37 h 80"/>
                <a:gd name="T20" fmla="*/ 57 w 82"/>
                <a:gd name="T21" fmla="*/ 29 h 80"/>
                <a:gd name="T22" fmla="*/ 60 w 82"/>
                <a:gd name="T23" fmla="*/ 23 h 80"/>
                <a:gd name="T24" fmla="*/ 61 w 82"/>
                <a:gd name="T25" fmla="*/ 18 h 80"/>
                <a:gd name="T26" fmla="*/ 58 w 82"/>
                <a:gd name="T27" fmla="*/ 15 h 80"/>
                <a:gd name="T28" fmla="*/ 53 w 82"/>
                <a:gd name="T29" fmla="*/ 10 h 80"/>
                <a:gd name="T30" fmla="*/ 50 w 82"/>
                <a:gd name="T31" fmla="*/ 3 h 80"/>
                <a:gd name="T32" fmla="*/ 41 w 82"/>
                <a:gd name="T33" fmla="*/ 2 h 80"/>
                <a:gd name="T34" fmla="*/ 34 w 82"/>
                <a:gd name="T35" fmla="*/ 0 h 80"/>
                <a:gd name="T36" fmla="*/ 30 w 82"/>
                <a:gd name="T37" fmla="*/ 3 h 80"/>
                <a:gd name="T38" fmla="*/ 30 w 82"/>
                <a:gd name="T39" fmla="*/ 3 h 80"/>
                <a:gd name="T40" fmla="*/ 25 w 82"/>
                <a:gd name="T41" fmla="*/ 7 h 80"/>
                <a:gd name="T42" fmla="*/ 20 w 82"/>
                <a:gd name="T43" fmla="*/ 11 h 80"/>
                <a:gd name="T44" fmla="*/ 21 w 82"/>
                <a:gd name="T45" fmla="*/ 18 h 80"/>
                <a:gd name="T46" fmla="*/ 20 w 82"/>
                <a:gd name="T47" fmla="*/ 24 h 80"/>
                <a:gd name="T48" fmla="*/ 18 w 82"/>
                <a:gd name="T49" fmla="*/ 29 h 80"/>
                <a:gd name="T50" fmla="*/ 0 w 82"/>
                <a:gd name="T51" fmla="*/ 39 h 80"/>
                <a:gd name="T52" fmla="*/ 1 w 82"/>
                <a:gd name="T53" fmla="*/ 43 h 80"/>
                <a:gd name="T54" fmla="*/ 3 w 82"/>
                <a:gd name="T55" fmla="*/ 51 h 80"/>
                <a:gd name="T56" fmla="*/ 9 w 82"/>
                <a:gd name="T57" fmla="*/ 51 h 80"/>
                <a:gd name="T58" fmla="*/ 26 w 82"/>
                <a:gd name="T59" fmla="*/ 61 h 80"/>
                <a:gd name="T60" fmla="*/ 46 w 82"/>
                <a:gd name="T61" fmla="*/ 76 h 80"/>
                <a:gd name="T62" fmla="*/ 56 w 82"/>
                <a:gd name="T63" fmla="*/ 79 h 80"/>
                <a:gd name="T64" fmla="*/ 66 w 82"/>
                <a:gd name="T65" fmla="*/ 80 h 80"/>
                <a:gd name="T66" fmla="*/ 69 w 82"/>
                <a:gd name="T67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80">
                  <a:moveTo>
                    <a:pt x="69" y="73"/>
                  </a:moveTo>
                  <a:cubicBezTo>
                    <a:pt x="70" y="72"/>
                    <a:pt x="71" y="70"/>
                    <a:pt x="73" y="70"/>
                  </a:cubicBezTo>
                  <a:cubicBezTo>
                    <a:pt x="75" y="70"/>
                    <a:pt x="76" y="71"/>
                    <a:pt x="79" y="73"/>
                  </a:cubicBezTo>
                  <a:cubicBezTo>
                    <a:pt x="80" y="72"/>
                    <a:pt x="81" y="71"/>
                    <a:pt x="82" y="71"/>
                  </a:cubicBezTo>
                  <a:cubicBezTo>
                    <a:pt x="80" y="69"/>
                    <a:pt x="77" y="66"/>
                    <a:pt x="78" y="64"/>
                  </a:cubicBezTo>
                  <a:cubicBezTo>
                    <a:pt x="78" y="62"/>
                    <a:pt x="75" y="60"/>
                    <a:pt x="75" y="59"/>
                  </a:cubicBezTo>
                  <a:cubicBezTo>
                    <a:pt x="74" y="57"/>
                    <a:pt x="77" y="54"/>
                    <a:pt x="75" y="53"/>
                  </a:cubicBezTo>
                  <a:cubicBezTo>
                    <a:pt x="74" y="52"/>
                    <a:pt x="74" y="48"/>
                    <a:pt x="71" y="48"/>
                  </a:cubicBezTo>
                  <a:cubicBezTo>
                    <a:pt x="69" y="48"/>
                    <a:pt x="62" y="44"/>
                    <a:pt x="62" y="42"/>
                  </a:cubicBezTo>
                  <a:cubicBezTo>
                    <a:pt x="62" y="39"/>
                    <a:pt x="59" y="38"/>
                    <a:pt x="58" y="37"/>
                  </a:cubicBezTo>
                  <a:cubicBezTo>
                    <a:pt x="57" y="36"/>
                    <a:pt x="55" y="30"/>
                    <a:pt x="57" y="29"/>
                  </a:cubicBezTo>
                  <a:cubicBezTo>
                    <a:pt x="59" y="28"/>
                    <a:pt x="58" y="23"/>
                    <a:pt x="60" y="23"/>
                  </a:cubicBezTo>
                  <a:cubicBezTo>
                    <a:pt x="62" y="23"/>
                    <a:pt x="61" y="20"/>
                    <a:pt x="61" y="18"/>
                  </a:cubicBezTo>
                  <a:cubicBezTo>
                    <a:pt x="62" y="16"/>
                    <a:pt x="60" y="15"/>
                    <a:pt x="58" y="15"/>
                  </a:cubicBezTo>
                  <a:cubicBezTo>
                    <a:pt x="56" y="15"/>
                    <a:pt x="53" y="12"/>
                    <a:pt x="53" y="10"/>
                  </a:cubicBezTo>
                  <a:cubicBezTo>
                    <a:pt x="53" y="8"/>
                    <a:pt x="50" y="4"/>
                    <a:pt x="50" y="3"/>
                  </a:cubicBezTo>
                  <a:cubicBezTo>
                    <a:pt x="50" y="8"/>
                    <a:pt x="43" y="1"/>
                    <a:pt x="41" y="2"/>
                  </a:cubicBezTo>
                  <a:cubicBezTo>
                    <a:pt x="39" y="3"/>
                    <a:pt x="38" y="0"/>
                    <a:pt x="34" y="0"/>
                  </a:cubicBezTo>
                  <a:cubicBezTo>
                    <a:pt x="31" y="1"/>
                    <a:pt x="32" y="2"/>
                    <a:pt x="3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1" y="8"/>
                    <a:pt x="20" y="11"/>
                  </a:cubicBezTo>
                  <a:cubicBezTo>
                    <a:pt x="19" y="13"/>
                    <a:pt x="22" y="16"/>
                    <a:pt x="21" y="18"/>
                  </a:cubicBezTo>
                  <a:cubicBezTo>
                    <a:pt x="19" y="19"/>
                    <a:pt x="20" y="23"/>
                    <a:pt x="20" y="24"/>
                  </a:cubicBezTo>
                  <a:cubicBezTo>
                    <a:pt x="20" y="26"/>
                    <a:pt x="18" y="29"/>
                    <a:pt x="18" y="29"/>
                  </a:cubicBezTo>
                  <a:cubicBezTo>
                    <a:pt x="18" y="29"/>
                    <a:pt x="8" y="35"/>
                    <a:pt x="0" y="39"/>
                  </a:cubicBezTo>
                  <a:cubicBezTo>
                    <a:pt x="0" y="41"/>
                    <a:pt x="0" y="42"/>
                    <a:pt x="1" y="43"/>
                  </a:cubicBezTo>
                  <a:cubicBezTo>
                    <a:pt x="1" y="45"/>
                    <a:pt x="2" y="48"/>
                    <a:pt x="3" y="51"/>
                  </a:cubicBezTo>
                  <a:cubicBezTo>
                    <a:pt x="6" y="51"/>
                    <a:pt x="6" y="51"/>
                    <a:pt x="9" y="51"/>
                  </a:cubicBezTo>
                  <a:cubicBezTo>
                    <a:pt x="12" y="52"/>
                    <a:pt x="23" y="60"/>
                    <a:pt x="26" y="61"/>
                  </a:cubicBezTo>
                  <a:cubicBezTo>
                    <a:pt x="28" y="62"/>
                    <a:pt x="43" y="73"/>
                    <a:pt x="46" y="76"/>
                  </a:cubicBezTo>
                  <a:cubicBezTo>
                    <a:pt x="49" y="79"/>
                    <a:pt x="54" y="79"/>
                    <a:pt x="56" y="79"/>
                  </a:cubicBezTo>
                  <a:cubicBezTo>
                    <a:pt x="57" y="79"/>
                    <a:pt x="62" y="80"/>
                    <a:pt x="66" y="80"/>
                  </a:cubicBezTo>
                  <a:cubicBezTo>
                    <a:pt x="67" y="77"/>
                    <a:pt x="69" y="74"/>
                    <a:pt x="69" y="7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95" name="Freeform 97"/>
            <p:cNvSpPr>
              <a:spLocks/>
            </p:cNvSpPr>
            <p:nvPr/>
          </p:nvSpPr>
          <p:spPr bwMode="auto">
            <a:xfrm>
              <a:off x="6987852" y="3528993"/>
              <a:ext cx="48452" cy="46004"/>
            </a:xfrm>
            <a:custGeom>
              <a:avLst/>
              <a:gdLst>
                <a:gd name="T0" fmla="*/ 5 w 16"/>
                <a:gd name="T1" fmla="*/ 11 h 15"/>
                <a:gd name="T2" fmla="*/ 9 w 16"/>
                <a:gd name="T3" fmla="*/ 15 h 15"/>
                <a:gd name="T4" fmla="*/ 16 w 16"/>
                <a:gd name="T5" fmla="*/ 15 h 15"/>
                <a:gd name="T6" fmla="*/ 12 w 16"/>
                <a:gd name="T7" fmla="*/ 4 h 15"/>
                <a:gd name="T8" fmla="*/ 13 w 16"/>
                <a:gd name="T9" fmla="*/ 3 h 15"/>
                <a:gd name="T10" fmla="*/ 7 w 16"/>
                <a:gd name="T11" fmla="*/ 0 h 15"/>
                <a:gd name="T12" fmla="*/ 3 w 16"/>
                <a:gd name="T13" fmla="*/ 3 h 15"/>
                <a:gd name="T14" fmla="*/ 0 w 16"/>
                <a:gd name="T15" fmla="*/ 10 h 15"/>
                <a:gd name="T16" fmla="*/ 5 w 16"/>
                <a:gd name="T17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5">
                  <a:moveTo>
                    <a:pt x="5" y="11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4" y="11"/>
                    <a:pt x="12" y="6"/>
                    <a:pt x="12" y="4"/>
                  </a:cubicBezTo>
                  <a:cubicBezTo>
                    <a:pt x="12" y="4"/>
                    <a:pt x="12" y="3"/>
                    <a:pt x="13" y="3"/>
                  </a:cubicBezTo>
                  <a:cubicBezTo>
                    <a:pt x="10" y="1"/>
                    <a:pt x="9" y="0"/>
                    <a:pt x="7" y="0"/>
                  </a:cubicBezTo>
                  <a:cubicBezTo>
                    <a:pt x="5" y="0"/>
                    <a:pt x="4" y="2"/>
                    <a:pt x="3" y="3"/>
                  </a:cubicBezTo>
                  <a:cubicBezTo>
                    <a:pt x="3" y="4"/>
                    <a:pt x="1" y="7"/>
                    <a:pt x="0" y="10"/>
                  </a:cubicBezTo>
                  <a:cubicBezTo>
                    <a:pt x="3" y="11"/>
                    <a:pt x="5" y="11"/>
                    <a:pt x="5" y="1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96" name="Freeform 98"/>
            <p:cNvSpPr>
              <a:spLocks noEditPoints="1"/>
            </p:cNvSpPr>
            <p:nvPr/>
          </p:nvSpPr>
          <p:spPr bwMode="auto">
            <a:xfrm>
              <a:off x="5691087" y="2869170"/>
              <a:ext cx="371051" cy="316767"/>
            </a:xfrm>
            <a:custGeom>
              <a:avLst/>
              <a:gdLst>
                <a:gd name="T0" fmla="*/ 108 w 123"/>
                <a:gd name="T1" fmla="*/ 23 h 102"/>
                <a:gd name="T2" fmla="*/ 103 w 123"/>
                <a:gd name="T3" fmla="*/ 21 h 102"/>
                <a:gd name="T4" fmla="*/ 98 w 123"/>
                <a:gd name="T5" fmla="*/ 19 h 102"/>
                <a:gd name="T6" fmla="*/ 89 w 123"/>
                <a:gd name="T7" fmla="*/ 17 h 102"/>
                <a:gd name="T8" fmla="*/ 85 w 123"/>
                <a:gd name="T9" fmla="*/ 15 h 102"/>
                <a:gd name="T10" fmla="*/ 83 w 123"/>
                <a:gd name="T11" fmla="*/ 11 h 102"/>
                <a:gd name="T12" fmla="*/ 79 w 123"/>
                <a:gd name="T13" fmla="*/ 12 h 102"/>
                <a:gd name="T14" fmla="*/ 76 w 123"/>
                <a:gd name="T15" fmla="*/ 10 h 102"/>
                <a:gd name="T16" fmla="*/ 71 w 123"/>
                <a:gd name="T17" fmla="*/ 6 h 102"/>
                <a:gd name="T18" fmla="*/ 67 w 123"/>
                <a:gd name="T19" fmla="*/ 4 h 102"/>
                <a:gd name="T20" fmla="*/ 64 w 123"/>
                <a:gd name="T21" fmla="*/ 1 h 102"/>
                <a:gd name="T22" fmla="*/ 63 w 123"/>
                <a:gd name="T23" fmla="*/ 0 h 102"/>
                <a:gd name="T24" fmla="*/ 61 w 123"/>
                <a:gd name="T25" fmla="*/ 0 h 102"/>
                <a:gd name="T26" fmla="*/ 56 w 123"/>
                <a:gd name="T27" fmla="*/ 7 h 102"/>
                <a:gd name="T28" fmla="*/ 47 w 123"/>
                <a:gd name="T29" fmla="*/ 13 h 102"/>
                <a:gd name="T30" fmla="*/ 42 w 123"/>
                <a:gd name="T31" fmla="*/ 19 h 102"/>
                <a:gd name="T32" fmla="*/ 31 w 123"/>
                <a:gd name="T33" fmla="*/ 15 h 102"/>
                <a:gd name="T34" fmla="*/ 26 w 123"/>
                <a:gd name="T35" fmla="*/ 18 h 102"/>
                <a:gd name="T36" fmla="*/ 27 w 123"/>
                <a:gd name="T37" fmla="*/ 27 h 102"/>
                <a:gd name="T38" fmla="*/ 20 w 123"/>
                <a:gd name="T39" fmla="*/ 27 h 102"/>
                <a:gd name="T40" fmla="*/ 15 w 123"/>
                <a:gd name="T41" fmla="*/ 25 h 102"/>
                <a:gd name="T42" fmla="*/ 7 w 123"/>
                <a:gd name="T43" fmla="*/ 25 h 102"/>
                <a:gd name="T44" fmla="*/ 1 w 123"/>
                <a:gd name="T45" fmla="*/ 29 h 102"/>
                <a:gd name="T46" fmla="*/ 2 w 123"/>
                <a:gd name="T47" fmla="*/ 35 h 102"/>
                <a:gd name="T48" fmla="*/ 14 w 123"/>
                <a:gd name="T49" fmla="*/ 38 h 102"/>
                <a:gd name="T50" fmla="*/ 21 w 123"/>
                <a:gd name="T51" fmla="*/ 40 h 102"/>
                <a:gd name="T52" fmla="*/ 24 w 123"/>
                <a:gd name="T53" fmla="*/ 44 h 102"/>
                <a:gd name="T54" fmla="*/ 30 w 123"/>
                <a:gd name="T55" fmla="*/ 51 h 102"/>
                <a:gd name="T56" fmla="*/ 33 w 123"/>
                <a:gd name="T57" fmla="*/ 58 h 102"/>
                <a:gd name="T58" fmla="*/ 31 w 123"/>
                <a:gd name="T59" fmla="*/ 68 h 102"/>
                <a:gd name="T60" fmla="*/ 27 w 123"/>
                <a:gd name="T61" fmla="*/ 83 h 102"/>
                <a:gd name="T62" fmla="*/ 27 w 123"/>
                <a:gd name="T63" fmla="*/ 83 h 102"/>
                <a:gd name="T64" fmla="*/ 32 w 123"/>
                <a:gd name="T65" fmla="*/ 86 h 102"/>
                <a:gd name="T66" fmla="*/ 40 w 123"/>
                <a:gd name="T67" fmla="*/ 89 h 102"/>
                <a:gd name="T68" fmla="*/ 46 w 123"/>
                <a:gd name="T69" fmla="*/ 89 h 102"/>
                <a:gd name="T70" fmla="*/ 50 w 123"/>
                <a:gd name="T71" fmla="*/ 90 h 102"/>
                <a:gd name="T72" fmla="*/ 60 w 123"/>
                <a:gd name="T73" fmla="*/ 92 h 102"/>
                <a:gd name="T74" fmla="*/ 69 w 123"/>
                <a:gd name="T75" fmla="*/ 92 h 102"/>
                <a:gd name="T76" fmla="*/ 69 w 123"/>
                <a:gd name="T77" fmla="*/ 90 h 102"/>
                <a:gd name="T78" fmla="*/ 75 w 123"/>
                <a:gd name="T79" fmla="*/ 82 h 102"/>
                <a:gd name="T80" fmla="*/ 91 w 123"/>
                <a:gd name="T81" fmla="*/ 85 h 102"/>
                <a:gd name="T82" fmla="*/ 101 w 123"/>
                <a:gd name="T83" fmla="*/ 82 h 102"/>
                <a:gd name="T84" fmla="*/ 106 w 123"/>
                <a:gd name="T85" fmla="*/ 79 h 102"/>
                <a:gd name="T86" fmla="*/ 107 w 123"/>
                <a:gd name="T87" fmla="*/ 76 h 102"/>
                <a:gd name="T88" fmla="*/ 103 w 123"/>
                <a:gd name="T89" fmla="*/ 74 h 102"/>
                <a:gd name="T90" fmla="*/ 101 w 123"/>
                <a:gd name="T91" fmla="*/ 70 h 102"/>
                <a:gd name="T92" fmla="*/ 99 w 123"/>
                <a:gd name="T93" fmla="*/ 66 h 102"/>
                <a:gd name="T94" fmla="*/ 100 w 123"/>
                <a:gd name="T95" fmla="*/ 64 h 102"/>
                <a:gd name="T96" fmla="*/ 102 w 123"/>
                <a:gd name="T97" fmla="*/ 61 h 102"/>
                <a:gd name="T98" fmla="*/ 101 w 123"/>
                <a:gd name="T99" fmla="*/ 57 h 102"/>
                <a:gd name="T100" fmla="*/ 100 w 123"/>
                <a:gd name="T101" fmla="*/ 52 h 102"/>
                <a:gd name="T102" fmla="*/ 96 w 123"/>
                <a:gd name="T103" fmla="*/ 52 h 102"/>
                <a:gd name="T104" fmla="*/ 95 w 123"/>
                <a:gd name="T105" fmla="*/ 49 h 102"/>
                <a:gd name="T106" fmla="*/ 100 w 123"/>
                <a:gd name="T107" fmla="*/ 43 h 102"/>
                <a:gd name="T108" fmla="*/ 104 w 123"/>
                <a:gd name="T109" fmla="*/ 39 h 102"/>
                <a:gd name="T110" fmla="*/ 106 w 123"/>
                <a:gd name="T111" fmla="*/ 33 h 102"/>
                <a:gd name="T112" fmla="*/ 110 w 123"/>
                <a:gd name="T113" fmla="*/ 26 h 102"/>
                <a:gd name="T114" fmla="*/ 108 w 123"/>
                <a:gd name="T115" fmla="*/ 23 h 102"/>
                <a:gd name="T116" fmla="*/ 121 w 123"/>
                <a:gd name="T117" fmla="*/ 86 h 102"/>
                <a:gd name="T118" fmla="*/ 116 w 123"/>
                <a:gd name="T119" fmla="*/ 91 h 102"/>
                <a:gd name="T120" fmla="*/ 120 w 123"/>
                <a:gd name="T121" fmla="*/ 102 h 102"/>
                <a:gd name="T122" fmla="*/ 121 w 123"/>
                <a:gd name="T123" fmla="*/ 86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" h="102">
                  <a:moveTo>
                    <a:pt x="108" y="23"/>
                  </a:moveTo>
                  <a:cubicBezTo>
                    <a:pt x="107" y="23"/>
                    <a:pt x="106" y="21"/>
                    <a:pt x="103" y="21"/>
                  </a:cubicBezTo>
                  <a:cubicBezTo>
                    <a:pt x="101" y="21"/>
                    <a:pt x="99" y="20"/>
                    <a:pt x="98" y="19"/>
                  </a:cubicBezTo>
                  <a:cubicBezTo>
                    <a:pt x="97" y="17"/>
                    <a:pt x="91" y="17"/>
                    <a:pt x="89" y="17"/>
                  </a:cubicBezTo>
                  <a:cubicBezTo>
                    <a:pt x="87" y="18"/>
                    <a:pt x="87" y="14"/>
                    <a:pt x="85" y="15"/>
                  </a:cubicBezTo>
                  <a:cubicBezTo>
                    <a:pt x="83" y="15"/>
                    <a:pt x="83" y="12"/>
                    <a:pt x="83" y="11"/>
                  </a:cubicBezTo>
                  <a:cubicBezTo>
                    <a:pt x="83" y="9"/>
                    <a:pt x="81" y="12"/>
                    <a:pt x="79" y="12"/>
                  </a:cubicBezTo>
                  <a:cubicBezTo>
                    <a:pt x="77" y="13"/>
                    <a:pt x="77" y="11"/>
                    <a:pt x="76" y="10"/>
                  </a:cubicBezTo>
                  <a:cubicBezTo>
                    <a:pt x="76" y="9"/>
                    <a:pt x="73" y="7"/>
                    <a:pt x="71" y="6"/>
                  </a:cubicBezTo>
                  <a:cubicBezTo>
                    <a:pt x="70" y="6"/>
                    <a:pt x="68" y="3"/>
                    <a:pt x="67" y="4"/>
                  </a:cubicBezTo>
                  <a:cubicBezTo>
                    <a:pt x="66" y="5"/>
                    <a:pt x="64" y="2"/>
                    <a:pt x="64" y="1"/>
                  </a:cubicBezTo>
                  <a:cubicBezTo>
                    <a:pt x="64" y="0"/>
                    <a:pt x="63" y="0"/>
                    <a:pt x="63" y="0"/>
                  </a:cubicBezTo>
                  <a:cubicBezTo>
                    <a:pt x="62" y="0"/>
                    <a:pt x="62" y="0"/>
                    <a:pt x="61" y="0"/>
                  </a:cubicBezTo>
                  <a:cubicBezTo>
                    <a:pt x="58" y="0"/>
                    <a:pt x="55" y="2"/>
                    <a:pt x="56" y="7"/>
                  </a:cubicBezTo>
                  <a:cubicBezTo>
                    <a:pt x="56" y="12"/>
                    <a:pt x="52" y="12"/>
                    <a:pt x="47" y="13"/>
                  </a:cubicBezTo>
                  <a:cubicBezTo>
                    <a:pt x="42" y="13"/>
                    <a:pt x="44" y="17"/>
                    <a:pt x="42" y="19"/>
                  </a:cubicBezTo>
                  <a:cubicBezTo>
                    <a:pt x="40" y="20"/>
                    <a:pt x="32" y="18"/>
                    <a:pt x="31" y="15"/>
                  </a:cubicBezTo>
                  <a:cubicBezTo>
                    <a:pt x="30" y="12"/>
                    <a:pt x="23" y="15"/>
                    <a:pt x="26" y="18"/>
                  </a:cubicBezTo>
                  <a:cubicBezTo>
                    <a:pt x="29" y="22"/>
                    <a:pt x="29" y="26"/>
                    <a:pt x="27" y="27"/>
                  </a:cubicBezTo>
                  <a:cubicBezTo>
                    <a:pt x="26" y="29"/>
                    <a:pt x="22" y="25"/>
                    <a:pt x="20" y="27"/>
                  </a:cubicBezTo>
                  <a:cubicBezTo>
                    <a:pt x="18" y="29"/>
                    <a:pt x="18" y="26"/>
                    <a:pt x="15" y="25"/>
                  </a:cubicBezTo>
                  <a:cubicBezTo>
                    <a:pt x="12" y="24"/>
                    <a:pt x="11" y="26"/>
                    <a:pt x="7" y="25"/>
                  </a:cubicBezTo>
                  <a:cubicBezTo>
                    <a:pt x="2" y="25"/>
                    <a:pt x="0" y="28"/>
                    <a:pt x="1" y="29"/>
                  </a:cubicBezTo>
                  <a:cubicBezTo>
                    <a:pt x="3" y="31"/>
                    <a:pt x="1" y="33"/>
                    <a:pt x="2" y="35"/>
                  </a:cubicBezTo>
                  <a:cubicBezTo>
                    <a:pt x="4" y="36"/>
                    <a:pt x="9" y="36"/>
                    <a:pt x="14" y="38"/>
                  </a:cubicBezTo>
                  <a:cubicBezTo>
                    <a:pt x="18" y="40"/>
                    <a:pt x="19" y="39"/>
                    <a:pt x="21" y="40"/>
                  </a:cubicBezTo>
                  <a:cubicBezTo>
                    <a:pt x="23" y="42"/>
                    <a:pt x="24" y="41"/>
                    <a:pt x="24" y="44"/>
                  </a:cubicBezTo>
                  <a:cubicBezTo>
                    <a:pt x="24" y="47"/>
                    <a:pt x="26" y="50"/>
                    <a:pt x="30" y="51"/>
                  </a:cubicBezTo>
                  <a:cubicBezTo>
                    <a:pt x="34" y="52"/>
                    <a:pt x="31" y="55"/>
                    <a:pt x="33" y="58"/>
                  </a:cubicBezTo>
                  <a:cubicBezTo>
                    <a:pt x="34" y="61"/>
                    <a:pt x="31" y="64"/>
                    <a:pt x="31" y="68"/>
                  </a:cubicBezTo>
                  <a:cubicBezTo>
                    <a:pt x="32" y="71"/>
                    <a:pt x="29" y="82"/>
                    <a:pt x="27" y="83"/>
                  </a:cubicBezTo>
                  <a:cubicBezTo>
                    <a:pt x="27" y="83"/>
                    <a:pt x="27" y="83"/>
                    <a:pt x="27" y="83"/>
                  </a:cubicBezTo>
                  <a:cubicBezTo>
                    <a:pt x="29" y="84"/>
                    <a:pt x="31" y="85"/>
                    <a:pt x="32" y="86"/>
                  </a:cubicBezTo>
                  <a:cubicBezTo>
                    <a:pt x="33" y="87"/>
                    <a:pt x="37" y="88"/>
                    <a:pt x="40" y="89"/>
                  </a:cubicBezTo>
                  <a:cubicBezTo>
                    <a:pt x="42" y="91"/>
                    <a:pt x="46" y="91"/>
                    <a:pt x="46" y="89"/>
                  </a:cubicBezTo>
                  <a:cubicBezTo>
                    <a:pt x="46" y="87"/>
                    <a:pt x="49" y="88"/>
                    <a:pt x="50" y="90"/>
                  </a:cubicBezTo>
                  <a:cubicBezTo>
                    <a:pt x="52" y="91"/>
                    <a:pt x="58" y="92"/>
                    <a:pt x="60" y="92"/>
                  </a:cubicBezTo>
                  <a:cubicBezTo>
                    <a:pt x="63" y="93"/>
                    <a:pt x="66" y="92"/>
                    <a:pt x="69" y="92"/>
                  </a:cubicBezTo>
                  <a:cubicBezTo>
                    <a:pt x="69" y="92"/>
                    <a:pt x="69" y="91"/>
                    <a:pt x="69" y="90"/>
                  </a:cubicBezTo>
                  <a:cubicBezTo>
                    <a:pt x="67" y="85"/>
                    <a:pt x="71" y="83"/>
                    <a:pt x="75" y="82"/>
                  </a:cubicBezTo>
                  <a:cubicBezTo>
                    <a:pt x="80" y="81"/>
                    <a:pt x="89" y="84"/>
                    <a:pt x="91" y="85"/>
                  </a:cubicBezTo>
                  <a:cubicBezTo>
                    <a:pt x="93" y="87"/>
                    <a:pt x="97" y="86"/>
                    <a:pt x="101" y="82"/>
                  </a:cubicBezTo>
                  <a:cubicBezTo>
                    <a:pt x="103" y="80"/>
                    <a:pt x="104" y="79"/>
                    <a:pt x="106" y="79"/>
                  </a:cubicBezTo>
                  <a:cubicBezTo>
                    <a:pt x="106" y="78"/>
                    <a:pt x="107" y="77"/>
                    <a:pt x="107" y="76"/>
                  </a:cubicBezTo>
                  <a:cubicBezTo>
                    <a:pt x="107" y="74"/>
                    <a:pt x="105" y="75"/>
                    <a:pt x="103" y="74"/>
                  </a:cubicBezTo>
                  <a:cubicBezTo>
                    <a:pt x="101" y="74"/>
                    <a:pt x="100" y="72"/>
                    <a:pt x="101" y="70"/>
                  </a:cubicBezTo>
                  <a:cubicBezTo>
                    <a:pt x="102" y="68"/>
                    <a:pt x="100" y="68"/>
                    <a:pt x="99" y="66"/>
                  </a:cubicBezTo>
                  <a:cubicBezTo>
                    <a:pt x="97" y="64"/>
                    <a:pt x="99" y="65"/>
                    <a:pt x="100" y="64"/>
                  </a:cubicBezTo>
                  <a:cubicBezTo>
                    <a:pt x="101" y="63"/>
                    <a:pt x="103" y="61"/>
                    <a:pt x="102" y="61"/>
                  </a:cubicBezTo>
                  <a:cubicBezTo>
                    <a:pt x="101" y="60"/>
                    <a:pt x="100" y="59"/>
                    <a:pt x="101" y="57"/>
                  </a:cubicBezTo>
                  <a:cubicBezTo>
                    <a:pt x="102" y="54"/>
                    <a:pt x="100" y="54"/>
                    <a:pt x="100" y="52"/>
                  </a:cubicBezTo>
                  <a:cubicBezTo>
                    <a:pt x="100" y="51"/>
                    <a:pt x="98" y="50"/>
                    <a:pt x="96" y="52"/>
                  </a:cubicBezTo>
                  <a:cubicBezTo>
                    <a:pt x="94" y="54"/>
                    <a:pt x="94" y="53"/>
                    <a:pt x="95" y="49"/>
                  </a:cubicBezTo>
                  <a:cubicBezTo>
                    <a:pt x="96" y="46"/>
                    <a:pt x="100" y="44"/>
                    <a:pt x="100" y="43"/>
                  </a:cubicBezTo>
                  <a:cubicBezTo>
                    <a:pt x="100" y="41"/>
                    <a:pt x="103" y="39"/>
                    <a:pt x="104" y="39"/>
                  </a:cubicBezTo>
                  <a:cubicBezTo>
                    <a:pt x="106" y="39"/>
                    <a:pt x="106" y="35"/>
                    <a:pt x="106" y="33"/>
                  </a:cubicBezTo>
                  <a:cubicBezTo>
                    <a:pt x="107" y="30"/>
                    <a:pt x="107" y="28"/>
                    <a:pt x="110" y="26"/>
                  </a:cubicBezTo>
                  <a:cubicBezTo>
                    <a:pt x="112" y="24"/>
                    <a:pt x="109" y="23"/>
                    <a:pt x="108" y="23"/>
                  </a:cubicBezTo>
                  <a:close/>
                  <a:moveTo>
                    <a:pt x="121" y="86"/>
                  </a:moveTo>
                  <a:cubicBezTo>
                    <a:pt x="120" y="86"/>
                    <a:pt x="120" y="89"/>
                    <a:pt x="116" y="91"/>
                  </a:cubicBezTo>
                  <a:cubicBezTo>
                    <a:pt x="113" y="93"/>
                    <a:pt x="116" y="102"/>
                    <a:pt x="120" y="102"/>
                  </a:cubicBezTo>
                  <a:cubicBezTo>
                    <a:pt x="123" y="101"/>
                    <a:pt x="123" y="86"/>
                    <a:pt x="121" y="86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97" name="Freeform 99"/>
            <p:cNvSpPr>
              <a:spLocks/>
            </p:cNvSpPr>
            <p:nvPr/>
          </p:nvSpPr>
          <p:spPr bwMode="auto">
            <a:xfrm>
              <a:off x="3510686" y="3967997"/>
              <a:ext cx="57379" cy="34174"/>
            </a:xfrm>
            <a:custGeom>
              <a:avLst/>
              <a:gdLst>
                <a:gd name="T0" fmla="*/ 19 w 19"/>
                <a:gd name="T1" fmla="*/ 4 h 11"/>
                <a:gd name="T2" fmla="*/ 10 w 19"/>
                <a:gd name="T3" fmla="*/ 2 h 11"/>
                <a:gd name="T4" fmla="*/ 6 w 19"/>
                <a:gd name="T5" fmla="*/ 0 h 11"/>
                <a:gd name="T6" fmla="*/ 6 w 19"/>
                <a:gd name="T7" fmla="*/ 0 h 11"/>
                <a:gd name="T8" fmla="*/ 0 w 19"/>
                <a:gd name="T9" fmla="*/ 5 h 11"/>
                <a:gd name="T10" fmla="*/ 16 w 19"/>
                <a:gd name="T11" fmla="*/ 11 h 11"/>
                <a:gd name="T12" fmla="*/ 19 w 19"/>
                <a:gd name="T13" fmla="*/ 10 h 11"/>
                <a:gd name="T14" fmla="*/ 19 w 19"/>
                <a:gd name="T15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11">
                  <a:moveTo>
                    <a:pt x="19" y="4"/>
                  </a:moveTo>
                  <a:cubicBezTo>
                    <a:pt x="17" y="2"/>
                    <a:pt x="14" y="4"/>
                    <a:pt x="10" y="2"/>
                  </a:cubicBezTo>
                  <a:cubicBezTo>
                    <a:pt x="9" y="1"/>
                    <a:pt x="7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2" y="3"/>
                    <a:pt x="0" y="5"/>
                  </a:cubicBezTo>
                  <a:cubicBezTo>
                    <a:pt x="2" y="7"/>
                    <a:pt x="13" y="11"/>
                    <a:pt x="16" y="11"/>
                  </a:cubicBezTo>
                  <a:cubicBezTo>
                    <a:pt x="17" y="11"/>
                    <a:pt x="18" y="10"/>
                    <a:pt x="19" y="10"/>
                  </a:cubicBezTo>
                  <a:cubicBezTo>
                    <a:pt x="19" y="7"/>
                    <a:pt x="19" y="5"/>
                    <a:pt x="19" y="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98" name="Freeform 100"/>
            <p:cNvSpPr>
              <a:spLocks/>
            </p:cNvSpPr>
            <p:nvPr/>
          </p:nvSpPr>
          <p:spPr bwMode="auto">
            <a:xfrm>
              <a:off x="3529812" y="3918051"/>
              <a:ext cx="153010" cy="89378"/>
            </a:xfrm>
            <a:custGeom>
              <a:avLst/>
              <a:gdLst>
                <a:gd name="T0" fmla="*/ 22 w 51"/>
                <a:gd name="T1" fmla="*/ 26 h 29"/>
                <a:gd name="T2" fmla="*/ 24 w 51"/>
                <a:gd name="T3" fmla="*/ 20 h 29"/>
                <a:gd name="T4" fmla="*/ 33 w 51"/>
                <a:gd name="T5" fmla="*/ 16 h 29"/>
                <a:gd name="T6" fmla="*/ 42 w 51"/>
                <a:gd name="T7" fmla="*/ 15 h 29"/>
                <a:gd name="T8" fmla="*/ 51 w 51"/>
                <a:gd name="T9" fmla="*/ 11 h 29"/>
                <a:gd name="T10" fmla="*/ 42 w 51"/>
                <a:gd name="T11" fmla="*/ 4 h 29"/>
                <a:gd name="T12" fmla="*/ 24 w 51"/>
                <a:gd name="T13" fmla="*/ 4 h 29"/>
                <a:gd name="T14" fmla="*/ 8 w 51"/>
                <a:gd name="T15" fmla="*/ 5 h 29"/>
                <a:gd name="T16" fmla="*/ 8 w 51"/>
                <a:gd name="T17" fmla="*/ 5 h 29"/>
                <a:gd name="T18" fmla="*/ 4 w 51"/>
                <a:gd name="T19" fmla="*/ 9 h 29"/>
                <a:gd name="T20" fmla="*/ 0 w 51"/>
                <a:gd name="T21" fmla="*/ 16 h 29"/>
                <a:gd name="T22" fmla="*/ 4 w 51"/>
                <a:gd name="T23" fmla="*/ 18 h 29"/>
                <a:gd name="T24" fmla="*/ 13 w 51"/>
                <a:gd name="T25" fmla="*/ 20 h 29"/>
                <a:gd name="T26" fmla="*/ 13 w 51"/>
                <a:gd name="T27" fmla="*/ 26 h 29"/>
                <a:gd name="T28" fmla="*/ 15 w 51"/>
                <a:gd name="T29" fmla="*/ 26 h 29"/>
                <a:gd name="T30" fmla="*/ 16 w 51"/>
                <a:gd name="T31" fmla="*/ 29 h 29"/>
                <a:gd name="T32" fmla="*/ 19 w 51"/>
                <a:gd name="T33" fmla="*/ 28 h 29"/>
                <a:gd name="T34" fmla="*/ 22 w 51"/>
                <a:gd name="T35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29">
                  <a:moveTo>
                    <a:pt x="22" y="26"/>
                  </a:moveTo>
                  <a:cubicBezTo>
                    <a:pt x="22" y="25"/>
                    <a:pt x="19" y="21"/>
                    <a:pt x="24" y="20"/>
                  </a:cubicBezTo>
                  <a:cubicBezTo>
                    <a:pt x="29" y="20"/>
                    <a:pt x="33" y="20"/>
                    <a:pt x="33" y="16"/>
                  </a:cubicBezTo>
                  <a:cubicBezTo>
                    <a:pt x="34" y="13"/>
                    <a:pt x="40" y="15"/>
                    <a:pt x="42" y="15"/>
                  </a:cubicBezTo>
                  <a:cubicBezTo>
                    <a:pt x="43" y="15"/>
                    <a:pt x="47" y="11"/>
                    <a:pt x="51" y="11"/>
                  </a:cubicBezTo>
                  <a:cubicBezTo>
                    <a:pt x="51" y="7"/>
                    <a:pt x="46" y="8"/>
                    <a:pt x="42" y="4"/>
                  </a:cubicBezTo>
                  <a:cubicBezTo>
                    <a:pt x="38" y="0"/>
                    <a:pt x="29" y="2"/>
                    <a:pt x="24" y="4"/>
                  </a:cubicBezTo>
                  <a:cubicBezTo>
                    <a:pt x="19" y="6"/>
                    <a:pt x="14" y="2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7" y="6"/>
                    <a:pt x="6" y="8"/>
                    <a:pt x="4" y="9"/>
                  </a:cubicBezTo>
                  <a:cubicBezTo>
                    <a:pt x="0" y="12"/>
                    <a:pt x="1" y="15"/>
                    <a:pt x="0" y="16"/>
                  </a:cubicBezTo>
                  <a:cubicBezTo>
                    <a:pt x="1" y="16"/>
                    <a:pt x="3" y="17"/>
                    <a:pt x="4" y="18"/>
                  </a:cubicBezTo>
                  <a:cubicBezTo>
                    <a:pt x="8" y="20"/>
                    <a:pt x="11" y="18"/>
                    <a:pt x="13" y="20"/>
                  </a:cubicBezTo>
                  <a:cubicBezTo>
                    <a:pt x="13" y="21"/>
                    <a:pt x="13" y="23"/>
                    <a:pt x="13" y="26"/>
                  </a:cubicBezTo>
                  <a:cubicBezTo>
                    <a:pt x="13" y="25"/>
                    <a:pt x="14" y="25"/>
                    <a:pt x="15" y="26"/>
                  </a:cubicBezTo>
                  <a:cubicBezTo>
                    <a:pt x="16" y="26"/>
                    <a:pt x="16" y="28"/>
                    <a:pt x="16" y="29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21" y="26"/>
                    <a:pt x="22" y="26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99" name="Freeform 101"/>
            <p:cNvSpPr>
              <a:spLocks/>
            </p:cNvSpPr>
            <p:nvPr/>
          </p:nvSpPr>
          <p:spPr bwMode="auto">
            <a:xfrm>
              <a:off x="2823412" y="3456701"/>
              <a:ext cx="772703" cy="495524"/>
            </a:xfrm>
            <a:custGeom>
              <a:avLst/>
              <a:gdLst>
                <a:gd name="T0" fmla="*/ 224 w 256"/>
                <a:gd name="T1" fmla="*/ 149 h 159"/>
                <a:gd name="T2" fmla="*/ 221 w 256"/>
                <a:gd name="T3" fmla="*/ 134 h 159"/>
                <a:gd name="T4" fmla="*/ 242 w 256"/>
                <a:gd name="T5" fmla="*/ 129 h 159"/>
                <a:gd name="T6" fmla="*/ 249 w 256"/>
                <a:gd name="T7" fmla="*/ 120 h 159"/>
                <a:gd name="T8" fmla="*/ 256 w 256"/>
                <a:gd name="T9" fmla="*/ 104 h 159"/>
                <a:gd name="T10" fmla="*/ 235 w 256"/>
                <a:gd name="T11" fmla="*/ 102 h 159"/>
                <a:gd name="T12" fmla="*/ 222 w 256"/>
                <a:gd name="T13" fmla="*/ 120 h 159"/>
                <a:gd name="T14" fmla="*/ 210 w 256"/>
                <a:gd name="T15" fmla="*/ 126 h 159"/>
                <a:gd name="T16" fmla="*/ 180 w 256"/>
                <a:gd name="T17" fmla="*/ 126 h 159"/>
                <a:gd name="T18" fmla="*/ 167 w 256"/>
                <a:gd name="T19" fmla="*/ 107 h 159"/>
                <a:gd name="T20" fmla="*/ 166 w 256"/>
                <a:gd name="T21" fmla="*/ 67 h 159"/>
                <a:gd name="T22" fmla="*/ 164 w 256"/>
                <a:gd name="T23" fmla="*/ 62 h 159"/>
                <a:gd name="T24" fmla="*/ 149 w 256"/>
                <a:gd name="T25" fmla="*/ 52 h 159"/>
                <a:gd name="T26" fmla="*/ 139 w 256"/>
                <a:gd name="T27" fmla="*/ 35 h 159"/>
                <a:gd name="T28" fmla="*/ 118 w 256"/>
                <a:gd name="T29" fmla="*/ 34 h 159"/>
                <a:gd name="T30" fmla="*/ 105 w 256"/>
                <a:gd name="T31" fmla="*/ 23 h 159"/>
                <a:gd name="T32" fmla="*/ 90 w 256"/>
                <a:gd name="T33" fmla="*/ 8 h 159"/>
                <a:gd name="T34" fmla="*/ 74 w 256"/>
                <a:gd name="T35" fmla="*/ 12 h 159"/>
                <a:gd name="T36" fmla="*/ 28 w 256"/>
                <a:gd name="T37" fmla="*/ 4 h 159"/>
                <a:gd name="T38" fmla="*/ 0 w 256"/>
                <a:gd name="T39" fmla="*/ 2 h 159"/>
                <a:gd name="T40" fmla="*/ 11 w 256"/>
                <a:gd name="T41" fmla="*/ 25 h 159"/>
                <a:gd name="T42" fmla="*/ 26 w 256"/>
                <a:gd name="T43" fmla="*/ 45 h 159"/>
                <a:gd name="T44" fmla="*/ 30 w 256"/>
                <a:gd name="T45" fmla="*/ 54 h 159"/>
                <a:gd name="T46" fmla="*/ 41 w 256"/>
                <a:gd name="T47" fmla="*/ 70 h 159"/>
                <a:gd name="T48" fmla="*/ 60 w 256"/>
                <a:gd name="T49" fmla="*/ 89 h 159"/>
                <a:gd name="T50" fmla="*/ 62 w 256"/>
                <a:gd name="T51" fmla="*/ 80 h 159"/>
                <a:gd name="T52" fmla="*/ 53 w 256"/>
                <a:gd name="T53" fmla="*/ 69 h 159"/>
                <a:gd name="T54" fmla="*/ 38 w 256"/>
                <a:gd name="T55" fmla="*/ 45 h 159"/>
                <a:gd name="T56" fmla="*/ 32 w 256"/>
                <a:gd name="T57" fmla="*/ 31 h 159"/>
                <a:gd name="T58" fmla="*/ 21 w 256"/>
                <a:gd name="T59" fmla="*/ 22 h 159"/>
                <a:gd name="T60" fmla="*/ 21 w 256"/>
                <a:gd name="T61" fmla="*/ 8 h 159"/>
                <a:gd name="T62" fmla="*/ 29 w 256"/>
                <a:gd name="T63" fmla="*/ 11 h 159"/>
                <a:gd name="T64" fmla="*/ 36 w 256"/>
                <a:gd name="T65" fmla="*/ 23 h 159"/>
                <a:gd name="T66" fmla="*/ 41 w 256"/>
                <a:gd name="T67" fmla="*/ 35 h 159"/>
                <a:gd name="T68" fmla="*/ 54 w 256"/>
                <a:gd name="T69" fmla="*/ 45 h 159"/>
                <a:gd name="T70" fmla="*/ 64 w 256"/>
                <a:gd name="T71" fmla="*/ 55 h 159"/>
                <a:gd name="T72" fmla="*/ 71 w 256"/>
                <a:gd name="T73" fmla="*/ 66 h 159"/>
                <a:gd name="T74" fmla="*/ 96 w 256"/>
                <a:gd name="T75" fmla="*/ 93 h 159"/>
                <a:gd name="T76" fmla="*/ 100 w 256"/>
                <a:gd name="T77" fmla="*/ 108 h 159"/>
                <a:gd name="T78" fmla="*/ 104 w 256"/>
                <a:gd name="T79" fmla="*/ 122 h 159"/>
                <a:gd name="T80" fmla="*/ 129 w 256"/>
                <a:gd name="T81" fmla="*/ 134 h 159"/>
                <a:gd name="T82" fmla="*/ 165 w 256"/>
                <a:gd name="T83" fmla="*/ 151 h 159"/>
                <a:gd name="T84" fmla="*/ 197 w 256"/>
                <a:gd name="T85" fmla="*/ 152 h 159"/>
                <a:gd name="T86" fmla="*/ 213 w 256"/>
                <a:gd name="T87" fmla="*/ 15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56" h="159">
                  <a:moveTo>
                    <a:pt x="213" y="150"/>
                  </a:moveTo>
                  <a:cubicBezTo>
                    <a:pt x="214" y="150"/>
                    <a:pt x="223" y="151"/>
                    <a:pt x="224" y="149"/>
                  </a:cubicBezTo>
                  <a:cubicBezTo>
                    <a:pt x="225" y="146"/>
                    <a:pt x="217" y="141"/>
                    <a:pt x="218" y="140"/>
                  </a:cubicBezTo>
                  <a:cubicBezTo>
                    <a:pt x="219" y="140"/>
                    <a:pt x="220" y="134"/>
                    <a:pt x="221" y="134"/>
                  </a:cubicBezTo>
                  <a:cubicBezTo>
                    <a:pt x="222" y="134"/>
                    <a:pt x="236" y="135"/>
                    <a:pt x="236" y="134"/>
                  </a:cubicBezTo>
                  <a:cubicBezTo>
                    <a:pt x="237" y="134"/>
                    <a:pt x="240" y="129"/>
                    <a:pt x="242" y="129"/>
                  </a:cubicBezTo>
                  <a:cubicBezTo>
                    <a:pt x="243" y="129"/>
                    <a:pt x="244" y="130"/>
                    <a:pt x="246" y="131"/>
                  </a:cubicBezTo>
                  <a:cubicBezTo>
                    <a:pt x="248" y="129"/>
                    <a:pt x="249" y="124"/>
                    <a:pt x="249" y="120"/>
                  </a:cubicBezTo>
                  <a:cubicBezTo>
                    <a:pt x="250" y="115"/>
                    <a:pt x="248" y="113"/>
                    <a:pt x="251" y="110"/>
                  </a:cubicBezTo>
                  <a:cubicBezTo>
                    <a:pt x="253" y="108"/>
                    <a:pt x="256" y="107"/>
                    <a:pt x="256" y="104"/>
                  </a:cubicBezTo>
                  <a:cubicBezTo>
                    <a:pt x="255" y="100"/>
                    <a:pt x="251" y="104"/>
                    <a:pt x="248" y="102"/>
                  </a:cubicBezTo>
                  <a:cubicBezTo>
                    <a:pt x="245" y="100"/>
                    <a:pt x="243" y="101"/>
                    <a:pt x="235" y="102"/>
                  </a:cubicBezTo>
                  <a:cubicBezTo>
                    <a:pt x="227" y="103"/>
                    <a:pt x="224" y="107"/>
                    <a:pt x="224" y="112"/>
                  </a:cubicBezTo>
                  <a:cubicBezTo>
                    <a:pt x="225" y="117"/>
                    <a:pt x="222" y="115"/>
                    <a:pt x="222" y="120"/>
                  </a:cubicBezTo>
                  <a:cubicBezTo>
                    <a:pt x="222" y="124"/>
                    <a:pt x="216" y="124"/>
                    <a:pt x="216" y="127"/>
                  </a:cubicBezTo>
                  <a:cubicBezTo>
                    <a:pt x="216" y="130"/>
                    <a:pt x="211" y="127"/>
                    <a:pt x="210" y="126"/>
                  </a:cubicBezTo>
                  <a:cubicBezTo>
                    <a:pt x="208" y="125"/>
                    <a:pt x="192" y="130"/>
                    <a:pt x="190" y="131"/>
                  </a:cubicBezTo>
                  <a:cubicBezTo>
                    <a:pt x="188" y="131"/>
                    <a:pt x="184" y="126"/>
                    <a:pt x="180" y="126"/>
                  </a:cubicBezTo>
                  <a:cubicBezTo>
                    <a:pt x="177" y="126"/>
                    <a:pt x="176" y="121"/>
                    <a:pt x="176" y="118"/>
                  </a:cubicBezTo>
                  <a:cubicBezTo>
                    <a:pt x="175" y="114"/>
                    <a:pt x="169" y="110"/>
                    <a:pt x="167" y="107"/>
                  </a:cubicBezTo>
                  <a:cubicBezTo>
                    <a:pt x="164" y="103"/>
                    <a:pt x="164" y="95"/>
                    <a:pt x="163" y="90"/>
                  </a:cubicBezTo>
                  <a:cubicBezTo>
                    <a:pt x="163" y="85"/>
                    <a:pt x="163" y="76"/>
                    <a:pt x="166" y="67"/>
                  </a:cubicBezTo>
                  <a:cubicBezTo>
                    <a:pt x="167" y="65"/>
                    <a:pt x="167" y="64"/>
                    <a:pt x="167" y="63"/>
                  </a:cubicBezTo>
                  <a:cubicBezTo>
                    <a:pt x="166" y="62"/>
                    <a:pt x="164" y="62"/>
                    <a:pt x="164" y="62"/>
                  </a:cubicBezTo>
                  <a:cubicBezTo>
                    <a:pt x="160" y="62"/>
                    <a:pt x="153" y="58"/>
                    <a:pt x="152" y="58"/>
                  </a:cubicBezTo>
                  <a:cubicBezTo>
                    <a:pt x="150" y="58"/>
                    <a:pt x="151" y="54"/>
                    <a:pt x="149" y="52"/>
                  </a:cubicBezTo>
                  <a:cubicBezTo>
                    <a:pt x="148" y="51"/>
                    <a:pt x="149" y="47"/>
                    <a:pt x="147" y="46"/>
                  </a:cubicBezTo>
                  <a:cubicBezTo>
                    <a:pt x="146" y="45"/>
                    <a:pt x="141" y="40"/>
                    <a:pt x="139" y="35"/>
                  </a:cubicBezTo>
                  <a:cubicBezTo>
                    <a:pt x="138" y="29"/>
                    <a:pt x="128" y="26"/>
                    <a:pt x="124" y="26"/>
                  </a:cubicBezTo>
                  <a:cubicBezTo>
                    <a:pt x="121" y="26"/>
                    <a:pt x="119" y="33"/>
                    <a:pt x="118" y="34"/>
                  </a:cubicBezTo>
                  <a:cubicBezTo>
                    <a:pt x="117" y="34"/>
                    <a:pt x="110" y="30"/>
                    <a:pt x="108" y="29"/>
                  </a:cubicBezTo>
                  <a:cubicBezTo>
                    <a:pt x="106" y="28"/>
                    <a:pt x="105" y="26"/>
                    <a:pt x="105" y="23"/>
                  </a:cubicBezTo>
                  <a:cubicBezTo>
                    <a:pt x="105" y="21"/>
                    <a:pt x="101" y="17"/>
                    <a:pt x="100" y="17"/>
                  </a:cubicBezTo>
                  <a:cubicBezTo>
                    <a:pt x="98" y="16"/>
                    <a:pt x="90" y="8"/>
                    <a:pt x="90" y="8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32" y="5"/>
                    <a:pt x="28" y="4"/>
                  </a:cubicBezTo>
                  <a:cubicBezTo>
                    <a:pt x="25" y="4"/>
                    <a:pt x="19" y="0"/>
                    <a:pt x="1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2" y="6"/>
                    <a:pt x="4" y="9"/>
                  </a:cubicBezTo>
                  <a:cubicBezTo>
                    <a:pt x="8" y="14"/>
                    <a:pt x="11" y="23"/>
                    <a:pt x="11" y="25"/>
                  </a:cubicBezTo>
                  <a:cubicBezTo>
                    <a:pt x="12" y="28"/>
                    <a:pt x="17" y="31"/>
                    <a:pt x="22" y="34"/>
                  </a:cubicBezTo>
                  <a:cubicBezTo>
                    <a:pt x="26" y="37"/>
                    <a:pt x="26" y="43"/>
                    <a:pt x="26" y="45"/>
                  </a:cubicBezTo>
                  <a:cubicBezTo>
                    <a:pt x="25" y="47"/>
                    <a:pt x="20" y="44"/>
                    <a:pt x="19" y="46"/>
                  </a:cubicBezTo>
                  <a:cubicBezTo>
                    <a:pt x="19" y="47"/>
                    <a:pt x="27" y="54"/>
                    <a:pt x="30" y="54"/>
                  </a:cubicBezTo>
                  <a:cubicBezTo>
                    <a:pt x="33" y="53"/>
                    <a:pt x="34" y="55"/>
                    <a:pt x="39" y="59"/>
                  </a:cubicBezTo>
                  <a:cubicBezTo>
                    <a:pt x="43" y="63"/>
                    <a:pt x="43" y="68"/>
                    <a:pt x="41" y="70"/>
                  </a:cubicBezTo>
                  <a:cubicBezTo>
                    <a:pt x="39" y="71"/>
                    <a:pt x="45" y="74"/>
                    <a:pt x="51" y="78"/>
                  </a:cubicBezTo>
                  <a:cubicBezTo>
                    <a:pt x="57" y="82"/>
                    <a:pt x="59" y="87"/>
                    <a:pt x="60" y="89"/>
                  </a:cubicBezTo>
                  <a:cubicBezTo>
                    <a:pt x="60" y="91"/>
                    <a:pt x="63" y="89"/>
                    <a:pt x="64" y="86"/>
                  </a:cubicBezTo>
                  <a:cubicBezTo>
                    <a:pt x="65" y="84"/>
                    <a:pt x="62" y="83"/>
                    <a:pt x="62" y="80"/>
                  </a:cubicBezTo>
                  <a:cubicBezTo>
                    <a:pt x="62" y="76"/>
                    <a:pt x="57" y="77"/>
                    <a:pt x="55" y="77"/>
                  </a:cubicBezTo>
                  <a:cubicBezTo>
                    <a:pt x="53" y="76"/>
                    <a:pt x="55" y="71"/>
                    <a:pt x="53" y="69"/>
                  </a:cubicBezTo>
                  <a:cubicBezTo>
                    <a:pt x="51" y="67"/>
                    <a:pt x="49" y="61"/>
                    <a:pt x="48" y="57"/>
                  </a:cubicBezTo>
                  <a:cubicBezTo>
                    <a:pt x="46" y="53"/>
                    <a:pt x="41" y="49"/>
                    <a:pt x="38" y="45"/>
                  </a:cubicBezTo>
                  <a:cubicBezTo>
                    <a:pt x="36" y="40"/>
                    <a:pt x="33" y="37"/>
                    <a:pt x="31" y="35"/>
                  </a:cubicBezTo>
                  <a:cubicBezTo>
                    <a:pt x="30" y="34"/>
                    <a:pt x="34" y="33"/>
                    <a:pt x="32" y="31"/>
                  </a:cubicBezTo>
                  <a:cubicBezTo>
                    <a:pt x="31" y="29"/>
                    <a:pt x="29" y="29"/>
                    <a:pt x="26" y="28"/>
                  </a:cubicBezTo>
                  <a:cubicBezTo>
                    <a:pt x="23" y="27"/>
                    <a:pt x="21" y="25"/>
                    <a:pt x="21" y="22"/>
                  </a:cubicBezTo>
                  <a:cubicBezTo>
                    <a:pt x="21" y="19"/>
                    <a:pt x="19" y="11"/>
                    <a:pt x="18" y="9"/>
                  </a:cubicBezTo>
                  <a:cubicBezTo>
                    <a:pt x="17" y="7"/>
                    <a:pt x="20" y="7"/>
                    <a:pt x="21" y="8"/>
                  </a:cubicBezTo>
                  <a:cubicBezTo>
                    <a:pt x="22" y="9"/>
                    <a:pt x="23" y="10"/>
                    <a:pt x="24" y="10"/>
                  </a:cubicBezTo>
                  <a:cubicBezTo>
                    <a:pt x="26" y="9"/>
                    <a:pt x="28" y="9"/>
                    <a:pt x="29" y="11"/>
                  </a:cubicBezTo>
                  <a:cubicBezTo>
                    <a:pt x="30" y="14"/>
                    <a:pt x="33" y="12"/>
                    <a:pt x="34" y="13"/>
                  </a:cubicBezTo>
                  <a:cubicBezTo>
                    <a:pt x="36" y="14"/>
                    <a:pt x="31" y="15"/>
                    <a:pt x="36" y="23"/>
                  </a:cubicBezTo>
                  <a:cubicBezTo>
                    <a:pt x="41" y="32"/>
                    <a:pt x="37" y="27"/>
                    <a:pt x="37" y="33"/>
                  </a:cubicBezTo>
                  <a:cubicBezTo>
                    <a:pt x="37" y="39"/>
                    <a:pt x="40" y="36"/>
                    <a:pt x="41" y="35"/>
                  </a:cubicBezTo>
                  <a:cubicBezTo>
                    <a:pt x="42" y="34"/>
                    <a:pt x="45" y="37"/>
                    <a:pt x="47" y="40"/>
                  </a:cubicBezTo>
                  <a:cubicBezTo>
                    <a:pt x="50" y="43"/>
                    <a:pt x="54" y="43"/>
                    <a:pt x="54" y="45"/>
                  </a:cubicBezTo>
                  <a:cubicBezTo>
                    <a:pt x="54" y="46"/>
                    <a:pt x="55" y="50"/>
                    <a:pt x="59" y="50"/>
                  </a:cubicBezTo>
                  <a:cubicBezTo>
                    <a:pt x="62" y="51"/>
                    <a:pt x="62" y="54"/>
                    <a:pt x="64" y="55"/>
                  </a:cubicBezTo>
                  <a:cubicBezTo>
                    <a:pt x="66" y="55"/>
                    <a:pt x="67" y="57"/>
                    <a:pt x="66" y="60"/>
                  </a:cubicBezTo>
                  <a:cubicBezTo>
                    <a:pt x="65" y="62"/>
                    <a:pt x="66" y="64"/>
                    <a:pt x="71" y="66"/>
                  </a:cubicBezTo>
                  <a:cubicBezTo>
                    <a:pt x="76" y="68"/>
                    <a:pt x="74" y="69"/>
                    <a:pt x="78" y="73"/>
                  </a:cubicBezTo>
                  <a:cubicBezTo>
                    <a:pt x="82" y="77"/>
                    <a:pt x="93" y="89"/>
                    <a:pt x="96" y="93"/>
                  </a:cubicBezTo>
                  <a:cubicBezTo>
                    <a:pt x="98" y="96"/>
                    <a:pt x="99" y="99"/>
                    <a:pt x="100" y="102"/>
                  </a:cubicBezTo>
                  <a:cubicBezTo>
                    <a:pt x="101" y="105"/>
                    <a:pt x="98" y="106"/>
                    <a:pt x="100" y="108"/>
                  </a:cubicBezTo>
                  <a:cubicBezTo>
                    <a:pt x="101" y="110"/>
                    <a:pt x="97" y="110"/>
                    <a:pt x="97" y="111"/>
                  </a:cubicBezTo>
                  <a:cubicBezTo>
                    <a:pt x="97" y="113"/>
                    <a:pt x="100" y="121"/>
                    <a:pt x="104" y="122"/>
                  </a:cubicBezTo>
                  <a:cubicBezTo>
                    <a:pt x="108" y="122"/>
                    <a:pt x="112" y="127"/>
                    <a:pt x="116" y="130"/>
                  </a:cubicBezTo>
                  <a:cubicBezTo>
                    <a:pt x="119" y="133"/>
                    <a:pt x="124" y="132"/>
                    <a:pt x="129" y="134"/>
                  </a:cubicBezTo>
                  <a:cubicBezTo>
                    <a:pt x="134" y="136"/>
                    <a:pt x="139" y="140"/>
                    <a:pt x="146" y="142"/>
                  </a:cubicBezTo>
                  <a:cubicBezTo>
                    <a:pt x="153" y="144"/>
                    <a:pt x="160" y="148"/>
                    <a:pt x="165" y="151"/>
                  </a:cubicBezTo>
                  <a:cubicBezTo>
                    <a:pt x="170" y="154"/>
                    <a:pt x="175" y="152"/>
                    <a:pt x="182" y="150"/>
                  </a:cubicBezTo>
                  <a:cubicBezTo>
                    <a:pt x="188" y="147"/>
                    <a:pt x="194" y="150"/>
                    <a:pt x="197" y="152"/>
                  </a:cubicBezTo>
                  <a:cubicBezTo>
                    <a:pt x="199" y="153"/>
                    <a:pt x="203" y="156"/>
                    <a:pt x="206" y="159"/>
                  </a:cubicBezTo>
                  <a:cubicBezTo>
                    <a:pt x="210" y="154"/>
                    <a:pt x="213" y="150"/>
                    <a:pt x="213" y="15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00" name="Freeform 102"/>
            <p:cNvSpPr>
              <a:spLocks/>
            </p:cNvSpPr>
            <p:nvPr/>
          </p:nvSpPr>
          <p:spPr bwMode="auto">
            <a:xfrm>
              <a:off x="3444381" y="3874676"/>
              <a:ext cx="108383" cy="107780"/>
            </a:xfrm>
            <a:custGeom>
              <a:avLst/>
              <a:gdLst>
                <a:gd name="T0" fmla="*/ 32 w 36"/>
                <a:gd name="T1" fmla="*/ 23 h 35"/>
                <a:gd name="T2" fmla="*/ 36 w 36"/>
                <a:gd name="T3" fmla="*/ 19 h 35"/>
                <a:gd name="T4" fmla="*/ 33 w 36"/>
                <a:gd name="T5" fmla="*/ 17 h 35"/>
                <a:gd name="T6" fmla="*/ 29 w 36"/>
                <a:gd name="T7" fmla="*/ 17 h 35"/>
                <a:gd name="T8" fmla="*/ 29 w 36"/>
                <a:gd name="T9" fmla="*/ 0 h 35"/>
                <a:gd name="T10" fmla="*/ 15 w 36"/>
                <a:gd name="T11" fmla="*/ 0 h 35"/>
                <a:gd name="T12" fmla="*/ 12 w 36"/>
                <a:gd name="T13" fmla="*/ 6 h 35"/>
                <a:gd name="T14" fmla="*/ 18 w 36"/>
                <a:gd name="T15" fmla="*/ 15 h 35"/>
                <a:gd name="T16" fmla="*/ 7 w 36"/>
                <a:gd name="T17" fmla="*/ 16 h 35"/>
                <a:gd name="T18" fmla="*/ 0 w 36"/>
                <a:gd name="T19" fmla="*/ 25 h 35"/>
                <a:gd name="T20" fmla="*/ 10 w 36"/>
                <a:gd name="T21" fmla="*/ 33 h 35"/>
                <a:gd name="T22" fmla="*/ 21 w 36"/>
                <a:gd name="T23" fmla="*/ 35 h 35"/>
                <a:gd name="T24" fmla="*/ 22 w 36"/>
                <a:gd name="T25" fmla="*/ 35 h 35"/>
                <a:gd name="T26" fmla="*/ 28 w 36"/>
                <a:gd name="T27" fmla="*/ 30 h 35"/>
                <a:gd name="T28" fmla="*/ 32 w 36"/>
                <a:gd name="T29" fmla="*/ 2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35">
                  <a:moveTo>
                    <a:pt x="32" y="23"/>
                  </a:moveTo>
                  <a:cubicBezTo>
                    <a:pt x="34" y="22"/>
                    <a:pt x="35" y="20"/>
                    <a:pt x="36" y="19"/>
                  </a:cubicBezTo>
                  <a:cubicBezTo>
                    <a:pt x="33" y="20"/>
                    <a:pt x="32" y="19"/>
                    <a:pt x="33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6" y="0"/>
                    <a:pt x="16" y="0"/>
                    <a:pt x="15" y="0"/>
                  </a:cubicBezTo>
                  <a:cubicBezTo>
                    <a:pt x="14" y="0"/>
                    <a:pt x="13" y="6"/>
                    <a:pt x="12" y="6"/>
                  </a:cubicBezTo>
                  <a:cubicBezTo>
                    <a:pt x="11" y="7"/>
                    <a:pt x="19" y="12"/>
                    <a:pt x="18" y="15"/>
                  </a:cubicBezTo>
                  <a:cubicBezTo>
                    <a:pt x="17" y="17"/>
                    <a:pt x="8" y="16"/>
                    <a:pt x="7" y="16"/>
                  </a:cubicBezTo>
                  <a:cubicBezTo>
                    <a:pt x="7" y="16"/>
                    <a:pt x="4" y="20"/>
                    <a:pt x="0" y="25"/>
                  </a:cubicBezTo>
                  <a:cubicBezTo>
                    <a:pt x="4" y="28"/>
                    <a:pt x="8" y="32"/>
                    <a:pt x="10" y="33"/>
                  </a:cubicBezTo>
                  <a:cubicBezTo>
                    <a:pt x="13" y="35"/>
                    <a:pt x="19" y="33"/>
                    <a:pt x="21" y="35"/>
                  </a:cubicBezTo>
                  <a:cubicBezTo>
                    <a:pt x="21" y="35"/>
                    <a:pt x="22" y="35"/>
                    <a:pt x="22" y="35"/>
                  </a:cubicBezTo>
                  <a:cubicBezTo>
                    <a:pt x="24" y="33"/>
                    <a:pt x="27" y="30"/>
                    <a:pt x="28" y="30"/>
                  </a:cubicBezTo>
                  <a:cubicBezTo>
                    <a:pt x="29" y="30"/>
                    <a:pt x="28" y="26"/>
                    <a:pt x="32" y="2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01" name="Freeform 103"/>
            <p:cNvSpPr>
              <a:spLocks/>
            </p:cNvSpPr>
            <p:nvPr/>
          </p:nvSpPr>
          <p:spPr bwMode="auto">
            <a:xfrm>
              <a:off x="3532361" y="3858904"/>
              <a:ext cx="33152" cy="68348"/>
            </a:xfrm>
            <a:custGeom>
              <a:avLst/>
              <a:gdLst>
                <a:gd name="T0" fmla="*/ 1 w 11"/>
                <a:gd name="T1" fmla="*/ 5 h 22"/>
                <a:gd name="T2" fmla="*/ 0 w 11"/>
                <a:gd name="T3" fmla="*/ 5 h 22"/>
                <a:gd name="T4" fmla="*/ 0 w 11"/>
                <a:gd name="T5" fmla="*/ 22 h 22"/>
                <a:gd name="T6" fmla="*/ 4 w 11"/>
                <a:gd name="T7" fmla="*/ 22 h 22"/>
                <a:gd name="T8" fmla="*/ 7 w 11"/>
                <a:gd name="T9" fmla="*/ 17 h 22"/>
                <a:gd name="T10" fmla="*/ 9 w 11"/>
                <a:gd name="T11" fmla="*/ 3 h 22"/>
                <a:gd name="T12" fmla="*/ 11 w 11"/>
                <a:gd name="T13" fmla="*/ 2 h 22"/>
                <a:gd name="T14" fmla="*/ 7 w 11"/>
                <a:gd name="T15" fmla="*/ 0 h 22"/>
                <a:gd name="T16" fmla="*/ 1 w 11"/>
                <a:gd name="T17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22">
                  <a:moveTo>
                    <a:pt x="1" y="5"/>
                  </a:moveTo>
                  <a:cubicBezTo>
                    <a:pt x="1" y="5"/>
                    <a:pt x="1" y="5"/>
                    <a:pt x="0" y="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0"/>
                    <a:pt x="5" y="19"/>
                    <a:pt x="7" y="17"/>
                  </a:cubicBezTo>
                  <a:cubicBezTo>
                    <a:pt x="10" y="15"/>
                    <a:pt x="5" y="4"/>
                    <a:pt x="9" y="3"/>
                  </a:cubicBezTo>
                  <a:cubicBezTo>
                    <a:pt x="9" y="3"/>
                    <a:pt x="10" y="3"/>
                    <a:pt x="11" y="2"/>
                  </a:cubicBezTo>
                  <a:cubicBezTo>
                    <a:pt x="9" y="1"/>
                    <a:pt x="8" y="0"/>
                    <a:pt x="7" y="0"/>
                  </a:cubicBezTo>
                  <a:cubicBezTo>
                    <a:pt x="5" y="0"/>
                    <a:pt x="2" y="5"/>
                    <a:pt x="1" y="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02" name="Freeform 104"/>
            <p:cNvSpPr>
              <a:spLocks/>
            </p:cNvSpPr>
            <p:nvPr/>
          </p:nvSpPr>
          <p:spPr bwMode="auto">
            <a:xfrm>
              <a:off x="3903413" y="3808956"/>
              <a:ext cx="75230" cy="65719"/>
            </a:xfrm>
            <a:custGeom>
              <a:avLst/>
              <a:gdLst>
                <a:gd name="T0" fmla="*/ 12 w 25"/>
                <a:gd name="T1" fmla="*/ 2 h 21"/>
                <a:gd name="T2" fmla="*/ 18 w 25"/>
                <a:gd name="T3" fmla="*/ 13 h 21"/>
                <a:gd name="T4" fmla="*/ 1 w 25"/>
                <a:gd name="T5" fmla="*/ 16 h 21"/>
                <a:gd name="T6" fmla="*/ 12 w 25"/>
                <a:gd name="T7" fmla="*/ 19 h 21"/>
                <a:gd name="T8" fmla="*/ 24 w 25"/>
                <a:gd name="T9" fmla="*/ 20 h 21"/>
                <a:gd name="T10" fmla="*/ 25 w 25"/>
                <a:gd name="T11" fmla="*/ 4 h 21"/>
                <a:gd name="T12" fmla="*/ 12 w 25"/>
                <a:gd name="T13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21">
                  <a:moveTo>
                    <a:pt x="12" y="2"/>
                  </a:moveTo>
                  <a:cubicBezTo>
                    <a:pt x="8" y="4"/>
                    <a:pt x="18" y="10"/>
                    <a:pt x="18" y="13"/>
                  </a:cubicBezTo>
                  <a:cubicBezTo>
                    <a:pt x="18" y="17"/>
                    <a:pt x="3" y="13"/>
                    <a:pt x="1" y="16"/>
                  </a:cubicBezTo>
                  <a:cubicBezTo>
                    <a:pt x="0" y="18"/>
                    <a:pt x="6" y="21"/>
                    <a:pt x="12" y="19"/>
                  </a:cubicBezTo>
                  <a:cubicBezTo>
                    <a:pt x="17" y="17"/>
                    <a:pt x="21" y="19"/>
                    <a:pt x="24" y="20"/>
                  </a:cubicBezTo>
                  <a:cubicBezTo>
                    <a:pt x="24" y="15"/>
                    <a:pt x="25" y="8"/>
                    <a:pt x="25" y="4"/>
                  </a:cubicBezTo>
                  <a:cubicBezTo>
                    <a:pt x="21" y="3"/>
                    <a:pt x="15" y="0"/>
                    <a:pt x="12" y="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03" name="Freeform 105"/>
            <p:cNvSpPr>
              <a:spLocks/>
            </p:cNvSpPr>
            <p:nvPr/>
          </p:nvSpPr>
          <p:spPr bwMode="auto">
            <a:xfrm>
              <a:off x="3974817" y="3818158"/>
              <a:ext cx="85431" cy="59147"/>
            </a:xfrm>
            <a:custGeom>
              <a:avLst/>
              <a:gdLst>
                <a:gd name="T0" fmla="*/ 11 w 28"/>
                <a:gd name="T1" fmla="*/ 14 h 19"/>
                <a:gd name="T2" fmla="*/ 28 w 28"/>
                <a:gd name="T3" fmla="*/ 11 h 19"/>
                <a:gd name="T4" fmla="*/ 6 w 28"/>
                <a:gd name="T5" fmla="*/ 1 h 19"/>
                <a:gd name="T6" fmla="*/ 1 w 28"/>
                <a:gd name="T7" fmla="*/ 1 h 19"/>
                <a:gd name="T8" fmla="*/ 0 w 28"/>
                <a:gd name="T9" fmla="*/ 17 h 19"/>
                <a:gd name="T10" fmla="*/ 0 w 28"/>
                <a:gd name="T11" fmla="*/ 18 h 19"/>
                <a:gd name="T12" fmla="*/ 11 w 28"/>
                <a:gd name="T13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9">
                  <a:moveTo>
                    <a:pt x="11" y="14"/>
                  </a:moveTo>
                  <a:cubicBezTo>
                    <a:pt x="17" y="12"/>
                    <a:pt x="28" y="16"/>
                    <a:pt x="28" y="11"/>
                  </a:cubicBezTo>
                  <a:cubicBezTo>
                    <a:pt x="28" y="5"/>
                    <a:pt x="10" y="0"/>
                    <a:pt x="6" y="1"/>
                  </a:cubicBezTo>
                  <a:cubicBezTo>
                    <a:pt x="5" y="2"/>
                    <a:pt x="3" y="2"/>
                    <a:pt x="1" y="1"/>
                  </a:cubicBezTo>
                  <a:cubicBezTo>
                    <a:pt x="1" y="5"/>
                    <a:pt x="0" y="12"/>
                    <a:pt x="0" y="1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9"/>
                    <a:pt x="4" y="16"/>
                    <a:pt x="11" y="1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04" name="Freeform 106"/>
            <p:cNvSpPr>
              <a:spLocks/>
            </p:cNvSpPr>
            <p:nvPr/>
          </p:nvSpPr>
          <p:spPr bwMode="auto">
            <a:xfrm>
              <a:off x="3576991" y="3952225"/>
              <a:ext cx="108383" cy="114351"/>
            </a:xfrm>
            <a:custGeom>
              <a:avLst/>
              <a:gdLst>
                <a:gd name="T0" fmla="*/ 19 w 36"/>
                <a:gd name="T1" fmla="*/ 34 h 37"/>
                <a:gd name="T2" fmla="*/ 27 w 36"/>
                <a:gd name="T3" fmla="*/ 36 h 37"/>
                <a:gd name="T4" fmla="*/ 32 w 36"/>
                <a:gd name="T5" fmla="*/ 36 h 37"/>
                <a:gd name="T6" fmla="*/ 30 w 36"/>
                <a:gd name="T7" fmla="*/ 35 h 37"/>
                <a:gd name="T8" fmla="*/ 32 w 36"/>
                <a:gd name="T9" fmla="*/ 24 h 37"/>
                <a:gd name="T10" fmla="*/ 34 w 36"/>
                <a:gd name="T11" fmla="*/ 9 h 37"/>
                <a:gd name="T12" fmla="*/ 35 w 36"/>
                <a:gd name="T13" fmla="*/ 1 h 37"/>
                <a:gd name="T14" fmla="*/ 35 w 36"/>
                <a:gd name="T15" fmla="*/ 0 h 37"/>
                <a:gd name="T16" fmla="*/ 26 w 36"/>
                <a:gd name="T17" fmla="*/ 4 h 37"/>
                <a:gd name="T18" fmla="*/ 17 w 36"/>
                <a:gd name="T19" fmla="*/ 5 h 37"/>
                <a:gd name="T20" fmla="*/ 8 w 36"/>
                <a:gd name="T21" fmla="*/ 9 h 37"/>
                <a:gd name="T22" fmla="*/ 6 w 36"/>
                <a:gd name="T23" fmla="*/ 15 h 37"/>
                <a:gd name="T24" fmla="*/ 3 w 36"/>
                <a:gd name="T25" fmla="*/ 17 h 37"/>
                <a:gd name="T26" fmla="*/ 0 w 36"/>
                <a:gd name="T27" fmla="*/ 18 h 37"/>
                <a:gd name="T28" fmla="*/ 1 w 36"/>
                <a:gd name="T29" fmla="*/ 21 h 37"/>
                <a:gd name="T30" fmla="*/ 11 w 36"/>
                <a:gd name="T31" fmla="*/ 31 h 37"/>
                <a:gd name="T32" fmla="*/ 14 w 36"/>
                <a:gd name="T33" fmla="*/ 34 h 37"/>
                <a:gd name="T34" fmla="*/ 19 w 36"/>
                <a:gd name="T35" fmla="*/ 3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37">
                  <a:moveTo>
                    <a:pt x="19" y="34"/>
                  </a:moveTo>
                  <a:cubicBezTo>
                    <a:pt x="21" y="35"/>
                    <a:pt x="25" y="34"/>
                    <a:pt x="27" y="36"/>
                  </a:cubicBezTo>
                  <a:cubicBezTo>
                    <a:pt x="28" y="37"/>
                    <a:pt x="30" y="37"/>
                    <a:pt x="32" y="36"/>
                  </a:cubicBezTo>
                  <a:cubicBezTo>
                    <a:pt x="31" y="36"/>
                    <a:pt x="31" y="35"/>
                    <a:pt x="30" y="35"/>
                  </a:cubicBezTo>
                  <a:cubicBezTo>
                    <a:pt x="29" y="32"/>
                    <a:pt x="31" y="27"/>
                    <a:pt x="32" y="24"/>
                  </a:cubicBezTo>
                  <a:cubicBezTo>
                    <a:pt x="34" y="20"/>
                    <a:pt x="31" y="12"/>
                    <a:pt x="34" y="9"/>
                  </a:cubicBezTo>
                  <a:cubicBezTo>
                    <a:pt x="36" y="7"/>
                    <a:pt x="34" y="6"/>
                    <a:pt x="35" y="1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27" y="4"/>
                    <a:pt x="26" y="4"/>
                  </a:cubicBezTo>
                  <a:cubicBezTo>
                    <a:pt x="24" y="4"/>
                    <a:pt x="18" y="2"/>
                    <a:pt x="17" y="5"/>
                  </a:cubicBezTo>
                  <a:cubicBezTo>
                    <a:pt x="17" y="9"/>
                    <a:pt x="13" y="9"/>
                    <a:pt x="8" y="9"/>
                  </a:cubicBezTo>
                  <a:cubicBezTo>
                    <a:pt x="3" y="10"/>
                    <a:pt x="6" y="14"/>
                    <a:pt x="6" y="15"/>
                  </a:cubicBezTo>
                  <a:cubicBezTo>
                    <a:pt x="5" y="15"/>
                    <a:pt x="3" y="17"/>
                    <a:pt x="3" y="1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20"/>
                    <a:pt x="1" y="21"/>
                  </a:cubicBezTo>
                  <a:cubicBezTo>
                    <a:pt x="4" y="23"/>
                    <a:pt x="8" y="29"/>
                    <a:pt x="11" y="31"/>
                  </a:cubicBezTo>
                  <a:cubicBezTo>
                    <a:pt x="13" y="32"/>
                    <a:pt x="14" y="33"/>
                    <a:pt x="14" y="34"/>
                  </a:cubicBezTo>
                  <a:cubicBezTo>
                    <a:pt x="16" y="34"/>
                    <a:pt x="18" y="34"/>
                    <a:pt x="19" y="3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05" name="Freeform 108"/>
            <p:cNvSpPr>
              <a:spLocks/>
            </p:cNvSpPr>
            <p:nvPr/>
          </p:nvSpPr>
          <p:spPr bwMode="auto">
            <a:xfrm>
              <a:off x="4316541" y="5171977"/>
              <a:ext cx="126234" cy="143269"/>
            </a:xfrm>
            <a:custGeom>
              <a:avLst/>
              <a:gdLst>
                <a:gd name="T0" fmla="*/ 42 w 42"/>
                <a:gd name="T1" fmla="*/ 22 h 46"/>
                <a:gd name="T2" fmla="*/ 36 w 42"/>
                <a:gd name="T3" fmla="*/ 15 h 46"/>
                <a:gd name="T4" fmla="*/ 26 w 42"/>
                <a:gd name="T5" fmla="*/ 8 h 46"/>
                <a:gd name="T6" fmla="*/ 22 w 42"/>
                <a:gd name="T7" fmla="*/ 10 h 46"/>
                <a:gd name="T8" fmla="*/ 18 w 42"/>
                <a:gd name="T9" fmla="*/ 4 h 46"/>
                <a:gd name="T10" fmla="*/ 11 w 42"/>
                <a:gd name="T11" fmla="*/ 1 h 46"/>
                <a:gd name="T12" fmla="*/ 8 w 42"/>
                <a:gd name="T13" fmla="*/ 1 h 46"/>
                <a:gd name="T14" fmla="*/ 6 w 42"/>
                <a:gd name="T15" fmla="*/ 6 h 46"/>
                <a:gd name="T16" fmla="*/ 3 w 42"/>
                <a:gd name="T17" fmla="*/ 20 h 46"/>
                <a:gd name="T18" fmla="*/ 1 w 42"/>
                <a:gd name="T19" fmla="*/ 31 h 46"/>
                <a:gd name="T20" fmla="*/ 3 w 42"/>
                <a:gd name="T21" fmla="*/ 36 h 46"/>
                <a:gd name="T22" fmla="*/ 2 w 42"/>
                <a:gd name="T23" fmla="*/ 40 h 46"/>
                <a:gd name="T24" fmla="*/ 6 w 42"/>
                <a:gd name="T25" fmla="*/ 42 h 46"/>
                <a:gd name="T26" fmla="*/ 17 w 42"/>
                <a:gd name="T27" fmla="*/ 44 h 46"/>
                <a:gd name="T28" fmla="*/ 23 w 42"/>
                <a:gd name="T29" fmla="*/ 44 h 46"/>
                <a:gd name="T30" fmla="*/ 36 w 42"/>
                <a:gd name="T31" fmla="*/ 43 h 46"/>
                <a:gd name="T32" fmla="*/ 42 w 42"/>
                <a:gd name="T33" fmla="*/ 35 h 46"/>
                <a:gd name="T34" fmla="*/ 42 w 42"/>
                <a:gd name="T35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2" h="46">
                  <a:moveTo>
                    <a:pt x="42" y="22"/>
                  </a:moveTo>
                  <a:cubicBezTo>
                    <a:pt x="42" y="18"/>
                    <a:pt x="37" y="17"/>
                    <a:pt x="36" y="15"/>
                  </a:cubicBezTo>
                  <a:cubicBezTo>
                    <a:pt x="35" y="14"/>
                    <a:pt x="29" y="11"/>
                    <a:pt x="26" y="8"/>
                  </a:cubicBezTo>
                  <a:cubicBezTo>
                    <a:pt x="24" y="5"/>
                    <a:pt x="23" y="9"/>
                    <a:pt x="22" y="10"/>
                  </a:cubicBezTo>
                  <a:cubicBezTo>
                    <a:pt x="21" y="10"/>
                    <a:pt x="21" y="7"/>
                    <a:pt x="18" y="4"/>
                  </a:cubicBezTo>
                  <a:cubicBezTo>
                    <a:pt x="15" y="0"/>
                    <a:pt x="12" y="0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7" y="3"/>
                    <a:pt x="6" y="4"/>
                    <a:pt x="6" y="6"/>
                  </a:cubicBezTo>
                  <a:cubicBezTo>
                    <a:pt x="6" y="10"/>
                    <a:pt x="3" y="14"/>
                    <a:pt x="3" y="20"/>
                  </a:cubicBezTo>
                  <a:cubicBezTo>
                    <a:pt x="3" y="27"/>
                    <a:pt x="1" y="26"/>
                    <a:pt x="1" y="31"/>
                  </a:cubicBezTo>
                  <a:cubicBezTo>
                    <a:pt x="0" y="37"/>
                    <a:pt x="2" y="36"/>
                    <a:pt x="3" y="36"/>
                  </a:cubicBezTo>
                  <a:cubicBezTo>
                    <a:pt x="3" y="37"/>
                    <a:pt x="3" y="39"/>
                    <a:pt x="2" y="40"/>
                  </a:cubicBezTo>
                  <a:cubicBezTo>
                    <a:pt x="3" y="41"/>
                    <a:pt x="4" y="42"/>
                    <a:pt x="6" y="42"/>
                  </a:cubicBezTo>
                  <a:cubicBezTo>
                    <a:pt x="9" y="41"/>
                    <a:pt x="12" y="42"/>
                    <a:pt x="17" y="44"/>
                  </a:cubicBezTo>
                  <a:cubicBezTo>
                    <a:pt x="21" y="46"/>
                    <a:pt x="19" y="44"/>
                    <a:pt x="23" y="44"/>
                  </a:cubicBezTo>
                  <a:cubicBezTo>
                    <a:pt x="27" y="45"/>
                    <a:pt x="31" y="45"/>
                    <a:pt x="36" y="43"/>
                  </a:cubicBezTo>
                  <a:cubicBezTo>
                    <a:pt x="39" y="41"/>
                    <a:pt x="40" y="38"/>
                    <a:pt x="42" y="35"/>
                  </a:cubicBezTo>
                  <a:cubicBezTo>
                    <a:pt x="40" y="30"/>
                    <a:pt x="42" y="25"/>
                    <a:pt x="42" y="2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06" name="Freeform 109"/>
            <p:cNvSpPr>
              <a:spLocks noEditPoints="1"/>
            </p:cNvSpPr>
            <p:nvPr/>
          </p:nvSpPr>
          <p:spPr bwMode="auto">
            <a:xfrm>
              <a:off x="3923814" y="4931444"/>
              <a:ext cx="516412" cy="1048881"/>
            </a:xfrm>
            <a:custGeom>
              <a:avLst/>
              <a:gdLst>
                <a:gd name="T0" fmla="*/ 49 w 171"/>
                <a:gd name="T1" fmla="*/ 319 h 337"/>
                <a:gd name="T2" fmla="*/ 45 w 171"/>
                <a:gd name="T3" fmla="*/ 312 h 337"/>
                <a:gd name="T4" fmla="*/ 43 w 171"/>
                <a:gd name="T5" fmla="*/ 335 h 337"/>
                <a:gd name="T6" fmla="*/ 61 w 171"/>
                <a:gd name="T7" fmla="*/ 336 h 337"/>
                <a:gd name="T8" fmla="*/ 65 w 171"/>
                <a:gd name="T9" fmla="*/ 330 h 337"/>
                <a:gd name="T10" fmla="*/ 163 w 171"/>
                <a:gd name="T11" fmla="*/ 35 h 337"/>
                <a:gd name="T12" fmla="*/ 159 w 171"/>
                <a:gd name="T13" fmla="*/ 48 h 337"/>
                <a:gd name="T14" fmla="*/ 145 w 171"/>
                <a:gd name="T15" fmla="*/ 53 h 337"/>
                <a:gd name="T16" fmla="*/ 129 w 171"/>
                <a:gd name="T17" fmla="*/ 51 h 337"/>
                <a:gd name="T18" fmla="*/ 139 w 171"/>
                <a:gd name="T19" fmla="*/ 34 h 337"/>
                <a:gd name="T20" fmla="*/ 114 w 171"/>
                <a:gd name="T21" fmla="*/ 21 h 337"/>
                <a:gd name="T22" fmla="*/ 93 w 171"/>
                <a:gd name="T23" fmla="*/ 3 h 337"/>
                <a:gd name="T24" fmla="*/ 79 w 171"/>
                <a:gd name="T25" fmla="*/ 8 h 337"/>
                <a:gd name="T26" fmla="*/ 62 w 171"/>
                <a:gd name="T27" fmla="*/ 5 h 337"/>
                <a:gd name="T28" fmla="*/ 54 w 171"/>
                <a:gd name="T29" fmla="*/ 20 h 337"/>
                <a:gd name="T30" fmla="*/ 44 w 171"/>
                <a:gd name="T31" fmla="*/ 33 h 337"/>
                <a:gd name="T32" fmla="*/ 45 w 171"/>
                <a:gd name="T33" fmla="*/ 48 h 337"/>
                <a:gd name="T34" fmla="*/ 38 w 171"/>
                <a:gd name="T35" fmla="*/ 59 h 337"/>
                <a:gd name="T36" fmla="*/ 31 w 171"/>
                <a:gd name="T37" fmla="*/ 71 h 337"/>
                <a:gd name="T38" fmla="*/ 28 w 171"/>
                <a:gd name="T39" fmla="*/ 86 h 337"/>
                <a:gd name="T40" fmla="*/ 31 w 171"/>
                <a:gd name="T41" fmla="*/ 104 h 337"/>
                <a:gd name="T42" fmla="*/ 30 w 171"/>
                <a:gd name="T43" fmla="*/ 118 h 337"/>
                <a:gd name="T44" fmla="*/ 28 w 171"/>
                <a:gd name="T45" fmla="*/ 135 h 337"/>
                <a:gd name="T46" fmla="*/ 22 w 171"/>
                <a:gd name="T47" fmla="*/ 154 h 337"/>
                <a:gd name="T48" fmla="*/ 19 w 171"/>
                <a:gd name="T49" fmla="*/ 162 h 337"/>
                <a:gd name="T50" fmla="*/ 16 w 171"/>
                <a:gd name="T51" fmla="*/ 174 h 337"/>
                <a:gd name="T52" fmla="*/ 16 w 171"/>
                <a:gd name="T53" fmla="*/ 186 h 337"/>
                <a:gd name="T54" fmla="*/ 14 w 171"/>
                <a:gd name="T55" fmla="*/ 204 h 337"/>
                <a:gd name="T56" fmla="*/ 16 w 171"/>
                <a:gd name="T57" fmla="*/ 213 h 337"/>
                <a:gd name="T58" fmla="*/ 20 w 171"/>
                <a:gd name="T59" fmla="*/ 221 h 337"/>
                <a:gd name="T60" fmla="*/ 18 w 171"/>
                <a:gd name="T61" fmla="*/ 229 h 337"/>
                <a:gd name="T62" fmla="*/ 16 w 171"/>
                <a:gd name="T63" fmla="*/ 242 h 337"/>
                <a:gd name="T64" fmla="*/ 10 w 171"/>
                <a:gd name="T65" fmla="*/ 253 h 337"/>
                <a:gd name="T66" fmla="*/ 7 w 171"/>
                <a:gd name="T67" fmla="*/ 266 h 337"/>
                <a:gd name="T68" fmla="*/ 3 w 171"/>
                <a:gd name="T69" fmla="*/ 279 h 337"/>
                <a:gd name="T70" fmla="*/ 12 w 171"/>
                <a:gd name="T71" fmla="*/ 287 h 337"/>
                <a:gd name="T72" fmla="*/ 17 w 171"/>
                <a:gd name="T73" fmla="*/ 300 h 337"/>
                <a:gd name="T74" fmla="*/ 36 w 171"/>
                <a:gd name="T75" fmla="*/ 303 h 337"/>
                <a:gd name="T76" fmla="*/ 40 w 171"/>
                <a:gd name="T77" fmla="*/ 296 h 337"/>
                <a:gd name="T78" fmla="*/ 40 w 171"/>
                <a:gd name="T79" fmla="*/ 282 h 337"/>
                <a:gd name="T80" fmla="*/ 50 w 171"/>
                <a:gd name="T81" fmla="*/ 272 h 337"/>
                <a:gd name="T82" fmla="*/ 66 w 171"/>
                <a:gd name="T83" fmla="*/ 255 h 337"/>
                <a:gd name="T84" fmla="*/ 59 w 171"/>
                <a:gd name="T85" fmla="*/ 244 h 337"/>
                <a:gd name="T86" fmla="*/ 67 w 171"/>
                <a:gd name="T87" fmla="*/ 224 h 337"/>
                <a:gd name="T88" fmla="*/ 71 w 171"/>
                <a:gd name="T89" fmla="*/ 213 h 337"/>
                <a:gd name="T90" fmla="*/ 77 w 171"/>
                <a:gd name="T91" fmla="*/ 202 h 337"/>
                <a:gd name="T92" fmla="*/ 82 w 171"/>
                <a:gd name="T93" fmla="*/ 201 h 337"/>
                <a:gd name="T94" fmla="*/ 79 w 171"/>
                <a:gd name="T95" fmla="*/ 196 h 337"/>
                <a:gd name="T96" fmla="*/ 74 w 171"/>
                <a:gd name="T97" fmla="*/ 188 h 337"/>
                <a:gd name="T98" fmla="*/ 87 w 171"/>
                <a:gd name="T99" fmla="*/ 184 h 337"/>
                <a:gd name="T100" fmla="*/ 97 w 171"/>
                <a:gd name="T101" fmla="*/ 171 h 337"/>
                <a:gd name="T102" fmla="*/ 100 w 171"/>
                <a:gd name="T103" fmla="*/ 161 h 337"/>
                <a:gd name="T104" fmla="*/ 137 w 171"/>
                <a:gd name="T105" fmla="*/ 152 h 337"/>
                <a:gd name="T106" fmla="*/ 141 w 171"/>
                <a:gd name="T107" fmla="*/ 136 h 337"/>
                <a:gd name="T108" fmla="*/ 135 w 171"/>
                <a:gd name="T109" fmla="*/ 123 h 337"/>
                <a:gd name="T110" fmla="*/ 132 w 171"/>
                <a:gd name="T111" fmla="*/ 117 h 337"/>
                <a:gd name="T112" fmla="*/ 131 w 171"/>
                <a:gd name="T113" fmla="*/ 108 h 337"/>
                <a:gd name="T114" fmla="*/ 136 w 171"/>
                <a:gd name="T115" fmla="*/ 83 h 337"/>
                <a:gd name="T116" fmla="*/ 160 w 171"/>
                <a:gd name="T117" fmla="*/ 54 h 337"/>
                <a:gd name="T118" fmla="*/ 169 w 171"/>
                <a:gd name="T119" fmla="*/ 35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1" h="337">
                  <a:moveTo>
                    <a:pt x="65" y="330"/>
                  </a:moveTo>
                  <a:cubicBezTo>
                    <a:pt x="61" y="330"/>
                    <a:pt x="52" y="322"/>
                    <a:pt x="49" y="319"/>
                  </a:cubicBezTo>
                  <a:cubicBezTo>
                    <a:pt x="46" y="317"/>
                    <a:pt x="48" y="315"/>
                    <a:pt x="45" y="315"/>
                  </a:cubicBezTo>
                  <a:cubicBezTo>
                    <a:pt x="41" y="316"/>
                    <a:pt x="44" y="313"/>
                    <a:pt x="45" y="312"/>
                  </a:cubicBezTo>
                  <a:cubicBezTo>
                    <a:pt x="47" y="311"/>
                    <a:pt x="45" y="308"/>
                    <a:pt x="43" y="307"/>
                  </a:cubicBezTo>
                  <a:cubicBezTo>
                    <a:pt x="42" y="312"/>
                    <a:pt x="41" y="335"/>
                    <a:pt x="43" y="335"/>
                  </a:cubicBezTo>
                  <a:cubicBezTo>
                    <a:pt x="44" y="335"/>
                    <a:pt x="54" y="334"/>
                    <a:pt x="57" y="336"/>
                  </a:cubicBezTo>
                  <a:cubicBezTo>
                    <a:pt x="58" y="336"/>
                    <a:pt x="59" y="337"/>
                    <a:pt x="61" y="336"/>
                  </a:cubicBezTo>
                  <a:cubicBezTo>
                    <a:pt x="62" y="334"/>
                    <a:pt x="68" y="335"/>
                    <a:pt x="71" y="333"/>
                  </a:cubicBezTo>
                  <a:cubicBezTo>
                    <a:pt x="74" y="331"/>
                    <a:pt x="70" y="330"/>
                    <a:pt x="65" y="330"/>
                  </a:cubicBezTo>
                  <a:close/>
                  <a:moveTo>
                    <a:pt x="169" y="35"/>
                  </a:moveTo>
                  <a:cubicBezTo>
                    <a:pt x="168" y="35"/>
                    <a:pt x="165" y="35"/>
                    <a:pt x="163" y="35"/>
                  </a:cubicBezTo>
                  <a:cubicBezTo>
                    <a:pt x="163" y="35"/>
                    <a:pt x="163" y="36"/>
                    <a:pt x="163" y="36"/>
                  </a:cubicBezTo>
                  <a:cubicBezTo>
                    <a:pt x="164" y="40"/>
                    <a:pt x="162" y="49"/>
                    <a:pt x="159" y="48"/>
                  </a:cubicBezTo>
                  <a:cubicBezTo>
                    <a:pt x="157" y="48"/>
                    <a:pt x="155" y="52"/>
                    <a:pt x="153" y="52"/>
                  </a:cubicBezTo>
                  <a:cubicBezTo>
                    <a:pt x="151" y="51"/>
                    <a:pt x="148" y="55"/>
                    <a:pt x="145" y="53"/>
                  </a:cubicBezTo>
                  <a:cubicBezTo>
                    <a:pt x="143" y="52"/>
                    <a:pt x="139" y="54"/>
                    <a:pt x="137" y="52"/>
                  </a:cubicBezTo>
                  <a:cubicBezTo>
                    <a:pt x="135" y="51"/>
                    <a:pt x="129" y="52"/>
                    <a:pt x="129" y="51"/>
                  </a:cubicBezTo>
                  <a:cubicBezTo>
                    <a:pt x="129" y="49"/>
                    <a:pt x="132" y="50"/>
                    <a:pt x="132" y="45"/>
                  </a:cubicBezTo>
                  <a:cubicBezTo>
                    <a:pt x="132" y="41"/>
                    <a:pt x="140" y="35"/>
                    <a:pt x="139" y="34"/>
                  </a:cubicBezTo>
                  <a:cubicBezTo>
                    <a:pt x="138" y="32"/>
                    <a:pt x="125" y="28"/>
                    <a:pt x="123" y="26"/>
                  </a:cubicBezTo>
                  <a:cubicBezTo>
                    <a:pt x="121" y="24"/>
                    <a:pt x="119" y="22"/>
                    <a:pt x="114" y="21"/>
                  </a:cubicBezTo>
                  <a:cubicBezTo>
                    <a:pt x="109" y="21"/>
                    <a:pt x="109" y="18"/>
                    <a:pt x="104" y="15"/>
                  </a:cubicBezTo>
                  <a:cubicBezTo>
                    <a:pt x="100" y="13"/>
                    <a:pt x="95" y="7"/>
                    <a:pt x="93" y="3"/>
                  </a:cubicBezTo>
                  <a:cubicBezTo>
                    <a:pt x="90" y="3"/>
                    <a:pt x="85" y="2"/>
                    <a:pt x="84" y="3"/>
                  </a:cubicBezTo>
                  <a:cubicBezTo>
                    <a:pt x="83" y="5"/>
                    <a:pt x="81" y="12"/>
                    <a:pt x="79" y="8"/>
                  </a:cubicBezTo>
                  <a:cubicBezTo>
                    <a:pt x="78" y="5"/>
                    <a:pt x="73" y="5"/>
                    <a:pt x="70" y="4"/>
                  </a:cubicBezTo>
                  <a:cubicBezTo>
                    <a:pt x="66" y="4"/>
                    <a:pt x="66" y="0"/>
                    <a:pt x="62" y="5"/>
                  </a:cubicBezTo>
                  <a:cubicBezTo>
                    <a:pt x="60" y="6"/>
                    <a:pt x="58" y="8"/>
                    <a:pt x="56" y="10"/>
                  </a:cubicBezTo>
                  <a:cubicBezTo>
                    <a:pt x="56" y="14"/>
                    <a:pt x="55" y="18"/>
                    <a:pt x="54" y="20"/>
                  </a:cubicBezTo>
                  <a:cubicBezTo>
                    <a:pt x="53" y="21"/>
                    <a:pt x="45" y="25"/>
                    <a:pt x="45" y="27"/>
                  </a:cubicBezTo>
                  <a:cubicBezTo>
                    <a:pt x="44" y="29"/>
                    <a:pt x="46" y="32"/>
                    <a:pt x="44" y="33"/>
                  </a:cubicBezTo>
                  <a:cubicBezTo>
                    <a:pt x="43" y="34"/>
                    <a:pt x="48" y="41"/>
                    <a:pt x="45" y="42"/>
                  </a:cubicBezTo>
                  <a:cubicBezTo>
                    <a:pt x="42" y="44"/>
                    <a:pt x="47" y="46"/>
                    <a:pt x="45" y="48"/>
                  </a:cubicBezTo>
                  <a:cubicBezTo>
                    <a:pt x="43" y="49"/>
                    <a:pt x="40" y="50"/>
                    <a:pt x="40" y="52"/>
                  </a:cubicBezTo>
                  <a:cubicBezTo>
                    <a:pt x="40" y="54"/>
                    <a:pt x="40" y="58"/>
                    <a:pt x="38" y="59"/>
                  </a:cubicBezTo>
                  <a:cubicBezTo>
                    <a:pt x="35" y="60"/>
                    <a:pt x="34" y="64"/>
                    <a:pt x="34" y="67"/>
                  </a:cubicBezTo>
                  <a:cubicBezTo>
                    <a:pt x="34" y="69"/>
                    <a:pt x="30" y="68"/>
                    <a:pt x="31" y="71"/>
                  </a:cubicBezTo>
                  <a:cubicBezTo>
                    <a:pt x="33" y="75"/>
                    <a:pt x="34" y="79"/>
                    <a:pt x="31" y="80"/>
                  </a:cubicBezTo>
                  <a:cubicBezTo>
                    <a:pt x="29" y="80"/>
                    <a:pt x="29" y="86"/>
                    <a:pt x="28" y="86"/>
                  </a:cubicBezTo>
                  <a:cubicBezTo>
                    <a:pt x="26" y="86"/>
                    <a:pt x="26" y="92"/>
                    <a:pt x="28" y="95"/>
                  </a:cubicBezTo>
                  <a:cubicBezTo>
                    <a:pt x="30" y="98"/>
                    <a:pt x="31" y="101"/>
                    <a:pt x="31" y="104"/>
                  </a:cubicBezTo>
                  <a:cubicBezTo>
                    <a:pt x="31" y="106"/>
                    <a:pt x="34" y="108"/>
                    <a:pt x="33" y="111"/>
                  </a:cubicBezTo>
                  <a:cubicBezTo>
                    <a:pt x="32" y="114"/>
                    <a:pt x="32" y="117"/>
                    <a:pt x="30" y="118"/>
                  </a:cubicBezTo>
                  <a:cubicBezTo>
                    <a:pt x="29" y="119"/>
                    <a:pt x="30" y="123"/>
                    <a:pt x="28" y="124"/>
                  </a:cubicBezTo>
                  <a:cubicBezTo>
                    <a:pt x="26" y="125"/>
                    <a:pt x="30" y="133"/>
                    <a:pt x="28" y="135"/>
                  </a:cubicBezTo>
                  <a:cubicBezTo>
                    <a:pt x="26" y="136"/>
                    <a:pt x="22" y="138"/>
                    <a:pt x="22" y="143"/>
                  </a:cubicBezTo>
                  <a:cubicBezTo>
                    <a:pt x="22" y="149"/>
                    <a:pt x="22" y="152"/>
                    <a:pt x="22" y="154"/>
                  </a:cubicBezTo>
                  <a:cubicBezTo>
                    <a:pt x="21" y="156"/>
                    <a:pt x="24" y="156"/>
                    <a:pt x="24" y="159"/>
                  </a:cubicBezTo>
                  <a:cubicBezTo>
                    <a:pt x="23" y="162"/>
                    <a:pt x="19" y="160"/>
                    <a:pt x="19" y="162"/>
                  </a:cubicBezTo>
                  <a:cubicBezTo>
                    <a:pt x="19" y="164"/>
                    <a:pt x="20" y="168"/>
                    <a:pt x="19" y="169"/>
                  </a:cubicBezTo>
                  <a:cubicBezTo>
                    <a:pt x="17" y="169"/>
                    <a:pt x="16" y="170"/>
                    <a:pt x="16" y="174"/>
                  </a:cubicBezTo>
                  <a:cubicBezTo>
                    <a:pt x="16" y="178"/>
                    <a:pt x="14" y="178"/>
                    <a:pt x="14" y="180"/>
                  </a:cubicBezTo>
                  <a:cubicBezTo>
                    <a:pt x="14" y="182"/>
                    <a:pt x="16" y="184"/>
                    <a:pt x="16" y="186"/>
                  </a:cubicBezTo>
                  <a:cubicBezTo>
                    <a:pt x="16" y="188"/>
                    <a:pt x="17" y="194"/>
                    <a:pt x="15" y="195"/>
                  </a:cubicBezTo>
                  <a:cubicBezTo>
                    <a:pt x="14" y="195"/>
                    <a:pt x="13" y="203"/>
                    <a:pt x="14" y="204"/>
                  </a:cubicBezTo>
                  <a:cubicBezTo>
                    <a:pt x="16" y="205"/>
                    <a:pt x="16" y="207"/>
                    <a:pt x="15" y="208"/>
                  </a:cubicBezTo>
                  <a:cubicBezTo>
                    <a:pt x="14" y="210"/>
                    <a:pt x="18" y="211"/>
                    <a:pt x="16" y="213"/>
                  </a:cubicBezTo>
                  <a:cubicBezTo>
                    <a:pt x="14" y="216"/>
                    <a:pt x="16" y="219"/>
                    <a:pt x="19" y="218"/>
                  </a:cubicBezTo>
                  <a:cubicBezTo>
                    <a:pt x="21" y="217"/>
                    <a:pt x="23" y="221"/>
                    <a:pt x="20" y="221"/>
                  </a:cubicBezTo>
                  <a:cubicBezTo>
                    <a:pt x="17" y="221"/>
                    <a:pt x="14" y="221"/>
                    <a:pt x="17" y="223"/>
                  </a:cubicBezTo>
                  <a:cubicBezTo>
                    <a:pt x="19" y="225"/>
                    <a:pt x="21" y="228"/>
                    <a:pt x="18" y="229"/>
                  </a:cubicBezTo>
                  <a:cubicBezTo>
                    <a:pt x="15" y="230"/>
                    <a:pt x="17" y="232"/>
                    <a:pt x="17" y="235"/>
                  </a:cubicBezTo>
                  <a:cubicBezTo>
                    <a:pt x="16" y="238"/>
                    <a:pt x="19" y="241"/>
                    <a:pt x="16" y="242"/>
                  </a:cubicBezTo>
                  <a:cubicBezTo>
                    <a:pt x="14" y="243"/>
                    <a:pt x="17" y="247"/>
                    <a:pt x="14" y="248"/>
                  </a:cubicBezTo>
                  <a:cubicBezTo>
                    <a:pt x="10" y="248"/>
                    <a:pt x="13" y="252"/>
                    <a:pt x="10" y="253"/>
                  </a:cubicBezTo>
                  <a:cubicBezTo>
                    <a:pt x="8" y="255"/>
                    <a:pt x="13" y="258"/>
                    <a:pt x="10" y="260"/>
                  </a:cubicBezTo>
                  <a:cubicBezTo>
                    <a:pt x="8" y="262"/>
                    <a:pt x="10" y="266"/>
                    <a:pt x="7" y="266"/>
                  </a:cubicBezTo>
                  <a:cubicBezTo>
                    <a:pt x="4" y="266"/>
                    <a:pt x="3" y="270"/>
                    <a:pt x="2" y="271"/>
                  </a:cubicBezTo>
                  <a:cubicBezTo>
                    <a:pt x="2" y="273"/>
                    <a:pt x="0" y="277"/>
                    <a:pt x="3" y="279"/>
                  </a:cubicBezTo>
                  <a:cubicBezTo>
                    <a:pt x="5" y="282"/>
                    <a:pt x="2" y="284"/>
                    <a:pt x="4" y="285"/>
                  </a:cubicBezTo>
                  <a:cubicBezTo>
                    <a:pt x="6" y="286"/>
                    <a:pt x="13" y="284"/>
                    <a:pt x="12" y="287"/>
                  </a:cubicBezTo>
                  <a:cubicBezTo>
                    <a:pt x="11" y="290"/>
                    <a:pt x="11" y="297"/>
                    <a:pt x="13" y="297"/>
                  </a:cubicBezTo>
                  <a:cubicBezTo>
                    <a:pt x="14" y="297"/>
                    <a:pt x="15" y="301"/>
                    <a:pt x="17" y="300"/>
                  </a:cubicBezTo>
                  <a:cubicBezTo>
                    <a:pt x="19" y="300"/>
                    <a:pt x="28" y="299"/>
                    <a:pt x="31" y="300"/>
                  </a:cubicBezTo>
                  <a:cubicBezTo>
                    <a:pt x="33" y="301"/>
                    <a:pt x="35" y="302"/>
                    <a:pt x="36" y="303"/>
                  </a:cubicBezTo>
                  <a:cubicBezTo>
                    <a:pt x="38" y="302"/>
                    <a:pt x="43" y="305"/>
                    <a:pt x="44" y="304"/>
                  </a:cubicBezTo>
                  <a:cubicBezTo>
                    <a:pt x="45" y="302"/>
                    <a:pt x="39" y="298"/>
                    <a:pt x="40" y="296"/>
                  </a:cubicBezTo>
                  <a:cubicBezTo>
                    <a:pt x="40" y="294"/>
                    <a:pt x="39" y="291"/>
                    <a:pt x="39" y="290"/>
                  </a:cubicBezTo>
                  <a:cubicBezTo>
                    <a:pt x="39" y="288"/>
                    <a:pt x="38" y="284"/>
                    <a:pt x="40" y="282"/>
                  </a:cubicBezTo>
                  <a:cubicBezTo>
                    <a:pt x="43" y="280"/>
                    <a:pt x="43" y="278"/>
                    <a:pt x="45" y="278"/>
                  </a:cubicBezTo>
                  <a:cubicBezTo>
                    <a:pt x="46" y="279"/>
                    <a:pt x="50" y="277"/>
                    <a:pt x="50" y="272"/>
                  </a:cubicBezTo>
                  <a:cubicBezTo>
                    <a:pt x="50" y="268"/>
                    <a:pt x="52" y="266"/>
                    <a:pt x="56" y="263"/>
                  </a:cubicBezTo>
                  <a:cubicBezTo>
                    <a:pt x="60" y="260"/>
                    <a:pt x="67" y="256"/>
                    <a:pt x="66" y="255"/>
                  </a:cubicBezTo>
                  <a:cubicBezTo>
                    <a:pt x="65" y="253"/>
                    <a:pt x="67" y="249"/>
                    <a:pt x="67" y="247"/>
                  </a:cubicBezTo>
                  <a:cubicBezTo>
                    <a:pt x="67" y="245"/>
                    <a:pt x="61" y="245"/>
                    <a:pt x="59" y="244"/>
                  </a:cubicBezTo>
                  <a:cubicBezTo>
                    <a:pt x="57" y="244"/>
                    <a:pt x="49" y="238"/>
                    <a:pt x="53" y="232"/>
                  </a:cubicBezTo>
                  <a:cubicBezTo>
                    <a:pt x="57" y="225"/>
                    <a:pt x="65" y="224"/>
                    <a:pt x="67" y="224"/>
                  </a:cubicBezTo>
                  <a:cubicBezTo>
                    <a:pt x="69" y="223"/>
                    <a:pt x="67" y="220"/>
                    <a:pt x="69" y="219"/>
                  </a:cubicBezTo>
                  <a:cubicBezTo>
                    <a:pt x="71" y="218"/>
                    <a:pt x="71" y="216"/>
                    <a:pt x="71" y="213"/>
                  </a:cubicBezTo>
                  <a:cubicBezTo>
                    <a:pt x="71" y="210"/>
                    <a:pt x="71" y="205"/>
                    <a:pt x="75" y="205"/>
                  </a:cubicBezTo>
                  <a:cubicBezTo>
                    <a:pt x="78" y="204"/>
                    <a:pt x="79" y="203"/>
                    <a:pt x="77" y="202"/>
                  </a:cubicBezTo>
                  <a:cubicBezTo>
                    <a:pt x="75" y="201"/>
                    <a:pt x="74" y="199"/>
                    <a:pt x="77" y="199"/>
                  </a:cubicBezTo>
                  <a:cubicBezTo>
                    <a:pt x="81" y="198"/>
                    <a:pt x="79" y="201"/>
                    <a:pt x="82" y="201"/>
                  </a:cubicBezTo>
                  <a:cubicBezTo>
                    <a:pt x="84" y="201"/>
                    <a:pt x="88" y="197"/>
                    <a:pt x="85" y="195"/>
                  </a:cubicBezTo>
                  <a:cubicBezTo>
                    <a:pt x="82" y="192"/>
                    <a:pt x="81" y="196"/>
                    <a:pt x="79" y="196"/>
                  </a:cubicBezTo>
                  <a:cubicBezTo>
                    <a:pt x="78" y="197"/>
                    <a:pt x="76" y="194"/>
                    <a:pt x="75" y="194"/>
                  </a:cubicBezTo>
                  <a:cubicBezTo>
                    <a:pt x="73" y="194"/>
                    <a:pt x="74" y="190"/>
                    <a:pt x="74" y="188"/>
                  </a:cubicBezTo>
                  <a:cubicBezTo>
                    <a:pt x="73" y="186"/>
                    <a:pt x="72" y="182"/>
                    <a:pt x="73" y="180"/>
                  </a:cubicBezTo>
                  <a:cubicBezTo>
                    <a:pt x="75" y="178"/>
                    <a:pt x="81" y="183"/>
                    <a:pt x="87" y="184"/>
                  </a:cubicBezTo>
                  <a:cubicBezTo>
                    <a:pt x="92" y="184"/>
                    <a:pt x="96" y="181"/>
                    <a:pt x="96" y="179"/>
                  </a:cubicBezTo>
                  <a:cubicBezTo>
                    <a:pt x="96" y="177"/>
                    <a:pt x="94" y="173"/>
                    <a:pt x="97" y="171"/>
                  </a:cubicBezTo>
                  <a:cubicBezTo>
                    <a:pt x="100" y="168"/>
                    <a:pt x="98" y="168"/>
                    <a:pt x="97" y="165"/>
                  </a:cubicBezTo>
                  <a:cubicBezTo>
                    <a:pt x="96" y="162"/>
                    <a:pt x="98" y="160"/>
                    <a:pt x="100" y="161"/>
                  </a:cubicBezTo>
                  <a:cubicBezTo>
                    <a:pt x="101" y="163"/>
                    <a:pt x="112" y="162"/>
                    <a:pt x="121" y="160"/>
                  </a:cubicBezTo>
                  <a:cubicBezTo>
                    <a:pt x="130" y="158"/>
                    <a:pt x="137" y="155"/>
                    <a:pt x="137" y="152"/>
                  </a:cubicBezTo>
                  <a:cubicBezTo>
                    <a:pt x="138" y="150"/>
                    <a:pt x="144" y="143"/>
                    <a:pt x="145" y="141"/>
                  </a:cubicBezTo>
                  <a:cubicBezTo>
                    <a:pt x="146" y="139"/>
                    <a:pt x="145" y="136"/>
                    <a:pt x="141" y="136"/>
                  </a:cubicBezTo>
                  <a:cubicBezTo>
                    <a:pt x="138" y="135"/>
                    <a:pt x="138" y="131"/>
                    <a:pt x="140" y="128"/>
                  </a:cubicBezTo>
                  <a:cubicBezTo>
                    <a:pt x="142" y="126"/>
                    <a:pt x="139" y="124"/>
                    <a:pt x="135" y="123"/>
                  </a:cubicBezTo>
                  <a:cubicBezTo>
                    <a:pt x="132" y="123"/>
                    <a:pt x="126" y="120"/>
                    <a:pt x="129" y="117"/>
                  </a:cubicBezTo>
                  <a:cubicBezTo>
                    <a:pt x="131" y="116"/>
                    <a:pt x="132" y="116"/>
                    <a:pt x="132" y="117"/>
                  </a:cubicBezTo>
                  <a:cubicBezTo>
                    <a:pt x="133" y="116"/>
                    <a:pt x="133" y="114"/>
                    <a:pt x="133" y="113"/>
                  </a:cubicBezTo>
                  <a:cubicBezTo>
                    <a:pt x="132" y="113"/>
                    <a:pt x="130" y="114"/>
                    <a:pt x="131" y="108"/>
                  </a:cubicBezTo>
                  <a:cubicBezTo>
                    <a:pt x="131" y="103"/>
                    <a:pt x="133" y="104"/>
                    <a:pt x="133" y="97"/>
                  </a:cubicBezTo>
                  <a:cubicBezTo>
                    <a:pt x="133" y="91"/>
                    <a:pt x="136" y="87"/>
                    <a:pt x="136" y="83"/>
                  </a:cubicBezTo>
                  <a:cubicBezTo>
                    <a:pt x="136" y="79"/>
                    <a:pt x="142" y="75"/>
                    <a:pt x="146" y="69"/>
                  </a:cubicBezTo>
                  <a:cubicBezTo>
                    <a:pt x="149" y="63"/>
                    <a:pt x="157" y="56"/>
                    <a:pt x="160" y="54"/>
                  </a:cubicBezTo>
                  <a:cubicBezTo>
                    <a:pt x="163" y="52"/>
                    <a:pt x="170" y="50"/>
                    <a:pt x="170" y="48"/>
                  </a:cubicBezTo>
                  <a:cubicBezTo>
                    <a:pt x="171" y="46"/>
                    <a:pt x="170" y="36"/>
                    <a:pt x="169" y="3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07" name="Freeform 110"/>
            <p:cNvSpPr>
              <a:spLocks/>
            </p:cNvSpPr>
            <p:nvPr/>
          </p:nvSpPr>
          <p:spPr bwMode="auto">
            <a:xfrm>
              <a:off x="3870260" y="4817092"/>
              <a:ext cx="225691" cy="1181634"/>
            </a:xfrm>
            <a:custGeom>
              <a:avLst/>
              <a:gdLst>
                <a:gd name="T0" fmla="*/ 30 w 75"/>
                <a:gd name="T1" fmla="*/ 324 h 380"/>
                <a:gd name="T2" fmla="*/ 20 w 75"/>
                <a:gd name="T3" fmla="*/ 308 h 380"/>
                <a:gd name="T4" fmla="*/ 28 w 75"/>
                <a:gd name="T5" fmla="*/ 290 h 380"/>
                <a:gd name="T6" fmla="*/ 35 w 75"/>
                <a:gd name="T7" fmla="*/ 272 h 380"/>
                <a:gd name="T8" fmla="*/ 38 w 75"/>
                <a:gd name="T9" fmla="*/ 258 h 380"/>
                <a:gd name="T10" fmla="*/ 33 w 75"/>
                <a:gd name="T11" fmla="*/ 245 h 380"/>
                <a:gd name="T12" fmla="*/ 34 w 75"/>
                <a:gd name="T13" fmla="*/ 223 h 380"/>
                <a:gd name="T14" fmla="*/ 37 w 75"/>
                <a:gd name="T15" fmla="*/ 206 h 380"/>
                <a:gd name="T16" fmla="*/ 40 w 75"/>
                <a:gd name="T17" fmla="*/ 191 h 380"/>
                <a:gd name="T18" fmla="*/ 46 w 75"/>
                <a:gd name="T19" fmla="*/ 161 h 380"/>
                <a:gd name="T20" fmla="*/ 49 w 75"/>
                <a:gd name="T21" fmla="*/ 141 h 380"/>
                <a:gd name="T22" fmla="*/ 49 w 75"/>
                <a:gd name="T23" fmla="*/ 117 h 380"/>
                <a:gd name="T24" fmla="*/ 56 w 75"/>
                <a:gd name="T25" fmla="*/ 96 h 380"/>
                <a:gd name="T26" fmla="*/ 63 w 75"/>
                <a:gd name="T27" fmla="*/ 79 h 380"/>
                <a:gd name="T28" fmla="*/ 72 w 75"/>
                <a:gd name="T29" fmla="*/ 57 h 380"/>
                <a:gd name="T30" fmla="*/ 67 w 75"/>
                <a:gd name="T31" fmla="*/ 39 h 380"/>
                <a:gd name="T32" fmla="*/ 62 w 75"/>
                <a:gd name="T33" fmla="*/ 18 h 380"/>
                <a:gd name="T34" fmla="*/ 53 w 75"/>
                <a:gd name="T35" fmla="*/ 1 h 380"/>
                <a:gd name="T36" fmla="*/ 48 w 75"/>
                <a:gd name="T37" fmla="*/ 17 h 380"/>
                <a:gd name="T38" fmla="*/ 46 w 75"/>
                <a:gd name="T39" fmla="*/ 56 h 380"/>
                <a:gd name="T40" fmla="*/ 39 w 75"/>
                <a:gd name="T41" fmla="*/ 95 h 380"/>
                <a:gd name="T42" fmla="*/ 36 w 75"/>
                <a:gd name="T43" fmla="*/ 122 h 380"/>
                <a:gd name="T44" fmla="*/ 31 w 75"/>
                <a:gd name="T45" fmla="*/ 156 h 380"/>
                <a:gd name="T46" fmla="*/ 19 w 75"/>
                <a:gd name="T47" fmla="*/ 187 h 380"/>
                <a:gd name="T48" fmla="*/ 18 w 75"/>
                <a:gd name="T49" fmla="*/ 213 h 380"/>
                <a:gd name="T50" fmla="*/ 13 w 75"/>
                <a:gd name="T51" fmla="*/ 238 h 380"/>
                <a:gd name="T52" fmla="*/ 24 w 75"/>
                <a:gd name="T53" fmla="*/ 225 h 380"/>
                <a:gd name="T54" fmla="*/ 26 w 75"/>
                <a:gd name="T55" fmla="*/ 239 h 380"/>
                <a:gd name="T56" fmla="*/ 22 w 75"/>
                <a:gd name="T57" fmla="*/ 255 h 380"/>
                <a:gd name="T58" fmla="*/ 18 w 75"/>
                <a:gd name="T59" fmla="*/ 266 h 380"/>
                <a:gd name="T60" fmla="*/ 17 w 75"/>
                <a:gd name="T61" fmla="*/ 264 h 380"/>
                <a:gd name="T62" fmla="*/ 11 w 75"/>
                <a:gd name="T63" fmla="*/ 266 h 380"/>
                <a:gd name="T64" fmla="*/ 2 w 75"/>
                <a:gd name="T65" fmla="*/ 279 h 380"/>
                <a:gd name="T66" fmla="*/ 12 w 75"/>
                <a:gd name="T67" fmla="*/ 280 h 380"/>
                <a:gd name="T68" fmla="*/ 18 w 75"/>
                <a:gd name="T69" fmla="*/ 290 h 380"/>
                <a:gd name="T70" fmla="*/ 8 w 75"/>
                <a:gd name="T71" fmla="*/ 293 h 380"/>
                <a:gd name="T72" fmla="*/ 10 w 75"/>
                <a:gd name="T73" fmla="*/ 299 h 380"/>
                <a:gd name="T74" fmla="*/ 4 w 75"/>
                <a:gd name="T75" fmla="*/ 308 h 380"/>
                <a:gd name="T76" fmla="*/ 11 w 75"/>
                <a:gd name="T77" fmla="*/ 310 h 380"/>
                <a:gd name="T78" fmla="*/ 12 w 75"/>
                <a:gd name="T79" fmla="*/ 319 h 380"/>
                <a:gd name="T80" fmla="*/ 7 w 75"/>
                <a:gd name="T81" fmla="*/ 329 h 380"/>
                <a:gd name="T82" fmla="*/ 17 w 75"/>
                <a:gd name="T83" fmla="*/ 331 h 380"/>
                <a:gd name="T84" fmla="*/ 21 w 75"/>
                <a:gd name="T85" fmla="*/ 334 h 380"/>
                <a:gd name="T86" fmla="*/ 17 w 75"/>
                <a:gd name="T87" fmla="*/ 344 h 380"/>
                <a:gd name="T88" fmla="*/ 30 w 75"/>
                <a:gd name="T89" fmla="*/ 345 h 380"/>
                <a:gd name="T90" fmla="*/ 21 w 75"/>
                <a:gd name="T91" fmla="*/ 352 h 380"/>
                <a:gd name="T92" fmla="*/ 32 w 75"/>
                <a:gd name="T93" fmla="*/ 350 h 380"/>
                <a:gd name="T94" fmla="*/ 19 w 75"/>
                <a:gd name="T95" fmla="*/ 359 h 380"/>
                <a:gd name="T96" fmla="*/ 30 w 75"/>
                <a:gd name="T97" fmla="*/ 360 h 380"/>
                <a:gd name="T98" fmla="*/ 48 w 75"/>
                <a:gd name="T99" fmla="*/ 344 h 380"/>
                <a:gd name="T100" fmla="*/ 53 w 75"/>
                <a:gd name="T101" fmla="*/ 353 h 380"/>
                <a:gd name="T102" fmla="*/ 45 w 75"/>
                <a:gd name="T103" fmla="*/ 356 h 380"/>
                <a:gd name="T104" fmla="*/ 37 w 75"/>
                <a:gd name="T105" fmla="*/ 363 h 380"/>
                <a:gd name="T106" fmla="*/ 43 w 75"/>
                <a:gd name="T107" fmla="*/ 375 h 380"/>
                <a:gd name="T108" fmla="*/ 55 w 75"/>
                <a:gd name="T109" fmla="*/ 373 h 380"/>
                <a:gd name="T110" fmla="*/ 68 w 75"/>
                <a:gd name="T111" fmla="*/ 374 h 380"/>
                <a:gd name="T112" fmla="*/ 61 w 75"/>
                <a:gd name="T113" fmla="*/ 372 h 380"/>
                <a:gd name="T114" fmla="*/ 53 w 75"/>
                <a:gd name="T115" fmla="*/ 341 h 380"/>
                <a:gd name="T116" fmla="*/ 35 w 75"/>
                <a:gd name="T117" fmla="*/ 337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5" h="380">
                  <a:moveTo>
                    <a:pt x="35" y="337"/>
                  </a:moveTo>
                  <a:cubicBezTo>
                    <a:pt x="33" y="338"/>
                    <a:pt x="32" y="334"/>
                    <a:pt x="31" y="334"/>
                  </a:cubicBezTo>
                  <a:cubicBezTo>
                    <a:pt x="29" y="334"/>
                    <a:pt x="29" y="327"/>
                    <a:pt x="30" y="324"/>
                  </a:cubicBezTo>
                  <a:cubicBezTo>
                    <a:pt x="31" y="321"/>
                    <a:pt x="24" y="323"/>
                    <a:pt x="22" y="322"/>
                  </a:cubicBezTo>
                  <a:cubicBezTo>
                    <a:pt x="20" y="321"/>
                    <a:pt x="23" y="319"/>
                    <a:pt x="21" y="316"/>
                  </a:cubicBezTo>
                  <a:cubicBezTo>
                    <a:pt x="18" y="314"/>
                    <a:pt x="20" y="310"/>
                    <a:pt x="20" y="308"/>
                  </a:cubicBezTo>
                  <a:cubicBezTo>
                    <a:pt x="21" y="307"/>
                    <a:pt x="22" y="303"/>
                    <a:pt x="25" y="303"/>
                  </a:cubicBezTo>
                  <a:cubicBezTo>
                    <a:pt x="28" y="303"/>
                    <a:pt x="26" y="299"/>
                    <a:pt x="28" y="297"/>
                  </a:cubicBezTo>
                  <a:cubicBezTo>
                    <a:pt x="31" y="295"/>
                    <a:pt x="26" y="292"/>
                    <a:pt x="28" y="290"/>
                  </a:cubicBezTo>
                  <a:cubicBezTo>
                    <a:pt x="31" y="289"/>
                    <a:pt x="28" y="285"/>
                    <a:pt x="32" y="285"/>
                  </a:cubicBezTo>
                  <a:cubicBezTo>
                    <a:pt x="35" y="284"/>
                    <a:pt x="32" y="280"/>
                    <a:pt x="34" y="279"/>
                  </a:cubicBezTo>
                  <a:cubicBezTo>
                    <a:pt x="37" y="278"/>
                    <a:pt x="34" y="275"/>
                    <a:pt x="35" y="272"/>
                  </a:cubicBezTo>
                  <a:cubicBezTo>
                    <a:pt x="35" y="269"/>
                    <a:pt x="33" y="267"/>
                    <a:pt x="36" y="266"/>
                  </a:cubicBezTo>
                  <a:cubicBezTo>
                    <a:pt x="39" y="265"/>
                    <a:pt x="37" y="262"/>
                    <a:pt x="35" y="260"/>
                  </a:cubicBezTo>
                  <a:cubicBezTo>
                    <a:pt x="32" y="258"/>
                    <a:pt x="35" y="258"/>
                    <a:pt x="38" y="258"/>
                  </a:cubicBezTo>
                  <a:cubicBezTo>
                    <a:pt x="41" y="258"/>
                    <a:pt x="39" y="254"/>
                    <a:pt x="37" y="255"/>
                  </a:cubicBezTo>
                  <a:cubicBezTo>
                    <a:pt x="34" y="256"/>
                    <a:pt x="32" y="253"/>
                    <a:pt x="34" y="250"/>
                  </a:cubicBezTo>
                  <a:cubicBezTo>
                    <a:pt x="36" y="248"/>
                    <a:pt x="32" y="247"/>
                    <a:pt x="33" y="245"/>
                  </a:cubicBezTo>
                  <a:cubicBezTo>
                    <a:pt x="34" y="244"/>
                    <a:pt x="34" y="242"/>
                    <a:pt x="32" y="241"/>
                  </a:cubicBezTo>
                  <a:cubicBezTo>
                    <a:pt x="31" y="240"/>
                    <a:pt x="32" y="232"/>
                    <a:pt x="33" y="232"/>
                  </a:cubicBezTo>
                  <a:cubicBezTo>
                    <a:pt x="35" y="231"/>
                    <a:pt x="34" y="225"/>
                    <a:pt x="34" y="223"/>
                  </a:cubicBezTo>
                  <a:cubicBezTo>
                    <a:pt x="34" y="221"/>
                    <a:pt x="32" y="219"/>
                    <a:pt x="32" y="217"/>
                  </a:cubicBezTo>
                  <a:cubicBezTo>
                    <a:pt x="32" y="215"/>
                    <a:pt x="34" y="215"/>
                    <a:pt x="34" y="211"/>
                  </a:cubicBezTo>
                  <a:cubicBezTo>
                    <a:pt x="34" y="207"/>
                    <a:pt x="35" y="206"/>
                    <a:pt x="37" y="206"/>
                  </a:cubicBezTo>
                  <a:cubicBezTo>
                    <a:pt x="38" y="205"/>
                    <a:pt x="37" y="201"/>
                    <a:pt x="37" y="199"/>
                  </a:cubicBezTo>
                  <a:cubicBezTo>
                    <a:pt x="37" y="197"/>
                    <a:pt x="41" y="199"/>
                    <a:pt x="42" y="196"/>
                  </a:cubicBezTo>
                  <a:cubicBezTo>
                    <a:pt x="42" y="193"/>
                    <a:pt x="39" y="193"/>
                    <a:pt x="40" y="191"/>
                  </a:cubicBezTo>
                  <a:cubicBezTo>
                    <a:pt x="40" y="189"/>
                    <a:pt x="40" y="186"/>
                    <a:pt x="40" y="180"/>
                  </a:cubicBezTo>
                  <a:cubicBezTo>
                    <a:pt x="40" y="175"/>
                    <a:pt x="44" y="173"/>
                    <a:pt x="46" y="172"/>
                  </a:cubicBezTo>
                  <a:cubicBezTo>
                    <a:pt x="48" y="170"/>
                    <a:pt x="44" y="162"/>
                    <a:pt x="46" y="161"/>
                  </a:cubicBezTo>
                  <a:cubicBezTo>
                    <a:pt x="48" y="160"/>
                    <a:pt x="47" y="156"/>
                    <a:pt x="48" y="155"/>
                  </a:cubicBezTo>
                  <a:cubicBezTo>
                    <a:pt x="50" y="154"/>
                    <a:pt x="50" y="151"/>
                    <a:pt x="51" y="148"/>
                  </a:cubicBezTo>
                  <a:cubicBezTo>
                    <a:pt x="52" y="145"/>
                    <a:pt x="49" y="143"/>
                    <a:pt x="49" y="141"/>
                  </a:cubicBezTo>
                  <a:cubicBezTo>
                    <a:pt x="49" y="138"/>
                    <a:pt x="48" y="135"/>
                    <a:pt x="46" y="132"/>
                  </a:cubicBezTo>
                  <a:cubicBezTo>
                    <a:pt x="44" y="129"/>
                    <a:pt x="44" y="123"/>
                    <a:pt x="46" y="123"/>
                  </a:cubicBezTo>
                  <a:cubicBezTo>
                    <a:pt x="47" y="123"/>
                    <a:pt x="47" y="117"/>
                    <a:pt x="49" y="117"/>
                  </a:cubicBezTo>
                  <a:cubicBezTo>
                    <a:pt x="52" y="116"/>
                    <a:pt x="51" y="112"/>
                    <a:pt x="49" y="108"/>
                  </a:cubicBezTo>
                  <a:cubicBezTo>
                    <a:pt x="48" y="105"/>
                    <a:pt x="52" y="106"/>
                    <a:pt x="52" y="104"/>
                  </a:cubicBezTo>
                  <a:cubicBezTo>
                    <a:pt x="52" y="101"/>
                    <a:pt x="53" y="97"/>
                    <a:pt x="56" y="96"/>
                  </a:cubicBezTo>
                  <a:cubicBezTo>
                    <a:pt x="58" y="95"/>
                    <a:pt x="58" y="91"/>
                    <a:pt x="58" y="89"/>
                  </a:cubicBezTo>
                  <a:cubicBezTo>
                    <a:pt x="58" y="87"/>
                    <a:pt x="61" y="86"/>
                    <a:pt x="63" y="85"/>
                  </a:cubicBezTo>
                  <a:cubicBezTo>
                    <a:pt x="65" y="83"/>
                    <a:pt x="60" y="81"/>
                    <a:pt x="63" y="79"/>
                  </a:cubicBezTo>
                  <a:cubicBezTo>
                    <a:pt x="66" y="78"/>
                    <a:pt x="61" y="71"/>
                    <a:pt x="62" y="70"/>
                  </a:cubicBezTo>
                  <a:cubicBezTo>
                    <a:pt x="64" y="69"/>
                    <a:pt x="62" y="66"/>
                    <a:pt x="63" y="64"/>
                  </a:cubicBezTo>
                  <a:cubicBezTo>
                    <a:pt x="63" y="62"/>
                    <a:pt x="71" y="58"/>
                    <a:pt x="72" y="57"/>
                  </a:cubicBezTo>
                  <a:cubicBezTo>
                    <a:pt x="73" y="55"/>
                    <a:pt x="74" y="51"/>
                    <a:pt x="74" y="47"/>
                  </a:cubicBezTo>
                  <a:cubicBezTo>
                    <a:pt x="71" y="48"/>
                    <a:pt x="69" y="49"/>
                    <a:pt x="69" y="48"/>
                  </a:cubicBezTo>
                  <a:cubicBezTo>
                    <a:pt x="68" y="47"/>
                    <a:pt x="69" y="41"/>
                    <a:pt x="67" y="39"/>
                  </a:cubicBezTo>
                  <a:cubicBezTo>
                    <a:pt x="64" y="37"/>
                    <a:pt x="66" y="32"/>
                    <a:pt x="64" y="31"/>
                  </a:cubicBezTo>
                  <a:cubicBezTo>
                    <a:pt x="61" y="30"/>
                    <a:pt x="59" y="26"/>
                    <a:pt x="61" y="24"/>
                  </a:cubicBezTo>
                  <a:cubicBezTo>
                    <a:pt x="63" y="23"/>
                    <a:pt x="61" y="20"/>
                    <a:pt x="62" y="18"/>
                  </a:cubicBezTo>
                  <a:cubicBezTo>
                    <a:pt x="64" y="17"/>
                    <a:pt x="61" y="17"/>
                    <a:pt x="59" y="14"/>
                  </a:cubicBezTo>
                  <a:cubicBezTo>
                    <a:pt x="56" y="11"/>
                    <a:pt x="60" y="7"/>
                    <a:pt x="57" y="5"/>
                  </a:cubicBezTo>
                  <a:cubicBezTo>
                    <a:pt x="54" y="3"/>
                    <a:pt x="54" y="0"/>
                    <a:pt x="53" y="1"/>
                  </a:cubicBezTo>
                  <a:cubicBezTo>
                    <a:pt x="52" y="2"/>
                    <a:pt x="52" y="6"/>
                    <a:pt x="50" y="8"/>
                  </a:cubicBezTo>
                  <a:cubicBezTo>
                    <a:pt x="49" y="8"/>
                    <a:pt x="49" y="8"/>
                    <a:pt x="48" y="9"/>
                  </a:cubicBezTo>
                  <a:cubicBezTo>
                    <a:pt x="48" y="11"/>
                    <a:pt x="47" y="15"/>
                    <a:pt x="48" y="17"/>
                  </a:cubicBezTo>
                  <a:cubicBezTo>
                    <a:pt x="49" y="19"/>
                    <a:pt x="50" y="33"/>
                    <a:pt x="49" y="38"/>
                  </a:cubicBezTo>
                  <a:cubicBezTo>
                    <a:pt x="47" y="44"/>
                    <a:pt x="46" y="48"/>
                    <a:pt x="45" y="51"/>
                  </a:cubicBezTo>
                  <a:cubicBezTo>
                    <a:pt x="44" y="54"/>
                    <a:pt x="48" y="54"/>
                    <a:pt x="46" y="56"/>
                  </a:cubicBezTo>
                  <a:cubicBezTo>
                    <a:pt x="45" y="57"/>
                    <a:pt x="45" y="61"/>
                    <a:pt x="45" y="67"/>
                  </a:cubicBezTo>
                  <a:cubicBezTo>
                    <a:pt x="45" y="73"/>
                    <a:pt x="42" y="83"/>
                    <a:pt x="42" y="86"/>
                  </a:cubicBezTo>
                  <a:cubicBezTo>
                    <a:pt x="41" y="89"/>
                    <a:pt x="39" y="92"/>
                    <a:pt x="39" y="95"/>
                  </a:cubicBezTo>
                  <a:cubicBezTo>
                    <a:pt x="40" y="99"/>
                    <a:pt x="38" y="101"/>
                    <a:pt x="36" y="102"/>
                  </a:cubicBezTo>
                  <a:cubicBezTo>
                    <a:pt x="34" y="104"/>
                    <a:pt x="39" y="109"/>
                    <a:pt x="39" y="112"/>
                  </a:cubicBezTo>
                  <a:cubicBezTo>
                    <a:pt x="39" y="115"/>
                    <a:pt x="35" y="117"/>
                    <a:pt x="36" y="122"/>
                  </a:cubicBezTo>
                  <a:cubicBezTo>
                    <a:pt x="37" y="128"/>
                    <a:pt x="36" y="138"/>
                    <a:pt x="36" y="140"/>
                  </a:cubicBezTo>
                  <a:cubicBezTo>
                    <a:pt x="36" y="142"/>
                    <a:pt x="33" y="142"/>
                    <a:pt x="34" y="146"/>
                  </a:cubicBezTo>
                  <a:cubicBezTo>
                    <a:pt x="34" y="150"/>
                    <a:pt x="31" y="151"/>
                    <a:pt x="31" y="156"/>
                  </a:cubicBezTo>
                  <a:cubicBezTo>
                    <a:pt x="30" y="162"/>
                    <a:pt x="26" y="170"/>
                    <a:pt x="24" y="174"/>
                  </a:cubicBezTo>
                  <a:cubicBezTo>
                    <a:pt x="23" y="179"/>
                    <a:pt x="23" y="181"/>
                    <a:pt x="20" y="181"/>
                  </a:cubicBezTo>
                  <a:cubicBezTo>
                    <a:pt x="18" y="181"/>
                    <a:pt x="18" y="183"/>
                    <a:pt x="19" y="187"/>
                  </a:cubicBezTo>
                  <a:cubicBezTo>
                    <a:pt x="21" y="191"/>
                    <a:pt x="18" y="194"/>
                    <a:pt x="20" y="198"/>
                  </a:cubicBezTo>
                  <a:cubicBezTo>
                    <a:pt x="23" y="201"/>
                    <a:pt x="22" y="203"/>
                    <a:pt x="21" y="206"/>
                  </a:cubicBezTo>
                  <a:cubicBezTo>
                    <a:pt x="20" y="210"/>
                    <a:pt x="18" y="210"/>
                    <a:pt x="18" y="213"/>
                  </a:cubicBezTo>
                  <a:cubicBezTo>
                    <a:pt x="18" y="217"/>
                    <a:pt x="16" y="220"/>
                    <a:pt x="17" y="223"/>
                  </a:cubicBezTo>
                  <a:cubicBezTo>
                    <a:pt x="18" y="227"/>
                    <a:pt x="18" y="228"/>
                    <a:pt x="16" y="228"/>
                  </a:cubicBezTo>
                  <a:cubicBezTo>
                    <a:pt x="14" y="228"/>
                    <a:pt x="13" y="231"/>
                    <a:pt x="13" y="238"/>
                  </a:cubicBezTo>
                  <a:cubicBezTo>
                    <a:pt x="12" y="244"/>
                    <a:pt x="12" y="244"/>
                    <a:pt x="17" y="243"/>
                  </a:cubicBezTo>
                  <a:cubicBezTo>
                    <a:pt x="21" y="243"/>
                    <a:pt x="18" y="228"/>
                    <a:pt x="20" y="228"/>
                  </a:cubicBezTo>
                  <a:cubicBezTo>
                    <a:pt x="23" y="228"/>
                    <a:pt x="21" y="226"/>
                    <a:pt x="24" y="225"/>
                  </a:cubicBezTo>
                  <a:cubicBezTo>
                    <a:pt x="26" y="224"/>
                    <a:pt x="24" y="227"/>
                    <a:pt x="26" y="228"/>
                  </a:cubicBezTo>
                  <a:cubicBezTo>
                    <a:pt x="28" y="229"/>
                    <a:pt x="29" y="230"/>
                    <a:pt x="26" y="232"/>
                  </a:cubicBezTo>
                  <a:cubicBezTo>
                    <a:pt x="24" y="233"/>
                    <a:pt x="27" y="237"/>
                    <a:pt x="26" y="239"/>
                  </a:cubicBezTo>
                  <a:cubicBezTo>
                    <a:pt x="24" y="241"/>
                    <a:pt x="22" y="243"/>
                    <a:pt x="24" y="246"/>
                  </a:cubicBezTo>
                  <a:cubicBezTo>
                    <a:pt x="25" y="248"/>
                    <a:pt x="22" y="248"/>
                    <a:pt x="22" y="251"/>
                  </a:cubicBezTo>
                  <a:cubicBezTo>
                    <a:pt x="22" y="254"/>
                    <a:pt x="24" y="254"/>
                    <a:pt x="22" y="255"/>
                  </a:cubicBezTo>
                  <a:cubicBezTo>
                    <a:pt x="21" y="256"/>
                    <a:pt x="24" y="258"/>
                    <a:pt x="22" y="259"/>
                  </a:cubicBezTo>
                  <a:cubicBezTo>
                    <a:pt x="20" y="259"/>
                    <a:pt x="21" y="261"/>
                    <a:pt x="23" y="264"/>
                  </a:cubicBezTo>
                  <a:cubicBezTo>
                    <a:pt x="24" y="266"/>
                    <a:pt x="20" y="265"/>
                    <a:pt x="18" y="266"/>
                  </a:cubicBezTo>
                  <a:cubicBezTo>
                    <a:pt x="16" y="268"/>
                    <a:pt x="20" y="270"/>
                    <a:pt x="19" y="272"/>
                  </a:cubicBezTo>
                  <a:cubicBezTo>
                    <a:pt x="18" y="274"/>
                    <a:pt x="15" y="271"/>
                    <a:pt x="14" y="269"/>
                  </a:cubicBezTo>
                  <a:cubicBezTo>
                    <a:pt x="12" y="268"/>
                    <a:pt x="16" y="266"/>
                    <a:pt x="17" y="264"/>
                  </a:cubicBezTo>
                  <a:cubicBezTo>
                    <a:pt x="19" y="262"/>
                    <a:pt x="16" y="257"/>
                    <a:pt x="13" y="258"/>
                  </a:cubicBezTo>
                  <a:cubicBezTo>
                    <a:pt x="10" y="259"/>
                    <a:pt x="16" y="262"/>
                    <a:pt x="16" y="264"/>
                  </a:cubicBezTo>
                  <a:cubicBezTo>
                    <a:pt x="16" y="267"/>
                    <a:pt x="11" y="264"/>
                    <a:pt x="11" y="266"/>
                  </a:cubicBezTo>
                  <a:cubicBezTo>
                    <a:pt x="11" y="269"/>
                    <a:pt x="8" y="268"/>
                    <a:pt x="6" y="270"/>
                  </a:cubicBezTo>
                  <a:cubicBezTo>
                    <a:pt x="5" y="272"/>
                    <a:pt x="9" y="274"/>
                    <a:pt x="7" y="274"/>
                  </a:cubicBezTo>
                  <a:cubicBezTo>
                    <a:pt x="5" y="275"/>
                    <a:pt x="2" y="277"/>
                    <a:pt x="2" y="279"/>
                  </a:cubicBezTo>
                  <a:cubicBezTo>
                    <a:pt x="1" y="281"/>
                    <a:pt x="4" y="281"/>
                    <a:pt x="4" y="280"/>
                  </a:cubicBezTo>
                  <a:cubicBezTo>
                    <a:pt x="4" y="278"/>
                    <a:pt x="7" y="277"/>
                    <a:pt x="7" y="280"/>
                  </a:cubicBezTo>
                  <a:cubicBezTo>
                    <a:pt x="8" y="282"/>
                    <a:pt x="10" y="280"/>
                    <a:pt x="12" y="280"/>
                  </a:cubicBezTo>
                  <a:cubicBezTo>
                    <a:pt x="15" y="281"/>
                    <a:pt x="15" y="285"/>
                    <a:pt x="13" y="284"/>
                  </a:cubicBezTo>
                  <a:cubicBezTo>
                    <a:pt x="12" y="284"/>
                    <a:pt x="10" y="287"/>
                    <a:pt x="10" y="290"/>
                  </a:cubicBezTo>
                  <a:cubicBezTo>
                    <a:pt x="11" y="292"/>
                    <a:pt x="16" y="290"/>
                    <a:pt x="18" y="290"/>
                  </a:cubicBezTo>
                  <a:cubicBezTo>
                    <a:pt x="21" y="291"/>
                    <a:pt x="20" y="295"/>
                    <a:pt x="18" y="294"/>
                  </a:cubicBezTo>
                  <a:cubicBezTo>
                    <a:pt x="17" y="292"/>
                    <a:pt x="14" y="290"/>
                    <a:pt x="13" y="292"/>
                  </a:cubicBezTo>
                  <a:cubicBezTo>
                    <a:pt x="12" y="295"/>
                    <a:pt x="10" y="294"/>
                    <a:pt x="8" y="293"/>
                  </a:cubicBezTo>
                  <a:cubicBezTo>
                    <a:pt x="6" y="292"/>
                    <a:pt x="0" y="296"/>
                    <a:pt x="2" y="297"/>
                  </a:cubicBezTo>
                  <a:cubicBezTo>
                    <a:pt x="4" y="299"/>
                    <a:pt x="4" y="301"/>
                    <a:pt x="5" y="301"/>
                  </a:cubicBezTo>
                  <a:cubicBezTo>
                    <a:pt x="7" y="301"/>
                    <a:pt x="9" y="300"/>
                    <a:pt x="10" y="299"/>
                  </a:cubicBezTo>
                  <a:cubicBezTo>
                    <a:pt x="10" y="297"/>
                    <a:pt x="13" y="296"/>
                    <a:pt x="13" y="299"/>
                  </a:cubicBezTo>
                  <a:cubicBezTo>
                    <a:pt x="13" y="302"/>
                    <a:pt x="10" y="301"/>
                    <a:pt x="9" y="303"/>
                  </a:cubicBezTo>
                  <a:cubicBezTo>
                    <a:pt x="8" y="304"/>
                    <a:pt x="7" y="306"/>
                    <a:pt x="4" y="308"/>
                  </a:cubicBezTo>
                  <a:cubicBezTo>
                    <a:pt x="2" y="309"/>
                    <a:pt x="4" y="312"/>
                    <a:pt x="6" y="311"/>
                  </a:cubicBezTo>
                  <a:cubicBezTo>
                    <a:pt x="8" y="310"/>
                    <a:pt x="6" y="313"/>
                    <a:pt x="8" y="314"/>
                  </a:cubicBezTo>
                  <a:cubicBezTo>
                    <a:pt x="11" y="314"/>
                    <a:pt x="11" y="312"/>
                    <a:pt x="11" y="310"/>
                  </a:cubicBezTo>
                  <a:cubicBezTo>
                    <a:pt x="10" y="308"/>
                    <a:pt x="12" y="304"/>
                    <a:pt x="14" y="306"/>
                  </a:cubicBezTo>
                  <a:cubicBezTo>
                    <a:pt x="17" y="308"/>
                    <a:pt x="13" y="311"/>
                    <a:pt x="13" y="312"/>
                  </a:cubicBezTo>
                  <a:cubicBezTo>
                    <a:pt x="13" y="314"/>
                    <a:pt x="12" y="317"/>
                    <a:pt x="12" y="319"/>
                  </a:cubicBezTo>
                  <a:cubicBezTo>
                    <a:pt x="12" y="321"/>
                    <a:pt x="10" y="320"/>
                    <a:pt x="10" y="322"/>
                  </a:cubicBezTo>
                  <a:cubicBezTo>
                    <a:pt x="10" y="324"/>
                    <a:pt x="4" y="323"/>
                    <a:pt x="7" y="324"/>
                  </a:cubicBezTo>
                  <a:cubicBezTo>
                    <a:pt x="9" y="326"/>
                    <a:pt x="5" y="328"/>
                    <a:pt x="7" y="329"/>
                  </a:cubicBezTo>
                  <a:cubicBezTo>
                    <a:pt x="8" y="331"/>
                    <a:pt x="9" y="327"/>
                    <a:pt x="11" y="328"/>
                  </a:cubicBezTo>
                  <a:cubicBezTo>
                    <a:pt x="13" y="329"/>
                    <a:pt x="13" y="329"/>
                    <a:pt x="16" y="328"/>
                  </a:cubicBezTo>
                  <a:cubicBezTo>
                    <a:pt x="18" y="327"/>
                    <a:pt x="20" y="330"/>
                    <a:pt x="17" y="331"/>
                  </a:cubicBezTo>
                  <a:cubicBezTo>
                    <a:pt x="15" y="332"/>
                    <a:pt x="12" y="334"/>
                    <a:pt x="13" y="335"/>
                  </a:cubicBezTo>
                  <a:cubicBezTo>
                    <a:pt x="14" y="335"/>
                    <a:pt x="18" y="333"/>
                    <a:pt x="18" y="335"/>
                  </a:cubicBezTo>
                  <a:cubicBezTo>
                    <a:pt x="19" y="338"/>
                    <a:pt x="21" y="337"/>
                    <a:pt x="21" y="334"/>
                  </a:cubicBezTo>
                  <a:cubicBezTo>
                    <a:pt x="21" y="332"/>
                    <a:pt x="26" y="334"/>
                    <a:pt x="27" y="336"/>
                  </a:cubicBezTo>
                  <a:cubicBezTo>
                    <a:pt x="27" y="339"/>
                    <a:pt x="22" y="340"/>
                    <a:pt x="19" y="339"/>
                  </a:cubicBezTo>
                  <a:cubicBezTo>
                    <a:pt x="16" y="339"/>
                    <a:pt x="15" y="342"/>
                    <a:pt x="17" y="344"/>
                  </a:cubicBezTo>
                  <a:cubicBezTo>
                    <a:pt x="18" y="347"/>
                    <a:pt x="21" y="344"/>
                    <a:pt x="23" y="342"/>
                  </a:cubicBezTo>
                  <a:cubicBezTo>
                    <a:pt x="25" y="340"/>
                    <a:pt x="35" y="341"/>
                    <a:pt x="36" y="343"/>
                  </a:cubicBezTo>
                  <a:cubicBezTo>
                    <a:pt x="36" y="345"/>
                    <a:pt x="31" y="343"/>
                    <a:pt x="30" y="345"/>
                  </a:cubicBezTo>
                  <a:cubicBezTo>
                    <a:pt x="30" y="346"/>
                    <a:pt x="26" y="347"/>
                    <a:pt x="25" y="346"/>
                  </a:cubicBezTo>
                  <a:cubicBezTo>
                    <a:pt x="25" y="344"/>
                    <a:pt x="21" y="346"/>
                    <a:pt x="21" y="349"/>
                  </a:cubicBezTo>
                  <a:cubicBezTo>
                    <a:pt x="20" y="351"/>
                    <a:pt x="17" y="351"/>
                    <a:pt x="21" y="352"/>
                  </a:cubicBezTo>
                  <a:cubicBezTo>
                    <a:pt x="24" y="353"/>
                    <a:pt x="23" y="348"/>
                    <a:pt x="28" y="349"/>
                  </a:cubicBezTo>
                  <a:cubicBezTo>
                    <a:pt x="34" y="349"/>
                    <a:pt x="36" y="344"/>
                    <a:pt x="38" y="347"/>
                  </a:cubicBezTo>
                  <a:cubicBezTo>
                    <a:pt x="39" y="350"/>
                    <a:pt x="34" y="352"/>
                    <a:pt x="32" y="350"/>
                  </a:cubicBezTo>
                  <a:cubicBezTo>
                    <a:pt x="30" y="349"/>
                    <a:pt x="27" y="352"/>
                    <a:pt x="27" y="355"/>
                  </a:cubicBezTo>
                  <a:cubicBezTo>
                    <a:pt x="27" y="357"/>
                    <a:pt x="21" y="354"/>
                    <a:pt x="18" y="353"/>
                  </a:cubicBezTo>
                  <a:cubicBezTo>
                    <a:pt x="15" y="353"/>
                    <a:pt x="17" y="356"/>
                    <a:pt x="19" y="359"/>
                  </a:cubicBezTo>
                  <a:cubicBezTo>
                    <a:pt x="22" y="362"/>
                    <a:pt x="23" y="359"/>
                    <a:pt x="27" y="361"/>
                  </a:cubicBezTo>
                  <a:cubicBezTo>
                    <a:pt x="30" y="363"/>
                    <a:pt x="30" y="365"/>
                    <a:pt x="32" y="363"/>
                  </a:cubicBezTo>
                  <a:cubicBezTo>
                    <a:pt x="34" y="361"/>
                    <a:pt x="32" y="361"/>
                    <a:pt x="30" y="360"/>
                  </a:cubicBezTo>
                  <a:cubicBezTo>
                    <a:pt x="29" y="359"/>
                    <a:pt x="30" y="356"/>
                    <a:pt x="34" y="358"/>
                  </a:cubicBezTo>
                  <a:cubicBezTo>
                    <a:pt x="37" y="359"/>
                    <a:pt x="41" y="356"/>
                    <a:pt x="40" y="352"/>
                  </a:cubicBezTo>
                  <a:cubicBezTo>
                    <a:pt x="39" y="347"/>
                    <a:pt x="44" y="345"/>
                    <a:pt x="48" y="344"/>
                  </a:cubicBezTo>
                  <a:cubicBezTo>
                    <a:pt x="52" y="342"/>
                    <a:pt x="50" y="347"/>
                    <a:pt x="47" y="348"/>
                  </a:cubicBezTo>
                  <a:cubicBezTo>
                    <a:pt x="44" y="349"/>
                    <a:pt x="43" y="350"/>
                    <a:pt x="45" y="353"/>
                  </a:cubicBezTo>
                  <a:cubicBezTo>
                    <a:pt x="48" y="355"/>
                    <a:pt x="51" y="351"/>
                    <a:pt x="53" y="353"/>
                  </a:cubicBezTo>
                  <a:cubicBezTo>
                    <a:pt x="55" y="355"/>
                    <a:pt x="49" y="355"/>
                    <a:pt x="48" y="357"/>
                  </a:cubicBezTo>
                  <a:cubicBezTo>
                    <a:pt x="47" y="359"/>
                    <a:pt x="52" y="361"/>
                    <a:pt x="49" y="363"/>
                  </a:cubicBezTo>
                  <a:cubicBezTo>
                    <a:pt x="46" y="364"/>
                    <a:pt x="47" y="357"/>
                    <a:pt x="45" y="356"/>
                  </a:cubicBezTo>
                  <a:cubicBezTo>
                    <a:pt x="43" y="355"/>
                    <a:pt x="42" y="357"/>
                    <a:pt x="44" y="361"/>
                  </a:cubicBezTo>
                  <a:cubicBezTo>
                    <a:pt x="45" y="365"/>
                    <a:pt x="41" y="362"/>
                    <a:pt x="39" y="360"/>
                  </a:cubicBezTo>
                  <a:cubicBezTo>
                    <a:pt x="38" y="358"/>
                    <a:pt x="35" y="361"/>
                    <a:pt x="37" y="363"/>
                  </a:cubicBezTo>
                  <a:cubicBezTo>
                    <a:pt x="39" y="365"/>
                    <a:pt x="33" y="363"/>
                    <a:pt x="33" y="366"/>
                  </a:cubicBezTo>
                  <a:cubicBezTo>
                    <a:pt x="33" y="370"/>
                    <a:pt x="36" y="367"/>
                    <a:pt x="39" y="367"/>
                  </a:cubicBezTo>
                  <a:cubicBezTo>
                    <a:pt x="42" y="368"/>
                    <a:pt x="41" y="373"/>
                    <a:pt x="43" y="375"/>
                  </a:cubicBezTo>
                  <a:cubicBezTo>
                    <a:pt x="46" y="377"/>
                    <a:pt x="44" y="369"/>
                    <a:pt x="46" y="368"/>
                  </a:cubicBezTo>
                  <a:cubicBezTo>
                    <a:pt x="49" y="368"/>
                    <a:pt x="47" y="374"/>
                    <a:pt x="52" y="376"/>
                  </a:cubicBezTo>
                  <a:cubicBezTo>
                    <a:pt x="58" y="378"/>
                    <a:pt x="53" y="375"/>
                    <a:pt x="55" y="373"/>
                  </a:cubicBezTo>
                  <a:cubicBezTo>
                    <a:pt x="58" y="371"/>
                    <a:pt x="61" y="379"/>
                    <a:pt x="64" y="380"/>
                  </a:cubicBezTo>
                  <a:cubicBezTo>
                    <a:pt x="67" y="380"/>
                    <a:pt x="65" y="376"/>
                    <a:pt x="63" y="374"/>
                  </a:cubicBezTo>
                  <a:cubicBezTo>
                    <a:pt x="61" y="372"/>
                    <a:pt x="65" y="373"/>
                    <a:pt x="68" y="374"/>
                  </a:cubicBezTo>
                  <a:cubicBezTo>
                    <a:pt x="71" y="375"/>
                    <a:pt x="73" y="375"/>
                    <a:pt x="73" y="373"/>
                  </a:cubicBezTo>
                  <a:cubicBezTo>
                    <a:pt x="74" y="372"/>
                    <a:pt x="74" y="373"/>
                    <a:pt x="75" y="373"/>
                  </a:cubicBezTo>
                  <a:cubicBezTo>
                    <a:pt x="72" y="371"/>
                    <a:pt x="62" y="372"/>
                    <a:pt x="61" y="372"/>
                  </a:cubicBezTo>
                  <a:cubicBezTo>
                    <a:pt x="59" y="372"/>
                    <a:pt x="60" y="349"/>
                    <a:pt x="61" y="344"/>
                  </a:cubicBezTo>
                  <a:cubicBezTo>
                    <a:pt x="60" y="344"/>
                    <a:pt x="60" y="344"/>
                    <a:pt x="60" y="344"/>
                  </a:cubicBezTo>
                  <a:cubicBezTo>
                    <a:pt x="58" y="344"/>
                    <a:pt x="52" y="345"/>
                    <a:pt x="53" y="341"/>
                  </a:cubicBezTo>
                  <a:cubicBezTo>
                    <a:pt x="53" y="340"/>
                    <a:pt x="54" y="340"/>
                    <a:pt x="54" y="340"/>
                  </a:cubicBezTo>
                  <a:cubicBezTo>
                    <a:pt x="53" y="339"/>
                    <a:pt x="51" y="338"/>
                    <a:pt x="49" y="337"/>
                  </a:cubicBezTo>
                  <a:cubicBezTo>
                    <a:pt x="46" y="336"/>
                    <a:pt x="37" y="337"/>
                    <a:pt x="35" y="33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08" name="Freeform 111"/>
            <p:cNvSpPr>
              <a:spLocks/>
            </p:cNvSpPr>
            <p:nvPr/>
          </p:nvSpPr>
          <p:spPr bwMode="auto">
            <a:xfrm>
              <a:off x="4204334" y="4867038"/>
              <a:ext cx="223141" cy="236590"/>
            </a:xfrm>
            <a:custGeom>
              <a:avLst/>
              <a:gdLst>
                <a:gd name="T0" fmla="*/ 71 w 74"/>
                <a:gd name="T1" fmla="*/ 41 h 76"/>
                <a:gd name="T2" fmla="*/ 64 w 74"/>
                <a:gd name="T3" fmla="*/ 43 h 76"/>
                <a:gd name="T4" fmla="*/ 60 w 74"/>
                <a:gd name="T5" fmla="*/ 33 h 76"/>
                <a:gd name="T6" fmla="*/ 54 w 74"/>
                <a:gd name="T7" fmla="*/ 26 h 76"/>
                <a:gd name="T8" fmla="*/ 47 w 74"/>
                <a:gd name="T9" fmla="*/ 25 h 76"/>
                <a:gd name="T10" fmla="*/ 43 w 74"/>
                <a:gd name="T11" fmla="*/ 19 h 76"/>
                <a:gd name="T12" fmla="*/ 41 w 74"/>
                <a:gd name="T13" fmla="*/ 8 h 76"/>
                <a:gd name="T14" fmla="*/ 41 w 74"/>
                <a:gd name="T15" fmla="*/ 4 h 76"/>
                <a:gd name="T16" fmla="*/ 39 w 74"/>
                <a:gd name="T17" fmla="*/ 4 h 76"/>
                <a:gd name="T18" fmla="*/ 31 w 74"/>
                <a:gd name="T19" fmla="*/ 1 h 76"/>
                <a:gd name="T20" fmla="*/ 22 w 74"/>
                <a:gd name="T21" fmla="*/ 2 h 76"/>
                <a:gd name="T22" fmla="*/ 11 w 74"/>
                <a:gd name="T23" fmla="*/ 3 h 76"/>
                <a:gd name="T24" fmla="*/ 5 w 74"/>
                <a:gd name="T25" fmla="*/ 11 h 76"/>
                <a:gd name="T26" fmla="*/ 2 w 74"/>
                <a:gd name="T27" fmla="*/ 24 h 76"/>
                <a:gd name="T28" fmla="*/ 0 w 74"/>
                <a:gd name="T29" fmla="*/ 24 h 76"/>
                <a:gd name="T30" fmla="*/ 11 w 74"/>
                <a:gd name="T31" fmla="*/ 36 h 76"/>
                <a:gd name="T32" fmla="*/ 21 w 74"/>
                <a:gd name="T33" fmla="*/ 42 h 76"/>
                <a:gd name="T34" fmla="*/ 30 w 74"/>
                <a:gd name="T35" fmla="*/ 47 h 76"/>
                <a:gd name="T36" fmla="*/ 46 w 74"/>
                <a:gd name="T37" fmla="*/ 55 h 76"/>
                <a:gd name="T38" fmla="*/ 39 w 74"/>
                <a:gd name="T39" fmla="*/ 66 h 76"/>
                <a:gd name="T40" fmla="*/ 36 w 74"/>
                <a:gd name="T41" fmla="*/ 72 h 76"/>
                <a:gd name="T42" fmla="*/ 44 w 74"/>
                <a:gd name="T43" fmla="*/ 73 h 76"/>
                <a:gd name="T44" fmla="*/ 52 w 74"/>
                <a:gd name="T45" fmla="*/ 74 h 76"/>
                <a:gd name="T46" fmla="*/ 60 w 74"/>
                <a:gd name="T47" fmla="*/ 73 h 76"/>
                <a:gd name="T48" fmla="*/ 66 w 74"/>
                <a:gd name="T49" fmla="*/ 69 h 76"/>
                <a:gd name="T50" fmla="*/ 70 w 74"/>
                <a:gd name="T51" fmla="*/ 57 h 76"/>
                <a:gd name="T52" fmla="*/ 71 w 74"/>
                <a:gd name="T53" fmla="*/ 4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4" h="76">
                  <a:moveTo>
                    <a:pt x="71" y="41"/>
                  </a:moveTo>
                  <a:cubicBezTo>
                    <a:pt x="68" y="40"/>
                    <a:pt x="65" y="43"/>
                    <a:pt x="64" y="43"/>
                  </a:cubicBezTo>
                  <a:cubicBezTo>
                    <a:pt x="63" y="43"/>
                    <a:pt x="61" y="36"/>
                    <a:pt x="60" y="33"/>
                  </a:cubicBezTo>
                  <a:cubicBezTo>
                    <a:pt x="59" y="30"/>
                    <a:pt x="56" y="25"/>
                    <a:pt x="54" y="26"/>
                  </a:cubicBezTo>
                  <a:cubicBezTo>
                    <a:pt x="52" y="27"/>
                    <a:pt x="53" y="26"/>
                    <a:pt x="47" y="25"/>
                  </a:cubicBezTo>
                  <a:cubicBezTo>
                    <a:pt x="41" y="25"/>
                    <a:pt x="41" y="24"/>
                    <a:pt x="43" y="19"/>
                  </a:cubicBezTo>
                  <a:cubicBezTo>
                    <a:pt x="44" y="13"/>
                    <a:pt x="39" y="9"/>
                    <a:pt x="41" y="8"/>
                  </a:cubicBezTo>
                  <a:cubicBezTo>
                    <a:pt x="43" y="7"/>
                    <a:pt x="43" y="6"/>
                    <a:pt x="41" y="4"/>
                  </a:cubicBezTo>
                  <a:cubicBezTo>
                    <a:pt x="40" y="4"/>
                    <a:pt x="40" y="4"/>
                    <a:pt x="39" y="4"/>
                  </a:cubicBezTo>
                  <a:cubicBezTo>
                    <a:pt x="37" y="4"/>
                    <a:pt x="35" y="1"/>
                    <a:pt x="31" y="1"/>
                  </a:cubicBezTo>
                  <a:cubicBezTo>
                    <a:pt x="28" y="1"/>
                    <a:pt x="24" y="0"/>
                    <a:pt x="22" y="2"/>
                  </a:cubicBezTo>
                  <a:cubicBezTo>
                    <a:pt x="19" y="3"/>
                    <a:pt x="14" y="1"/>
                    <a:pt x="11" y="3"/>
                  </a:cubicBezTo>
                  <a:cubicBezTo>
                    <a:pt x="8" y="5"/>
                    <a:pt x="5" y="10"/>
                    <a:pt x="5" y="11"/>
                  </a:cubicBezTo>
                  <a:cubicBezTo>
                    <a:pt x="5" y="13"/>
                    <a:pt x="4" y="24"/>
                    <a:pt x="2" y="24"/>
                  </a:cubicBezTo>
                  <a:cubicBezTo>
                    <a:pt x="2" y="24"/>
                    <a:pt x="1" y="24"/>
                    <a:pt x="0" y="24"/>
                  </a:cubicBezTo>
                  <a:cubicBezTo>
                    <a:pt x="2" y="28"/>
                    <a:pt x="7" y="34"/>
                    <a:pt x="11" y="36"/>
                  </a:cubicBezTo>
                  <a:cubicBezTo>
                    <a:pt x="16" y="39"/>
                    <a:pt x="16" y="42"/>
                    <a:pt x="21" y="42"/>
                  </a:cubicBezTo>
                  <a:cubicBezTo>
                    <a:pt x="26" y="43"/>
                    <a:pt x="28" y="45"/>
                    <a:pt x="30" y="47"/>
                  </a:cubicBezTo>
                  <a:cubicBezTo>
                    <a:pt x="32" y="49"/>
                    <a:pt x="45" y="53"/>
                    <a:pt x="46" y="55"/>
                  </a:cubicBezTo>
                  <a:cubicBezTo>
                    <a:pt x="47" y="56"/>
                    <a:pt x="39" y="62"/>
                    <a:pt x="39" y="66"/>
                  </a:cubicBezTo>
                  <a:cubicBezTo>
                    <a:pt x="39" y="71"/>
                    <a:pt x="36" y="70"/>
                    <a:pt x="36" y="72"/>
                  </a:cubicBezTo>
                  <a:cubicBezTo>
                    <a:pt x="36" y="73"/>
                    <a:pt x="42" y="72"/>
                    <a:pt x="44" y="73"/>
                  </a:cubicBezTo>
                  <a:cubicBezTo>
                    <a:pt x="46" y="75"/>
                    <a:pt x="50" y="73"/>
                    <a:pt x="52" y="74"/>
                  </a:cubicBezTo>
                  <a:cubicBezTo>
                    <a:pt x="55" y="76"/>
                    <a:pt x="58" y="72"/>
                    <a:pt x="60" y="73"/>
                  </a:cubicBezTo>
                  <a:cubicBezTo>
                    <a:pt x="62" y="73"/>
                    <a:pt x="64" y="69"/>
                    <a:pt x="66" y="69"/>
                  </a:cubicBezTo>
                  <a:cubicBezTo>
                    <a:pt x="69" y="70"/>
                    <a:pt x="71" y="61"/>
                    <a:pt x="70" y="57"/>
                  </a:cubicBezTo>
                  <a:cubicBezTo>
                    <a:pt x="70" y="53"/>
                    <a:pt x="74" y="43"/>
                    <a:pt x="71" y="4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09" name="Freeform 112"/>
            <p:cNvSpPr>
              <a:spLocks/>
            </p:cNvSpPr>
            <p:nvPr/>
          </p:nvSpPr>
          <p:spPr bwMode="auto">
            <a:xfrm>
              <a:off x="3613967" y="4057377"/>
              <a:ext cx="84155" cy="72292"/>
            </a:xfrm>
            <a:custGeom>
              <a:avLst/>
              <a:gdLst>
                <a:gd name="T0" fmla="*/ 27 w 28"/>
                <a:gd name="T1" fmla="*/ 18 h 23"/>
                <a:gd name="T2" fmla="*/ 28 w 28"/>
                <a:gd name="T3" fmla="*/ 13 h 23"/>
                <a:gd name="T4" fmla="*/ 20 w 28"/>
                <a:gd name="T5" fmla="*/ 2 h 23"/>
                <a:gd name="T6" fmla="*/ 15 w 28"/>
                <a:gd name="T7" fmla="*/ 2 h 23"/>
                <a:gd name="T8" fmla="*/ 7 w 28"/>
                <a:gd name="T9" fmla="*/ 0 h 23"/>
                <a:gd name="T10" fmla="*/ 2 w 28"/>
                <a:gd name="T11" fmla="*/ 0 h 23"/>
                <a:gd name="T12" fmla="*/ 2 w 28"/>
                <a:gd name="T13" fmla="*/ 4 h 23"/>
                <a:gd name="T14" fmla="*/ 4 w 28"/>
                <a:gd name="T15" fmla="*/ 11 h 23"/>
                <a:gd name="T16" fmla="*/ 9 w 28"/>
                <a:gd name="T17" fmla="*/ 10 h 23"/>
                <a:gd name="T18" fmla="*/ 13 w 28"/>
                <a:gd name="T19" fmla="*/ 13 h 23"/>
                <a:gd name="T20" fmla="*/ 19 w 28"/>
                <a:gd name="T21" fmla="*/ 18 h 23"/>
                <a:gd name="T22" fmla="*/ 23 w 28"/>
                <a:gd name="T23" fmla="*/ 23 h 23"/>
                <a:gd name="T24" fmla="*/ 25 w 28"/>
                <a:gd name="T25" fmla="*/ 23 h 23"/>
                <a:gd name="T26" fmla="*/ 27 w 28"/>
                <a:gd name="T27" fmla="*/ 1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23">
                  <a:moveTo>
                    <a:pt x="27" y="18"/>
                  </a:moveTo>
                  <a:cubicBezTo>
                    <a:pt x="26" y="17"/>
                    <a:pt x="26" y="15"/>
                    <a:pt x="28" y="13"/>
                  </a:cubicBezTo>
                  <a:cubicBezTo>
                    <a:pt x="25" y="9"/>
                    <a:pt x="21" y="5"/>
                    <a:pt x="20" y="2"/>
                  </a:cubicBezTo>
                  <a:cubicBezTo>
                    <a:pt x="18" y="3"/>
                    <a:pt x="16" y="3"/>
                    <a:pt x="15" y="2"/>
                  </a:cubicBezTo>
                  <a:cubicBezTo>
                    <a:pt x="13" y="0"/>
                    <a:pt x="9" y="1"/>
                    <a:pt x="7" y="0"/>
                  </a:cubicBezTo>
                  <a:cubicBezTo>
                    <a:pt x="6" y="0"/>
                    <a:pt x="4" y="0"/>
                    <a:pt x="2" y="0"/>
                  </a:cubicBezTo>
                  <a:cubicBezTo>
                    <a:pt x="3" y="2"/>
                    <a:pt x="3" y="3"/>
                    <a:pt x="2" y="4"/>
                  </a:cubicBezTo>
                  <a:cubicBezTo>
                    <a:pt x="0" y="5"/>
                    <a:pt x="0" y="9"/>
                    <a:pt x="4" y="11"/>
                  </a:cubicBezTo>
                  <a:cubicBezTo>
                    <a:pt x="8" y="12"/>
                    <a:pt x="7" y="10"/>
                    <a:pt x="9" y="10"/>
                  </a:cubicBezTo>
                  <a:cubicBezTo>
                    <a:pt x="11" y="10"/>
                    <a:pt x="11" y="13"/>
                    <a:pt x="13" y="13"/>
                  </a:cubicBezTo>
                  <a:cubicBezTo>
                    <a:pt x="14" y="13"/>
                    <a:pt x="19" y="15"/>
                    <a:pt x="19" y="18"/>
                  </a:cubicBezTo>
                  <a:cubicBezTo>
                    <a:pt x="18" y="21"/>
                    <a:pt x="20" y="23"/>
                    <a:pt x="23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6" y="21"/>
                    <a:pt x="27" y="19"/>
                    <a:pt x="27" y="1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10" name="Freeform 113"/>
            <p:cNvSpPr>
              <a:spLocks/>
            </p:cNvSpPr>
            <p:nvPr/>
          </p:nvSpPr>
          <p:spPr bwMode="auto">
            <a:xfrm>
              <a:off x="3689197" y="4091551"/>
              <a:ext cx="150460" cy="74920"/>
            </a:xfrm>
            <a:custGeom>
              <a:avLst/>
              <a:gdLst>
                <a:gd name="T0" fmla="*/ 44 w 50"/>
                <a:gd name="T1" fmla="*/ 7 h 24"/>
                <a:gd name="T2" fmla="*/ 33 w 50"/>
                <a:gd name="T3" fmla="*/ 1 h 24"/>
                <a:gd name="T4" fmla="*/ 21 w 50"/>
                <a:gd name="T5" fmla="*/ 6 h 24"/>
                <a:gd name="T6" fmla="*/ 7 w 50"/>
                <a:gd name="T7" fmla="*/ 6 h 24"/>
                <a:gd name="T8" fmla="*/ 3 w 50"/>
                <a:gd name="T9" fmla="*/ 2 h 24"/>
                <a:gd name="T10" fmla="*/ 2 w 50"/>
                <a:gd name="T11" fmla="*/ 7 h 24"/>
                <a:gd name="T12" fmla="*/ 0 w 50"/>
                <a:gd name="T13" fmla="*/ 12 h 24"/>
                <a:gd name="T14" fmla="*/ 11 w 50"/>
                <a:gd name="T15" fmla="*/ 17 h 24"/>
                <a:gd name="T16" fmla="*/ 17 w 50"/>
                <a:gd name="T17" fmla="*/ 21 h 24"/>
                <a:gd name="T18" fmla="*/ 24 w 50"/>
                <a:gd name="T19" fmla="*/ 19 h 24"/>
                <a:gd name="T20" fmla="*/ 22 w 50"/>
                <a:gd name="T21" fmla="*/ 14 h 24"/>
                <a:gd name="T22" fmla="*/ 26 w 50"/>
                <a:gd name="T23" fmla="*/ 10 h 24"/>
                <a:gd name="T24" fmla="*/ 35 w 50"/>
                <a:gd name="T25" fmla="*/ 7 h 24"/>
                <a:gd name="T26" fmla="*/ 38 w 50"/>
                <a:gd name="T27" fmla="*/ 13 h 24"/>
                <a:gd name="T28" fmla="*/ 43 w 50"/>
                <a:gd name="T29" fmla="*/ 22 h 24"/>
                <a:gd name="T30" fmla="*/ 48 w 50"/>
                <a:gd name="T31" fmla="*/ 16 h 24"/>
                <a:gd name="T32" fmla="*/ 50 w 50"/>
                <a:gd name="T33" fmla="*/ 14 h 24"/>
                <a:gd name="T34" fmla="*/ 44 w 50"/>
                <a:gd name="T35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0" h="24">
                  <a:moveTo>
                    <a:pt x="44" y="7"/>
                  </a:moveTo>
                  <a:cubicBezTo>
                    <a:pt x="41" y="3"/>
                    <a:pt x="36" y="3"/>
                    <a:pt x="33" y="1"/>
                  </a:cubicBezTo>
                  <a:cubicBezTo>
                    <a:pt x="29" y="0"/>
                    <a:pt x="25" y="2"/>
                    <a:pt x="21" y="6"/>
                  </a:cubicBezTo>
                  <a:cubicBezTo>
                    <a:pt x="16" y="10"/>
                    <a:pt x="11" y="8"/>
                    <a:pt x="7" y="6"/>
                  </a:cubicBezTo>
                  <a:cubicBezTo>
                    <a:pt x="6" y="5"/>
                    <a:pt x="5" y="4"/>
                    <a:pt x="3" y="2"/>
                  </a:cubicBezTo>
                  <a:cubicBezTo>
                    <a:pt x="1" y="4"/>
                    <a:pt x="1" y="6"/>
                    <a:pt x="2" y="7"/>
                  </a:cubicBezTo>
                  <a:cubicBezTo>
                    <a:pt x="2" y="8"/>
                    <a:pt x="1" y="10"/>
                    <a:pt x="0" y="12"/>
                  </a:cubicBezTo>
                  <a:cubicBezTo>
                    <a:pt x="4" y="12"/>
                    <a:pt x="9" y="14"/>
                    <a:pt x="11" y="17"/>
                  </a:cubicBezTo>
                  <a:cubicBezTo>
                    <a:pt x="14" y="20"/>
                    <a:pt x="16" y="18"/>
                    <a:pt x="17" y="21"/>
                  </a:cubicBezTo>
                  <a:cubicBezTo>
                    <a:pt x="19" y="24"/>
                    <a:pt x="23" y="21"/>
                    <a:pt x="24" y="19"/>
                  </a:cubicBezTo>
                  <a:cubicBezTo>
                    <a:pt x="25" y="17"/>
                    <a:pt x="22" y="16"/>
                    <a:pt x="22" y="14"/>
                  </a:cubicBezTo>
                  <a:cubicBezTo>
                    <a:pt x="21" y="12"/>
                    <a:pt x="25" y="13"/>
                    <a:pt x="26" y="10"/>
                  </a:cubicBezTo>
                  <a:cubicBezTo>
                    <a:pt x="27" y="7"/>
                    <a:pt x="33" y="6"/>
                    <a:pt x="35" y="7"/>
                  </a:cubicBezTo>
                  <a:cubicBezTo>
                    <a:pt x="38" y="8"/>
                    <a:pt x="40" y="10"/>
                    <a:pt x="38" y="13"/>
                  </a:cubicBezTo>
                  <a:cubicBezTo>
                    <a:pt x="36" y="15"/>
                    <a:pt x="40" y="19"/>
                    <a:pt x="43" y="22"/>
                  </a:cubicBezTo>
                  <a:cubicBezTo>
                    <a:pt x="45" y="20"/>
                    <a:pt x="47" y="17"/>
                    <a:pt x="48" y="16"/>
                  </a:cubicBezTo>
                  <a:cubicBezTo>
                    <a:pt x="49" y="16"/>
                    <a:pt x="49" y="15"/>
                    <a:pt x="50" y="14"/>
                  </a:cubicBezTo>
                  <a:cubicBezTo>
                    <a:pt x="48" y="13"/>
                    <a:pt x="46" y="10"/>
                    <a:pt x="44" y="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11" name="Freeform 114"/>
            <p:cNvSpPr>
              <a:spLocks/>
            </p:cNvSpPr>
            <p:nvPr/>
          </p:nvSpPr>
          <p:spPr bwMode="auto">
            <a:xfrm>
              <a:off x="3791205" y="4016630"/>
              <a:ext cx="304746" cy="445577"/>
            </a:xfrm>
            <a:custGeom>
              <a:avLst/>
              <a:gdLst>
                <a:gd name="T0" fmla="*/ 16 w 101"/>
                <a:gd name="T1" fmla="*/ 104 h 143"/>
                <a:gd name="T2" fmla="*/ 22 w 101"/>
                <a:gd name="T3" fmla="*/ 104 h 143"/>
                <a:gd name="T4" fmla="*/ 28 w 101"/>
                <a:gd name="T5" fmla="*/ 109 h 143"/>
                <a:gd name="T6" fmla="*/ 28 w 101"/>
                <a:gd name="T7" fmla="*/ 109 h 143"/>
                <a:gd name="T8" fmla="*/ 36 w 101"/>
                <a:gd name="T9" fmla="*/ 109 h 143"/>
                <a:gd name="T10" fmla="*/ 41 w 101"/>
                <a:gd name="T11" fmla="*/ 116 h 143"/>
                <a:gd name="T12" fmla="*/ 46 w 101"/>
                <a:gd name="T13" fmla="*/ 121 h 143"/>
                <a:gd name="T14" fmla="*/ 49 w 101"/>
                <a:gd name="T15" fmla="*/ 127 h 143"/>
                <a:gd name="T16" fmla="*/ 59 w 101"/>
                <a:gd name="T17" fmla="*/ 128 h 143"/>
                <a:gd name="T18" fmla="*/ 64 w 101"/>
                <a:gd name="T19" fmla="*/ 127 h 143"/>
                <a:gd name="T20" fmla="*/ 69 w 101"/>
                <a:gd name="T21" fmla="*/ 127 h 143"/>
                <a:gd name="T22" fmla="*/ 75 w 101"/>
                <a:gd name="T23" fmla="*/ 132 h 143"/>
                <a:gd name="T24" fmla="*/ 71 w 101"/>
                <a:gd name="T25" fmla="*/ 139 h 143"/>
                <a:gd name="T26" fmla="*/ 76 w 101"/>
                <a:gd name="T27" fmla="*/ 143 h 143"/>
                <a:gd name="T28" fmla="*/ 76 w 101"/>
                <a:gd name="T29" fmla="*/ 143 h 143"/>
                <a:gd name="T30" fmla="*/ 80 w 101"/>
                <a:gd name="T31" fmla="*/ 132 h 143"/>
                <a:gd name="T32" fmla="*/ 81 w 101"/>
                <a:gd name="T33" fmla="*/ 120 h 143"/>
                <a:gd name="T34" fmla="*/ 76 w 101"/>
                <a:gd name="T35" fmla="*/ 106 h 143"/>
                <a:gd name="T36" fmla="*/ 82 w 101"/>
                <a:gd name="T37" fmla="*/ 102 h 143"/>
                <a:gd name="T38" fmla="*/ 80 w 101"/>
                <a:gd name="T39" fmla="*/ 98 h 143"/>
                <a:gd name="T40" fmla="*/ 78 w 101"/>
                <a:gd name="T41" fmla="*/ 94 h 143"/>
                <a:gd name="T42" fmla="*/ 91 w 101"/>
                <a:gd name="T43" fmla="*/ 93 h 143"/>
                <a:gd name="T44" fmla="*/ 100 w 101"/>
                <a:gd name="T45" fmla="*/ 90 h 143"/>
                <a:gd name="T46" fmla="*/ 99 w 101"/>
                <a:gd name="T47" fmla="*/ 85 h 143"/>
                <a:gd name="T48" fmla="*/ 99 w 101"/>
                <a:gd name="T49" fmla="*/ 79 h 143"/>
                <a:gd name="T50" fmla="*/ 96 w 101"/>
                <a:gd name="T51" fmla="*/ 73 h 143"/>
                <a:gd name="T52" fmla="*/ 98 w 101"/>
                <a:gd name="T53" fmla="*/ 57 h 143"/>
                <a:gd name="T54" fmla="*/ 88 w 101"/>
                <a:gd name="T55" fmla="*/ 55 h 143"/>
                <a:gd name="T56" fmla="*/ 76 w 101"/>
                <a:gd name="T57" fmla="*/ 49 h 143"/>
                <a:gd name="T58" fmla="*/ 62 w 101"/>
                <a:gd name="T59" fmla="*/ 48 h 143"/>
                <a:gd name="T60" fmla="*/ 56 w 101"/>
                <a:gd name="T61" fmla="*/ 37 h 143"/>
                <a:gd name="T62" fmla="*/ 52 w 101"/>
                <a:gd name="T63" fmla="*/ 32 h 143"/>
                <a:gd name="T64" fmla="*/ 48 w 101"/>
                <a:gd name="T65" fmla="*/ 30 h 143"/>
                <a:gd name="T66" fmla="*/ 50 w 101"/>
                <a:gd name="T67" fmla="*/ 26 h 143"/>
                <a:gd name="T68" fmla="*/ 51 w 101"/>
                <a:gd name="T69" fmla="*/ 20 h 143"/>
                <a:gd name="T70" fmla="*/ 58 w 101"/>
                <a:gd name="T71" fmla="*/ 10 h 143"/>
                <a:gd name="T72" fmla="*/ 61 w 101"/>
                <a:gd name="T73" fmla="*/ 8 h 143"/>
                <a:gd name="T74" fmla="*/ 63 w 101"/>
                <a:gd name="T75" fmla="*/ 7 h 143"/>
                <a:gd name="T76" fmla="*/ 65 w 101"/>
                <a:gd name="T77" fmla="*/ 2 h 143"/>
                <a:gd name="T78" fmla="*/ 56 w 101"/>
                <a:gd name="T79" fmla="*/ 6 h 143"/>
                <a:gd name="T80" fmla="*/ 48 w 101"/>
                <a:gd name="T81" fmla="*/ 10 h 143"/>
                <a:gd name="T82" fmla="*/ 41 w 101"/>
                <a:gd name="T83" fmla="*/ 13 h 143"/>
                <a:gd name="T84" fmla="*/ 37 w 101"/>
                <a:gd name="T85" fmla="*/ 12 h 143"/>
                <a:gd name="T86" fmla="*/ 29 w 101"/>
                <a:gd name="T87" fmla="*/ 20 h 143"/>
                <a:gd name="T88" fmla="*/ 26 w 101"/>
                <a:gd name="T89" fmla="*/ 28 h 143"/>
                <a:gd name="T90" fmla="*/ 17 w 101"/>
                <a:gd name="T91" fmla="*/ 37 h 143"/>
                <a:gd name="T92" fmla="*/ 16 w 101"/>
                <a:gd name="T93" fmla="*/ 38 h 143"/>
                <a:gd name="T94" fmla="*/ 14 w 101"/>
                <a:gd name="T95" fmla="*/ 40 h 143"/>
                <a:gd name="T96" fmla="*/ 9 w 101"/>
                <a:gd name="T97" fmla="*/ 46 h 143"/>
                <a:gd name="T98" fmla="*/ 11 w 101"/>
                <a:gd name="T99" fmla="*/ 48 h 143"/>
                <a:gd name="T100" fmla="*/ 13 w 101"/>
                <a:gd name="T101" fmla="*/ 55 h 143"/>
                <a:gd name="T102" fmla="*/ 13 w 101"/>
                <a:gd name="T103" fmla="*/ 60 h 143"/>
                <a:gd name="T104" fmla="*/ 15 w 101"/>
                <a:gd name="T105" fmla="*/ 73 h 143"/>
                <a:gd name="T106" fmla="*/ 13 w 101"/>
                <a:gd name="T107" fmla="*/ 80 h 143"/>
                <a:gd name="T108" fmla="*/ 6 w 101"/>
                <a:gd name="T109" fmla="*/ 86 h 143"/>
                <a:gd name="T110" fmla="*/ 2 w 101"/>
                <a:gd name="T111" fmla="*/ 91 h 143"/>
                <a:gd name="T112" fmla="*/ 0 w 101"/>
                <a:gd name="T113" fmla="*/ 95 h 143"/>
                <a:gd name="T114" fmla="*/ 10 w 101"/>
                <a:gd name="T115" fmla="*/ 100 h 143"/>
                <a:gd name="T116" fmla="*/ 16 w 101"/>
                <a:gd name="T117" fmla="*/ 10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1" h="143">
                  <a:moveTo>
                    <a:pt x="16" y="104"/>
                  </a:moveTo>
                  <a:cubicBezTo>
                    <a:pt x="18" y="106"/>
                    <a:pt x="21" y="105"/>
                    <a:pt x="22" y="104"/>
                  </a:cubicBezTo>
                  <a:cubicBezTo>
                    <a:pt x="23" y="103"/>
                    <a:pt x="25" y="105"/>
                    <a:pt x="28" y="109"/>
                  </a:cubicBezTo>
                  <a:cubicBezTo>
                    <a:pt x="28" y="109"/>
                    <a:pt x="28" y="109"/>
                    <a:pt x="28" y="109"/>
                  </a:cubicBezTo>
                  <a:cubicBezTo>
                    <a:pt x="31" y="109"/>
                    <a:pt x="34" y="108"/>
                    <a:pt x="36" y="109"/>
                  </a:cubicBezTo>
                  <a:cubicBezTo>
                    <a:pt x="38" y="111"/>
                    <a:pt x="37" y="116"/>
                    <a:pt x="41" y="116"/>
                  </a:cubicBezTo>
                  <a:cubicBezTo>
                    <a:pt x="44" y="116"/>
                    <a:pt x="46" y="120"/>
                    <a:pt x="46" y="121"/>
                  </a:cubicBezTo>
                  <a:cubicBezTo>
                    <a:pt x="46" y="123"/>
                    <a:pt x="49" y="124"/>
                    <a:pt x="49" y="127"/>
                  </a:cubicBezTo>
                  <a:cubicBezTo>
                    <a:pt x="49" y="129"/>
                    <a:pt x="58" y="129"/>
                    <a:pt x="59" y="128"/>
                  </a:cubicBezTo>
                  <a:cubicBezTo>
                    <a:pt x="60" y="127"/>
                    <a:pt x="62" y="126"/>
                    <a:pt x="64" y="127"/>
                  </a:cubicBezTo>
                  <a:cubicBezTo>
                    <a:pt x="65" y="128"/>
                    <a:pt x="68" y="126"/>
                    <a:pt x="69" y="127"/>
                  </a:cubicBezTo>
                  <a:cubicBezTo>
                    <a:pt x="71" y="128"/>
                    <a:pt x="77" y="130"/>
                    <a:pt x="75" y="132"/>
                  </a:cubicBezTo>
                  <a:cubicBezTo>
                    <a:pt x="74" y="134"/>
                    <a:pt x="70" y="137"/>
                    <a:pt x="71" y="139"/>
                  </a:cubicBezTo>
                  <a:cubicBezTo>
                    <a:pt x="72" y="140"/>
                    <a:pt x="75" y="141"/>
                    <a:pt x="76" y="143"/>
                  </a:cubicBezTo>
                  <a:cubicBezTo>
                    <a:pt x="76" y="143"/>
                    <a:pt x="76" y="143"/>
                    <a:pt x="76" y="143"/>
                  </a:cubicBezTo>
                  <a:cubicBezTo>
                    <a:pt x="79" y="142"/>
                    <a:pt x="80" y="134"/>
                    <a:pt x="80" y="132"/>
                  </a:cubicBezTo>
                  <a:cubicBezTo>
                    <a:pt x="80" y="129"/>
                    <a:pt x="81" y="123"/>
                    <a:pt x="81" y="120"/>
                  </a:cubicBezTo>
                  <a:cubicBezTo>
                    <a:pt x="83" y="115"/>
                    <a:pt x="76" y="112"/>
                    <a:pt x="76" y="106"/>
                  </a:cubicBezTo>
                  <a:cubicBezTo>
                    <a:pt x="76" y="101"/>
                    <a:pt x="79" y="104"/>
                    <a:pt x="82" y="102"/>
                  </a:cubicBezTo>
                  <a:cubicBezTo>
                    <a:pt x="85" y="100"/>
                    <a:pt x="82" y="99"/>
                    <a:pt x="80" y="98"/>
                  </a:cubicBezTo>
                  <a:cubicBezTo>
                    <a:pt x="79" y="98"/>
                    <a:pt x="77" y="95"/>
                    <a:pt x="78" y="94"/>
                  </a:cubicBezTo>
                  <a:cubicBezTo>
                    <a:pt x="78" y="92"/>
                    <a:pt x="88" y="93"/>
                    <a:pt x="91" y="93"/>
                  </a:cubicBezTo>
                  <a:cubicBezTo>
                    <a:pt x="94" y="93"/>
                    <a:pt x="100" y="90"/>
                    <a:pt x="100" y="90"/>
                  </a:cubicBezTo>
                  <a:cubicBezTo>
                    <a:pt x="100" y="89"/>
                    <a:pt x="101" y="87"/>
                    <a:pt x="99" y="85"/>
                  </a:cubicBezTo>
                  <a:cubicBezTo>
                    <a:pt x="96" y="84"/>
                    <a:pt x="97" y="81"/>
                    <a:pt x="99" y="79"/>
                  </a:cubicBezTo>
                  <a:cubicBezTo>
                    <a:pt x="101" y="77"/>
                    <a:pt x="98" y="75"/>
                    <a:pt x="96" y="73"/>
                  </a:cubicBezTo>
                  <a:cubicBezTo>
                    <a:pt x="93" y="70"/>
                    <a:pt x="95" y="61"/>
                    <a:pt x="98" y="57"/>
                  </a:cubicBezTo>
                  <a:cubicBezTo>
                    <a:pt x="100" y="53"/>
                    <a:pt x="92" y="54"/>
                    <a:pt x="88" y="55"/>
                  </a:cubicBezTo>
                  <a:cubicBezTo>
                    <a:pt x="83" y="55"/>
                    <a:pt x="79" y="53"/>
                    <a:pt x="76" y="49"/>
                  </a:cubicBezTo>
                  <a:cubicBezTo>
                    <a:pt x="73" y="46"/>
                    <a:pt x="69" y="48"/>
                    <a:pt x="62" y="48"/>
                  </a:cubicBezTo>
                  <a:cubicBezTo>
                    <a:pt x="54" y="48"/>
                    <a:pt x="56" y="40"/>
                    <a:pt x="56" y="37"/>
                  </a:cubicBezTo>
                  <a:cubicBezTo>
                    <a:pt x="56" y="34"/>
                    <a:pt x="52" y="34"/>
                    <a:pt x="52" y="32"/>
                  </a:cubicBezTo>
                  <a:cubicBezTo>
                    <a:pt x="52" y="30"/>
                    <a:pt x="50" y="30"/>
                    <a:pt x="48" y="30"/>
                  </a:cubicBezTo>
                  <a:cubicBezTo>
                    <a:pt x="47" y="30"/>
                    <a:pt x="48" y="27"/>
                    <a:pt x="50" y="26"/>
                  </a:cubicBezTo>
                  <a:cubicBezTo>
                    <a:pt x="51" y="24"/>
                    <a:pt x="51" y="23"/>
                    <a:pt x="51" y="20"/>
                  </a:cubicBezTo>
                  <a:cubicBezTo>
                    <a:pt x="51" y="16"/>
                    <a:pt x="56" y="13"/>
                    <a:pt x="58" y="10"/>
                  </a:cubicBezTo>
                  <a:cubicBezTo>
                    <a:pt x="59" y="9"/>
                    <a:pt x="60" y="9"/>
                    <a:pt x="61" y="8"/>
                  </a:cubicBezTo>
                  <a:cubicBezTo>
                    <a:pt x="61" y="8"/>
                    <a:pt x="62" y="7"/>
                    <a:pt x="63" y="7"/>
                  </a:cubicBezTo>
                  <a:cubicBezTo>
                    <a:pt x="67" y="6"/>
                    <a:pt x="69" y="4"/>
                    <a:pt x="65" y="2"/>
                  </a:cubicBezTo>
                  <a:cubicBezTo>
                    <a:pt x="61" y="0"/>
                    <a:pt x="59" y="6"/>
                    <a:pt x="56" y="6"/>
                  </a:cubicBezTo>
                  <a:cubicBezTo>
                    <a:pt x="52" y="7"/>
                    <a:pt x="51" y="9"/>
                    <a:pt x="48" y="10"/>
                  </a:cubicBezTo>
                  <a:cubicBezTo>
                    <a:pt x="46" y="12"/>
                    <a:pt x="41" y="11"/>
                    <a:pt x="41" y="13"/>
                  </a:cubicBezTo>
                  <a:cubicBezTo>
                    <a:pt x="40" y="15"/>
                    <a:pt x="39" y="13"/>
                    <a:pt x="37" y="12"/>
                  </a:cubicBezTo>
                  <a:cubicBezTo>
                    <a:pt x="34" y="12"/>
                    <a:pt x="29" y="17"/>
                    <a:pt x="29" y="20"/>
                  </a:cubicBezTo>
                  <a:cubicBezTo>
                    <a:pt x="29" y="22"/>
                    <a:pt x="30" y="25"/>
                    <a:pt x="26" y="28"/>
                  </a:cubicBezTo>
                  <a:cubicBezTo>
                    <a:pt x="22" y="30"/>
                    <a:pt x="19" y="35"/>
                    <a:pt x="17" y="37"/>
                  </a:cubicBezTo>
                  <a:cubicBezTo>
                    <a:pt x="17" y="38"/>
                    <a:pt x="16" y="38"/>
                    <a:pt x="16" y="38"/>
                  </a:cubicBezTo>
                  <a:cubicBezTo>
                    <a:pt x="15" y="39"/>
                    <a:pt x="15" y="40"/>
                    <a:pt x="14" y="40"/>
                  </a:cubicBezTo>
                  <a:cubicBezTo>
                    <a:pt x="13" y="41"/>
                    <a:pt x="11" y="44"/>
                    <a:pt x="9" y="46"/>
                  </a:cubicBezTo>
                  <a:cubicBezTo>
                    <a:pt x="10" y="47"/>
                    <a:pt x="11" y="48"/>
                    <a:pt x="11" y="48"/>
                  </a:cubicBezTo>
                  <a:cubicBezTo>
                    <a:pt x="14" y="51"/>
                    <a:pt x="12" y="53"/>
                    <a:pt x="13" y="55"/>
                  </a:cubicBezTo>
                  <a:cubicBezTo>
                    <a:pt x="14" y="56"/>
                    <a:pt x="15" y="59"/>
                    <a:pt x="13" y="60"/>
                  </a:cubicBezTo>
                  <a:cubicBezTo>
                    <a:pt x="12" y="61"/>
                    <a:pt x="13" y="71"/>
                    <a:pt x="15" y="73"/>
                  </a:cubicBezTo>
                  <a:cubicBezTo>
                    <a:pt x="16" y="75"/>
                    <a:pt x="15" y="76"/>
                    <a:pt x="13" y="80"/>
                  </a:cubicBezTo>
                  <a:cubicBezTo>
                    <a:pt x="11" y="84"/>
                    <a:pt x="9" y="85"/>
                    <a:pt x="6" y="86"/>
                  </a:cubicBezTo>
                  <a:cubicBezTo>
                    <a:pt x="2" y="86"/>
                    <a:pt x="3" y="91"/>
                    <a:pt x="2" y="91"/>
                  </a:cubicBezTo>
                  <a:cubicBezTo>
                    <a:pt x="1" y="91"/>
                    <a:pt x="0" y="93"/>
                    <a:pt x="0" y="95"/>
                  </a:cubicBezTo>
                  <a:cubicBezTo>
                    <a:pt x="3" y="97"/>
                    <a:pt x="9" y="100"/>
                    <a:pt x="10" y="100"/>
                  </a:cubicBezTo>
                  <a:cubicBezTo>
                    <a:pt x="12" y="100"/>
                    <a:pt x="13" y="103"/>
                    <a:pt x="16" y="10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12" name="Freeform 115"/>
            <p:cNvSpPr>
              <a:spLocks/>
            </p:cNvSpPr>
            <p:nvPr/>
          </p:nvSpPr>
          <p:spPr bwMode="auto">
            <a:xfrm>
              <a:off x="4029646" y="4608105"/>
              <a:ext cx="313671" cy="364085"/>
            </a:xfrm>
            <a:custGeom>
              <a:avLst/>
              <a:gdLst>
                <a:gd name="T0" fmla="*/ 102 w 104"/>
                <a:gd name="T1" fmla="*/ 70 h 117"/>
                <a:gd name="T2" fmla="*/ 97 w 104"/>
                <a:gd name="T3" fmla="*/ 62 h 117"/>
                <a:gd name="T4" fmla="*/ 90 w 104"/>
                <a:gd name="T5" fmla="*/ 58 h 117"/>
                <a:gd name="T6" fmla="*/ 81 w 104"/>
                <a:gd name="T7" fmla="*/ 53 h 117"/>
                <a:gd name="T8" fmla="*/ 80 w 104"/>
                <a:gd name="T9" fmla="*/ 46 h 117"/>
                <a:gd name="T10" fmla="*/ 79 w 104"/>
                <a:gd name="T11" fmla="*/ 40 h 117"/>
                <a:gd name="T12" fmla="*/ 76 w 104"/>
                <a:gd name="T13" fmla="*/ 34 h 117"/>
                <a:gd name="T14" fmla="*/ 66 w 104"/>
                <a:gd name="T15" fmla="*/ 32 h 117"/>
                <a:gd name="T16" fmla="*/ 59 w 104"/>
                <a:gd name="T17" fmla="*/ 29 h 117"/>
                <a:gd name="T18" fmla="*/ 56 w 104"/>
                <a:gd name="T19" fmla="*/ 26 h 117"/>
                <a:gd name="T20" fmla="*/ 50 w 104"/>
                <a:gd name="T21" fmla="*/ 25 h 117"/>
                <a:gd name="T22" fmla="*/ 40 w 104"/>
                <a:gd name="T23" fmla="*/ 19 h 117"/>
                <a:gd name="T24" fmla="*/ 37 w 104"/>
                <a:gd name="T25" fmla="*/ 2 h 117"/>
                <a:gd name="T26" fmla="*/ 29 w 104"/>
                <a:gd name="T27" fmla="*/ 2 h 117"/>
                <a:gd name="T28" fmla="*/ 19 w 104"/>
                <a:gd name="T29" fmla="*/ 6 h 117"/>
                <a:gd name="T30" fmla="*/ 12 w 104"/>
                <a:gd name="T31" fmla="*/ 10 h 117"/>
                <a:gd name="T32" fmla="*/ 5 w 104"/>
                <a:gd name="T33" fmla="*/ 12 h 117"/>
                <a:gd name="T34" fmla="*/ 2 w 104"/>
                <a:gd name="T35" fmla="*/ 11 h 117"/>
                <a:gd name="T36" fmla="*/ 8 w 104"/>
                <a:gd name="T37" fmla="*/ 23 h 117"/>
                <a:gd name="T38" fmla="*/ 6 w 104"/>
                <a:gd name="T39" fmla="*/ 27 h 117"/>
                <a:gd name="T40" fmla="*/ 6 w 104"/>
                <a:gd name="T41" fmla="*/ 39 h 117"/>
                <a:gd name="T42" fmla="*/ 4 w 104"/>
                <a:gd name="T43" fmla="*/ 46 h 117"/>
                <a:gd name="T44" fmla="*/ 2 w 104"/>
                <a:gd name="T45" fmla="*/ 54 h 117"/>
                <a:gd name="T46" fmla="*/ 6 w 104"/>
                <a:gd name="T47" fmla="*/ 58 h 117"/>
                <a:gd name="T48" fmla="*/ 1 w 104"/>
                <a:gd name="T49" fmla="*/ 64 h 117"/>
                <a:gd name="T50" fmla="*/ 1 w 104"/>
                <a:gd name="T51" fmla="*/ 68 h 117"/>
                <a:gd name="T52" fmla="*/ 4 w 104"/>
                <a:gd name="T53" fmla="*/ 72 h 117"/>
                <a:gd name="T54" fmla="*/ 6 w 104"/>
                <a:gd name="T55" fmla="*/ 81 h 117"/>
                <a:gd name="T56" fmla="*/ 9 w 104"/>
                <a:gd name="T57" fmla="*/ 85 h 117"/>
                <a:gd name="T58" fmla="*/ 8 w 104"/>
                <a:gd name="T59" fmla="*/ 91 h 117"/>
                <a:gd name="T60" fmla="*/ 11 w 104"/>
                <a:gd name="T61" fmla="*/ 98 h 117"/>
                <a:gd name="T62" fmla="*/ 14 w 104"/>
                <a:gd name="T63" fmla="*/ 106 h 117"/>
                <a:gd name="T64" fmla="*/ 16 w 104"/>
                <a:gd name="T65" fmla="*/ 115 h 117"/>
                <a:gd name="T66" fmla="*/ 27 w 104"/>
                <a:gd name="T67" fmla="*/ 109 h 117"/>
                <a:gd name="T68" fmla="*/ 35 w 104"/>
                <a:gd name="T69" fmla="*/ 108 h 117"/>
                <a:gd name="T70" fmla="*/ 44 w 104"/>
                <a:gd name="T71" fmla="*/ 112 h 117"/>
                <a:gd name="T72" fmla="*/ 49 w 104"/>
                <a:gd name="T73" fmla="*/ 107 h 117"/>
                <a:gd name="T74" fmla="*/ 60 w 104"/>
                <a:gd name="T75" fmla="*/ 107 h 117"/>
                <a:gd name="T76" fmla="*/ 63 w 104"/>
                <a:gd name="T77" fmla="*/ 94 h 117"/>
                <a:gd name="T78" fmla="*/ 69 w 104"/>
                <a:gd name="T79" fmla="*/ 86 h 117"/>
                <a:gd name="T80" fmla="*/ 80 w 104"/>
                <a:gd name="T81" fmla="*/ 85 h 117"/>
                <a:gd name="T82" fmla="*/ 89 w 104"/>
                <a:gd name="T83" fmla="*/ 84 h 117"/>
                <a:gd name="T84" fmla="*/ 97 w 104"/>
                <a:gd name="T85" fmla="*/ 87 h 117"/>
                <a:gd name="T86" fmla="*/ 101 w 104"/>
                <a:gd name="T87" fmla="*/ 81 h 117"/>
                <a:gd name="T88" fmla="*/ 102 w 104"/>
                <a:gd name="T89" fmla="*/ 7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4" h="117">
                  <a:moveTo>
                    <a:pt x="102" y="70"/>
                  </a:moveTo>
                  <a:cubicBezTo>
                    <a:pt x="101" y="66"/>
                    <a:pt x="97" y="66"/>
                    <a:pt x="97" y="62"/>
                  </a:cubicBezTo>
                  <a:cubicBezTo>
                    <a:pt x="97" y="58"/>
                    <a:pt x="96" y="57"/>
                    <a:pt x="90" y="58"/>
                  </a:cubicBezTo>
                  <a:cubicBezTo>
                    <a:pt x="85" y="58"/>
                    <a:pt x="81" y="57"/>
                    <a:pt x="81" y="53"/>
                  </a:cubicBezTo>
                  <a:cubicBezTo>
                    <a:pt x="81" y="50"/>
                    <a:pt x="78" y="48"/>
                    <a:pt x="80" y="46"/>
                  </a:cubicBezTo>
                  <a:cubicBezTo>
                    <a:pt x="83" y="45"/>
                    <a:pt x="78" y="43"/>
                    <a:pt x="79" y="40"/>
                  </a:cubicBezTo>
                  <a:cubicBezTo>
                    <a:pt x="79" y="37"/>
                    <a:pt x="77" y="36"/>
                    <a:pt x="76" y="34"/>
                  </a:cubicBezTo>
                  <a:cubicBezTo>
                    <a:pt x="74" y="33"/>
                    <a:pt x="66" y="35"/>
                    <a:pt x="66" y="32"/>
                  </a:cubicBezTo>
                  <a:cubicBezTo>
                    <a:pt x="66" y="29"/>
                    <a:pt x="62" y="29"/>
                    <a:pt x="59" y="29"/>
                  </a:cubicBezTo>
                  <a:cubicBezTo>
                    <a:pt x="57" y="29"/>
                    <a:pt x="59" y="26"/>
                    <a:pt x="56" y="26"/>
                  </a:cubicBezTo>
                  <a:cubicBezTo>
                    <a:pt x="53" y="26"/>
                    <a:pt x="54" y="24"/>
                    <a:pt x="50" y="25"/>
                  </a:cubicBezTo>
                  <a:cubicBezTo>
                    <a:pt x="46" y="25"/>
                    <a:pt x="44" y="23"/>
                    <a:pt x="40" y="19"/>
                  </a:cubicBezTo>
                  <a:cubicBezTo>
                    <a:pt x="36" y="14"/>
                    <a:pt x="37" y="5"/>
                    <a:pt x="37" y="2"/>
                  </a:cubicBezTo>
                  <a:cubicBezTo>
                    <a:pt x="38" y="0"/>
                    <a:pt x="33" y="2"/>
                    <a:pt x="29" y="2"/>
                  </a:cubicBezTo>
                  <a:cubicBezTo>
                    <a:pt x="26" y="2"/>
                    <a:pt x="23" y="4"/>
                    <a:pt x="19" y="6"/>
                  </a:cubicBezTo>
                  <a:cubicBezTo>
                    <a:pt x="16" y="8"/>
                    <a:pt x="14" y="8"/>
                    <a:pt x="12" y="10"/>
                  </a:cubicBezTo>
                  <a:cubicBezTo>
                    <a:pt x="10" y="12"/>
                    <a:pt x="8" y="13"/>
                    <a:pt x="5" y="12"/>
                  </a:cubicBezTo>
                  <a:cubicBezTo>
                    <a:pt x="4" y="11"/>
                    <a:pt x="3" y="11"/>
                    <a:pt x="2" y="11"/>
                  </a:cubicBezTo>
                  <a:cubicBezTo>
                    <a:pt x="4" y="15"/>
                    <a:pt x="7" y="21"/>
                    <a:pt x="8" y="23"/>
                  </a:cubicBezTo>
                  <a:cubicBezTo>
                    <a:pt x="9" y="26"/>
                    <a:pt x="7" y="26"/>
                    <a:pt x="6" y="27"/>
                  </a:cubicBezTo>
                  <a:cubicBezTo>
                    <a:pt x="5" y="28"/>
                    <a:pt x="6" y="37"/>
                    <a:pt x="6" y="39"/>
                  </a:cubicBezTo>
                  <a:cubicBezTo>
                    <a:pt x="7" y="41"/>
                    <a:pt x="3" y="45"/>
                    <a:pt x="4" y="46"/>
                  </a:cubicBezTo>
                  <a:cubicBezTo>
                    <a:pt x="6" y="48"/>
                    <a:pt x="2" y="51"/>
                    <a:pt x="2" y="54"/>
                  </a:cubicBezTo>
                  <a:cubicBezTo>
                    <a:pt x="2" y="56"/>
                    <a:pt x="6" y="56"/>
                    <a:pt x="6" y="58"/>
                  </a:cubicBezTo>
                  <a:cubicBezTo>
                    <a:pt x="6" y="59"/>
                    <a:pt x="3" y="63"/>
                    <a:pt x="1" y="64"/>
                  </a:cubicBezTo>
                  <a:cubicBezTo>
                    <a:pt x="0" y="65"/>
                    <a:pt x="0" y="66"/>
                    <a:pt x="1" y="68"/>
                  </a:cubicBezTo>
                  <a:cubicBezTo>
                    <a:pt x="1" y="68"/>
                    <a:pt x="1" y="70"/>
                    <a:pt x="4" y="72"/>
                  </a:cubicBezTo>
                  <a:cubicBezTo>
                    <a:pt x="7" y="74"/>
                    <a:pt x="3" y="78"/>
                    <a:pt x="6" y="81"/>
                  </a:cubicBezTo>
                  <a:cubicBezTo>
                    <a:pt x="8" y="84"/>
                    <a:pt x="11" y="84"/>
                    <a:pt x="9" y="85"/>
                  </a:cubicBezTo>
                  <a:cubicBezTo>
                    <a:pt x="8" y="87"/>
                    <a:pt x="10" y="90"/>
                    <a:pt x="8" y="91"/>
                  </a:cubicBezTo>
                  <a:cubicBezTo>
                    <a:pt x="6" y="93"/>
                    <a:pt x="8" y="97"/>
                    <a:pt x="11" y="98"/>
                  </a:cubicBezTo>
                  <a:cubicBezTo>
                    <a:pt x="13" y="99"/>
                    <a:pt x="11" y="104"/>
                    <a:pt x="14" y="106"/>
                  </a:cubicBezTo>
                  <a:cubicBezTo>
                    <a:pt x="16" y="108"/>
                    <a:pt x="15" y="114"/>
                    <a:pt x="16" y="115"/>
                  </a:cubicBezTo>
                  <a:cubicBezTo>
                    <a:pt x="16" y="117"/>
                    <a:pt x="23" y="113"/>
                    <a:pt x="27" y="109"/>
                  </a:cubicBezTo>
                  <a:cubicBezTo>
                    <a:pt x="31" y="104"/>
                    <a:pt x="31" y="108"/>
                    <a:pt x="35" y="108"/>
                  </a:cubicBezTo>
                  <a:cubicBezTo>
                    <a:pt x="38" y="109"/>
                    <a:pt x="43" y="109"/>
                    <a:pt x="44" y="112"/>
                  </a:cubicBezTo>
                  <a:cubicBezTo>
                    <a:pt x="46" y="116"/>
                    <a:pt x="48" y="109"/>
                    <a:pt x="49" y="107"/>
                  </a:cubicBezTo>
                  <a:cubicBezTo>
                    <a:pt x="51" y="106"/>
                    <a:pt x="59" y="108"/>
                    <a:pt x="60" y="107"/>
                  </a:cubicBezTo>
                  <a:cubicBezTo>
                    <a:pt x="62" y="107"/>
                    <a:pt x="63" y="96"/>
                    <a:pt x="63" y="94"/>
                  </a:cubicBezTo>
                  <a:cubicBezTo>
                    <a:pt x="63" y="93"/>
                    <a:pt x="66" y="88"/>
                    <a:pt x="69" y="86"/>
                  </a:cubicBezTo>
                  <a:cubicBezTo>
                    <a:pt x="72" y="84"/>
                    <a:pt x="77" y="86"/>
                    <a:pt x="80" y="85"/>
                  </a:cubicBezTo>
                  <a:cubicBezTo>
                    <a:pt x="82" y="83"/>
                    <a:pt x="86" y="84"/>
                    <a:pt x="89" y="84"/>
                  </a:cubicBezTo>
                  <a:cubicBezTo>
                    <a:pt x="93" y="84"/>
                    <a:pt x="95" y="87"/>
                    <a:pt x="97" y="87"/>
                  </a:cubicBezTo>
                  <a:cubicBezTo>
                    <a:pt x="99" y="87"/>
                    <a:pt x="102" y="84"/>
                    <a:pt x="101" y="81"/>
                  </a:cubicBezTo>
                  <a:cubicBezTo>
                    <a:pt x="101" y="78"/>
                    <a:pt x="104" y="74"/>
                    <a:pt x="102" y="7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13" name="Freeform 116"/>
            <p:cNvSpPr>
              <a:spLocks/>
            </p:cNvSpPr>
            <p:nvPr/>
          </p:nvSpPr>
          <p:spPr bwMode="auto">
            <a:xfrm>
              <a:off x="3728725" y="4353114"/>
              <a:ext cx="327698" cy="491581"/>
            </a:xfrm>
            <a:custGeom>
              <a:avLst/>
              <a:gdLst>
                <a:gd name="T0" fmla="*/ 100 w 109"/>
                <a:gd name="T1" fmla="*/ 150 h 158"/>
                <a:gd name="T2" fmla="*/ 101 w 109"/>
                <a:gd name="T3" fmla="*/ 150 h 158"/>
                <a:gd name="T4" fmla="*/ 101 w 109"/>
                <a:gd name="T5" fmla="*/ 146 h 158"/>
                <a:gd name="T6" fmla="*/ 106 w 109"/>
                <a:gd name="T7" fmla="*/ 140 h 158"/>
                <a:gd name="T8" fmla="*/ 102 w 109"/>
                <a:gd name="T9" fmla="*/ 136 h 158"/>
                <a:gd name="T10" fmla="*/ 104 w 109"/>
                <a:gd name="T11" fmla="*/ 128 h 158"/>
                <a:gd name="T12" fmla="*/ 106 w 109"/>
                <a:gd name="T13" fmla="*/ 121 h 158"/>
                <a:gd name="T14" fmla="*/ 106 w 109"/>
                <a:gd name="T15" fmla="*/ 109 h 158"/>
                <a:gd name="T16" fmla="*/ 108 w 109"/>
                <a:gd name="T17" fmla="*/ 105 h 158"/>
                <a:gd name="T18" fmla="*/ 102 w 109"/>
                <a:gd name="T19" fmla="*/ 93 h 158"/>
                <a:gd name="T20" fmla="*/ 94 w 109"/>
                <a:gd name="T21" fmla="*/ 94 h 158"/>
                <a:gd name="T22" fmla="*/ 92 w 109"/>
                <a:gd name="T23" fmla="*/ 83 h 158"/>
                <a:gd name="T24" fmla="*/ 88 w 109"/>
                <a:gd name="T25" fmla="*/ 83 h 158"/>
                <a:gd name="T26" fmla="*/ 79 w 109"/>
                <a:gd name="T27" fmla="*/ 85 h 158"/>
                <a:gd name="T28" fmla="*/ 75 w 109"/>
                <a:gd name="T29" fmla="*/ 80 h 158"/>
                <a:gd name="T30" fmla="*/ 71 w 109"/>
                <a:gd name="T31" fmla="*/ 77 h 158"/>
                <a:gd name="T32" fmla="*/ 67 w 109"/>
                <a:gd name="T33" fmla="*/ 69 h 158"/>
                <a:gd name="T34" fmla="*/ 65 w 109"/>
                <a:gd name="T35" fmla="*/ 62 h 158"/>
                <a:gd name="T36" fmla="*/ 66 w 109"/>
                <a:gd name="T37" fmla="*/ 57 h 158"/>
                <a:gd name="T38" fmla="*/ 70 w 109"/>
                <a:gd name="T39" fmla="*/ 52 h 158"/>
                <a:gd name="T40" fmla="*/ 73 w 109"/>
                <a:gd name="T41" fmla="*/ 44 h 158"/>
                <a:gd name="T42" fmla="*/ 80 w 109"/>
                <a:gd name="T43" fmla="*/ 39 h 158"/>
                <a:gd name="T44" fmla="*/ 90 w 109"/>
                <a:gd name="T45" fmla="*/ 35 h 158"/>
                <a:gd name="T46" fmla="*/ 97 w 109"/>
                <a:gd name="T47" fmla="*/ 35 h 158"/>
                <a:gd name="T48" fmla="*/ 92 w 109"/>
                <a:gd name="T49" fmla="*/ 31 h 158"/>
                <a:gd name="T50" fmla="*/ 96 w 109"/>
                <a:gd name="T51" fmla="*/ 24 h 158"/>
                <a:gd name="T52" fmla="*/ 90 w 109"/>
                <a:gd name="T53" fmla="*/ 19 h 158"/>
                <a:gd name="T54" fmla="*/ 85 w 109"/>
                <a:gd name="T55" fmla="*/ 19 h 158"/>
                <a:gd name="T56" fmla="*/ 80 w 109"/>
                <a:gd name="T57" fmla="*/ 20 h 158"/>
                <a:gd name="T58" fmla="*/ 70 w 109"/>
                <a:gd name="T59" fmla="*/ 19 h 158"/>
                <a:gd name="T60" fmla="*/ 67 w 109"/>
                <a:gd name="T61" fmla="*/ 13 h 158"/>
                <a:gd name="T62" fmla="*/ 62 w 109"/>
                <a:gd name="T63" fmla="*/ 8 h 158"/>
                <a:gd name="T64" fmla="*/ 57 w 109"/>
                <a:gd name="T65" fmla="*/ 1 h 158"/>
                <a:gd name="T66" fmla="*/ 49 w 109"/>
                <a:gd name="T67" fmla="*/ 1 h 158"/>
                <a:gd name="T68" fmla="*/ 51 w 109"/>
                <a:gd name="T69" fmla="*/ 7 h 158"/>
                <a:gd name="T70" fmla="*/ 47 w 109"/>
                <a:gd name="T71" fmla="*/ 16 h 158"/>
                <a:gd name="T72" fmla="*/ 30 w 109"/>
                <a:gd name="T73" fmla="*/ 25 h 158"/>
                <a:gd name="T74" fmla="*/ 23 w 109"/>
                <a:gd name="T75" fmla="*/ 38 h 158"/>
                <a:gd name="T76" fmla="*/ 16 w 109"/>
                <a:gd name="T77" fmla="*/ 39 h 158"/>
                <a:gd name="T78" fmla="*/ 10 w 109"/>
                <a:gd name="T79" fmla="*/ 37 h 158"/>
                <a:gd name="T80" fmla="*/ 10 w 109"/>
                <a:gd name="T81" fmla="*/ 33 h 158"/>
                <a:gd name="T82" fmla="*/ 8 w 109"/>
                <a:gd name="T83" fmla="*/ 28 h 158"/>
                <a:gd name="T84" fmla="*/ 1 w 109"/>
                <a:gd name="T85" fmla="*/ 36 h 158"/>
                <a:gd name="T86" fmla="*/ 5 w 109"/>
                <a:gd name="T87" fmla="*/ 47 h 158"/>
                <a:gd name="T88" fmla="*/ 2 w 109"/>
                <a:gd name="T89" fmla="*/ 49 h 158"/>
                <a:gd name="T90" fmla="*/ 11 w 109"/>
                <a:gd name="T91" fmla="*/ 57 h 158"/>
                <a:gd name="T92" fmla="*/ 20 w 109"/>
                <a:gd name="T93" fmla="*/ 68 h 158"/>
                <a:gd name="T94" fmla="*/ 26 w 109"/>
                <a:gd name="T95" fmla="*/ 81 h 158"/>
                <a:gd name="T96" fmla="*/ 39 w 109"/>
                <a:gd name="T97" fmla="*/ 106 h 158"/>
                <a:gd name="T98" fmla="*/ 44 w 109"/>
                <a:gd name="T99" fmla="*/ 117 h 158"/>
                <a:gd name="T100" fmla="*/ 47 w 109"/>
                <a:gd name="T101" fmla="*/ 125 h 158"/>
                <a:gd name="T102" fmla="*/ 60 w 109"/>
                <a:gd name="T103" fmla="*/ 134 h 158"/>
                <a:gd name="T104" fmla="*/ 84 w 109"/>
                <a:gd name="T105" fmla="*/ 149 h 158"/>
                <a:gd name="T106" fmla="*/ 94 w 109"/>
                <a:gd name="T107" fmla="*/ 156 h 158"/>
                <a:gd name="T108" fmla="*/ 95 w 109"/>
                <a:gd name="T109" fmla="*/ 158 h 158"/>
                <a:gd name="T110" fmla="*/ 97 w 109"/>
                <a:gd name="T111" fmla="*/ 157 h 158"/>
                <a:gd name="T112" fmla="*/ 100 w 109"/>
                <a:gd name="T113" fmla="*/ 15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9" h="158">
                  <a:moveTo>
                    <a:pt x="100" y="150"/>
                  </a:moveTo>
                  <a:cubicBezTo>
                    <a:pt x="100" y="150"/>
                    <a:pt x="100" y="150"/>
                    <a:pt x="101" y="150"/>
                  </a:cubicBezTo>
                  <a:cubicBezTo>
                    <a:pt x="100" y="148"/>
                    <a:pt x="100" y="147"/>
                    <a:pt x="101" y="146"/>
                  </a:cubicBezTo>
                  <a:cubicBezTo>
                    <a:pt x="103" y="145"/>
                    <a:pt x="106" y="141"/>
                    <a:pt x="106" y="140"/>
                  </a:cubicBezTo>
                  <a:cubicBezTo>
                    <a:pt x="106" y="138"/>
                    <a:pt x="102" y="138"/>
                    <a:pt x="102" y="136"/>
                  </a:cubicBezTo>
                  <a:cubicBezTo>
                    <a:pt x="102" y="133"/>
                    <a:pt x="106" y="130"/>
                    <a:pt x="104" y="128"/>
                  </a:cubicBezTo>
                  <a:cubicBezTo>
                    <a:pt x="103" y="127"/>
                    <a:pt x="107" y="123"/>
                    <a:pt x="106" y="121"/>
                  </a:cubicBezTo>
                  <a:cubicBezTo>
                    <a:pt x="106" y="119"/>
                    <a:pt x="105" y="110"/>
                    <a:pt x="106" y="109"/>
                  </a:cubicBezTo>
                  <a:cubicBezTo>
                    <a:pt x="107" y="108"/>
                    <a:pt x="109" y="108"/>
                    <a:pt x="108" y="105"/>
                  </a:cubicBezTo>
                  <a:cubicBezTo>
                    <a:pt x="107" y="103"/>
                    <a:pt x="104" y="97"/>
                    <a:pt x="102" y="93"/>
                  </a:cubicBezTo>
                  <a:cubicBezTo>
                    <a:pt x="99" y="93"/>
                    <a:pt x="96" y="93"/>
                    <a:pt x="94" y="94"/>
                  </a:cubicBezTo>
                  <a:cubicBezTo>
                    <a:pt x="91" y="95"/>
                    <a:pt x="92" y="86"/>
                    <a:pt x="92" y="83"/>
                  </a:cubicBezTo>
                  <a:cubicBezTo>
                    <a:pt x="92" y="79"/>
                    <a:pt x="89" y="81"/>
                    <a:pt x="88" y="83"/>
                  </a:cubicBezTo>
                  <a:cubicBezTo>
                    <a:pt x="87" y="86"/>
                    <a:pt x="83" y="85"/>
                    <a:pt x="79" y="85"/>
                  </a:cubicBezTo>
                  <a:cubicBezTo>
                    <a:pt x="75" y="85"/>
                    <a:pt x="77" y="80"/>
                    <a:pt x="75" y="80"/>
                  </a:cubicBezTo>
                  <a:cubicBezTo>
                    <a:pt x="72" y="80"/>
                    <a:pt x="70" y="79"/>
                    <a:pt x="71" y="77"/>
                  </a:cubicBezTo>
                  <a:cubicBezTo>
                    <a:pt x="71" y="74"/>
                    <a:pt x="69" y="72"/>
                    <a:pt x="67" y="69"/>
                  </a:cubicBezTo>
                  <a:cubicBezTo>
                    <a:pt x="65" y="67"/>
                    <a:pt x="63" y="64"/>
                    <a:pt x="65" y="62"/>
                  </a:cubicBezTo>
                  <a:cubicBezTo>
                    <a:pt x="66" y="60"/>
                    <a:pt x="64" y="59"/>
                    <a:pt x="66" y="57"/>
                  </a:cubicBezTo>
                  <a:cubicBezTo>
                    <a:pt x="68" y="54"/>
                    <a:pt x="71" y="55"/>
                    <a:pt x="70" y="52"/>
                  </a:cubicBezTo>
                  <a:cubicBezTo>
                    <a:pt x="69" y="49"/>
                    <a:pt x="72" y="47"/>
                    <a:pt x="73" y="44"/>
                  </a:cubicBezTo>
                  <a:cubicBezTo>
                    <a:pt x="73" y="41"/>
                    <a:pt x="77" y="42"/>
                    <a:pt x="80" y="39"/>
                  </a:cubicBezTo>
                  <a:cubicBezTo>
                    <a:pt x="84" y="36"/>
                    <a:pt x="87" y="38"/>
                    <a:pt x="90" y="35"/>
                  </a:cubicBezTo>
                  <a:cubicBezTo>
                    <a:pt x="93" y="33"/>
                    <a:pt x="95" y="35"/>
                    <a:pt x="97" y="35"/>
                  </a:cubicBezTo>
                  <a:cubicBezTo>
                    <a:pt x="96" y="33"/>
                    <a:pt x="93" y="32"/>
                    <a:pt x="92" y="31"/>
                  </a:cubicBezTo>
                  <a:cubicBezTo>
                    <a:pt x="91" y="29"/>
                    <a:pt x="95" y="26"/>
                    <a:pt x="96" y="24"/>
                  </a:cubicBezTo>
                  <a:cubicBezTo>
                    <a:pt x="98" y="22"/>
                    <a:pt x="92" y="20"/>
                    <a:pt x="90" y="19"/>
                  </a:cubicBezTo>
                  <a:cubicBezTo>
                    <a:pt x="89" y="18"/>
                    <a:pt x="86" y="20"/>
                    <a:pt x="85" y="19"/>
                  </a:cubicBezTo>
                  <a:cubicBezTo>
                    <a:pt x="83" y="18"/>
                    <a:pt x="81" y="19"/>
                    <a:pt x="80" y="20"/>
                  </a:cubicBezTo>
                  <a:cubicBezTo>
                    <a:pt x="79" y="21"/>
                    <a:pt x="70" y="21"/>
                    <a:pt x="70" y="19"/>
                  </a:cubicBezTo>
                  <a:cubicBezTo>
                    <a:pt x="70" y="16"/>
                    <a:pt x="67" y="15"/>
                    <a:pt x="67" y="13"/>
                  </a:cubicBezTo>
                  <a:cubicBezTo>
                    <a:pt x="67" y="12"/>
                    <a:pt x="65" y="8"/>
                    <a:pt x="62" y="8"/>
                  </a:cubicBezTo>
                  <a:cubicBezTo>
                    <a:pt x="58" y="8"/>
                    <a:pt x="59" y="3"/>
                    <a:pt x="57" y="1"/>
                  </a:cubicBezTo>
                  <a:cubicBezTo>
                    <a:pt x="55" y="0"/>
                    <a:pt x="52" y="1"/>
                    <a:pt x="49" y="1"/>
                  </a:cubicBezTo>
                  <a:cubicBezTo>
                    <a:pt x="52" y="5"/>
                    <a:pt x="53" y="6"/>
                    <a:pt x="51" y="7"/>
                  </a:cubicBezTo>
                  <a:cubicBezTo>
                    <a:pt x="49" y="9"/>
                    <a:pt x="51" y="10"/>
                    <a:pt x="47" y="16"/>
                  </a:cubicBezTo>
                  <a:cubicBezTo>
                    <a:pt x="42" y="22"/>
                    <a:pt x="34" y="24"/>
                    <a:pt x="30" y="25"/>
                  </a:cubicBezTo>
                  <a:cubicBezTo>
                    <a:pt x="26" y="26"/>
                    <a:pt x="25" y="33"/>
                    <a:pt x="23" y="38"/>
                  </a:cubicBezTo>
                  <a:cubicBezTo>
                    <a:pt x="20" y="43"/>
                    <a:pt x="19" y="42"/>
                    <a:pt x="16" y="39"/>
                  </a:cubicBezTo>
                  <a:cubicBezTo>
                    <a:pt x="14" y="36"/>
                    <a:pt x="13" y="39"/>
                    <a:pt x="10" y="37"/>
                  </a:cubicBezTo>
                  <a:cubicBezTo>
                    <a:pt x="8" y="35"/>
                    <a:pt x="9" y="35"/>
                    <a:pt x="10" y="33"/>
                  </a:cubicBezTo>
                  <a:cubicBezTo>
                    <a:pt x="11" y="32"/>
                    <a:pt x="10" y="30"/>
                    <a:pt x="8" y="28"/>
                  </a:cubicBezTo>
                  <a:cubicBezTo>
                    <a:pt x="6" y="29"/>
                    <a:pt x="3" y="33"/>
                    <a:pt x="1" y="36"/>
                  </a:cubicBezTo>
                  <a:cubicBezTo>
                    <a:pt x="0" y="39"/>
                    <a:pt x="4" y="45"/>
                    <a:pt x="5" y="47"/>
                  </a:cubicBezTo>
                  <a:cubicBezTo>
                    <a:pt x="5" y="49"/>
                    <a:pt x="2" y="47"/>
                    <a:pt x="2" y="49"/>
                  </a:cubicBezTo>
                  <a:cubicBezTo>
                    <a:pt x="2" y="52"/>
                    <a:pt x="8" y="55"/>
                    <a:pt x="11" y="57"/>
                  </a:cubicBezTo>
                  <a:cubicBezTo>
                    <a:pt x="14" y="59"/>
                    <a:pt x="17" y="65"/>
                    <a:pt x="20" y="68"/>
                  </a:cubicBezTo>
                  <a:cubicBezTo>
                    <a:pt x="22" y="71"/>
                    <a:pt x="23" y="74"/>
                    <a:pt x="26" y="81"/>
                  </a:cubicBezTo>
                  <a:cubicBezTo>
                    <a:pt x="29" y="89"/>
                    <a:pt x="35" y="101"/>
                    <a:pt x="39" y="106"/>
                  </a:cubicBezTo>
                  <a:cubicBezTo>
                    <a:pt x="43" y="111"/>
                    <a:pt x="45" y="115"/>
                    <a:pt x="44" y="117"/>
                  </a:cubicBezTo>
                  <a:cubicBezTo>
                    <a:pt x="43" y="118"/>
                    <a:pt x="44" y="123"/>
                    <a:pt x="47" y="125"/>
                  </a:cubicBezTo>
                  <a:cubicBezTo>
                    <a:pt x="50" y="127"/>
                    <a:pt x="52" y="130"/>
                    <a:pt x="60" y="134"/>
                  </a:cubicBezTo>
                  <a:cubicBezTo>
                    <a:pt x="68" y="138"/>
                    <a:pt x="82" y="145"/>
                    <a:pt x="84" y="149"/>
                  </a:cubicBezTo>
                  <a:cubicBezTo>
                    <a:pt x="86" y="152"/>
                    <a:pt x="93" y="156"/>
                    <a:pt x="94" y="156"/>
                  </a:cubicBezTo>
                  <a:cubicBezTo>
                    <a:pt x="95" y="157"/>
                    <a:pt x="95" y="157"/>
                    <a:pt x="95" y="158"/>
                  </a:cubicBezTo>
                  <a:cubicBezTo>
                    <a:pt x="96" y="157"/>
                    <a:pt x="96" y="157"/>
                    <a:pt x="97" y="157"/>
                  </a:cubicBezTo>
                  <a:cubicBezTo>
                    <a:pt x="99" y="155"/>
                    <a:pt x="99" y="151"/>
                    <a:pt x="100" y="15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14" name="Freeform 117"/>
            <p:cNvSpPr>
              <a:spLocks/>
            </p:cNvSpPr>
            <p:nvPr/>
          </p:nvSpPr>
          <p:spPr bwMode="auto">
            <a:xfrm>
              <a:off x="3932739" y="4029774"/>
              <a:ext cx="353200" cy="304938"/>
            </a:xfrm>
            <a:custGeom>
              <a:avLst/>
              <a:gdLst>
                <a:gd name="T0" fmla="*/ 11 w 117"/>
                <a:gd name="T1" fmla="*/ 6 h 98"/>
                <a:gd name="T2" fmla="*/ 4 w 117"/>
                <a:gd name="T3" fmla="*/ 16 h 98"/>
                <a:gd name="T4" fmla="*/ 3 w 117"/>
                <a:gd name="T5" fmla="*/ 22 h 98"/>
                <a:gd name="T6" fmla="*/ 1 w 117"/>
                <a:gd name="T7" fmla="*/ 26 h 98"/>
                <a:gd name="T8" fmla="*/ 5 w 117"/>
                <a:gd name="T9" fmla="*/ 28 h 98"/>
                <a:gd name="T10" fmla="*/ 9 w 117"/>
                <a:gd name="T11" fmla="*/ 33 h 98"/>
                <a:gd name="T12" fmla="*/ 15 w 117"/>
                <a:gd name="T13" fmla="*/ 44 h 98"/>
                <a:gd name="T14" fmla="*/ 29 w 117"/>
                <a:gd name="T15" fmla="*/ 45 h 98"/>
                <a:gd name="T16" fmla="*/ 41 w 117"/>
                <a:gd name="T17" fmla="*/ 51 h 98"/>
                <a:gd name="T18" fmla="*/ 51 w 117"/>
                <a:gd name="T19" fmla="*/ 53 h 98"/>
                <a:gd name="T20" fmla="*/ 49 w 117"/>
                <a:gd name="T21" fmla="*/ 69 h 98"/>
                <a:gd name="T22" fmla="*/ 52 w 117"/>
                <a:gd name="T23" fmla="*/ 75 h 98"/>
                <a:gd name="T24" fmla="*/ 52 w 117"/>
                <a:gd name="T25" fmla="*/ 81 h 98"/>
                <a:gd name="T26" fmla="*/ 53 w 117"/>
                <a:gd name="T27" fmla="*/ 86 h 98"/>
                <a:gd name="T28" fmla="*/ 52 w 117"/>
                <a:gd name="T29" fmla="*/ 86 h 98"/>
                <a:gd name="T30" fmla="*/ 58 w 117"/>
                <a:gd name="T31" fmla="*/ 95 h 98"/>
                <a:gd name="T32" fmla="*/ 63 w 117"/>
                <a:gd name="T33" fmla="*/ 97 h 98"/>
                <a:gd name="T34" fmla="*/ 68 w 117"/>
                <a:gd name="T35" fmla="*/ 96 h 98"/>
                <a:gd name="T36" fmla="*/ 74 w 117"/>
                <a:gd name="T37" fmla="*/ 93 h 98"/>
                <a:gd name="T38" fmla="*/ 79 w 117"/>
                <a:gd name="T39" fmla="*/ 90 h 98"/>
                <a:gd name="T40" fmla="*/ 84 w 117"/>
                <a:gd name="T41" fmla="*/ 86 h 98"/>
                <a:gd name="T42" fmla="*/ 85 w 117"/>
                <a:gd name="T43" fmla="*/ 82 h 98"/>
                <a:gd name="T44" fmla="*/ 81 w 117"/>
                <a:gd name="T45" fmla="*/ 81 h 98"/>
                <a:gd name="T46" fmla="*/ 79 w 117"/>
                <a:gd name="T47" fmla="*/ 76 h 98"/>
                <a:gd name="T48" fmla="*/ 75 w 117"/>
                <a:gd name="T49" fmla="*/ 70 h 98"/>
                <a:gd name="T50" fmla="*/ 81 w 117"/>
                <a:gd name="T51" fmla="*/ 69 h 98"/>
                <a:gd name="T52" fmla="*/ 88 w 117"/>
                <a:gd name="T53" fmla="*/ 71 h 98"/>
                <a:gd name="T54" fmla="*/ 91 w 117"/>
                <a:gd name="T55" fmla="*/ 71 h 98"/>
                <a:gd name="T56" fmla="*/ 97 w 117"/>
                <a:gd name="T57" fmla="*/ 68 h 98"/>
                <a:gd name="T58" fmla="*/ 108 w 117"/>
                <a:gd name="T59" fmla="*/ 64 h 98"/>
                <a:gd name="T60" fmla="*/ 110 w 117"/>
                <a:gd name="T61" fmla="*/ 61 h 98"/>
                <a:gd name="T62" fmla="*/ 104 w 117"/>
                <a:gd name="T63" fmla="*/ 54 h 98"/>
                <a:gd name="T64" fmla="*/ 105 w 117"/>
                <a:gd name="T65" fmla="*/ 50 h 98"/>
                <a:gd name="T66" fmla="*/ 109 w 117"/>
                <a:gd name="T67" fmla="*/ 46 h 98"/>
                <a:gd name="T68" fmla="*/ 110 w 117"/>
                <a:gd name="T69" fmla="*/ 41 h 98"/>
                <a:gd name="T70" fmla="*/ 113 w 117"/>
                <a:gd name="T71" fmla="*/ 36 h 98"/>
                <a:gd name="T72" fmla="*/ 117 w 117"/>
                <a:gd name="T73" fmla="*/ 32 h 98"/>
                <a:gd name="T74" fmla="*/ 104 w 117"/>
                <a:gd name="T75" fmla="*/ 30 h 98"/>
                <a:gd name="T76" fmla="*/ 107 w 117"/>
                <a:gd name="T77" fmla="*/ 23 h 98"/>
                <a:gd name="T78" fmla="*/ 94 w 117"/>
                <a:gd name="T79" fmla="*/ 19 h 98"/>
                <a:gd name="T80" fmla="*/ 95 w 117"/>
                <a:gd name="T81" fmla="*/ 14 h 98"/>
                <a:gd name="T82" fmla="*/ 88 w 117"/>
                <a:gd name="T83" fmla="*/ 12 h 98"/>
                <a:gd name="T84" fmla="*/ 72 w 117"/>
                <a:gd name="T85" fmla="*/ 18 h 98"/>
                <a:gd name="T86" fmla="*/ 56 w 117"/>
                <a:gd name="T87" fmla="*/ 13 h 98"/>
                <a:gd name="T88" fmla="*/ 45 w 117"/>
                <a:gd name="T89" fmla="*/ 11 h 98"/>
                <a:gd name="T90" fmla="*/ 38 w 117"/>
                <a:gd name="T91" fmla="*/ 5 h 98"/>
                <a:gd name="T92" fmla="*/ 31 w 117"/>
                <a:gd name="T93" fmla="*/ 0 h 98"/>
                <a:gd name="T94" fmla="*/ 29 w 117"/>
                <a:gd name="T95" fmla="*/ 5 h 98"/>
                <a:gd name="T96" fmla="*/ 17 w 117"/>
                <a:gd name="T97" fmla="*/ 12 h 98"/>
                <a:gd name="T98" fmla="*/ 20 w 117"/>
                <a:gd name="T99" fmla="*/ 24 h 98"/>
                <a:gd name="T100" fmla="*/ 11 w 117"/>
                <a:gd name="T101" fmla="*/ 21 h 98"/>
                <a:gd name="T102" fmla="*/ 15 w 117"/>
                <a:gd name="T103" fmla="*/ 10 h 98"/>
                <a:gd name="T104" fmla="*/ 14 w 117"/>
                <a:gd name="T105" fmla="*/ 4 h 98"/>
                <a:gd name="T106" fmla="*/ 11 w 117"/>
                <a:gd name="T107" fmla="*/ 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7" h="98">
                  <a:moveTo>
                    <a:pt x="11" y="6"/>
                  </a:moveTo>
                  <a:cubicBezTo>
                    <a:pt x="9" y="9"/>
                    <a:pt x="4" y="12"/>
                    <a:pt x="4" y="16"/>
                  </a:cubicBezTo>
                  <a:cubicBezTo>
                    <a:pt x="4" y="19"/>
                    <a:pt x="4" y="20"/>
                    <a:pt x="3" y="22"/>
                  </a:cubicBezTo>
                  <a:cubicBezTo>
                    <a:pt x="1" y="23"/>
                    <a:pt x="0" y="26"/>
                    <a:pt x="1" y="26"/>
                  </a:cubicBezTo>
                  <a:cubicBezTo>
                    <a:pt x="3" y="26"/>
                    <a:pt x="5" y="26"/>
                    <a:pt x="5" y="28"/>
                  </a:cubicBezTo>
                  <a:cubicBezTo>
                    <a:pt x="5" y="30"/>
                    <a:pt x="9" y="30"/>
                    <a:pt x="9" y="33"/>
                  </a:cubicBezTo>
                  <a:cubicBezTo>
                    <a:pt x="9" y="36"/>
                    <a:pt x="7" y="44"/>
                    <a:pt x="15" y="44"/>
                  </a:cubicBezTo>
                  <a:cubicBezTo>
                    <a:pt x="22" y="44"/>
                    <a:pt x="26" y="42"/>
                    <a:pt x="29" y="45"/>
                  </a:cubicBezTo>
                  <a:cubicBezTo>
                    <a:pt x="32" y="49"/>
                    <a:pt x="36" y="51"/>
                    <a:pt x="41" y="51"/>
                  </a:cubicBezTo>
                  <a:cubicBezTo>
                    <a:pt x="45" y="50"/>
                    <a:pt x="53" y="49"/>
                    <a:pt x="51" y="53"/>
                  </a:cubicBezTo>
                  <a:cubicBezTo>
                    <a:pt x="48" y="57"/>
                    <a:pt x="46" y="66"/>
                    <a:pt x="49" y="69"/>
                  </a:cubicBezTo>
                  <a:cubicBezTo>
                    <a:pt x="51" y="71"/>
                    <a:pt x="54" y="73"/>
                    <a:pt x="52" y="75"/>
                  </a:cubicBezTo>
                  <a:cubicBezTo>
                    <a:pt x="50" y="77"/>
                    <a:pt x="49" y="80"/>
                    <a:pt x="52" y="81"/>
                  </a:cubicBezTo>
                  <a:cubicBezTo>
                    <a:pt x="54" y="83"/>
                    <a:pt x="53" y="85"/>
                    <a:pt x="53" y="86"/>
                  </a:cubicBezTo>
                  <a:cubicBezTo>
                    <a:pt x="53" y="86"/>
                    <a:pt x="53" y="86"/>
                    <a:pt x="52" y="86"/>
                  </a:cubicBezTo>
                  <a:cubicBezTo>
                    <a:pt x="55" y="90"/>
                    <a:pt x="56" y="93"/>
                    <a:pt x="58" y="95"/>
                  </a:cubicBezTo>
                  <a:cubicBezTo>
                    <a:pt x="61" y="97"/>
                    <a:pt x="62" y="98"/>
                    <a:pt x="63" y="97"/>
                  </a:cubicBezTo>
                  <a:cubicBezTo>
                    <a:pt x="65" y="96"/>
                    <a:pt x="66" y="95"/>
                    <a:pt x="68" y="96"/>
                  </a:cubicBezTo>
                  <a:cubicBezTo>
                    <a:pt x="69" y="97"/>
                    <a:pt x="71" y="95"/>
                    <a:pt x="74" y="93"/>
                  </a:cubicBezTo>
                  <a:cubicBezTo>
                    <a:pt x="76" y="91"/>
                    <a:pt x="79" y="93"/>
                    <a:pt x="79" y="90"/>
                  </a:cubicBezTo>
                  <a:cubicBezTo>
                    <a:pt x="80" y="88"/>
                    <a:pt x="81" y="86"/>
                    <a:pt x="84" y="86"/>
                  </a:cubicBezTo>
                  <a:cubicBezTo>
                    <a:pt x="87" y="85"/>
                    <a:pt x="87" y="82"/>
                    <a:pt x="85" y="82"/>
                  </a:cubicBezTo>
                  <a:cubicBezTo>
                    <a:pt x="83" y="82"/>
                    <a:pt x="81" y="85"/>
                    <a:pt x="81" y="81"/>
                  </a:cubicBezTo>
                  <a:cubicBezTo>
                    <a:pt x="81" y="78"/>
                    <a:pt x="79" y="79"/>
                    <a:pt x="79" y="76"/>
                  </a:cubicBezTo>
                  <a:cubicBezTo>
                    <a:pt x="79" y="73"/>
                    <a:pt x="78" y="71"/>
                    <a:pt x="75" y="70"/>
                  </a:cubicBezTo>
                  <a:cubicBezTo>
                    <a:pt x="72" y="68"/>
                    <a:pt x="79" y="67"/>
                    <a:pt x="81" y="69"/>
                  </a:cubicBezTo>
                  <a:cubicBezTo>
                    <a:pt x="82" y="70"/>
                    <a:pt x="88" y="69"/>
                    <a:pt x="88" y="71"/>
                  </a:cubicBezTo>
                  <a:cubicBezTo>
                    <a:pt x="89" y="73"/>
                    <a:pt x="91" y="74"/>
                    <a:pt x="91" y="71"/>
                  </a:cubicBezTo>
                  <a:cubicBezTo>
                    <a:pt x="91" y="69"/>
                    <a:pt x="95" y="68"/>
                    <a:pt x="97" y="68"/>
                  </a:cubicBezTo>
                  <a:cubicBezTo>
                    <a:pt x="100" y="69"/>
                    <a:pt x="105" y="65"/>
                    <a:pt x="108" y="64"/>
                  </a:cubicBezTo>
                  <a:cubicBezTo>
                    <a:pt x="109" y="64"/>
                    <a:pt x="109" y="62"/>
                    <a:pt x="110" y="61"/>
                  </a:cubicBezTo>
                  <a:cubicBezTo>
                    <a:pt x="108" y="59"/>
                    <a:pt x="106" y="55"/>
                    <a:pt x="104" y="54"/>
                  </a:cubicBezTo>
                  <a:cubicBezTo>
                    <a:pt x="103" y="53"/>
                    <a:pt x="106" y="52"/>
                    <a:pt x="105" y="50"/>
                  </a:cubicBezTo>
                  <a:cubicBezTo>
                    <a:pt x="105" y="48"/>
                    <a:pt x="105" y="46"/>
                    <a:pt x="109" y="46"/>
                  </a:cubicBezTo>
                  <a:cubicBezTo>
                    <a:pt x="113" y="46"/>
                    <a:pt x="113" y="42"/>
                    <a:pt x="110" y="41"/>
                  </a:cubicBezTo>
                  <a:cubicBezTo>
                    <a:pt x="108" y="40"/>
                    <a:pt x="111" y="37"/>
                    <a:pt x="113" y="36"/>
                  </a:cubicBezTo>
                  <a:cubicBezTo>
                    <a:pt x="114" y="35"/>
                    <a:pt x="115" y="34"/>
                    <a:pt x="117" y="32"/>
                  </a:cubicBezTo>
                  <a:cubicBezTo>
                    <a:pt x="112" y="30"/>
                    <a:pt x="107" y="30"/>
                    <a:pt x="104" y="30"/>
                  </a:cubicBezTo>
                  <a:cubicBezTo>
                    <a:pt x="101" y="30"/>
                    <a:pt x="106" y="27"/>
                    <a:pt x="107" y="23"/>
                  </a:cubicBezTo>
                  <a:cubicBezTo>
                    <a:pt x="107" y="20"/>
                    <a:pt x="98" y="19"/>
                    <a:pt x="94" y="19"/>
                  </a:cubicBezTo>
                  <a:cubicBezTo>
                    <a:pt x="90" y="18"/>
                    <a:pt x="91" y="14"/>
                    <a:pt x="95" y="14"/>
                  </a:cubicBezTo>
                  <a:cubicBezTo>
                    <a:pt x="99" y="14"/>
                    <a:pt x="93" y="11"/>
                    <a:pt x="88" y="12"/>
                  </a:cubicBezTo>
                  <a:cubicBezTo>
                    <a:pt x="83" y="13"/>
                    <a:pt x="76" y="16"/>
                    <a:pt x="72" y="18"/>
                  </a:cubicBezTo>
                  <a:cubicBezTo>
                    <a:pt x="68" y="20"/>
                    <a:pt x="61" y="11"/>
                    <a:pt x="56" y="13"/>
                  </a:cubicBezTo>
                  <a:cubicBezTo>
                    <a:pt x="51" y="15"/>
                    <a:pt x="45" y="15"/>
                    <a:pt x="45" y="11"/>
                  </a:cubicBezTo>
                  <a:cubicBezTo>
                    <a:pt x="45" y="7"/>
                    <a:pt x="43" y="4"/>
                    <a:pt x="38" y="5"/>
                  </a:cubicBezTo>
                  <a:cubicBezTo>
                    <a:pt x="34" y="5"/>
                    <a:pt x="35" y="0"/>
                    <a:pt x="31" y="0"/>
                  </a:cubicBezTo>
                  <a:cubicBezTo>
                    <a:pt x="28" y="0"/>
                    <a:pt x="31" y="4"/>
                    <a:pt x="29" y="5"/>
                  </a:cubicBezTo>
                  <a:cubicBezTo>
                    <a:pt x="26" y="7"/>
                    <a:pt x="18" y="9"/>
                    <a:pt x="17" y="12"/>
                  </a:cubicBezTo>
                  <a:cubicBezTo>
                    <a:pt x="17" y="15"/>
                    <a:pt x="22" y="21"/>
                    <a:pt x="20" y="24"/>
                  </a:cubicBezTo>
                  <a:cubicBezTo>
                    <a:pt x="19" y="28"/>
                    <a:pt x="13" y="25"/>
                    <a:pt x="11" y="21"/>
                  </a:cubicBezTo>
                  <a:cubicBezTo>
                    <a:pt x="10" y="18"/>
                    <a:pt x="16" y="12"/>
                    <a:pt x="15" y="10"/>
                  </a:cubicBezTo>
                  <a:cubicBezTo>
                    <a:pt x="14" y="9"/>
                    <a:pt x="13" y="6"/>
                    <a:pt x="14" y="4"/>
                  </a:cubicBezTo>
                  <a:cubicBezTo>
                    <a:pt x="13" y="5"/>
                    <a:pt x="12" y="5"/>
                    <a:pt x="11" y="6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15" name="Freeform 118"/>
            <p:cNvSpPr>
              <a:spLocks/>
            </p:cNvSpPr>
            <p:nvPr/>
          </p:nvSpPr>
          <p:spPr bwMode="auto">
            <a:xfrm>
              <a:off x="4325467" y="4184873"/>
              <a:ext cx="108383" cy="118294"/>
            </a:xfrm>
            <a:custGeom>
              <a:avLst/>
              <a:gdLst>
                <a:gd name="T0" fmla="*/ 9 w 36"/>
                <a:gd name="T1" fmla="*/ 8 h 38"/>
                <a:gd name="T2" fmla="*/ 5 w 36"/>
                <a:gd name="T3" fmla="*/ 12 h 38"/>
                <a:gd name="T4" fmla="*/ 2 w 36"/>
                <a:gd name="T5" fmla="*/ 19 h 38"/>
                <a:gd name="T6" fmla="*/ 9 w 36"/>
                <a:gd name="T7" fmla="*/ 28 h 38"/>
                <a:gd name="T8" fmla="*/ 14 w 36"/>
                <a:gd name="T9" fmla="*/ 37 h 38"/>
                <a:gd name="T10" fmla="*/ 18 w 36"/>
                <a:gd name="T11" fmla="*/ 38 h 38"/>
                <a:gd name="T12" fmla="*/ 22 w 36"/>
                <a:gd name="T13" fmla="*/ 32 h 38"/>
                <a:gd name="T14" fmla="*/ 31 w 36"/>
                <a:gd name="T15" fmla="*/ 33 h 38"/>
                <a:gd name="T16" fmla="*/ 32 w 36"/>
                <a:gd name="T17" fmla="*/ 34 h 38"/>
                <a:gd name="T18" fmla="*/ 34 w 36"/>
                <a:gd name="T19" fmla="*/ 30 h 38"/>
                <a:gd name="T20" fmla="*/ 33 w 36"/>
                <a:gd name="T21" fmla="*/ 19 h 38"/>
                <a:gd name="T22" fmla="*/ 35 w 36"/>
                <a:gd name="T23" fmla="*/ 9 h 38"/>
                <a:gd name="T24" fmla="*/ 36 w 36"/>
                <a:gd name="T25" fmla="*/ 4 h 38"/>
                <a:gd name="T26" fmla="*/ 28 w 36"/>
                <a:gd name="T27" fmla="*/ 2 h 38"/>
                <a:gd name="T28" fmla="*/ 17 w 36"/>
                <a:gd name="T29" fmla="*/ 2 h 38"/>
                <a:gd name="T30" fmla="*/ 11 w 36"/>
                <a:gd name="T31" fmla="*/ 2 h 38"/>
                <a:gd name="T32" fmla="*/ 10 w 36"/>
                <a:gd name="T33" fmla="*/ 3 h 38"/>
                <a:gd name="T34" fmla="*/ 9 w 36"/>
                <a:gd name="T35" fmla="*/ 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38">
                  <a:moveTo>
                    <a:pt x="9" y="8"/>
                  </a:moveTo>
                  <a:cubicBezTo>
                    <a:pt x="10" y="10"/>
                    <a:pt x="8" y="12"/>
                    <a:pt x="5" y="12"/>
                  </a:cubicBezTo>
                  <a:cubicBezTo>
                    <a:pt x="3" y="12"/>
                    <a:pt x="3" y="18"/>
                    <a:pt x="2" y="19"/>
                  </a:cubicBezTo>
                  <a:cubicBezTo>
                    <a:pt x="0" y="21"/>
                    <a:pt x="8" y="25"/>
                    <a:pt x="9" y="28"/>
                  </a:cubicBezTo>
                  <a:cubicBezTo>
                    <a:pt x="10" y="30"/>
                    <a:pt x="12" y="34"/>
                    <a:pt x="14" y="37"/>
                  </a:cubicBezTo>
                  <a:cubicBezTo>
                    <a:pt x="15" y="38"/>
                    <a:pt x="17" y="38"/>
                    <a:pt x="18" y="38"/>
                  </a:cubicBezTo>
                  <a:cubicBezTo>
                    <a:pt x="20" y="36"/>
                    <a:pt x="18" y="32"/>
                    <a:pt x="22" y="32"/>
                  </a:cubicBezTo>
                  <a:cubicBezTo>
                    <a:pt x="25" y="33"/>
                    <a:pt x="30" y="31"/>
                    <a:pt x="31" y="33"/>
                  </a:cubicBezTo>
                  <a:cubicBezTo>
                    <a:pt x="31" y="33"/>
                    <a:pt x="31" y="33"/>
                    <a:pt x="32" y="34"/>
                  </a:cubicBezTo>
                  <a:cubicBezTo>
                    <a:pt x="33" y="32"/>
                    <a:pt x="34" y="30"/>
                    <a:pt x="34" y="30"/>
                  </a:cubicBezTo>
                  <a:cubicBezTo>
                    <a:pt x="35" y="28"/>
                    <a:pt x="35" y="22"/>
                    <a:pt x="33" y="19"/>
                  </a:cubicBezTo>
                  <a:cubicBezTo>
                    <a:pt x="32" y="15"/>
                    <a:pt x="33" y="10"/>
                    <a:pt x="35" y="9"/>
                  </a:cubicBezTo>
                  <a:cubicBezTo>
                    <a:pt x="35" y="8"/>
                    <a:pt x="36" y="7"/>
                    <a:pt x="36" y="4"/>
                  </a:cubicBezTo>
                  <a:cubicBezTo>
                    <a:pt x="33" y="3"/>
                    <a:pt x="31" y="2"/>
                    <a:pt x="28" y="2"/>
                  </a:cubicBezTo>
                  <a:cubicBezTo>
                    <a:pt x="24" y="3"/>
                    <a:pt x="19" y="5"/>
                    <a:pt x="17" y="2"/>
                  </a:cubicBezTo>
                  <a:cubicBezTo>
                    <a:pt x="16" y="0"/>
                    <a:pt x="13" y="0"/>
                    <a:pt x="11" y="2"/>
                  </a:cubicBezTo>
                  <a:cubicBezTo>
                    <a:pt x="11" y="3"/>
                    <a:pt x="10" y="3"/>
                    <a:pt x="10" y="3"/>
                  </a:cubicBezTo>
                  <a:cubicBezTo>
                    <a:pt x="9" y="5"/>
                    <a:pt x="9" y="7"/>
                    <a:pt x="9" y="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16" name="Freeform 119"/>
            <p:cNvSpPr>
              <a:spLocks/>
            </p:cNvSpPr>
            <p:nvPr/>
          </p:nvSpPr>
          <p:spPr bwMode="auto">
            <a:xfrm>
              <a:off x="4243861" y="4129667"/>
              <a:ext cx="123684" cy="189271"/>
            </a:xfrm>
            <a:custGeom>
              <a:avLst/>
              <a:gdLst>
                <a:gd name="T0" fmla="*/ 10 w 41"/>
                <a:gd name="T1" fmla="*/ 4 h 61"/>
                <a:gd name="T2" fmla="*/ 7 w 41"/>
                <a:gd name="T3" fmla="*/ 9 h 61"/>
                <a:gd name="T4" fmla="*/ 6 w 41"/>
                <a:gd name="T5" fmla="*/ 14 h 61"/>
                <a:gd name="T6" fmla="*/ 2 w 41"/>
                <a:gd name="T7" fmla="*/ 18 h 61"/>
                <a:gd name="T8" fmla="*/ 1 w 41"/>
                <a:gd name="T9" fmla="*/ 22 h 61"/>
                <a:gd name="T10" fmla="*/ 7 w 41"/>
                <a:gd name="T11" fmla="*/ 29 h 61"/>
                <a:gd name="T12" fmla="*/ 10 w 41"/>
                <a:gd name="T13" fmla="*/ 27 h 61"/>
                <a:gd name="T14" fmla="*/ 13 w 41"/>
                <a:gd name="T15" fmla="*/ 34 h 61"/>
                <a:gd name="T16" fmla="*/ 14 w 41"/>
                <a:gd name="T17" fmla="*/ 41 h 61"/>
                <a:gd name="T18" fmla="*/ 16 w 41"/>
                <a:gd name="T19" fmla="*/ 56 h 61"/>
                <a:gd name="T20" fmla="*/ 25 w 41"/>
                <a:gd name="T21" fmla="*/ 59 h 61"/>
                <a:gd name="T22" fmla="*/ 31 w 41"/>
                <a:gd name="T23" fmla="*/ 57 h 61"/>
                <a:gd name="T24" fmla="*/ 35 w 41"/>
                <a:gd name="T25" fmla="*/ 55 h 61"/>
                <a:gd name="T26" fmla="*/ 41 w 41"/>
                <a:gd name="T27" fmla="*/ 55 h 61"/>
                <a:gd name="T28" fmla="*/ 36 w 41"/>
                <a:gd name="T29" fmla="*/ 46 h 61"/>
                <a:gd name="T30" fmla="*/ 29 w 41"/>
                <a:gd name="T31" fmla="*/ 37 h 61"/>
                <a:gd name="T32" fmla="*/ 32 w 41"/>
                <a:gd name="T33" fmla="*/ 30 h 61"/>
                <a:gd name="T34" fmla="*/ 36 w 41"/>
                <a:gd name="T35" fmla="*/ 26 h 61"/>
                <a:gd name="T36" fmla="*/ 37 w 41"/>
                <a:gd name="T37" fmla="*/ 21 h 61"/>
                <a:gd name="T38" fmla="*/ 29 w 41"/>
                <a:gd name="T39" fmla="*/ 14 h 61"/>
                <a:gd name="T40" fmla="*/ 25 w 41"/>
                <a:gd name="T41" fmla="*/ 9 h 61"/>
                <a:gd name="T42" fmla="*/ 17 w 41"/>
                <a:gd name="T43" fmla="*/ 1 h 61"/>
                <a:gd name="T44" fmla="*/ 14 w 41"/>
                <a:gd name="T45" fmla="*/ 0 h 61"/>
                <a:gd name="T46" fmla="*/ 10 w 41"/>
                <a:gd name="T47" fmla="*/ 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61">
                  <a:moveTo>
                    <a:pt x="10" y="4"/>
                  </a:moveTo>
                  <a:cubicBezTo>
                    <a:pt x="8" y="5"/>
                    <a:pt x="5" y="8"/>
                    <a:pt x="7" y="9"/>
                  </a:cubicBezTo>
                  <a:cubicBezTo>
                    <a:pt x="10" y="10"/>
                    <a:pt x="10" y="14"/>
                    <a:pt x="6" y="14"/>
                  </a:cubicBezTo>
                  <a:cubicBezTo>
                    <a:pt x="2" y="14"/>
                    <a:pt x="2" y="16"/>
                    <a:pt x="2" y="18"/>
                  </a:cubicBezTo>
                  <a:cubicBezTo>
                    <a:pt x="3" y="20"/>
                    <a:pt x="0" y="21"/>
                    <a:pt x="1" y="22"/>
                  </a:cubicBezTo>
                  <a:cubicBezTo>
                    <a:pt x="3" y="23"/>
                    <a:pt x="5" y="27"/>
                    <a:pt x="7" y="29"/>
                  </a:cubicBezTo>
                  <a:cubicBezTo>
                    <a:pt x="7" y="28"/>
                    <a:pt x="8" y="27"/>
                    <a:pt x="10" y="27"/>
                  </a:cubicBezTo>
                  <a:cubicBezTo>
                    <a:pt x="13" y="28"/>
                    <a:pt x="11" y="33"/>
                    <a:pt x="13" y="34"/>
                  </a:cubicBezTo>
                  <a:cubicBezTo>
                    <a:pt x="16" y="36"/>
                    <a:pt x="16" y="40"/>
                    <a:pt x="14" y="41"/>
                  </a:cubicBezTo>
                  <a:cubicBezTo>
                    <a:pt x="12" y="43"/>
                    <a:pt x="11" y="51"/>
                    <a:pt x="16" y="56"/>
                  </a:cubicBezTo>
                  <a:cubicBezTo>
                    <a:pt x="21" y="61"/>
                    <a:pt x="24" y="61"/>
                    <a:pt x="25" y="59"/>
                  </a:cubicBezTo>
                  <a:cubicBezTo>
                    <a:pt x="26" y="58"/>
                    <a:pt x="30" y="59"/>
                    <a:pt x="31" y="57"/>
                  </a:cubicBezTo>
                  <a:cubicBezTo>
                    <a:pt x="32" y="55"/>
                    <a:pt x="33" y="58"/>
                    <a:pt x="35" y="55"/>
                  </a:cubicBezTo>
                  <a:cubicBezTo>
                    <a:pt x="36" y="54"/>
                    <a:pt x="39" y="55"/>
                    <a:pt x="41" y="55"/>
                  </a:cubicBezTo>
                  <a:cubicBezTo>
                    <a:pt x="39" y="52"/>
                    <a:pt x="37" y="48"/>
                    <a:pt x="36" y="46"/>
                  </a:cubicBezTo>
                  <a:cubicBezTo>
                    <a:pt x="35" y="43"/>
                    <a:pt x="27" y="39"/>
                    <a:pt x="29" y="37"/>
                  </a:cubicBezTo>
                  <a:cubicBezTo>
                    <a:pt x="30" y="36"/>
                    <a:pt x="30" y="30"/>
                    <a:pt x="32" y="30"/>
                  </a:cubicBezTo>
                  <a:cubicBezTo>
                    <a:pt x="35" y="30"/>
                    <a:pt x="37" y="28"/>
                    <a:pt x="36" y="26"/>
                  </a:cubicBezTo>
                  <a:cubicBezTo>
                    <a:pt x="36" y="25"/>
                    <a:pt x="36" y="23"/>
                    <a:pt x="37" y="21"/>
                  </a:cubicBezTo>
                  <a:cubicBezTo>
                    <a:pt x="35" y="20"/>
                    <a:pt x="31" y="14"/>
                    <a:pt x="29" y="14"/>
                  </a:cubicBezTo>
                  <a:cubicBezTo>
                    <a:pt x="27" y="14"/>
                    <a:pt x="24" y="12"/>
                    <a:pt x="25" y="9"/>
                  </a:cubicBezTo>
                  <a:cubicBezTo>
                    <a:pt x="26" y="5"/>
                    <a:pt x="20" y="5"/>
                    <a:pt x="17" y="1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12" y="2"/>
                    <a:pt x="11" y="3"/>
                    <a:pt x="10" y="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17" name="Freeform 120"/>
            <p:cNvSpPr>
              <a:spLocks/>
            </p:cNvSpPr>
            <p:nvPr/>
          </p:nvSpPr>
          <p:spPr bwMode="auto">
            <a:xfrm>
              <a:off x="4421099" y="4198015"/>
              <a:ext cx="79055" cy="102522"/>
            </a:xfrm>
            <a:custGeom>
              <a:avLst/>
              <a:gdLst>
                <a:gd name="T0" fmla="*/ 1 w 26"/>
                <a:gd name="T1" fmla="*/ 15 h 33"/>
                <a:gd name="T2" fmla="*/ 2 w 26"/>
                <a:gd name="T3" fmla="*/ 26 h 33"/>
                <a:gd name="T4" fmla="*/ 0 w 26"/>
                <a:gd name="T5" fmla="*/ 30 h 33"/>
                <a:gd name="T6" fmla="*/ 7 w 26"/>
                <a:gd name="T7" fmla="*/ 31 h 33"/>
                <a:gd name="T8" fmla="*/ 16 w 26"/>
                <a:gd name="T9" fmla="*/ 27 h 33"/>
                <a:gd name="T10" fmla="*/ 26 w 26"/>
                <a:gd name="T11" fmla="*/ 14 h 33"/>
                <a:gd name="T12" fmla="*/ 26 w 26"/>
                <a:gd name="T13" fmla="*/ 14 h 33"/>
                <a:gd name="T14" fmla="*/ 12 w 26"/>
                <a:gd name="T15" fmla="*/ 3 h 33"/>
                <a:gd name="T16" fmla="*/ 4 w 26"/>
                <a:gd name="T17" fmla="*/ 0 h 33"/>
                <a:gd name="T18" fmla="*/ 3 w 26"/>
                <a:gd name="T19" fmla="*/ 5 h 33"/>
                <a:gd name="T20" fmla="*/ 1 w 26"/>
                <a:gd name="T21" fmla="*/ 15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33">
                  <a:moveTo>
                    <a:pt x="1" y="15"/>
                  </a:moveTo>
                  <a:cubicBezTo>
                    <a:pt x="3" y="18"/>
                    <a:pt x="3" y="24"/>
                    <a:pt x="2" y="26"/>
                  </a:cubicBezTo>
                  <a:cubicBezTo>
                    <a:pt x="2" y="26"/>
                    <a:pt x="1" y="28"/>
                    <a:pt x="0" y="30"/>
                  </a:cubicBezTo>
                  <a:cubicBezTo>
                    <a:pt x="1" y="31"/>
                    <a:pt x="3" y="32"/>
                    <a:pt x="7" y="31"/>
                  </a:cubicBezTo>
                  <a:cubicBezTo>
                    <a:pt x="12" y="30"/>
                    <a:pt x="14" y="33"/>
                    <a:pt x="16" y="27"/>
                  </a:cubicBezTo>
                  <a:cubicBezTo>
                    <a:pt x="18" y="23"/>
                    <a:pt x="22" y="17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2"/>
                    <a:pt x="17" y="4"/>
                    <a:pt x="12" y="3"/>
                  </a:cubicBezTo>
                  <a:cubicBezTo>
                    <a:pt x="9" y="2"/>
                    <a:pt x="7" y="1"/>
                    <a:pt x="4" y="0"/>
                  </a:cubicBezTo>
                  <a:cubicBezTo>
                    <a:pt x="4" y="3"/>
                    <a:pt x="3" y="4"/>
                    <a:pt x="3" y="5"/>
                  </a:cubicBezTo>
                  <a:cubicBezTo>
                    <a:pt x="1" y="6"/>
                    <a:pt x="0" y="11"/>
                    <a:pt x="1" y="1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18" name="Freeform 121"/>
            <p:cNvSpPr>
              <a:spLocks/>
            </p:cNvSpPr>
            <p:nvPr/>
          </p:nvSpPr>
          <p:spPr bwMode="auto">
            <a:xfrm>
              <a:off x="3647119" y="3718264"/>
              <a:ext cx="267768" cy="99894"/>
            </a:xfrm>
            <a:custGeom>
              <a:avLst/>
              <a:gdLst>
                <a:gd name="T0" fmla="*/ 72 w 89"/>
                <a:gd name="T1" fmla="*/ 20 h 32"/>
                <a:gd name="T2" fmla="*/ 31 w 89"/>
                <a:gd name="T3" fmla="*/ 4 h 32"/>
                <a:gd name="T4" fmla="*/ 1 w 89"/>
                <a:gd name="T5" fmla="*/ 14 h 32"/>
                <a:gd name="T6" fmla="*/ 16 w 89"/>
                <a:gd name="T7" fmla="*/ 8 h 32"/>
                <a:gd name="T8" fmla="*/ 24 w 89"/>
                <a:gd name="T9" fmla="*/ 11 h 32"/>
                <a:gd name="T10" fmla="*/ 38 w 89"/>
                <a:gd name="T11" fmla="*/ 14 h 32"/>
                <a:gd name="T12" fmla="*/ 56 w 89"/>
                <a:gd name="T13" fmla="*/ 24 h 32"/>
                <a:gd name="T14" fmla="*/ 60 w 89"/>
                <a:gd name="T15" fmla="*/ 30 h 32"/>
                <a:gd name="T16" fmla="*/ 88 w 89"/>
                <a:gd name="T17" fmla="*/ 30 h 32"/>
                <a:gd name="T18" fmla="*/ 72 w 89"/>
                <a:gd name="T19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" h="32">
                  <a:moveTo>
                    <a:pt x="72" y="20"/>
                  </a:moveTo>
                  <a:cubicBezTo>
                    <a:pt x="66" y="20"/>
                    <a:pt x="48" y="8"/>
                    <a:pt x="31" y="4"/>
                  </a:cubicBezTo>
                  <a:cubicBezTo>
                    <a:pt x="14" y="0"/>
                    <a:pt x="0" y="12"/>
                    <a:pt x="1" y="14"/>
                  </a:cubicBezTo>
                  <a:cubicBezTo>
                    <a:pt x="4" y="17"/>
                    <a:pt x="12" y="11"/>
                    <a:pt x="16" y="8"/>
                  </a:cubicBezTo>
                  <a:cubicBezTo>
                    <a:pt x="20" y="5"/>
                    <a:pt x="24" y="9"/>
                    <a:pt x="24" y="11"/>
                  </a:cubicBezTo>
                  <a:cubicBezTo>
                    <a:pt x="25" y="13"/>
                    <a:pt x="30" y="14"/>
                    <a:pt x="38" y="14"/>
                  </a:cubicBezTo>
                  <a:cubicBezTo>
                    <a:pt x="47" y="15"/>
                    <a:pt x="48" y="22"/>
                    <a:pt x="56" y="24"/>
                  </a:cubicBezTo>
                  <a:cubicBezTo>
                    <a:pt x="64" y="26"/>
                    <a:pt x="56" y="29"/>
                    <a:pt x="60" y="30"/>
                  </a:cubicBezTo>
                  <a:cubicBezTo>
                    <a:pt x="64" y="32"/>
                    <a:pt x="86" y="31"/>
                    <a:pt x="88" y="30"/>
                  </a:cubicBezTo>
                  <a:cubicBezTo>
                    <a:pt x="89" y="28"/>
                    <a:pt x="78" y="20"/>
                    <a:pt x="72" y="2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19" name="Freeform 122"/>
            <p:cNvSpPr>
              <a:spLocks/>
            </p:cNvSpPr>
            <p:nvPr/>
          </p:nvSpPr>
          <p:spPr bwMode="auto">
            <a:xfrm>
              <a:off x="3800130" y="3852331"/>
              <a:ext cx="63754" cy="27602"/>
            </a:xfrm>
            <a:custGeom>
              <a:avLst/>
              <a:gdLst>
                <a:gd name="T0" fmla="*/ 2 w 21"/>
                <a:gd name="T1" fmla="*/ 3 h 9"/>
                <a:gd name="T2" fmla="*/ 19 w 21"/>
                <a:gd name="T3" fmla="*/ 6 h 9"/>
                <a:gd name="T4" fmla="*/ 2 w 21"/>
                <a:gd name="T5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9">
                  <a:moveTo>
                    <a:pt x="2" y="3"/>
                  </a:moveTo>
                  <a:cubicBezTo>
                    <a:pt x="3" y="6"/>
                    <a:pt x="18" y="9"/>
                    <a:pt x="19" y="6"/>
                  </a:cubicBezTo>
                  <a:cubicBezTo>
                    <a:pt x="21" y="3"/>
                    <a:pt x="0" y="0"/>
                    <a:pt x="2" y="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20" name="Freeform 123"/>
            <p:cNvSpPr>
              <a:spLocks/>
            </p:cNvSpPr>
            <p:nvPr/>
          </p:nvSpPr>
          <p:spPr bwMode="auto">
            <a:xfrm>
              <a:off x="4087025" y="3849703"/>
              <a:ext cx="54829" cy="30230"/>
            </a:xfrm>
            <a:custGeom>
              <a:avLst/>
              <a:gdLst>
                <a:gd name="T0" fmla="*/ 3 w 18"/>
                <a:gd name="T1" fmla="*/ 5 h 10"/>
                <a:gd name="T2" fmla="*/ 17 w 18"/>
                <a:gd name="T3" fmla="*/ 5 h 10"/>
                <a:gd name="T4" fmla="*/ 3 w 18"/>
                <a:gd name="T5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10">
                  <a:moveTo>
                    <a:pt x="3" y="5"/>
                  </a:moveTo>
                  <a:cubicBezTo>
                    <a:pt x="6" y="10"/>
                    <a:pt x="16" y="7"/>
                    <a:pt x="17" y="5"/>
                  </a:cubicBezTo>
                  <a:cubicBezTo>
                    <a:pt x="18" y="1"/>
                    <a:pt x="0" y="0"/>
                    <a:pt x="3" y="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21" name="Freeform 124"/>
            <p:cNvSpPr>
              <a:spLocks noEditPoints="1"/>
            </p:cNvSpPr>
            <p:nvPr/>
          </p:nvSpPr>
          <p:spPr bwMode="auto">
            <a:xfrm>
              <a:off x="3954417" y="1340538"/>
              <a:ext cx="1553058" cy="1201350"/>
            </a:xfrm>
            <a:custGeom>
              <a:avLst/>
              <a:gdLst>
                <a:gd name="T0" fmla="*/ 452 w 515"/>
                <a:gd name="T1" fmla="*/ 45 h 386"/>
                <a:gd name="T2" fmla="*/ 414 w 515"/>
                <a:gd name="T3" fmla="*/ 62 h 386"/>
                <a:gd name="T4" fmla="*/ 412 w 515"/>
                <a:gd name="T5" fmla="*/ 40 h 386"/>
                <a:gd name="T6" fmla="*/ 369 w 515"/>
                <a:gd name="T7" fmla="*/ 36 h 386"/>
                <a:gd name="T8" fmla="*/ 411 w 515"/>
                <a:gd name="T9" fmla="*/ 29 h 386"/>
                <a:gd name="T10" fmla="*/ 408 w 515"/>
                <a:gd name="T11" fmla="*/ 13 h 386"/>
                <a:gd name="T12" fmla="*/ 348 w 515"/>
                <a:gd name="T13" fmla="*/ 1 h 386"/>
                <a:gd name="T14" fmla="*/ 293 w 515"/>
                <a:gd name="T15" fmla="*/ 8 h 386"/>
                <a:gd name="T16" fmla="*/ 251 w 515"/>
                <a:gd name="T17" fmla="*/ 9 h 386"/>
                <a:gd name="T18" fmla="*/ 217 w 515"/>
                <a:gd name="T19" fmla="*/ 24 h 386"/>
                <a:gd name="T20" fmla="*/ 208 w 515"/>
                <a:gd name="T21" fmla="*/ 29 h 386"/>
                <a:gd name="T22" fmla="*/ 184 w 515"/>
                <a:gd name="T23" fmla="*/ 36 h 386"/>
                <a:gd name="T24" fmla="*/ 161 w 515"/>
                <a:gd name="T25" fmla="*/ 44 h 386"/>
                <a:gd name="T26" fmla="*/ 121 w 515"/>
                <a:gd name="T27" fmla="*/ 36 h 386"/>
                <a:gd name="T28" fmla="*/ 99 w 515"/>
                <a:gd name="T29" fmla="*/ 53 h 386"/>
                <a:gd name="T30" fmla="*/ 65 w 515"/>
                <a:gd name="T31" fmla="*/ 74 h 386"/>
                <a:gd name="T32" fmla="*/ 0 w 515"/>
                <a:gd name="T33" fmla="*/ 107 h 386"/>
                <a:gd name="T34" fmla="*/ 42 w 515"/>
                <a:gd name="T35" fmla="*/ 119 h 386"/>
                <a:gd name="T36" fmla="*/ 12 w 515"/>
                <a:gd name="T37" fmla="*/ 129 h 386"/>
                <a:gd name="T38" fmla="*/ 37 w 515"/>
                <a:gd name="T39" fmla="*/ 146 h 386"/>
                <a:gd name="T40" fmla="*/ 70 w 515"/>
                <a:gd name="T41" fmla="*/ 144 h 386"/>
                <a:gd name="T42" fmla="*/ 121 w 515"/>
                <a:gd name="T43" fmla="*/ 158 h 386"/>
                <a:gd name="T44" fmla="*/ 146 w 515"/>
                <a:gd name="T45" fmla="*/ 192 h 386"/>
                <a:gd name="T46" fmla="*/ 150 w 515"/>
                <a:gd name="T47" fmla="*/ 223 h 386"/>
                <a:gd name="T48" fmla="*/ 182 w 515"/>
                <a:gd name="T49" fmla="*/ 233 h 386"/>
                <a:gd name="T50" fmla="*/ 179 w 515"/>
                <a:gd name="T51" fmla="*/ 246 h 386"/>
                <a:gd name="T52" fmla="*/ 174 w 515"/>
                <a:gd name="T53" fmla="*/ 267 h 386"/>
                <a:gd name="T54" fmla="*/ 169 w 515"/>
                <a:gd name="T55" fmla="*/ 292 h 386"/>
                <a:gd name="T56" fmla="*/ 175 w 515"/>
                <a:gd name="T57" fmla="*/ 326 h 386"/>
                <a:gd name="T58" fmla="*/ 191 w 515"/>
                <a:gd name="T59" fmla="*/ 346 h 386"/>
                <a:gd name="T60" fmla="*/ 214 w 515"/>
                <a:gd name="T61" fmla="*/ 373 h 386"/>
                <a:gd name="T62" fmla="*/ 247 w 515"/>
                <a:gd name="T63" fmla="*/ 385 h 386"/>
                <a:gd name="T64" fmla="*/ 257 w 515"/>
                <a:gd name="T65" fmla="*/ 352 h 386"/>
                <a:gd name="T66" fmla="*/ 271 w 515"/>
                <a:gd name="T67" fmla="*/ 336 h 386"/>
                <a:gd name="T68" fmla="*/ 272 w 515"/>
                <a:gd name="T69" fmla="*/ 320 h 386"/>
                <a:gd name="T70" fmla="*/ 286 w 515"/>
                <a:gd name="T71" fmla="*/ 309 h 386"/>
                <a:gd name="T72" fmla="*/ 299 w 515"/>
                <a:gd name="T73" fmla="*/ 306 h 386"/>
                <a:gd name="T74" fmla="*/ 344 w 515"/>
                <a:gd name="T75" fmla="*/ 277 h 386"/>
                <a:gd name="T76" fmla="*/ 373 w 515"/>
                <a:gd name="T77" fmla="*/ 269 h 386"/>
                <a:gd name="T78" fmla="*/ 430 w 515"/>
                <a:gd name="T79" fmla="*/ 244 h 386"/>
                <a:gd name="T80" fmla="*/ 399 w 515"/>
                <a:gd name="T81" fmla="*/ 237 h 386"/>
                <a:gd name="T82" fmla="*/ 431 w 515"/>
                <a:gd name="T83" fmla="*/ 239 h 386"/>
                <a:gd name="T84" fmla="*/ 424 w 515"/>
                <a:gd name="T85" fmla="*/ 210 h 386"/>
                <a:gd name="T86" fmla="*/ 408 w 515"/>
                <a:gd name="T87" fmla="*/ 195 h 386"/>
                <a:gd name="T88" fmla="*/ 444 w 515"/>
                <a:gd name="T89" fmla="*/ 190 h 386"/>
                <a:gd name="T90" fmla="*/ 454 w 515"/>
                <a:gd name="T91" fmla="*/ 172 h 386"/>
                <a:gd name="T92" fmla="*/ 450 w 515"/>
                <a:gd name="T93" fmla="*/ 145 h 386"/>
                <a:gd name="T94" fmla="*/ 440 w 515"/>
                <a:gd name="T95" fmla="*/ 133 h 386"/>
                <a:gd name="T96" fmla="*/ 444 w 515"/>
                <a:gd name="T97" fmla="*/ 121 h 386"/>
                <a:gd name="T98" fmla="*/ 432 w 515"/>
                <a:gd name="T99" fmla="*/ 116 h 386"/>
                <a:gd name="T100" fmla="*/ 466 w 515"/>
                <a:gd name="T101" fmla="*/ 80 h 386"/>
                <a:gd name="T102" fmla="*/ 457 w 515"/>
                <a:gd name="T103" fmla="*/ 71 h 386"/>
                <a:gd name="T104" fmla="*/ 467 w 515"/>
                <a:gd name="T105" fmla="*/ 61 h 386"/>
                <a:gd name="T106" fmla="*/ 515 w 515"/>
                <a:gd name="T107" fmla="*/ 44 h 386"/>
                <a:gd name="T108" fmla="*/ 170 w 515"/>
                <a:gd name="T109" fmla="*/ 247 h 386"/>
                <a:gd name="T110" fmla="*/ 161 w 515"/>
                <a:gd name="T111" fmla="*/ 25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15" h="386">
                  <a:moveTo>
                    <a:pt x="487" y="36"/>
                  </a:moveTo>
                  <a:cubicBezTo>
                    <a:pt x="477" y="36"/>
                    <a:pt x="470" y="38"/>
                    <a:pt x="469" y="44"/>
                  </a:cubicBezTo>
                  <a:cubicBezTo>
                    <a:pt x="469" y="50"/>
                    <a:pt x="457" y="43"/>
                    <a:pt x="452" y="45"/>
                  </a:cubicBezTo>
                  <a:cubicBezTo>
                    <a:pt x="447" y="47"/>
                    <a:pt x="450" y="40"/>
                    <a:pt x="445" y="42"/>
                  </a:cubicBezTo>
                  <a:cubicBezTo>
                    <a:pt x="440" y="45"/>
                    <a:pt x="434" y="51"/>
                    <a:pt x="428" y="53"/>
                  </a:cubicBezTo>
                  <a:cubicBezTo>
                    <a:pt x="422" y="56"/>
                    <a:pt x="418" y="62"/>
                    <a:pt x="414" y="62"/>
                  </a:cubicBezTo>
                  <a:cubicBezTo>
                    <a:pt x="410" y="63"/>
                    <a:pt x="422" y="51"/>
                    <a:pt x="428" y="45"/>
                  </a:cubicBezTo>
                  <a:cubicBezTo>
                    <a:pt x="434" y="39"/>
                    <a:pt x="431" y="32"/>
                    <a:pt x="423" y="33"/>
                  </a:cubicBezTo>
                  <a:cubicBezTo>
                    <a:pt x="415" y="34"/>
                    <a:pt x="417" y="39"/>
                    <a:pt x="412" y="40"/>
                  </a:cubicBezTo>
                  <a:cubicBezTo>
                    <a:pt x="408" y="41"/>
                    <a:pt x="386" y="51"/>
                    <a:pt x="385" y="48"/>
                  </a:cubicBezTo>
                  <a:cubicBezTo>
                    <a:pt x="384" y="45"/>
                    <a:pt x="403" y="39"/>
                    <a:pt x="403" y="37"/>
                  </a:cubicBezTo>
                  <a:cubicBezTo>
                    <a:pt x="402" y="35"/>
                    <a:pt x="379" y="35"/>
                    <a:pt x="369" y="36"/>
                  </a:cubicBezTo>
                  <a:cubicBezTo>
                    <a:pt x="358" y="38"/>
                    <a:pt x="340" y="44"/>
                    <a:pt x="339" y="41"/>
                  </a:cubicBezTo>
                  <a:cubicBezTo>
                    <a:pt x="339" y="38"/>
                    <a:pt x="361" y="33"/>
                    <a:pt x="372" y="32"/>
                  </a:cubicBezTo>
                  <a:cubicBezTo>
                    <a:pt x="383" y="31"/>
                    <a:pt x="403" y="33"/>
                    <a:pt x="411" y="29"/>
                  </a:cubicBezTo>
                  <a:cubicBezTo>
                    <a:pt x="420" y="26"/>
                    <a:pt x="433" y="26"/>
                    <a:pt x="435" y="23"/>
                  </a:cubicBezTo>
                  <a:cubicBezTo>
                    <a:pt x="437" y="20"/>
                    <a:pt x="425" y="16"/>
                    <a:pt x="419" y="17"/>
                  </a:cubicBezTo>
                  <a:cubicBezTo>
                    <a:pt x="413" y="17"/>
                    <a:pt x="407" y="16"/>
                    <a:pt x="408" y="13"/>
                  </a:cubicBezTo>
                  <a:cubicBezTo>
                    <a:pt x="408" y="10"/>
                    <a:pt x="398" y="9"/>
                    <a:pt x="397" y="7"/>
                  </a:cubicBezTo>
                  <a:cubicBezTo>
                    <a:pt x="396" y="5"/>
                    <a:pt x="378" y="7"/>
                    <a:pt x="374" y="4"/>
                  </a:cubicBezTo>
                  <a:cubicBezTo>
                    <a:pt x="370" y="2"/>
                    <a:pt x="358" y="0"/>
                    <a:pt x="348" y="1"/>
                  </a:cubicBezTo>
                  <a:cubicBezTo>
                    <a:pt x="338" y="2"/>
                    <a:pt x="318" y="2"/>
                    <a:pt x="313" y="2"/>
                  </a:cubicBezTo>
                  <a:cubicBezTo>
                    <a:pt x="308" y="3"/>
                    <a:pt x="305" y="4"/>
                    <a:pt x="301" y="4"/>
                  </a:cubicBezTo>
                  <a:cubicBezTo>
                    <a:pt x="297" y="4"/>
                    <a:pt x="290" y="5"/>
                    <a:pt x="293" y="8"/>
                  </a:cubicBezTo>
                  <a:cubicBezTo>
                    <a:pt x="297" y="13"/>
                    <a:pt x="286" y="15"/>
                    <a:pt x="287" y="11"/>
                  </a:cubicBezTo>
                  <a:cubicBezTo>
                    <a:pt x="288" y="8"/>
                    <a:pt x="277" y="6"/>
                    <a:pt x="274" y="9"/>
                  </a:cubicBezTo>
                  <a:cubicBezTo>
                    <a:pt x="270" y="12"/>
                    <a:pt x="254" y="5"/>
                    <a:pt x="251" y="9"/>
                  </a:cubicBezTo>
                  <a:cubicBezTo>
                    <a:pt x="249" y="12"/>
                    <a:pt x="229" y="11"/>
                    <a:pt x="223" y="12"/>
                  </a:cubicBezTo>
                  <a:cubicBezTo>
                    <a:pt x="217" y="13"/>
                    <a:pt x="232" y="17"/>
                    <a:pt x="232" y="20"/>
                  </a:cubicBezTo>
                  <a:cubicBezTo>
                    <a:pt x="231" y="22"/>
                    <a:pt x="213" y="20"/>
                    <a:pt x="217" y="24"/>
                  </a:cubicBezTo>
                  <a:cubicBezTo>
                    <a:pt x="220" y="29"/>
                    <a:pt x="232" y="32"/>
                    <a:pt x="238" y="38"/>
                  </a:cubicBezTo>
                  <a:cubicBezTo>
                    <a:pt x="244" y="43"/>
                    <a:pt x="234" y="40"/>
                    <a:pt x="227" y="36"/>
                  </a:cubicBezTo>
                  <a:cubicBezTo>
                    <a:pt x="221" y="31"/>
                    <a:pt x="212" y="33"/>
                    <a:pt x="208" y="29"/>
                  </a:cubicBezTo>
                  <a:cubicBezTo>
                    <a:pt x="204" y="24"/>
                    <a:pt x="190" y="21"/>
                    <a:pt x="186" y="24"/>
                  </a:cubicBezTo>
                  <a:cubicBezTo>
                    <a:pt x="181" y="27"/>
                    <a:pt x="196" y="32"/>
                    <a:pt x="196" y="35"/>
                  </a:cubicBezTo>
                  <a:cubicBezTo>
                    <a:pt x="196" y="39"/>
                    <a:pt x="186" y="35"/>
                    <a:pt x="184" y="36"/>
                  </a:cubicBezTo>
                  <a:cubicBezTo>
                    <a:pt x="183" y="37"/>
                    <a:pt x="174" y="27"/>
                    <a:pt x="169" y="27"/>
                  </a:cubicBezTo>
                  <a:cubicBezTo>
                    <a:pt x="164" y="27"/>
                    <a:pt x="168" y="32"/>
                    <a:pt x="168" y="38"/>
                  </a:cubicBezTo>
                  <a:cubicBezTo>
                    <a:pt x="168" y="44"/>
                    <a:pt x="158" y="48"/>
                    <a:pt x="161" y="44"/>
                  </a:cubicBezTo>
                  <a:cubicBezTo>
                    <a:pt x="164" y="40"/>
                    <a:pt x="162" y="29"/>
                    <a:pt x="157" y="27"/>
                  </a:cubicBezTo>
                  <a:cubicBezTo>
                    <a:pt x="151" y="25"/>
                    <a:pt x="138" y="31"/>
                    <a:pt x="131" y="31"/>
                  </a:cubicBezTo>
                  <a:cubicBezTo>
                    <a:pt x="124" y="30"/>
                    <a:pt x="115" y="33"/>
                    <a:pt x="121" y="36"/>
                  </a:cubicBezTo>
                  <a:cubicBezTo>
                    <a:pt x="127" y="40"/>
                    <a:pt x="121" y="42"/>
                    <a:pt x="115" y="38"/>
                  </a:cubicBezTo>
                  <a:cubicBezTo>
                    <a:pt x="110" y="34"/>
                    <a:pt x="93" y="38"/>
                    <a:pt x="96" y="40"/>
                  </a:cubicBezTo>
                  <a:cubicBezTo>
                    <a:pt x="100" y="43"/>
                    <a:pt x="101" y="50"/>
                    <a:pt x="99" y="53"/>
                  </a:cubicBezTo>
                  <a:cubicBezTo>
                    <a:pt x="97" y="56"/>
                    <a:pt x="89" y="50"/>
                    <a:pt x="83" y="50"/>
                  </a:cubicBezTo>
                  <a:cubicBezTo>
                    <a:pt x="76" y="51"/>
                    <a:pt x="43" y="67"/>
                    <a:pt x="45" y="71"/>
                  </a:cubicBezTo>
                  <a:cubicBezTo>
                    <a:pt x="47" y="75"/>
                    <a:pt x="61" y="72"/>
                    <a:pt x="65" y="74"/>
                  </a:cubicBezTo>
                  <a:cubicBezTo>
                    <a:pt x="70" y="77"/>
                    <a:pt x="64" y="86"/>
                    <a:pt x="58" y="90"/>
                  </a:cubicBezTo>
                  <a:cubicBezTo>
                    <a:pt x="53" y="94"/>
                    <a:pt x="32" y="90"/>
                    <a:pt x="32" y="95"/>
                  </a:cubicBezTo>
                  <a:cubicBezTo>
                    <a:pt x="31" y="99"/>
                    <a:pt x="0" y="100"/>
                    <a:pt x="0" y="107"/>
                  </a:cubicBezTo>
                  <a:cubicBezTo>
                    <a:pt x="0" y="110"/>
                    <a:pt x="1" y="112"/>
                    <a:pt x="5" y="113"/>
                  </a:cubicBezTo>
                  <a:cubicBezTo>
                    <a:pt x="9" y="114"/>
                    <a:pt x="15" y="113"/>
                    <a:pt x="19" y="117"/>
                  </a:cubicBezTo>
                  <a:cubicBezTo>
                    <a:pt x="23" y="122"/>
                    <a:pt x="34" y="122"/>
                    <a:pt x="42" y="119"/>
                  </a:cubicBezTo>
                  <a:cubicBezTo>
                    <a:pt x="49" y="116"/>
                    <a:pt x="55" y="119"/>
                    <a:pt x="55" y="124"/>
                  </a:cubicBezTo>
                  <a:cubicBezTo>
                    <a:pt x="55" y="128"/>
                    <a:pt x="37" y="122"/>
                    <a:pt x="32" y="125"/>
                  </a:cubicBezTo>
                  <a:cubicBezTo>
                    <a:pt x="27" y="129"/>
                    <a:pt x="11" y="126"/>
                    <a:pt x="12" y="129"/>
                  </a:cubicBezTo>
                  <a:cubicBezTo>
                    <a:pt x="12" y="133"/>
                    <a:pt x="20" y="132"/>
                    <a:pt x="27" y="133"/>
                  </a:cubicBezTo>
                  <a:cubicBezTo>
                    <a:pt x="33" y="135"/>
                    <a:pt x="27" y="137"/>
                    <a:pt x="27" y="140"/>
                  </a:cubicBezTo>
                  <a:cubicBezTo>
                    <a:pt x="27" y="143"/>
                    <a:pt x="30" y="142"/>
                    <a:pt x="37" y="146"/>
                  </a:cubicBezTo>
                  <a:cubicBezTo>
                    <a:pt x="43" y="149"/>
                    <a:pt x="54" y="151"/>
                    <a:pt x="51" y="147"/>
                  </a:cubicBezTo>
                  <a:cubicBezTo>
                    <a:pt x="47" y="143"/>
                    <a:pt x="57" y="144"/>
                    <a:pt x="59" y="146"/>
                  </a:cubicBezTo>
                  <a:cubicBezTo>
                    <a:pt x="61" y="148"/>
                    <a:pt x="66" y="143"/>
                    <a:pt x="70" y="144"/>
                  </a:cubicBezTo>
                  <a:cubicBezTo>
                    <a:pt x="75" y="145"/>
                    <a:pt x="77" y="140"/>
                    <a:pt x="80" y="142"/>
                  </a:cubicBezTo>
                  <a:cubicBezTo>
                    <a:pt x="84" y="145"/>
                    <a:pt x="102" y="146"/>
                    <a:pt x="108" y="149"/>
                  </a:cubicBezTo>
                  <a:cubicBezTo>
                    <a:pt x="114" y="153"/>
                    <a:pt x="122" y="153"/>
                    <a:pt x="121" y="158"/>
                  </a:cubicBezTo>
                  <a:cubicBezTo>
                    <a:pt x="120" y="163"/>
                    <a:pt x="126" y="166"/>
                    <a:pt x="133" y="169"/>
                  </a:cubicBezTo>
                  <a:cubicBezTo>
                    <a:pt x="139" y="172"/>
                    <a:pt x="141" y="179"/>
                    <a:pt x="140" y="183"/>
                  </a:cubicBezTo>
                  <a:cubicBezTo>
                    <a:pt x="140" y="187"/>
                    <a:pt x="148" y="190"/>
                    <a:pt x="146" y="192"/>
                  </a:cubicBezTo>
                  <a:cubicBezTo>
                    <a:pt x="145" y="194"/>
                    <a:pt x="146" y="197"/>
                    <a:pt x="151" y="201"/>
                  </a:cubicBezTo>
                  <a:cubicBezTo>
                    <a:pt x="155" y="205"/>
                    <a:pt x="144" y="208"/>
                    <a:pt x="146" y="211"/>
                  </a:cubicBezTo>
                  <a:cubicBezTo>
                    <a:pt x="149" y="215"/>
                    <a:pt x="142" y="222"/>
                    <a:pt x="150" y="223"/>
                  </a:cubicBezTo>
                  <a:cubicBezTo>
                    <a:pt x="158" y="224"/>
                    <a:pt x="157" y="217"/>
                    <a:pt x="163" y="217"/>
                  </a:cubicBezTo>
                  <a:cubicBezTo>
                    <a:pt x="169" y="217"/>
                    <a:pt x="163" y="223"/>
                    <a:pt x="166" y="226"/>
                  </a:cubicBezTo>
                  <a:cubicBezTo>
                    <a:pt x="169" y="229"/>
                    <a:pt x="176" y="228"/>
                    <a:pt x="182" y="233"/>
                  </a:cubicBezTo>
                  <a:cubicBezTo>
                    <a:pt x="189" y="239"/>
                    <a:pt x="185" y="241"/>
                    <a:pt x="179" y="237"/>
                  </a:cubicBezTo>
                  <a:cubicBezTo>
                    <a:pt x="173" y="233"/>
                    <a:pt x="156" y="234"/>
                    <a:pt x="156" y="235"/>
                  </a:cubicBezTo>
                  <a:cubicBezTo>
                    <a:pt x="156" y="237"/>
                    <a:pt x="175" y="247"/>
                    <a:pt x="179" y="246"/>
                  </a:cubicBezTo>
                  <a:cubicBezTo>
                    <a:pt x="183" y="244"/>
                    <a:pt x="189" y="252"/>
                    <a:pt x="187" y="254"/>
                  </a:cubicBezTo>
                  <a:cubicBezTo>
                    <a:pt x="184" y="257"/>
                    <a:pt x="185" y="263"/>
                    <a:pt x="185" y="266"/>
                  </a:cubicBezTo>
                  <a:cubicBezTo>
                    <a:pt x="184" y="269"/>
                    <a:pt x="178" y="266"/>
                    <a:pt x="174" y="267"/>
                  </a:cubicBezTo>
                  <a:cubicBezTo>
                    <a:pt x="170" y="267"/>
                    <a:pt x="167" y="268"/>
                    <a:pt x="167" y="273"/>
                  </a:cubicBezTo>
                  <a:cubicBezTo>
                    <a:pt x="167" y="277"/>
                    <a:pt x="161" y="280"/>
                    <a:pt x="160" y="285"/>
                  </a:cubicBezTo>
                  <a:cubicBezTo>
                    <a:pt x="160" y="290"/>
                    <a:pt x="165" y="290"/>
                    <a:pt x="169" y="292"/>
                  </a:cubicBezTo>
                  <a:cubicBezTo>
                    <a:pt x="172" y="294"/>
                    <a:pt x="163" y="296"/>
                    <a:pt x="162" y="300"/>
                  </a:cubicBezTo>
                  <a:cubicBezTo>
                    <a:pt x="162" y="303"/>
                    <a:pt x="171" y="310"/>
                    <a:pt x="174" y="312"/>
                  </a:cubicBezTo>
                  <a:cubicBezTo>
                    <a:pt x="177" y="314"/>
                    <a:pt x="174" y="322"/>
                    <a:pt x="175" y="326"/>
                  </a:cubicBezTo>
                  <a:cubicBezTo>
                    <a:pt x="177" y="331"/>
                    <a:pt x="181" y="325"/>
                    <a:pt x="180" y="331"/>
                  </a:cubicBezTo>
                  <a:cubicBezTo>
                    <a:pt x="180" y="336"/>
                    <a:pt x="184" y="336"/>
                    <a:pt x="185" y="339"/>
                  </a:cubicBezTo>
                  <a:cubicBezTo>
                    <a:pt x="185" y="343"/>
                    <a:pt x="193" y="342"/>
                    <a:pt x="191" y="346"/>
                  </a:cubicBezTo>
                  <a:cubicBezTo>
                    <a:pt x="190" y="351"/>
                    <a:pt x="193" y="354"/>
                    <a:pt x="195" y="357"/>
                  </a:cubicBezTo>
                  <a:cubicBezTo>
                    <a:pt x="197" y="359"/>
                    <a:pt x="203" y="363"/>
                    <a:pt x="204" y="367"/>
                  </a:cubicBezTo>
                  <a:cubicBezTo>
                    <a:pt x="206" y="370"/>
                    <a:pt x="209" y="374"/>
                    <a:pt x="214" y="373"/>
                  </a:cubicBezTo>
                  <a:cubicBezTo>
                    <a:pt x="218" y="372"/>
                    <a:pt x="219" y="376"/>
                    <a:pt x="222" y="375"/>
                  </a:cubicBezTo>
                  <a:cubicBezTo>
                    <a:pt x="226" y="375"/>
                    <a:pt x="231" y="377"/>
                    <a:pt x="232" y="380"/>
                  </a:cubicBezTo>
                  <a:cubicBezTo>
                    <a:pt x="233" y="382"/>
                    <a:pt x="244" y="385"/>
                    <a:pt x="247" y="385"/>
                  </a:cubicBezTo>
                  <a:cubicBezTo>
                    <a:pt x="250" y="386"/>
                    <a:pt x="250" y="380"/>
                    <a:pt x="253" y="379"/>
                  </a:cubicBezTo>
                  <a:cubicBezTo>
                    <a:pt x="256" y="377"/>
                    <a:pt x="255" y="366"/>
                    <a:pt x="257" y="366"/>
                  </a:cubicBezTo>
                  <a:cubicBezTo>
                    <a:pt x="260" y="365"/>
                    <a:pt x="259" y="353"/>
                    <a:pt x="257" y="352"/>
                  </a:cubicBezTo>
                  <a:cubicBezTo>
                    <a:pt x="254" y="351"/>
                    <a:pt x="255" y="347"/>
                    <a:pt x="261" y="348"/>
                  </a:cubicBezTo>
                  <a:cubicBezTo>
                    <a:pt x="266" y="349"/>
                    <a:pt x="264" y="343"/>
                    <a:pt x="267" y="343"/>
                  </a:cubicBezTo>
                  <a:cubicBezTo>
                    <a:pt x="270" y="342"/>
                    <a:pt x="269" y="337"/>
                    <a:pt x="271" y="336"/>
                  </a:cubicBezTo>
                  <a:cubicBezTo>
                    <a:pt x="273" y="336"/>
                    <a:pt x="272" y="332"/>
                    <a:pt x="271" y="330"/>
                  </a:cubicBezTo>
                  <a:cubicBezTo>
                    <a:pt x="269" y="328"/>
                    <a:pt x="271" y="327"/>
                    <a:pt x="274" y="326"/>
                  </a:cubicBezTo>
                  <a:cubicBezTo>
                    <a:pt x="277" y="326"/>
                    <a:pt x="276" y="321"/>
                    <a:pt x="272" y="320"/>
                  </a:cubicBezTo>
                  <a:cubicBezTo>
                    <a:pt x="268" y="318"/>
                    <a:pt x="270" y="314"/>
                    <a:pt x="274" y="317"/>
                  </a:cubicBezTo>
                  <a:cubicBezTo>
                    <a:pt x="278" y="319"/>
                    <a:pt x="281" y="317"/>
                    <a:pt x="278" y="314"/>
                  </a:cubicBezTo>
                  <a:cubicBezTo>
                    <a:pt x="276" y="311"/>
                    <a:pt x="281" y="310"/>
                    <a:pt x="286" y="309"/>
                  </a:cubicBezTo>
                  <a:cubicBezTo>
                    <a:pt x="292" y="309"/>
                    <a:pt x="294" y="306"/>
                    <a:pt x="293" y="302"/>
                  </a:cubicBezTo>
                  <a:cubicBezTo>
                    <a:pt x="292" y="298"/>
                    <a:pt x="299" y="298"/>
                    <a:pt x="298" y="302"/>
                  </a:cubicBezTo>
                  <a:cubicBezTo>
                    <a:pt x="296" y="305"/>
                    <a:pt x="297" y="309"/>
                    <a:pt x="299" y="306"/>
                  </a:cubicBezTo>
                  <a:cubicBezTo>
                    <a:pt x="302" y="304"/>
                    <a:pt x="307" y="306"/>
                    <a:pt x="315" y="303"/>
                  </a:cubicBezTo>
                  <a:cubicBezTo>
                    <a:pt x="323" y="301"/>
                    <a:pt x="332" y="294"/>
                    <a:pt x="334" y="287"/>
                  </a:cubicBezTo>
                  <a:cubicBezTo>
                    <a:pt x="336" y="280"/>
                    <a:pt x="345" y="281"/>
                    <a:pt x="344" y="277"/>
                  </a:cubicBezTo>
                  <a:cubicBezTo>
                    <a:pt x="343" y="272"/>
                    <a:pt x="346" y="270"/>
                    <a:pt x="352" y="273"/>
                  </a:cubicBezTo>
                  <a:cubicBezTo>
                    <a:pt x="358" y="276"/>
                    <a:pt x="353" y="271"/>
                    <a:pt x="360" y="271"/>
                  </a:cubicBezTo>
                  <a:cubicBezTo>
                    <a:pt x="367" y="271"/>
                    <a:pt x="366" y="269"/>
                    <a:pt x="373" y="269"/>
                  </a:cubicBezTo>
                  <a:cubicBezTo>
                    <a:pt x="379" y="268"/>
                    <a:pt x="397" y="265"/>
                    <a:pt x="403" y="260"/>
                  </a:cubicBezTo>
                  <a:cubicBezTo>
                    <a:pt x="409" y="255"/>
                    <a:pt x="422" y="251"/>
                    <a:pt x="427" y="248"/>
                  </a:cubicBezTo>
                  <a:cubicBezTo>
                    <a:pt x="432" y="245"/>
                    <a:pt x="433" y="242"/>
                    <a:pt x="430" y="244"/>
                  </a:cubicBezTo>
                  <a:cubicBezTo>
                    <a:pt x="427" y="245"/>
                    <a:pt x="420" y="246"/>
                    <a:pt x="415" y="244"/>
                  </a:cubicBezTo>
                  <a:cubicBezTo>
                    <a:pt x="410" y="243"/>
                    <a:pt x="402" y="239"/>
                    <a:pt x="396" y="242"/>
                  </a:cubicBezTo>
                  <a:cubicBezTo>
                    <a:pt x="391" y="245"/>
                    <a:pt x="394" y="237"/>
                    <a:pt x="399" y="237"/>
                  </a:cubicBezTo>
                  <a:cubicBezTo>
                    <a:pt x="404" y="236"/>
                    <a:pt x="402" y="234"/>
                    <a:pt x="400" y="229"/>
                  </a:cubicBezTo>
                  <a:cubicBezTo>
                    <a:pt x="399" y="224"/>
                    <a:pt x="408" y="227"/>
                    <a:pt x="412" y="233"/>
                  </a:cubicBezTo>
                  <a:cubicBezTo>
                    <a:pt x="416" y="238"/>
                    <a:pt x="424" y="241"/>
                    <a:pt x="431" y="239"/>
                  </a:cubicBezTo>
                  <a:cubicBezTo>
                    <a:pt x="438" y="237"/>
                    <a:pt x="431" y="231"/>
                    <a:pt x="434" y="228"/>
                  </a:cubicBezTo>
                  <a:cubicBezTo>
                    <a:pt x="437" y="224"/>
                    <a:pt x="413" y="212"/>
                    <a:pt x="412" y="208"/>
                  </a:cubicBezTo>
                  <a:cubicBezTo>
                    <a:pt x="411" y="204"/>
                    <a:pt x="418" y="207"/>
                    <a:pt x="424" y="210"/>
                  </a:cubicBezTo>
                  <a:cubicBezTo>
                    <a:pt x="431" y="213"/>
                    <a:pt x="432" y="205"/>
                    <a:pt x="432" y="201"/>
                  </a:cubicBezTo>
                  <a:cubicBezTo>
                    <a:pt x="432" y="198"/>
                    <a:pt x="418" y="197"/>
                    <a:pt x="412" y="201"/>
                  </a:cubicBezTo>
                  <a:cubicBezTo>
                    <a:pt x="406" y="204"/>
                    <a:pt x="400" y="196"/>
                    <a:pt x="408" y="195"/>
                  </a:cubicBezTo>
                  <a:cubicBezTo>
                    <a:pt x="417" y="194"/>
                    <a:pt x="409" y="191"/>
                    <a:pt x="412" y="188"/>
                  </a:cubicBezTo>
                  <a:cubicBezTo>
                    <a:pt x="414" y="186"/>
                    <a:pt x="425" y="196"/>
                    <a:pt x="430" y="194"/>
                  </a:cubicBezTo>
                  <a:cubicBezTo>
                    <a:pt x="436" y="192"/>
                    <a:pt x="440" y="194"/>
                    <a:pt x="444" y="190"/>
                  </a:cubicBezTo>
                  <a:cubicBezTo>
                    <a:pt x="449" y="187"/>
                    <a:pt x="436" y="183"/>
                    <a:pt x="433" y="180"/>
                  </a:cubicBezTo>
                  <a:cubicBezTo>
                    <a:pt x="431" y="177"/>
                    <a:pt x="447" y="178"/>
                    <a:pt x="452" y="178"/>
                  </a:cubicBezTo>
                  <a:cubicBezTo>
                    <a:pt x="457" y="178"/>
                    <a:pt x="458" y="171"/>
                    <a:pt x="454" y="172"/>
                  </a:cubicBezTo>
                  <a:cubicBezTo>
                    <a:pt x="450" y="174"/>
                    <a:pt x="436" y="167"/>
                    <a:pt x="439" y="163"/>
                  </a:cubicBezTo>
                  <a:cubicBezTo>
                    <a:pt x="442" y="159"/>
                    <a:pt x="447" y="164"/>
                    <a:pt x="454" y="161"/>
                  </a:cubicBezTo>
                  <a:cubicBezTo>
                    <a:pt x="460" y="157"/>
                    <a:pt x="454" y="145"/>
                    <a:pt x="450" y="145"/>
                  </a:cubicBezTo>
                  <a:cubicBezTo>
                    <a:pt x="445" y="145"/>
                    <a:pt x="435" y="144"/>
                    <a:pt x="435" y="141"/>
                  </a:cubicBezTo>
                  <a:cubicBezTo>
                    <a:pt x="435" y="139"/>
                    <a:pt x="426" y="137"/>
                    <a:pt x="429" y="135"/>
                  </a:cubicBezTo>
                  <a:cubicBezTo>
                    <a:pt x="431" y="133"/>
                    <a:pt x="434" y="138"/>
                    <a:pt x="440" y="133"/>
                  </a:cubicBezTo>
                  <a:cubicBezTo>
                    <a:pt x="446" y="129"/>
                    <a:pt x="458" y="134"/>
                    <a:pt x="463" y="133"/>
                  </a:cubicBezTo>
                  <a:cubicBezTo>
                    <a:pt x="468" y="132"/>
                    <a:pt x="461" y="123"/>
                    <a:pt x="458" y="124"/>
                  </a:cubicBezTo>
                  <a:cubicBezTo>
                    <a:pt x="455" y="126"/>
                    <a:pt x="444" y="127"/>
                    <a:pt x="444" y="121"/>
                  </a:cubicBezTo>
                  <a:cubicBezTo>
                    <a:pt x="443" y="116"/>
                    <a:pt x="453" y="121"/>
                    <a:pt x="455" y="119"/>
                  </a:cubicBezTo>
                  <a:cubicBezTo>
                    <a:pt x="457" y="116"/>
                    <a:pt x="441" y="110"/>
                    <a:pt x="438" y="115"/>
                  </a:cubicBezTo>
                  <a:cubicBezTo>
                    <a:pt x="436" y="120"/>
                    <a:pt x="427" y="119"/>
                    <a:pt x="432" y="116"/>
                  </a:cubicBezTo>
                  <a:cubicBezTo>
                    <a:pt x="436" y="113"/>
                    <a:pt x="437" y="104"/>
                    <a:pt x="437" y="100"/>
                  </a:cubicBezTo>
                  <a:cubicBezTo>
                    <a:pt x="436" y="96"/>
                    <a:pt x="454" y="96"/>
                    <a:pt x="452" y="89"/>
                  </a:cubicBezTo>
                  <a:cubicBezTo>
                    <a:pt x="450" y="82"/>
                    <a:pt x="460" y="80"/>
                    <a:pt x="466" y="80"/>
                  </a:cubicBezTo>
                  <a:cubicBezTo>
                    <a:pt x="471" y="80"/>
                    <a:pt x="465" y="73"/>
                    <a:pt x="460" y="73"/>
                  </a:cubicBezTo>
                  <a:cubicBezTo>
                    <a:pt x="454" y="74"/>
                    <a:pt x="449" y="80"/>
                    <a:pt x="446" y="78"/>
                  </a:cubicBezTo>
                  <a:cubicBezTo>
                    <a:pt x="443" y="75"/>
                    <a:pt x="452" y="71"/>
                    <a:pt x="457" y="71"/>
                  </a:cubicBezTo>
                  <a:cubicBezTo>
                    <a:pt x="462" y="71"/>
                    <a:pt x="474" y="70"/>
                    <a:pt x="479" y="68"/>
                  </a:cubicBezTo>
                  <a:cubicBezTo>
                    <a:pt x="483" y="65"/>
                    <a:pt x="471" y="63"/>
                    <a:pt x="463" y="64"/>
                  </a:cubicBezTo>
                  <a:cubicBezTo>
                    <a:pt x="455" y="65"/>
                    <a:pt x="455" y="62"/>
                    <a:pt x="467" y="61"/>
                  </a:cubicBezTo>
                  <a:cubicBezTo>
                    <a:pt x="479" y="61"/>
                    <a:pt x="477" y="59"/>
                    <a:pt x="486" y="58"/>
                  </a:cubicBezTo>
                  <a:cubicBezTo>
                    <a:pt x="494" y="57"/>
                    <a:pt x="491" y="53"/>
                    <a:pt x="497" y="53"/>
                  </a:cubicBezTo>
                  <a:cubicBezTo>
                    <a:pt x="502" y="53"/>
                    <a:pt x="515" y="47"/>
                    <a:pt x="515" y="44"/>
                  </a:cubicBezTo>
                  <a:cubicBezTo>
                    <a:pt x="515" y="42"/>
                    <a:pt x="496" y="36"/>
                    <a:pt x="487" y="36"/>
                  </a:cubicBezTo>
                  <a:close/>
                  <a:moveTo>
                    <a:pt x="176" y="253"/>
                  </a:moveTo>
                  <a:cubicBezTo>
                    <a:pt x="177" y="249"/>
                    <a:pt x="172" y="251"/>
                    <a:pt x="170" y="247"/>
                  </a:cubicBezTo>
                  <a:cubicBezTo>
                    <a:pt x="167" y="242"/>
                    <a:pt x="154" y="240"/>
                    <a:pt x="153" y="244"/>
                  </a:cubicBezTo>
                  <a:cubicBezTo>
                    <a:pt x="153" y="245"/>
                    <a:pt x="149" y="247"/>
                    <a:pt x="152" y="251"/>
                  </a:cubicBezTo>
                  <a:cubicBezTo>
                    <a:pt x="155" y="254"/>
                    <a:pt x="157" y="253"/>
                    <a:pt x="161" y="256"/>
                  </a:cubicBezTo>
                  <a:cubicBezTo>
                    <a:pt x="165" y="260"/>
                    <a:pt x="176" y="257"/>
                    <a:pt x="176" y="25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22" name="Freeform 125"/>
            <p:cNvSpPr>
              <a:spLocks noEditPoints="1"/>
            </p:cNvSpPr>
            <p:nvPr/>
          </p:nvSpPr>
          <p:spPr bwMode="auto">
            <a:xfrm>
              <a:off x="2208819" y="1365511"/>
              <a:ext cx="2260732" cy="1795453"/>
            </a:xfrm>
            <a:custGeom>
              <a:avLst/>
              <a:gdLst>
                <a:gd name="T0" fmla="*/ 153 w 750"/>
                <a:gd name="T1" fmla="*/ 509 h 577"/>
                <a:gd name="T2" fmla="*/ 141 w 750"/>
                <a:gd name="T3" fmla="*/ 169 h 577"/>
                <a:gd name="T4" fmla="*/ 289 w 750"/>
                <a:gd name="T5" fmla="*/ 187 h 577"/>
                <a:gd name="T6" fmla="*/ 192 w 750"/>
                <a:gd name="T7" fmla="*/ 200 h 577"/>
                <a:gd name="T8" fmla="*/ 288 w 750"/>
                <a:gd name="T9" fmla="*/ 249 h 577"/>
                <a:gd name="T10" fmla="*/ 177 w 750"/>
                <a:gd name="T11" fmla="*/ 144 h 577"/>
                <a:gd name="T12" fmla="*/ 155 w 750"/>
                <a:gd name="T13" fmla="*/ 138 h 577"/>
                <a:gd name="T14" fmla="*/ 276 w 750"/>
                <a:gd name="T15" fmla="*/ 158 h 577"/>
                <a:gd name="T16" fmla="*/ 222 w 750"/>
                <a:gd name="T17" fmla="*/ 107 h 577"/>
                <a:gd name="T18" fmla="*/ 308 w 750"/>
                <a:gd name="T19" fmla="*/ 88 h 577"/>
                <a:gd name="T20" fmla="*/ 311 w 750"/>
                <a:gd name="T21" fmla="*/ 120 h 577"/>
                <a:gd name="T22" fmla="*/ 313 w 750"/>
                <a:gd name="T23" fmla="*/ 137 h 577"/>
                <a:gd name="T24" fmla="*/ 405 w 750"/>
                <a:gd name="T25" fmla="*/ 109 h 577"/>
                <a:gd name="T26" fmla="*/ 367 w 750"/>
                <a:gd name="T27" fmla="*/ 173 h 577"/>
                <a:gd name="T28" fmla="*/ 513 w 750"/>
                <a:gd name="T29" fmla="*/ 163 h 577"/>
                <a:gd name="T30" fmla="*/ 433 w 750"/>
                <a:gd name="T31" fmla="*/ 112 h 577"/>
                <a:gd name="T32" fmla="*/ 446 w 750"/>
                <a:gd name="T33" fmla="*/ 62 h 577"/>
                <a:gd name="T34" fmla="*/ 438 w 750"/>
                <a:gd name="T35" fmla="*/ 49 h 577"/>
                <a:gd name="T36" fmla="*/ 474 w 750"/>
                <a:gd name="T37" fmla="*/ 89 h 577"/>
                <a:gd name="T38" fmla="*/ 521 w 750"/>
                <a:gd name="T39" fmla="*/ 134 h 577"/>
                <a:gd name="T40" fmla="*/ 594 w 750"/>
                <a:gd name="T41" fmla="*/ 64 h 577"/>
                <a:gd name="T42" fmla="*/ 567 w 750"/>
                <a:gd name="T43" fmla="*/ 6 h 577"/>
                <a:gd name="T44" fmla="*/ 425 w 750"/>
                <a:gd name="T45" fmla="*/ 34 h 577"/>
                <a:gd name="T46" fmla="*/ 466 w 750"/>
                <a:gd name="T47" fmla="*/ 328 h 577"/>
                <a:gd name="T48" fmla="*/ 618 w 750"/>
                <a:gd name="T49" fmla="*/ 253 h 577"/>
                <a:gd name="T50" fmla="*/ 557 w 750"/>
                <a:gd name="T51" fmla="*/ 203 h 577"/>
                <a:gd name="T52" fmla="*/ 466 w 750"/>
                <a:gd name="T53" fmla="*/ 186 h 577"/>
                <a:gd name="T54" fmla="*/ 526 w 750"/>
                <a:gd name="T55" fmla="*/ 230 h 577"/>
                <a:gd name="T56" fmla="*/ 550 w 750"/>
                <a:gd name="T57" fmla="*/ 305 h 577"/>
                <a:gd name="T58" fmla="*/ 634 w 750"/>
                <a:gd name="T59" fmla="*/ 312 h 577"/>
                <a:gd name="T60" fmla="*/ 509 w 750"/>
                <a:gd name="T61" fmla="*/ 179 h 577"/>
                <a:gd name="T62" fmla="*/ 719 w 750"/>
                <a:gd name="T63" fmla="*/ 478 h 577"/>
                <a:gd name="T64" fmla="*/ 82 w 750"/>
                <a:gd name="T65" fmla="*/ 469 h 577"/>
                <a:gd name="T66" fmla="*/ 613 w 750"/>
                <a:gd name="T67" fmla="*/ 512 h 577"/>
                <a:gd name="T68" fmla="*/ 719 w 750"/>
                <a:gd name="T69" fmla="*/ 454 h 577"/>
                <a:gd name="T70" fmla="*/ 668 w 750"/>
                <a:gd name="T71" fmla="*/ 418 h 577"/>
                <a:gd name="T72" fmla="*/ 630 w 750"/>
                <a:gd name="T73" fmla="*/ 394 h 577"/>
                <a:gd name="T74" fmla="*/ 570 w 750"/>
                <a:gd name="T75" fmla="*/ 345 h 577"/>
                <a:gd name="T76" fmla="*/ 543 w 750"/>
                <a:gd name="T77" fmla="*/ 405 h 577"/>
                <a:gd name="T78" fmla="*/ 497 w 750"/>
                <a:gd name="T79" fmla="*/ 461 h 577"/>
                <a:gd name="T80" fmla="*/ 402 w 750"/>
                <a:gd name="T81" fmla="*/ 392 h 577"/>
                <a:gd name="T82" fmla="*/ 432 w 750"/>
                <a:gd name="T83" fmla="*/ 321 h 577"/>
                <a:gd name="T84" fmla="*/ 484 w 750"/>
                <a:gd name="T85" fmla="*/ 288 h 577"/>
                <a:gd name="T86" fmla="*/ 475 w 750"/>
                <a:gd name="T87" fmla="*/ 253 h 577"/>
                <a:gd name="T88" fmla="*/ 433 w 750"/>
                <a:gd name="T89" fmla="*/ 256 h 577"/>
                <a:gd name="T90" fmla="*/ 401 w 750"/>
                <a:gd name="T91" fmla="*/ 202 h 577"/>
                <a:gd name="T92" fmla="*/ 387 w 750"/>
                <a:gd name="T93" fmla="*/ 217 h 577"/>
                <a:gd name="T94" fmla="*/ 379 w 750"/>
                <a:gd name="T95" fmla="*/ 271 h 577"/>
                <a:gd name="T96" fmla="*/ 367 w 750"/>
                <a:gd name="T97" fmla="*/ 260 h 577"/>
                <a:gd name="T98" fmla="*/ 298 w 750"/>
                <a:gd name="T99" fmla="*/ 259 h 577"/>
                <a:gd name="T100" fmla="*/ 200 w 750"/>
                <a:gd name="T101" fmla="*/ 253 h 577"/>
                <a:gd name="T102" fmla="*/ 72 w 750"/>
                <a:gd name="T103" fmla="*/ 254 h 577"/>
                <a:gd name="T104" fmla="*/ 35 w 750"/>
                <a:gd name="T105" fmla="*/ 254 h 577"/>
                <a:gd name="T106" fmla="*/ 95 w 750"/>
                <a:gd name="T107" fmla="*/ 439 h 577"/>
                <a:gd name="T108" fmla="*/ 135 w 750"/>
                <a:gd name="T109" fmla="*/ 491 h 577"/>
                <a:gd name="T110" fmla="*/ 465 w 750"/>
                <a:gd name="T111" fmla="*/ 514 h 577"/>
                <a:gd name="T112" fmla="*/ 523 w 750"/>
                <a:gd name="T113" fmla="*/ 571 h 577"/>
                <a:gd name="T114" fmla="*/ 646 w 750"/>
                <a:gd name="T115" fmla="*/ 539 h 577"/>
                <a:gd name="T116" fmla="*/ 181 w 750"/>
                <a:gd name="T117" fmla="*/ 303 h 577"/>
                <a:gd name="T118" fmla="*/ 180 w 750"/>
                <a:gd name="T119" fmla="*/ 292 h 577"/>
                <a:gd name="T120" fmla="*/ 376 w 750"/>
                <a:gd name="T121" fmla="*/ 489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50" h="577">
                  <a:moveTo>
                    <a:pt x="148" y="506"/>
                  </a:moveTo>
                  <a:cubicBezTo>
                    <a:pt x="145" y="503"/>
                    <a:pt x="139" y="504"/>
                    <a:pt x="138" y="502"/>
                  </a:cubicBezTo>
                  <a:cubicBezTo>
                    <a:pt x="137" y="499"/>
                    <a:pt x="131" y="490"/>
                    <a:pt x="128" y="491"/>
                  </a:cubicBezTo>
                  <a:cubicBezTo>
                    <a:pt x="125" y="491"/>
                    <a:pt x="121" y="491"/>
                    <a:pt x="117" y="488"/>
                  </a:cubicBezTo>
                  <a:cubicBezTo>
                    <a:pt x="114" y="485"/>
                    <a:pt x="111" y="485"/>
                    <a:pt x="108" y="487"/>
                  </a:cubicBezTo>
                  <a:cubicBezTo>
                    <a:pt x="106" y="489"/>
                    <a:pt x="111" y="489"/>
                    <a:pt x="111" y="491"/>
                  </a:cubicBezTo>
                  <a:cubicBezTo>
                    <a:pt x="111" y="493"/>
                    <a:pt x="113" y="494"/>
                    <a:pt x="115" y="493"/>
                  </a:cubicBezTo>
                  <a:cubicBezTo>
                    <a:pt x="117" y="493"/>
                    <a:pt x="119" y="498"/>
                    <a:pt x="121" y="498"/>
                  </a:cubicBezTo>
                  <a:cubicBezTo>
                    <a:pt x="123" y="498"/>
                    <a:pt x="124" y="502"/>
                    <a:pt x="126" y="502"/>
                  </a:cubicBezTo>
                  <a:cubicBezTo>
                    <a:pt x="129" y="502"/>
                    <a:pt x="130" y="505"/>
                    <a:pt x="131" y="506"/>
                  </a:cubicBezTo>
                  <a:cubicBezTo>
                    <a:pt x="132" y="508"/>
                    <a:pt x="135" y="506"/>
                    <a:pt x="135" y="508"/>
                  </a:cubicBezTo>
                  <a:cubicBezTo>
                    <a:pt x="135" y="510"/>
                    <a:pt x="138" y="511"/>
                    <a:pt x="139" y="513"/>
                  </a:cubicBezTo>
                  <a:cubicBezTo>
                    <a:pt x="144" y="514"/>
                    <a:pt x="148" y="514"/>
                    <a:pt x="152" y="513"/>
                  </a:cubicBezTo>
                  <a:cubicBezTo>
                    <a:pt x="152" y="512"/>
                    <a:pt x="153" y="510"/>
                    <a:pt x="153" y="509"/>
                  </a:cubicBezTo>
                  <a:cubicBezTo>
                    <a:pt x="154" y="507"/>
                    <a:pt x="150" y="509"/>
                    <a:pt x="148" y="506"/>
                  </a:cubicBezTo>
                  <a:close/>
                  <a:moveTo>
                    <a:pt x="142" y="209"/>
                  </a:moveTo>
                  <a:cubicBezTo>
                    <a:pt x="148" y="211"/>
                    <a:pt x="149" y="223"/>
                    <a:pt x="153" y="223"/>
                  </a:cubicBezTo>
                  <a:cubicBezTo>
                    <a:pt x="156" y="223"/>
                    <a:pt x="154" y="219"/>
                    <a:pt x="159" y="219"/>
                  </a:cubicBezTo>
                  <a:cubicBezTo>
                    <a:pt x="164" y="219"/>
                    <a:pt x="163" y="217"/>
                    <a:pt x="167" y="217"/>
                  </a:cubicBezTo>
                  <a:cubicBezTo>
                    <a:pt x="172" y="217"/>
                    <a:pt x="176" y="216"/>
                    <a:pt x="176" y="211"/>
                  </a:cubicBezTo>
                  <a:cubicBezTo>
                    <a:pt x="176" y="205"/>
                    <a:pt x="179" y="203"/>
                    <a:pt x="183" y="202"/>
                  </a:cubicBezTo>
                  <a:cubicBezTo>
                    <a:pt x="188" y="201"/>
                    <a:pt x="184" y="196"/>
                    <a:pt x="190" y="194"/>
                  </a:cubicBezTo>
                  <a:cubicBezTo>
                    <a:pt x="196" y="193"/>
                    <a:pt x="214" y="185"/>
                    <a:pt x="217" y="183"/>
                  </a:cubicBezTo>
                  <a:cubicBezTo>
                    <a:pt x="220" y="181"/>
                    <a:pt x="213" y="178"/>
                    <a:pt x="207" y="174"/>
                  </a:cubicBezTo>
                  <a:cubicBezTo>
                    <a:pt x="200" y="169"/>
                    <a:pt x="195" y="168"/>
                    <a:pt x="189" y="172"/>
                  </a:cubicBezTo>
                  <a:cubicBezTo>
                    <a:pt x="184" y="175"/>
                    <a:pt x="188" y="168"/>
                    <a:pt x="184" y="170"/>
                  </a:cubicBezTo>
                  <a:cubicBezTo>
                    <a:pt x="180" y="172"/>
                    <a:pt x="169" y="167"/>
                    <a:pt x="167" y="165"/>
                  </a:cubicBezTo>
                  <a:cubicBezTo>
                    <a:pt x="166" y="163"/>
                    <a:pt x="146" y="169"/>
                    <a:pt x="141" y="169"/>
                  </a:cubicBezTo>
                  <a:cubicBezTo>
                    <a:pt x="136" y="169"/>
                    <a:pt x="141" y="174"/>
                    <a:pt x="145" y="177"/>
                  </a:cubicBezTo>
                  <a:cubicBezTo>
                    <a:pt x="148" y="180"/>
                    <a:pt x="136" y="188"/>
                    <a:pt x="139" y="190"/>
                  </a:cubicBezTo>
                  <a:cubicBezTo>
                    <a:pt x="141" y="191"/>
                    <a:pt x="136" y="196"/>
                    <a:pt x="131" y="202"/>
                  </a:cubicBezTo>
                  <a:cubicBezTo>
                    <a:pt x="126" y="208"/>
                    <a:pt x="135" y="208"/>
                    <a:pt x="142" y="209"/>
                  </a:cubicBezTo>
                  <a:close/>
                  <a:moveTo>
                    <a:pt x="328" y="240"/>
                  </a:moveTo>
                  <a:cubicBezTo>
                    <a:pt x="330" y="237"/>
                    <a:pt x="340" y="245"/>
                    <a:pt x="340" y="240"/>
                  </a:cubicBezTo>
                  <a:cubicBezTo>
                    <a:pt x="341" y="234"/>
                    <a:pt x="330" y="231"/>
                    <a:pt x="325" y="228"/>
                  </a:cubicBezTo>
                  <a:cubicBezTo>
                    <a:pt x="321" y="225"/>
                    <a:pt x="319" y="227"/>
                    <a:pt x="312" y="222"/>
                  </a:cubicBezTo>
                  <a:cubicBezTo>
                    <a:pt x="305" y="217"/>
                    <a:pt x="314" y="214"/>
                    <a:pt x="308" y="210"/>
                  </a:cubicBezTo>
                  <a:cubicBezTo>
                    <a:pt x="303" y="206"/>
                    <a:pt x="301" y="194"/>
                    <a:pt x="305" y="191"/>
                  </a:cubicBezTo>
                  <a:cubicBezTo>
                    <a:pt x="309" y="187"/>
                    <a:pt x="313" y="181"/>
                    <a:pt x="306" y="179"/>
                  </a:cubicBezTo>
                  <a:cubicBezTo>
                    <a:pt x="300" y="176"/>
                    <a:pt x="289" y="181"/>
                    <a:pt x="290" y="183"/>
                  </a:cubicBezTo>
                  <a:cubicBezTo>
                    <a:pt x="291" y="184"/>
                    <a:pt x="300" y="189"/>
                    <a:pt x="300" y="191"/>
                  </a:cubicBezTo>
                  <a:cubicBezTo>
                    <a:pt x="300" y="194"/>
                    <a:pt x="292" y="185"/>
                    <a:pt x="289" y="187"/>
                  </a:cubicBezTo>
                  <a:cubicBezTo>
                    <a:pt x="286" y="189"/>
                    <a:pt x="282" y="183"/>
                    <a:pt x="280" y="187"/>
                  </a:cubicBezTo>
                  <a:cubicBezTo>
                    <a:pt x="277" y="191"/>
                    <a:pt x="283" y="204"/>
                    <a:pt x="285" y="208"/>
                  </a:cubicBezTo>
                  <a:cubicBezTo>
                    <a:pt x="288" y="211"/>
                    <a:pt x="283" y="211"/>
                    <a:pt x="280" y="212"/>
                  </a:cubicBezTo>
                  <a:cubicBezTo>
                    <a:pt x="277" y="213"/>
                    <a:pt x="277" y="202"/>
                    <a:pt x="274" y="197"/>
                  </a:cubicBezTo>
                  <a:cubicBezTo>
                    <a:pt x="271" y="193"/>
                    <a:pt x="259" y="188"/>
                    <a:pt x="258" y="191"/>
                  </a:cubicBezTo>
                  <a:cubicBezTo>
                    <a:pt x="257" y="194"/>
                    <a:pt x="266" y="194"/>
                    <a:pt x="264" y="199"/>
                  </a:cubicBezTo>
                  <a:cubicBezTo>
                    <a:pt x="263" y="203"/>
                    <a:pt x="259" y="196"/>
                    <a:pt x="255" y="199"/>
                  </a:cubicBezTo>
                  <a:cubicBezTo>
                    <a:pt x="251" y="203"/>
                    <a:pt x="251" y="200"/>
                    <a:pt x="252" y="197"/>
                  </a:cubicBezTo>
                  <a:cubicBezTo>
                    <a:pt x="253" y="194"/>
                    <a:pt x="246" y="190"/>
                    <a:pt x="239" y="191"/>
                  </a:cubicBezTo>
                  <a:cubicBezTo>
                    <a:pt x="231" y="191"/>
                    <a:pt x="235" y="197"/>
                    <a:pt x="233" y="199"/>
                  </a:cubicBezTo>
                  <a:cubicBezTo>
                    <a:pt x="231" y="200"/>
                    <a:pt x="220" y="197"/>
                    <a:pt x="227" y="196"/>
                  </a:cubicBezTo>
                  <a:cubicBezTo>
                    <a:pt x="234" y="194"/>
                    <a:pt x="231" y="190"/>
                    <a:pt x="228" y="186"/>
                  </a:cubicBezTo>
                  <a:cubicBezTo>
                    <a:pt x="226" y="182"/>
                    <a:pt x="218" y="187"/>
                    <a:pt x="207" y="191"/>
                  </a:cubicBezTo>
                  <a:cubicBezTo>
                    <a:pt x="195" y="195"/>
                    <a:pt x="190" y="200"/>
                    <a:pt x="192" y="200"/>
                  </a:cubicBezTo>
                  <a:cubicBezTo>
                    <a:pt x="193" y="200"/>
                    <a:pt x="193" y="202"/>
                    <a:pt x="189" y="206"/>
                  </a:cubicBezTo>
                  <a:cubicBezTo>
                    <a:pt x="184" y="210"/>
                    <a:pt x="189" y="213"/>
                    <a:pt x="193" y="213"/>
                  </a:cubicBezTo>
                  <a:cubicBezTo>
                    <a:pt x="197" y="213"/>
                    <a:pt x="194" y="216"/>
                    <a:pt x="196" y="217"/>
                  </a:cubicBezTo>
                  <a:cubicBezTo>
                    <a:pt x="199" y="218"/>
                    <a:pt x="212" y="212"/>
                    <a:pt x="216" y="215"/>
                  </a:cubicBezTo>
                  <a:cubicBezTo>
                    <a:pt x="220" y="217"/>
                    <a:pt x="194" y="219"/>
                    <a:pt x="194" y="223"/>
                  </a:cubicBezTo>
                  <a:cubicBezTo>
                    <a:pt x="194" y="228"/>
                    <a:pt x="208" y="230"/>
                    <a:pt x="219" y="228"/>
                  </a:cubicBezTo>
                  <a:cubicBezTo>
                    <a:pt x="229" y="227"/>
                    <a:pt x="248" y="230"/>
                    <a:pt x="248" y="233"/>
                  </a:cubicBezTo>
                  <a:cubicBezTo>
                    <a:pt x="248" y="235"/>
                    <a:pt x="235" y="234"/>
                    <a:pt x="226" y="234"/>
                  </a:cubicBezTo>
                  <a:cubicBezTo>
                    <a:pt x="217" y="234"/>
                    <a:pt x="201" y="237"/>
                    <a:pt x="201" y="240"/>
                  </a:cubicBezTo>
                  <a:cubicBezTo>
                    <a:pt x="202" y="243"/>
                    <a:pt x="203" y="243"/>
                    <a:pt x="213" y="247"/>
                  </a:cubicBezTo>
                  <a:cubicBezTo>
                    <a:pt x="223" y="252"/>
                    <a:pt x="233" y="245"/>
                    <a:pt x="232" y="252"/>
                  </a:cubicBezTo>
                  <a:cubicBezTo>
                    <a:pt x="232" y="258"/>
                    <a:pt x="238" y="259"/>
                    <a:pt x="251" y="260"/>
                  </a:cubicBezTo>
                  <a:cubicBezTo>
                    <a:pt x="264" y="260"/>
                    <a:pt x="270" y="254"/>
                    <a:pt x="276" y="254"/>
                  </a:cubicBezTo>
                  <a:cubicBezTo>
                    <a:pt x="282" y="255"/>
                    <a:pt x="285" y="253"/>
                    <a:pt x="288" y="249"/>
                  </a:cubicBezTo>
                  <a:cubicBezTo>
                    <a:pt x="291" y="245"/>
                    <a:pt x="294" y="247"/>
                    <a:pt x="295" y="249"/>
                  </a:cubicBezTo>
                  <a:cubicBezTo>
                    <a:pt x="295" y="252"/>
                    <a:pt x="304" y="251"/>
                    <a:pt x="305" y="253"/>
                  </a:cubicBezTo>
                  <a:cubicBezTo>
                    <a:pt x="310" y="258"/>
                    <a:pt x="326" y="256"/>
                    <a:pt x="332" y="253"/>
                  </a:cubicBezTo>
                  <a:cubicBezTo>
                    <a:pt x="338" y="250"/>
                    <a:pt x="329" y="242"/>
                    <a:pt x="326" y="246"/>
                  </a:cubicBezTo>
                  <a:cubicBezTo>
                    <a:pt x="323" y="250"/>
                    <a:pt x="321" y="247"/>
                    <a:pt x="320" y="246"/>
                  </a:cubicBezTo>
                  <a:cubicBezTo>
                    <a:pt x="319" y="244"/>
                    <a:pt x="326" y="243"/>
                    <a:pt x="328" y="240"/>
                  </a:cubicBezTo>
                  <a:close/>
                  <a:moveTo>
                    <a:pt x="186" y="148"/>
                  </a:moveTo>
                  <a:cubicBezTo>
                    <a:pt x="193" y="149"/>
                    <a:pt x="200" y="143"/>
                    <a:pt x="199" y="140"/>
                  </a:cubicBezTo>
                  <a:cubicBezTo>
                    <a:pt x="199" y="136"/>
                    <a:pt x="183" y="148"/>
                    <a:pt x="186" y="148"/>
                  </a:cubicBezTo>
                  <a:close/>
                  <a:moveTo>
                    <a:pt x="155" y="138"/>
                  </a:moveTo>
                  <a:cubicBezTo>
                    <a:pt x="158" y="139"/>
                    <a:pt x="155" y="144"/>
                    <a:pt x="158" y="143"/>
                  </a:cubicBezTo>
                  <a:cubicBezTo>
                    <a:pt x="161" y="141"/>
                    <a:pt x="162" y="141"/>
                    <a:pt x="164" y="141"/>
                  </a:cubicBezTo>
                  <a:cubicBezTo>
                    <a:pt x="168" y="143"/>
                    <a:pt x="169" y="139"/>
                    <a:pt x="171" y="137"/>
                  </a:cubicBezTo>
                  <a:cubicBezTo>
                    <a:pt x="173" y="135"/>
                    <a:pt x="172" y="144"/>
                    <a:pt x="177" y="144"/>
                  </a:cubicBezTo>
                  <a:cubicBezTo>
                    <a:pt x="181" y="144"/>
                    <a:pt x="180" y="135"/>
                    <a:pt x="184" y="138"/>
                  </a:cubicBezTo>
                  <a:cubicBezTo>
                    <a:pt x="188" y="140"/>
                    <a:pt x="189" y="137"/>
                    <a:pt x="190" y="134"/>
                  </a:cubicBezTo>
                  <a:cubicBezTo>
                    <a:pt x="190" y="131"/>
                    <a:pt x="190" y="127"/>
                    <a:pt x="195" y="126"/>
                  </a:cubicBezTo>
                  <a:cubicBezTo>
                    <a:pt x="199" y="125"/>
                    <a:pt x="195" y="130"/>
                    <a:pt x="197" y="134"/>
                  </a:cubicBezTo>
                  <a:cubicBezTo>
                    <a:pt x="200" y="138"/>
                    <a:pt x="205" y="134"/>
                    <a:pt x="205" y="132"/>
                  </a:cubicBezTo>
                  <a:cubicBezTo>
                    <a:pt x="205" y="129"/>
                    <a:pt x="212" y="131"/>
                    <a:pt x="212" y="128"/>
                  </a:cubicBezTo>
                  <a:cubicBezTo>
                    <a:pt x="211" y="126"/>
                    <a:pt x="214" y="125"/>
                    <a:pt x="212" y="122"/>
                  </a:cubicBezTo>
                  <a:cubicBezTo>
                    <a:pt x="210" y="119"/>
                    <a:pt x="215" y="120"/>
                    <a:pt x="217" y="118"/>
                  </a:cubicBezTo>
                  <a:cubicBezTo>
                    <a:pt x="219" y="115"/>
                    <a:pt x="214" y="117"/>
                    <a:pt x="210" y="114"/>
                  </a:cubicBezTo>
                  <a:cubicBezTo>
                    <a:pt x="207" y="110"/>
                    <a:pt x="205" y="115"/>
                    <a:pt x="205" y="117"/>
                  </a:cubicBezTo>
                  <a:cubicBezTo>
                    <a:pt x="205" y="119"/>
                    <a:pt x="198" y="118"/>
                    <a:pt x="194" y="116"/>
                  </a:cubicBezTo>
                  <a:cubicBezTo>
                    <a:pt x="190" y="115"/>
                    <a:pt x="184" y="121"/>
                    <a:pt x="179" y="124"/>
                  </a:cubicBezTo>
                  <a:cubicBezTo>
                    <a:pt x="173" y="127"/>
                    <a:pt x="172" y="132"/>
                    <a:pt x="167" y="132"/>
                  </a:cubicBezTo>
                  <a:cubicBezTo>
                    <a:pt x="161" y="131"/>
                    <a:pt x="153" y="137"/>
                    <a:pt x="155" y="138"/>
                  </a:cubicBezTo>
                  <a:close/>
                  <a:moveTo>
                    <a:pt x="214" y="136"/>
                  </a:moveTo>
                  <a:cubicBezTo>
                    <a:pt x="208" y="136"/>
                    <a:pt x="209" y="141"/>
                    <a:pt x="215" y="141"/>
                  </a:cubicBezTo>
                  <a:cubicBezTo>
                    <a:pt x="221" y="141"/>
                    <a:pt x="223" y="143"/>
                    <a:pt x="214" y="143"/>
                  </a:cubicBezTo>
                  <a:cubicBezTo>
                    <a:pt x="205" y="143"/>
                    <a:pt x="202" y="150"/>
                    <a:pt x="208" y="149"/>
                  </a:cubicBezTo>
                  <a:cubicBezTo>
                    <a:pt x="214" y="147"/>
                    <a:pt x="221" y="147"/>
                    <a:pt x="216" y="149"/>
                  </a:cubicBezTo>
                  <a:cubicBezTo>
                    <a:pt x="212" y="150"/>
                    <a:pt x="200" y="151"/>
                    <a:pt x="201" y="153"/>
                  </a:cubicBezTo>
                  <a:cubicBezTo>
                    <a:pt x="202" y="155"/>
                    <a:pt x="207" y="155"/>
                    <a:pt x="212" y="156"/>
                  </a:cubicBezTo>
                  <a:cubicBezTo>
                    <a:pt x="217" y="158"/>
                    <a:pt x="220" y="159"/>
                    <a:pt x="224" y="155"/>
                  </a:cubicBezTo>
                  <a:cubicBezTo>
                    <a:pt x="227" y="151"/>
                    <a:pt x="232" y="147"/>
                    <a:pt x="230" y="153"/>
                  </a:cubicBezTo>
                  <a:cubicBezTo>
                    <a:pt x="229" y="158"/>
                    <a:pt x="236" y="154"/>
                    <a:pt x="246" y="154"/>
                  </a:cubicBezTo>
                  <a:cubicBezTo>
                    <a:pt x="257" y="153"/>
                    <a:pt x="245" y="160"/>
                    <a:pt x="234" y="160"/>
                  </a:cubicBezTo>
                  <a:cubicBezTo>
                    <a:pt x="224" y="161"/>
                    <a:pt x="226" y="166"/>
                    <a:pt x="234" y="168"/>
                  </a:cubicBezTo>
                  <a:cubicBezTo>
                    <a:pt x="242" y="170"/>
                    <a:pt x="260" y="163"/>
                    <a:pt x="264" y="159"/>
                  </a:cubicBezTo>
                  <a:cubicBezTo>
                    <a:pt x="268" y="155"/>
                    <a:pt x="271" y="161"/>
                    <a:pt x="276" y="158"/>
                  </a:cubicBezTo>
                  <a:cubicBezTo>
                    <a:pt x="280" y="155"/>
                    <a:pt x="288" y="159"/>
                    <a:pt x="295" y="157"/>
                  </a:cubicBezTo>
                  <a:cubicBezTo>
                    <a:pt x="302" y="156"/>
                    <a:pt x="303" y="142"/>
                    <a:pt x="298" y="140"/>
                  </a:cubicBezTo>
                  <a:cubicBezTo>
                    <a:pt x="292" y="138"/>
                    <a:pt x="292" y="143"/>
                    <a:pt x="288" y="143"/>
                  </a:cubicBezTo>
                  <a:cubicBezTo>
                    <a:pt x="284" y="144"/>
                    <a:pt x="282" y="139"/>
                    <a:pt x="279" y="135"/>
                  </a:cubicBezTo>
                  <a:cubicBezTo>
                    <a:pt x="275" y="132"/>
                    <a:pt x="277" y="126"/>
                    <a:pt x="273" y="127"/>
                  </a:cubicBezTo>
                  <a:cubicBezTo>
                    <a:pt x="268" y="127"/>
                    <a:pt x="257" y="135"/>
                    <a:pt x="264" y="136"/>
                  </a:cubicBezTo>
                  <a:cubicBezTo>
                    <a:pt x="270" y="137"/>
                    <a:pt x="268" y="140"/>
                    <a:pt x="264" y="141"/>
                  </a:cubicBezTo>
                  <a:cubicBezTo>
                    <a:pt x="261" y="143"/>
                    <a:pt x="272" y="146"/>
                    <a:pt x="271" y="148"/>
                  </a:cubicBezTo>
                  <a:cubicBezTo>
                    <a:pt x="269" y="150"/>
                    <a:pt x="252" y="148"/>
                    <a:pt x="251" y="144"/>
                  </a:cubicBezTo>
                  <a:cubicBezTo>
                    <a:pt x="251" y="141"/>
                    <a:pt x="237" y="134"/>
                    <a:pt x="232" y="135"/>
                  </a:cubicBezTo>
                  <a:cubicBezTo>
                    <a:pt x="226" y="137"/>
                    <a:pt x="228" y="131"/>
                    <a:pt x="223" y="131"/>
                  </a:cubicBezTo>
                  <a:cubicBezTo>
                    <a:pt x="217" y="130"/>
                    <a:pt x="219" y="135"/>
                    <a:pt x="214" y="136"/>
                  </a:cubicBezTo>
                  <a:close/>
                  <a:moveTo>
                    <a:pt x="233" y="109"/>
                  </a:moveTo>
                  <a:cubicBezTo>
                    <a:pt x="235" y="104"/>
                    <a:pt x="221" y="105"/>
                    <a:pt x="222" y="107"/>
                  </a:cubicBezTo>
                  <a:cubicBezTo>
                    <a:pt x="224" y="110"/>
                    <a:pt x="231" y="113"/>
                    <a:pt x="233" y="109"/>
                  </a:cubicBezTo>
                  <a:close/>
                  <a:moveTo>
                    <a:pt x="264" y="107"/>
                  </a:moveTo>
                  <a:cubicBezTo>
                    <a:pt x="269" y="106"/>
                    <a:pt x="267" y="103"/>
                    <a:pt x="259" y="104"/>
                  </a:cubicBezTo>
                  <a:cubicBezTo>
                    <a:pt x="251" y="105"/>
                    <a:pt x="238" y="105"/>
                    <a:pt x="238" y="110"/>
                  </a:cubicBezTo>
                  <a:cubicBezTo>
                    <a:pt x="238" y="115"/>
                    <a:pt x="240" y="117"/>
                    <a:pt x="249" y="118"/>
                  </a:cubicBezTo>
                  <a:cubicBezTo>
                    <a:pt x="257" y="119"/>
                    <a:pt x="265" y="110"/>
                    <a:pt x="261" y="110"/>
                  </a:cubicBezTo>
                  <a:cubicBezTo>
                    <a:pt x="257" y="110"/>
                    <a:pt x="259" y="108"/>
                    <a:pt x="264" y="107"/>
                  </a:cubicBezTo>
                  <a:close/>
                  <a:moveTo>
                    <a:pt x="246" y="100"/>
                  </a:moveTo>
                  <a:cubicBezTo>
                    <a:pt x="249" y="101"/>
                    <a:pt x="253" y="97"/>
                    <a:pt x="256" y="99"/>
                  </a:cubicBezTo>
                  <a:cubicBezTo>
                    <a:pt x="258" y="101"/>
                    <a:pt x="270" y="103"/>
                    <a:pt x="270" y="97"/>
                  </a:cubicBezTo>
                  <a:cubicBezTo>
                    <a:pt x="270" y="91"/>
                    <a:pt x="255" y="90"/>
                    <a:pt x="252" y="93"/>
                  </a:cubicBezTo>
                  <a:cubicBezTo>
                    <a:pt x="248" y="95"/>
                    <a:pt x="231" y="96"/>
                    <a:pt x="236" y="99"/>
                  </a:cubicBezTo>
                  <a:cubicBezTo>
                    <a:pt x="239" y="102"/>
                    <a:pt x="242" y="98"/>
                    <a:pt x="246" y="100"/>
                  </a:cubicBezTo>
                  <a:close/>
                  <a:moveTo>
                    <a:pt x="308" y="88"/>
                  </a:moveTo>
                  <a:cubicBezTo>
                    <a:pt x="313" y="85"/>
                    <a:pt x="321" y="90"/>
                    <a:pt x="319" y="94"/>
                  </a:cubicBezTo>
                  <a:cubicBezTo>
                    <a:pt x="318" y="97"/>
                    <a:pt x="305" y="93"/>
                    <a:pt x="306" y="96"/>
                  </a:cubicBezTo>
                  <a:cubicBezTo>
                    <a:pt x="306" y="97"/>
                    <a:pt x="308" y="101"/>
                    <a:pt x="317" y="99"/>
                  </a:cubicBezTo>
                  <a:cubicBezTo>
                    <a:pt x="326" y="96"/>
                    <a:pt x="333" y="98"/>
                    <a:pt x="339" y="103"/>
                  </a:cubicBezTo>
                  <a:cubicBezTo>
                    <a:pt x="345" y="108"/>
                    <a:pt x="351" y="110"/>
                    <a:pt x="355" y="105"/>
                  </a:cubicBezTo>
                  <a:cubicBezTo>
                    <a:pt x="359" y="100"/>
                    <a:pt x="350" y="99"/>
                    <a:pt x="351" y="96"/>
                  </a:cubicBezTo>
                  <a:cubicBezTo>
                    <a:pt x="353" y="92"/>
                    <a:pt x="345" y="90"/>
                    <a:pt x="341" y="90"/>
                  </a:cubicBezTo>
                  <a:cubicBezTo>
                    <a:pt x="337" y="90"/>
                    <a:pt x="336" y="82"/>
                    <a:pt x="332" y="84"/>
                  </a:cubicBezTo>
                  <a:cubicBezTo>
                    <a:pt x="329" y="85"/>
                    <a:pt x="327" y="88"/>
                    <a:pt x="327" y="83"/>
                  </a:cubicBezTo>
                  <a:cubicBezTo>
                    <a:pt x="327" y="78"/>
                    <a:pt x="307" y="78"/>
                    <a:pt x="302" y="79"/>
                  </a:cubicBezTo>
                  <a:cubicBezTo>
                    <a:pt x="298" y="81"/>
                    <a:pt x="304" y="91"/>
                    <a:pt x="308" y="88"/>
                  </a:cubicBezTo>
                  <a:close/>
                  <a:moveTo>
                    <a:pt x="311" y="120"/>
                  </a:moveTo>
                  <a:cubicBezTo>
                    <a:pt x="314" y="116"/>
                    <a:pt x="299" y="104"/>
                    <a:pt x="298" y="110"/>
                  </a:cubicBezTo>
                  <a:cubicBezTo>
                    <a:pt x="297" y="115"/>
                    <a:pt x="308" y="124"/>
                    <a:pt x="311" y="120"/>
                  </a:cubicBezTo>
                  <a:close/>
                  <a:moveTo>
                    <a:pt x="359" y="71"/>
                  </a:moveTo>
                  <a:cubicBezTo>
                    <a:pt x="362" y="66"/>
                    <a:pt x="344" y="63"/>
                    <a:pt x="348" y="67"/>
                  </a:cubicBezTo>
                  <a:cubicBezTo>
                    <a:pt x="351" y="69"/>
                    <a:pt x="357" y="75"/>
                    <a:pt x="359" y="71"/>
                  </a:cubicBezTo>
                  <a:close/>
                  <a:moveTo>
                    <a:pt x="317" y="156"/>
                  </a:moveTo>
                  <a:cubicBezTo>
                    <a:pt x="320" y="153"/>
                    <a:pt x="311" y="146"/>
                    <a:pt x="309" y="152"/>
                  </a:cubicBezTo>
                  <a:cubicBezTo>
                    <a:pt x="307" y="157"/>
                    <a:pt x="314" y="159"/>
                    <a:pt x="317" y="156"/>
                  </a:cubicBezTo>
                  <a:close/>
                  <a:moveTo>
                    <a:pt x="359" y="129"/>
                  </a:moveTo>
                  <a:cubicBezTo>
                    <a:pt x="359" y="133"/>
                    <a:pt x="350" y="129"/>
                    <a:pt x="344" y="126"/>
                  </a:cubicBezTo>
                  <a:cubicBezTo>
                    <a:pt x="337" y="124"/>
                    <a:pt x="341" y="131"/>
                    <a:pt x="346" y="136"/>
                  </a:cubicBezTo>
                  <a:cubicBezTo>
                    <a:pt x="351" y="140"/>
                    <a:pt x="344" y="138"/>
                    <a:pt x="336" y="133"/>
                  </a:cubicBezTo>
                  <a:cubicBezTo>
                    <a:pt x="329" y="128"/>
                    <a:pt x="330" y="137"/>
                    <a:pt x="333" y="139"/>
                  </a:cubicBezTo>
                  <a:cubicBezTo>
                    <a:pt x="337" y="142"/>
                    <a:pt x="333" y="146"/>
                    <a:pt x="328" y="140"/>
                  </a:cubicBezTo>
                  <a:cubicBezTo>
                    <a:pt x="324" y="134"/>
                    <a:pt x="322" y="127"/>
                    <a:pt x="314" y="127"/>
                  </a:cubicBezTo>
                  <a:cubicBezTo>
                    <a:pt x="307" y="127"/>
                    <a:pt x="311" y="134"/>
                    <a:pt x="313" y="137"/>
                  </a:cubicBezTo>
                  <a:cubicBezTo>
                    <a:pt x="317" y="142"/>
                    <a:pt x="321" y="143"/>
                    <a:pt x="327" y="147"/>
                  </a:cubicBezTo>
                  <a:cubicBezTo>
                    <a:pt x="333" y="150"/>
                    <a:pt x="342" y="145"/>
                    <a:pt x="347" y="146"/>
                  </a:cubicBezTo>
                  <a:cubicBezTo>
                    <a:pt x="351" y="147"/>
                    <a:pt x="342" y="153"/>
                    <a:pt x="345" y="157"/>
                  </a:cubicBezTo>
                  <a:cubicBezTo>
                    <a:pt x="348" y="160"/>
                    <a:pt x="356" y="158"/>
                    <a:pt x="363" y="157"/>
                  </a:cubicBezTo>
                  <a:cubicBezTo>
                    <a:pt x="369" y="157"/>
                    <a:pt x="366" y="153"/>
                    <a:pt x="370" y="151"/>
                  </a:cubicBezTo>
                  <a:cubicBezTo>
                    <a:pt x="373" y="148"/>
                    <a:pt x="366" y="149"/>
                    <a:pt x="369" y="142"/>
                  </a:cubicBezTo>
                  <a:cubicBezTo>
                    <a:pt x="372" y="136"/>
                    <a:pt x="360" y="126"/>
                    <a:pt x="359" y="129"/>
                  </a:cubicBezTo>
                  <a:close/>
                  <a:moveTo>
                    <a:pt x="375" y="107"/>
                  </a:moveTo>
                  <a:cubicBezTo>
                    <a:pt x="381" y="107"/>
                    <a:pt x="385" y="107"/>
                    <a:pt x="390" y="105"/>
                  </a:cubicBezTo>
                  <a:cubicBezTo>
                    <a:pt x="395" y="103"/>
                    <a:pt x="387" y="103"/>
                    <a:pt x="391" y="98"/>
                  </a:cubicBezTo>
                  <a:cubicBezTo>
                    <a:pt x="394" y="94"/>
                    <a:pt x="382" y="94"/>
                    <a:pt x="382" y="95"/>
                  </a:cubicBezTo>
                  <a:cubicBezTo>
                    <a:pt x="381" y="97"/>
                    <a:pt x="366" y="86"/>
                    <a:pt x="364" y="90"/>
                  </a:cubicBezTo>
                  <a:cubicBezTo>
                    <a:pt x="362" y="93"/>
                    <a:pt x="369" y="107"/>
                    <a:pt x="375" y="107"/>
                  </a:cubicBezTo>
                  <a:close/>
                  <a:moveTo>
                    <a:pt x="405" y="109"/>
                  </a:moveTo>
                  <a:cubicBezTo>
                    <a:pt x="404" y="107"/>
                    <a:pt x="376" y="110"/>
                    <a:pt x="381" y="114"/>
                  </a:cubicBezTo>
                  <a:cubicBezTo>
                    <a:pt x="388" y="119"/>
                    <a:pt x="406" y="112"/>
                    <a:pt x="405" y="109"/>
                  </a:cubicBezTo>
                  <a:close/>
                  <a:moveTo>
                    <a:pt x="401" y="164"/>
                  </a:moveTo>
                  <a:cubicBezTo>
                    <a:pt x="408" y="163"/>
                    <a:pt x="404" y="155"/>
                    <a:pt x="397" y="150"/>
                  </a:cubicBezTo>
                  <a:cubicBezTo>
                    <a:pt x="389" y="144"/>
                    <a:pt x="373" y="156"/>
                    <a:pt x="376" y="158"/>
                  </a:cubicBezTo>
                  <a:cubicBezTo>
                    <a:pt x="379" y="160"/>
                    <a:pt x="394" y="164"/>
                    <a:pt x="401" y="164"/>
                  </a:cubicBezTo>
                  <a:close/>
                  <a:moveTo>
                    <a:pt x="353" y="216"/>
                  </a:moveTo>
                  <a:cubicBezTo>
                    <a:pt x="361" y="222"/>
                    <a:pt x="359" y="212"/>
                    <a:pt x="368" y="212"/>
                  </a:cubicBezTo>
                  <a:cubicBezTo>
                    <a:pt x="378" y="212"/>
                    <a:pt x="378" y="197"/>
                    <a:pt x="379" y="191"/>
                  </a:cubicBezTo>
                  <a:cubicBezTo>
                    <a:pt x="381" y="186"/>
                    <a:pt x="372" y="186"/>
                    <a:pt x="374" y="190"/>
                  </a:cubicBezTo>
                  <a:cubicBezTo>
                    <a:pt x="376" y="194"/>
                    <a:pt x="374" y="199"/>
                    <a:pt x="373" y="194"/>
                  </a:cubicBezTo>
                  <a:cubicBezTo>
                    <a:pt x="372" y="189"/>
                    <a:pt x="365" y="193"/>
                    <a:pt x="363" y="190"/>
                  </a:cubicBezTo>
                  <a:cubicBezTo>
                    <a:pt x="360" y="186"/>
                    <a:pt x="371" y="186"/>
                    <a:pt x="373" y="181"/>
                  </a:cubicBezTo>
                  <a:cubicBezTo>
                    <a:pt x="376" y="176"/>
                    <a:pt x="365" y="177"/>
                    <a:pt x="367" y="173"/>
                  </a:cubicBezTo>
                  <a:cubicBezTo>
                    <a:pt x="370" y="169"/>
                    <a:pt x="351" y="173"/>
                    <a:pt x="357" y="175"/>
                  </a:cubicBezTo>
                  <a:cubicBezTo>
                    <a:pt x="362" y="178"/>
                    <a:pt x="357" y="181"/>
                    <a:pt x="352" y="177"/>
                  </a:cubicBezTo>
                  <a:cubicBezTo>
                    <a:pt x="347" y="173"/>
                    <a:pt x="332" y="179"/>
                    <a:pt x="337" y="184"/>
                  </a:cubicBezTo>
                  <a:cubicBezTo>
                    <a:pt x="341" y="187"/>
                    <a:pt x="354" y="181"/>
                    <a:pt x="347" y="191"/>
                  </a:cubicBezTo>
                  <a:cubicBezTo>
                    <a:pt x="339" y="201"/>
                    <a:pt x="336" y="188"/>
                    <a:pt x="330" y="190"/>
                  </a:cubicBezTo>
                  <a:cubicBezTo>
                    <a:pt x="323" y="191"/>
                    <a:pt x="326" y="199"/>
                    <a:pt x="336" y="202"/>
                  </a:cubicBezTo>
                  <a:cubicBezTo>
                    <a:pt x="346" y="205"/>
                    <a:pt x="345" y="211"/>
                    <a:pt x="353" y="216"/>
                  </a:cubicBezTo>
                  <a:close/>
                  <a:moveTo>
                    <a:pt x="414" y="156"/>
                  </a:moveTo>
                  <a:cubicBezTo>
                    <a:pt x="417" y="164"/>
                    <a:pt x="420" y="159"/>
                    <a:pt x="424" y="162"/>
                  </a:cubicBezTo>
                  <a:cubicBezTo>
                    <a:pt x="428" y="165"/>
                    <a:pt x="434" y="166"/>
                    <a:pt x="438" y="163"/>
                  </a:cubicBezTo>
                  <a:cubicBezTo>
                    <a:pt x="441" y="160"/>
                    <a:pt x="443" y="158"/>
                    <a:pt x="444" y="161"/>
                  </a:cubicBezTo>
                  <a:cubicBezTo>
                    <a:pt x="445" y="165"/>
                    <a:pt x="454" y="166"/>
                    <a:pt x="472" y="166"/>
                  </a:cubicBezTo>
                  <a:cubicBezTo>
                    <a:pt x="490" y="166"/>
                    <a:pt x="485" y="159"/>
                    <a:pt x="490" y="162"/>
                  </a:cubicBezTo>
                  <a:cubicBezTo>
                    <a:pt x="496" y="165"/>
                    <a:pt x="508" y="165"/>
                    <a:pt x="513" y="163"/>
                  </a:cubicBezTo>
                  <a:cubicBezTo>
                    <a:pt x="518" y="162"/>
                    <a:pt x="521" y="154"/>
                    <a:pt x="520" y="150"/>
                  </a:cubicBezTo>
                  <a:cubicBezTo>
                    <a:pt x="520" y="146"/>
                    <a:pt x="480" y="143"/>
                    <a:pt x="473" y="147"/>
                  </a:cubicBezTo>
                  <a:cubicBezTo>
                    <a:pt x="466" y="151"/>
                    <a:pt x="454" y="145"/>
                    <a:pt x="449" y="148"/>
                  </a:cubicBezTo>
                  <a:cubicBezTo>
                    <a:pt x="443" y="151"/>
                    <a:pt x="445" y="144"/>
                    <a:pt x="435" y="144"/>
                  </a:cubicBezTo>
                  <a:cubicBezTo>
                    <a:pt x="425" y="143"/>
                    <a:pt x="436" y="138"/>
                    <a:pt x="438" y="136"/>
                  </a:cubicBezTo>
                  <a:cubicBezTo>
                    <a:pt x="440" y="134"/>
                    <a:pt x="422" y="128"/>
                    <a:pt x="415" y="129"/>
                  </a:cubicBezTo>
                  <a:cubicBezTo>
                    <a:pt x="408" y="131"/>
                    <a:pt x="404" y="127"/>
                    <a:pt x="397" y="124"/>
                  </a:cubicBezTo>
                  <a:cubicBezTo>
                    <a:pt x="391" y="121"/>
                    <a:pt x="372" y="122"/>
                    <a:pt x="376" y="127"/>
                  </a:cubicBezTo>
                  <a:cubicBezTo>
                    <a:pt x="379" y="131"/>
                    <a:pt x="400" y="138"/>
                    <a:pt x="403" y="135"/>
                  </a:cubicBezTo>
                  <a:cubicBezTo>
                    <a:pt x="405" y="131"/>
                    <a:pt x="410" y="139"/>
                    <a:pt x="414" y="143"/>
                  </a:cubicBezTo>
                  <a:cubicBezTo>
                    <a:pt x="417" y="147"/>
                    <a:pt x="412" y="149"/>
                    <a:pt x="414" y="156"/>
                  </a:cubicBezTo>
                  <a:close/>
                  <a:moveTo>
                    <a:pt x="433" y="112"/>
                  </a:moveTo>
                  <a:cubicBezTo>
                    <a:pt x="426" y="109"/>
                    <a:pt x="418" y="116"/>
                    <a:pt x="425" y="119"/>
                  </a:cubicBezTo>
                  <a:cubicBezTo>
                    <a:pt x="431" y="121"/>
                    <a:pt x="440" y="116"/>
                    <a:pt x="433" y="112"/>
                  </a:cubicBezTo>
                  <a:close/>
                  <a:moveTo>
                    <a:pt x="379" y="70"/>
                  </a:moveTo>
                  <a:cubicBezTo>
                    <a:pt x="385" y="73"/>
                    <a:pt x="382" y="77"/>
                    <a:pt x="388" y="79"/>
                  </a:cubicBezTo>
                  <a:cubicBezTo>
                    <a:pt x="394" y="82"/>
                    <a:pt x="411" y="76"/>
                    <a:pt x="412" y="80"/>
                  </a:cubicBezTo>
                  <a:cubicBezTo>
                    <a:pt x="414" y="84"/>
                    <a:pt x="395" y="85"/>
                    <a:pt x="397" y="87"/>
                  </a:cubicBezTo>
                  <a:cubicBezTo>
                    <a:pt x="400" y="90"/>
                    <a:pt x="411" y="94"/>
                    <a:pt x="409" y="96"/>
                  </a:cubicBezTo>
                  <a:cubicBezTo>
                    <a:pt x="408" y="98"/>
                    <a:pt x="427" y="105"/>
                    <a:pt x="429" y="102"/>
                  </a:cubicBezTo>
                  <a:cubicBezTo>
                    <a:pt x="431" y="99"/>
                    <a:pt x="436" y="100"/>
                    <a:pt x="441" y="101"/>
                  </a:cubicBezTo>
                  <a:cubicBezTo>
                    <a:pt x="446" y="103"/>
                    <a:pt x="446" y="90"/>
                    <a:pt x="450" y="92"/>
                  </a:cubicBezTo>
                  <a:cubicBezTo>
                    <a:pt x="453" y="94"/>
                    <a:pt x="453" y="87"/>
                    <a:pt x="458" y="85"/>
                  </a:cubicBezTo>
                  <a:cubicBezTo>
                    <a:pt x="464" y="83"/>
                    <a:pt x="472" y="83"/>
                    <a:pt x="472" y="80"/>
                  </a:cubicBezTo>
                  <a:cubicBezTo>
                    <a:pt x="473" y="78"/>
                    <a:pt x="471" y="76"/>
                    <a:pt x="464" y="76"/>
                  </a:cubicBezTo>
                  <a:cubicBezTo>
                    <a:pt x="457" y="77"/>
                    <a:pt x="453" y="75"/>
                    <a:pt x="456" y="71"/>
                  </a:cubicBezTo>
                  <a:cubicBezTo>
                    <a:pt x="459" y="67"/>
                    <a:pt x="449" y="66"/>
                    <a:pt x="452" y="63"/>
                  </a:cubicBezTo>
                  <a:cubicBezTo>
                    <a:pt x="456" y="60"/>
                    <a:pt x="445" y="57"/>
                    <a:pt x="446" y="62"/>
                  </a:cubicBezTo>
                  <a:cubicBezTo>
                    <a:pt x="447" y="66"/>
                    <a:pt x="440" y="62"/>
                    <a:pt x="438" y="58"/>
                  </a:cubicBezTo>
                  <a:cubicBezTo>
                    <a:pt x="437" y="54"/>
                    <a:pt x="422" y="52"/>
                    <a:pt x="412" y="43"/>
                  </a:cubicBezTo>
                  <a:cubicBezTo>
                    <a:pt x="402" y="34"/>
                    <a:pt x="391" y="40"/>
                    <a:pt x="397" y="41"/>
                  </a:cubicBezTo>
                  <a:cubicBezTo>
                    <a:pt x="403" y="42"/>
                    <a:pt x="403" y="45"/>
                    <a:pt x="398" y="45"/>
                  </a:cubicBezTo>
                  <a:cubicBezTo>
                    <a:pt x="393" y="45"/>
                    <a:pt x="385" y="45"/>
                    <a:pt x="392" y="48"/>
                  </a:cubicBezTo>
                  <a:cubicBezTo>
                    <a:pt x="400" y="51"/>
                    <a:pt x="392" y="53"/>
                    <a:pt x="385" y="53"/>
                  </a:cubicBezTo>
                  <a:cubicBezTo>
                    <a:pt x="379" y="53"/>
                    <a:pt x="379" y="61"/>
                    <a:pt x="387" y="62"/>
                  </a:cubicBezTo>
                  <a:cubicBezTo>
                    <a:pt x="395" y="63"/>
                    <a:pt x="389" y="68"/>
                    <a:pt x="382" y="66"/>
                  </a:cubicBezTo>
                  <a:cubicBezTo>
                    <a:pt x="376" y="64"/>
                    <a:pt x="373" y="68"/>
                    <a:pt x="379" y="70"/>
                  </a:cubicBezTo>
                  <a:close/>
                  <a:moveTo>
                    <a:pt x="425" y="34"/>
                  </a:moveTo>
                  <a:cubicBezTo>
                    <a:pt x="430" y="30"/>
                    <a:pt x="434" y="32"/>
                    <a:pt x="429" y="35"/>
                  </a:cubicBezTo>
                  <a:cubicBezTo>
                    <a:pt x="425" y="37"/>
                    <a:pt x="426" y="38"/>
                    <a:pt x="433" y="38"/>
                  </a:cubicBezTo>
                  <a:cubicBezTo>
                    <a:pt x="439" y="38"/>
                    <a:pt x="430" y="40"/>
                    <a:pt x="430" y="44"/>
                  </a:cubicBezTo>
                  <a:cubicBezTo>
                    <a:pt x="430" y="47"/>
                    <a:pt x="438" y="45"/>
                    <a:pt x="438" y="49"/>
                  </a:cubicBezTo>
                  <a:cubicBezTo>
                    <a:pt x="438" y="53"/>
                    <a:pt x="454" y="54"/>
                    <a:pt x="459" y="50"/>
                  </a:cubicBezTo>
                  <a:cubicBezTo>
                    <a:pt x="464" y="45"/>
                    <a:pt x="462" y="51"/>
                    <a:pt x="462" y="54"/>
                  </a:cubicBezTo>
                  <a:cubicBezTo>
                    <a:pt x="462" y="57"/>
                    <a:pt x="485" y="59"/>
                    <a:pt x="486" y="56"/>
                  </a:cubicBezTo>
                  <a:cubicBezTo>
                    <a:pt x="487" y="52"/>
                    <a:pt x="490" y="53"/>
                    <a:pt x="495" y="54"/>
                  </a:cubicBezTo>
                  <a:cubicBezTo>
                    <a:pt x="499" y="56"/>
                    <a:pt x="521" y="50"/>
                    <a:pt x="522" y="46"/>
                  </a:cubicBezTo>
                  <a:cubicBezTo>
                    <a:pt x="522" y="41"/>
                    <a:pt x="529" y="48"/>
                    <a:pt x="522" y="53"/>
                  </a:cubicBezTo>
                  <a:cubicBezTo>
                    <a:pt x="515" y="58"/>
                    <a:pt x="500" y="57"/>
                    <a:pt x="494" y="59"/>
                  </a:cubicBezTo>
                  <a:cubicBezTo>
                    <a:pt x="488" y="61"/>
                    <a:pt x="498" y="65"/>
                    <a:pt x="505" y="70"/>
                  </a:cubicBezTo>
                  <a:cubicBezTo>
                    <a:pt x="511" y="75"/>
                    <a:pt x="496" y="72"/>
                    <a:pt x="490" y="66"/>
                  </a:cubicBezTo>
                  <a:cubicBezTo>
                    <a:pt x="484" y="60"/>
                    <a:pt x="471" y="60"/>
                    <a:pt x="464" y="60"/>
                  </a:cubicBezTo>
                  <a:cubicBezTo>
                    <a:pt x="457" y="60"/>
                    <a:pt x="459" y="73"/>
                    <a:pt x="464" y="73"/>
                  </a:cubicBezTo>
                  <a:cubicBezTo>
                    <a:pt x="469" y="73"/>
                    <a:pt x="475" y="75"/>
                    <a:pt x="480" y="84"/>
                  </a:cubicBezTo>
                  <a:cubicBezTo>
                    <a:pt x="485" y="92"/>
                    <a:pt x="496" y="90"/>
                    <a:pt x="496" y="94"/>
                  </a:cubicBezTo>
                  <a:cubicBezTo>
                    <a:pt x="496" y="97"/>
                    <a:pt x="482" y="91"/>
                    <a:pt x="474" y="89"/>
                  </a:cubicBezTo>
                  <a:cubicBezTo>
                    <a:pt x="465" y="88"/>
                    <a:pt x="452" y="93"/>
                    <a:pt x="452" y="99"/>
                  </a:cubicBezTo>
                  <a:cubicBezTo>
                    <a:pt x="451" y="105"/>
                    <a:pt x="464" y="104"/>
                    <a:pt x="472" y="99"/>
                  </a:cubicBezTo>
                  <a:cubicBezTo>
                    <a:pt x="480" y="94"/>
                    <a:pt x="474" y="101"/>
                    <a:pt x="470" y="104"/>
                  </a:cubicBezTo>
                  <a:cubicBezTo>
                    <a:pt x="466" y="108"/>
                    <a:pt x="480" y="111"/>
                    <a:pt x="480" y="116"/>
                  </a:cubicBezTo>
                  <a:cubicBezTo>
                    <a:pt x="480" y="120"/>
                    <a:pt x="470" y="119"/>
                    <a:pt x="469" y="115"/>
                  </a:cubicBezTo>
                  <a:cubicBezTo>
                    <a:pt x="468" y="110"/>
                    <a:pt x="464" y="106"/>
                    <a:pt x="454" y="107"/>
                  </a:cubicBezTo>
                  <a:cubicBezTo>
                    <a:pt x="444" y="108"/>
                    <a:pt x="447" y="115"/>
                    <a:pt x="453" y="115"/>
                  </a:cubicBezTo>
                  <a:cubicBezTo>
                    <a:pt x="459" y="116"/>
                    <a:pt x="459" y="121"/>
                    <a:pt x="453" y="121"/>
                  </a:cubicBezTo>
                  <a:cubicBezTo>
                    <a:pt x="446" y="121"/>
                    <a:pt x="431" y="125"/>
                    <a:pt x="435" y="129"/>
                  </a:cubicBezTo>
                  <a:cubicBezTo>
                    <a:pt x="441" y="134"/>
                    <a:pt x="460" y="129"/>
                    <a:pt x="463" y="132"/>
                  </a:cubicBezTo>
                  <a:cubicBezTo>
                    <a:pt x="466" y="135"/>
                    <a:pt x="476" y="136"/>
                    <a:pt x="478" y="133"/>
                  </a:cubicBezTo>
                  <a:cubicBezTo>
                    <a:pt x="480" y="129"/>
                    <a:pt x="488" y="131"/>
                    <a:pt x="495" y="131"/>
                  </a:cubicBezTo>
                  <a:cubicBezTo>
                    <a:pt x="503" y="131"/>
                    <a:pt x="505" y="132"/>
                    <a:pt x="508" y="135"/>
                  </a:cubicBezTo>
                  <a:cubicBezTo>
                    <a:pt x="511" y="138"/>
                    <a:pt x="517" y="137"/>
                    <a:pt x="521" y="134"/>
                  </a:cubicBezTo>
                  <a:cubicBezTo>
                    <a:pt x="525" y="131"/>
                    <a:pt x="525" y="131"/>
                    <a:pt x="531" y="131"/>
                  </a:cubicBezTo>
                  <a:cubicBezTo>
                    <a:pt x="536" y="131"/>
                    <a:pt x="537" y="128"/>
                    <a:pt x="534" y="124"/>
                  </a:cubicBezTo>
                  <a:cubicBezTo>
                    <a:pt x="532" y="119"/>
                    <a:pt x="525" y="127"/>
                    <a:pt x="524" y="124"/>
                  </a:cubicBezTo>
                  <a:cubicBezTo>
                    <a:pt x="523" y="120"/>
                    <a:pt x="517" y="119"/>
                    <a:pt x="507" y="120"/>
                  </a:cubicBezTo>
                  <a:cubicBezTo>
                    <a:pt x="496" y="122"/>
                    <a:pt x="501" y="113"/>
                    <a:pt x="507" y="115"/>
                  </a:cubicBezTo>
                  <a:cubicBezTo>
                    <a:pt x="513" y="117"/>
                    <a:pt x="522" y="116"/>
                    <a:pt x="529" y="115"/>
                  </a:cubicBezTo>
                  <a:cubicBezTo>
                    <a:pt x="536" y="113"/>
                    <a:pt x="531" y="109"/>
                    <a:pt x="531" y="106"/>
                  </a:cubicBezTo>
                  <a:cubicBezTo>
                    <a:pt x="531" y="103"/>
                    <a:pt x="540" y="105"/>
                    <a:pt x="546" y="105"/>
                  </a:cubicBezTo>
                  <a:cubicBezTo>
                    <a:pt x="553" y="105"/>
                    <a:pt x="563" y="94"/>
                    <a:pt x="563" y="88"/>
                  </a:cubicBezTo>
                  <a:cubicBezTo>
                    <a:pt x="564" y="82"/>
                    <a:pt x="548" y="83"/>
                    <a:pt x="541" y="83"/>
                  </a:cubicBezTo>
                  <a:cubicBezTo>
                    <a:pt x="533" y="83"/>
                    <a:pt x="546" y="78"/>
                    <a:pt x="560" y="78"/>
                  </a:cubicBezTo>
                  <a:cubicBezTo>
                    <a:pt x="574" y="79"/>
                    <a:pt x="568" y="73"/>
                    <a:pt x="570" y="70"/>
                  </a:cubicBezTo>
                  <a:cubicBezTo>
                    <a:pt x="573" y="68"/>
                    <a:pt x="580" y="73"/>
                    <a:pt x="587" y="72"/>
                  </a:cubicBezTo>
                  <a:cubicBezTo>
                    <a:pt x="594" y="70"/>
                    <a:pt x="589" y="64"/>
                    <a:pt x="594" y="64"/>
                  </a:cubicBezTo>
                  <a:cubicBezTo>
                    <a:pt x="597" y="64"/>
                    <a:pt x="605" y="59"/>
                    <a:pt x="620" y="50"/>
                  </a:cubicBezTo>
                  <a:cubicBezTo>
                    <a:pt x="636" y="42"/>
                    <a:pt x="648" y="43"/>
                    <a:pt x="648" y="38"/>
                  </a:cubicBezTo>
                  <a:cubicBezTo>
                    <a:pt x="649" y="34"/>
                    <a:pt x="627" y="38"/>
                    <a:pt x="623" y="37"/>
                  </a:cubicBezTo>
                  <a:cubicBezTo>
                    <a:pt x="620" y="35"/>
                    <a:pt x="639" y="31"/>
                    <a:pt x="643" y="32"/>
                  </a:cubicBezTo>
                  <a:cubicBezTo>
                    <a:pt x="648" y="34"/>
                    <a:pt x="654" y="32"/>
                    <a:pt x="669" y="25"/>
                  </a:cubicBezTo>
                  <a:cubicBezTo>
                    <a:pt x="684" y="17"/>
                    <a:pt x="677" y="16"/>
                    <a:pt x="671" y="17"/>
                  </a:cubicBezTo>
                  <a:cubicBezTo>
                    <a:pt x="665" y="18"/>
                    <a:pt x="658" y="16"/>
                    <a:pt x="658" y="11"/>
                  </a:cubicBezTo>
                  <a:cubicBezTo>
                    <a:pt x="658" y="7"/>
                    <a:pt x="649" y="11"/>
                    <a:pt x="648" y="9"/>
                  </a:cubicBezTo>
                  <a:cubicBezTo>
                    <a:pt x="648" y="7"/>
                    <a:pt x="639" y="8"/>
                    <a:pt x="629" y="11"/>
                  </a:cubicBezTo>
                  <a:cubicBezTo>
                    <a:pt x="620" y="15"/>
                    <a:pt x="628" y="8"/>
                    <a:pt x="633" y="6"/>
                  </a:cubicBezTo>
                  <a:cubicBezTo>
                    <a:pt x="637" y="5"/>
                    <a:pt x="608" y="6"/>
                    <a:pt x="603" y="3"/>
                  </a:cubicBezTo>
                  <a:cubicBezTo>
                    <a:pt x="598" y="0"/>
                    <a:pt x="593" y="8"/>
                    <a:pt x="588" y="4"/>
                  </a:cubicBezTo>
                  <a:cubicBezTo>
                    <a:pt x="584" y="0"/>
                    <a:pt x="572" y="3"/>
                    <a:pt x="574" y="7"/>
                  </a:cubicBezTo>
                  <a:cubicBezTo>
                    <a:pt x="575" y="10"/>
                    <a:pt x="572" y="10"/>
                    <a:pt x="567" y="6"/>
                  </a:cubicBezTo>
                  <a:cubicBezTo>
                    <a:pt x="563" y="3"/>
                    <a:pt x="554" y="7"/>
                    <a:pt x="546" y="6"/>
                  </a:cubicBezTo>
                  <a:cubicBezTo>
                    <a:pt x="539" y="4"/>
                    <a:pt x="542" y="12"/>
                    <a:pt x="533" y="8"/>
                  </a:cubicBezTo>
                  <a:cubicBezTo>
                    <a:pt x="525" y="4"/>
                    <a:pt x="515" y="6"/>
                    <a:pt x="518" y="7"/>
                  </a:cubicBezTo>
                  <a:cubicBezTo>
                    <a:pt x="521" y="8"/>
                    <a:pt x="517" y="11"/>
                    <a:pt x="513" y="10"/>
                  </a:cubicBezTo>
                  <a:cubicBezTo>
                    <a:pt x="510" y="8"/>
                    <a:pt x="506" y="10"/>
                    <a:pt x="508" y="14"/>
                  </a:cubicBezTo>
                  <a:cubicBezTo>
                    <a:pt x="510" y="17"/>
                    <a:pt x="494" y="13"/>
                    <a:pt x="494" y="17"/>
                  </a:cubicBezTo>
                  <a:cubicBezTo>
                    <a:pt x="494" y="21"/>
                    <a:pt x="489" y="23"/>
                    <a:pt x="484" y="19"/>
                  </a:cubicBezTo>
                  <a:cubicBezTo>
                    <a:pt x="480" y="16"/>
                    <a:pt x="466" y="14"/>
                    <a:pt x="470" y="18"/>
                  </a:cubicBezTo>
                  <a:cubicBezTo>
                    <a:pt x="474" y="21"/>
                    <a:pt x="457" y="19"/>
                    <a:pt x="462" y="23"/>
                  </a:cubicBezTo>
                  <a:cubicBezTo>
                    <a:pt x="466" y="26"/>
                    <a:pt x="456" y="29"/>
                    <a:pt x="456" y="27"/>
                  </a:cubicBezTo>
                  <a:cubicBezTo>
                    <a:pt x="456" y="25"/>
                    <a:pt x="447" y="22"/>
                    <a:pt x="443" y="25"/>
                  </a:cubicBezTo>
                  <a:cubicBezTo>
                    <a:pt x="439" y="28"/>
                    <a:pt x="438" y="32"/>
                    <a:pt x="436" y="30"/>
                  </a:cubicBezTo>
                  <a:cubicBezTo>
                    <a:pt x="434" y="28"/>
                    <a:pt x="426" y="29"/>
                    <a:pt x="418" y="32"/>
                  </a:cubicBezTo>
                  <a:cubicBezTo>
                    <a:pt x="410" y="35"/>
                    <a:pt x="419" y="37"/>
                    <a:pt x="425" y="34"/>
                  </a:cubicBezTo>
                  <a:close/>
                  <a:moveTo>
                    <a:pt x="519" y="356"/>
                  </a:moveTo>
                  <a:cubicBezTo>
                    <a:pt x="521" y="355"/>
                    <a:pt x="527" y="346"/>
                    <a:pt x="520" y="346"/>
                  </a:cubicBezTo>
                  <a:cubicBezTo>
                    <a:pt x="513" y="347"/>
                    <a:pt x="515" y="356"/>
                    <a:pt x="519" y="356"/>
                  </a:cubicBezTo>
                  <a:close/>
                  <a:moveTo>
                    <a:pt x="486" y="348"/>
                  </a:moveTo>
                  <a:cubicBezTo>
                    <a:pt x="492" y="351"/>
                    <a:pt x="501" y="341"/>
                    <a:pt x="500" y="338"/>
                  </a:cubicBezTo>
                  <a:cubicBezTo>
                    <a:pt x="499" y="335"/>
                    <a:pt x="479" y="343"/>
                    <a:pt x="486" y="348"/>
                  </a:cubicBezTo>
                  <a:close/>
                  <a:moveTo>
                    <a:pt x="513" y="327"/>
                  </a:moveTo>
                  <a:cubicBezTo>
                    <a:pt x="513" y="323"/>
                    <a:pt x="500" y="322"/>
                    <a:pt x="501" y="318"/>
                  </a:cubicBezTo>
                  <a:cubicBezTo>
                    <a:pt x="502" y="314"/>
                    <a:pt x="489" y="310"/>
                    <a:pt x="485" y="308"/>
                  </a:cubicBezTo>
                  <a:cubicBezTo>
                    <a:pt x="481" y="306"/>
                    <a:pt x="474" y="305"/>
                    <a:pt x="474" y="300"/>
                  </a:cubicBezTo>
                  <a:cubicBezTo>
                    <a:pt x="474" y="296"/>
                    <a:pt x="465" y="299"/>
                    <a:pt x="465" y="306"/>
                  </a:cubicBezTo>
                  <a:cubicBezTo>
                    <a:pt x="465" y="312"/>
                    <a:pt x="461" y="311"/>
                    <a:pt x="463" y="317"/>
                  </a:cubicBezTo>
                  <a:cubicBezTo>
                    <a:pt x="465" y="324"/>
                    <a:pt x="454" y="325"/>
                    <a:pt x="456" y="329"/>
                  </a:cubicBezTo>
                  <a:cubicBezTo>
                    <a:pt x="457" y="332"/>
                    <a:pt x="462" y="328"/>
                    <a:pt x="466" y="328"/>
                  </a:cubicBezTo>
                  <a:cubicBezTo>
                    <a:pt x="471" y="328"/>
                    <a:pt x="465" y="334"/>
                    <a:pt x="471" y="335"/>
                  </a:cubicBezTo>
                  <a:cubicBezTo>
                    <a:pt x="475" y="335"/>
                    <a:pt x="483" y="330"/>
                    <a:pt x="485" y="327"/>
                  </a:cubicBezTo>
                  <a:cubicBezTo>
                    <a:pt x="487" y="324"/>
                    <a:pt x="490" y="323"/>
                    <a:pt x="496" y="327"/>
                  </a:cubicBezTo>
                  <a:cubicBezTo>
                    <a:pt x="501" y="330"/>
                    <a:pt x="512" y="331"/>
                    <a:pt x="513" y="327"/>
                  </a:cubicBezTo>
                  <a:close/>
                  <a:moveTo>
                    <a:pt x="635" y="294"/>
                  </a:moveTo>
                  <a:cubicBezTo>
                    <a:pt x="639" y="295"/>
                    <a:pt x="640" y="300"/>
                    <a:pt x="647" y="306"/>
                  </a:cubicBezTo>
                  <a:cubicBezTo>
                    <a:pt x="654" y="312"/>
                    <a:pt x="655" y="308"/>
                    <a:pt x="656" y="304"/>
                  </a:cubicBezTo>
                  <a:cubicBezTo>
                    <a:pt x="657" y="300"/>
                    <a:pt x="665" y="303"/>
                    <a:pt x="665" y="299"/>
                  </a:cubicBezTo>
                  <a:cubicBezTo>
                    <a:pt x="664" y="295"/>
                    <a:pt x="671" y="290"/>
                    <a:pt x="676" y="288"/>
                  </a:cubicBezTo>
                  <a:cubicBezTo>
                    <a:pt x="680" y="286"/>
                    <a:pt x="672" y="282"/>
                    <a:pt x="666" y="282"/>
                  </a:cubicBezTo>
                  <a:cubicBezTo>
                    <a:pt x="660" y="283"/>
                    <a:pt x="659" y="278"/>
                    <a:pt x="659" y="276"/>
                  </a:cubicBezTo>
                  <a:cubicBezTo>
                    <a:pt x="659" y="273"/>
                    <a:pt x="648" y="267"/>
                    <a:pt x="644" y="268"/>
                  </a:cubicBezTo>
                  <a:cubicBezTo>
                    <a:pt x="640" y="269"/>
                    <a:pt x="634" y="263"/>
                    <a:pt x="629" y="263"/>
                  </a:cubicBezTo>
                  <a:cubicBezTo>
                    <a:pt x="624" y="262"/>
                    <a:pt x="617" y="259"/>
                    <a:pt x="618" y="253"/>
                  </a:cubicBezTo>
                  <a:cubicBezTo>
                    <a:pt x="618" y="248"/>
                    <a:pt x="627" y="255"/>
                    <a:pt x="629" y="251"/>
                  </a:cubicBezTo>
                  <a:cubicBezTo>
                    <a:pt x="631" y="247"/>
                    <a:pt x="620" y="249"/>
                    <a:pt x="620" y="246"/>
                  </a:cubicBezTo>
                  <a:cubicBezTo>
                    <a:pt x="619" y="243"/>
                    <a:pt x="622" y="244"/>
                    <a:pt x="624" y="242"/>
                  </a:cubicBezTo>
                  <a:cubicBezTo>
                    <a:pt x="627" y="240"/>
                    <a:pt x="623" y="237"/>
                    <a:pt x="620" y="235"/>
                  </a:cubicBezTo>
                  <a:cubicBezTo>
                    <a:pt x="617" y="234"/>
                    <a:pt x="617" y="238"/>
                    <a:pt x="614" y="238"/>
                  </a:cubicBezTo>
                  <a:cubicBezTo>
                    <a:pt x="611" y="238"/>
                    <a:pt x="614" y="234"/>
                    <a:pt x="615" y="231"/>
                  </a:cubicBezTo>
                  <a:cubicBezTo>
                    <a:pt x="617" y="229"/>
                    <a:pt x="607" y="226"/>
                    <a:pt x="602" y="227"/>
                  </a:cubicBezTo>
                  <a:cubicBezTo>
                    <a:pt x="598" y="229"/>
                    <a:pt x="596" y="226"/>
                    <a:pt x="596" y="223"/>
                  </a:cubicBezTo>
                  <a:cubicBezTo>
                    <a:pt x="596" y="220"/>
                    <a:pt x="589" y="223"/>
                    <a:pt x="586" y="225"/>
                  </a:cubicBezTo>
                  <a:cubicBezTo>
                    <a:pt x="583" y="228"/>
                    <a:pt x="579" y="223"/>
                    <a:pt x="583" y="223"/>
                  </a:cubicBezTo>
                  <a:cubicBezTo>
                    <a:pt x="586" y="222"/>
                    <a:pt x="591" y="219"/>
                    <a:pt x="590" y="216"/>
                  </a:cubicBezTo>
                  <a:cubicBezTo>
                    <a:pt x="589" y="213"/>
                    <a:pt x="579" y="212"/>
                    <a:pt x="577" y="217"/>
                  </a:cubicBezTo>
                  <a:cubicBezTo>
                    <a:pt x="575" y="221"/>
                    <a:pt x="567" y="212"/>
                    <a:pt x="567" y="209"/>
                  </a:cubicBezTo>
                  <a:cubicBezTo>
                    <a:pt x="567" y="205"/>
                    <a:pt x="555" y="208"/>
                    <a:pt x="557" y="203"/>
                  </a:cubicBezTo>
                  <a:cubicBezTo>
                    <a:pt x="558" y="197"/>
                    <a:pt x="543" y="196"/>
                    <a:pt x="539" y="196"/>
                  </a:cubicBezTo>
                  <a:cubicBezTo>
                    <a:pt x="535" y="196"/>
                    <a:pt x="529" y="199"/>
                    <a:pt x="530" y="203"/>
                  </a:cubicBezTo>
                  <a:cubicBezTo>
                    <a:pt x="530" y="206"/>
                    <a:pt x="525" y="205"/>
                    <a:pt x="524" y="201"/>
                  </a:cubicBezTo>
                  <a:cubicBezTo>
                    <a:pt x="524" y="197"/>
                    <a:pt x="513" y="205"/>
                    <a:pt x="510" y="205"/>
                  </a:cubicBezTo>
                  <a:cubicBezTo>
                    <a:pt x="508" y="205"/>
                    <a:pt x="512" y="194"/>
                    <a:pt x="511" y="191"/>
                  </a:cubicBezTo>
                  <a:cubicBezTo>
                    <a:pt x="509" y="188"/>
                    <a:pt x="507" y="187"/>
                    <a:pt x="505" y="181"/>
                  </a:cubicBezTo>
                  <a:cubicBezTo>
                    <a:pt x="503" y="175"/>
                    <a:pt x="491" y="178"/>
                    <a:pt x="488" y="181"/>
                  </a:cubicBezTo>
                  <a:cubicBezTo>
                    <a:pt x="485" y="184"/>
                    <a:pt x="476" y="183"/>
                    <a:pt x="471" y="188"/>
                  </a:cubicBezTo>
                  <a:cubicBezTo>
                    <a:pt x="465" y="193"/>
                    <a:pt x="471" y="199"/>
                    <a:pt x="473" y="200"/>
                  </a:cubicBezTo>
                  <a:cubicBezTo>
                    <a:pt x="475" y="202"/>
                    <a:pt x="465" y="205"/>
                    <a:pt x="469" y="208"/>
                  </a:cubicBezTo>
                  <a:cubicBezTo>
                    <a:pt x="472" y="211"/>
                    <a:pt x="477" y="210"/>
                    <a:pt x="478" y="215"/>
                  </a:cubicBezTo>
                  <a:cubicBezTo>
                    <a:pt x="478" y="219"/>
                    <a:pt x="465" y="213"/>
                    <a:pt x="463" y="209"/>
                  </a:cubicBezTo>
                  <a:cubicBezTo>
                    <a:pt x="462" y="205"/>
                    <a:pt x="464" y="201"/>
                    <a:pt x="462" y="198"/>
                  </a:cubicBezTo>
                  <a:cubicBezTo>
                    <a:pt x="459" y="195"/>
                    <a:pt x="461" y="191"/>
                    <a:pt x="466" y="186"/>
                  </a:cubicBezTo>
                  <a:cubicBezTo>
                    <a:pt x="471" y="181"/>
                    <a:pt x="475" y="182"/>
                    <a:pt x="475" y="179"/>
                  </a:cubicBezTo>
                  <a:cubicBezTo>
                    <a:pt x="475" y="176"/>
                    <a:pt x="454" y="176"/>
                    <a:pt x="441" y="187"/>
                  </a:cubicBezTo>
                  <a:cubicBezTo>
                    <a:pt x="429" y="198"/>
                    <a:pt x="433" y="213"/>
                    <a:pt x="434" y="216"/>
                  </a:cubicBezTo>
                  <a:cubicBezTo>
                    <a:pt x="434" y="219"/>
                    <a:pt x="445" y="218"/>
                    <a:pt x="451" y="219"/>
                  </a:cubicBezTo>
                  <a:cubicBezTo>
                    <a:pt x="458" y="221"/>
                    <a:pt x="454" y="224"/>
                    <a:pt x="450" y="223"/>
                  </a:cubicBezTo>
                  <a:cubicBezTo>
                    <a:pt x="445" y="222"/>
                    <a:pt x="437" y="221"/>
                    <a:pt x="437" y="224"/>
                  </a:cubicBezTo>
                  <a:cubicBezTo>
                    <a:pt x="437" y="228"/>
                    <a:pt x="447" y="234"/>
                    <a:pt x="453" y="233"/>
                  </a:cubicBezTo>
                  <a:cubicBezTo>
                    <a:pt x="459" y="231"/>
                    <a:pt x="459" y="231"/>
                    <a:pt x="462" y="234"/>
                  </a:cubicBezTo>
                  <a:cubicBezTo>
                    <a:pt x="465" y="238"/>
                    <a:pt x="472" y="237"/>
                    <a:pt x="479" y="237"/>
                  </a:cubicBezTo>
                  <a:cubicBezTo>
                    <a:pt x="486" y="237"/>
                    <a:pt x="494" y="240"/>
                    <a:pt x="497" y="240"/>
                  </a:cubicBezTo>
                  <a:cubicBezTo>
                    <a:pt x="501" y="241"/>
                    <a:pt x="505" y="239"/>
                    <a:pt x="506" y="237"/>
                  </a:cubicBezTo>
                  <a:cubicBezTo>
                    <a:pt x="507" y="235"/>
                    <a:pt x="521" y="240"/>
                    <a:pt x="525" y="239"/>
                  </a:cubicBezTo>
                  <a:cubicBezTo>
                    <a:pt x="529" y="239"/>
                    <a:pt x="527" y="235"/>
                    <a:pt x="524" y="234"/>
                  </a:cubicBezTo>
                  <a:cubicBezTo>
                    <a:pt x="521" y="233"/>
                    <a:pt x="522" y="228"/>
                    <a:pt x="526" y="230"/>
                  </a:cubicBezTo>
                  <a:cubicBezTo>
                    <a:pt x="529" y="232"/>
                    <a:pt x="535" y="233"/>
                    <a:pt x="536" y="236"/>
                  </a:cubicBezTo>
                  <a:cubicBezTo>
                    <a:pt x="537" y="239"/>
                    <a:pt x="540" y="238"/>
                    <a:pt x="540" y="240"/>
                  </a:cubicBezTo>
                  <a:cubicBezTo>
                    <a:pt x="541" y="243"/>
                    <a:pt x="553" y="246"/>
                    <a:pt x="553" y="249"/>
                  </a:cubicBezTo>
                  <a:cubicBezTo>
                    <a:pt x="553" y="252"/>
                    <a:pt x="541" y="253"/>
                    <a:pt x="545" y="256"/>
                  </a:cubicBezTo>
                  <a:cubicBezTo>
                    <a:pt x="548" y="259"/>
                    <a:pt x="553" y="253"/>
                    <a:pt x="558" y="252"/>
                  </a:cubicBezTo>
                  <a:cubicBezTo>
                    <a:pt x="562" y="252"/>
                    <a:pt x="562" y="262"/>
                    <a:pt x="566" y="261"/>
                  </a:cubicBezTo>
                  <a:cubicBezTo>
                    <a:pt x="570" y="259"/>
                    <a:pt x="574" y="262"/>
                    <a:pt x="578" y="269"/>
                  </a:cubicBezTo>
                  <a:cubicBezTo>
                    <a:pt x="583" y="275"/>
                    <a:pt x="578" y="281"/>
                    <a:pt x="578" y="283"/>
                  </a:cubicBezTo>
                  <a:cubicBezTo>
                    <a:pt x="579" y="286"/>
                    <a:pt x="587" y="285"/>
                    <a:pt x="592" y="282"/>
                  </a:cubicBezTo>
                  <a:cubicBezTo>
                    <a:pt x="597" y="280"/>
                    <a:pt x="602" y="285"/>
                    <a:pt x="605" y="289"/>
                  </a:cubicBezTo>
                  <a:cubicBezTo>
                    <a:pt x="609" y="292"/>
                    <a:pt x="592" y="298"/>
                    <a:pt x="593" y="295"/>
                  </a:cubicBezTo>
                  <a:cubicBezTo>
                    <a:pt x="595" y="292"/>
                    <a:pt x="583" y="283"/>
                    <a:pt x="572" y="287"/>
                  </a:cubicBezTo>
                  <a:cubicBezTo>
                    <a:pt x="561" y="291"/>
                    <a:pt x="568" y="297"/>
                    <a:pt x="569" y="301"/>
                  </a:cubicBezTo>
                  <a:cubicBezTo>
                    <a:pt x="571" y="305"/>
                    <a:pt x="560" y="308"/>
                    <a:pt x="550" y="305"/>
                  </a:cubicBezTo>
                  <a:cubicBezTo>
                    <a:pt x="540" y="302"/>
                    <a:pt x="543" y="307"/>
                    <a:pt x="539" y="307"/>
                  </a:cubicBezTo>
                  <a:cubicBezTo>
                    <a:pt x="534" y="307"/>
                    <a:pt x="530" y="314"/>
                    <a:pt x="534" y="318"/>
                  </a:cubicBezTo>
                  <a:cubicBezTo>
                    <a:pt x="537" y="322"/>
                    <a:pt x="546" y="318"/>
                    <a:pt x="552" y="318"/>
                  </a:cubicBezTo>
                  <a:cubicBezTo>
                    <a:pt x="559" y="319"/>
                    <a:pt x="560" y="321"/>
                    <a:pt x="561" y="317"/>
                  </a:cubicBezTo>
                  <a:cubicBezTo>
                    <a:pt x="561" y="313"/>
                    <a:pt x="568" y="315"/>
                    <a:pt x="573" y="316"/>
                  </a:cubicBezTo>
                  <a:cubicBezTo>
                    <a:pt x="578" y="317"/>
                    <a:pt x="577" y="324"/>
                    <a:pt x="583" y="325"/>
                  </a:cubicBezTo>
                  <a:cubicBezTo>
                    <a:pt x="589" y="326"/>
                    <a:pt x="584" y="332"/>
                    <a:pt x="588" y="336"/>
                  </a:cubicBezTo>
                  <a:cubicBezTo>
                    <a:pt x="592" y="340"/>
                    <a:pt x="603" y="337"/>
                    <a:pt x="608" y="342"/>
                  </a:cubicBezTo>
                  <a:cubicBezTo>
                    <a:pt x="612" y="346"/>
                    <a:pt x="631" y="355"/>
                    <a:pt x="634" y="352"/>
                  </a:cubicBezTo>
                  <a:cubicBezTo>
                    <a:pt x="637" y="348"/>
                    <a:pt x="618" y="331"/>
                    <a:pt x="612" y="330"/>
                  </a:cubicBezTo>
                  <a:cubicBezTo>
                    <a:pt x="606" y="328"/>
                    <a:pt x="618" y="326"/>
                    <a:pt x="625" y="332"/>
                  </a:cubicBezTo>
                  <a:cubicBezTo>
                    <a:pt x="632" y="337"/>
                    <a:pt x="642" y="340"/>
                    <a:pt x="648" y="333"/>
                  </a:cubicBezTo>
                  <a:cubicBezTo>
                    <a:pt x="653" y="327"/>
                    <a:pt x="643" y="329"/>
                    <a:pt x="643" y="324"/>
                  </a:cubicBezTo>
                  <a:cubicBezTo>
                    <a:pt x="643" y="319"/>
                    <a:pt x="640" y="312"/>
                    <a:pt x="634" y="312"/>
                  </a:cubicBezTo>
                  <a:cubicBezTo>
                    <a:pt x="629" y="312"/>
                    <a:pt x="616" y="302"/>
                    <a:pt x="621" y="299"/>
                  </a:cubicBezTo>
                  <a:cubicBezTo>
                    <a:pt x="626" y="297"/>
                    <a:pt x="619" y="294"/>
                    <a:pt x="623" y="290"/>
                  </a:cubicBezTo>
                  <a:cubicBezTo>
                    <a:pt x="627" y="286"/>
                    <a:pt x="630" y="294"/>
                    <a:pt x="635" y="294"/>
                  </a:cubicBezTo>
                  <a:close/>
                  <a:moveTo>
                    <a:pt x="556" y="276"/>
                  </a:moveTo>
                  <a:cubicBezTo>
                    <a:pt x="561" y="276"/>
                    <a:pt x="560" y="269"/>
                    <a:pt x="557" y="265"/>
                  </a:cubicBezTo>
                  <a:cubicBezTo>
                    <a:pt x="555" y="262"/>
                    <a:pt x="550" y="262"/>
                    <a:pt x="546" y="262"/>
                  </a:cubicBezTo>
                  <a:cubicBezTo>
                    <a:pt x="542" y="263"/>
                    <a:pt x="535" y="269"/>
                    <a:pt x="539" y="276"/>
                  </a:cubicBezTo>
                  <a:cubicBezTo>
                    <a:pt x="543" y="282"/>
                    <a:pt x="552" y="277"/>
                    <a:pt x="556" y="276"/>
                  </a:cubicBezTo>
                  <a:close/>
                  <a:moveTo>
                    <a:pt x="509" y="179"/>
                  </a:moveTo>
                  <a:cubicBezTo>
                    <a:pt x="507" y="184"/>
                    <a:pt x="514" y="184"/>
                    <a:pt x="515" y="190"/>
                  </a:cubicBezTo>
                  <a:cubicBezTo>
                    <a:pt x="515" y="195"/>
                    <a:pt x="522" y="197"/>
                    <a:pt x="527" y="194"/>
                  </a:cubicBezTo>
                  <a:cubicBezTo>
                    <a:pt x="533" y="190"/>
                    <a:pt x="547" y="195"/>
                    <a:pt x="547" y="190"/>
                  </a:cubicBezTo>
                  <a:cubicBezTo>
                    <a:pt x="547" y="186"/>
                    <a:pt x="532" y="179"/>
                    <a:pt x="526" y="180"/>
                  </a:cubicBezTo>
                  <a:cubicBezTo>
                    <a:pt x="521" y="181"/>
                    <a:pt x="512" y="174"/>
                    <a:pt x="509" y="179"/>
                  </a:cubicBezTo>
                  <a:close/>
                  <a:moveTo>
                    <a:pt x="649" y="497"/>
                  </a:moveTo>
                  <a:cubicBezTo>
                    <a:pt x="650" y="500"/>
                    <a:pt x="672" y="509"/>
                    <a:pt x="673" y="505"/>
                  </a:cubicBezTo>
                  <a:cubicBezTo>
                    <a:pt x="673" y="501"/>
                    <a:pt x="649" y="494"/>
                    <a:pt x="649" y="497"/>
                  </a:cubicBezTo>
                  <a:close/>
                  <a:moveTo>
                    <a:pt x="744" y="519"/>
                  </a:moveTo>
                  <a:cubicBezTo>
                    <a:pt x="743" y="522"/>
                    <a:pt x="740" y="517"/>
                    <a:pt x="744" y="515"/>
                  </a:cubicBezTo>
                  <a:cubicBezTo>
                    <a:pt x="747" y="512"/>
                    <a:pt x="743" y="511"/>
                    <a:pt x="740" y="513"/>
                  </a:cubicBezTo>
                  <a:cubicBezTo>
                    <a:pt x="737" y="514"/>
                    <a:pt x="738" y="506"/>
                    <a:pt x="741" y="505"/>
                  </a:cubicBezTo>
                  <a:cubicBezTo>
                    <a:pt x="743" y="503"/>
                    <a:pt x="734" y="500"/>
                    <a:pt x="734" y="503"/>
                  </a:cubicBezTo>
                  <a:cubicBezTo>
                    <a:pt x="734" y="506"/>
                    <a:pt x="727" y="504"/>
                    <a:pt x="726" y="501"/>
                  </a:cubicBezTo>
                  <a:cubicBezTo>
                    <a:pt x="726" y="499"/>
                    <a:pt x="721" y="498"/>
                    <a:pt x="723" y="496"/>
                  </a:cubicBezTo>
                  <a:cubicBezTo>
                    <a:pt x="724" y="495"/>
                    <a:pt x="717" y="494"/>
                    <a:pt x="716" y="497"/>
                  </a:cubicBezTo>
                  <a:cubicBezTo>
                    <a:pt x="716" y="500"/>
                    <a:pt x="713" y="495"/>
                    <a:pt x="717" y="491"/>
                  </a:cubicBezTo>
                  <a:cubicBezTo>
                    <a:pt x="721" y="487"/>
                    <a:pt x="719" y="483"/>
                    <a:pt x="723" y="481"/>
                  </a:cubicBezTo>
                  <a:cubicBezTo>
                    <a:pt x="726" y="479"/>
                    <a:pt x="723" y="477"/>
                    <a:pt x="719" y="478"/>
                  </a:cubicBezTo>
                  <a:cubicBezTo>
                    <a:pt x="715" y="480"/>
                    <a:pt x="705" y="494"/>
                    <a:pt x="705" y="497"/>
                  </a:cubicBezTo>
                  <a:cubicBezTo>
                    <a:pt x="705" y="501"/>
                    <a:pt x="705" y="506"/>
                    <a:pt x="702" y="505"/>
                  </a:cubicBezTo>
                  <a:cubicBezTo>
                    <a:pt x="698" y="505"/>
                    <a:pt x="694" y="508"/>
                    <a:pt x="697" y="510"/>
                  </a:cubicBezTo>
                  <a:cubicBezTo>
                    <a:pt x="700" y="512"/>
                    <a:pt x="690" y="518"/>
                    <a:pt x="694" y="520"/>
                  </a:cubicBezTo>
                  <a:cubicBezTo>
                    <a:pt x="698" y="522"/>
                    <a:pt x="703" y="520"/>
                    <a:pt x="707" y="520"/>
                  </a:cubicBezTo>
                  <a:cubicBezTo>
                    <a:pt x="712" y="521"/>
                    <a:pt x="716" y="521"/>
                    <a:pt x="719" y="518"/>
                  </a:cubicBezTo>
                  <a:cubicBezTo>
                    <a:pt x="723" y="516"/>
                    <a:pt x="723" y="521"/>
                    <a:pt x="727" y="520"/>
                  </a:cubicBezTo>
                  <a:cubicBezTo>
                    <a:pt x="731" y="520"/>
                    <a:pt x="725" y="523"/>
                    <a:pt x="725" y="526"/>
                  </a:cubicBezTo>
                  <a:cubicBezTo>
                    <a:pt x="725" y="529"/>
                    <a:pt x="729" y="525"/>
                    <a:pt x="732" y="523"/>
                  </a:cubicBezTo>
                  <a:cubicBezTo>
                    <a:pt x="735" y="522"/>
                    <a:pt x="739" y="523"/>
                    <a:pt x="737" y="526"/>
                  </a:cubicBezTo>
                  <a:cubicBezTo>
                    <a:pt x="736" y="528"/>
                    <a:pt x="746" y="531"/>
                    <a:pt x="748" y="527"/>
                  </a:cubicBezTo>
                  <a:cubicBezTo>
                    <a:pt x="750" y="523"/>
                    <a:pt x="746" y="517"/>
                    <a:pt x="744" y="519"/>
                  </a:cubicBezTo>
                  <a:close/>
                  <a:moveTo>
                    <a:pt x="69" y="451"/>
                  </a:moveTo>
                  <a:cubicBezTo>
                    <a:pt x="62" y="454"/>
                    <a:pt x="79" y="471"/>
                    <a:pt x="82" y="469"/>
                  </a:cubicBezTo>
                  <a:cubicBezTo>
                    <a:pt x="84" y="468"/>
                    <a:pt x="78" y="460"/>
                    <a:pt x="78" y="456"/>
                  </a:cubicBezTo>
                  <a:cubicBezTo>
                    <a:pt x="78" y="452"/>
                    <a:pt x="76" y="447"/>
                    <a:pt x="69" y="451"/>
                  </a:cubicBezTo>
                  <a:close/>
                  <a:moveTo>
                    <a:pt x="685" y="536"/>
                  </a:moveTo>
                  <a:cubicBezTo>
                    <a:pt x="682" y="536"/>
                    <a:pt x="684" y="532"/>
                    <a:pt x="684" y="530"/>
                  </a:cubicBezTo>
                  <a:cubicBezTo>
                    <a:pt x="685" y="528"/>
                    <a:pt x="679" y="531"/>
                    <a:pt x="679" y="533"/>
                  </a:cubicBezTo>
                  <a:cubicBezTo>
                    <a:pt x="678" y="536"/>
                    <a:pt x="674" y="537"/>
                    <a:pt x="674" y="538"/>
                  </a:cubicBezTo>
                  <a:cubicBezTo>
                    <a:pt x="674" y="543"/>
                    <a:pt x="674" y="540"/>
                    <a:pt x="671" y="542"/>
                  </a:cubicBezTo>
                  <a:cubicBezTo>
                    <a:pt x="668" y="543"/>
                    <a:pt x="656" y="542"/>
                    <a:pt x="656" y="539"/>
                  </a:cubicBezTo>
                  <a:cubicBezTo>
                    <a:pt x="655" y="537"/>
                    <a:pt x="647" y="535"/>
                    <a:pt x="647" y="532"/>
                  </a:cubicBezTo>
                  <a:cubicBezTo>
                    <a:pt x="646" y="528"/>
                    <a:pt x="642" y="527"/>
                    <a:pt x="645" y="523"/>
                  </a:cubicBezTo>
                  <a:cubicBezTo>
                    <a:pt x="649" y="519"/>
                    <a:pt x="645" y="517"/>
                    <a:pt x="642" y="520"/>
                  </a:cubicBezTo>
                  <a:cubicBezTo>
                    <a:pt x="639" y="523"/>
                    <a:pt x="637" y="519"/>
                    <a:pt x="641" y="517"/>
                  </a:cubicBezTo>
                  <a:cubicBezTo>
                    <a:pt x="645" y="515"/>
                    <a:pt x="653" y="514"/>
                    <a:pt x="649" y="506"/>
                  </a:cubicBezTo>
                  <a:cubicBezTo>
                    <a:pt x="645" y="499"/>
                    <a:pt x="619" y="508"/>
                    <a:pt x="613" y="512"/>
                  </a:cubicBezTo>
                  <a:cubicBezTo>
                    <a:pt x="606" y="516"/>
                    <a:pt x="598" y="528"/>
                    <a:pt x="595" y="528"/>
                  </a:cubicBezTo>
                  <a:cubicBezTo>
                    <a:pt x="591" y="528"/>
                    <a:pt x="601" y="521"/>
                    <a:pt x="602" y="519"/>
                  </a:cubicBezTo>
                  <a:cubicBezTo>
                    <a:pt x="604" y="517"/>
                    <a:pt x="602" y="514"/>
                    <a:pt x="604" y="515"/>
                  </a:cubicBezTo>
                  <a:cubicBezTo>
                    <a:pt x="606" y="516"/>
                    <a:pt x="612" y="507"/>
                    <a:pt x="616" y="504"/>
                  </a:cubicBezTo>
                  <a:cubicBezTo>
                    <a:pt x="620" y="501"/>
                    <a:pt x="624" y="504"/>
                    <a:pt x="624" y="501"/>
                  </a:cubicBezTo>
                  <a:cubicBezTo>
                    <a:pt x="625" y="499"/>
                    <a:pt x="627" y="497"/>
                    <a:pt x="631" y="494"/>
                  </a:cubicBezTo>
                  <a:cubicBezTo>
                    <a:pt x="634" y="491"/>
                    <a:pt x="679" y="491"/>
                    <a:pt x="683" y="491"/>
                  </a:cubicBezTo>
                  <a:cubicBezTo>
                    <a:pt x="688" y="492"/>
                    <a:pt x="696" y="486"/>
                    <a:pt x="698" y="482"/>
                  </a:cubicBezTo>
                  <a:cubicBezTo>
                    <a:pt x="701" y="478"/>
                    <a:pt x="704" y="478"/>
                    <a:pt x="710" y="479"/>
                  </a:cubicBezTo>
                  <a:cubicBezTo>
                    <a:pt x="716" y="479"/>
                    <a:pt x="719" y="474"/>
                    <a:pt x="722" y="472"/>
                  </a:cubicBezTo>
                  <a:cubicBezTo>
                    <a:pt x="725" y="470"/>
                    <a:pt x="724" y="469"/>
                    <a:pt x="721" y="468"/>
                  </a:cubicBezTo>
                  <a:cubicBezTo>
                    <a:pt x="718" y="467"/>
                    <a:pt x="716" y="466"/>
                    <a:pt x="718" y="466"/>
                  </a:cubicBezTo>
                  <a:cubicBezTo>
                    <a:pt x="721" y="465"/>
                    <a:pt x="722" y="464"/>
                    <a:pt x="724" y="461"/>
                  </a:cubicBezTo>
                  <a:cubicBezTo>
                    <a:pt x="725" y="457"/>
                    <a:pt x="723" y="459"/>
                    <a:pt x="719" y="454"/>
                  </a:cubicBezTo>
                  <a:cubicBezTo>
                    <a:pt x="716" y="449"/>
                    <a:pt x="714" y="456"/>
                    <a:pt x="710" y="455"/>
                  </a:cubicBezTo>
                  <a:cubicBezTo>
                    <a:pt x="707" y="455"/>
                    <a:pt x="713" y="450"/>
                    <a:pt x="710" y="448"/>
                  </a:cubicBezTo>
                  <a:cubicBezTo>
                    <a:pt x="707" y="447"/>
                    <a:pt x="701" y="448"/>
                    <a:pt x="696" y="452"/>
                  </a:cubicBezTo>
                  <a:cubicBezTo>
                    <a:pt x="692" y="455"/>
                    <a:pt x="692" y="451"/>
                    <a:pt x="688" y="455"/>
                  </a:cubicBezTo>
                  <a:cubicBezTo>
                    <a:pt x="685" y="459"/>
                    <a:pt x="685" y="453"/>
                    <a:pt x="686" y="452"/>
                  </a:cubicBezTo>
                  <a:cubicBezTo>
                    <a:pt x="688" y="450"/>
                    <a:pt x="690" y="452"/>
                    <a:pt x="691" y="450"/>
                  </a:cubicBezTo>
                  <a:cubicBezTo>
                    <a:pt x="693" y="447"/>
                    <a:pt x="695" y="450"/>
                    <a:pt x="699" y="447"/>
                  </a:cubicBezTo>
                  <a:cubicBezTo>
                    <a:pt x="703" y="444"/>
                    <a:pt x="707" y="445"/>
                    <a:pt x="708" y="443"/>
                  </a:cubicBezTo>
                  <a:cubicBezTo>
                    <a:pt x="710" y="441"/>
                    <a:pt x="706" y="439"/>
                    <a:pt x="702" y="439"/>
                  </a:cubicBezTo>
                  <a:cubicBezTo>
                    <a:pt x="698" y="440"/>
                    <a:pt x="695" y="434"/>
                    <a:pt x="693" y="436"/>
                  </a:cubicBezTo>
                  <a:cubicBezTo>
                    <a:pt x="690" y="438"/>
                    <a:pt x="690" y="433"/>
                    <a:pt x="688" y="435"/>
                  </a:cubicBezTo>
                  <a:cubicBezTo>
                    <a:pt x="685" y="437"/>
                    <a:pt x="683" y="434"/>
                    <a:pt x="682" y="431"/>
                  </a:cubicBezTo>
                  <a:cubicBezTo>
                    <a:pt x="680" y="427"/>
                    <a:pt x="672" y="421"/>
                    <a:pt x="667" y="420"/>
                  </a:cubicBezTo>
                  <a:cubicBezTo>
                    <a:pt x="662" y="418"/>
                    <a:pt x="666" y="416"/>
                    <a:pt x="668" y="418"/>
                  </a:cubicBezTo>
                  <a:cubicBezTo>
                    <a:pt x="671" y="419"/>
                    <a:pt x="674" y="416"/>
                    <a:pt x="675" y="414"/>
                  </a:cubicBezTo>
                  <a:cubicBezTo>
                    <a:pt x="676" y="412"/>
                    <a:pt x="673" y="410"/>
                    <a:pt x="672" y="410"/>
                  </a:cubicBezTo>
                  <a:cubicBezTo>
                    <a:pt x="670" y="410"/>
                    <a:pt x="670" y="408"/>
                    <a:pt x="671" y="406"/>
                  </a:cubicBezTo>
                  <a:cubicBezTo>
                    <a:pt x="671" y="404"/>
                    <a:pt x="665" y="401"/>
                    <a:pt x="665" y="399"/>
                  </a:cubicBezTo>
                  <a:cubicBezTo>
                    <a:pt x="665" y="398"/>
                    <a:pt x="662" y="396"/>
                    <a:pt x="662" y="395"/>
                  </a:cubicBezTo>
                  <a:cubicBezTo>
                    <a:pt x="662" y="393"/>
                    <a:pt x="659" y="391"/>
                    <a:pt x="659" y="388"/>
                  </a:cubicBezTo>
                  <a:cubicBezTo>
                    <a:pt x="659" y="386"/>
                    <a:pt x="653" y="382"/>
                    <a:pt x="653" y="379"/>
                  </a:cubicBezTo>
                  <a:cubicBezTo>
                    <a:pt x="653" y="376"/>
                    <a:pt x="650" y="374"/>
                    <a:pt x="649" y="371"/>
                  </a:cubicBezTo>
                  <a:cubicBezTo>
                    <a:pt x="648" y="368"/>
                    <a:pt x="646" y="370"/>
                    <a:pt x="645" y="374"/>
                  </a:cubicBezTo>
                  <a:cubicBezTo>
                    <a:pt x="644" y="379"/>
                    <a:pt x="640" y="378"/>
                    <a:pt x="641" y="380"/>
                  </a:cubicBezTo>
                  <a:cubicBezTo>
                    <a:pt x="643" y="383"/>
                    <a:pt x="642" y="383"/>
                    <a:pt x="640" y="385"/>
                  </a:cubicBezTo>
                  <a:cubicBezTo>
                    <a:pt x="638" y="387"/>
                    <a:pt x="641" y="390"/>
                    <a:pt x="638" y="390"/>
                  </a:cubicBezTo>
                  <a:cubicBezTo>
                    <a:pt x="635" y="390"/>
                    <a:pt x="637" y="395"/>
                    <a:pt x="635" y="393"/>
                  </a:cubicBezTo>
                  <a:cubicBezTo>
                    <a:pt x="634" y="390"/>
                    <a:pt x="630" y="391"/>
                    <a:pt x="630" y="394"/>
                  </a:cubicBezTo>
                  <a:cubicBezTo>
                    <a:pt x="630" y="396"/>
                    <a:pt x="624" y="399"/>
                    <a:pt x="622" y="398"/>
                  </a:cubicBezTo>
                  <a:cubicBezTo>
                    <a:pt x="619" y="398"/>
                    <a:pt x="619" y="393"/>
                    <a:pt x="617" y="395"/>
                  </a:cubicBezTo>
                  <a:cubicBezTo>
                    <a:pt x="615" y="396"/>
                    <a:pt x="616" y="390"/>
                    <a:pt x="612" y="391"/>
                  </a:cubicBezTo>
                  <a:cubicBezTo>
                    <a:pt x="609" y="391"/>
                    <a:pt x="607" y="390"/>
                    <a:pt x="608" y="388"/>
                  </a:cubicBezTo>
                  <a:cubicBezTo>
                    <a:pt x="609" y="385"/>
                    <a:pt x="603" y="383"/>
                    <a:pt x="605" y="382"/>
                  </a:cubicBezTo>
                  <a:cubicBezTo>
                    <a:pt x="607" y="380"/>
                    <a:pt x="604" y="377"/>
                    <a:pt x="604" y="372"/>
                  </a:cubicBezTo>
                  <a:cubicBezTo>
                    <a:pt x="603" y="367"/>
                    <a:pt x="606" y="367"/>
                    <a:pt x="606" y="365"/>
                  </a:cubicBezTo>
                  <a:cubicBezTo>
                    <a:pt x="606" y="363"/>
                    <a:pt x="604" y="363"/>
                    <a:pt x="602" y="365"/>
                  </a:cubicBezTo>
                  <a:cubicBezTo>
                    <a:pt x="600" y="366"/>
                    <a:pt x="600" y="363"/>
                    <a:pt x="597" y="363"/>
                  </a:cubicBezTo>
                  <a:cubicBezTo>
                    <a:pt x="595" y="363"/>
                    <a:pt x="588" y="363"/>
                    <a:pt x="587" y="359"/>
                  </a:cubicBezTo>
                  <a:cubicBezTo>
                    <a:pt x="587" y="356"/>
                    <a:pt x="584" y="358"/>
                    <a:pt x="583" y="354"/>
                  </a:cubicBezTo>
                  <a:cubicBezTo>
                    <a:pt x="582" y="351"/>
                    <a:pt x="579" y="354"/>
                    <a:pt x="579" y="352"/>
                  </a:cubicBezTo>
                  <a:cubicBezTo>
                    <a:pt x="579" y="349"/>
                    <a:pt x="578" y="348"/>
                    <a:pt x="576" y="348"/>
                  </a:cubicBezTo>
                  <a:cubicBezTo>
                    <a:pt x="573" y="348"/>
                    <a:pt x="573" y="346"/>
                    <a:pt x="570" y="345"/>
                  </a:cubicBezTo>
                  <a:cubicBezTo>
                    <a:pt x="567" y="345"/>
                    <a:pt x="563" y="347"/>
                    <a:pt x="561" y="348"/>
                  </a:cubicBezTo>
                  <a:cubicBezTo>
                    <a:pt x="560" y="349"/>
                    <a:pt x="555" y="345"/>
                    <a:pt x="554" y="347"/>
                  </a:cubicBezTo>
                  <a:cubicBezTo>
                    <a:pt x="552" y="348"/>
                    <a:pt x="552" y="346"/>
                    <a:pt x="547" y="344"/>
                  </a:cubicBezTo>
                  <a:cubicBezTo>
                    <a:pt x="542" y="343"/>
                    <a:pt x="536" y="343"/>
                    <a:pt x="536" y="344"/>
                  </a:cubicBezTo>
                  <a:cubicBezTo>
                    <a:pt x="535" y="346"/>
                    <a:pt x="532" y="347"/>
                    <a:pt x="532" y="351"/>
                  </a:cubicBezTo>
                  <a:cubicBezTo>
                    <a:pt x="533" y="354"/>
                    <a:pt x="537" y="354"/>
                    <a:pt x="538" y="356"/>
                  </a:cubicBezTo>
                  <a:cubicBezTo>
                    <a:pt x="539" y="359"/>
                    <a:pt x="536" y="358"/>
                    <a:pt x="536" y="360"/>
                  </a:cubicBezTo>
                  <a:cubicBezTo>
                    <a:pt x="535" y="363"/>
                    <a:pt x="533" y="363"/>
                    <a:pt x="533" y="364"/>
                  </a:cubicBezTo>
                  <a:cubicBezTo>
                    <a:pt x="533" y="366"/>
                    <a:pt x="535" y="366"/>
                    <a:pt x="536" y="369"/>
                  </a:cubicBezTo>
                  <a:cubicBezTo>
                    <a:pt x="536" y="372"/>
                    <a:pt x="538" y="372"/>
                    <a:pt x="539" y="377"/>
                  </a:cubicBezTo>
                  <a:cubicBezTo>
                    <a:pt x="539" y="381"/>
                    <a:pt x="537" y="380"/>
                    <a:pt x="536" y="381"/>
                  </a:cubicBezTo>
                  <a:cubicBezTo>
                    <a:pt x="534" y="381"/>
                    <a:pt x="536" y="384"/>
                    <a:pt x="533" y="387"/>
                  </a:cubicBezTo>
                  <a:cubicBezTo>
                    <a:pt x="530" y="390"/>
                    <a:pt x="528" y="393"/>
                    <a:pt x="530" y="395"/>
                  </a:cubicBezTo>
                  <a:cubicBezTo>
                    <a:pt x="532" y="396"/>
                    <a:pt x="540" y="400"/>
                    <a:pt x="543" y="405"/>
                  </a:cubicBezTo>
                  <a:cubicBezTo>
                    <a:pt x="546" y="410"/>
                    <a:pt x="546" y="418"/>
                    <a:pt x="545" y="423"/>
                  </a:cubicBezTo>
                  <a:cubicBezTo>
                    <a:pt x="544" y="429"/>
                    <a:pt x="538" y="430"/>
                    <a:pt x="533" y="435"/>
                  </a:cubicBezTo>
                  <a:cubicBezTo>
                    <a:pt x="528" y="440"/>
                    <a:pt x="523" y="439"/>
                    <a:pt x="521" y="439"/>
                  </a:cubicBezTo>
                  <a:cubicBezTo>
                    <a:pt x="519" y="439"/>
                    <a:pt x="520" y="444"/>
                    <a:pt x="523" y="447"/>
                  </a:cubicBezTo>
                  <a:cubicBezTo>
                    <a:pt x="527" y="451"/>
                    <a:pt x="524" y="452"/>
                    <a:pt x="526" y="456"/>
                  </a:cubicBezTo>
                  <a:cubicBezTo>
                    <a:pt x="527" y="460"/>
                    <a:pt x="526" y="463"/>
                    <a:pt x="528" y="466"/>
                  </a:cubicBezTo>
                  <a:cubicBezTo>
                    <a:pt x="530" y="469"/>
                    <a:pt x="529" y="471"/>
                    <a:pt x="526" y="473"/>
                  </a:cubicBezTo>
                  <a:cubicBezTo>
                    <a:pt x="523" y="475"/>
                    <a:pt x="527" y="474"/>
                    <a:pt x="527" y="477"/>
                  </a:cubicBezTo>
                  <a:cubicBezTo>
                    <a:pt x="528" y="481"/>
                    <a:pt x="526" y="479"/>
                    <a:pt x="524" y="477"/>
                  </a:cubicBezTo>
                  <a:cubicBezTo>
                    <a:pt x="521" y="475"/>
                    <a:pt x="519" y="480"/>
                    <a:pt x="519" y="482"/>
                  </a:cubicBezTo>
                  <a:cubicBezTo>
                    <a:pt x="519" y="484"/>
                    <a:pt x="513" y="479"/>
                    <a:pt x="512" y="480"/>
                  </a:cubicBezTo>
                  <a:cubicBezTo>
                    <a:pt x="511" y="480"/>
                    <a:pt x="512" y="476"/>
                    <a:pt x="509" y="474"/>
                  </a:cubicBezTo>
                  <a:cubicBezTo>
                    <a:pt x="506" y="471"/>
                    <a:pt x="503" y="471"/>
                    <a:pt x="503" y="468"/>
                  </a:cubicBezTo>
                  <a:cubicBezTo>
                    <a:pt x="503" y="465"/>
                    <a:pt x="497" y="464"/>
                    <a:pt x="497" y="461"/>
                  </a:cubicBezTo>
                  <a:cubicBezTo>
                    <a:pt x="497" y="458"/>
                    <a:pt x="498" y="450"/>
                    <a:pt x="497" y="448"/>
                  </a:cubicBezTo>
                  <a:cubicBezTo>
                    <a:pt x="495" y="445"/>
                    <a:pt x="496" y="443"/>
                    <a:pt x="498" y="441"/>
                  </a:cubicBezTo>
                  <a:cubicBezTo>
                    <a:pt x="499" y="439"/>
                    <a:pt x="496" y="436"/>
                    <a:pt x="493" y="436"/>
                  </a:cubicBezTo>
                  <a:cubicBezTo>
                    <a:pt x="490" y="436"/>
                    <a:pt x="485" y="435"/>
                    <a:pt x="480" y="435"/>
                  </a:cubicBezTo>
                  <a:cubicBezTo>
                    <a:pt x="476" y="435"/>
                    <a:pt x="473" y="435"/>
                    <a:pt x="471" y="433"/>
                  </a:cubicBezTo>
                  <a:cubicBezTo>
                    <a:pt x="470" y="432"/>
                    <a:pt x="466" y="429"/>
                    <a:pt x="460" y="428"/>
                  </a:cubicBezTo>
                  <a:cubicBezTo>
                    <a:pt x="454" y="426"/>
                    <a:pt x="451" y="423"/>
                    <a:pt x="451" y="422"/>
                  </a:cubicBezTo>
                  <a:cubicBezTo>
                    <a:pt x="450" y="420"/>
                    <a:pt x="445" y="419"/>
                    <a:pt x="443" y="417"/>
                  </a:cubicBezTo>
                  <a:cubicBezTo>
                    <a:pt x="442" y="415"/>
                    <a:pt x="436" y="414"/>
                    <a:pt x="434" y="415"/>
                  </a:cubicBezTo>
                  <a:cubicBezTo>
                    <a:pt x="432" y="415"/>
                    <a:pt x="426" y="410"/>
                    <a:pt x="423" y="410"/>
                  </a:cubicBezTo>
                  <a:cubicBezTo>
                    <a:pt x="420" y="410"/>
                    <a:pt x="412" y="414"/>
                    <a:pt x="410" y="414"/>
                  </a:cubicBezTo>
                  <a:cubicBezTo>
                    <a:pt x="409" y="414"/>
                    <a:pt x="411" y="411"/>
                    <a:pt x="412" y="410"/>
                  </a:cubicBezTo>
                  <a:cubicBezTo>
                    <a:pt x="412" y="408"/>
                    <a:pt x="409" y="403"/>
                    <a:pt x="408" y="399"/>
                  </a:cubicBezTo>
                  <a:cubicBezTo>
                    <a:pt x="407" y="395"/>
                    <a:pt x="406" y="391"/>
                    <a:pt x="402" y="392"/>
                  </a:cubicBezTo>
                  <a:cubicBezTo>
                    <a:pt x="398" y="392"/>
                    <a:pt x="393" y="390"/>
                    <a:pt x="392" y="390"/>
                  </a:cubicBezTo>
                  <a:cubicBezTo>
                    <a:pt x="391" y="389"/>
                    <a:pt x="391" y="378"/>
                    <a:pt x="392" y="374"/>
                  </a:cubicBezTo>
                  <a:cubicBezTo>
                    <a:pt x="393" y="369"/>
                    <a:pt x="398" y="363"/>
                    <a:pt x="398" y="360"/>
                  </a:cubicBezTo>
                  <a:cubicBezTo>
                    <a:pt x="398" y="357"/>
                    <a:pt x="401" y="356"/>
                    <a:pt x="404" y="355"/>
                  </a:cubicBezTo>
                  <a:cubicBezTo>
                    <a:pt x="406" y="354"/>
                    <a:pt x="404" y="349"/>
                    <a:pt x="407" y="348"/>
                  </a:cubicBezTo>
                  <a:cubicBezTo>
                    <a:pt x="410" y="348"/>
                    <a:pt x="410" y="347"/>
                    <a:pt x="411" y="345"/>
                  </a:cubicBezTo>
                  <a:cubicBezTo>
                    <a:pt x="411" y="342"/>
                    <a:pt x="415" y="344"/>
                    <a:pt x="413" y="342"/>
                  </a:cubicBezTo>
                  <a:cubicBezTo>
                    <a:pt x="411" y="340"/>
                    <a:pt x="412" y="340"/>
                    <a:pt x="417" y="340"/>
                  </a:cubicBezTo>
                  <a:cubicBezTo>
                    <a:pt x="421" y="340"/>
                    <a:pt x="427" y="338"/>
                    <a:pt x="426" y="334"/>
                  </a:cubicBezTo>
                  <a:cubicBezTo>
                    <a:pt x="425" y="329"/>
                    <a:pt x="414" y="333"/>
                    <a:pt x="414" y="329"/>
                  </a:cubicBezTo>
                  <a:cubicBezTo>
                    <a:pt x="414" y="326"/>
                    <a:pt x="400" y="325"/>
                    <a:pt x="401" y="323"/>
                  </a:cubicBezTo>
                  <a:cubicBezTo>
                    <a:pt x="402" y="321"/>
                    <a:pt x="415" y="325"/>
                    <a:pt x="420" y="327"/>
                  </a:cubicBezTo>
                  <a:cubicBezTo>
                    <a:pt x="425" y="329"/>
                    <a:pt x="426" y="328"/>
                    <a:pt x="430" y="328"/>
                  </a:cubicBezTo>
                  <a:cubicBezTo>
                    <a:pt x="434" y="328"/>
                    <a:pt x="431" y="323"/>
                    <a:pt x="432" y="321"/>
                  </a:cubicBezTo>
                  <a:cubicBezTo>
                    <a:pt x="433" y="319"/>
                    <a:pt x="440" y="324"/>
                    <a:pt x="445" y="323"/>
                  </a:cubicBezTo>
                  <a:cubicBezTo>
                    <a:pt x="449" y="322"/>
                    <a:pt x="453" y="313"/>
                    <a:pt x="457" y="311"/>
                  </a:cubicBezTo>
                  <a:cubicBezTo>
                    <a:pt x="460" y="308"/>
                    <a:pt x="457" y="306"/>
                    <a:pt x="450" y="307"/>
                  </a:cubicBezTo>
                  <a:cubicBezTo>
                    <a:pt x="443" y="307"/>
                    <a:pt x="439" y="304"/>
                    <a:pt x="435" y="302"/>
                  </a:cubicBezTo>
                  <a:cubicBezTo>
                    <a:pt x="432" y="299"/>
                    <a:pt x="432" y="297"/>
                    <a:pt x="436" y="297"/>
                  </a:cubicBezTo>
                  <a:cubicBezTo>
                    <a:pt x="440" y="297"/>
                    <a:pt x="449" y="305"/>
                    <a:pt x="453" y="305"/>
                  </a:cubicBezTo>
                  <a:cubicBezTo>
                    <a:pt x="456" y="305"/>
                    <a:pt x="463" y="298"/>
                    <a:pt x="465" y="296"/>
                  </a:cubicBezTo>
                  <a:cubicBezTo>
                    <a:pt x="468" y="294"/>
                    <a:pt x="463" y="293"/>
                    <a:pt x="461" y="291"/>
                  </a:cubicBezTo>
                  <a:cubicBezTo>
                    <a:pt x="459" y="290"/>
                    <a:pt x="464" y="288"/>
                    <a:pt x="467" y="288"/>
                  </a:cubicBezTo>
                  <a:cubicBezTo>
                    <a:pt x="470" y="288"/>
                    <a:pt x="471" y="291"/>
                    <a:pt x="473" y="292"/>
                  </a:cubicBezTo>
                  <a:cubicBezTo>
                    <a:pt x="474" y="294"/>
                    <a:pt x="479" y="291"/>
                    <a:pt x="482" y="291"/>
                  </a:cubicBezTo>
                  <a:cubicBezTo>
                    <a:pt x="484" y="291"/>
                    <a:pt x="481" y="287"/>
                    <a:pt x="477" y="285"/>
                  </a:cubicBezTo>
                  <a:cubicBezTo>
                    <a:pt x="473" y="284"/>
                    <a:pt x="477" y="281"/>
                    <a:pt x="478" y="283"/>
                  </a:cubicBezTo>
                  <a:cubicBezTo>
                    <a:pt x="480" y="286"/>
                    <a:pt x="483" y="285"/>
                    <a:pt x="484" y="288"/>
                  </a:cubicBezTo>
                  <a:cubicBezTo>
                    <a:pt x="486" y="293"/>
                    <a:pt x="488" y="290"/>
                    <a:pt x="491" y="288"/>
                  </a:cubicBezTo>
                  <a:cubicBezTo>
                    <a:pt x="495" y="287"/>
                    <a:pt x="497" y="285"/>
                    <a:pt x="499" y="283"/>
                  </a:cubicBezTo>
                  <a:cubicBezTo>
                    <a:pt x="501" y="280"/>
                    <a:pt x="502" y="283"/>
                    <a:pt x="504" y="279"/>
                  </a:cubicBezTo>
                  <a:cubicBezTo>
                    <a:pt x="506" y="276"/>
                    <a:pt x="503" y="273"/>
                    <a:pt x="500" y="270"/>
                  </a:cubicBezTo>
                  <a:cubicBezTo>
                    <a:pt x="497" y="268"/>
                    <a:pt x="500" y="266"/>
                    <a:pt x="497" y="264"/>
                  </a:cubicBezTo>
                  <a:cubicBezTo>
                    <a:pt x="494" y="263"/>
                    <a:pt x="494" y="260"/>
                    <a:pt x="497" y="261"/>
                  </a:cubicBezTo>
                  <a:cubicBezTo>
                    <a:pt x="501" y="261"/>
                    <a:pt x="504" y="260"/>
                    <a:pt x="506" y="258"/>
                  </a:cubicBezTo>
                  <a:cubicBezTo>
                    <a:pt x="507" y="255"/>
                    <a:pt x="500" y="255"/>
                    <a:pt x="503" y="253"/>
                  </a:cubicBezTo>
                  <a:cubicBezTo>
                    <a:pt x="507" y="251"/>
                    <a:pt x="504" y="249"/>
                    <a:pt x="501" y="249"/>
                  </a:cubicBezTo>
                  <a:cubicBezTo>
                    <a:pt x="497" y="249"/>
                    <a:pt x="494" y="247"/>
                    <a:pt x="494" y="245"/>
                  </a:cubicBezTo>
                  <a:cubicBezTo>
                    <a:pt x="494" y="242"/>
                    <a:pt x="488" y="244"/>
                    <a:pt x="485" y="242"/>
                  </a:cubicBezTo>
                  <a:cubicBezTo>
                    <a:pt x="481" y="240"/>
                    <a:pt x="473" y="241"/>
                    <a:pt x="471" y="241"/>
                  </a:cubicBezTo>
                  <a:cubicBezTo>
                    <a:pt x="470" y="241"/>
                    <a:pt x="469" y="249"/>
                    <a:pt x="472" y="249"/>
                  </a:cubicBezTo>
                  <a:cubicBezTo>
                    <a:pt x="475" y="249"/>
                    <a:pt x="477" y="252"/>
                    <a:pt x="475" y="253"/>
                  </a:cubicBezTo>
                  <a:cubicBezTo>
                    <a:pt x="472" y="254"/>
                    <a:pt x="475" y="257"/>
                    <a:pt x="473" y="257"/>
                  </a:cubicBezTo>
                  <a:cubicBezTo>
                    <a:pt x="471" y="256"/>
                    <a:pt x="468" y="256"/>
                    <a:pt x="468" y="260"/>
                  </a:cubicBezTo>
                  <a:cubicBezTo>
                    <a:pt x="467" y="265"/>
                    <a:pt x="467" y="267"/>
                    <a:pt x="464" y="269"/>
                  </a:cubicBezTo>
                  <a:cubicBezTo>
                    <a:pt x="461" y="270"/>
                    <a:pt x="463" y="263"/>
                    <a:pt x="460" y="264"/>
                  </a:cubicBezTo>
                  <a:cubicBezTo>
                    <a:pt x="457" y="264"/>
                    <a:pt x="457" y="270"/>
                    <a:pt x="459" y="270"/>
                  </a:cubicBezTo>
                  <a:cubicBezTo>
                    <a:pt x="461" y="271"/>
                    <a:pt x="462" y="273"/>
                    <a:pt x="462" y="275"/>
                  </a:cubicBezTo>
                  <a:cubicBezTo>
                    <a:pt x="463" y="278"/>
                    <a:pt x="458" y="276"/>
                    <a:pt x="456" y="279"/>
                  </a:cubicBezTo>
                  <a:cubicBezTo>
                    <a:pt x="454" y="283"/>
                    <a:pt x="454" y="278"/>
                    <a:pt x="451" y="276"/>
                  </a:cubicBezTo>
                  <a:cubicBezTo>
                    <a:pt x="449" y="273"/>
                    <a:pt x="446" y="270"/>
                    <a:pt x="446" y="267"/>
                  </a:cubicBezTo>
                  <a:cubicBezTo>
                    <a:pt x="446" y="264"/>
                    <a:pt x="447" y="264"/>
                    <a:pt x="449" y="263"/>
                  </a:cubicBezTo>
                  <a:cubicBezTo>
                    <a:pt x="451" y="263"/>
                    <a:pt x="449" y="261"/>
                    <a:pt x="449" y="258"/>
                  </a:cubicBezTo>
                  <a:cubicBezTo>
                    <a:pt x="449" y="254"/>
                    <a:pt x="447" y="255"/>
                    <a:pt x="444" y="252"/>
                  </a:cubicBezTo>
                  <a:cubicBezTo>
                    <a:pt x="441" y="248"/>
                    <a:pt x="437" y="248"/>
                    <a:pt x="436" y="250"/>
                  </a:cubicBezTo>
                  <a:cubicBezTo>
                    <a:pt x="434" y="252"/>
                    <a:pt x="435" y="255"/>
                    <a:pt x="433" y="256"/>
                  </a:cubicBezTo>
                  <a:cubicBezTo>
                    <a:pt x="430" y="257"/>
                    <a:pt x="431" y="262"/>
                    <a:pt x="429" y="263"/>
                  </a:cubicBezTo>
                  <a:cubicBezTo>
                    <a:pt x="427" y="263"/>
                    <a:pt x="428" y="253"/>
                    <a:pt x="426" y="253"/>
                  </a:cubicBezTo>
                  <a:cubicBezTo>
                    <a:pt x="424" y="252"/>
                    <a:pt x="424" y="249"/>
                    <a:pt x="427" y="249"/>
                  </a:cubicBezTo>
                  <a:cubicBezTo>
                    <a:pt x="430" y="249"/>
                    <a:pt x="432" y="246"/>
                    <a:pt x="429" y="246"/>
                  </a:cubicBezTo>
                  <a:cubicBezTo>
                    <a:pt x="427" y="246"/>
                    <a:pt x="423" y="243"/>
                    <a:pt x="421" y="242"/>
                  </a:cubicBezTo>
                  <a:cubicBezTo>
                    <a:pt x="419" y="242"/>
                    <a:pt x="416" y="245"/>
                    <a:pt x="415" y="244"/>
                  </a:cubicBezTo>
                  <a:cubicBezTo>
                    <a:pt x="413" y="242"/>
                    <a:pt x="415" y="239"/>
                    <a:pt x="415" y="237"/>
                  </a:cubicBezTo>
                  <a:cubicBezTo>
                    <a:pt x="415" y="235"/>
                    <a:pt x="418" y="238"/>
                    <a:pt x="420" y="235"/>
                  </a:cubicBezTo>
                  <a:cubicBezTo>
                    <a:pt x="422" y="232"/>
                    <a:pt x="415" y="232"/>
                    <a:pt x="415" y="230"/>
                  </a:cubicBezTo>
                  <a:cubicBezTo>
                    <a:pt x="415" y="227"/>
                    <a:pt x="409" y="226"/>
                    <a:pt x="407" y="225"/>
                  </a:cubicBezTo>
                  <a:cubicBezTo>
                    <a:pt x="405" y="224"/>
                    <a:pt x="408" y="219"/>
                    <a:pt x="407" y="218"/>
                  </a:cubicBezTo>
                  <a:cubicBezTo>
                    <a:pt x="406" y="216"/>
                    <a:pt x="400" y="210"/>
                    <a:pt x="397" y="210"/>
                  </a:cubicBezTo>
                  <a:cubicBezTo>
                    <a:pt x="394" y="211"/>
                    <a:pt x="393" y="206"/>
                    <a:pt x="395" y="206"/>
                  </a:cubicBezTo>
                  <a:cubicBezTo>
                    <a:pt x="396" y="207"/>
                    <a:pt x="398" y="205"/>
                    <a:pt x="401" y="202"/>
                  </a:cubicBezTo>
                  <a:cubicBezTo>
                    <a:pt x="404" y="198"/>
                    <a:pt x="404" y="197"/>
                    <a:pt x="402" y="197"/>
                  </a:cubicBezTo>
                  <a:cubicBezTo>
                    <a:pt x="400" y="196"/>
                    <a:pt x="399" y="194"/>
                    <a:pt x="403" y="194"/>
                  </a:cubicBezTo>
                  <a:cubicBezTo>
                    <a:pt x="406" y="194"/>
                    <a:pt x="413" y="197"/>
                    <a:pt x="416" y="195"/>
                  </a:cubicBezTo>
                  <a:cubicBezTo>
                    <a:pt x="418" y="193"/>
                    <a:pt x="425" y="182"/>
                    <a:pt x="428" y="178"/>
                  </a:cubicBezTo>
                  <a:cubicBezTo>
                    <a:pt x="431" y="174"/>
                    <a:pt x="426" y="174"/>
                    <a:pt x="419" y="174"/>
                  </a:cubicBezTo>
                  <a:cubicBezTo>
                    <a:pt x="412" y="175"/>
                    <a:pt x="411" y="172"/>
                    <a:pt x="405" y="172"/>
                  </a:cubicBezTo>
                  <a:cubicBezTo>
                    <a:pt x="400" y="171"/>
                    <a:pt x="389" y="173"/>
                    <a:pt x="388" y="174"/>
                  </a:cubicBezTo>
                  <a:cubicBezTo>
                    <a:pt x="386" y="176"/>
                    <a:pt x="390" y="177"/>
                    <a:pt x="390" y="179"/>
                  </a:cubicBezTo>
                  <a:cubicBezTo>
                    <a:pt x="389" y="181"/>
                    <a:pt x="386" y="178"/>
                    <a:pt x="384" y="179"/>
                  </a:cubicBezTo>
                  <a:cubicBezTo>
                    <a:pt x="383" y="180"/>
                    <a:pt x="385" y="182"/>
                    <a:pt x="384" y="188"/>
                  </a:cubicBezTo>
                  <a:cubicBezTo>
                    <a:pt x="384" y="195"/>
                    <a:pt x="386" y="195"/>
                    <a:pt x="388" y="198"/>
                  </a:cubicBezTo>
                  <a:cubicBezTo>
                    <a:pt x="389" y="200"/>
                    <a:pt x="389" y="203"/>
                    <a:pt x="389" y="208"/>
                  </a:cubicBezTo>
                  <a:cubicBezTo>
                    <a:pt x="389" y="212"/>
                    <a:pt x="385" y="211"/>
                    <a:pt x="384" y="212"/>
                  </a:cubicBezTo>
                  <a:cubicBezTo>
                    <a:pt x="383" y="213"/>
                    <a:pt x="387" y="215"/>
                    <a:pt x="387" y="217"/>
                  </a:cubicBezTo>
                  <a:cubicBezTo>
                    <a:pt x="386" y="220"/>
                    <a:pt x="382" y="216"/>
                    <a:pt x="380" y="217"/>
                  </a:cubicBezTo>
                  <a:cubicBezTo>
                    <a:pt x="377" y="217"/>
                    <a:pt x="375" y="224"/>
                    <a:pt x="378" y="226"/>
                  </a:cubicBezTo>
                  <a:cubicBezTo>
                    <a:pt x="380" y="228"/>
                    <a:pt x="381" y="228"/>
                    <a:pt x="379" y="230"/>
                  </a:cubicBezTo>
                  <a:cubicBezTo>
                    <a:pt x="378" y="232"/>
                    <a:pt x="375" y="236"/>
                    <a:pt x="380" y="239"/>
                  </a:cubicBezTo>
                  <a:cubicBezTo>
                    <a:pt x="384" y="243"/>
                    <a:pt x="393" y="243"/>
                    <a:pt x="397" y="245"/>
                  </a:cubicBezTo>
                  <a:cubicBezTo>
                    <a:pt x="401" y="248"/>
                    <a:pt x="395" y="247"/>
                    <a:pt x="397" y="250"/>
                  </a:cubicBezTo>
                  <a:cubicBezTo>
                    <a:pt x="398" y="253"/>
                    <a:pt x="394" y="254"/>
                    <a:pt x="394" y="256"/>
                  </a:cubicBezTo>
                  <a:cubicBezTo>
                    <a:pt x="394" y="259"/>
                    <a:pt x="396" y="258"/>
                    <a:pt x="398" y="253"/>
                  </a:cubicBezTo>
                  <a:cubicBezTo>
                    <a:pt x="401" y="249"/>
                    <a:pt x="402" y="255"/>
                    <a:pt x="402" y="258"/>
                  </a:cubicBezTo>
                  <a:cubicBezTo>
                    <a:pt x="402" y="262"/>
                    <a:pt x="399" y="260"/>
                    <a:pt x="396" y="263"/>
                  </a:cubicBezTo>
                  <a:cubicBezTo>
                    <a:pt x="394" y="267"/>
                    <a:pt x="392" y="267"/>
                    <a:pt x="388" y="267"/>
                  </a:cubicBezTo>
                  <a:cubicBezTo>
                    <a:pt x="384" y="266"/>
                    <a:pt x="387" y="272"/>
                    <a:pt x="388" y="275"/>
                  </a:cubicBezTo>
                  <a:cubicBezTo>
                    <a:pt x="389" y="278"/>
                    <a:pt x="388" y="279"/>
                    <a:pt x="384" y="278"/>
                  </a:cubicBezTo>
                  <a:cubicBezTo>
                    <a:pt x="379" y="277"/>
                    <a:pt x="377" y="274"/>
                    <a:pt x="379" y="271"/>
                  </a:cubicBezTo>
                  <a:cubicBezTo>
                    <a:pt x="381" y="268"/>
                    <a:pt x="383" y="264"/>
                    <a:pt x="380" y="264"/>
                  </a:cubicBezTo>
                  <a:cubicBezTo>
                    <a:pt x="378" y="265"/>
                    <a:pt x="372" y="264"/>
                    <a:pt x="370" y="262"/>
                  </a:cubicBezTo>
                  <a:cubicBezTo>
                    <a:pt x="369" y="259"/>
                    <a:pt x="372" y="260"/>
                    <a:pt x="377" y="261"/>
                  </a:cubicBezTo>
                  <a:cubicBezTo>
                    <a:pt x="382" y="261"/>
                    <a:pt x="377" y="257"/>
                    <a:pt x="381" y="257"/>
                  </a:cubicBezTo>
                  <a:cubicBezTo>
                    <a:pt x="385" y="257"/>
                    <a:pt x="388" y="259"/>
                    <a:pt x="391" y="257"/>
                  </a:cubicBezTo>
                  <a:cubicBezTo>
                    <a:pt x="394" y="254"/>
                    <a:pt x="389" y="248"/>
                    <a:pt x="386" y="249"/>
                  </a:cubicBezTo>
                  <a:cubicBezTo>
                    <a:pt x="384" y="250"/>
                    <a:pt x="379" y="251"/>
                    <a:pt x="379" y="249"/>
                  </a:cubicBezTo>
                  <a:cubicBezTo>
                    <a:pt x="379" y="246"/>
                    <a:pt x="384" y="248"/>
                    <a:pt x="386" y="247"/>
                  </a:cubicBezTo>
                  <a:cubicBezTo>
                    <a:pt x="389" y="247"/>
                    <a:pt x="385" y="244"/>
                    <a:pt x="381" y="245"/>
                  </a:cubicBezTo>
                  <a:cubicBezTo>
                    <a:pt x="378" y="245"/>
                    <a:pt x="375" y="246"/>
                    <a:pt x="372" y="242"/>
                  </a:cubicBezTo>
                  <a:cubicBezTo>
                    <a:pt x="369" y="239"/>
                    <a:pt x="364" y="237"/>
                    <a:pt x="362" y="245"/>
                  </a:cubicBezTo>
                  <a:cubicBezTo>
                    <a:pt x="361" y="252"/>
                    <a:pt x="356" y="248"/>
                    <a:pt x="354" y="250"/>
                  </a:cubicBezTo>
                  <a:cubicBezTo>
                    <a:pt x="352" y="253"/>
                    <a:pt x="356" y="255"/>
                    <a:pt x="361" y="255"/>
                  </a:cubicBezTo>
                  <a:cubicBezTo>
                    <a:pt x="366" y="255"/>
                    <a:pt x="370" y="260"/>
                    <a:pt x="367" y="260"/>
                  </a:cubicBezTo>
                  <a:cubicBezTo>
                    <a:pt x="365" y="260"/>
                    <a:pt x="366" y="263"/>
                    <a:pt x="364" y="262"/>
                  </a:cubicBezTo>
                  <a:cubicBezTo>
                    <a:pt x="361" y="261"/>
                    <a:pt x="358" y="262"/>
                    <a:pt x="360" y="264"/>
                  </a:cubicBezTo>
                  <a:cubicBezTo>
                    <a:pt x="362" y="266"/>
                    <a:pt x="359" y="267"/>
                    <a:pt x="360" y="270"/>
                  </a:cubicBezTo>
                  <a:cubicBezTo>
                    <a:pt x="360" y="272"/>
                    <a:pt x="356" y="270"/>
                    <a:pt x="352" y="269"/>
                  </a:cubicBezTo>
                  <a:cubicBezTo>
                    <a:pt x="348" y="269"/>
                    <a:pt x="341" y="270"/>
                    <a:pt x="335" y="271"/>
                  </a:cubicBezTo>
                  <a:cubicBezTo>
                    <a:pt x="330" y="273"/>
                    <a:pt x="324" y="271"/>
                    <a:pt x="322" y="268"/>
                  </a:cubicBezTo>
                  <a:cubicBezTo>
                    <a:pt x="320" y="266"/>
                    <a:pt x="317" y="266"/>
                    <a:pt x="313" y="266"/>
                  </a:cubicBezTo>
                  <a:cubicBezTo>
                    <a:pt x="309" y="266"/>
                    <a:pt x="311" y="263"/>
                    <a:pt x="306" y="262"/>
                  </a:cubicBezTo>
                  <a:cubicBezTo>
                    <a:pt x="301" y="262"/>
                    <a:pt x="302" y="258"/>
                    <a:pt x="301" y="256"/>
                  </a:cubicBezTo>
                  <a:cubicBezTo>
                    <a:pt x="301" y="253"/>
                    <a:pt x="291" y="254"/>
                    <a:pt x="288" y="256"/>
                  </a:cubicBezTo>
                  <a:cubicBezTo>
                    <a:pt x="284" y="259"/>
                    <a:pt x="277" y="258"/>
                    <a:pt x="275" y="262"/>
                  </a:cubicBezTo>
                  <a:cubicBezTo>
                    <a:pt x="273" y="266"/>
                    <a:pt x="277" y="265"/>
                    <a:pt x="279" y="265"/>
                  </a:cubicBezTo>
                  <a:cubicBezTo>
                    <a:pt x="282" y="265"/>
                    <a:pt x="282" y="262"/>
                    <a:pt x="287" y="263"/>
                  </a:cubicBezTo>
                  <a:cubicBezTo>
                    <a:pt x="292" y="263"/>
                    <a:pt x="296" y="257"/>
                    <a:pt x="298" y="259"/>
                  </a:cubicBezTo>
                  <a:cubicBezTo>
                    <a:pt x="300" y="262"/>
                    <a:pt x="289" y="266"/>
                    <a:pt x="284" y="267"/>
                  </a:cubicBezTo>
                  <a:cubicBezTo>
                    <a:pt x="279" y="267"/>
                    <a:pt x="280" y="271"/>
                    <a:pt x="285" y="278"/>
                  </a:cubicBezTo>
                  <a:cubicBezTo>
                    <a:pt x="290" y="285"/>
                    <a:pt x="283" y="281"/>
                    <a:pt x="283" y="285"/>
                  </a:cubicBezTo>
                  <a:cubicBezTo>
                    <a:pt x="283" y="288"/>
                    <a:pt x="274" y="284"/>
                    <a:pt x="278" y="282"/>
                  </a:cubicBezTo>
                  <a:cubicBezTo>
                    <a:pt x="281" y="281"/>
                    <a:pt x="280" y="278"/>
                    <a:pt x="277" y="276"/>
                  </a:cubicBezTo>
                  <a:cubicBezTo>
                    <a:pt x="274" y="273"/>
                    <a:pt x="272" y="276"/>
                    <a:pt x="273" y="273"/>
                  </a:cubicBezTo>
                  <a:cubicBezTo>
                    <a:pt x="273" y="271"/>
                    <a:pt x="270" y="273"/>
                    <a:pt x="267" y="271"/>
                  </a:cubicBezTo>
                  <a:cubicBezTo>
                    <a:pt x="264" y="269"/>
                    <a:pt x="263" y="267"/>
                    <a:pt x="260" y="269"/>
                  </a:cubicBezTo>
                  <a:cubicBezTo>
                    <a:pt x="256" y="271"/>
                    <a:pt x="252" y="271"/>
                    <a:pt x="244" y="272"/>
                  </a:cubicBezTo>
                  <a:cubicBezTo>
                    <a:pt x="236" y="273"/>
                    <a:pt x="222" y="273"/>
                    <a:pt x="219" y="270"/>
                  </a:cubicBezTo>
                  <a:cubicBezTo>
                    <a:pt x="217" y="268"/>
                    <a:pt x="226" y="263"/>
                    <a:pt x="229" y="264"/>
                  </a:cubicBezTo>
                  <a:cubicBezTo>
                    <a:pt x="231" y="264"/>
                    <a:pt x="230" y="261"/>
                    <a:pt x="226" y="257"/>
                  </a:cubicBezTo>
                  <a:cubicBezTo>
                    <a:pt x="221" y="254"/>
                    <a:pt x="212" y="252"/>
                    <a:pt x="212" y="254"/>
                  </a:cubicBezTo>
                  <a:cubicBezTo>
                    <a:pt x="212" y="256"/>
                    <a:pt x="207" y="254"/>
                    <a:pt x="200" y="253"/>
                  </a:cubicBezTo>
                  <a:cubicBezTo>
                    <a:pt x="193" y="252"/>
                    <a:pt x="192" y="249"/>
                    <a:pt x="187" y="249"/>
                  </a:cubicBezTo>
                  <a:cubicBezTo>
                    <a:pt x="183" y="249"/>
                    <a:pt x="176" y="247"/>
                    <a:pt x="171" y="243"/>
                  </a:cubicBezTo>
                  <a:cubicBezTo>
                    <a:pt x="166" y="239"/>
                    <a:pt x="153" y="240"/>
                    <a:pt x="152" y="244"/>
                  </a:cubicBezTo>
                  <a:cubicBezTo>
                    <a:pt x="150" y="248"/>
                    <a:pt x="146" y="248"/>
                    <a:pt x="142" y="248"/>
                  </a:cubicBezTo>
                  <a:cubicBezTo>
                    <a:pt x="138" y="248"/>
                    <a:pt x="144" y="243"/>
                    <a:pt x="142" y="242"/>
                  </a:cubicBezTo>
                  <a:cubicBezTo>
                    <a:pt x="141" y="241"/>
                    <a:pt x="143" y="236"/>
                    <a:pt x="140" y="236"/>
                  </a:cubicBezTo>
                  <a:cubicBezTo>
                    <a:pt x="137" y="235"/>
                    <a:pt x="134" y="248"/>
                    <a:pt x="128" y="248"/>
                  </a:cubicBezTo>
                  <a:cubicBezTo>
                    <a:pt x="123" y="247"/>
                    <a:pt x="120" y="234"/>
                    <a:pt x="116" y="231"/>
                  </a:cubicBezTo>
                  <a:cubicBezTo>
                    <a:pt x="111" y="228"/>
                    <a:pt x="107" y="227"/>
                    <a:pt x="111" y="232"/>
                  </a:cubicBezTo>
                  <a:cubicBezTo>
                    <a:pt x="114" y="237"/>
                    <a:pt x="107" y="234"/>
                    <a:pt x="108" y="237"/>
                  </a:cubicBezTo>
                  <a:cubicBezTo>
                    <a:pt x="108" y="241"/>
                    <a:pt x="101" y="245"/>
                    <a:pt x="101" y="243"/>
                  </a:cubicBezTo>
                  <a:cubicBezTo>
                    <a:pt x="102" y="241"/>
                    <a:pt x="98" y="239"/>
                    <a:pt x="93" y="244"/>
                  </a:cubicBezTo>
                  <a:cubicBezTo>
                    <a:pt x="89" y="249"/>
                    <a:pt x="86" y="248"/>
                    <a:pt x="85" y="247"/>
                  </a:cubicBezTo>
                  <a:cubicBezTo>
                    <a:pt x="85" y="245"/>
                    <a:pt x="72" y="251"/>
                    <a:pt x="72" y="254"/>
                  </a:cubicBezTo>
                  <a:cubicBezTo>
                    <a:pt x="73" y="256"/>
                    <a:pt x="70" y="258"/>
                    <a:pt x="66" y="257"/>
                  </a:cubicBezTo>
                  <a:cubicBezTo>
                    <a:pt x="63" y="257"/>
                    <a:pt x="66" y="254"/>
                    <a:pt x="69" y="253"/>
                  </a:cubicBezTo>
                  <a:cubicBezTo>
                    <a:pt x="72" y="251"/>
                    <a:pt x="80" y="244"/>
                    <a:pt x="85" y="243"/>
                  </a:cubicBezTo>
                  <a:cubicBezTo>
                    <a:pt x="89" y="243"/>
                    <a:pt x="98" y="239"/>
                    <a:pt x="98" y="237"/>
                  </a:cubicBezTo>
                  <a:cubicBezTo>
                    <a:pt x="98" y="235"/>
                    <a:pt x="94" y="237"/>
                    <a:pt x="91" y="236"/>
                  </a:cubicBezTo>
                  <a:cubicBezTo>
                    <a:pt x="88" y="236"/>
                    <a:pt x="83" y="239"/>
                    <a:pt x="77" y="241"/>
                  </a:cubicBezTo>
                  <a:cubicBezTo>
                    <a:pt x="72" y="243"/>
                    <a:pt x="67" y="243"/>
                    <a:pt x="68" y="246"/>
                  </a:cubicBezTo>
                  <a:cubicBezTo>
                    <a:pt x="70" y="249"/>
                    <a:pt x="63" y="245"/>
                    <a:pt x="62" y="247"/>
                  </a:cubicBezTo>
                  <a:cubicBezTo>
                    <a:pt x="61" y="249"/>
                    <a:pt x="58" y="247"/>
                    <a:pt x="60" y="246"/>
                  </a:cubicBezTo>
                  <a:cubicBezTo>
                    <a:pt x="62" y="245"/>
                    <a:pt x="56" y="243"/>
                    <a:pt x="56" y="244"/>
                  </a:cubicBezTo>
                  <a:cubicBezTo>
                    <a:pt x="56" y="245"/>
                    <a:pt x="55" y="247"/>
                    <a:pt x="50" y="247"/>
                  </a:cubicBezTo>
                  <a:cubicBezTo>
                    <a:pt x="46" y="247"/>
                    <a:pt x="41" y="250"/>
                    <a:pt x="44" y="253"/>
                  </a:cubicBezTo>
                  <a:cubicBezTo>
                    <a:pt x="47" y="255"/>
                    <a:pt x="49" y="256"/>
                    <a:pt x="48" y="257"/>
                  </a:cubicBezTo>
                  <a:cubicBezTo>
                    <a:pt x="46" y="259"/>
                    <a:pt x="41" y="253"/>
                    <a:pt x="35" y="254"/>
                  </a:cubicBezTo>
                  <a:cubicBezTo>
                    <a:pt x="28" y="255"/>
                    <a:pt x="15" y="247"/>
                    <a:pt x="15" y="245"/>
                  </a:cubicBezTo>
                  <a:cubicBezTo>
                    <a:pt x="15" y="243"/>
                    <a:pt x="6" y="244"/>
                    <a:pt x="0" y="244"/>
                  </a:cubicBezTo>
                  <a:cubicBezTo>
                    <a:pt x="0" y="373"/>
                    <a:pt x="0" y="373"/>
                    <a:pt x="0" y="373"/>
                  </a:cubicBezTo>
                  <a:cubicBezTo>
                    <a:pt x="0" y="373"/>
                    <a:pt x="3" y="375"/>
                    <a:pt x="4" y="374"/>
                  </a:cubicBezTo>
                  <a:cubicBezTo>
                    <a:pt x="5" y="372"/>
                    <a:pt x="8" y="374"/>
                    <a:pt x="12" y="372"/>
                  </a:cubicBezTo>
                  <a:cubicBezTo>
                    <a:pt x="16" y="370"/>
                    <a:pt x="18" y="374"/>
                    <a:pt x="18" y="376"/>
                  </a:cubicBezTo>
                  <a:cubicBezTo>
                    <a:pt x="18" y="378"/>
                    <a:pt x="24" y="382"/>
                    <a:pt x="26" y="385"/>
                  </a:cubicBezTo>
                  <a:cubicBezTo>
                    <a:pt x="29" y="388"/>
                    <a:pt x="30" y="391"/>
                    <a:pt x="33" y="389"/>
                  </a:cubicBezTo>
                  <a:cubicBezTo>
                    <a:pt x="35" y="387"/>
                    <a:pt x="40" y="386"/>
                    <a:pt x="40" y="383"/>
                  </a:cubicBezTo>
                  <a:cubicBezTo>
                    <a:pt x="40" y="380"/>
                    <a:pt x="52" y="379"/>
                    <a:pt x="52" y="384"/>
                  </a:cubicBezTo>
                  <a:cubicBezTo>
                    <a:pt x="52" y="388"/>
                    <a:pt x="63" y="393"/>
                    <a:pt x="70" y="404"/>
                  </a:cubicBezTo>
                  <a:cubicBezTo>
                    <a:pt x="76" y="416"/>
                    <a:pt x="75" y="418"/>
                    <a:pt x="85" y="422"/>
                  </a:cubicBezTo>
                  <a:cubicBezTo>
                    <a:pt x="94" y="426"/>
                    <a:pt x="94" y="428"/>
                    <a:pt x="93" y="431"/>
                  </a:cubicBezTo>
                  <a:cubicBezTo>
                    <a:pt x="92" y="434"/>
                    <a:pt x="99" y="436"/>
                    <a:pt x="95" y="439"/>
                  </a:cubicBezTo>
                  <a:cubicBezTo>
                    <a:pt x="93" y="440"/>
                    <a:pt x="91" y="441"/>
                    <a:pt x="89" y="443"/>
                  </a:cubicBezTo>
                  <a:cubicBezTo>
                    <a:pt x="89" y="444"/>
                    <a:pt x="91" y="445"/>
                    <a:pt x="92" y="447"/>
                  </a:cubicBezTo>
                  <a:cubicBezTo>
                    <a:pt x="95" y="449"/>
                    <a:pt x="88" y="449"/>
                    <a:pt x="90" y="450"/>
                  </a:cubicBezTo>
                  <a:cubicBezTo>
                    <a:pt x="92" y="452"/>
                    <a:pt x="90" y="455"/>
                    <a:pt x="92" y="457"/>
                  </a:cubicBezTo>
                  <a:cubicBezTo>
                    <a:pt x="94" y="459"/>
                    <a:pt x="97" y="458"/>
                    <a:pt x="99" y="456"/>
                  </a:cubicBezTo>
                  <a:cubicBezTo>
                    <a:pt x="101" y="455"/>
                    <a:pt x="103" y="458"/>
                    <a:pt x="101" y="461"/>
                  </a:cubicBezTo>
                  <a:cubicBezTo>
                    <a:pt x="99" y="464"/>
                    <a:pt x="103" y="466"/>
                    <a:pt x="104" y="464"/>
                  </a:cubicBezTo>
                  <a:cubicBezTo>
                    <a:pt x="106" y="462"/>
                    <a:pt x="110" y="467"/>
                    <a:pt x="111" y="468"/>
                  </a:cubicBezTo>
                  <a:cubicBezTo>
                    <a:pt x="113" y="469"/>
                    <a:pt x="115" y="472"/>
                    <a:pt x="112" y="472"/>
                  </a:cubicBezTo>
                  <a:cubicBezTo>
                    <a:pt x="109" y="472"/>
                    <a:pt x="109" y="477"/>
                    <a:pt x="111" y="477"/>
                  </a:cubicBezTo>
                  <a:cubicBezTo>
                    <a:pt x="114" y="477"/>
                    <a:pt x="113" y="480"/>
                    <a:pt x="113" y="482"/>
                  </a:cubicBezTo>
                  <a:cubicBezTo>
                    <a:pt x="113" y="483"/>
                    <a:pt x="120" y="486"/>
                    <a:pt x="122" y="485"/>
                  </a:cubicBezTo>
                  <a:cubicBezTo>
                    <a:pt x="125" y="484"/>
                    <a:pt x="127" y="486"/>
                    <a:pt x="128" y="489"/>
                  </a:cubicBezTo>
                  <a:cubicBezTo>
                    <a:pt x="129" y="491"/>
                    <a:pt x="134" y="492"/>
                    <a:pt x="135" y="491"/>
                  </a:cubicBezTo>
                  <a:cubicBezTo>
                    <a:pt x="137" y="489"/>
                    <a:pt x="138" y="493"/>
                    <a:pt x="139" y="496"/>
                  </a:cubicBezTo>
                  <a:cubicBezTo>
                    <a:pt x="139" y="498"/>
                    <a:pt x="143" y="497"/>
                    <a:pt x="145" y="497"/>
                  </a:cubicBezTo>
                  <a:cubicBezTo>
                    <a:pt x="147" y="497"/>
                    <a:pt x="148" y="500"/>
                    <a:pt x="150" y="499"/>
                  </a:cubicBezTo>
                  <a:cubicBezTo>
                    <a:pt x="153" y="498"/>
                    <a:pt x="154" y="504"/>
                    <a:pt x="156" y="507"/>
                  </a:cubicBezTo>
                  <a:cubicBezTo>
                    <a:pt x="388" y="506"/>
                    <a:pt x="388" y="506"/>
                    <a:pt x="388" y="506"/>
                  </a:cubicBezTo>
                  <a:cubicBezTo>
                    <a:pt x="388" y="506"/>
                    <a:pt x="389" y="500"/>
                    <a:pt x="391" y="502"/>
                  </a:cubicBezTo>
                  <a:cubicBezTo>
                    <a:pt x="394" y="504"/>
                    <a:pt x="392" y="507"/>
                    <a:pt x="395" y="509"/>
                  </a:cubicBezTo>
                  <a:cubicBezTo>
                    <a:pt x="398" y="510"/>
                    <a:pt x="400" y="512"/>
                    <a:pt x="402" y="511"/>
                  </a:cubicBezTo>
                  <a:cubicBezTo>
                    <a:pt x="404" y="510"/>
                    <a:pt x="407" y="508"/>
                    <a:pt x="410" y="511"/>
                  </a:cubicBezTo>
                  <a:cubicBezTo>
                    <a:pt x="413" y="515"/>
                    <a:pt x="415" y="512"/>
                    <a:pt x="417" y="514"/>
                  </a:cubicBezTo>
                  <a:cubicBezTo>
                    <a:pt x="419" y="516"/>
                    <a:pt x="422" y="518"/>
                    <a:pt x="424" y="515"/>
                  </a:cubicBezTo>
                  <a:cubicBezTo>
                    <a:pt x="426" y="513"/>
                    <a:pt x="433" y="516"/>
                    <a:pt x="436" y="517"/>
                  </a:cubicBezTo>
                  <a:cubicBezTo>
                    <a:pt x="440" y="514"/>
                    <a:pt x="443" y="507"/>
                    <a:pt x="447" y="507"/>
                  </a:cubicBezTo>
                  <a:cubicBezTo>
                    <a:pt x="452" y="507"/>
                    <a:pt x="464" y="508"/>
                    <a:pt x="465" y="514"/>
                  </a:cubicBezTo>
                  <a:cubicBezTo>
                    <a:pt x="466" y="520"/>
                    <a:pt x="473" y="515"/>
                    <a:pt x="474" y="520"/>
                  </a:cubicBezTo>
                  <a:cubicBezTo>
                    <a:pt x="475" y="526"/>
                    <a:pt x="479" y="530"/>
                    <a:pt x="479" y="532"/>
                  </a:cubicBezTo>
                  <a:cubicBezTo>
                    <a:pt x="480" y="533"/>
                    <a:pt x="482" y="534"/>
                    <a:pt x="483" y="536"/>
                  </a:cubicBezTo>
                  <a:cubicBezTo>
                    <a:pt x="486" y="535"/>
                    <a:pt x="492" y="536"/>
                    <a:pt x="496" y="537"/>
                  </a:cubicBezTo>
                  <a:cubicBezTo>
                    <a:pt x="502" y="539"/>
                    <a:pt x="509" y="535"/>
                    <a:pt x="512" y="541"/>
                  </a:cubicBezTo>
                  <a:cubicBezTo>
                    <a:pt x="515" y="548"/>
                    <a:pt x="521" y="553"/>
                    <a:pt x="515" y="553"/>
                  </a:cubicBezTo>
                  <a:cubicBezTo>
                    <a:pt x="510" y="553"/>
                    <a:pt x="504" y="547"/>
                    <a:pt x="504" y="550"/>
                  </a:cubicBezTo>
                  <a:cubicBezTo>
                    <a:pt x="505" y="554"/>
                    <a:pt x="502" y="552"/>
                    <a:pt x="502" y="558"/>
                  </a:cubicBezTo>
                  <a:cubicBezTo>
                    <a:pt x="502" y="563"/>
                    <a:pt x="498" y="571"/>
                    <a:pt x="496" y="571"/>
                  </a:cubicBezTo>
                  <a:cubicBezTo>
                    <a:pt x="495" y="571"/>
                    <a:pt x="495" y="571"/>
                    <a:pt x="495" y="571"/>
                  </a:cubicBezTo>
                  <a:cubicBezTo>
                    <a:pt x="495" y="573"/>
                    <a:pt x="495" y="576"/>
                    <a:pt x="497" y="577"/>
                  </a:cubicBezTo>
                  <a:cubicBezTo>
                    <a:pt x="500" y="575"/>
                    <a:pt x="504" y="572"/>
                    <a:pt x="507" y="572"/>
                  </a:cubicBezTo>
                  <a:cubicBezTo>
                    <a:pt x="513" y="572"/>
                    <a:pt x="514" y="576"/>
                    <a:pt x="518" y="573"/>
                  </a:cubicBezTo>
                  <a:cubicBezTo>
                    <a:pt x="522" y="571"/>
                    <a:pt x="522" y="569"/>
                    <a:pt x="523" y="571"/>
                  </a:cubicBezTo>
                  <a:cubicBezTo>
                    <a:pt x="523" y="572"/>
                    <a:pt x="523" y="572"/>
                    <a:pt x="523" y="572"/>
                  </a:cubicBezTo>
                  <a:cubicBezTo>
                    <a:pt x="524" y="571"/>
                    <a:pt x="525" y="571"/>
                    <a:pt x="526" y="570"/>
                  </a:cubicBezTo>
                  <a:cubicBezTo>
                    <a:pt x="526" y="569"/>
                    <a:pt x="525" y="568"/>
                    <a:pt x="525" y="567"/>
                  </a:cubicBezTo>
                  <a:cubicBezTo>
                    <a:pt x="521" y="567"/>
                    <a:pt x="520" y="568"/>
                    <a:pt x="519" y="565"/>
                  </a:cubicBezTo>
                  <a:cubicBezTo>
                    <a:pt x="518" y="561"/>
                    <a:pt x="530" y="557"/>
                    <a:pt x="536" y="558"/>
                  </a:cubicBezTo>
                  <a:cubicBezTo>
                    <a:pt x="542" y="559"/>
                    <a:pt x="546" y="555"/>
                    <a:pt x="548" y="557"/>
                  </a:cubicBezTo>
                  <a:cubicBezTo>
                    <a:pt x="551" y="554"/>
                    <a:pt x="558" y="549"/>
                    <a:pt x="559" y="549"/>
                  </a:cubicBezTo>
                  <a:cubicBezTo>
                    <a:pt x="561" y="549"/>
                    <a:pt x="588" y="549"/>
                    <a:pt x="588" y="549"/>
                  </a:cubicBezTo>
                  <a:cubicBezTo>
                    <a:pt x="588" y="549"/>
                    <a:pt x="597" y="543"/>
                    <a:pt x="599" y="538"/>
                  </a:cubicBezTo>
                  <a:cubicBezTo>
                    <a:pt x="600" y="532"/>
                    <a:pt x="606" y="520"/>
                    <a:pt x="609" y="523"/>
                  </a:cubicBezTo>
                  <a:cubicBezTo>
                    <a:pt x="613" y="525"/>
                    <a:pt x="620" y="523"/>
                    <a:pt x="620" y="526"/>
                  </a:cubicBezTo>
                  <a:cubicBezTo>
                    <a:pt x="621" y="528"/>
                    <a:pt x="618" y="537"/>
                    <a:pt x="628" y="549"/>
                  </a:cubicBezTo>
                  <a:cubicBezTo>
                    <a:pt x="631" y="547"/>
                    <a:pt x="634" y="546"/>
                    <a:pt x="636" y="546"/>
                  </a:cubicBezTo>
                  <a:cubicBezTo>
                    <a:pt x="640" y="546"/>
                    <a:pt x="645" y="541"/>
                    <a:pt x="646" y="539"/>
                  </a:cubicBezTo>
                  <a:cubicBezTo>
                    <a:pt x="648" y="536"/>
                    <a:pt x="650" y="541"/>
                    <a:pt x="647" y="542"/>
                  </a:cubicBezTo>
                  <a:cubicBezTo>
                    <a:pt x="644" y="543"/>
                    <a:pt x="649" y="545"/>
                    <a:pt x="654" y="545"/>
                  </a:cubicBezTo>
                  <a:cubicBezTo>
                    <a:pt x="660" y="545"/>
                    <a:pt x="652" y="547"/>
                    <a:pt x="648" y="547"/>
                  </a:cubicBezTo>
                  <a:cubicBezTo>
                    <a:pt x="644" y="547"/>
                    <a:pt x="643" y="547"/>
                    <a:pt x="637" y="552"/>
                  </a:cubicBezTo>
                  <a:cubicBezTo>
                    <a:pt x="632" y="558"/>
                    <a:pt x="633" y="559"/>
                    <a:pt x="636" y="562"/>
                  </a:cubicBezTo>
                  <a:cubicBezTo>
                    <a:pt x="639" y="564"/>
                    <a:pt x="643" y="563"/>
                    <a:pt x="647" y="560"/>
                  </a:cubicBezTo>
                  <a:cubicBezTo>
                    <a:pt x="651" y="556"/>
                    <a:pt x="651" y="553"/>
                    <a:pt x="655" y="553"/>
                  </a:cubicBezTo>
                  <a:cubicBezTo>
                    <a:pt x="659" y="553"/>
                    <a:pt x="670" y="549"/>
                    <a:pt x="675" y="548"/>
                  </a:cubicBezTo>
                  <a:cubicBezTo>
                    <a:pt x="679" y="546"/>
                    <a:pt x="676" y="545"/>
                    <a:pt x="676" y="543"/>
                  </a:cubicBezTo>
                  <a:cubicBezTo>
                    <a:pt x="676" y="541"/>
                    <a:pt x="685" y="541"/>
                    <a:pt x="688" y="539"/>
                  </a:cubicBezTo>
                  <a:cubicBezTo>
                    <a:pt x="691" y="537"/>
                    <a:pt x="687" y="535"/>
                    <a:pt x="685" y="536"/>
                  </a:cubicBezTo>
                  <a:close/>
                  <a:moveTo>
                    <a:pt x="199" y="294"/>
                  </a:moveTo>
                  <a:cubicBezTo>
                    <a:pt x="194" y="300"/>
                    <a:pt x="192" y="301"/>
                    <a:pt x="187" y="300"/>
                  </a:cubicBezTo>
                  <a:cubicBezTo>
                    <a:pt x="182" y="299"/>
                    <a:pt x="179" y="302"/>
                    <a:pt x="181" y="303"/>
                  </a:cubicBezTo>
                  <a:cubicBezTo>
                    <a:pt x="184" y="305"/>
                    <a:pt x="184" y="307"/>
                    <a:pt x="179" y="308"/>
                  </a:cubicBezTo>
                  <a:cubicBezTo>
                    <a:pt x="174" y="309"/>
                    <a:pt x="170" y="313"/>
                    <a:pt x="168" y="312"/>
                  </a:cubicBezTo>
                  <a:cubicBezTo>
                    <a:pt x="166" y="312"/>
                    <a:pt x="177" y="304"/>
                    <a:pt x="174" y="302"/>
                  </a:cubicBezTo>
                  <a:cubicBezTo>
                    <a:pt x="171" y="300"/>
                    <a:pt x="164" y="306"/>
                    <a:pt x="164" y="308"/>
                  </a:cubicBezTo>
                  <a:cubicBezTo>
                    <a:pt x="164" y="311"/>
                    <a:pt x="159" y="311"/>
                    <a:pt x="157" y="311"/>
                  </a:cubicBezTo>
                  <a:cubicBezTo>
                    <a:pt x="154" y="311"/>
                    <a:pt x="150" y="308"/>
                    <a:pt x="153" y="308"/>
                  </a:cubicBezTo>
                  <a:cubicBezTo>
                    <a:pt x="156" y="307"/>
                    <a:pt x="154" y="304"/>
                    <a:pt x="158" y="303"/>
                  </a:cubicBezTo>
                  <a:cubicBezTo>
                    <a:pt x="162" y="301"/>
                    <a:pt x="157" y="299"/>
                    <a:pt x="158" y="297"/>
                  </a:cubicBezTo>
                  <a:cubicBezTo>
                    <a:pt x="159" y="296"/>
                    <a:pt x="167" y="299"/>
                    <a:pt x="167" y="296"/>
                  </a:cubicBezTo>
                  <a:cubicBezTo>
                    <a:pt x="167" y="293"/>
                    <a:pt x="159" y="291"/>
                    <a:pt x="157" y="292"/>
                  </a:cubicBezTo>
                  <a:cubicBezTo>
                    <a:pt x="154" y="294"/>
                    <a:pt x="148" y="298"/>
                    <a:pt x="140" y="295"/>
                  </a:cubicBezTo>
                  <a:cubicBezTo>
                    <a:pt x="138" y="294"/>
                    <a:pt x="159" y="292"/>
                    <a:pt x="163" y="288"/>
                  </a:cubicBezTo>
                  <a:cubicBezTo>
                    <a:pt x="166" y="285"/>
                    <a:pt x="182" y="281"/>
                    <a:pt x="184" y="284"/>
                  </a:cubicBezTo>
                  <a:cubicBezTo>
                    <a:pt x="185" y="287"/>
                    <a:pt x="175" y="289"/>
                    <a:pt x="180" y="292"/>
                  </a:cubicBezTo>
                  <a:cubicBezTo>
                    <a:pt x="184" y="295"/>
                    <a:pt x="192" y="293"/>
                    <a:pt x="194" y="290"/>
                  </a:cubicBezTo>
                  <a:cubicBezTo>
                    <a:pt x="196" y="287"/>
                    <a:pt x="203" y="288"/>
                    <a:pt x="199" y="294"/>
                  </a:cubicBezTo>
                  <a:close/>
                  <a:moveTo>
                    <a:pt x="246" y="354"/>
                  </a:moveTo>
                  <a:cubicBezTo>
                    <a:pt x="240" y="359"/>
                    <a:pt x="240" y="357"/>
                    <a:pt x="235" y="358"/>
                  </a:cubicBezTo>
                  <a:cubicBezTo>
                    <a:pt x="230" y="359"/>
                    <a:pt x="234" y="364"/>
                    <a:pt x="228" y="365"/>
                  </a:cubicBezTo>
                  <a:cubicBezTo>
                    <a:pt x="222" y="365"/>
                    <a:pt x="207" y="366"/>
                    <a:pt x="205" y="362"/>
                  </a:cubicBezTo>
                  <a:cubicBezTo>
                    <a:pt x="205" y="361"/>
                    <a:pt x="213" y="362"/>
                    <a:pt x="214" y="360"/>
                  </a:cubicBezTo>
                  <a:cubicBezTo>
                    <a:pt x="215" y="357"/>
                    <a:pt x="217" y="353"/>
                    <a:pt x="221" y="353"/>
                  </a:cubicBezTo>
                  <a:cubicBezTo>
                    <a:pt x="224" y="353"/>
                    <a:pt x="224" y="348"/>
                    <a:pt x="218" y="345"/>
                  </a:cubicBezTo>
                  <a:cubicBezTo>
                    <a:pt x="212" y="342"/>
                    <a:pt x="227" y="340"/>
                    <a:pt x="230" y="345"/>
                  </a:cubicBezTo>
                  <a:cubicBezTo>
                    <a:pt x="234" y="350"/>
                    <a:pt x="240" y="353"/>
                    <a:pt x="243" y="350"/>
                  </a:cubicBezTo>
                  <a:cubicBezTo>
                    <a:pt x="246" y="346"/>
                    <a:pt x="266" y="337"/>
                    <a:pt x="266" y="341"/>
                  </a:cubicBezTo>
                  <a:cubicBezTo>
                    <a:pt x="266" y="346"/>
                    <a:pt x="252" y="349"/>
                    <a:pt x="246" y="354"/>
                  </a:cubicBezTo>
                  <a:close/>
                  <a:moveTo>
                    <a:pt x="376" y="489"/>
                  </a:moveTo>
                  <a:cubicBezTo>
                    <a:pt x="372" y="490"/>
                    <a:pt x="376" y="479"/>
                    <a:pt x="369" y="475"/>
                  </a:cubicBezTo>
                  <a:cubicBezTo>
                    <a:pt x="360" y="470"/>
                    <a:pt x="356" y="461"/>
                    <a:pt x="356" y="456"/>
                  </a:cubicBezTo>
                  <a:cubicBezTo>
                    <a:pt x="356" y="451"/>
                    <a:pt x="363" y="449"/>
                    <a:pt x="366" y="453"/>
                  </a:cubicBezTo>
                  <a:cubicBezTo>
                    <a:pt x="369" y="456"/>
                    <a:pt x="374" y="472"/>
                    <a:pt x="376" y="476"/>
                  </a:cubicBezTo>
                  <a:cubicBezTo>
                    <a:pt x="379" y="481"/>
                    <a:pt x="379" y="489"/>
                    <a:pt x="376" y="48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23" name="Freeform 132"/>
            <p:cNvSpPr>
              <a:spLocks noEditPoints="1"/>
            </p:cNvSpPr>
            <p:nvPr/>
          </p:nvSpPr>
          <p:spPr bwMode="auto">
            <a:xfrm>
              <a:off x="5576329" y="3114961"/>
              <a:ext cx="325148" cy="239219"/>
            </a:xfrm>
            <a:custGeom>
              <a:avLst/>
              <a:gdLst>
                <a:gd name="T0" fmla="*/ 107 w 108"/>
                <a:gd name="T1" fmla="*/ 13 h 77"/>
                <a:gd name="T2" fmla="*/ 98 w 108"/>
                <a:gd name="T3" fmla="*/ 13 h 77"/>
                <a:gd name="T4" fmla="*/ 88 w 108"/>
                <a:gd name="T5" fmla="*/ 11 h 77"/>
                <a:gd name="T6" fmla="*/ 84 w 108"/>
                <a:gd name="T7" fmla="*/ 10 h 77"/>
                <a:gd name="T8" fmla="*/ 78 w 108"/>
                <a:gd name="T9" fmla="*/ 10 h 77"/>
                <a:gd name="T10" fmla="*/ 70 w 108"/>
                <a:gd name="T11" fmla="*/ 7 h 77"/>
                <a:gd name="T12" fmla="*/ 65 w 108"/>
                <a:gd name="T13" fmla="*/ 4 h 77"/>
                <a:gd name="T14" fmla="*/ 50 w 108"/>
                <a:gd name="T15" fmla="*/ 3 h 77"/>
                <a:gd name="T16" fmla="*/ 22 w 108"/>
                <a:gd name="T17" fmla="*/ 2 h 77"/>
                <a:gd name="T18" fmla="*/ 12 w 108"/>
                <a:gd name="T19" fmla="*/ 0 h 77"/>
                <a:gd name="T20" fmla="*/ 5 w 108"/>
                <a:gd name="T21" fmla="*/ 4 h 77"/>
                <a:gd name="T22" fmla="*/ 3 w 108"/>
                <a:gd name="T23" fmla="*/ 10 h 77"/>
                <a:gd name="T24" fmla="*/ 5 w 108"/>
                <a:gd name="T25" fmla="*/ 18 h 77"/>
                <a:gd name="T26" fmla="*/ 7 w 108"/>
                <a:gd name="T27" fmla="*/ 17 h 77"/>
                <a:gd name="T28" fmla="*/ 10 w 108"/>
                <a:gd name="T29" fmla="*/ 18 h 77"/>
                <a:gd name="T30" fmla="*/ 15 w 108"/>
                <a:gd name="T31" fmla="*/ 19 h 77"/>
                <a:gd name="T32" fmla="*/ 19 w 108"/>
                <a:gd name="T33" fmla="*/ 19 h 77"/>
                <a:gd name="T34" fmla="*/ 24 w 108"/>
                <a:gd name="T35" fmla="*/ 20 h 77"/>
                <a:gd name="T36" fmla="*/ 26 w 108"/>
                <a:gd name="T37" fmla="*/ 23 h 77"/>
                <a:gd name="T38" fmla="*/ 21 w 108"/>
                <a:gd name="T39" fmla="*/ 28 h 77"/>
                <a:gd name="T40" fmla="*/ 21 w 108"/>
                <a:gd name="T41" fmla="*/ 36 h 77"/>
                <a:gd name="T42" fmla="*/ 20 w 108"/>
                <a:gd name="T43" fmla="*/ 42 h 77"/>
                <a:gd name="T44" fmla="*/ 17 w 108"/>
                <a:gd name="T45" fmla="*/ 45 h 77"/>
                <a:gd name="T46" fmla="*/ 20 w 108"/>
                <a:gd name="T47" fmla="*/ 50 h 77"/>
                <a:gd name="T48" fmla="*/ 18 w 108"/>
                <a:gd name="T49" fmla="*/ 54 h 77"/>
                <a:gd name="T50" fmla="*/ 20 w 108"/>
                <a:gd name="T51" fmla="*/ 58 h 77"/>
                <a:gd name="T52" fmla="*/ 16 w 108"/>
                <a:gd name="T53" fmla="*/ 63 h 77"/>
                <a:gd name="T54" fmla="*/ 18 w 108"/>
                <a:gd name="T55" fmla="*/ 66 h 77"/>
                <a:gd name="T56" fmla="*/ 22 w 108"/>
                <a:gd name="T57" fmla="*/ 67 h 77"/>
                <a:gd name="T58" fmla="*/ 32 w 108"/>
                <a:gd name="T59" fmla="*/ 76 h 77"/>
                <a:gd name="T60" fmla="*/ 34 w 108"/>
                <a:gd name="T61" fmla="*/ 73 h 77"/>
                <a:gd name="T62" fmla="*/ 39 w 108"/>
                <a:gd name="T63" fmla="*/ 73 h 77"/>
                <a:gd name="T64" fmla="*/ 47 w 108"/>
                <a:gd name="T65" fmla="*/ 70 h 77"/>
                <a:gd name="T66" fmla="*/ 57 w 108"/>
                <a:gd name="T67" fmla="*/ 70 h 77"/>
                <a:gd name="T68" fmla="*/ 64 w 108"/>
                <a:gd name="T69" fmla="*/ 67 h 77"/>
                <a:gd name="T70" fmla="*/ 70 w 108"/>
                <a:gd name="T71" fmla="*/ 62 h 77"/>
                <a:gd name="T72" fmla="*/ 73 w 108"/>
                <a:gd name="T73" fmla="*/ 56 h 77"/>
                <a:gd name="T74" fmla="*/ 79 w 108"/>
                <a:gd name="T75" fmla="*/ 50 h 77"/>
                <a:gd name="T76" fmla="*/ 80 w 108"/>
                <a:gd name="T77" fmla="*/ 38 h 77"/>
                <a:gd name="T78" fmla="*/ 87 w 108"/>
                <a:gd name="T79" fmla="*/ 29 h 77"/>
                <a:gd name="T80" fmla="*/ 94 w 108"/>
                <a:gd name="T81" fmla="*/ 25 h 77"/>
                <a:gd name="T82" fmla="*/ 104 w 108"/>
                <a:gd name="T83" fmla="*/ 20 h 77"/>
                <a:gd name="T84" fmla="*/ 107 w 108"/>
                <a:gd name="T85" fmla="*/ 13 h 77"/>
                <a:gd name="T86" fmla="*/ 108 w 108"/>
                <a:gd name="T87" fmla="*/ 41 h 77"/>
                <a:gd name="T88" fmla="*/ 100 w 108"/>
                <a:gd name="T89" fmla="*/ 43 h 77"/>
                <a:gd name="T90" fmla="*/ 108 w 108"/>
                <a:gd name="T91" fmla="*/ 4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8" h="77">
                  <a:moveTo>
                    <a:pt x="107" y="13"/>
                  </a:moveTo>
                  <a:cubicBezTo>
                    <a:pt x="104" y="13"/>
                    <a:pt x="101" y="14"/>
                    <a:pt x="98" y="13"/>
                  </a:cubicBezTo>
                  <a:cubicBezTo>
                    <a:pt x="96" y="13"/>
                    <a:pt x="90" y="12"/>
                    <a:pt x="88" y="11"/>
                  </a:cubicBezTo>
                  <a:cubicBezTo>
                    <a:pt x="87" y="9"/>
                    <a:pt x="84" y="8"/>
                    <a:pt x="84" y="10"/>
                  </a:cubicBezTo>
                  <a:cubicBezTo>
                    <a:pt x="84" y="12"/>
                    <a:pt x="80" y="12"/>
                    <a:pt x="78" y="10"/>
                  </a:cubicBezTo>
                  <a:cubicBezTo>
                    <a:pt x="75" y="9"/>
                    <a:pt x="71" y="8"/>
                    <a:pt x="70" y="7"/>
                  </a:cubicBezTo>
                  <a:cubicBezTo>
                    <a:pt x="69" y="6"/>
                    <a:pt x="67" y="5"/>
                    <a:pt x="65" y="4"/>
                  </a:cubicBezTo>
                  <a:cubicBezTo>
                    <a:pt x="62" y="5"/>
                    <a:pt x="55" y="2"/>
                    <a:pt x="50" y="3"/>
                  </a:cubicBezTo>
                  <a:cubicBezTo>
                    <a:pt x="45" y="3"/>
                    <a:pt x="29" y="2"/>
                    <a:pt x="22" y="2"/>
                  </a:cubicBezTo>
                  <a:cubicBezTo>
                    <a:pt x="16" y="3"/>
                    <a:pt x="16" y="0"/>
                    <a:pt x="12" y="0"/>
                  </a:cubicBezTo>
                  <a:cubicBezTo>
                    <a:pt x="9" y="0"/>
                    <a:pt x="10" y="4"/>
                    <a:pt x="5" y="4"/>
                  </a:cubicBezTo>
                  <a:cubicBezTo>
                    <a:pt x="0" y="4"/>
                    <a:pt x="0" y="7"/>
                    <a:pt x="3" y="10"/>
                  </a:cubicBezTo>
                  <a:cubicBezTo>
                    <a:pt x="5" y="12"/>
                    <a:pt x="5" y="15"/>
                    <a:pt x="5" y="18"/>
                  </a:cubicBezTo>
                  <a:cubicBezTo>
                    <a:pt x="6" y="18"/>
                    <a:pt x="7" y="18"/>
                    <a:pt x="7" y="17"/>
                  </a:cubicBezTo>
                  <a:cubicBezTo>
                    <a:pt x="9" y="16"/>
                    <a:pt x="10" y="16"/>
                    <a:pt x="10" y="18"/>
                  </a:cubicBezTo>
                  <a:cubicBezTo>
                    <a:pt x="10" y="20"/>
                    <a:pt x="14" y="19"/>
                    <a:pt x="15" y="19"/>
                  </a:cubicBezTo>
                  <a:cubicBezTo>
                    <a:pt x="17" y="19"/>
                    <a:pt x="17" y="20"/>
                    <a:pt x="19" y="19"/>
                  </a:cubicBezTo>
                  <a:cubicBezTo>
                    <a:pt x="21" y="17"/>
                    <a:pt x="24" y="18"/>
                    <a:pt x="24" y="20"/>
                  </a:cubicBezTo>
                  <a:cubicBezTo>
                    <a:pt x="24" y="22"/>
                    <a:pt x="28" y="21"/>
                    <a:pt x="26" y="23"/>
                  </a:cubicBezTo>
                  <a:cubicBezTo>
                    <a:pt x="24" y="26"/>
                    <a:pt x="21" y="26"/>
                    <a:pt x="21" y="28"/>
                  </a:cubicBezTo>
                  <a:cubicBezTo>
                    <a:pt x="21" y="30"/>
                    <a:pt x="23" y="34"/>
                    <a:pt x="21" y="36"/>
                  </a:cubicBezTo>
                  <a:cubicBezTo>
                    <a:pt x="19" y="38"/>
                    <a:pt x="22" y="42"/>
                    <a:pt x="20" y="42"/>
                  </a:cubicBezTo>
                  <a:cubicBezTo>
                    <a:pt x="17" y="42"/>
                    <a:pt x="15" y="43"/>
                    <a:pt x="17" y="45"/>
                  </a:cubicBezTo>
                  <a:cubicBezTo>
                    <a:pt x="20" y="47"/>
                    <a:pt x="22" y="50"/>
                    <a:pt x="20" y="50"/>
                  </a:cubicBezTo>
                  <a:cubicBezTo>
                    <a:pt x="18" y="50"/>
                    <a:pt x="17" y="53"/>
                    <a:pt x="18" y="54"/>
                  </a:cubicBezTo>
                  <a:cubicBezTo>
                    <a:pt x="19" y="55"/>
                    <a:pt x="23" y="58"/>
                    <a:pt x="20" y="58"/>
                  </a:cubicBezTo>
                  <a:cubicBezTo>
                    <a:pt x="16" y="59"/>
                    <a:pt x="16" y="62"/>
                    <a:pt x="16" y="63"/>
                  </a:cubicBezTo>
                  <a:cubicBezTo>
                    <a:pt x="16" y="64"/>
                    <a:pt x="17" y="65"/>
                    <a:pt x="18" y="66"/>
                  </a:cubicBezTo>
                  <a:cubicBezTo>
                    <a:pt x="19" y="66"/>
                    <a:pt x="21" y="66"/>
                    <a:pt x="22" y="67"/>
                  </a:cubicBezTo>
                  <a:cubicBezTo>
                    <a:pt x="25" y="68"/>
                    <a:pt x="27" y="77"/>
                    <a:pt x="32" y="76"/>
                  </a:cubicBezTo>
                  <a:cubicBezTo>
                    <a:pt x="34" y="76"/>
                    <a:pt x="33" y="74"/>
                    <a:pt x="34" y="73"/>
                  </a:cubicBezTo>
                  <a:cubicBezTo>
                    <a:pt x="35" y="73"/>
                    <a:pt x="37" y="73"/>
                    <a:pt x="39" y="73"/>
                  </a:cubicBezTo>
                  <a:cubicBezTo>
                    <a:pt x="41" y="73"/>
                    <a:pt x="42" y="70"/>
                    <a:pt x="47" y="70"/>
                  </a:cubicBezTo>
                  <a:cubicBezTo>
                    <a:pt x="51" y="70"/>
                    <a:pt x="54" y="70"/>
                    <a:pt x="57" y="70"/>
                  </a:cubicBezTo>
                  <a:cubicBezTo>
                    <a:pt x="60" y="70"/>
                    <a:pt x="63" y="69"/>
                    <a:pt x="64" y="67"/>
                  </a:cubicBezTo>
                  <a:cubicBezTo>
                    <a:pt x="64" y="65"/>
                    <a:pt x="67" y="63"/>
                    <a:pt x="70" y="62"/>
                  </a:cubicBezTo>
                  <a:cubicBezTo>
                    <a:pt x="74" y="62"/>
                    <a:pt x="73" y="58"/>
                    <a:pt x="73" y="56"/>
                  </a:cubicBezTo>
                  <a:cubicBezTo>
                    <a:pt x="74" y="54"/>
                    <a:pt x="79" y="51"/>
                    <a:pt x="79" y="50"/>
                  </a:cubicBezTo>
                  <a:cubicBezTo>
                    <a:pt x="80" y="48"/>
                    <a:pt x="76" y="43"/>
                    <a:pt x="80" y="38"/>
                  </a:cubicBezTo>
                  <a:cubicBezTo>
                    <a:pt x="83" y="33"/>
                    <a:pt x="87" y="32"/>
                    <a:pt x="87" y="29"/>
                  </a:cubicBezTo>
                  <a:cubicBezTo>
                    <a:pt x="87" y="27"/>
                    <a:pt x="90" y="26"/>
                    <a:pt x="94" y="25"/>
                  </a:cubicBezTo>
                  <a:cubicBezTo>
                    <a:pt x="99" y="25"/>
                    <a:pt x="100" y="22"/>
                    <a:pt x="104" y="20"/>
                  </a:cubicBezTo>
                  <a:cubicBezTo>
                    <a:pt x="107" y="19"/>
                    <a:pt x="108" y="17"/>
                    <a:pt x="107" y="13"/>
                  </a:cubicBezTo>
                  <a:close/>
                  <a:moveTo>
                    <a:pt x="108" y="41"/>
                  </a:moveTo>
                  <a:cubicBezTo>
                    <a:pt x="107" y="36"/>
                    <a:pt x="99" y="42"/>
                    <a:pt x="100" y="43"/>
                  </a:cubicBezTo>
                  <a:cubicBezTo>
                    <a:pt x="104" y="46"/>
                    <a:pt x="108" y="45"/>
                    <a:pt x="108" y="4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24" name="Freeform 133"/>
            <p:cNvSpPr>
              <a:spLocks/>
            </p:cNvSpPr>
            <p:nvPr/>
          </p:nvSpPr>
          <p:spPr bwMode="auto">
            <a:xfrm>
              <a:off x="6143743" y="3008495"/>
              <a:ext cx="86705" cy="49946"/>
            </a:xfrm>
            <a:custGeom>
              <a:avLst/>
              <a:gdLst>
                <a:gd name="T0" fmla="*/ 0 w 29"/>
                <a:gd name="T1" fmla="*/ 14 h 16"/>
                <a:gd name="T2" fmla="*/ 6 w 29"/>
                <a:gd name="T3" fmla="*/ 14 h 16"/>
                <a:gd name="T4" fmla="*/ 7 w 29"/>
                <a:gd name="T5" fmla="*/ 16 h 16"/>
                <a:gd name="T6" fmla="*/ 13 w 29"/>
                <a:gd name="T7" fmla="*/ 15 h 16"/>
                <a:gd name="T8" fmla="*/ 18 w 29"/>
                <a:gd name="T9" fmla="*/ 15 h 16"/>
                <a:gd name="T10" fmla="*/ 21 w 29"/>
                <a:gd name="T11" fmla="*/ 11 h 16"/>
                <a:gd name="T12" fmla="*/ 23 w 29"/>
                <a:gd name="T13" fmla="*/ 7 h 16"/>
                <a:gd name="T14" fmla="*/ 29 w 29"/>
                <a:gd name="T15" fmla="*/ 4 h 16"/>
                <a:gd name="T16" fmla="*/ 26 w 29"/>
                <a:gd name="T17" fmla="*/ 1 h 16"/>
                <a:gd name="T18" fmla="*/ 21 w 29"/>
                <a:gd name="T19" fmla="*/ 2 h 16"/>
                <a:gd name="T20" fmla="*/ 13 w 29"/>
                <a:gd name="T21" fmla="*/ 5 h 16"/>
                <a:gd name="T22" fmla="*/ 4 w 29"/>
                <a:gd name="T23" fmla="*/ 3 h 16"/>
                <a:gd name="T24" fmla="*/ 1 w 29"/>
                <a:gd name="T25" fmla="*/ 3 h 16"/>
                <a:gd name="T26" fmla="*/ 0 w 29"/>
                <a:gd name="T27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16">
                  <a:moveTo>
                    <a:pt x="0" y="14"/>
                  </a:moveTo>
                  <a:cubicBezTo>
                    <a:pt x="2" y="13"/>
                    <a:pt x="5" y="13"/>
                    <a:pt x="6" y="14"/>
                  </a:cubicBezTo>
                  <a:cubicBezTo>
                    <a:pt x="7" y="14"/>
                    <a:pt x="7" y="15"/>
                    <a:pt x="7" y="16"/>
                  </a:cubicBezTo>
                  <a:cubicBezTo>
                    <a:pt x="9" y="16"/>
                    <a:pt x="12" y="15"/>
                    <a:pt x="13" y="15"/>
                  </a:cubicBezTo>
                  <a:cubicBezTo>
                    <a:pt x="15" y="14"/>
                    <a:pt x="18" y="16"/>
                    <a:pt x="18" y="15"/>
                  </a:cubicBezTo>
                  <a:cubicBezTo>
                    <a:pt x="19" y="14"/>
                    <a:pt x="20" y="11"/>
                    <a:pt x="21" y="11"/>
                  </a:cubicBezTo>
                  <a:cubicBezTo>
                    <a:pt x="23" y="11"/>
                    <a:pt x="22" y="7"/>
                    <a:pt x="23" y="7"/>
                  </a:cubicBezTo>
                  <a:cubicBezTo>
                    <a:pt x="25" y="7"/>
                    <a:pt x="29" y="4"/>
                    <a:pt x="29" y="4"/>
                  </a:cubicBezTo>
                  <a:cubicBezTo>
                    <a:pt x="29" y="4"/>
                    <a:pt x="27" y="1"/>
                    <a:pt x="26" y="1"/>
                  </a:cubicBezTo>
                  <a:cubicBezTo>
                    <a:pt x="26" y="0"/>
                    <a:pt x="24" y="2"/>
                    <a:pt x="21" y="2"/>
                  </a:cubicBezTo>
                  <a:cubicBezTo>
                    <a:pt x="17" y="2"/>
                    <a:pt x="15" y="5"/>
                    <a:pt x="13" y="5"/>
                  </a:cubicBezTo>
                  <a:cubicBezTo>
                    <a:pt x="12" y="5"/>
                    <a:pt x="7" y="3"/>
                    <a:pt x="4" y="3"/>
                  </a:cubicBezTo>
                  <a:cubicBezTo>
                    <a:pt x="3" y="3"/>
                    <a:pt x="2" y="3"/>
                    <a:pt x="1" y="3"/>
                  </a:cubicBezTo>
                  <a:cubicBezTo>
                    <a:pt x="0" y="6"/>
                    <a:pt x="0" y="10"/>
                    <a:pt x="0" y="1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25" name="Freeform 134"/>
            <p:cNvSpPr>
              <a:spLocks noEditPoints="1"/>
            </p:cNvSpPr>
            <p:nvPr/>
          </p:nvSpPr>
          <p:spPr bwMode="auto">
            <a:xfrm>
              <a:off x="6318430" y="3176737"/>
              <a:ext cx="161937" cy="208988"/>
            </a:xfrm>
            <a:custGeom>
              <a:avLst/>
              <a:gdLst>
                <a:gd name="T0" fmla="*/ 53 w 54"/>
                <a:gd name="T1" fmla="*/ 0 h 67"/>
                <a:gd name="T2" fmla="*/ 49 w 54"/>
                <a:gd name="T3" fmla="*/ 2 h 67"/>
                <a:gd name="T4" fmla="*/ 46 w 54"/>
                <a:gd name="T5" fmla="*/ 4 h 67"/>
                <a:gd name="T6" fmla="*/ 37 w 54"/>
                <a:gd name="T7" fmla="*/ 2 h 67"/>
                <a:gd name="T8" fmla="*/ 26 w 54"/>
                <a:gd name="T9" fmla="*/ 2 h 67"/>
                <a:gd name="T10" fmla="*/ 25 w 54"/>
                <a:gd name="T11" fmla="*/ 2 h 67"/>
                <a:gd name="T12" fmla="*/ 18 w 54"/>
                <a:gd name="T13" fmla="*/ 6 h 67"/>
                <a:gd name="T14" fmla="*/ 14 w 54"/>
                <a:gd name="T15" fmla="*/ 8 h 67"/>
                <a:gd name="T16" fmla="*/ 8 w 54"/>
                <a:gd name="T17" fmla="*/ 9 h 67"/>
                <a:gd name="T18" fmla="*/ 5 w 54"/>
                <a:gd name="T19" fmla="*/ 14 h 67"/>
                <a:gd name="T20" fmla="*/ 3 w 54"/>
                <a:gd name="T21" fmla="*/ 17 h 67"/>
                <a:gd name="T22" fmla="*/ 0 w 54"/>
                <a:gd name="T23" fmla="*/ 22 h 67"/>
                <a:gd name="T24" fmla="*/ 1 w 54"/>
                <a:gd name="T25" fmla="*/ 22 h 67"/>
                <a:gd name="T26" fmla="*/ 5 w 54"/>
                <a:gd name="T27" fmla="*/ 29 h 67"/>
                <a:gd name="T28" fmla="*/ 11 w 54"/>
                <a:gd name="T29" fmla="*/ 31 h 67"/>
                <a:gd name="T30" fmla="*/ 19 w 54"/>
                <a:gd name="T31" fmla="*/ 34 h 67"/>
                <a:gd name="T32" fmla="*/ 10 w 54"/>
                <a:gd name="T33" fmla="*/ 35 h 67"/>
                <a:gd name="T34" fmla="*/ 12 w 54"/>
                <a:gd name="T35" fmla="*/ 42 h 67"/>
                <a:gd name="T36" fmla="*/ 16 w 54"/>
                <a:gd name="T37" fmla="*/ 48 h 67"/>
                <a:gd name="T38" fmla="*/ 24 w 54"/>
                <a:gd name="T39" fmla="*/ 51 h 67"/>
                <a:gd name="T40" fmla="*/ 22 w 54"/>
                <a:gd name="T41" fmla="*/ 43 h 67"/>
                <a:gd name="T42" fmla="*/ 28 w 54"/>
                <a:gd name="T43" fmla="*/ 43 h 67"/>
                <a:gd name="T44" fmla="*/ 24 w 54"/>
                <a:gd name="T45" fmla="*/ 39 h 67"/>
                <a:gd name="T46" fmla="*/ 27 w 54"/>
                <a:gd name="T47" fmla="*/ 38 h 67"/>
                <a:gd name="T48" fmla="*/ 33 w 54"/>
                <a:gd name="T49" fmla="*/ 37 h 67"/>
                <a:gd name="T50" fmla="*/ 31 w 54"/>
                <a:gd name="T51" fmla="*/ 30 h 67"/>
                <a:gd name="T52" fmla="*/ 24 w 54"/>
                <a:gd name="T53" fmla="*/ 30 h 67"/>
                <a:gd name="T54" fmla="*/ 26 w 54"/>
                <a:gd name="T55" fmla="*/ 26 h 67"/>
                <a:gd name="T56" fmla="*/ 20 w 54"/>
                <a:gd name="T57" fmla="*/ 16 h 67"/>
                <a:gd name="T58" fmla="*/ 24 w 54"/>
                <a:gd name="T59" fmla="*/ 14 h 67"/>
                <a:gd name="T60" fmla="*/ 31 w 54"/>
                <a:gd name="T61" fmla="*/ 15 h 67"/>
                <a:gd name="T62" fmla="*/ 32 w 54"/>
                <a:gd name="T63" fmla="*/ 9 h 67"/>
                <a:gd name="T64" fmla="*/ 37 w 54"/>
                <a:gd name="T65" fmla="*/ 10 h 67"/>
                <a:gd name="T66" fmla="*/ 44 w 54"/>
                <a:gd name="T67" fmla="*/ 7 h 67"/>
                <a:gd name="T68" fmla="*/ 49 w 54"/>
                <a:gd name="T69" fmla="*/ 10 h 67"/>
                <a:gd name="T70" fmla="*/ 51 w 54"/>
                <a:gd name="T71" fmla="*/ 7 h 67"/>
                <a:gd name="T72" fmla="*/ 54 w 54"/>
                <a:gd name="T73" fmla="*/ 3 h 67"/>
                <a:gd name="T74" fmla="*/ 53 w 54"/>
                <a:gd name="T75" fmla="*/ 0 h 67"/>
                <a:gd name="T76" fmla="*/ 46 w 54"/>
                <a:gd name="T77" fmla="*/ 63 h 67"/>
                <a:gd name="T78" fmla="*/ 33 w 54"/>
                <a:gd name="T79" fmla="*/ 61 h 67"/>
                <a:gd name="T80" fmla="*/ 28 w 54"/>
                <a:gd name="T81" fmla="*/ 63 h 67"/>
                <a:gd name="T82" fmla="*/ 40 w 54"/>
                <a:gd name="T83" fmla="*/ 66 h 67"/>
                <a:gd name="T84" fmla="*/ 51 w 54"/>
                <a:gd name="T85" fmla="*/ 63 h 67"/>
                <a:gd name="T86" fmla="*/ 46 w 54"/>
                <a:gd name="T87" fmla="*/ 6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4" h="67">
                  <a:moveTo>
                    <a:pt x="53" y="0"/>
                  </a:moveTo>
                  <a:cubicBezTo>
                    <a:pt x="51" y="0"/>
                    <a:pt x="49" y="1"/>
                    <a:pt x="49" y="2"/>
                  </a:cubicBezTo>
                  <a:cubicBezTo>
                    <a:pt x="50" y="3"/>
                    <a:pt x="48" y="4"/>
                    <a:pt x="46" y="4"/>
                  </a:cubicBezTo>
                  <a:cubicBezTo>
                    <a:pt x="46" y="4"/>
                    <a:pt x="39" y="3"/>
                    <a:pt x="37" y="2"/>
                  </a:cubicBezTo>
                  <a:cubicBezTo>
                    <a:pt x="35" y="1"/>
                    <a:pt x="29" y="2"/>
                    <a:pt x="26" y="2"/>
                  </a:cubicBezTo>
                  <a:cubicBezTo>
                    <a:pt x="26" y="2"/>
                    <a:pt x="26" y="2"/>
                    <a:pt x="25" y="2"/>
                  </a:cubicBezTo>
                  <a:cubicBezTo>
                    <a:pt x="25" y="4"/>
                    <a:pt x="19" y="7"/>
                    <a:pt x="18" y="6"/>
                  </a:cubicBezTo>
                  <a:cubicBezTo>
                    <a:pt x="16" y="6"/>
                    <a:pt x="16" y="8"/>
                    <a:pt x="14" y="8"/>
                  </a:cubicBezTo>
                  <a:cubicBezTo>
                    <a:pt x="11" y="9"/>
                    <a:pt x="8" y="8"/>
                    <a:pt x="8" y="9"/>
                  </a:cubicBezTo>
                  <a:cubicBezTo>
                    <a:pt x="8" y="10"/>
                    <a:pt x="6" y="13"/>
                    <a:pt x="5" y="14"/>
                  </a:cubicBezTo>
                  <a:cubicBezTo>
                    <a:pt x="4" y="15"/>
                    <a:pt x="5" y="17"/>
                    <a:pt x="3" y="17"/>
                  </a:cubicBezTo>
                  <a:cubicBezTo>
                    <a:pt x="2" y="18"/>
                    <a:pt x="1" y="20"/>
                    <a:pt x="0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4" y="23"/>
                    <a:pt x="6" y="26"/>
                    <a:pt x="5" y="29"/>
                  </a:cubicBezTo>
                  <a:cubicBezTo>
                    <a:pt x="5" y="32"/>
                    <a:pt x="9" y="33"/>
                    <a:pt x="11" y="31"/>
                  </a:cubicBezTo>
                  <a:cubicBezTo>
                    <a:pt x="13" y="29"/>
                    <a:pt x="19" y="32"/>
                    <a:pt x="19" y="34"/>
                  </a:cubicBezTo>
                  <a:cubicBezTo>
                    <a:pt x="19" y="35"/>
                    <a:pt x="13" y="32"/>
                    <a:pt x="10" y="35"/>
                  </a:cubicBezTo>
                  <a:cubicBezTo>
                    <a:pt x="7" y="37"/>
                    <a:pt x="12" y="39"/>
                    <a:pt x="12" y="42"/>
                  </a:cubicBezTo>
                  <a:cubicBezTo>
                    <a:pt x="11" y="44"/>
                    <a:pt x="13" y="48"/>
                    <a:pt x="16" y="48"/>
                  </a:cubicBezTo>
                  <a:cubicBezTo>
                    <a:pt x="19" y="48"/>
                    <a:pt x="22" y="52"/>
                    <a:pt x="24" y="51"/>
                  </a:cubicBezTo>
                  <a:cubicBezTo>
                    <a:pt x="26" y="51"/>
                    <a:pt x="22" y="44"/>
                    <a:pt x="22" y="43"/>
                  </a:cubicBezTo>
                  <a:cubicBezTo>
                    <a:pt x="23" y="42"/>
                    <a:pt x="26" y="45"/>
                    <a:pt x="28" y="43"/>
                  </a:cubicBezTo>
                  <a:cubicBezTo>
                    <a:pt x="30" y="41"/>
                    <a:pt x="27" y="39"/>
                    <a:pt x="24" y="39"/>
                  </a:cubicBezTo>
                  <a:cubicBezTo>
                    <a:pt x="22" y="39"/>
                    <a:pt x="24" y="36"/>
                    <a:pt x="27" y="38"/>
                  </a:cubicBezTo>
                  <a:cubicBezTo>
                    <a:pt x="30" y="40"/>
                    <a:pt x="32" y="37"/>
                    <a:pt x="33" y="37"/>
                  </a:cubicBezTo>
                  <a:cubicBezTo>
                    <a:pt x="35" y="37"/>
                    <a:pt x="35" y="31"/>
                    <a:pt x="31" y="30"/>
                  </a:cubicBezTo>
                  <a:cubicBezTo>
                    <a:pt x="26" y="29"/>
                    <a:pt x="27" y="33"/>
                    <a:pt x="24" y="30"/>
                  </a:cubicBezTo>
                  <a:cubicBezTo>
                    <a:pt x="21" y="27"/>
                    <a:pt x="26" y="28"/>
                    <a:pt x="26" y="26"/>
                  </a:cubicBezTo>
                  <a:cubicBezTo>
                    <a:pt x="26" y="23"/>
                    <a:pt x="22" y="20"/>
                    <a:pt x="20" y="16"/>
                  </a:cubicBezTo>
                  <a:cubicBezTo>
                    <a:pt x="17" y="13"/>
                    <a:pt x="23" y="12"/>
                    <a:pt x="24" y="14"/>
                  </a:cubicBezTo>
                  <a:cubicBezTo>
                    <a:pt x="25" y="16"/>
                    <a:pt x="29" y="16"/>
                    <a:pt x="31" y="15"/>
                  </a:cubicBezTo>
                  <a:cubicBezTo>
                    <a:pt x="33" y="14"/>
                    <a:pt x="28" y="10"/>
                    <a:pt x="32" y="9"/>
                  </a:cubicBezTo>
                  <a:cubicBezTo>
                    <a:pt x="36" y="7"/>
                    <a:pt x="36" y="10"/>
                    <a:pt x="37" y="10"/>
                  </a:cubicBezTo>
                  <a:cubicBezTo>
                    <a:pt x="39" y="11"/>
                    <a:pt x="40" y="7"/>
                    <a:pt x="44" y="7"/>
                  </a:cubicBezTo>
                  <a:cubicBezTo>
                    <a:pt x="46" y="7"/>
                    <a:pt x="48" y="9"/>
                    <a:pt x="49" y="10"/>
                  </a:cubicBezTo>
                  <a:cubicBezTo>
                    <a:pt x="51" y="9"/>
                    <a:pt x="51" y="8"/>
                    <a:pt x="51" y="7"/>
                  </a:cubicBezTo>
                  <a:cubicBezTo>
                    <a:pt x="51" y="6"/>
                    <a:pt x="54" y="5"/>
                    <a:pt x="54" y="3"/>
                  </a:cubicBezTo>
                  <a:cubicBezTo>
                    <a:pt x="54" y="2"/>
                    <a:pt x="53" y="1"/>
                    <a:pt x="53" y="0"/>
                  </a:cubicBezTo>
                  <a:close/>
                  <a:moveTo>
                    <a:pt x="46" y="63"/>
                  </a:moveTo>
                  <a:cubicBezTo>
                    <a:pt x="44" y="61"/>
                    <a:pt x="35" y="63"/>
                    <a:pt x="33" y="61"/>
                  </a:cubicBezTo>
                  <a:cubicBezTo>
                    <a:pt x="30" y="59"/>
                    <a:pt x="26" y="63"/>
                    <a:pt x="28" y="63"/>
                  </a:cubicBezTo>
                  <a:cubicBezTo>
                    <a:pt x="31" y="64"/>
                    <a:pt x="35" y="66"/>
                    <a:pt x="40" y="66"/>
                  </a:cubicBezTo>
                  <a:cubicBezTo>
                    <a:pt x="45" y="67"/>
                    <a:pt x="51" y="64"/>
                    <a:pt x="51" y="63"/>
                  </a:cubicBezTo>
                  <a:cubicBezTo>
                    <a:pt x="51" y="62"/>
                    <a:pt x="48" y="64"/>
                    <a:pt x="46" y="6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26" name="Freeform 135"/>
            <p:cNvSpPr>
              <a:spLocks/>
            </p:cNvSpPr>
            <p:nvPr/>
          </p:nvSpPr>
          <p:spPr bwMode="auto">
            <a:xfrm>
              <a:off x="6619352" y="3354179"/>
              <a:ext cx="66305" cy="43375"/>
            </a:xfrm>
            <a:custGeom>
              <a:avLst/>
              <a:gdLst>
                <a:gd name="T0" fmla="*/ 14 w 22"/>
                <a:gd name="T1" fmla="*/ 9 h 14"/>
                <a:gd name="T2" fmla="*/ 19 w 22"/>
                <a:gd name="T3" fmla="*/ 4 h 14"/>
                <a:gd name="T4" fmla="*/ 19 w 22"/>
                <a:gd name="T5" fmla="*/ 2 h 14"/>
                <a:gd name="T6" fmla="*/ 7 w 22"/>
                <a:gd name="T7" fmla="*/ 6 h 14"/>
                <a:gd name="T8" fmla="*/ 3 w 22"/>
                <a:gd name="T9" fmla="*/ 12 h 14"/>
                <a:gd name="T10" fmla="*/ 14 w 22"/>
                <a:gd name="T1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4">
                  <a:moveTo>
                    <a:pt x="14" y="9"/>
                  </a:moveTo>
                  <a:cubicBezTo>
                    <a:pt x="14" y="8"/>
                    <a:pt x="16" y="5"/>
                    <a:pt x="19" y="4"/>
                  </a:cubicBezTo>
                  <a:cubicBezTo>
                    <a:pt x="22" y="3"/>
                    <a:pt x="21" y="0"/>
                    <a:pt x="19" y="2"/>
                  </a:cubicBezTo>
                  <a:cubicBezTo>
                    <a:pt x="17" y="4"/>
                    <a:pt x="12" y="5"/>
                    <a:pt x="7" y="6"/>
                  </a:cubicBezTo>
                  <a:cubicBezTo>
                    <a:pt x="1" y="6"/>
                    <a:pt x="0" y="10"/>
                    <a:pt x="3" y="12"/>
                  </a:cubicBezTo>
                  <a:cubicBezTo>
                    <a:pt x="7" y="14"/>
                    <a:pt x="15" y="10"/>
                    <a:pt x="14" y="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27" name="Freeform 136"/>
            <p:cNvSpPr>
              <a:spLocks/>
            </p:cNvSpPr>
            <p:nvPr/>
          </p:nvSpPr>
          <p:spPr bwMode="auto">
            <a:xfrm>
              <a:off x="5200178" y="2261924"/>
              <a:ext cx="270319" cy="143269"/>
            </a:xfrm>
            <a:custGeom>
              <a:avLst/>
              <a:gdLst>
                <a:gd name="T0" fmla="*/ 76 w 90"/>
                <a:gd name="T1" fmla="*/ 32 h 46"/>
                <a:gd name="T2" fmla="*/ 83 w 90"/>
                <a:gd name="T3" fmla="*/ 27 h 46"/>
                <a:gd name="T4" fmla="*/ 89 w 90"/>
                <a:gd name="T5" fmla="*/ 21 h 46"/>
                <a:gd name="T6" fmla="*/ 85 w 90"/>
                <a:gd name="T7" fmla="*/ 14 h 46"/>
                <a:gd name="T8" fmla="*/ 80 w 90"/>
                <a:gd name="T9" fmla="*/ 10 h 46"/>
                <a:gd name="T10" fmla="*/ 79 w 90"/>
                <a:gd name="T11" fmla="*/ 4 h 46"/>
                <a:gd name="T12" fmla="*/ 73 w 90"/>
                <a:gd name="T13" fmla="*/ 5 h 46"/>
                <a:gd name="T14" fmla="*/ 65 w 90"/>
                <a:gd name="T15" fmla="*/ 1 h 46"/>
                <a:gd name="T16" fmla="*/ 64 w 90"/>
                <a:gd name="T17" fmla="*/ 6 h 46"/>
                <a:gd name="T18" fmla="*/ 59 w 90"/>
                <a:gd name="T19" fmla="*/ 6 h 46"/>
                <a:gd name="T20" fmla="*/ 55 w 90"/>
                <a:gd name="T21" fmla="*/ 7 h 46"/>
                <a:gd name="T22" fmla="*/ 51 w 90"/>
                <a:gd name="T23" fmla="*/ 7 h 46"/>
                <a:gd name="T24" fmla="*/ 46 w 90"/>
                <a:gd name="T25" fmla="*/ 6 h 46"/>
                <a:gd name="T26" fmla="*/ 41 w 90"/>
                <a:gd name="T27" fmla="*/ 10 h 46"/>
                <a:gd name="T28" fmla="*/ 37 w 90"/>
                <a:gd name="T29" fmla="*/ 8 h 46"/>
                <a:gd name="T30" fmla="*/ 33 w 90"/>
                <a:gd name="T31" fmla="*/ 11 h 46"/>
                <a:gd name="T32" fmla="*/ 32 w 90"/>
                <a:gd name="T33" fmla="*/ 14 h 46"/>
                <a:gd name="T34" fmla="*/ 27 w 90"/>
                <a:gd name="T35" fmla="*/ 17 h 46"/>
                <a:gd name="T36" fmla="*/ 25 w 90"/>
                <a:gd name="T37" fmla="*/ 10 h 46"/>
                <a:gd name="T38" fmla="*/ 12 w 90"/>
                <a:gd name="T39" fmla="*/ 2 h 46"/>
                <a:gd name="T40" fmla="*/ 13 w 90"/>
                <a:gd name="T41" fmla="*/ 6 h 46"/>
                <a:gd name="T42" fmla="*/ 10 w 90"/>
                <a:gd name="T43" fmla="*/ 6 h 46"/>
                <a:gd name="T44" fmla="*/ 4 w 90"/>
                <a:gd name="T45" fmla="*/ 8 h 46"/>
                <a:gd name="T46" fmla="*/ 0 w 90"/>
                <a:gd name="T47" fmla="*/ 14 h 46"/>
                <a:gd name="T48" fmla="*/ 8 w 90"/>
                <a:gd name="T49" fmla="*/ 16 h 46"/>
                <a:gd name="T50" fmla="*/ 18 w 90"/>
                <a:gd name="T51" fmla="*/ 16 h 46"/>
                <a:gd name="T52" fmla="*/ 17 w 90"/>
                <a:gd name="T53" fmla="*/ 20 h 46"/>
                <a:gd name="T54" fmla="*/ 12 w 90"/>
                <a:gd name="T55" fmla="*/ 22 h 46"/>
                <a:gd name="T56" fmla="*/ 3 w 90"/>
                <a:gd name="T57" fmla="*/ 25 h 46"/>
                <a:gd name="T58" fmla="*/ 15 w 90"/>
                <a:gd name="T59" fmla="*/ 25 h 46"/>
                <a:gd name="T60" fmla="*/ 18 w 90"/>
                <a:gd name="T61" fmla="*/ 28 h 46"/>
                <a:gd name="T62" fmla="*/ 21 w 90"/>
                <a:gd name="T63" fmla="*/ 31 h 46"/>
                <a:gd name="T64" fmla="*/ 18 w 90"/>
                <a:gd name="T65" fmla="*/ 35 h 46"/>
                <a:gd name="T66" fmla="*/ 13 w 90"/>
                <a:gd name="T67" fmla="*/ 38 h 46"/>
                <a:gd name="T68" fmla="*/ 24 w 90"/>
                <a:gd name="T69" fmla="*/ 37 h 46"/>
                <a:gd name="T70" fmla="*/ 39 w 90"/>
                <a:gd name="T71" fmla="*/ 44 h 46"/>
                <a:gd name="T72" fmla="*/ 54 w 90"/>
                <a:gd name="T73" fmla="*/ 40 h 46"/>
                <a:gd name="T74" fmla="*/ 64 w 90"/>
                <a:gd name="T75" fmla="*/ 37 h 46"/>
                <a:gd name="T76" fmla="*/ 76 w 90"/>
                <a:gd name="T77" fmla="*/ 3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0" h="46">
                  <a:moveTo>
                    <a:pt x="76" y="32"/>
                  </a:moveTo>
                  <a:cubicBezTo>
                    <a:pt x="81" y="32"/>
                    <a:pt x="81" y="27"/>
                    <a:pt x="83" y="27"/>
                  </a:cubicBezTo>
                  <a:cubicBezTo>
                    <a:pt x="85" y="27"/>
                    <a:pt x="88" y="23"/>
                    <a:pt x="89" y="21"/>
                  </a:cubicBezTo>
                  <a:cubicBezTo>
                    <a:pt x="90" y="18"/>
                    <a:pt x="88" y="14"/>
                    <a:pt x="85" y="14"/>
                  </a:cubicBezTo>
                  <a:cubicBezTo>
                    <a:pt x="82" y="14"/>
                    <a:pt x="79" y="11"/>
                    <a:pt x="80" y="10"/>
                  </a:cubicBezTo>
                  <a:cubicBezTo>
                    <a:pt x="81" y="8"/>
                    <a:pt x="78" y="6"/>
                    <a:pt x="79" y="4"/>
                  </a:cubicBezTo>
                  <a:cubicBezTo>
                    <a:pt x="79" y="3"/>
                    <a:pt x="75" y="4"/>
                    <a:pt x="73" y="5"/>
                  </a:cubicBezTo>
                  <a:cubicBezTo>
                    <a:pt x="71" y="5"/>
                    <a:pt x="67" y="0"/>
                    <a:pt x="65" y="1"/>
                  </a:cubicBezTo>
                  <a:cubicBezTo>
                    <a:pt x="63" y="2"/>
                    <a:pt x="64" y="5"/>
                    <a:pt x="64" y="6"/>
                  </a:cubicBezTo>
                  <a:cubicBezTo>
                    <a:pt x="63" y="8"/>
                    <a:pt x="59" y="5"/>
                    <a:pt x="59" y="6"/>
                  </a:cubicBezTo>
                  <a:cubicBezTo>
                    <a:pt x="59" y="8"/>
                    <a:pt x="57" y="8"/>
                    <a:pt x="55" y="7"/>
                  </a:cubicBezTo>
                  <a:cubicBezTo>
                    <a:pt x="54" y="5"/>
                    <a:pt x="50" y="6"/>
                    <a:pt x="51" y="7"/>
                  </a:cubicBezTo>
                  <a:cubicBezTo>
                    <a:pt x="51" y="9"/>
                    <a:pt x="49" y="8"/>
                    <a:pt x="46" y="6"/>
                  </a:cubicBezTo>
                  <a:cubicBezTo>
                    <a:pt x="43" y="4"/>
                    <a:pt x="40" y="8"/>
                    <a:pt x="41" y="10"/>
                  </a:cubicBezTo>
                  <a:cubicBezTo>
                    <a:pt x="41" y="12"/>
                    <a:pt x="40" y="12"/>
                    <a:pt x="37" y="8"/>
                  </a:cubicBezTo>
                  <a:cubicBezTo>
                    <a:pt x="35" y="4"/>
                    <a:pt x="32" y="8"/>
                    <a:pt x="33" y="11"/>
                  </a:cubicBezTo>
                  <a:cubicBezTo>
                    <a:pt x="35" y="13"/>
                    <a:pt x="34" y="16"/>
                    <a:pt x="32" y="14"/>
                  </a:cubicBezTo>
                  <a:cubicBezTo>
                    <a:pt x="30" y="13"/>
                    <a:pt x="28" y="15"/>
                    <a:pt x="27" y="17"/>
                  </a:cubicBezTo>
                  <a:cubicBezTo>
                    <a:pt x="26" y="19"/>
                    <a:pt x="22" y="12"/>
                    <a:pt x="25" y="10"/>
                  </a:cubicBezTo>
                  <a:cubicBezTo>
                    <a:pt x="27" y="9"/>
                    <a:pt x="15" y="2"/>
                    <a:pt x="12" y="2"/>
                  </a:cubicBezTo>
                  <a:cubicBezTo>
                    <a:pt x="8" y="2"/>
                    <a:pt x="10" y="4"/>
                    <a:pt x="13" y="6"/>
                  </a:cubicBezTo>
                  <a:cubicBezTo>
                    <a:pt x="15" y="8"/>
                    <a:pt x="11" y="8"/>
                    <a:pt x="10" y="6"/>
                  </a:cubicBezTo>
                  <a:cubicBezTo>
                    <a:pt x="8" y="4"/>
                    <a:pt x="6" y="6"/>
                    <a:pt x="4" y="8"/>
                  </a:cubicBezTo>
                  <a:cubicBezTo>
                    <a:pt x="3" y="11"/>
                    <a:pt x="0" y="12"/>
                    <a:pt x="0" y="14"/>
                  </a:cubicBezTo>
                  <a:cubicBezTo>
                    <a:pt x="0" y="16"/>
                    <a:pt x="4" y="18"/>
                    <a:pt x="8" y="16"/>
                  </a:cubicBezTo>
                  <a:cubicBezTo>
                    <a:pt x="12" y="14"/>
                    <a:pt x="16" y="14"/>
                    <a:pt x="18" y="16"/>
                  </a:cubicBezTo>
                  <a:cubicBezTo>
                    <a:pt x="20" y="18"/>
                    <a:pt x="15" y="19"/>
                    <a:pt x="17" y="20"/>
                  </a:cubicBezTo>
                  <a:cubicBezTo>
                    <a:pt x="19" y="21"/>
                    <a:pt x="17" y="23"/>
                    <a:pt x="12" y="22"/>
                  </a:cubicBezTo>
                  <a:cubicBezTo>
                    <a:pt x="8" y="22"/>
                    <a:pt x="2" y="23"/>
                    <a:pt x="3" y="25"/>
                  </a:cubicBezTo>
                  <a:cubicBezTo>
                    <a:pt x="4" y="27"/>
                    <a:pt x="15" y="24"/>
                    <a:pt x="15" y="25"/>
                  </a:cubicBezTo>
                  <a:cubicBezTo>
                    <a:pt x="15" y="27"/>
                    <a:pt x="15" y="30"/>
                    <a:pt x="18" y="28"/>
                  </a:cubicBezTo>
                  <a:cubicBezTo>
                    <a:pt x="21" y="27"/>
                    <a:pt x="19" y="31"/>
                    <a:pt x="21" y="31"/>
                  </a:cubicBezTo>
                  <a:cubicBezTo>
                    <a:pt x="22" y="32"/>
                    <a:pt x="22" y="35"/>
                    <a:pt x="18" y="35"/>
                  </a:cubicBezTo>
                  <a:cubicBezTo>
                    <a:pt x="14" y="35"/>
                    <a:pt x="12" y="36"/>
                    <a:pt x="13" y="38"/>
                  </a:cubicBezTo>
                  <a:cubicBezTo>
                    <a:pt x="16" y="40"/>
                    <a:pt x="20" y="38"/>
                    <a:pt x="24" y="37"/>
                  </a:cubicBezTo>
                  <a:cubicBezTo>
                    <a:pt x="28" y="36"/>
                    <a:pt x="34" y="42"/>
                    <a:pt x="39" y="44"/>
                  </a:cubicBezTo>
                  <a:cubicBezTo>
                    <a:pt x="44" y="46"/>
                    <a:pt x="53" y="43"/>
                    <a:pt x="54" y="40"/>
                  </a:cubicBezTo>
                  <a:cubicBezTo>
                    <a:pt x="55" y="38"/>
                    <a:pt x="62" y="39"/>
                    <a:pt x="64" y="37"/>
                  </a:cubicBezTo>
                  <a:cubicBezTo>
                    <a:pt x="67" y="35"/>
                    <a:pt x="71" y="33"/>
                    <a:pt x="76" y="3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28" name="Freeform 137"/>
            <p:cNvSpPr>
              <a:spLocks/>
            </p:cNvSpPr>
            <p:nvPr/>
          </p:nvSpPr>
          <p:spPr bwMode="auto">
            <a:xfrm>
              <a:off x="5549553" y="2719330"/>
              <a:ext cx="114757" cy="134067"/>
            </a:xfrm>
            <a:custGeom>
              <a:avLst/>
              <a:gdLst>
                <a:gd name="T0" fmla="*/ 34 w 38"/>
                <a:gd name="T1" fmla="*/ 14 h 43"/>
                <a:gd name="T2" fmla="*/ 31 w 38"/>
                <a:gd name="T3" fmla="*/ 11 h 43"/>
                <a:gd name="T4" fmla="*/ 26 w 38"/>
                <a:gd name="T5" fmla="*/ 13 h 43"/>
                <a:gd name="T6" fmla="*/ 21 w 38"/>
                <a:gd name="T7" fmla="*/ 12 h 43"/>
                <a:gd name="T8" fmla="*/ 23 w 38"/>
                <a:gd name="T9" fmla="*/ 7 h 43"/>
                <a:gd name="T10" fmla="*/ 25 w 38"/>
                <a:gd name="T11" fmla="*/ 2 h 43"/>
                <a:gd name="T12" fmla="*/ 24 w 38"/>
                <a:gd name="T13" fmla="*/ 2 h 43"/>
                <a:gd name="T14" fmla="*/ 16 w 38"/>
                <a:gd name="T15" fmla="*/ 3 h 43"/>
                <a:gd name="T16" fmla="*/ 20 w 38"/>
                <a:gd name="T17" fmla="*/ 7 h 43"/>
                <a:gd name="T18" fmla="*/ 13 w 38"/>
                <a:gd name="T19" fmla="*/ 11 h 43"/>
                <a:gd name="T20" fmla="*/ 4 w 38"/>
                <a:gd name="T21" fmla="*/ 11 h 43"/>
                <a:gd name="T22" fmla="*/ 5 w 38"/>
                <a:gd name="T23" fmla="*/ 17 h 43"/>
                <a:gd name="T24" fmla="*/ 9 w 38"/>
                <a:gd name="T25" fmla="*/ 23 h 43"/>
                <a:gd name="T26" fmla="*/ 6 w 38"/>
                <a:gd name="T27" fmla="*/ 30 h 43"/>
                <a:gd name="T28" fmla="*/ 1 w 38"/>
                <a:gd name="T29" fmla="*/ 36 h 43"/>
                <a:gd name="T30" fmla="*/ 9 w 38"/>
                <a:gd name="T31" fmla="*/ 43 h 43"/>
                <a:gd name="T32" fmla="*/ 24 w 38"/>
                <a:gd name="T33" fmla="*/ 37 h 43"/>
                <a:gd name="T34" fmla="*/ 34 w 38"/>
                <a:gd name="T35" fmla="*/ 35 h 43"/>
                <a:gd name="T36" fmla="*/ 34 w 38"/>
                <a:gd name="T37" fmla="*/ 15 h 43"/>
                <a:gd name="T38" fmla="*/ 34 w 38"/>
                <a:gd name="T39" fmla="*/ 1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8" h="43">
                  <a:moveTo>
                    <a:pt x="34" y="14"/>
                  </a:moveTo>
                  <a:cubicBezTo>
                    <a:pt x="33" y="13"/>
                    <a:pt x="32" y="12"/>
                    <a:pt x="31" y="11"/>
                  </a:cubicBezTo>
                  <a:cubicBezTo>
                    <a:pt x="28" y="7"/>
                    <a:pt x="27" y="10"/>
                    <a:pt x="26" y="13"/>
                  </a:cubicBezTo>
                  <a:cubicBezTo>
                    <a:pt x="26" y="15"/>
                    <a:pt x="23" y="12"/>
                    <a:pt x="21" y="12"/>
                  </a:cubicBezTo>
                  <a:cubicBezTo>
                    <a:pt x="19" y="11"/>
                    <a:pt x="22" y="8"/>
                    <a:pt x="23" y="7"/>
                  </a:cubicBezTo>
                  <a:cubicBezTo>
                    <a:pt x="24" y="6"/>
                    <a:pt x="25" y="4"/>
                    <a:pt x="25" y="2"/>
                  </a:cubicBezTo>
                  <a:cubicBezTo>
                    <a:pt x="25" y="2"/>
                    <a:pt x="24" y="2"/>
                    <a:pt x="24" y="2"/>
                  </a:cubicBezTo>
                  <a:cubicBezTo>
                    <a:pt x="21" y="0"/>
                    <a:pt x="16" y="0"/>
                    <a:pt x="16" y="3"/>
                  </a:cubicBezTo>
                  <a:cubicBezTo>
                    <a:pt x="16" y="7"/>
                    <a:pt x="20" y="5"/>
                    <a:pt x="20" y="7"/>
                  </a:cubicBezTo>
                  <a:cubicBezTo>
                    <a:pt x="20" y="9"/>
                    <a:pt x="16" y="9"/>
                    <a:pt x="13" y="11"/>
                  </a:cubicBezTo>
                  <a:cubicBezTo>
                    <a:pt x="10" y="13"/>
                    <a:pt x="7" y="10"/>
                    <a:pt x="4" y="11"/>
                  </a:cubicBezTo>
                  <a:cubicBezTo>
                    <a:pt x="1" y="13"/>
                    <a:pt x="7" y="14"/>
                    <a:pt x="5" y="17"/>
                  </a:cubicBezTo>
                  <a:cubicBezTo>
                    <a:pt x="3" y="21"/>
                    <a:pt x="5" y="20"/>
                    <a:pt x="9" y="23"/>
                  </a:cubicBezTo>
                  <a:cubicBezTo>
                    <a:pt x="12" y="26"/>
                    <a:pt x="6" y="27"/>
                    <a:pt x="6" y="30"/>
                  </a:cubicBezTo>
                  <a:cubicBezTo>
                    <a:pt x="6" y="34"/>
                    <a:pt x="2" y="34"/>
                    <a:pt x="1" y="36"/>
                  </a:cubicBezTo>
                  <a:cubicBezTo>
                    <a:pt x="0" y="38"/>
                    <a:pt x="5" y="43"/>
                    <a:pt x="9" y="43"/>
                  </a:cubicBezTo>
                  <a:cubicBezTo>
                    <a:pt x="12" y="43"/>
                    <a:pt x="20" y="41"/>
                    <a:pt x="24" y="37"/>
                  </a:cubicBezTo>
                  <a:cubicBezTo>
                    <a:pt x="28" y="33"/>
                    <a:pt x="30" y="37"/>
                    <a:pt x="34" y="35"/>
                  </a:cubicBezTo>
                  <a:cubicBezTo>
                    <a:pt x="38" y="33"/>
                    <a:pt x="36" y="18"/>
                    <a:pt x="34" y="15"/>
                  </a:cubicBezTo>
                  <a:cubicBezTo>
                    <a:pt x="34" y="14"/>
                    <a:pt x="34" y="14"/>
                    <a:pt x="34" y="1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29" name="Freeform 138"/>
            <p:cNvSpPr>
              <a:spLocks noEditPoints="1"/>
            </p:cNvSpPr>
            <p:nvPr/>
          </p:nvSpPr>
          <p:spPr bwMode="auto">
            <a:xfrm>
              <a:off x="5606931" y="2505084"/>
              <a:ext cx="256293" cy="404832"/>
            </a:xfrm>
            <a:custGeom>
              <a:avLst/>
              <a:gdLst>
                <a:gd name="T0" fmla="*/ 6 w 85"/>
                <a:gd name="T1" fmla="*/ 71 h 130"/>
                <a:gd name="T2" fmla="*/ 2 w 85"/>
                <a:gd name="T3" fmla="*/ 81 h 130"/>
                <a:gd name="T4" fmla="*/ 12 w 85"/>
                <a:gd name="T5" fmla="*/ 80 h 130"/>
                <a:gd name="T6" fmla="*/ 21 w 85"/>
                <a:gd name="T7" fmla="*/ 79 h 130"/>
                <a:gd name="T8" fmla="*/ 85 w 85"/>
                <a:gd name="T9" fmla="*/ 100 h 130"/>
                <a:gd name="T10" fmla="*/ 72 w 85"/>
                <a:gd name="T11" fmla="*/ 95 h 130"/>
                <a:gd name="T12" fmla="*/ 69 w 85"/>
                <a:gd name="T13" fmla="*/ 86 h 130"/>
                <a:gd name="T14" fmla="*/ 57 w 85"/>
                <a:gd name="T15" fmla="*/ 66 h 130"/>
                <a:gd name="T16" fmla="*/ 44 w 85"/>
                <a:gd name="T17" fmla="*/ 60 h 130"/>
                <a:gd name="T18" fmla="*/ 53 w 85"/>
                <a:gd name="T19" fmla="*/ 40 h 130"/>
                <a:gd name="T20" fmla="*/ 35 w 85"/>
                <a:gd name="T21" fmla="*/ 36 h 130"/>
                <a:gd name="T22" fmla="*/ 42 w 85"/>
                <a:gd name="T23" fmla="*/ 25 h 130"/>
                <a:gd name="T24" fmla="*/ 30 w 85"/>
                <a:gd name="T25" fmla="*/ 28 h 130"/>
                <a:gd name="T26" fmla="*/ 21 w 85"/>
                <a:gd name="T27" fmla="*/ 41 h 130"/>
                <a:gd name="T28" fmla="*/ 13 w 85"/>
                <a:gd name="T29" fmla="*/ 41 h 130"/>
                <a:gd name="T30" fmla="*/ 16 w 85"/>
                <a:gd name="T31" fmla="*/ 53 h 130"/>
                <a:gd name="T32" fmla="*/ 14 w 85"/>
                <a:gd name="T33" fmla="*/ 62 h 130"/>
                <a:gd name="T34" fmla="*/ 23 w 85"/>
                <a:gd name="T35" fmla="*/ 65 h 130"/>
                <a:gd name="T36" fmla="*/ 29 w 85"/>
                <a:gd name="T37" fmla="*/ 64 h 130"/>
                <a:gd name="T38" fmla="*/ 38 w 85"/>
                <a:gd name="T39" fmla="*/ 72 h 130"/>
                <a:gd name="T40" fmla="*/ 42 w 85"/>
                <a:gd name="T41" fmla="*/ 80 h 130"/>
                <a:gd name="T42" fmla="*/ 43 w 85"/>
                <a:gd name="T43" fmla="*/ 90 h 130"/>
                <a:gd name="T44" fmla="*/ 32 w 85"/>
                <a:gd name="T45" fmla="*/ 92 h 130"/>
                <a:gd name="T46" fmla="*/ 34 w 85"/>
                <a:gd name="T47" fmla="*/ 100 h 130"/>
                <a:gd name="T48" fmla="*/ 30 w 85"/>
                <a:gd name="T49" fmla="*/ 110 h 130"/>
                <a:gd name="T50" fmla="*/ 43 w 85"/>
                <a:gd name="T51" fmla="*/ 112 h 130"/>
                <a:gd name="T52" fmla="*/ 35 w 85"/>
                <a:gd name="T53" fmla="*/ 115 h 130"/>
                <a:gd name="T54" fmla="*/ 30 w 85"/>
                <a:gd name="T55" fmla="*/ 125 h 130"/>
                <a:gd name="T56" fmla="*/ 40 w 85"/>
                <a:gd name="T57" fmla="*/ 123 h 130"/>
                <a:gd name="T58" fmla="*/ 53 w 85"/>
                <a:gd name="T59" fmla="*/ 120 h 130"/>
                <a:gd name="T60" fmla="*/ 69 w 85"/>
                <a:gd name="T61" fmla="*/ 120 h 130"/>
                <a:gd name="T62" fmla="*/ 77 w 85"/>
                <a:gd name="T63" fmla="*/ 113 h 130"/>
                <a:gd name="T64" fmla="*/ 85 w 85"/>
                <a:gd name="T65" fmla="*/ 100 h 130"/>
                <a:gd name="T66" fmla="*/ 16 w 85"/>
                <a:gd name="T67" fmla="*/ 30 h 130"/>
                <a:gd name="T68" fmla="*/ 58 w 85"/>
                <a:gd name="T69" fmla="*/ 11 h 130"/>
                <a:gd name="T70" fmla="*/ 58 w 85"/>
                <a:gd name="T71" fmla="*/ 11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5" h="130">
                  <a:moveTo>
                    <a:pt x="17" y="69"/>
                  </a:moveTo>
                  <a:cubicBezTo>
                    <a:pt x="14" y="66"/>
                    <a:pt x="10" y="71"/>
                    <a:pt x="6" y="71"/>
                  </a:cubicBezTo>
                  <a:cubicBezTo>
                    <a:pt x="6" y="73"/>
                    <a:pt x="5" y="75"/>
                    <a:pt x="4" y="76"/>
                  </a:cubicBezTo>
                  <a:cubicBezTo>
                    <a:pt x="3" y="77"/>
                    <a:pt x="0" y="80"/>
                    <a:pt x="2" y="81"/>
                  </a:cubicBezTo>
                  <a:cubicBezTo>
                    <a:pt x="4" y="81"/>
                    <a:pt x="7" y="84"/>
                    <a:pt x="7" y="82"/>
                  </a:cubicBezTo>
                  <a:cubicBezTo>
                    <a:pt x="8" y="79"/>
                    <a:pt x="9" y="76"/>
                    <a:pt x="12" y="80"/>
                  </a:cubicBezTo>
                  <a:cubicBezTo>
                    <a:pt x="13" y="81"/>
                    <a:pt x="14" y="82"/>
                    <a:pt x="15" y="83"/>
                  </a:cubicBezTo>
                  <a:cubicBezTo>
                    <a:pt x="15" y="81"/>
                    <a:pt x="19" y="81"/>
                    <a:pt x="21" y="79"/>
                  </a:cubicBezTo>
                  <a:cubicBezTo>
                    <a:pt x="24" y="76"/>
                    <a:pt x="20" y="73"/>
                    <a:pt x="17" y="69"/>
                  </a:cubicBezTo>
                  <a:close/>
                  <a:moveTo>
                    <a:pt x="85" y="100"/>
                  </a:moveTo>
                  <a:cubicBezTo>
                    <a:pt x="85" y="96"/>
                    <a:pt x="77" y="94"/>
                    <a:pt x="76" y="96"/>
                  </a:cubicBezTo>
                  <a:cubicBezTo>
                    <a:pt x="75" y="98"/>
                    <a:pt x="73" y="97"/>
                    <a:pt x="72" y="95"/>
                  </a:cubicBezTo>
                  <a:cubicBezTo>
                    <a:pt x="70" y="93"/>
                    <a:pt x="73" y="91"/>
                    <a:pt x="72" y="91"/>
                  </a:cubicBezTo>
                  <a:cubicBezTo>
                    <a:pt x="70" y="90"/>
                    <a:pt x="69" y="87"/>
                    <a:pt x="69" y="86"/>
                  </a:cubicBezTo>
                  <a:cubicBezTo>
                    <a:pt x="69" y="85"/>
                    <a:pt x="67" y="77"/>
                    <a:pt x="63" y="76"/>
                  </a:cubicBezTo>
                  <a:cubicBezTo>
                    <a:pt x="58" y="75"/>
                    <a:pt x="58" y="69"/>
                    <a:pt x="57" y="66"/>
                  </a:cubicBezTo>
                  <a:cubicBezTo>
                    <a:pt x="56" y="62"/>
                    <a:pt x="54" y="64"/>
                    <a:pt x="51" y="61"/>
                  </a:cubicBezTo>
                  <a:cubicBezTo>
                    <a:pt x="49" y="59"/>
                    <a:pt x="46" y="60"/>
                    <a:pt x="44" y="60"/>
                  </a:cubicBezTo>
                  <a:cubicBezTo>
                    <a:pt x="42" y="60"/>
                    <a:pt x="44" y="57"/>
                    <a:pt x="47" y="55"/>
                  </a:cubicBezTo>
                  <a:cubicBezTo>
                    <a:pt x="50" y="53"/>
                    <a:pt x="53" y="42"/>
                    <a:pt x="53" y="40"/>
                  </a:cubicBezTo>
                  <a:cubicBezTo>
                    <a:pt x="53" y="38"/>
                    <a:pt x="40" y="38"/>
                    <a:pt x="38" y="39"/>
                  </a:cubicBezTo>
                  <a:cubicBezTo>
                    <a:pt x="35" y="40"/>
                    <a:pt x="33" y="37"/>
                    <a:pt x="35" y="36"/>
                  </a:cubicBezTo>
                  <a:cubicBezTo>
                    <a:pt x="37" y="36"/>
                    <a:pt x="41" y="31"/>
                    <a:pt x="41" y="30"/>
                  </a:cubicBezTo>
                  <a:cubicBezTo>
                    <a:pt x="41" y="28"/>
                    <a:pt x="44" y="26"/>
                    <a:pt x="42" y="25"/>
                  </a:cubicBezTo>
                  <a:cubicBezTo>
                    <a:pt x="41" y="23"/>
                    <a:pt x="40" y="27"/>
                    <a:pt x="39" y="28"/>
                  </a:cubicBezTo>
                  <a:cubicBezTo>
                    <a:pt x="37" y="29"/>
                    <a:pt x="34" y="29"/>
                    <a:pt x="30" y="28"/>
                  </a:cubicBezTo>
                  <a:cubicBezTo>
                    <a:pt x="26" y="27"/>
                    <a:pt x="24" y="33"/>
                    <a:pt x="24" y="35"/>
                  </a:cubicBezTo>
                  <a:cubicBezTo>
                    <a:pt x="25" y="37"/>
                    <a:pt x="20" y="39"/>
                    <a:pt x="21" y="41"/>
                  </a:cubicBezTo>
                  <a:cubicBezTo>
                    <a:pt x="21" y="43"/>
                    <a:pt x="20" y="44"/>
                    <a:pt x="19" y="43"/>
                  </a:cubicBezTo>
                  <a:cubicBezTo>
                    <a:pt x="17" y="42"/>
                    <a:pt x="16" y="39"/>
                    <a:pt x="13" y="41"/>
                  </a:cubicBezTo>
                  <a:cubicBezTo>
                    <a:pt x="11" y="43"/>
                    <a:pt x="16" y="46"/>
                    <a:pt x="20" y="46"/>
                  </a:cubicBezTo>
                  <a:cubicBezTo>
                    <a:pt x="23" y="47"/>
                    <a:pt x="17" y="49"/>
                    <a:pt x="16" y="53"/>
                  </a:cubicBezTo>
                  <a:cubicBezTo>
                    <a:pt x="16" y="56"/>
                    <a:pt x="21" y="55"/>
                    <a:pt x="21" y="57"/>
                  </a:cubicBezTo>
                  <a:cubicBezTo>
                    <a:pt x="21" y="60"/>
                    <a:pt x="14" y="60"/>
                    <a:pt x="14" y="62"/>
                  </a:cubicBezTo>
                  <a:cubicBezTo>
                    <a:pt x="14" y="65"/>
                    <a:pt x="18" y="61"/>
                    <a:pt x="20" y="60"/>
                  </a:cubicBezTo>
                  <a:cubicBezTo>
                    <a:pt x="22" y="59"/>
                    <a:pt x="19" y="66"/>
                    <a:pt x="23" y="65"/>
                  </a:cubicBezTo>
                  <a:cubicBezTo>
                    <a:pt x="28" y="64"/>
                    <a:pt x="27" y="58"/>
                    <a:pt x="28" y="59"/>
                  </a:cubicBezTo>
                  <a:cubicBezTo>
                    <a:pt x="30" y="59"/>
                    <a:pt x="28" y="62"/>
                    <a:pt x="29" y="64"/>
                  </a:cubicBezTo>
                  <a:cubicBezTo>
                    <a:pt x="30" y="67"/>
                    <a:pt x="26" y="71"/>
                    <a:pt x="26" y="73"/>
                  </a:cubicBezTo>
                  <a:cubicBezTo>
                    <a:pt x="26" y="75"/>
                    <a:pt x="35" y="75"/>
                    <a:pt x="38" y="72"/>
                  </a:cubicBezTo>
                  <a:cubicBezTo>
                    <a:pt x="41" y="69"/>
                    <a:pt x="42" y="72"/>
                    <a:pt x="40" y="74"/>
                  </a:cubicBezTo>
                  <a:cubicBezTo>
                    <a:pt x="38" y="77"/>
                    <a:pt x="39" y="79"/>
                    <a:pt x="42" y="80"/>
                  </a:cubicBezTo>
                  <a:cubicBezTo>
                    <a:pt x="44" y="80"/>
                    <a:pt x="45" y="81"/>
                    <a:pt x="44" y="83"/>
                  </a:cubicBezTo>
                  <a:cubicBezTo>
                    <a:pt x="43" y="85"/>
                    <a:pt x="44" y="88"/>
                    <a:pt x="43" y="90"/>
                  </a:cubicBezTo>
                  <a:cubicBezTo>
                    <a:pt x="42" y="92"/>
                    <a:pt x="35" y="92"/>
                    <a:pt x="35" y="91"/>
                  </a:cubicBezTo>
                  <a:cubicBezTo>
                    <a:pt x="34" y="89"/>
                    <a:pt x="31" y="90"/>
                    <a:pt x="32" y="92"/>
                  </a:cubicBezTo>
                  <a:cubicBezTo>
                    <a:pt x="33" y="94"/>
                    <a:pt x="29" y="96"/>
                    <a:pt x="29" y="97"/>
                  </a:cubicBezTo>
                  <a:cubicBezTo>
                    <a:pt x="30" y="99"/>
                    <a:pt x="34" y="98"/>
                    <a:pt x="34" y="100"/>
                  </a:cubicBezTo>
                  <a:cubicBezTo>
                    <a:pt x="35" y="102"/>
                    <a:pt x="31" y="105"/>
                    <a:pt x="26" y="106"/>
                  </a:cubicBezTo>
                  <a:cubicBezTo>
                    <a:pt x="22" y="108"/>
                    <a:pt x="27" y="111"/>
                    <a:pt x="30" y="110"/>
                  </a:cubicBezTo>
                  <a:cubicBezTo>
                    <a:pt x="32" y="108"/>
                    <a:pt x="31" y="111"/>
                    <a:pt x="35" y="111"/>
                  </a:cubicBezTo>
                  <a:cubicBezTo>
                    <a:pt x="38" y="111"/>
                    <a:pt x="40" y="113"/>
                    <a:pt x="43" y="112"/>
                  </a:cubicBezTo>
                  <a:cubicBezTo>
                    <a:pt x="47" y="111"/>
                    <a:pt x="47" y="112"/>
                    <a:pt x="44" y="114"/>
                  </a:cubicBezTo>
                  <a:cubicBezTo>
                    <a:pt x="41" y="116"/>
                    <a:pt x="37" y="114"/>
                    <a:pt x="35" y="115"/>
                  </a:cubicBezTo>
                  <a:cubicBezTo>
                    <a:pt x="32" y="117"/>
                    <a:pt x="22" y="126"/>
                    <a:pt x="24" y="129"/>
                  </a:cubicBezTo>
                  <a:cubicBezTo>
                    <a:pt x="25" y="130"/>
                    <a:pt x="27" y="127"/>
                    <a:pt x="30" y="125"/>
                  </a:cubicBezTo>
                  <a:cubicBezTo>
                    <a:pt x="34" y="124"/>
                    <a:pt x="35" y="126"/>
                    <a:pt x="37" y="126"/>
                  </a:cubicBezTo>
                  <a:cubicBezTo>
                    <a:pt x="39" y="127"/>
                    <a:pt x="39" y="122"/>
                    <a:pt x="40" y="123"/>
                  </a:cubicBezTo>
                  <a:cubicBezTo>
                    <a:pt x="42" y="123"/>
                    <a:pt x="43" y="121"/>
                    <a:pt x="46" y="122"/>
                  </a:cubicBezTo>
                  <a:cubicBezTo>
                    <a:pt x="49" y="122"/>
                    <a:pt x="51" y="121"/>
                    <a:pt x="53" y="120"/>
                  </a:cubicBezTo>
                  <a:cubicBezTo>
                    <a:pt x="54" y="119"/>
                    <a:pt x="58" y="122"/>
                    <a:pt x="60" y="121"/>
                  </a:cubicBezTo>
                  <a:cubicBezTo>
                    <a:pt x="61" y="121"/>
                    <a:pt x="66" y="120"/>
                    <a:pt x="69" y="120"/>
                  </a:cubicBezTo>
                  <a:cubicBezTo>
                    <a:pt x="72" y="120"/>
                    <a:pt x="79" y="117"/>
                    <a:pt x="81" y="115"/>
                  </a:cubicBezTo>
                  <a:cubicBezTo>
                    <a:pt x="83" y="113"/>
                    <a:pt x="80" y="113"/>
                    <a:pt x="77" y="113"/>
                  </a:cubicBezTo>
                  <a:cubicBezTo>
                    <a:pt x="75" y="114"/>
                    <a:pt x="75" y="111"/>
                    <a:pt x="78" y="108"/>
                  </a:cubicBezTo>
                  <a:cubicBezTo>
                    <a:pt x="80" y="106"/>
                    <a:pt x="85" y="104"/>
                    <a:pt x="85" y="100"/>
                  </a:cubicBezTo>
                  <a:close/>
                  <a:moveTo>
                    <a:pt x="10" y="38"/>
                  </a:moveTo>
                  <a:cubicBezTo>
                    <a:pt x="13" y="37"/>
                    <a:pt x="17" y="32"/>
                    <a:pt x="16" y="30"/>
                  </a:cubicBezTo>
                  <a:cubicBezTo>
                    <a:pt x="14" y="29"/>
                    <a:pt x="7" y="38"/>
                    <a:pt x="10" y="38"/>
                  </a:cubicBezTo>
                  <a:close/>
                  <a:moveTo>
                    <a:pt x="58" y="11"/>
                  </a:moveTo>
                  <a:cubicBezTo>
                    <a:pt x="60" y="8"/>
                    <a:pt x="63" y="0"/>
                    <a:pt x="60" y="1"/>
                  </a:cubicBezTo>
                  <a:cubicBezTo>
                    <a:pt x="56" y="2"/>
                    <a:pt x="57" y="12"/>
                    <a:pt x="58" y="1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30" name="Freeform 140"/>
            <p:cNvSpPr>
              <a:spLocks noEditPoints="1"/>
            </p:cNvSpPr>
            <p:nvPr/>
          </p:nvSpPr>
          <p:spPr bwMode="auto">
            <a:xfrm>
              <a:off x="6020061" y="2623380"/>
              <a:ext cx="123684" cy="118294"/>
            </a:xfrm>
            <a:custGeom>
              <a:avLst/>
              <a:gdLst>
                <a:gd name="T0" fmla="*/ 21 w 41"/>
                <a:gd name="T1" fmla="*/ 14 h 38"/>
                <a:gd name="T2" fmla="*/ 20 w 41"/>
                <a:gd name="T3" fmla="*/ 8 h 38"/>
                <a:gd name="T4" fmla="*/ 21 w 41"/>
                <a:gd name="T5" fmla="*/ 1 h 38"/>
                <a:gd name="T6" fmla="*/ 15 w 41"/>
                <a:gd name="T7" fmla="*/ 4 h 38"/>
                <a:gd name="T8" fmla="*/ 10 w 41"/>
                <a:gd name="T9" fmla="*/ 7 h 38"/>
                <a:gd name="T10" fmla="*/ 11 w 41"/>
                <a:gd name="T11" fmla="*/ 11 h 38"/>
                <a:gd name="T12" fmla="*/ 6 w 41"/>
                <a:gd name="T13" fmla="*/ 8 h 38"/>
                <a:gd name="T14" fmla="*/ 1 w 41"/>
                <a:gd name="T15" fmla="*/ 14 h 38"/>
                <a:gd name="T16" fmla="*/ 1 w 41"/>
                <a:gd name="T17" fmla="*/ 24 h 38"/>
                <a:gd name="T18" fmla="*/ 5 w 41"/>
                <a:gd name="T19" fmla="*/ 31 h 38"/>
                <a:gd name="T20" fmla="*/ 6 w 41"/>
                <a:gd name="T21" fmla="*/ 35 h 38"/>
                <a:gd name="T22" fmla="*/ 14 w 41"/>
                <a:gd name="T23" fmla="*/ 36 h 38"/>
                <a:gd name="T24" fmla="*/ 17 w 41"/>
                <a:gd name="T25" fmla="*/ 36 h 38"/>
                <a:gd name="T26" fmla="*/ 13 w 41"/>
                <a:gd name="T27" fmla="*/ 31 h 38"/>
                <a:gd name="T28" fmla="*/ 18 w 41"/>
                <a:gd name="T29" fmla="*/ 32 h 38"/>
                <a:gd name="T30" fmla="*/ 24 w 41"/>
                <a:gd name="T31" fmla="*/ 32 h 38"/>
                <a:gd name="T32" fmla="*/ 21 w 41"/>
                <a:gd name="T33" fmla="*/ 27 h 38"/>
                <a:gd name="T34" fmla="*/ 17 w 41"/>
                <a:gd name="T35" fmla="*/ 26 h 38"/>
                <a:gd name="T36" fmla="*/ 19 w 41"/>
                <a:gd name="T37" fmla="*/ 21 h 38"/>
                <a:gd name="T38" fmla="*/ 25 w 41"/>
                <a:gd name="T39" fmla="*/ 18 h 38"/>
                <a:gd name="T40" fmla="*/ 21 w 41"/>
                <a:gd name="T41" fmla="*/ 14 h 38"/>
                <a:gd name="T42" fmla="*/ 39 w 41"/>
                <a:gd name="T43" fmla="*/ 22 h 38"/>
                <a:gd name="T44" fmla="*/ 37 w 41"/>
                <a:gd name="T45" fmla="*/ 24 h 38"/>
                <a:gd name="T46" fmla="*/ 34 w 41"/>
                <a:gd name="T47" fmla="*/ 22 h 38"/>
                <a:gd name="T48" fmla="*/ 28 w 41"/>
                <a:gd name="T49" fmla="*/ 24 h 38"/>
                <a:gd name="T50" fmla="*/ 31 w 41"/>
                <a:gd name="T51" fmla="*/ 32 h 38"/>
                <a:gd name="T52" fmla="*/ 29 w 41"/>
                <a:gd name="T53" fmla="*/ 34 h 38"/>
                <a:gd name="T54" fmla="*/ 31 w 41"/>
                <a:gd name="T55" fmla="*/ 38 h 38"/>
                <a:gd name="T56" fmla="*/ 37 w 41"/>
                <a:gd name="T57" fmla="*/ 31 h 38"/>
                <a:gd name="T58" fmla="*/ 39 w 41"/>
                <a:gd name="T59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1" h="38">
                  <a:moveTo>
                    <a:pt x="21" y="14"/>
                  </a:moveTo>
                  <a:cubicBezTo>
                    <a:pt x="19" y="14"/>
                    <a:pt x="19" y="10"/>
                    <a:pt x="20" y="8"/>
                  </a:cubicBezTo>
                  <a:cubicBezTo>
                    <a:pt x="22" y="7"/>
                    <a:pt x="22" y="2"/>
                    <a:pt x="21" y="1"/>
                  </a:cubicBezTo>
                  <a:cubicBezTo>
                    <a:pt x="20" y="0"/>
                    <a:pt x="16" y="1"/>
                    <a:pt x="15" y="4"/>
                  </a:cubicBezTo>
                  <a:cubicBezTo>
                    <a:pt x="15" y="8"/>
                    <a:pt x="11" y="6"/>
                    <a:pt x="10" y="7"/>
                  </a:cubicBezTo>
                  <a:cubicBezTo>
                    <a:pt x="9" y="8"/>
                    <a:pt x="12" y="9"/>
                    <a:pt x="11" y="11"/>
                  </a:cubicBezTo>
                  <a:cubicBezTo>
                    <a:pt x="9" y="12"/>
                    <a:pt x="8" y="9"/>
                    <a:pt x="6" y="8"/>
                  </a:cubicBezTo>
                  <a:cubicBezTo>
                    <a:pt x="3" y="8"/>
                    <a:pt x="3" y="12"/>
                    <a:pt x="1" y="14"/>
                  </a:cubicBezTo>
                  <a:cubicBezTo>
                    <a:pt x="0" y="17"/>
                    <a:pt x="1" y="21"/>
                    <a:pt x="1" y="24"/>
                  </a:cubicBezTo>
                  <a:cubicBezTo>
                    <a:pt x="2" y="27"/>
                    <a:pt x="6" y="29"/>
                    <a:pt x="5" y="31"/>
                  </a:cubicBezTo>
                  <a:cubicBezTo>
                    <a:pt x="4" y="32"/>
                    <a:pt x="5" y="34"/>
                    <a:pt x="6" y="35"/>
                  </a:cubicBezTo>
                  <a:cubicBezTo>
                    <a:pt x="9" y="35"/>
                    <a:pt x="12" y="35"/>
                    <a:pt x="14" y="36"/>
                  </a:cubicBezTo>
                  <a:cubicBezTo>
                    <a:pt x="14" y="36"/>
                    <a:pt x="15" y="36"/>
                    <a:pt x="17" y="36"/>
                  </a:cubicBezTo>
                  <a:cubicBezTo>
                    <a:pt x="16" y="34"/>
                    <a:pt x="13" y="33"/>
                    <a:pt x="13" y="31"/>
                  </a:cubicBezTo>
                  <a:cubicBezTo>
                    <a:pt x="14" y="29"/>
                    <a:pt x="16" y="31"/>
                    <a:pt x="18" y="32"/>
                  </a:cubicBezTo>
                  <a:cubicBezTo>
                    <a:pt x="20" y="34"/>
                    <a:pt x="23" y="34"/>
                    <a:pt x="24" y="32"/>
                  </a:cubicBezTo>
                  <a:cubicBezTo>
                    <a:pt x="24" y="31"/>
                    <a:pt x="23" y="25"/>
                    <a:pt x="21" y="27"/>
                  </a:cubicBezTo>
                  <a:cubicBezTo>
                    <a:pt x="18" y="28"/>
                    <a:pt x="18" y="27"/>
                    <a:pt x="17" y="26"/>
                  </a:cubicBezTo>
                  <a:cubicBezTo>
                    <a:pt x="16" y="25"/>
                    <a:pt x="19" y="23"/>
                    <a:pt x="19" y="21"/>
                  </a:cubicBezTo>
                  <a:cubicBezTo>
                    <a:pt x="20" y="19"/>
                    <a:pt x="24" y="20"/>
                    <a:pt x="25" y="18"/>
                  </a:cubicBezTo>
                  <a:cubicBezTo>
                    <a:pt x="25" y="17"/>
                    <a:pt x="22" y="15"/>
                    <a:pt x="21" y="14"/>
                  </a:cubicBezTo>
                  <a:close/>
                  <a:moveTo>
                    <a:pt x="39" y="22"/>
                  </a:moveTo>
                  <a:cubicBezTo>
                    <a:pt x="38" y="21"/>
                    <a:pt x="38" y="23"/>
                    <a:pt x="37" y="24"/>
                  </a:cubicBezTo>
                  <a:cubicBezTo>
                    <a:pt x="35" y="24"/>
                    <a:pt x="34" y="19"/>
                    <a:pt x="34" y="22"/>
                  </a:cubicBezTo>
                  <a:cubicBezTo>
                    <a:pt x="33" y="24"/>
                    <a:pt x="31" y="21"/>
                    <a:pt x="28" y="24"/>
                  </a:cubicBezTo>
                  <a:cubicBezTo>
                    <a:pt x="26" y="28"/>
                    <a:pt x="30" y="31"/>
                    <a:pt x="31" y="32"/>
                  </a:cubicBezTo>
                  <a:cubicBezTo>
                    <a:pt x="33" y="33"/>
                    <a:pt x="31" y="35"/>
                    <a:pt x="29" y="34"/>
                  </a:cubicBezTo>
                  <a:cubicBezTo>
                    <a:pt x="27" y="34"/>
                    <a:pt x="28" y="37"/>
                    <a:pt x="31" y="38"/>
                  </a:cubicBezTo>
                  <a:cubicBezTo>
                    <a:pt x="34" y="38"/>
                    <a:pt x="38" y="32"/>
                    <a:pt x="37" y="31"/>
                  </a:cubicBezTo>
                  <a:cubicBezTo>
                    <a:pt x="37" y="29"/>
                    <a:pt x="41" y="22"/>
                    <a:pt x="39" y="2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31" name="Freeform 141"/>
            <p:cNvSpPr>
              <a:spLocks noEditPoints="1"/>
            </p:cNvSpPr>
            <p:nvPr/>
          </p:nvSpPr>
          <p:spPr bwMode="auto">
            <a:xfrm>
              <a:off x="6104216" y="2143628"/>
              <a:ext cx="316222" cy="573072"/>
            </a:xfrm>
            <a:custGeom>
              <a:avLst/>
              <a:gdLst>
                <a:gd name="T0" fmla="*/ 102 w 105"/>
                <a:gd name="T1" fmla="*/ 39 h 184"/>
                <a:gd name="T2" fmla="*/ 100 w 105"/>
                <a:gd name="T3" fmla="*/ 24 h 184"/>
                <a:gd name="T4" fmla="*/ 88 w 105"/>
                <a:gd name="T5" fmla="*/ 9 h 184"/>
                <a:gd name="T6" fmla="*/ 73 w 105"/>
                <a:gd name="T7" fmla="*/ 8 h 184"/>
                <a:gd name="T8" fmla="*/ 59 w 105"/>
                <a:gd name="T9" fmla="*/ 8 h 184"/>
                <a:gd name="T10" fmla="*/ 50 w 105"/>
                <a:gd name="T11" fmla="*/ 17 h 184"/>
                <a:gd name="T12" fmla="*/ 42 w 105"/>
                <a:gd name="T13" fmla="*/ 27 h 184"/>
                <a:gd name="T14" fmla="*/ 35 w 105"/>
                <a:gd name="T15" fmla="*/ 38 h 184"/>
                <a:gd name="T16" fmla="*/ 27 w 105"/>
                <a:gd name="T17" fmla="*/ 45 h 184"/>
                <a:gd name="T18" fmla="*/ 21 w 105"/>
                <a:gd name="T19" fmla="*/ 63 h 184"/>
                <a:gd name="T20" fmla="*/ 23 w 105"/>
                <a:gd name="T21" fmla="*/ 72 h 184"/>
                <a:gd name="T22" fmla="*/ 9 w 105"/>
                <a:gd name="T23" fmla="*/ 78 h 184"/>
                <a:gd name="T24" fmla="*/ 8 w 105"/>
                <a:gd name="T25" fmla="*/ 95 h 184"/>
                <a:gd name="T26" fmla="*/ 14 w 105"/>
                <a:gd name="T27" fmla="*/ 109 h 184"/>
                <a:gd name="T28" fmla="*/ 11 w 105"/>
                <a:gd name="T29" fmla="*/ 117 h 184"/>
                <a:gd name="T30" fmla="*/ 6 w 105"/>
                <a:gd name="T31" fmla="*/ 127 h 184"/>
                <a:gd name="T32" fmla="*/ 2 w 105"/>
                <a:gd name="T33" fmla="*/ 140 h 184"/>
                <a:gd name="T34" fmla="*/ 0 w 105"/>
                <a:gd name="T35" fmla="*/ 140 h 184"/>
                <a:gd name="T36" fmla="*/ 6 w 105"/>
                <a:gd name="T37" fmla="*/ 157 h 184"/>
                <a:gd name="T38" fmla="*/ 12 w 105"/>
                <a:gd name="T39" fmla="*/ 171 h 184"/>
                <a:gd name="T40" fmla="*/ 15 w 105"/>
                <a:gd name="T41" fmla="*/ 182 h 184"/>
                <a:gd name="T42" fmla="*/ 25 w 105"/>
                <a:gd name="T43" fmla="*/ 177 h 184"/>
                <a:gd name="T44" fmla="*/ 34 w 105"/>
                <a:gd name="T45" fmla="*/ 174 h 184"/>
                <a:gd name="T46" fmla="*/ 42 w 105"/>
                <a:gd name="T47" fmla="*/ 171 h 184"/>
                <a:gd name="T48" fmla="*/ 44 w 105"/>
                <a:gd name="T49" fmla="*/ 164 h 184"/>
                <a:gd name="T50" fmla="*/ 45 w 105"/>
                <a:gd name="T51" fmla="*/ 146 h 184"/>
                <a:gd name="T52" fmla="*/ 57 w 105"/>
                <a:gd name="T53" fmla="*/ 134 h 184"/>
                <a:gd name="T54" fmla="*/ 54 w 105"/>
                <a:gd name="T55" fmla="*/ 118 h 184"/>
                <a:gd name="T56" fmla="*/ 47 w 105"/>
                <a:gd name="T57" fmla="*/ 107 h 184"/>
                <a:gd name="T58" fmla="*/ 53 w 105"/>
                <a:gd name="T59" fmla="*/ 92 h 184"/>
                <a:gd name="T60" fmla="*/ 63 w 105"/>
                <a:gd name="T61" fmla="*/ 82 h 184"/>
                <a:gd name="T62" fmla="*/ 84 w 105"/>
                <a:gd name="T63" fmla="*/ 67 h 184"/>
                <a:gd name="T64" fmla="*/ 86 w 105"/>
                <a:gd name="T65" fmla="*/ 53 h 184"/>
                <a:gd name="T66" fmla="*/ 100 w 105"/>
                <a:gd name="T67" fmla="*/ 47 h 184"/>
                <a:gd name="T68" fmla="*/ 104 w 105"/>
                <a:gd name="T69" fmla="*/ 43 h 184"/>
                <a:gd name="T70" fmla="*/ 56 w 105"/>
                <a:gd name="T71" fmla="*/ 16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5" h="184">
                  <a:moveTo>
                    <a:pt x="104" y="43"/>
                  </a:moveTo>
                  <a:cubicBezTo>
                    <a:pt x="102" y="42"/>
                    <a:pt x="100" y="39"/>
                    <a:pt x="102" y="39"/>
                  </a:cubicBezTo>
                  <a:cubicBezTo>
                    <a:pt x="104" y="39"/>
                    <a:pt x="105" y="33"/>
                    <a:pt x="102" y="32"/>
                  </a:cubicBezTo>
                  <a:cubicBezTo>
                    <a:pt x="100" y="31"/>
                    <a:pt x="102" y="25"/>
                    <a:pt x="100" y="24"/>
                  </a:cubicBezTo>
                  <a:cubicBezTo>
                    <a:pt x="98" y="23"/>
                    <a:pt x="100" y="19"/>
                    <a:pt x="100" y="16"/>
                  </a:cubicBezTo>
                  <a:cubicBezTo>
                    <a:pt x="100" y="13"/>
                    <a:pt x="92" y="11"/>
                    <a:pt x="88" y="9"/>
                  </a:cubicBezTo>
                  <a:cubicBezTo>
                    <a:pt x="84" y="7"/>
                    <a:pt x="82" y="4"/>
                    <a:pt x="78" y="2"/>
                  </a:cubicBezTo>
                  <a:cubicBezTo>
                    <a:pt x="74" y="0"/>
                    <a:pt x="73" y="5"/>
                    <a:pt x="73" y="8"/>
                  </a:cubicBezTo>
                  <a:cubicBezTo>
                    <a:pt x="73" y="11"/>
                    <a:pt x="70" y="12"/>
                    <a:pt x="68" y="10"/>
                  </a:cubicBezTo>
                  <a:cubicBezTo>
                    <a:pt x="65" y="8"/>
                    <a:pt x="62" y="10"/>
                    <a:pt x="59" y="8"/>
                  </a:cubicBezTo>
                  <a:cubicBezTo>
                    <a:pt x="55" y="7"/>
                    <a:pt x="57" y="12"/>
                    <a:pt x="57" y="14"/>
                  </a:cubicBezTo>
                  <a:cubicBezTo>
                    <a:pt x="57" y="17"/>
                    <a:pt x="53" y="17"/>
                    <a:pt x="50" y="17"/>
                  </a:cubicBezTo>
                  <a:cubicBezTo>
                    <a:pt x="48" y="17"/>
                    <a:pt x="44" y="19"/>
                    <a:pt x="44" y="21"/>
                  </a:cubicBezTo>
                  <a:cubicBezTo>
                    <a:pt x="44" y="24"/>
                    <a:pt x="40" y="26"/>
                    <a:pt x="42" y="27"/>
                  </a:cubicBezTo>
                  <a:cubicBezTo>
                    <a:pt x="43" y="29"/>
                    <a:pt x="41" y="31"/>
                    <a:pt x="40" y="32"/>
                  </a:cubicBezTo>
                  <a:cubicBezTo>
                    <a:pt x="38" y="33"/>
                    <a:pt x="36" y="37"/>
                    <a:pt x="35" y="38"/>
                  </a:cubicBezTo>
                  <a:cubicBezTo>
                    <a:pt x="34" y="39"/>
                    <a:pt x="36" y="41"/>
                    <a:pt x="34" y="43"/>
                  </a:cubicBezTo>
                  <a:cubicBezTo>
                    <a:pt x="31" y="45"/>
                    <a:pt x="28" y="43"/>
                    <a:pt x="27" y="45"/>
                  </a:cubicBezTo>
                  <a:cubicBezTo>
                    <a:pt x="26" y="46"/>
                    <a:pt x="27" y="49"/>
                    <a:pt x="27" y="52"/>
                  </a:cubicBezTo>
                  <a:cubicBezTo>
                    <a:pt x="26" y="56"/>
                    <a:pt x="24" y="60"/>
                    <a:pt x="21" y="63"/>
                  </a:cubicBezTo>
                  <a:cubicBezTo>
                    <a:pt x="19" y="66"/>
                    <a:pt x="22" y="67"/>
                    <a:pt x="23" y="67"/>
                  </a:cubicBezTo>
                  <a:cubicBezTo>
                    <a:pt x="24" y="68"/>
                    <a:pt x="24" y="70"/>
                    <a:pt x="23" y="72"/>
                  </a:cubicBezTo>
                  <a:cubicBezTo>
                    <a:pt x="22" y="75"/>
                    <a:pt x="19" y="73"/>
                    <a:pt x="18" y="73"/>
                  </a:cubicBezTo>
                  <a:cubicBezTo>
                    <a:pt x="16" y="72"/>
                    <a:pt x="12" y="74"/>
                    <a:pt x="9" y="78"/>
                  </a:cubicBezTo>
                  <a:cubicBezTo>
                    <a:pt x="7" y="82"/>
                    <a:pt x="8" y="85"/>
                    <a:pt x="8" y="87"/>
                  </a:cubicBezTo>
                  <a:cubicBezTo>
                    <a:pt x="9" y="89"/>
                    <a:pt x="6" y="91"/>
                    <a:pt x="8" y="95"/>
                  </a:cubicBezTo>
                  <a:cubicBezTo>
                    <a:pt x="10" y="99"/>
                    <a:pt x="8" y="100"/>
                    <a:pt x="8" y="103"/>
                  </a:cubicBezTo>
                  <a:cubicBezTo>
                    <a:pt x="8" y="106"/>
                    <a:pt x="13" y="106"/>
                    <a:pt x="14" y="109"/>
                  </a:cubicBezTo>
                  <a:cubicBezTo>
                    <a:pt x="14" y="112"/>
                    <a:pt x="12" y="113"/>
                    <a:pt x="10" y="113"/>
                  </a:cubicBezTo>
                  <a:cubicBezTo>
                    <a:pt x="9" y="113"/>
                    <a:pt x="9" y="117"/>
                    <a:pt x="11" y="117"/>
                  </a:cubicBezTo>
                  <a:cubicBezTo>
                    <a:pt x="12" y="118"/>
                    <a:pt x="12" y="124"/>
                    <a:pt x="11" y="125"/>
                  </a:cubicBezTo>
                  <a:cubicBezTo>
                    <a:pt x="10" y="127"/>
                    <a:pt x="5" y="125"/>
                    <a:pt x="6" y="127"/>
                  </a:cubicBezTo>
                  <a:cubicBezTo>
                    <a:pt x="6" y="129"/>
                    <a:pt x="4" y="133"/>
                    <a:pt x="4" y="134"/>
                  </a:cubicBezTo>
                  <a:cubicBezTo>
                    <a:pt x="4" y="136"/>
                    <a:pt x="4" y="141"/>
                    <a:pt x="2" y="140"/>
                  </a:cubicBezTo>
                  <a:cubicBezTo>
                    <a:pt x="2" y="139"/>
                    <a:pt x="1" y="139"/>
                    <a:pt x="0" y="139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3"/>
                    <a:pt x="1" y="146"/>
                    <a:pt x="3" y="149"/>
                  </a:cubicBezTo>
                  <a:cubicBezTo>
                    <a:pt x="6" y="151"/>
                    <a:pt x="4" y="154"/>
                    <a:pt x="6" y="157"/>
                  </a:cubicBezTo>
                  <a:cubicBezTo>
                    <a:pt x="9" y="160"/>
                    <a:pt x="8" y="163"/>
                    <a:pt x="11" y="165"/>
                  </a:cubicBezTo>
                  <a:cubicBezTo>
                    <a:pt x="13" y="167"/>
                    <a:pt x="14" y="168"/>
                    <a:pt x="12" y="171"/>
                  </a:cubicBezTo>
                  <a:cubicBezTo>
                    <a:pt x="11" y="174"/>
                    <a:pt x="15" y="173"/>
                    <a:pt x="15" y="175"/>
                  </a:cubicBezTo>
                  <a:cubicBezTo>
                    <a:pt x="15" y="177"/>
                    <a:pt x="14" y="180"/>
                    <a:pt x="15" y="182"/>
                  </a:cubicBezTo>
                  <a:cubicBezTo>
                    <a:pt x="16" y="184"/>
                    <a:pt x="18" y="182"/>
                    <a:pt x="22" y="182"/>
                  </a:cubicBezTo>
                  <a:cubicBezTo>
                    <a:pt x="25" y="182"/>
                    <a:pt x="24" y="179"/>
                    <a:pt x="25" y="177"/>
                  </a:cubicBezTo>
                  <a:cubicBezTo>
                    <a:pt x="25" y="175"/>
                    <a:pt x="27" y="176"/>
                    <a:pt x="27" y="174"/>
                  </a:cubicBezTo>
                  <a:cubicBezTo>
                    <a:pt x="28" y="173"/>
                    <a:pt x="31" y="173"/>
                    <a:pt x="34" y="174"/>
                  </a:cubicBezTo>
                  <a:cubicBezTo>
                    <a:pt x="37" y="175"/>
                    <a:pt x="39" y="173"/>
                    <a:pt x="39" y="170"/>
                  </a:cubicBezTo>
                  <a:cubicBezTo>
                    <a:pt x="40" y="167"/>
                    <a:pt x="41" y="171"/>
                    <a:pt x="42" y="171"/>
                  </a:cubicBezTo>
                  <a:cubicBezTo>
                    <a:pt x="43" y="172"/>
                    <a:pt x="46" y="167"/>
                    <a:pt x="47" y="163"/>
                  </a:cubicBezTo>
                  <a:cubicBezTo>
                    <a:pt x="48" y="160"/>
                    <a:pt x="47" y="160"/>
                    <a:pt x="44" y="164"/>
                  </a:cubicBezTo>
                  <a:cubicBezTo>
                    <a:pt x="41" y="167"/>
                    <a:pt x="43" y="160"/>
                    <a:pt x="44" y="158"/>
                  </a:cubicBezTo>
                  <a:cubicBezTo>
                    <a:pt x="45" y="155"/>
                    <a:pt x="45" y="148"/>
                    <a:pt x="45" y="146"/>
                  </a:cubicBezTo>
                  <a:cubicBezTo>
                    <a:pt x="45" y="144"/>
                    <a:pt x="46" y="142"/>
                    <a:pt x="50" y="141"/>
                  </a:cubicBezTo>
                  <a:cubicBezTo>
                    <a:pt x="53" y="140"/>
                    <a:pt x="58" y="136"/>
                    <a:pt x="57" y="134"/>
                  </a:cubicBezTo>
                  <a:cubicBezTo>
                    <a:pt x="57" y="132"/>
                    <a:pt x="62" y="129"/>
                    <a:pt x="62" y="127"/>
                  </a:cubicBezTo>
                  <a:cubicBezTo>
                    <a:pt x="62" y="125"/>
                    <a:pt x="56" y="119"/>
                    <a:pt x="54" y="118"/>
                  </a:cubicBezTo>
                  <a:cubicBezTo>
                    <a:pt x="52" y="117"/>
                    <a:pt x="48" y="118"/>
                    <a:pt x="48" y="116"/>
                  </a:cubicBezTo>
                  <a:cubicBezTo>
                    <a:pt x="49" y="115"/>
                    <a:pt x="48" y="110"/>
                    <a:pt x="47" y="107"/>
                  </a:cubicBezTo>
                  <a:cubicBezTo>
                    <a:pt x="47" y="104"/>
                    <a:pt x="51" y="101"/>
                    <a:pt x="51" y="99"/>
                  </a:cubicBezTo>
                  <a:cubicBezTo>
                    <a:pt x="51" y="96"/>
                    <a:pt x="50" y="93"/>
                    <a:pt x="53" y="92"/>
                  </a:cubicBezTo>
                  <a:cubicBezTo>
                    <a:pt x="55" y="91"/>
                    <a:pt x="54" y="89"/>
                    <a:pt x="57" y="88"/>
                  </a:cubicBezTo>
                  <a:cubicBezTo>
                    <a:pt x="60" y="88"/>
                    <a:pt x="59" y="83"/>
                    <a:pt x="63" y="82"/>
                  </a:cubicBezTo>
                  <a:cubicBezTo>
                    <a:pt x="66" y="80"/>
                    <a:pt x="66" y="79"/>
                    <a:pt x="71" y="77"/>
                  </a:cubicBezTo>
                  <a:cubicBezTo>
                    <a:pt x="75" y="75"/>
                    <a:pt x="82" y="70"/>
                    <a:pt x="84" y="67"/>
                  </a:cubicBezTo>
                  <a:cubicBezTo>
                    <a:pt x="85" y="65"/>
                    <a:pt x="79" y="62"/>
                    <a:pt x="83" y="59"/>
                  </a:cubicBezTo>
                  <a:cubicBezTo>
                    <a:pt x="86" y="57"/>
                    <a:pt x="83" y="54"/>
                    <a:pt x="86" y="53"/>
                  </a:cubicBezTo>
                  <a:cubicBezTo>
                    <a:pt x="88" y="52"/>
                    <a:pt x="89" y="50"/>
                    <a:pt x="91" y="48"/>
                  </a:cubicBezTo>
                  <a:cubicBezTo>
                    <a:pt x="93" y="46"/>
                    <a:pt x="96" y="48"/>
                    <a:pt x="100" y="47"/>
                  </a:cubicBezTo>
                  <a:cubicBezTo>
                    <a:pt x="102" y="47"/>
                    <a:pt x="103" y="47"/>
                    <a:pt x="105" y="47"/>
                  </a:cubicBezTo>
                  <a:cubicBezTo>
                    <a:pt x="105" y="46"/>
                    <a:pt x="104" y="44"/>
                    <a:pt x="104" y="43"/>
                  </a:cubicBezTo>
                  <a:close/>
                  <a:moveTo>
                    <a:pt x="61" y="153"/>
                  </a:moveTo>
                  <a:cubicBezTo>
                    <a:pt x="57" y="153"/>
                    <a:pt x="55" y="162"/>
                    <a:pt x="56" y="164"/>
                  </a:cubicBezTo>
                  <a:cubicBezTo>
                    <a:pt x="57" y="165"/>
                    <a:pt x="66" y="153"/>
                    <a:pt x="61" y="15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32" name="Freeform 142"/>
            <p:cNvSpPr>
              <a:spLocks noEditPoints="1"/>
            </p:cNvSpPr>
            <p:nvPr/>
          </p:nvSpPr>
          <p:spPr bwMode="auto">
            <a:xfrm>
              <a:off x="6363059" y="2548460"/>
              <a:ext cx="160661" cy="81492"/>
            </a:xfrm>
            <a:custGeom>
              <a:avLst/>
              <a:gdLst>
                <a:gd name="T0" fmla="*/ 49 w 53"/>
                <a:gd name="T1" fmla="*/ 7 h 26"/>
                <a:gd name="T2" fmla="*/ 51 w 53"/>
                <a:gd name="T3" fmla="*/ 1 h 26"/>
                <a:gd name="T4" fmla="*/ 49 w 53"/>
                <a:gd name="T5" fmla="*/ 2 h 26"/>
                <a:gd name="T6" fmla="*/ 33 w 53"/>
                <a:gd name="T7" fmla="*/ 1 h 26"/>
                <a:gd name="T8" fmla="*/ 18 w 53"/>
                <a:gd name="T9" fmla="*/ 4 h 26"/>
                <a:gd name="T10" fmla="*/ 12 w 53"/>
                <a:gd name="T11" fmla="*/ 9 h 26"/>
                <a:gd name="T12" fmla="*/ 14 w 53"/>
                <a:gd name="T13" fmla="*/ 14 h 26"/>
                <a:gd name="T14" fmla="*/ 19 w 53"/>
                <a:gd name="T15" fmla="*/ 17 h 26"/>
                <a:gd name="T16" fmla="*/ 21 w 53"/>
                <a:gd name="T17" fmla="*/ 20 h 26"/>
                <a:gd name="T18" fmla="*/ 21 w 53"/>
                <a:gd name="T19" fmla="*/ 20 h 26"/>
                <a:gd name="T20" fmla="*/ 30 w 53"/>
                <a:gd name="T21" fmla="*/ 20 h 26"/>
                <a:gd name="T22" fmla="*/ 38 w 53"/>
                <a:gd name="T23" fmla="*/ 25 h 26"/>
                <a:gd name="T24" fmla="*/ 46 w 53"/>
                <a:gd name="T25" fmla="*/ 26 h 26"/>
                <a:gd name="T26" fmla="*/ 47 w 53"/>
                <a:gd name="T27" fmla="*/ 23 h 26"/>
                <a:gd name="T28" fmla="*/ 49 w 53"/>
                <a:gd name="T29" fmla="*/ 21 h 26"/>
                <a:gd name="T30" fmla="*/ 47 w 53"/>
                <a:gd name="T31" fmla="*/ 16 h 26"/>
                <a:gd name="T32" fmla="*/ 46 w 53"/>
                <a:gd name="T33" fmla="*/ 11 h 26"/>
                <a:gd name="T34" fmla="*/ 49 w 53"/>
                <a:gd name="T35" fmla="*/ 7 h 26"/>
                <a:gd name="T36" fmla="*/ 5 w 53"/>
                <a:gd name="T37" fmla="*/ 13 h 26"/>
                <a:gd name="T38" fmla="*/ 2 w 53"/>
                <a:gd name="T39" fmla="*/ 20 h 26"/>
                <a:gd name="T40" fmla="*/ 11 w 53"/>
                <a:gd name="T41" fmla="*/ 15 h 26"/>
                <a:gd name="T42" fmla="*/ 5 w 53"/>
                <a:gd name="T43" fmla="*/ 13 h 26"/>
                <a:gd name="T44" fmla="*/ 9 w 53"/>
                <a:gd name="T45" fmla="*/ 9 h 26"/>
                <a:gd name="T46" fmla="*/ 4 w 53"/>
                <a:gd name="T47" fmla="*/ 10 h 26"/>
                <a:gd name="T48" fmla="*/ 9 w 53"/>
                <a:gd name="T49" fmla="*/ 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3" h="26">
                  <a:moveTo>
                    <a:pt x="49" y="7"/>
                  </a:moveTo>
                  <a:cubicBezTo>
                    <a:pt x="50" y="5"/>
                    <a:pt x="53" y="4"/>
                    <a:pt x="51" y="1"/>
                  </a:cubicBezTo>
                  <a:cubicBezTo>
                    <a:pt x="51" y="2"/>
                    <a:pt x="50" y="2"/>
                    <a:pt x="49" y="2"/>
                  </a:cubicBezTo>
                  <a:cubicBezTo>
                    <a:pt x="46" y="3"/>
                    <a:pt x="38" y="0"/>
                    <a:pt x="33" y="1"/>
                  </a:cubicBezTo>
                  <a:cubicBezTo>
                    <a:pt x="29" y="2"/>
                    <a:pt x="20" y="2"/>
                    <a:pt x="18" y="4"/>
                  </a:cubicBezTo>
                  <a:cubicBezTo>
                    <a:pt x="15" y="6"/>
                    <a:pt x="10" y="7"/>
                    <a:pt x="12" y="9"/>
                  </a:cubicBezTo>
                  <a:cubicBezTo>
                    <a:pt x="15" y="11"/>
                    <a:pt x="12" y="12"/>
                    <a:pt x="14" y="14"/>
                  </a:cubicBezTo>
                  <a:cubicBezTo>
                    <a:pt x="16" y="16"/>
                    <a:pt x="17" y="17"/>
                    <a:pt x="19" y="17"/>
                  </a:cubicBezTo>
                  <a:cubicBezTo>
                    <a:pt x="22" y="16"/>
                    <a:pt x="23" y="18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5" y="20"/>
                    <a:pt x="29" y="20"/>
                    <a:pt x="30" y="20"/>
                  </a:cubicBezTo>
                  <a:cubicBezTo>
                    <a:pt x="31" y="21"/>
                    <a:pt x="37" y="26"/>
                    <a:pt x="38" y="25"/>
                  </a:cubicBezTo>
                  <a:cubicBezTo>
                    <a:pt x="39" y="25"/>
                    <a:pt x="43" y="25"/>
                    <a:pt x="46" y="26"/>
                  </a:cubicBezTo>
                  <a:cubicBezTo>
                    <a:pt x="46" y="25"/>
                    <a:pt x="46" y="24"/>
                    <a:pt x="47" y="23"/>
                  </a:cubicBezTo>
                  <a:cubicBezTo>
                    <a:pt x="48" y="22"/>
                    <a:pt x="50" y="22"/>
                    <a:pt x="49" y="21"/>
                  </a:cubicBezTo>
                  <a:cubicBezTo>
                    <a:pt x="48" y="19"/>
                    <a:pt x="47" y="18"/>
                    <a:pt x="47" y="16"/>
                  </a:cubicBezTo>
                  <a:cubicBezTo>
                    <a:pt x="47" y="14"/>
                    <a:pt x="46" y="13"/>
                    <a:pt x="46" y="11"/>
                  </a:cubicBezTo>
                  <a:cubicBezTo>
                    <a:pt x="47" y="10"/>
                    <a:pt x="48" y="9"/>
                    <a:pt x="49" y="7"/>
                  </a:cubicBezTo>
                  <a:close/>
                  <a:moveTo>
                    <a:pt x="5" y="13"/>
                  </a:moveTo>
                  <a:cubicBezTo>
                    <a:pt x="1" y="14"/>
                    <a:pt x="0" y="20"/>
                    <a:pt x="2" y="20"/>
                  </a:cubicBezTo>
                  <a:cubicBezTo>
                    <a:pt x="4" y="20"/>
                    <a:pt x="9" y="16"/>
                    <a:pt x="11" y="15"/>
                  </a:cubicBezTo>
                  <a:cubicBezTo>
                    <a:pt x="12" y="13"/>
                    <a:pt x="10" y="12"/>
                    <a:pt x="5" y="13"/>
                  </a:cubicBezTo>
                  <a:close/>
                  <a:moveTo>
                    <a:pt x="9" y="9"/>
                  </a:moveTo>
                  <a:cubicBezTo>
                    <a:pt x="10" y="8"/>
                    <a:pt x="2" y="8"/>
                    <a:pt x="4" y="10"/>
                  </a:cubicBezTo>
                  <a:cubicBezTo>
                    <a:pt x="5" y="11"/>
                    <a:pt x="8" y="11"/>
                    <a:pt x="9" y="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33" name="Freeform 143"/>
            <p:cNvSpPr>
              <a:spLocks/>
            </p:cNvSpPr>
            <p:nvPr/>
          </p:nvSpPr>
          <p:spPr bwMode="auto">
            <a:xfrm>
              <a:off x="6658880" y="4216418"/>
              <a:ext cx="201465" cy="257620"/>
            </a:xfrm>
            <a:custGeom>
              <a:avLst/>
              <a:gdLst>
                <a:gd name="T0" fmla="*/ 59 w 67"/>
                <a:gd name="T1" fmla="*/ 19 h 83"/>
                <a:gd name="T2" fmla="*/ 63 w 67"/>
                <a:gd name="T3" fmla="*/ 13 h 83"/>
                <a:gd name="T4" fmla="*/ 67 w 67"/>
                <a:gd name="T5" fmla="*/ 7 h 83"/>
                <a:gd name="T6" fmla="*/ 63 w 67"/>
                <a:gd name="T7" fmla="*/ 9 h 83"/>
                <a:gd name="T8" fmla="*/ 59 w 67"/>
                <a:gd name="T9" fmla="*/ 7 h 83"/>
                <a:gd name="T10" fmla="*/ 52 w 67"/>
                <a:gd name="T11" fmla="*/ 8 h 83"/>
                <a:gd name="T12" fmla="*/ 46 w 67"/>
                <a:gd name="T13" fmla="*/ 13 h 83"/>
                <a:gd name="T14" fmla="*/ 36 w 67"/>
                <a:gd name="T15" fmla="*/ 11 h 83"/>
                <a:gd name="T16" fmla="*/ 27 w 67"/>
                <a:gd name="T17" fmla="*/ 6 h 83"/>
                <a:gd name="T18" fmla="*/ 18 w 67"/>
                <a:gd name="T19" fmla="*/ 4 h 83"/>
                <a:gd name="T20" fmla="*/ 13 w 67"/>
                <a:gd name="T21" fmla="*/ 1 h 83"/>
                <a:gd name="T22" fmla="*/ 8 w 67"/>
                <a:gd name="T23" fmla="*/ 1 h 83"/>
                <a:gd name="T24" fmla="*/ 2 w 67"/>
                <a:gd name="T25" fmla="*/ 5 h 83"/>
                <a:gd name="T26" fmla="*/ 0 w 67"/>
                <a:gd name="T27" fmla="*/ 7 h 83"/>
                <a:gd name="T28" fmla="*/ 4 w 67"/>
                <a:gd name="T29" fmla="*/ 10 h 83"/>
                <a:gd name="T30" fmla="*/ 5 w 67"/>
                <a:gd name="T31" fmla="*/ 16 h 83"/>
                <a:gd name="T32" fmla="*/ 9 w 67"/>
                <a:gd name="T33" fmla="*/ 19 h 83"/>
                <a:gd name="T34" fmla="*/ 8 w 67"/>
                <a:gd name="T35" fmla="*/ 26 h 83"/>
                <a:gd name="T36" fmla="*/ 3 w 67"/>
                <a:gd name="T37" fmla="*/ 36 h 83"/>
                <a:gd name="T38" fmla="*/ 0 w 67"/>
                <a:gd name="T39" fmla="*/ 41 h 83"/>
                <a:gd name="T40" fmla="*/ 6 w 67"/>
                <a:gd name="T41" fmla="*/ 44 h 83"/>
                <a:gd name="T42" fmla="*/ 0 w 67"/>
                <a:gd name="T43" fmla="*/ 50 h 83"/>
                <a:gd name="T44" fmla="*/ 0 w 67"/>
                <a:gd name="T45" fmla="*/ 51 h 83"/>
                <a:gd name="T46" fmla="*/ 31 w 67"/>
                <a:gd name="T47" fmla="*/ 68 h 83"/>
                <a:gd name="T48" fmla="*/ 31 w 67"/>
                <a:gd name="T49" fmla="*/ 73 h 83"/>
                <a:gd name="T50" fmla="*/ 45 w 67"/>
                <a:gd name="T51" fmla="*/ 83 h 83"/>
                <a:gd name="T52" fmla="*/ 53 w 67"/>
                <a:gd name="T53" fmla="*/ 64 h 83"/>
                <a:gd name="T54" fmla="*/ 59 w 67"/>
                <a:gd name="T55" fmla="*/ 60 h 83"/>
                <a:gd name="T56" fmla="*/ 63 w 67"/>
                <a:gd name="T57" fmla="*/ 57 h 83"/>
                <a:gd name="T58" fmla="*/ 64 w 67"/>
                <a:gd name="T59" fmla="*/ 56 h 83"/>
                <a:gd name="T60" fmla="*/ 60 w 67"/>
                <a:gd name="T61" fmla="*/ 49 h 83"/>
                <a:gd name="T62" fmla="*/ 59 w 67"/>
                <a:gd name="T63" fmla="*/ 1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7" h="83">
                  <a:moveTo>
                    <a:pt x="59" y="19"/>
                  </a:moveTo>
                  <a:cubicBezTo>
                    <a:pt x="63" y="13"/>
                    <a:pt x="63" y="13"/>
                    <a:pt x="63" y="13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65" y="8"/>
                    <a:pt x="64" y="8"/>
                    <a:pt x="63" y="9"/>
                  </a:cubicBezTo>
                  <a:cubicBezTo>
                    <a:pt x="62" y="9"/>
                    <a:pt x="60" y="8"/>
                    <a:pt x="59" y="7"/>
                  </a:cubicBezTo>
                  <a:cubicBezTo>
                    <a:pt x="58" y="6"/>
                    <a:pt x="55" y="7"/>
                    <a:pt x="52" y="8"/>
                  </a:cubicBezTo>
                  <a:cubicBezTo>
                    <a:pt x="49" y="10"/>
                    <a:pt x="47" y="14"/>
                    <a:pt x="46" y="13"/>
                  </a:cubicBezTo>
                  <a:cubicBezTo>
                    <a:pt x="45" y="12"/>
                    <a:pt x="38" y="11"/>
                    <a:pt x="36" y="11"/>
                  </a:cubicBezTo>
                  <a:cubicBezTo>
                    <a:pt x="35" y="11"/>
                    <a:pt x="29" y="7"/>
                    <a:pt x="27" y="6"/>
                  </a:cubicBezTo>
                  <a:cubicBezTo>
                    <a:pt x="25" y="4"/>
                    <a:pt x="19" y="5"/>
                    <a:pt x="18" y="4"/>
                  </a:cubicBezTo>
                  <a:cubicBezTo>
                    <a:pt x="17" y="3"/>
                    <a:pt x="14" y="3"/>
                    <a:pt x="13" y="1"/>
                  </a:cubicBezTo>
                  <a:cubicBezTo>
                    <a:pt x="12" y="0"/>
                    <a:pt x="10" y="1"/>
                    <a:pt x="8" y="1"/>
                  </a:cubicBezTo>
                  <a:cubicBezTo>
                    <a:pt x="6" y="1"/>
                    <a:pt x="2" y="4"/>
                    <a:pt x="2" y="5"/>
                  </a:cubicBezTo>
                  <a:cubicBezTo>
                    <a:pt x="1" y="6"/>
                    <a:pt x="1" y="6"/>
                    <a:pt x="0" y="7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23"/>
                    <a:pt x="8" y="26"/>
                  </a:cubicBezTo>
                  <a:cubicBezTo>
                    <a:pt x="8" y="30"/>
                    <a:pt x="5" y="34"/>
                    <a:pt x="3" y="36"/>
                  </a:cubicBezTo>
                  <a:cubicBezTo>
                    <a:pt x="2" y="37"/>
                    <a:pt x="1" y="39"/>
                    <a:pt x="0" y="41"/>
                  </a:cubicBezTo>
                  <a:cubicBezTo>
                    <a:pt x="3" y="42"/>
                    <a:pt x="6" y="43"/>
                    <a:pt x="6" y="44"/>
                  </a:cubicBezTo>
                  <a:cubicBezTo>
                    <a:pt x="5" y="46"/>
                    <a:pt x="0" y="46"/>
                    <a:pt x="0" y="50"/>
                  </a:cubicBezTo>
                  <a:cubicBezTo>
                    <a:pt x="0" y="50"/>
                    <a:pt x="0" y="50"/>
                    <a:pt x="0" y="51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1" y="73"/>
                    <a:pt x="38" y="78"/>
                    <a:pt x="45" y="83"/>
                  </a:cubicBezTo>
                  <a:cubicBezTo>
                    <a:pt x="48" y="75"/>
                    <a:pt x="52" y="66"/>
                    <a:pt x="53" y="64"/>
                  </a:cubicBezTo>
                  <a:cubicBezTo>
                    <a:pt x="55" y="62"/>
                    <a:pt x="57" y="62"/>
                    <a:pt x="59" y="60"/>
                  </a:cubicBezTo>
                  <a:cubicBezTo>
                    <a:pt x="60" y="58"/>
                    <a:pt x="61" y="61"/>
                    <a:pt x="63" y="57"/>
                  </a:cubicBezTo>
                  <a:cubicBezTo>
                    <a:pt x="64" y="57"/>
                    <a:pt x="64" y="56"/>
                    <a:pt x="64" y="56"/>
                  </a:cubicBezTo>
                  <a:cubicBezTo>
                    <a:pt x="60" y="49"/>
                    <a:pt x="60" y="49"/>
                    <a:pt x="60" y="49"/>
                  </a:cubicBezTo>
                  <a:lnTo>
                    <a:pt x="59" y="19"/>
                  </a:ln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34" name="Freeform 144"/>
            <p:cNvSpPr>
              <a:spLocks/>
            </p:cNvSpPr>
            <p:nvPr/>
          </p:nvSpPr>
          <p:spPr bwMode="auto">
            <a:xfrm>
              <a:off x="6547946" y="4237447"/>
              <a:ext cx="137710" cy="147211"/>
            </a:xfrm>
            <a:custGeom>
              <a:avLst/>
              <a:gdLst>
                <a:gd name="T0" fmla="*/ 42 w 46"/>
                <a:gd name="T1" fmla="*/ 9 h 47"/>
                <a:gd name="T2" fmla="*/ 41 w 46"/>
                <a:gd name="T3" fmla="*/ 3 h 47"/>
                <a:gd name="T4" fmla="*/ 37 w 46"/>
                <a:gd name="T5" fmla="*/ 0 h 47"/>
                <a:gd name="T6" fmla="*/ 35 w 46"/>
                <a:gd name="T7" fmla="*/ 2 h 47"/>
                <a:gd name="T8" fmla="*/ 29 w 46"/>
                <a:gd name="T9" fmla="*/ 3 h 47"/>
                <a:gd name="T10" fmla="*/ 23 w 46"/>
                <a:gd name="T11" fmla="*/ 5 h 47"/>
                <a:gd name="T12" fmla="*/ 18 w 46"/>
                <a:gd name="T13" fmla="*/ 3 h 47"/>
                <a:gd name="T14" fmla="*/ 12 w 46"/>
                <a:gd name="T15" fmla="*/ 5 h 47"/>
                <a:gd name="T16" fmla="*/ 11 w 46"/>
                <a:gd name="T17" fmla="*/ 12 h 47"/>
                <a:gd name="T18" fmla="*/ 14 w 46"/>
                <a:gd name="T19" fmla="*/ 16 h 47"/>
                <a:gd name="T20" fmla="*/ 11 w 46"/>
                <a:gd name="T21" fmla="*/ 21 h 47"/>
                <a:gd name="T22" fmla="*/ 8 w 46"/>
                <a:gd name="T23" fmla="*/ 23 h 47"/>
                <a:gd name="T24" fmla="*/ 5 w 46"/>
                <a:gd name="T25" fmla="*/ 28 h 47"/>
                <a:gd name="T26" fmla="*/ 2 w 46"/>
                <a:gd name="T27" fmla="*/ 34 h 47"/>
                <a:gd name="T28" fmla="*/ 1 w 46"/>
                <a:gd name="T29" fmla="*/ 41 h 47"/>
                <a:gd name="T30" fmla="*/ 0 w 46"/>
                <a:gd name="T31" fmla="*/ 47 h 47"/>
                <a:gd name="T32" fmla="*/ 4 w 46"/>
                <a:gd name="T33" fmla="*/ 46 h 47"/>
                <a:gd name="T34" fmla="*/ 12 w 46"/>
                <a:gd name="T35" fmla="*/ 44 h 47"/>
                <a:gd name="T36" fmla="*/ 19 w 46"/>
                <a:gd name="T37" fmla="*/ 43 h 47"/>
                <a:gd name="T38" fmla="*/ 26 w 46"/>
                <a:gd name="T39" fmla="*/ 34 h 47"/>
                <a:gd name="T40" fmla="*/ 37 w 46"/>
                <a:gd name="T41" fmla="*/ 34 h 47"/>
                <a:gd name="T42" fmla="*/ 40 w 46"/>
                <a:gd name="T43" fmla="*/ 29 h 47"/>
                <a:gd name="T44" fmla="*/ 45 w 46"/>
                <a:gd name="T45" fmla="*/ 19 h 47"/>
                <a:gd name="T46" fmla="*/ 46 w 46"/>
                <a:gd name="T47" fmla="*/ 12 h 47"/>
                <a:gd name="T48" fmla="*/ 42 w 46"/>
                <a:gd name="T49" fmla="*/ 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" h="47">
                  <a:moveTo>
                    <a:pt x="42" y="9"/>
                  </a:moveTo>
                  <a:cubicBezTo>
                    <a:pt x="41" y="3"/>
                    <a:pt x="41" y="3"/>
                    <a:pt x="41" y="3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1"/>
                    <a:pt x="35" y="2"/>
                    <a:pt x="35" y="2"/>
                  </a:cubicBezTo>
                  <a:cubicBezTo>
                    <a:pt x="34" y="4"/>
                    <a:pt x="31" y="4"/>
                    <a:pt x="29" y="3"/>
                  </a:cubicBezTo>
                  <a:cubicBezTo>
                    <a:pt x="28" y="2"/>
                    <a:pt x="24" y="4"/>
                    <a:pt x="23" y="5"/>
                  </a:cubicBezTo>
                  <a:cubicBezTo>
                    <a:pt x="22" y="6"/>
                    <a:pt x="20" y="3"/>
                    <a:pt x="18" y="3"/>
                  </a:cubicBezTo>
                  <a:cubicBezTo>
                    <a:pt x="16" y="3"/>
                    <a:pt x="12" y="5"/>
                    <a:pt x="12" y="5"/>
                  </a:cubicBezTo>
                  <a:cubicBezTo>
                    <a:pt x="12" y="5"/>
                    <a:pt x="11" y="10"/>
                    <a:pt x="11" y="12"/>
                  </a:cubicBezTo>
                  <a:cubicBezTo>
                    <a:pt x="11" y="14"/>
                    <a:pt x="14" y="15"/>
                    <a:pt x="14" y="16"/>
                  </a:cubicBezTo>
                  <a:cubicBezTo>
                    <a:pt x="14" y="18"/>
                    <a:pt x="11" y="19"/>
                    <a:pt x="11" y="21"/>
                  </a:cubicBezTo>
                  <a:cubicBezTo>
                    <a:pt x="11" y="22"/>
                    <a:pt x="10" y="22"/>
                    <a:pt x="8" y="23"/>
                  </a:cubicBezTo>
                  <a:cubicBezTo>
                    <a:pt x="6" y="24"/>
                    <a:pt x="6" y="27"/>
                    <a:pt x="5" y="28"/>
                  </a:cubicBezTo>
                  <a:cubicBezTo>
                    <a:pt x="3" y="29"/>
                    <a:pt x="3" y="32"/>
                    <a:pt x="2" y="34"/>
                  </a:cubicBezTo>
                  <a:cubicBezTo>
                    <a:pt x="2" y="36"/>
                    <a:pt x="1" y="39"/>
                    <a:pt x="1" y="41"/>
                  </a:cubicBezTo>
                  <a:cubicBezTo>
                    <a:pt x="1" y="43"/>
                    <a:pt x="1" y="46"/>
                    <a:pt x="0" y="47"/>
                  </a:cubicBezTo>
                  <a:cubicBezTo>
                    <a:pt x="2" y="47"/>
                    <a:pt x="3" y="47"/>
                    <a:pt x="4" y="46"/>
                  </a:cubicBezTo>
                  <a:cubicBezTo>
                    <a:pt x="5" y="45"/>
                    <a:pt x="12" y="44"/>
                    <a:pt x="12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1" y="39"/>
                    <a:pt x="23" y="35"/>
                    <a:pt x="26" y="34"/>
                  </a:cubicBezTo>
                  <a:cubicBezTo>
                    <a:pt x="29" y="33"/>
                    <a:pt x="34" y="33"/>
                    <a:pt x="37" y="34"/>
                  </a:cubicBezTo>
                  <a:cubicBezTo>
                    <a:pt x="38" y="32"/>
                    <a:pt x="39" y="30"/>
                    <a:pt x="40" y="29"/>
                  </a:cubicBezTo>
                  <a:cubicBezTo>
                    <a:pt x="42" y="27"/>
                    <a:pt x="45" y="23"/>
                    <a:pt x="45" y="19"/>
                  </a:cubicBezTo>
                  <a:cubicBezTo>
                    <a:pt x="46" y="16"/>
                    <a:pt x="46" y="12"/>
                    <a:pt x="46" y="12"/>
                  </a:cubicBezTo>
                  <a:lnTo>
                    <a:pt x="42" y="9"/>
                  </a:ln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35" name="Freeform 145"/>
            <p:cNvSpPr>
              <a:spLocks/>
            </p:cNvSpPr>
            <p:nvPr/>
          </p:nvSpPr>
          <p:spPr bwMode="auto">
            <a:xfrm>
              <a:off x="7228844" y="3055812"/>
              <a:ext cx="448831" cy="270764"/>
            </a:xfrm>
            <a:custGeom>
              <a:avLst/>
              <a:gdLst>
                <a:gd name="T0" fmla="*/ 145 w 149"/>
                <a:gd name="T1" fmla="*/ 49 h 87"/>
                <a:gd name="T2" fmla="*/ 134 w 149"/>
                <a:gd name="T3" fmla="*/ 44 h 87"/>
                <a:gd name="T4" fmla="*/ 127 w 149"/>
                <a:gd name="T5" fmla="*/ 44 h 87"/>
                <a:gd name="T6" fmla="*/ 119 w 149"/>
                <a:gd name="T7" fmla="*/ 42 h 87"/>
                <a:gd name="T8" fmla="*/ 110 w 149"/>
                <a:gd name="T9" fmla="*/ 48 h 87"/>
                <a:gd name="T10" fmla="*/ 106 w 149"/>
                <a:gd name="T11" fmla="*/ 50 h 87"/>
                <a:gd name="T12" fmla="*/ 99 w 149"/>
                <a:gd name="T13" fmla="*/ 45 h 87"/>
                <a:gd name="T14" fmla="*/ 92 w 149"/>
                <a:gd name="T15" fmla="*/ 43 h 87"/>
                <a:gd name="T16" fmla="*/ 88 w 149"/>
                <a:gd name="T17" fmla="*/ 35 h 87"/>
                <a:gd name="T18" fmla="*/ 86 w 149"/>
                <a:gd name="T19" fmla="*/ 27 h 87"/>
                <a:gd name="T20" fmla="*/ 79 w 149"/>
                <a:gd name="T21" fmla="*/ 22 h 87"/>
                <a:gd name="T22" fmla="*/ 62 w 149"/>
                <a:gd name="T23" fmla="*/ 21 h 87"/>
                <a:gd name="T24" fmla="*/ 51 w 149"/>
                <a:gd name="T25" fmla="*/ 22 h 87"/>
                <a:gd name="T26" fmla="*/ 41 w 149"/>
                <a:gd name="T27" fmla="*/ 11 h 87"/>
                <a:gd name="T28" fmla="*/ 39 w 149"/>
                <a:gd name="T29" fmla="*/ 15 h 87"/>
                <a:gd name="T30" fmla="*/ 28 w 149"/>
                <a:gd name="T31" fmla="*/ 13 h 87"/>
                <a:gd name="T32" fmla="*/ 27 w 149"/>
                <a:gd name="T33" fmla="*/ 1 h 87"/>
                <a:gd name="T34" fmla="*/ 24 w 149"/>
                <a:gd name="T35" fmla="*/ 13 h 87"/>
                <a:gd name="T36" fmla="*/ 23 w 149"/>
                <a:gd name="T37" fmla="*/ 0 h 87"/>
                <a:gd name="T38" fmla="*/ 1 w 149"/>
                <a:gd name="T39" fmla="*/ 6 h 87"/>
                <a:gd name="T40" fmla="*/ 0 w 149"/>
                <a:gd name="T41" fmla="*/ 43 h 87"/>
                <a:gd name="T42" fmla="*/ 0 w 149"/>
                <a:gd name="T43" fmla="*/ 43 h 87"/>
                <a:gd name="T44" fmla="*/ 6 w 149"/>
                <a:gd name="T45" fmla="*/ 44 h 87"/>
                <a:gd name="T46" fmla="*/ 9 w 149"/>
                <a:gd name="T47" fmla="*/ 40 h 87"/>
                <a:gd name="T48" fmla="*/ 15 w 149"/>
                <a:gd name="T49" fmla="*/ 36 h 87"/>
                <a:gd name="T50" fmla="*/ 18 w 149"/>
                <a:gd name="T51" fmla="*/ 33 h 87"/>
                <a:gd name="T52" fmla="*/ 22 w 149"/>
                <a:gd name="T53" fmla="*/ 31 h 87"/>
                <a:gd name="T54" fmla="*/ 28 w 149"/>
                <a:gd name="T55" fmla="*/ 33 h 87"/>
                <a:gd name="T56" fmla="*/ 34 w 149"/>
                <a:gd name="T57" fmla="*/ 35 h 87"/>
                <a:gd name="T58" fmla="*/ 37 w 149"/>
                <a:gd name="T59" fmla="*/ 44 h 87"/>
                <a:gd name="T60" fmla="*/ 50 w 149"/>
                <a:gd name="T61" fmla="*/ 45 h 87"/>
                <a:gd name="T62" fmla="*/ 53 w 149"/>
                <a:gd name="T63" fmla="*/ 51 h 87"/>
                <a:gd name="T64" fmla="*/ 57 w 149"/>
                <a:gd name="T65" fmla="*/ 58 h 87"/>
                <a:gd name="T66" fmla="*/ 65 w 149"/>
                <a:gd name="T67" fmla="*/ 64 h 87"/>
                <a:gd name="T68" fmla="*/ 75 w 149"/>
                <a:gd name="T69" fmla="*/ 70 h 87"/>
                <a:gd name="T70" fmla="*/ 84 w 149"/>
                <a:gd name="T71" fmla="*/ 75 h 87"/>
                <a:gd name="T72" fmla="*/ 91 w 149"/>
                <a:gd name="T73" fmla="*/ 78 h 87"/>
                <a:gd name="T74" fmla="*/ 92 w 149"/>
                <a:gd name="T75" fmla="*/ 83 h 87"/>
                <a:gd name="T76" fmla="*/ 93 w 149"/>
                <a:gd name="T77" fmla="*/ 83 h 87"/>
                <a:gd name="T78" fmla="*/ 99 w 149"/>
                <a:gd name="T79" fmla="*/ 86 h 87"/>
                <a:gd name="T80" fmla="*/ 103 w 149"/>
                <a:gd name="T81" fmla="*/ 87 h 87"/>
                <a:gd name="T82" fmla="*/ 106 w 149"/>
                <a:gd name="T83" fmla="*/ 78 h 87"/>
                <a:gd name="T84" fmla="*/ 105 w 149"/>
                <a:gd name="T85" fmla="*/ 71 h 87"/>
                <a:gd name="T86" fmla="*/ 100 w 149"/>
                <a:gd name="T87" fmla="*/ 64 h 87"/>
                <a:gd name="T88" fmla="*/ 108 w 149"/>
                <a:gd name="T89" fmla="*/ 61 h 87"/>
                <a:gd name="T90" fmla="*/ 111 w 149"/>
                <a:gd name="T91" fmla="*/ 57 h 87"/>
                <a:gd name="T92" fmla="*/ 115 w 149"/>
                <a:gd name="T93" fmla="*/ 52 h 87"/>
                <a:gd name="T94" fmla="*/ 121 w 149"/>
                <a:gd name="T95" fmla="*/ 51 h 87"/>
                <a:gd name="T96" fmla="*/ 127 w 149"/>
                <a:gd name="T97" fmla="*/ 49 h 87"/>
                <a:gd name="T98" fmla="*/ 124 w 149"/>
                <a:gd name="T99" fmla="*/ 56 h 87"/>
                <a:gd name="T100" fmla="*/ 134 w 149"/>
                <a:gd name="T101" fmla="*/ 55 h 87"/>
                <a:gd name="T102" fmla="*/ 142 w 149"/>
                <a:gd name="T103" fmla="*/ 53 h 87"/>
                <a:gd name="T104" fmla="*/ 145 w 149"/>
                <a:gd name="T105" fmla="*/ 49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" h="87">
                  <a:moveTo>
                    <a:pt x="145" y="49"/>
                  </a:moveTo>
                  <a:cubicBezTo>
                    <a:pt x="141" y="46"/>
                    <a:pt x="134" y="42"/>
                    <a:pt x="134" y="44"/>
                  </a:cubicBezTo>
                  <a:cubicBezTo>
                    <a:pt x="133" y="46"/>
                    <a:pt x="129" y="46"/>
                    <a:pt x="127" y="44"/>
                  </a:cubicBezTo>
                  <a:cubicBezTo>
                    <a:pt x="125" y="42"/>
                    <a:pt x="124" y="40"/>
                    <a:pt x="119" y="42"/>
                  </a:cubicBezTo>
                  <a:cubicBezTo>
                    <a:pt x="114" y="44"/>
                    <a:pt x="111" y="46"/>
                    <a:pt x="110" y="48"/>
                  </a:cubicBezTo>
                  <a:cubicBezTo>
                    <a:pt x="110" y="50"/>
                    <a:pt x="107" y="52"/>
                    <a:pt x="106" y="50"/>
                  </a:cubicBezTo>
                  <a:cubicBezTo>
                    <a:pt x="106" y="47"/>
                    <a:pt x="102" y="46"/>
                    <a:pt x="99" y="45"/>
                  </a:cubicBezTo>
                  <a:cubicBezTo>
                    <a:pt x="97" y="45"/>
                    <a:pt x="93" y="46"/>
                    <a:pt x="92" y="43"/>
                  </a:cubicBezTo>
                  <a:cubicBezTo>
                    <a:pt x="92" y="41"/>
                    <a:pt x="88" y="38"/>
                    <a:pt x="88" y="35"/>
                  </a:cubicBezTo>
                  <a:cubicBezTo>
                    <a:pt x="87" y="32"/>
                    <a:pt x="88" y="27"/>
                    <a:pt x="86" y="27"/>
                  </a:cubicBezTo>
                  <a:cubicBezTo>
                    <a:pt x="83" y="26"/>
                    <a:pt x="81" y="22"/>
                    <a:pt x="79" y="22"/>
                  </a:cubicBezTo>
                  <a:cubicBezTo>
                    <a:pt x="77" y="22"/>
                    <a:pt x="64" y="22"/>
                    <a:pt x="62" y="21"/>
                  </a:cubicBezTo>
                  <a:cubicBezTo>
                    <a:pt x="60" y="20"/>
                    <a:pt x="52" y="24"/>
                    <a:pt x="51" y="22"/>
                  </a:cubicBezTo>
                  <a:cubicBezTo>
                    <a:pt x="50" y="20"/>
                    <a:pt x="44" y="14"/>
                    <a:pt x="41" y="11"/>
                  </a:cubicBezTo>
                  <a:cubicBezTo>
                    <a:pt x="41" y="12"/>
                    <a:pt x="40" y="14"/>
                    <a:pt x="39" y="15"/>
                  </a:cubicBezTo>
                  <a:cubicBezTo>
                    <a:pt x="32" y="19"/>
                    <a:pt x="26" y="18"/>
                    <a:pt x="28" y="13"/>
                  </a:cubicBezTo>
                  <a:cubicBezTo>
                    <a:pt x="30" y="7"/>
                    <a:pt x="31" y="1"/>
                    <a:pt x="27" y="1"/>
                  </a:cubicBezTo>
                  <a:cubicBezTo>
                    <a:pt x="24" y="1"/>
                    <a:pt x="26" y="12"/>
                    <a:pt x="24" y="13"/>
                  </a:cubicBezTo>
                  <a:cubicBezTo>
                    <a:pt x="22" y="14"/>
                    <a:pt x="21" y="5"/>
                    <a:pt x="23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" y="44"/>
                    <a:pt x="5" y="44"/>
                    <a:pt x="6" y="44"/>
                  </a:cubicBezTo>
                  <a:cubicBezTo>
                    <a:pt x="9" y="45"/>
                    <a:pt x="9" y="42"/>
                    <a:pt x="9" y="40"/>
                  </a:cubicBezTo>
                  <a:cubicBezTo>
                    <a:pt x="9" y="39"/>
                    <a:pt x="13" y="36"/>
                    <a:pt x="15" y="36"/>
                  </a:cubicBezTo>
                  <a:cubicBezTo>
                    <a:pt x="18" y="36"/>
                    <a:pt x="17" y="33"/>
                    <a:pt x="18" y="33"/>
                  </a:cubicBezTo>
                  <a:cubicBezTo>
                    <a:pt x="19" y="33"/>
                    <a:pt x="21" y="32"/>
                    <a:pt x="22" y="31"/>
                  </a:cubicBezTo>
                  <a:cubicBezTo>
                    <a:pt x="22" y="30"/>
                    <a:pt x="26" y="31"/>
                    <a:pt x="28" y="33"/>
                  </a:cubicBezTo>
                  <a:cubicBezTo>
                    <a:pt x="29" y="34"/>
                    <a:pt x="32" y="34"/>
                    <a:pt x="34" y="35"/>
                  </a:cubicBezTo>
                  <a:cubicBezTo>
                    <a:pt x="36" y="35"/>
                    <a:pt x="37" y="42"/>
                    <a:pt x="37" y="44"/>
                  </a:cubicBezTo>
                  <a:cubicBezTo>
                    <a:pt x="37" y="45"/>
                    <a:pt x="48" y="45"/>
                    <a:pt x="50" y="45"/>
                  </a:cubicBezTo>
                  <a:cubicBezTo>
                    <a:pt x="51" y="45"/>
                    <a:pt x="51" y="48"/>
                    <a:pt x="53" y="51"/>
                  </a:cubicBezTo>
                  <a:cubicBezTo>
                    <a:pt x="55" y="53"/>
                    <a:pt x="56" y="56"/>
                    <a:pt x="57" y="58"/>
                  </a:cubicBezTo>
                  <a:cubicBezTo>
                    <a:pt x="58" y="59"/>
                    <a:pt x="64" y="62"/>
                    <a:pt x="65" y="64"/>
                  </a:cubicBezTo>
                  <a:cubicBezTo>
                    <a:pt x="67" y="66"/>
                    <a:pt x="71" y="68"/>
                    <a:pt x="75" y="70"/>
                  </a:cubicBezTo>
                  <a:cubicBezTo>
                    <a:pt x="78" y="71"/>
                    <a:pt x="82" y="76"/>
                    <a:pt x="84" y="75"/>
                  </a:cubicBezTo>
                  <a:cubicBezTo>
                    <a:pt x="86" y="75"/>
                    <a:pt x="91" y="78"/>
                    <a:pt x="91" y="78"/>
                  </a:cubicBezTo>
                  <a:cubicBezTo>
                    <a:pt x="92" y="83"/>
                    <a:pt x="92" y="83"/>
                    <a:pt x="92" y="83"/>
                  </a:cubicBezTo>
                  <a:cubicBezTo>
                    <a:pt x="92" y="83"/>
                    <a:pt x="92" y="83"/>
                    <a:pt x="93" y="83"/>
                  </a:cubicBezTo>
                  <a:cubicBezTo>
                    <a:pt x="96" y="82"/>
                    <a:pt x="97" y="86"/>
                    <a:pt x="99" y="86"/>
                  </a:cubicBezTo>
                  <a:cubicBezTo>
                    <a:pt x="100" y="86"/>
                    <a:pt x="102" y="86"/>
                    <a:pt x="103" y="87"/>
                  </a:cubicBezTo>
                  <a:cubicBezTo>
                    <a:pt x="103" y="82"/>
                    <a:pt x="104" y="80"/>
                    <a:pt x="106" y="78"/>
                  </a:cubicBezTo>
                  <a:cubicBezTo>
                    <a:pt x="109" y="77"/>
                    <a:pt x="105" y="74"/>
                    <a:pt x="105" y="71"/>
                  </a:cubicBezTo>
                  <a:cubicBezTo>
                    <a:pt x="106" y="68"/>
                    <a:pt x="100" y="67"/>
                    <a:pt x="100" y="64"/>
                  </a:cubicBezTo>
                  <a:cubicBezTo>
                    <a:pt x="101" y="62"/>
                    <a:pt x="106" y="62"/>
                    <a:pt x="108" y="61"/>
                  </a:cubicBezTo>
                  <a:cubicBezTo>
                    <a:pt x="110" y="60"/>
                    <a:pt x="109" y="57"/>
                    <a:pt x="111" y="57"/>
                  </a:cubicBezTo>
                  <a:cubicBezTo>
                    <a:pt x="113" y="57"/>
                    <a:pt x="114" y="54"/>
                    <a:pt x="115" y="52"/>
                  </a:cubicBezTo>
                  <a:cubicBezTo>
                    <a:pt x="116" y="50"/>
                    <a:pt x="119" y="52"/>
                    <a:pt x="121" y="51"/>
                  </a:cubicBezTo>
                  <a:cubicBezTo>
                    <a:pt x="123" y="49"/>
                    <a:pt x="126" y="48"/>
                    <a:pt x="127" y="49"/>
                  </a:cubicBezTo>
                  <a:cubicBezTo>
                    <a:pt x="128" y="50"/>
                    <a:pt x="125" y="55"/>
                    <a:pt x="124" y="56"/>
                  </a:cubicBezTo>
                  <a:cubicBezTo>
                    <a:pt x="128" y="56"/>
                    <a:pt x="133" y="56"/>
                    <a:pt x="134" y="55"/>
                  </a:cubicBezTo>
                  <a:cubicBezTo>
                    <a:pt x="135" y="53"/>
                    <a:pt x="140" y="57"/>
                    <a:pt x="142" y="53"/>
                  </a:cubicBezTo>
                  <a:cubicBezTo>
                    <a:pt x="143" y="50"/>
                    <a:pt x="149" y="52"/>
                    <a:pt x="145" y="4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36" name="Freeform 146"/>
            <p:cNvSpPr>
              <a:spLocks noEditPoints="1"/>
            </p:cNvSpPr>
            <p:nvPr/>
          </p:nvSpPr>
          <p:spPr bwMode="auto">
            <a:xfrm>
              <a:off x="5941004" y="1540325"/>
              <a:ext cx="657946" cy="1073854"/>
            </a:xfrm>
            <a:custGeom>
              <a:avLst/>
              <a:gdLst>
                <a:gd name="T0" fmla="*/ 206 w 218"/>
                <a:gd name="T1" fmla="*/ 180 h 345"/>
                <a:gd name="T2" fmla="*/ 207 w 218"/>
                <a:gd name="T3" fmla="*/ 170 h 345"/>
                <a:gd name="T4" fmla="*/ 195 w 218"/>
                <a:gd name="T5" fmla="*/ 168 h 345"/>
                <a:gd name="T6" fmla="*/ 181 w 218"/>
                <a:gd name="T7" fmla="*/ 167 h 345"/>
                <a:gd name="T8" fmla="*/ 175 w 218"/>
                <a:gd name="T9" fmla="*/ 166 h 345"/>
                <a:gd name="T10" fmla="*/ 162 w 218"/>
                <a:gd name="T11" fmla="*/ 169 h 345"/>
                <a:gd name="T12" fmla="*/ 151 w 218"/>
                <a:gd name="T13" fmla="*/ 181 h 345"/>
                <a:gd name="T14" fmla="*/ 151 w 218"/>
                <a:gd name="T15" fmla="*/ 168 h 345"/>
                <a:gd name="T16" fmla="*/ 136 w 218"/>
                <a:gd name="T17" fmla="*/ 177 h 345"/>
                <a:gd name="T18" fmla="*/ 130 w 218"/>
                <a:gd name="T19" fmla="*/ 180 h 345"/>
                <a:gd name="T20" fmla="*/ 123 w 218"/>
                <a:gd name="T21" fmla="*/ 178 h 345"/>
                <a:gd name="T22" fmla="*/ 112 w 218"/>
                <a:gd name="T23" fmla="*/ 187 h 345"/>
                <a:gd name="T24" fmla="*/ 104 w 218"/>
                <a:gd name="T25" fmla="*/ 194 h 345"/>
                <a:gd name="T26" fmla="*/ 96 w 218"/>
                <a:gd name="T27" fmla="*/ 197 h 345"/>
                <a:gd name="T28" fmla="*/ 83 w 218"/>
                <a:gd name="T29" fmla="*/ 200 h 345"/>
                <a:gd name="T30" fmla="*/ 78 w 218"/>
                <a:gd name="T31" fmla="*/ 208 h 345"/>
                <a:gd name="T32" fmla="*/ 96 w 218"/>
                <a:gd name="T33" fmla="*/ 208 h 345"/>
                <a:gd name="T34" fmla="*/ 83 w 218"/>
                <a:gd name="T35" fmla="*/ 218 h 345"/>
                <a:gd name="T36" fmla="*/ 64 w 218"/>
                <a:gd name="T37" fmla="*/ 238 h 345"/>
                <a:gd name="T38" fmla="*/ 52 w 218"/>
                <a:gd name="T39" fmla="*/ 254 h 345"/>
                <a:gd name="T40" fmla="*/ 42 w 218"/>
                <a:gd name="T41" fmla="*/ 269 h 345"/>
                <a:gd name="T42" fmla="*/ 27 w 218"/>
                <a:gd name="T43" fmla="*/ 279 h 345"/>
                <a:gd name="T44" fmla="*/ 12 w 218"/>
                <a:gd name="T45" fmla="*/ 289 h 345"/>
                <a:gd name="T46" fmla="*/ 4 w 218"/>
                <a:gd name="T47" fmla="*/ 301 h 345"/>
                <a:gd name="T48" fmla="*/ 2 w 218"/>
                <a:gd name="T49" fmla="*/ 317 h 345"/>
                <a:gd name="T50" fmla="*/ 9 w 218"/>
                <a:gd name="T51" fmla="*/ 322 h 345"/>
                <a:gd name="T52" fmla="*/ 7 w 218"/>
                <a:gd name="T53" fmla="*/ 328 h 345"/>
                <a:gd name="T54" fmla="*/ 15 w 218"/>
                <a:gd name="T55" fmla="*/ 341 h 345"/>
                <a:gd name="T56" fmla="*/ 48 w 218"/>
                <a:gd name="T57" fmla="*/ 325 h 345"/>
                <a:gd name="T58" fmla="*/ 58 w 218"/>
                <a:gd name="T59" fmla="*/ 328 h 345"/>
                <a:gd name="T60" fmla="*/ 64 w 218"/>
                <a:gd name="T61" fmla="*/ 307 h 345"/>
                <a:gd name="T62" fmla="*/ 62 w 218"/>
                <a:gd name="T63" fmla="*/ 281 h 345"/>
                <a:gd name="T64" fmla="*/ 77 w 218"/>
                <a:gd name="T65" fmla="*/ 261 h 345"/>
                <a:gd name="T66" fmla="*/ 88 w 218"/>
                <a:gd name="T67" fmla="*/ 237 h 345"/>
                <a:gd name="T68" fmla="*/ 98 w 218"/>
                <a:gd name="T69" fmla="*/ 215 h 345"/>
                <a:gd name="T70" fmla="*/ 122 w 218"/>
                <a:gd name="T71" fmla="*/ 204 h 345"/>
                <a:gd name="T72" fmla="*/ 138 w 218"/>
                <a:gd name="T73" fmla="*/ 192 h 345"/>
                <a:gd name="T74" fmla="*/ 168 w 218"/>
                <a:gd name="T75" fmla="*/ 201 h 345"/>
                <a:gd name="T76" fmla="*/ 187 w 218"/>
                <a:gd name="T77" fmla="*/ 181 h 345"/>
                <a:gd name="T78" fmla="*/ 206 w 218"/>
                <a:gd name="T79" fmla="*/ 190 h 345"/>
                <a:gd name="T80" fmla="*/ 61 w 218"/>
                <a:gd name="T81" fmla="*/ 25 h 345"/>
                <a:gd name="T82" fmla="*/ 81 w 218"/>
                <a:gd name="T83" fmla="*/ 36 h 345"/>
                <a:gd name="T84" fmla="*/ 96 w 218"/>
                <a:gd name="T85" fmla="*/ 40 h 345"/>
                <a:gd name="T86" fmla="*/ 98 w 218"/>
                <a:gd name="T87" fmla="*/ 51 h 345"/>
                <a:gd name="T88" fmla="*/ 83 w 218"/>
                <a:gd name="T89" fmla="*/ 65 h 345"/>
                <a:gd name="T90" fmla="*/ 99 w 218"/>
                <a:gd name="T91" fmla="*/ 71 h 345"/>
                <a:gd name="T92" fmla="*/ 119 w 218"/>
                <a:gd name="T93" fmla="*/ 39 h 345"/>
                <a:gd name="T94" fmla="*/ 135 w 218"/>
                <a:gd name="T95" fmla="*/ 47 h 345"/>
                <a:gd name="T96" fmla="*/ 157 w 218"/>
                <a:gd name="T97" fmla="*/ 56 h 345"/>
                <a:gd name="T98" fmla="*/ 150 w 218"/>
                <a:gd name="T99" fmla="*/ 44 h 345"/>
                <a:gd name="T100" fmla="*/ 131 w 218"/>
                <a:gd name="T101" fmla="*/ 29 h 345"/>
                <a:gd name="T102" fmla="*/ 112 w 218"/>
                <a:gd name="T103" fmla="*/ 19 h 345"/>
                <a:gd name="T104" fmla="*/ 94 w 218"/>
                <a:gd name="T105" fmla="*/ 9 h 345"/>
                <a:gd name="T106" fmla="*/ 87 w 218"/>
                <a:gd name="T107" fmla="*/ 19 h 345"/>
                <a:gd name="T108" fmla="*/ 69 w 218"/>
                <a:gd name="T109" fmla="*/ 18 h 345"/>
                <a:gd name="T110" fmla="*/ 59 w 218"/>
                <a:gd name="T111" fmla="*/ 14 h 345"/>
                <a:gd name="T112" fmla="*/ 53 w 218"/>
                <a:gd name="T113" fmla="*/ 40 h 345"/>
                <a:gd name="T114" fmla="*/ 53 w 218"/>
                <a:gd name="T115" fmla="*/ 40 h 345"/>
                <a:gd name="T116" fmla="*/ 124 w 218"/>
                <a:gd name="T117" fmla="*/ 20 h 345"/>
                <a:gd name="T118" fmla="*/ 175 w 218"/>
                <a:gd name="T119" fmla="*/ 18 h 345"/>
                <a:gd name="T120" fmla="*/ 152 w 218"/>
                <a:gd name="T121" fmla="*/ 7 h 345"/>
                <a:gd name="T122" fmla="*/ 133 w 218"/>
                <a:gd name="T123" fmla="*/ 6 h 345"/>
                <a:gd name="T124" fmla="*/ 118 w 218"/>
                <a:gd name="T125" fmla="*/ 7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8" h="345">
                  <a:moveTo>
                    <a:pt x="211" y="184"/>
                  </a:moveTo>
                  <a:cubicBezTo>
                    <a:pt x="211" y="186"/>
                    <a:pt x="207" y="186"/>
                    <a:pt x="207" y="184"/>
                  </a:cubicBezTo>
                  <a:cubicBezTo>
                    <a:pt x="208" y="182"/>
                    <a:pt x="202" y="180"/>
                    <a:pt x="202" y="180"/>
                  </a:cubicBezTo>
                  <a:cubicBezTo>
                    <a:pt x="202" y="179"/>
                    <a:pt x="204" y="179"/>
                    <a:pt x="206" y="180"/>
                  </a:cubicBezTo>
                  <a:cubicBezTo>
                    <a:pt x="208" y="181"/>
                    <a:pt x="210" y="180"/>
                    <a:pt x="212" y="178"/>
                  </a:cubicBezTo>
                  <a:cubicBezTo>
                    <a:pt x="214" y="176"/>
                    <a:pt x="217" y="178"/>
                    <a:pt x="218" y="176"/>
                  </a:cubicBezTo>
                  <a:cubicBezTo>
                    <a:pt x="218" y="174"/>
                    <a:pt x="214" y="173"/>
                    <a:pt x="213" y="172"/>
                  </a:cubicBezTo>
                  <a:cubicBezTo>
                    <a:pt x="212" y="171"/>
                    <a:pt x="210" y="169"/>
                    <a:pt x="207" y="170"/>
                  </a:cubicBezTo>
                  <a:cubicBezTo>
                    <a:pt x="204" y="170"/>
                    <a:pt x="204" y="169"/>
                    <a:pt x="202" y="167"/>
                  </a:cubicBezTo>
                  <a:cubicBezTo>
                    <a:pt x="201" y="166"/>
                    <a:pt x="196" y="168"/>
                    <a:pt x="196" y="172"/>
                  </a:cubicBezTo>
                  <a:cubicBezTo>
                    <a:pt x="196" y="175"/>
                    <a:pt x="193" y="175"/>
                    <a:pt x="194" y="173"/>
                  </a:cubicBezTo>
                  <a:cubicBezTo>
                    <a:pt x="195" y="171"/>
                    <a:pt x="192" y="169"/>
                    <a:pt x="195" y="168"/>
                  </a:cubicBezTo>
                  <a:cubicBezTo>
                    <a:pt x="197" y="167"/>
                    <a:pt x="196" y="164"/>
                    <a:pt x="191" y="163"/>
                  </a:cubicBezTo>
                  <a:cubicBezTo>
                    <a:pt x="187" y="163"/>
                    <a:pt x="185" y="167"/>
                    <a:pt x="186" y="168"/>
                  </a:cubicBezTo>
                  <a:cubicBezTo>
                    <a:pt x="187" y="169"/>
                    <a:pt x="183" y="175"/>
                    <a:pt x="181" y="175"/>
                  </a:cubicBezTo>
                  <a:cubicBezTo>
                    <a:pt x="179" y="175"/>
                    <a:pt x="181" y="170"/>
                    <a:pt x="181" y="167"/>
                  </a:cubicBezTo>
                  <a:cubicBezTo>
                    <a:pt x="181" y="165"/>
                    <a:pt x="179" y="166"/>
                    <a:pt x="176" y="170"/>
                  </a:cubicBezTo>
                  <a:cubicBezTo>
                    <a:pt x="172" y="174"/>
                    <a:pt x="170" y="178"/>
                    <a:pt x="168" y="178"/>
                  </a:cubicBezTo>
                  <a:cubicBezTo>
                    <a:pt x="166" y="179"/>
                    <a:pt x="166" y="175"/>
                    <a:pt x="169" y="173"/>
                  </a:cubicBezTo>
                  <a:cubicBezTo>
                    <a:pt x="172" y="171"/>
                    <a:pt x="173" y="166"/>
                    <a:pt x="175" y="166"/>
                  </a:cubicBezTo>
                  <a:cubicBezTo>
                    <a:pt x="177" y="166"/>
                    <a:pt x="177" y="164"/>
                    <a:pt x="174" y="163"/>
                  </a:cubicBezTo>
                  <a:cubicBezTo>
                    <a:pt x="171" y="162"/>
                    <a:pt x="170" y="166"/>
                    <a:pt x="169" y="167"/>
                  </a:cubicBezTo>
                  <a:cubicBezTo>
                    <a:pt x="168" y="168"/>
                    <a:pt x="163" y="165"/>
                    <a:pt x="163" y="166"/>
                  </a:cubicBezTo>
                  <a:cubicBezTo>
                    <a:pt x="163" y="167"/>
                    <a:pt x="160" y="168"/>
                    <a:pt x="162" y="169"/>
                  </a:cubicBezTo>
                  <a:cubicBezTo>
                    <a:pt x="163" y="171"/>
                    <a:pt x="161" y="173"/>
                    <a:pt x="160" y="171"/>
                  </a:cubicBezTo>
                  <a:cubicBezTo>
                    <a:pt x="159" y="168"/>
                    <a:pt x="155" y="170"/>
                    <a:pt x="154" y="173"/>
                  </a:cubicBezTo>
                  <a:cubicBezTo>
                    <a:pt x="152" y="175"/>
                    <a:pt x="150" y="175"/>
                    <a:pt x="152" y="176"/>
                  </a:cubicBezTo>
                  <a:cubicBezTo>
                    <a:pt x="153" y="177"/>
                    <a:pt x="153" y="180"/>
                    <a:pt x="151" y="181"/>
                  </a:cubicBezTo>
                  <a:cubicBezTo>
                    <a:pt x="149" y="181"/>
                    <a:pt x="150" y="175"/>
                    <a:pt x="148" y="175"/>
                  </a:cubicBezTo>
                  <a:cubicBezTo>
                    <a:pt x="146" y="176"/>
                    <a:pt x="147" y="172"/>
                    <a:pt x="150" y="172"/>
                  </a:cubicBezTo>
                  <a:cubicBezTo>
                    <a:pt x="152" y="172"/>
                    <a:pt x="154" y="169"/>
                    <a:pt x="154" y="168"/>
                  </a:cubicBezTo>
                  <a:cubicBezTo>
                    <a:pt x="154" y="166"/>
                    <a:pt x="151" y="167"/>
                    <a:pt x="151" y="168"/>
                  </a:cubicBezTo>
                  <a:cubicBezTo>
                    <a:pt x="151" y="170"/>
                    <a:pt x="147" y="170"/>
                    <a:pt x="144" y="170"/>
                  </a:cubicBezTo>
                  <a:cubicBezTo>
                    <a:pt x="141" y="170"/>
                    <a:pt x="141" y="173"/>
                    <a:pt x="145" y="175"/>
                  </a:cubicBezTo>
                  <a:cubicBezTo>
                    <a:pt x="148" y="177"/>
                    <a:pt x="144" y="179"/>
                    <a:pt x="142" y="177"/>
                  </a:cubicBezTo>
                  <a:cubicBezTo>
                    <a:pt x="141" y="176"/>
                    <a:pt x="138" y="176"/>
                    <a:pt x="136" y="177"/>
                  </a:cubicBezTo>
                  <a:cubicBezTo>
                    <a:pt x="134" y="178"/>
                    <a:pt x="141" y="180"/>
                    <a:pt x="141" y="182"/>
                  </a:cubicBezTo>
                  <a:cubicBezTo>
                    <a:pt x="141" y="183"/>
                    <a:pt x="138" y="180"/>
                    <a:pt x="137" y="181"/>
                  </a:cubicBezTo>
                  <a:cubicBezTo>
                    <a:pt x="136" y="182"/>
                    <a:pt x="133" y="180"/>
                    <a:pt x="132" y="178"/>
                  </a:cubicBezTo>
                  <a:cubicBezTo>
                    <a:pt x="132" y="176"/>
                    <a:pt x="127" y="179"/>
                    <a:pt x="130" y="180"/>
                  </a:cubicBezTo>
                  <a:cubicBezTo>
                    <a:pt x="133" y="181"/>
                    <a:pt x="132" y="183"/>
                    <a:pt x="132" y="185"/>
                  </a:cubicBezTo>
                  <a:cubicBezTo>
                    <a:pt x="132" y="188"/>
                    <a:pt x="128" y="186"/>
                    <a:pt x="129" y="184"/>
                  </a:cubicBezTo>
                  <a:cubicBezTo>
                    <a:pt x="130" y="181"/>
                    <a:pt x="127" y="182"/>
                    <a:pt x="124" y="183"/>
                  </a:cubicBezTo>
                  <a:cubicBezTo>
                    <a:pt x="122" y="185"/>
                    <a:pt x="124" y="181"/>
                    <a:pt x="123" y="178"/>
                  </a:cubicBezTo>
                  <a:cubicBezTo>
                    <a:pt x="122" y="176"/>
                    <a:pt x="120" y="178"/>
                    <a:pt x="118" y="179"/>
                  </a:cubicBezTo>
                  <a:cubicBezTo>
                    <a:pt x="115" y="179"/>
                    <a:pt x="114" y="180"/>
                    <a:pt x="115" y="181"/>
                  </a:cubicBezTo>
                  <a:cubicBezTo>
                    <a:pt x="117" y="183"/>
                    <a:pt x="117" y="186"/>
                    <a:pt x="114" y="185"/>
                  </a:cubicBezTo>
                  <a:cubicBezTo>
                    <a:pt x="112" y="185"/>
                    <a:pt x="111" y="185"/>
                    <a:pt x="112" y="187"/>
                  </a:cubicBezTo>
                  <a:cubicBezTo>
                    <a:pt x="112" y="189"/>
                    <a:pt x="109" y="189"/>
                    <a:pt x="109" y="188"/>
                  </a:cubicBezTo>
                  <a:cubicBezTo>
                    <a:pt x="108" y="186"/>
                    <a:pt x="104" y="186"/>
                    <a:pt x="103" y="188"/>
                  </a:cubicBezTo>
                  <a:cubicBezTo>
                    <a:pt x="102" y="190"/>
                    <a:pt x="98" y="192"/>
                    <a:pt x="99" y="194"/>
                  </a:cubicBezTo>
                  <a:cubicBezTo>
                    <a:pt x="99" y="196"/>
                    <a:pt x="102" y="193"/>
                    <a:pt x="104" y="194"/>
                  </a:cubicBezTo>
                  <a:cubicBezTo>
                    <a:pt x="106" y="194"/>
                    <a:pt x="104" y="195"/>
                    <a:pt x="105" y="197"/>
                  </a:cubicBezTo>
                  <a:cubicBezTo>
                    <a:pt x="106" y="198"/>
                    <a:pt x="106" y="200"/>
                    <a:pt x="104" y="199"/>
                  </a:cubicBezTo>
                  <a:cubicBezTo>
                    <a:pt x="103" y="197"/>
                    <a:pt x="100" y="197"/>
                    <a:pt x="100" y="199"/>
                  </a:cubicBezTo>
                  <a:cubicBezTo>
                    <a:pt x="100" y="202"/>
                    <a:pt x="98" y="199"/>
                    <a:pt x="96" y="197"/>
                  </a:cubicBezTo>
                  <a:cubicBezTo>
                    <a:pt x="95" y="195"/>
                    <a:pt x="93" y="201"/>
                    <a:pt x="92" y="199"/>
                  </a:cubicBezTo>
                  <a:cubicBezTo>
                    <a:pt x="90" y="198"/>
                    <a:pt x="95" y="194"/>
                    <a:pt x="94" y="192"/>
                  </a:cubicBezTo>
                  <a:cubicBezTo>
                    <a:pt x="92" y="191"/>
                    <a:pt x="92" y="193"/>
                    <a:pt x="89" y="196"/>
                  </a:cubicBezTo>
                  <a:cubicBezTo>
                    <a:pt x="86" y="199"/>
                    <a:pt x="82" y="199"/>
                    <a:pt x="83" y="200"/>
                  </a:cubicBezTo>
                  <a:cubicBezTo>
                    <a:pt x="85" y="202"/>
                    <a:pt x="80" y="203"/>
                    <a:pt x="80" y="205"/>
                  </a:cubicBezTo>
                  <a:cubicBezTo>
                    <a:pt x="79" y="207"/>
                    <a:pt x="73" y="208"/>
                    <a:pt x="69" y="211"/>
                  </a:cubicBezTo>
                  <a:cubicBezTo>
                    <a:pt x="66" y="213"/>
                    <a:pt x="70" y="213"/>
                    <a:pt x="72" y="211"/>
                  </a:cubicBezTo>
                  <a:cubicBezTo>
                    <a:pt x="74" y="209"/>
                    <a:pt x="75" y="210"/>
                    <a:pt x="78" y="208"/>
                  </a:cubicBezTo>
                  <a:cubicBezTo>
                    <a:pt x="82" y="206"/>
                    <a:pt x="85" y="204"/>
                    <a:pt x="87" y="205"/>
                  </a:cubicBezTo>
                  <a:cubicBezTo>
                    <a:pt x="88" y="206"/>
                    <a:pt x="90" y="206"/>
                    <a:pt x="92" y="204"/>
                  </a:cubicBezTo>
                  <a:cubicBezTo>
                    <a:pt x="93" y="202"/>
                    <a:pt x="95" y="202"/>
                    <a:pt x="97" y="204"/>
                  </a:cubicBezTo>
                  <a:cubicBezTo>
                    <a:pt x="99" y="205"/>
                    <a:pt x="94" y="206"/>
                    <a:pt x="96" y="208"/>
                  </a:cubicBezTo>
                  <a:cubicBezTo>
                    <a:pt x="98" y="210"/>
                    <a:pt x="94" y="211"/>
                    <a:pt x="94" y="210"/>
                  </a:cubicBezTo>
                  <a:cubicBezTo>
                    <a:pt x="94" y="208"/>
                    <a:pt x="91" y="206"/>
                    <a:pt x="90" y="208"/>
                  </a:cubicBezTo>
                  <a:cubicBezTo>
                    <a:pt x="90" y="210"/>
                    <a:pt x="88" y="211"/>
                    <a:pt x="86" y="211"/>
                  </a:cubicBezTo>
                  <a:cubicBezTo>
                    <a:pt x="85" y="212"/>
                    <a:pt x="83" y="215"/>
                    <a:pt x="83" y="218"/>
                  </a:cubicBezTo>
                  <a:cubicBezTo>
                    <a:pt x="83" y="221"/>
                    <a:pt x="80" y="218"/>
                    <a:pt x="80" y="220"/>
                  </a:cubicBezTo>
                  <a:cubicBezTo>
                    <a:pt x="80" y="223"/>
                    <a:pt x="76" y="227"/>
                    <a:pt x="72" y="231"/>
                  </a:cubicBezTo>
                  <a:cubicBezTo>
                    <a:pt x="69" y="234"/>
                    <a:pt x="72" y="235"/>
                    <a:pt x="71" y="237"/>
                  </a:cubicBezTo>
                  <a:cubicBezTo>
                    <a:pt x="70" y="239"/>
                    <a:pt x="66" y="237"/>
                    <a:pt x="64" y="238"/>
                  </a:cubicBezTo>
                  <a:cubicBezTo>
                    <a:pt x="63" y="239"/>
                    <a:pt x="65" y="244"/>
                    <a:pt x="63" y="246"/>
                  </a:cubicBezTo>
                  <a:cubicBezTo>
                    <a:pt x="61" y="247"/>
                    <a:pt x="63" y="250"/>
                    <a:pt x="63" y="251"/>
                  </a:cubicBezTo>
                  <a:cubicBezTo>
                    <a:pt x="63" y="253"/>
                    <a:pt x="58" y="250"/>
                    <a:pt x="58" y="252"/>
                  </a:cubicBezTo>
                  <a:cubicBezTo>
                    <a:pt x="58" y="254"/>
                    <a:pt x="53" y="254"/>
                    <a:pt x="52" y="254"/>
                  </a:cubicBezTo>
                  <a:cubicBezTo>
                    <a:pt x="51" y="255"/>
                    <a:pt x="55" y="258"/>
                    <a:pt x="57" y="259"/>
                  </a:cubicBezTo>
                  <a:cubicBezTo>
                    <a:pt x="59" y="261"/>
                    <a:pt x="55" y="262"/>
                    <a:pt x="54" y="260"/>
                  </a:cubicBezTo>
                  <a:cubicBezTo>
                    <a:pt x="54" y="258"/>
                    <a:pt x="51" y="262"/>
                    <a:pt x="47" y="263"/>
                  </a:cubicBezTo>
                  <a:cubicBezTo>
                    <a:pt x="43" y="265"/>
                    <a:pt x="45" y="269"/>
                    <a:pt x="42" y="269"/>
                  </a:cubicBezTo>
                  <a:cubicBezTo>
                    <a:pt x="39" y="269"/>
                    <a:pt x="39" y="274"/>
                    <a:pt x="37" y="275"/>
                  </a:cubicBezTo>
                  <a:cubicBezTo>
                    <a:pt x="35" y="277"/>
                    <a:pt x="36" y="272"/>
                    <a:pt x="33" y="272"/>
                  </a:cubicBezTo>
                  <a:cubicBezTo>
                    <a:pt x="30" y="271"/>
                    <a:pt x="30" y="274"/>
                    <a:pt x="32" y="276"/>
                  </a:cubicBezTo>
                  <a:cubicBezTo>
                    <a:pt x="34" y="279"/>
                    <a:pt x="29" y="277"/>
                    <a:pt x="27" y="279"/>
                  </a:cubicBezTo>
                  <a:cubicBezTo>
                    <a:pt x="25" y="281"/>
                    <a:pt x="20" y="280"/>
                    <a:pt x="19" y="282"/>
                  </a:cubicBezTo>
                  <a:cubicBezTo>
                    <a:pt x="18" y="284"/>
                    <a:pt x="23" y="284"/>
                    <a:pt x="24" y="285"/>
                  </a:cubicBezTo>
                  <a:cubicBezTo>
                    <a:pt x="24" y="287"/>
                    <a:pt x="19" y="286"/>
                    <a:pt x="16" y="286"/>
                  </a:cubicBezTo>
                  <a:cubicBezTo>
                    <a:pt x="14" y="285"/>
                    <a:pt x="14" y="289"/>
                    <a:pt x="12" y="289"/>
                  </a:cubicBezTo>
                  <a:cubicBezTo>
                    <a:pt x="9" y="288"/>
                    <a:pt x="6" y="291"/>
                    <a:pt x="8" y="292"/>
                  </a:cubicBezTo>
                  <a:cubicBezTo>
                    <a:pt x="10" y="294"/>
                    <a:pt x="7" y="294"/>
                    <a:pt x="5" y="293"/>
                  </a:cubicBezTo>
                  <a:cubicBezTo>
                    <a:pt x="3" y="292"/>
                    <a:pt x="2" y="295"/>
                    <a:pt x="1" y="297"/>
                  </a:cubicBezTo>
                  <a:cubicBezTo>
                    <a:pt x="0" y="299"/>
                    <a:pt x="4" y="300"/>
                    <a:pt x="4" y="301"/>
                  </a:cubicBezTo>
                  <a:cubicBezTo>
                    <a:pt x="4" y="302"/>
                    <a:pt x="1" y="304"/>
                    <a:pt x="3" y="304"/>
                  </a:cubicBezTo>
                  <a:cubicBezTo>
                    <a:pt x="6" y="305"/>
                    <a:pt x="4" y="307"/>
                    <a:pt x="2" y="308"/>
                  </a:cubicBezTo>
                  <a:cubicBezTo>
                    <a:pt x="1" y="308"/>
                    <a:pt x="1" y="310"/>
                    <a:pt x="2" y="311"/>
                  </a:cubicBezTo>
                  <a:cubicBezTo>
                    <a:pt x="4" y="313"/>
                    <a:pt x="0" y="314"/>
                    <a:pt x="2" y="317"/>
                  </a:cubicBezTo>
                  <a:cubicBezTo>
                    <a:pt x="4" y="319"/>
                    <a:pt x="5" y="316"/>
                    <a:pt x="6" y="318"/>
                  </a:cubicBezTo>
                  <a:cubicBezTo>
                    <a:pt x="7" y="320"/>
                    <a:pt x="9" y="318"/>
                    <a:pt x="12" y="316"/>
                  </a:cubicBezTo>
                  <a:cubicBezTo>
                    <a:pt x="15" y="313"/>
                    <a:pt x="16" y="318"/>
                    <a:pt x="14" y="318"/>
                  </a:cubicBezTo>
                  <a:cubicBezTo>
                    <a:pt x="11" y="318"/>
                    <a:pt x="9" y="320"/>
                    <a:pt x="9" y="322"/>
                  </a:cubicBezTo>
                  <a:cubicBezTo>
                    <a:pt x="10" y="324"/>
                    <a:pt x="6" y="324"/>
                    <a:pt x="6" y="321"/>
                  </a:cubicBezTo>
                  <a:cubicBezTo>
                    <a:pt x="6" y="318"/>
                    <a:pt x="1" y="321"/>
                    <a:pt x="3" y="323"/>
                  </a:cubicBezTo>
                  <a:cubicBezTo>
                    <a:pt x="5" y="325"/>
                    <a:pt x="2" y="327"/>
                    <a:pt x="2" y="328"/>
                  </a:cubicBezTo>
                  <a:cubicBezTo>
                    <a:pt x="2" y="330"/>
                    <a:pt x="6" y="330"/>
                    <a:pt x="7" y="328"/>
                  </a:cubicBezTo>
                  <a:cubicBezTo>
                    <a:pt x="9" y="326"/>
                    <a:pt x="11" y="326"/>
                    <a:pt x="12" y="328"/>
                  </a:cubicBezTo>
                  <a:cubicBezTo>
                    <a:pt x="13" y="330"/>
                    <a:pt x="10" y="329"/>
                    <a:pt x="10" y="332"/>
                  </a:cubicBezTo>
                  <a:cubicBezTo>
                    <a:pt x="10" y="335"/>
                    <a:pt x="8" y="332"/>
                    <a:pt x="6" y="334"/>
                  </a:cubicBezTo>
                  <a:cubicBezTo>
                    <a:pt x="4" y="337"/>
                    <a:pt x="12" y="341"/>
                    <a:pt x="15" y="341"/>
                  </a:cubicBezTo>
                  <a:cubicBezTo>
                    <a:pt x="17" y="342"/>
                    <a:pt x="20" y="345"/>
                    <a:pt x="25" y="344"/>
                  </a:cubicBezTo>
                  <a:cubicBezTo>
                    <a:pt x="30" y="343"/>
                    <a:pt x="39" y="334"/>
                    <a:pt x="40" y="332"/>
                  </a:cubicBezTo>
                  <a:cubicBezTo>
                    <a:pt x="42" y="331"/>
                    <a:pt x="44" y="333"/>
                    <a:pt x="46" y="331"/>
                  </a:cubicBezTo>
                  <a:cubicBezTo>
                    <a:pt x="48" y="330"/>
                    <a:pt x="47" y="326"/>
                    <a:pt x="48" y="325"/>
                  </a:cubicBezTo>
                  <a:cubicBezTo>
                    <a:pt x="50" y="324"/>
                    <a:pt x="50" y="329"/>
                    <a:pt x="52" y="330"/>
                  </a:cubicBezTo>
                  <a:cubicBezTo>
                    <a:pt x="53" y="330"/>
                    <a:pt x="54" y="331"/>
                    <a:pt x="54" y="333"/>
                  </a:cubicBezTo>
                  <a:cubicBezTo>
                    <a:pt x="55" y="333"/>
                    <a:pt x="56" y="333"/>
                    <a:pt x="56" y="334"/>
                  </a:cubicBezTo>
                  <a:cubicBezTo>
                    <a:pt x="58" y="335"/>
                    <a:pt x="58" y="330"/>
                    <a:pt x="58" y="328"/>
                  </a:cubicBezTo>
                  <a:cubicBezTo>
                    <a:pt x="58" y="327"/>
                    <a:pt x="60" y="323"/>
                    <a:pt x="60" y="321"/>
                  </a:cubicBezTo>
                  <a:cubicBezTo>
                    <a:pt x="59" y="319"/>
                    <a:pt x="64" y="321"/>
                    <a:pt x="65" y="319"/>
                  </a:cubicBezTo>
                  <a:cubicBezTo>
                    <a:pt x="66" y="318"/>
                    <a:pt x="66" y="312"/>
                    <a:pt x="65" y="311"/>
                  </a:cubicBezTo>
                  <a:cubicBezTo>
                    <a:pt x="63" y="311"/>
                    <a:pt x="63" y="307"/>
                    <a:pt x="64" y="307"/>
                  </a:cubicBezTo>
                  <a:cubicBezTo>
                    <a:pt x="66" y="307"/>
                    <a:pt x="68" y="306"/>
                    <a:pt x="68" y="303"/>
                  </a:cubicBezTo>
                  <a:cubicBezTo>
                    <a:pt x="67" y="300"/>
                    <a:pt x="62" y="300"/>
                    <a:pt x="62" y="297"/>
                  </a:cubicBezTo>
                  <a:cubicBezTo>
                    <a:pt x="62" y="294"/>
                    <a:pt x="64" y="293"/>
                    <a:pt x="62" y="289"/>
                  </a:cubicBezTo>
                  <a:cubicBezTo>
                    <a:pt x="60" y="285"/>
                    <a:pt x="63" y="283"/>
                    <a:pt x="62" y="281"/>
                  </a:cubicBezTo>
                  <a:cubicBezTo>
                    <a:pt x="62" y="279"/>
                    <a:pt x="61" y="276"/>
                    <a:pt x="63" y="272"/>
                  </a:cubicBezTo>
                  <a:cubicBezTo>
                    <a:pt x="66" y="268"/>
                    <a:pt x="70" y="266"/>
                    <a:pt x="72" y="267"/>
                  </a:cubicBezTo>
                  <a:cubicBezTo>
                    <a:pt x="73" y="267"/>
                    <a:pt x="76" y="269"/>
                    <a:pt x="77" y="266"/>
                  </a:cubicBezTo>
                  <a:cubicBezTo>
                    <a:pt x="78" y="264"/>
                    <a:pt x="78" y="262"/>
                    <a:pt x="77" y="261"/>
                  </a:cubicBezTo>
                  <a:cubicBezTo>
                    <a:pt x="76" y="261"/>
                    <a:pt x="73" y="260"/>
                    <a:pt x="75" y="257"/>
                  </a:cubicBezTo>
                  <a:cubicBezTo>
                    <a:pt x="78" y="254"/>
                    <a:pt x="80" y="250"/>
                    <a:pt x="81" y="246"/>
                  </a:cubicBezTo>
                  <a:cubicBezTo>
                    <a:pt x="81" y="243"/>
                    <a:pt x="80" y="240"/>
                    <a:pt x="81" y="239"/>
                  </a:cubicBezTo>
                  <a:cubicBezTo>
                    <a:pt x="82" y="237"/>
                    <a:pt x="85" y="239"/>
                    <a:pt x="88" y="237"/>
                  </a:cubicBezTo>
                  <a:cubicBezTo>
                    <a:pt x="90" y="235"/>
                    <a:pt x="88" y="233"/>
                    <a:pt x="89" y="232"/>
                  </a:cubicBezTo>
                  <a:cubicBezTo>
                    <a:pt x="90" y="231"/>
                    <a:pt x="92" y="227"/>
                    <a:pt x="94" y="226"/>
                  </a:cubicBezTo>
                  <a:cubicBezTo>
                    <a:pt x="95" y="225"/>
                    <a:pt x="97" y="223"/>
                    <a:pt x="96" y="221"/>
                  </a:cubicBezTo>
                  <a:cubicBezTo>
                    <a:pt x="94" y="220"/>
                    <a:pt x="98" y="218"/>
                    <a:pt x="98" y="215"/>
                  </a:cubicBezTo>
                  <a:cubicBezTo>
                    <a:pt x="98" y="213"/>
                    <a:pt x="102" y="211"/>
                    <a:pt x="104" y="211"/>
                  </a:cubicBezTo>
                  <a:cubicBezTo>
                    <a:pt x="107" y="211"/>
                    <a:pt x="111" y="211"/>
                    <a:pt x="111" y="208"/>
                  </a:cubicBezTo>
                  <a:cubicBezTo>
                    <a:pt x="111" y="206"/>
                    <a:pt x="109" y="201"/>
                    <a:pt x="113" y="202"/>
                  </a:cubicBezTo>
                  <a:cubicBezTo>
                    <a:pt x="116" y="204"/>
                    <a:pt x="119" y="202"/>
                    <a:pt x="122" y="204"/>
                  </a:cubicBezTo>
                  <a:cubicBezTo>
                    <a:pt x="124" y="206"/>
                    <a:pt x="127" y="205"/>
                    <a:pt x="127" y="202"/>
                  </a:cubicBezTo>
                  <a:cubicBezTo>
                    <a:pt x="127" y="199"/>
                    <a:pt x="128" y="194"/>
                    <a:pt x="132" y="196"/>
                  </a:cubicBezTo>
                  <a:cubicBezTo>
                    <a:pt x="132" y="196"/>
                    <a:pt x="132" y="196"/>
                    <a:pt x="133" y="196"/>
                  </a:cubicBezTo>
                  <a:cubicBezTo>
                    <a:pt x="134" y="194"/>
                    <a:pt x="136" y="192"/>
                    <a:pt x="138" y="192"/>
                  </a:cubicBezTo>
                  <a:cubicBezTo>
                    <a:pt x="142" y="193"/>
                    <a:pt x="144" y="198"/>
                    <a:pt x="148" y="199"/>
                  </a:cubicBezTo>
                  <a:cubicBezTo>
                    <a:pt x="152" y="200"/>
                    <a:pt x="156" y="201"/>
                    <a:pt x="157" y="199"/>
                  </a:cubicBezTo>
                  <a:cubicBezTo>
                    <a:pt x="158" y="197"/>
                    <a:pt x="161" y="201"/>
                    <a:pt x="163" y="200"/>
                  </a:cubicBezTo>
                  <a:cubicBezTo>
                    <a:pt x="166" y="199"/>
                    <a:pt x="166" y="204"/>
                    <a:pt x="168" y="201"/>
                  </a:cubicBezTo>
                  <a:cubicBezTo>
                    <a:pt x="170" y="198"/>
                    <a:pt x="168" y="196"/>
                    <a:pt x="172" y="196"/>
                  </a:cubicBezTo>
                  <a:cubicBezTo>
                    <a:pt x="176" y="197"/>
                    <a:pt x="173" y="192"/>
                    <a:pt x="173" y="189"/>
                  </a:cubicBezTo>
                  <a:cubicBezTo>
                    <a:pt x="173" y="186"/>
                    <a:pt x="178" y="186"/>
                    <a:pt x="178" y="183"/>
                  </a:cubicBezTo>
                  <a:cubicBezTo>
                    <a:pt x="178" y="181"/>
                    <a:pt x="186" y="183"/>
                    <a:pt x="187" y="181"/>
                  </a:cubicBezTo>
                  <a:cubicBezTo>
                    <a:pt x="188" y="180"/>
                    <a:pt x="192" y="179"/>
                    <a:pt x="194" y="181"/>
                  </a:cubicBezTo>
                  <a:cubicBezTo>
                    <a:pt x="195" y="184"/>
                    <a:pt x="202" y="185"/>
                    <a:pt x="202" y="187"/>
                  </a:cubicBezTo>
                  <a:cubicBezTo>
                    <a:pt x="203" y="189"/>
                    <a:pt x="202" y="190"/>
                    <a:pt x="202" y="192"/>
                  </a:cubicBezTo>
                  <a:cubicBezTo>
                    <a:pt x="203" y="191"/>
                    <a:pt x="205" y="190"/>
                    <a:pt x="206" y="190"/>
                  </a:cubicBezTo>
                  <a:cubicBezTo>
                    <a:pt x="209" y="190"/>
                    <a:pt x="211" y="186"/>
                    <a:pt x="213" y="187"/>
                  </a:cubicBezTo>
                  <a:cubicBezTo>
                    <a:pt x="215" y="187"/>
                    <a:pt x="217" y="187"/>
                    <a:pt x="217" y="184"/>
                  </a:cubicBezTo>
                  <a:cubicBezTo>
                    <a:pt x="215" y="183"/>
                    <a:pt x="212" y="182"/>
                    <a:pt x="211" y="184"/>
                  </a:cubicBezTo>
                  <a:close/>
                  <a:moveTo>
                    <a:pt x="61" y="25"/>
                  </a:moveTo>
                  <a:cubicBezTo>
                    <a:pt x="64" y="25"/>
                    <a:pt x="57" y="29"/>
                    <a:pt x="56" y="33"/>
                  </a:cubicBezTo>
                  <a:cubicBezTo>
                    <a:pt x="55" y="36"/>
                    <a:pt x="61" y="40"/>
                    <a:pt x="64" y="42"/>
                  </a:cubicBezTo>
                  <a:cubicBezTo>
                    <a:pt x="67" y="45"/>
                    <a:pt x="74" y="44"/>
                    <a:pt x="76" y="43"/>
                  </a:cubicBezTo>
                  <a:cubicBezTo>
                    <a:pt x="79" y="41"/>
                    <a:pt x="78" y="36"/>
                    <a:pt x="81" y="36"/>
                  </a:cubicBezTo>
                  <a:cubicBezTo>
                    <a:pt x="84" y="37"/>
                    <a:pt x="82" y="34"/>
                    <a:pt x="85" y="33"/>
                  </a:cubicBezTo>
                  <a:cubicBezTo>
                    <a:pt x="88" y="32"/>
                    <a:pt x="88" y="35"/>
                    <a:pt x="86" y="38"/>
                  </a:cubicBezTo>
                  <a:cubicBezTo>
                    <a:pt x="84" y="40"/>
                    <a:pt x="90" y="40"/>
                    <a:pt x="93" y="37"/>
                  </a:cubicBezTo>
                  <a:cubicBezTo>
                    <a:pt x="96" y="34"/>
                    <a:pt x="97" y="37"/>
                    <a:pt x="96" y="40"/>
                  </a:cubicBezTo>
                  <a:cubicBezTo>
                    <a:pt x="96" y="43"/>
                    <a:pt x="89" y="41"/>
                    <a:pt x="86" y="44"/>
                  </a:cubicBezTo>
                  <a:cubicBezTo>
                    <a:pt x="84" y="48"/>
                    <a:pt x="77" y="45"/>
                    <a:pt x="73" y="49"/>
                  </a:cubicBezTo>
                  <a:cubicBezTo>
                    <a:pt x="70" y="53"/>
                    <a:pt x="76" y="53"/>
                    <a:pt x="81" y="52"/>
                  </a:cubicBezTo>
                  <a:cubicBezTo>
                    <a:pt x="85" y="51"/>
                    <a:pt x="94" y="50"/>
                    <a:pt x="98" y="51"/>
                  </a:cubicBezTo>
                  <a:cubicBezTo>
                    <a:pt x="101" y="52"/>
                    <a:pt x="96" y="53"/>
                    <a:pt x="90" y="53"/>
                  </a:cubicBezTo>
                  <a:cubicBezTo>
                    <a:pt x="84" y="53"/>
                    <a:pt x="82" y="55"/>
                    <a:pt x="83" y="56"/>
                  </a:cubicBezTo>
                  <a:cubicBezTo>
                    <a:pt x="83" y="58"/>
                    <a:pt x="75" y="54"/>
                    <a:pt x="74" y="58"/>
                  </a:cubicBezTo>
                  <a:cubicBezTo>
                    <a:pt x="74" y="61"/>
                    <a:pt x="82" y="62"/>
                    <a:pt x="83" y="65"/>
                  </a:cubicBezTo>
                  <a:cubicBezTo>
                    <a:pt x="84" y="67"/>
                    <a:pt x="89" y="65"/>
                    <a:pt x="91" y="65"/>
                  </a:cubicBezTo>
                  <a:cubicBezTo>
                    <a:pt x="93" y="66"/>
                    <a:pt x="88" y="68"/>
                    <a:pt x="87" y="69"/>
                  </a:cubicBezTo>
                  <a:cubicBezTo>
                    <a:pt x="86" y="70"/>
                    <a:pt x="93" y="71"/>
                    <a:pt x="94" y="73"/>
                  </a:cubicBezTo>
                  <a:cubicBezTo>
                    <a:pt x="95" y="75"/>
                    <a:pt x="100" y="74"/>
                    <a:pt x="99" y="71"/>
                  </a:cubicBezTo>
                  <a:cubicBezTo>
                    <a:pt x="99" y="68"/>
                    <a:pt x="104" y="58"/>
                    <a:pt x="109" y="56"/>
                  </a:cubicBezTo>
                  <a:cubicBezTo>
                    <a:pt x="115" y="54"/>
                    <a:pt x="112" y="52"/>
                    <a:pt x="112" y="49"/>
                  </a:cubicBezTo>
                  <a:cubicBezTo>
                    <a:pt x="113" y="46"/>
                    <a:pt x="118" y="48"/>
                    <a:pt x="116" y="46"/>
                  </a:cubicBezTo>
                  <a:cubicBezTo>
                    <a:pt x="115" y="43"/>
                    <a:pt x="116" y="42"/>
                    <a:pt x="119" y="39"/>
                  </a:cubicBezTo>
                  <a:cubicBezTo>
                    <a:pt x="123" y="35"/>
                    <a:pt x="125" y="38"/>
                    <a:pt x="129" y="36"/>
                  </a:cubicBezTo>
                  <a:cubicBezTo>
                    <a:pt x="134" y="34"/>
                    <a:pt x="136" y="37"/>
                    <a:pt x="131" y="37"/>
                  </a:cubicBezTo>
                  <a:cubicBezTo>
                    <a:pt x="127" y="38"/>
                    <a:pt x="129" y="42"/>
                    <a:pt x="132" y="44"/>
                  </a:cubicBezTo>
                  <a:cubicBezTo>
                    <a:pt x="136" y="45"/>
                    <a:pt x="133" y="46"/>
                    <a:pt x="135" y="47"/>
                  </a:cubicBezTo>
                  <a:cubicBezTo>
                    <a:pt x="138" y="47"/>
                    <a:pt x="137" y="51"/>
                    <a:pt x="134" y="55"/>
                  </a:cubicBezTo>
                  <a:cubicBezTo>
                    <a:pt x="130" y="58"/>
                    <a:pt x="135" y="59"/>
                    <a:pt x="142" y="56"/>
                  </a:cubicBezTo>
                  <a:cubicBezTo>
                    <a:pt x="149" y="54"/>
                    <a:pt x="144" y="59"/>
                    <a:pt x="147" y="61"/>
                  </a:cubicBezTo>
                  <a:cubicBezTo>
                    <a:pt x="149" y="63"/>
                    <a:pt x="154" y="59"/>
                    <a:pt x="157" y="56"/>
                  </a:cubicBezTo>
                  <a:cubicBezTo>
                    <a:pt x="160" y="52"/>
                    <a:pt x="165" y="53"/>
                    <a:pt x="164" y="51"/>
                  </a:cubicBezTo>
                  <a:cubicBezTo>
                    <a:pt x="164" y="49"/>
                    <a:pt x="161" y="48"/>
                    <a:pt x="158" y="49"/>
                  </a:cubicBezTo>
                  <a:cubicBezTo>
                    <a:pt x="156" y="51"/>
                    <a:pt x="149" y="50"/>
                    <a:pt x="152" y="48"/>
                  </a:cubicBezTo>
                  <a:cubicBezTo>
                    <a:pt x="154" y="46"/>
                    <a:pt x="153" y="44"/>
                    <a:pt x="150" y="44"/>
                  </a:cubicBezTo>
                  <a:cubicBezTo>
                    <a:pt x="147" y="45"/>
                    <a:pt x="141" y="43"/>
                    <a:pt x="144" y="42"/>
                  </a:cubicBezTo>
                  <a:cubicBezTo>
                    <a:pt x="146" y="41"/>
                    <a:pt x="141" y="37"/>
                    <a:pt x="139" y="37"/>
                  </a:cubicBezTo>
                  <a:cubicBezTo>
                    <a:pt x="136" y="37"/>
                    <a:pt x="137" y="34"/>
                    <a:pt x="137" y="32"/>
                  </a:cubicBezTo>
                  <a:cubicBezTo>
                    <a:pt x="137" y="30"/>
                    <a:pt x="130" y="29"/>
                    <a:pt x="131" y="29"/>
                  </a:cubicBezTo>
                  <a:cubicBezTo>
                    <a:pt x="133" y="28"/>
                    <a:pt x="128" y="26"/>
                    <a:pt x="127" y="28"/>
                  </a:cubicBezTo>
                  <a:cubicBezTo>
                    <a:pt x="126" y="29"/>
                    <a:pt x="124" y="29"/>
                    <a:pt x="124" y="27"/>
                  </a:cubicBezTo>
                  <a:cubicBezTo>
                    <a:pt x="124" y="24"/>
                    <a:pt x="118" y="25"/>
                    <a:pt x="116" y="25"/>
                  </a:cubicBezTo>
                  <a:cubicBezTo>
                    <a:pt x="113" y="25"/>
                    <a:pt x="115" y="20"/>
                    <a:pt x="112" y="19"/>
                  </a:cubicBezTo>
                  <a:cubicBezTo>
                    <a:pt x="110" y="17"/>
                    <a:pt x="107" y="22"/>
                    <a:pt x="105" y="22"/>
                  </a:cubicBezTo>
                  <a:cubicBezTo>
                    <a:pt x="104" y="21"/>
                    <a:pt x="107" y="18"/>
                    <a:pt x="108" y="16"/>
                  </a:cubicBezTo>
                  <a:cubicBezTo>
                    <a:pt x="109" y="13"/>
                    <a:pt x="100" y="10"/>
                    <a:pt x="99" y="13"/>
                  </a:cubicBezTo>
                  <a:cubicBezTo>
                    <a:pt x="98" y="15"/>
                    <a:pt x="96" y="9"/>
                    <a:pt x="94" y="9"/>
                  </a:cubicBezTo>
                  <a:cubicBezTo>
                    <a:pt x="93" y="8"/>
                    <a:pt x="94" y="12"/>
                    <a:pt x="92" y="13"/>
                  </a:cubicBezTo>
                  <a:cubicBezTo>
                    <a:pt x="91" y="13"/>
                    <a:pt x="88" y="15"/>
                    <a:pt x="91" y="17"/>
                  </a:cubicBezTo>
                  <a:cubicBezTo>
                    <a:pt x="94" y="19"/>
                    <a:pt x="97" y="28"/>
                    <a:pt x="96" y="29"/>
                  </a:cubicBezTo>
                  <a:cubicBezTo>
                    <a:pt x="96" y="31"/>
                    <a:pt x="88" y="23"/>
                    <a:pt x="87" y="19"/>
                  </a:cubicBezTo>
                  <a:cubicBezTo>
                    <a:pt x="87" y="15"/>
                    <a:pt x="82" y="12"/>
                    <a:pt x="81" y="14"/>
                  </a:cubicBezTo>
                  <a:cubicBezTo>
                    <a:pt x="80" y="17"/>
                    <a:pt x="77" y="18"/>
                    <a:pt x="78" y="21"/>
                  </a:cubicBezTo>
                  <a:cubicBezTo>
                    <a:pt x="79" y="24"/>
                    <a:pt x="76" y="25"/>
                    <a:pt x="76" y="23"/>
                  </a:cubicBezTo>
                  <a:cubicBezTo>
                    <a:pt x="76" y="20"/>
                    <a:pt x="71" y="18"/>
                    <a:pt x="69" y="18"/>
                  </a:cubicBezTo>
                  <a:cubicBezTo>
                    <a:pt x="68" y="17"/>
                    <a:pt x="74" y="16"/>
                    <a:pt x="77" y="15"/>
                  </a:cubicBezTo>
                  <a:cubicBezTo>
                    <a:pt x="79" y="14"/>
                    <a:pt x="74" y="12"/>
                    <a:pt x="72" y="13"/>
                  </a:cubicBezTo>
                  <a:cubicBezTo>
                    <a:pt x="69" y="15"/>
                    <a:pt x="66" y="12"/>
                    <a:pt x="65" y="14"/>
                  </a:cubicBezTo>
                  <a:cubicBezTo>
                    <a:pt x="63" y="17"/>
                    <a:pt x="61" y="14"/>
                    <a:pt x="59" y="14"/>
                  </a:cubicBezTo>
                  <a:cubicBezTo>
                    <a:pt x="56" y="13"/>
                    <a:pt x="54" y="18"/>
                    <a:pt x="52" y="17"/>
                  </a:cubicBezTo>
                  <a:cubicBezTo>
                    <a:pt x="50" y="16"/>
                    <a:pt x="49" y="21"/>
                    <a:pt x="52" y="25"/>
                  </a:cubicBezTo>
                  <a:cubicBezTo>
                    <a:pt x="55" y="30"/>
                    <a:pt x="57" y="24"/>
                    <a:pt x="61" y="25"/>
                  </a:cubicBezTo>
                  <a:close/>
                  <a:moveTo>
                    <a:pt x="53" y="40"/>
                  </a:moveTo>
                  <a:cubicBezTo>
                    <a:pt x="55" y="40"/>
                    <a:pt x="57" y="44"/>
                    <a:pt x="59" y="44"/>
                  </a:cubicBezTo>
                  <a:cubicBezTo>
                    <a:pt x="60" y="44"/>
                    <a:pt x="56" y="39"/>
                    <a:pt x="53" y="37"/>
                  </a:cubicBezTo>
                  <a:cubicBezTo>
                    <a:pt x="51" y="34"/>
                    <a:pt x="51" y="31"/>
                    <a:pt x="48" y="32"/>
                  </a:cubicBezTo>
                  <a:cubicBezTo>
                    <a:pt x="44" y="33"/>
                    <a:pt x="51" y="39"/>
                    <a:pt x="53" y="40"/>
                  </a:cubicBezTo>
                  <a:close/>
                  <a:moveTo>
                    <a:pt x="112" y="9"/>
                  </a:moveTo>
                  <a:cubicBezTo>
                    <a:pt x="114" y="11"/>
                    <a:pt x="110" y="11"/>
                    <a:pt x="111" y="13"/>
                  </a:cubicBezTo>
                  <a:cubicBezTo>
                    <a:pt x="117" y="18"/>
                    <a:pt x="139" y="12"/>
                    <a:pt x="142" y="14"/>
                  </a:cubicBezTo>
                  <a:cubicBezTo>
                    <a:pt x="145" y="15"/>
                    <a:pt x="124" y="17"/>
                    <a:pt x="124" y="20"/>
                  </a:cubicBezTo>
                  <a:cubicBezTo>
                    <a:pt x="125" y="22"/>
                    <a:pt x="143" y="24"/>
                    <a:pt x="144" y="22"/>
                  </a:cubicBezTo>
                  <a:cubicBezTo>
                    <a:pt x="146" y="21"/>
                    <a:pt x="149" y="25"/>
                    <a:pt x="154" y="26"/>
                  </a:cubicBezTo>
                  <a:cubicBezTo>
                    <a:pt x="160" y="26"/>
                    <a:pt x="160" y="23"/>
                    <a:pt x="164" y="23"/>
                  </a:cubicBezTo>
                  <a:cubicBezTo>
                    <a:pt x="168" y="23"/>
                    <a:pt x="175" y="21"/>
                    <a:pt x="175" y="18"/>
                  </a:cubicBezTo>
                  <a:cubicBezTo>
                    <a:pt x="175" y="16"/>
                    <a:pt x="187" y="13"/>
                    <a:pt x="186" y="9"/>
                  </a:cubicBezTo>
                  <a:cubicBezTo>
                    <a:pt x="185" y="5"/>
                    <a:pt x="173" y="8"/>
                    <a:pt x="170" y="6"/>
                  </a:cubicBezTo>
                  <a:cubicBezTo>
                    <a:pt x="166" y="4"/>
                    <a:pt x="158" y="2"/>
                    <a:pt x="157" y="5"/>
                  </a:cubicBezTo>
                  <a:cubicBezTo>
                    <a:pt x="156" y="7"/>
                    <a:pt x="154" y="8"/>
                    <a:pt x="152" y="7"/>
                  </a:cubicBezTo>
                  <a:cubicBezTo>
                    <a:pt x="151" y="6"/>
                    <a:pt x="153" y="0"/>
                    <a:pt x="148" y="1"/>
                  </a:cubicBezTo>
                  <a:cubicBezTo>
                    <a:pt x="142" y="3"/>
                    <a:pt x="147" y="9"/>
                    <a:pt x="146" y="10"/>
                  </a:cubicBezTo>
                  <a:cubicBezTo>
                    <a:pt x="145" y="10"/>
                    <a:pt x="140" y="9"/>
                    <a:pt x="139" y="6"/>
                  </a:cubicBezTo>
                  <a:cubicBezTo>
                    <a:pt x="139" y="3"/>
                    <a:pt x="133" y="9"/>
                    <a:pt x="133" y="6"/>
                  </a:cubicBezTo>
                  <a:cubicBezTo>
                    <a:pt x="132" y="2"/>
                    <a:pt x="125" y="0"/>
                    <a:pt x="123" y="0"/>
                  </a:cubicBezTo>
                  <a:cubicBezTo>
                    <a:pt x="122" y="0"/>
                    <a:pt x="125" y="3"/>
                    <a:pt x="124" y="4"/>
                  </a:cubicBezTo>
                  <a:cubicBezTo>
                    <a:pt x="123" y="6"/>
                    <a:pt x="119" y="3"/>
                    <a:pt x="118" y="2"/>
                  </a:cubicBezTo>
                  <a:cubicBezTo>
                    <a:pt x="116" y="2"/>
                    <a:pt x="119" y="6"/>
                    <a:pt x="118" y="7"/>
                  </a:cubicBezTo>
                  <a:cubicBezTo>
                    <a:pt x="117" y="9"/>
                    <a:pt x="114" y="3"/>
                    <a:pt x="112" y="3"/>
                  </a:cubicBezTo>
                  <a:cubicBezTo>
                    <a:pt x="109" y="3"/>
                    <a:pt x="110" y="6"/>
                    <a:pt x="108" y="6"/>
                  </a:cubicBezTo>
                  <a:cubicBezTo>
                    <a:pt x="106" y="6"/>
                    <a:pt x="111" y="8"/>
                    <a:pt x="112" y="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37" name="Freeform 147"/>
            <p:cNvSpPr>
              <a:spLocks/>
            </p:cNvSpPr>
            <p:nvPr/>
          </p:nvSpPr>
          <p:spPr bwMode="auto">
            <a:xfrm>
              <a:off x="10581053" y="2395992"/>
              <a:ext cx="87981" cy="31545"/>
            </a:xfrm>
            <a:custGeom>
              <a:avLst/>
              <a:gdLst>
                <a:gd name="T0" fmla="*/ 13 w 29"/>
                <a:gd name="T1" fmla="*/ 1 h 10"/>
                <a:gd name="T2" fmla="*/ 3 w 29"/>
                <a:gd name="T3" fmla="*/ 5 h 10"/>
                <a:gd name="T4" fmla="*/ 18 w 29"/>
                <a:gd name="T5" fmla="*/ 8 h 10"/>
                <a:gd name="T6" fmla="*/ 29 w 29"/>
                <a:gd name="T7" fmla="*/ 6 h 10"/>
                <a:gd name="T8" fmla="*/ 13 w 29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0">
                  <a:moveTo>
                    <a:pt x="13" y="1"/>
                  </a:moveTo>
                  <a:cubicBezTo>
                    <a:pt x="11" y="3"/>
                    <a:pt x="0" y="2"/>
                    <a:pt x="3" y="5"/>
                  </a:cubicBezTo>
                  <a:cubicBezTo>
                    <a:pt x="5" y="7"/>
                    <a:pt x="14" y="6"/>
                    <a:pt x="18" y="8"/>
                  </a:cubicBezTo>
                  <a:cubicBezTo>
                    <a:pt x="23" y="10"/>
                    <a:pt x="29" y="8"/>
                    <a:pt x="29" y="6"/>
                  </a:cubicBezTo>
                  <a:cubicBezTo>
                    <a:pt x="29" y="5"/>
                    <a:pt x="15" y="0"/>
                    <a:pt x="13" y="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38" name="Freeform 148"/>
            <p:cNvSpPr>
              <a:spLocks noEditPoints="1"/>
            </p:cNvSpPr>
            <p:nvPr/>
          </p:nvSpPr>
          <p:spPr bwMode="auto">
            <a:xfrm>
              <a:off x="9076448" y="3058442"/>
              <a:ext cx="437355" cy="448206"/>
            </a:xfrm>
            <a:custGeom>
              <a:avLst/>
              <a:gdLst>
                <a:gd name="T0" fmla="*/ 128 w 145"/>
                <a:gd name="T1" fmla="*/ 18 h 144"/>
                <a:gd name="T2" fmla="*/ 104 w 145"/>
                <a:gd name="T3" fmla="*/ 7 h 144"/>
                <a:gd name="T4" fmla="*/ 101 w 145"/>
                <a:gd name="T5" fmla="*/ 23 h 144"/>
                <a:gd name="T6" fmla="*/ 91 w 145"/>
                <a:gd name="T7" fmla="*/ 31 h 144"/>
                <a:gd name="T8" fmla="*/ 90 w 145"/>
                <a:gd name="T9" fmla="*/ 42 h 144"/>
                <a:gd name="T10" fmla="*/ 98 w 145"/>
                <a:gd name="T11" fmla="*/ 39 h 144"/>
                <a:gd name="T12" fmla="*/ 100 w 145"/>
                <a:gd name="T13" fmla="*/ 32 h 144"/>
                <a:gd name="T14" fmla="*/ 118 w 145"/>
                <a:gd name="T15" fmla="*/ 33 h 144"/>
                <a:gd name="T16" fmla="*/ 135 w 145"/>
                <a:gd name="T17" fmla="*/ 24 h 144"/>
                <a:gd name="T18" fmla="*/ 137 w 145"/>
                <a:gd name="T19" fmla="*/ 16 h 144"/>
                <a:gd name="T20" fmla="*/ 89 w 145"/>
                <a:gd name="T21" fmla="*/ 61 h 144"/>
                <a:gd name="T22" fmla="*/ 80 w 145"/>
                <a:gd name="T23" fmla="*/ 80 h 144"/>
                <a:gd name="T24" fmla="*/ 67 w 145"/>
                <a:gd name="T25" fmla="*/ 84 h 144"/>
                <a:gd name="T26" fmla="*/ 55 w 145"/>
                <a:gd name="T27" fmla="*/ 99 h 144"/>
                <a:gd name="T28" fmla="*/ 40 w 145"/>
                <a:gd name="T29" fmla="*/ 102 h 144"/>
                <a:gd name="T30" fmla="*/ 14 w 145"/>
                <a:gd name="T31" fmla="*/ 112 h 144"/>
                <a:gd name="T32" fmla="*/ 24 w 145"/>
                <a:gd name="T33" fmla="*/ 115 h 144"/>
                <a:gd name="T34" fmla="*/ 48 w 145"/>
                <a:gd name="T35" fmla="*/ 117 h 144"/>
                <a:gd name="T36" fmla="*/ 61 w 145"/>
                <a:gd name="T37" fmla="*/ 111 h 144"/>
                <a:gd name="T38" fmla="*/ 74 w 145"/>
                <a:gd name="T39" fmla="*/ 109 h 144"/>
                <a:gd name="T40" fmla="*/ 86 w 145"/>
                <a:gd name="T41" fmla="*/ 104 h 144"/>
                <a:gd name="T42" fmla="*/ 96 w 145"/>
                <a:gd name="T43" fmla="*/ 91 h 144"/>
                <a:gd name="T44" fmla="*/ 106 w 145"/>
                <a:gd name="T45" fmla="*/ 69 h 144"/>
                <a:gd name="T46" fmla="*/ 91 w 145"/>
                <a:gd name="T47" fmla="*/ 50 h 144"/>
                <a:gd name="T48" fmla="*/ 28 w 145"/>
                <a:gd name="T49" fmla="*/ 117 h 144"/>
                <a:gd name="T50" fmla="*/ 32 w 145"/>
                <a:gd name="T51" fmla="*/ 126 h 144"/>
                <a:gd name="T52" fmla="*/ 45 w 145"/>
                <a:gd name="T53" fmla="*/ 115 h 144"/>
                <a:gd name="T54" fmla="*/ 19 w 145"/>
                <a:gd name="T55" fmla="*/ 124 h 144"/>
                <a:gd name="T56" fmla="*/ 5 w 145"/>
                <a:gd name="T57" fmla="*/ 122 h 144"/>
                <a:gd name="T58" fmla="*/ 7 w 145"/>
                <a:gd name="T59" fmla="*/ 125 h 144"/>
                <a:gd name="T60" fmla="*/ 11 w 145"/>
                <a:gd name="T61" fmla="*/ 144 h 144"/>
                <a:gd name="T62" fmla="*/ 19 w 145"/>
                <a:gd name="T63" fmla="*/ 12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5" h="144">
                  <a:moveTo>
                    <a:pt x="137" y="16"/>
                  </a:moveTo>
                  <a:cubicBezTo>
                    <a:pt x="135" y="13"/>
                    <a:pt x="132" y="17"/>
                    <a:pt x="128" y="18"/>
                  </a:cubicBezTo>
                  <a:cubicBezTo>
                    <a:pt x="124" y="18"/>
                    <a:pt x="113" y="9"/>
                    <a:pt x="110" y="4"/>
                  </a:cubicBezTo>
                  <a:cubicBezTo>
                    <a:pt x="107" y="0"/>
                    <a:pt x="102" y="3"/>
                    <a:pt x="104" y="7"/>
                  </a:cubicBezTo>
                  <a:cubicBezTo>
                    <a:pt x="107" y="10"/>
                    <a:pt x="104" y="11"/>
                    <a:pt x="104" y="15"/>
                  </a:cubicBezTo>
                  <a:cubicBezTo>
                    <a:pt x="104" y="20"/>
                    <a:pt x="101" y="20"/>
                    <a:pt x="101" y="23"/>
                  </a:cubicBezTo>
                  <a:cubicBezTo>
                    <a:pt x="102" y="26"/>
                    <a:pt x="97" y="25"/>
                    <a:pt x="94" y="26"/>
                  </a:cubicBezTo>
                  <a:cubicBezTo>
                    <a:pt x="91" y="26"/>
                    <a:pt x="95" y="29"/>
                    <a:pt x="91" y="31"/>
                  </a:cubicBezTo>
                  <a:cubicBezTo>
                    <a:pt x="88" y="32"/>
                    <a:pt x="88" y="35"/>
                    <a:pt x="90" y="36"/>
                  </a:cubicBezTo>
                  <a:cubicBezTo>
                    <a:pt x="91" y="37"/>
                    <a:pt x="90" y="40"/>
                    <a:pt x="90" y="42"/>
                  </a:cubicBezTo>
                  <a:cubicBezTo>
                    <a:pt x="89" y="44"/>
                    <a:pt x="92" y="43"/>
                    <a:pt x="94" y="40"/>
                  </a:cubicBezTo>
                  <a:cubicBezTo>
                    <a:pt x="96" y="38"/>
                    <a:pt x="98" y="42"/>
                    <a:pt x="98" y="39"/>
                  </a:cubicBezTo>
                  <a:cubicBezTo>
                    <a:pt x="99" y="37"/>
                    <a:pt x="93" y="36"/>
                    <a:pt x="93" y="33"/>
                  </a:cubicBezTo>
                  <a:cubicBezTo>
                    <a:pt x="94" y="31"/>
                    <a:pt x="97" y="34"/>
                    <a:pt x="100" y="32"/>
                  </a:cubicBezTo>
                  <a:cubicBezTo>
                    <a:pt x="103" y="31"/>
                    <a:pt x="109" y="32"/>
                    <a:pt x="113" y="35"/>
                  </a:cubicBezTo>
                  <a:cubicBezTo>
                    <a:pt x="117" y="39"/>
                    <a:pt x="118" y="37"/>
                    <a:pt x="118" y="33"/>
                  </a:cubicBezTo>
                  <a:cubicBezTo>
                    <a:pt x="119" y="30"/>
                    <a:pt x="125" y="28"/>
                    <a:pt x="131" y="28"/>
                  </a:cubicBezTo>
                  <a:cubicBezTo>
                    <a:pt x="136" y="28"/>
                    <a:pt x="137" y="25"/>
                    <a:pt x="135" y="24"/>
                  </a:cubicBezTo>
                  <a:cubicBezTo>
                    <a:pt x="133" y="23"/>
                    <a:pt x="145" y="15"/>
                    <a:pt x="144" y="13"/>
                  </a:cubicBezTo>
                  <a:cubicBezTo>
                    <a:pt x="144" y="11"/>
                    <a:pt x="138" y="18"/>
                    <a:pt x="137" y="16"/>
                  </a:cubicBezTo>
                  <a:close/>
                  <a:moveTo>
                    <a:pt x="91" y="50"/>
                  </a:moveTo>
                  <a:cubicBezTo>
                    <a:pt x="88" y="51"/>
                    <a:pt x="87" y="59"/>
                    <a:pt x="89" y="61"/>
                  </a:cubicBezTo>
                  <a:cubicBezTo>
                    <a:pt x="92" y="63"/>
                    <a:pt x="85" y="67"/>
                    <a:pt x="85" y="72"/>
                  </a:cubicBezTo>
                  <a:cubicBezTo>
                    <a:pt x="85" y="77"/>
                    <a:pt x="81" y="77"/>
                    <a:pt x="80" y="80"/>
                  </a:cubicBezTo>
                  <a:cubicBezTo>
                    <a:pt x="79" y="84"/>
                    <a:pt x="76" y="83"/>
                    <a:pt x="72" y="86"/>
                  </a:cubicBezTo>
                  <a:cubicBezTo>
                    <a:pt x="68" y="90"/>
                    <a:pt x="66" y="86"/>
                    <a:pt x="67" y="84"/>
                  </a:cubicBezTo>
                  <a:cubicBezTo>
                    <a:pt x="68" y="81"/>
                    <a:pt x="60" y="85"/>
                    <a:pt x="60" y="90"/>
                  </a:cubicBezTo>
                  <a:cubicBezTo>
                    <a:pt x="61" y="96"/>
                    <a:pt x="53" y="96"/>
                    <a:pt x="55" y="99"/>
                  </a:cubicBezTo>
                  <a:cubicBezTo>
                    <a:pt x="57" y="101"/>
                    <a:pt x="50" y="103"/>
                    <a:pt x="50" y="100"/>
                  </a:cubicBezTo>
                  <a:cubicBezTo>
                    <a:pt x="50" y="98"/>
                    <a:pt x="46" y="99"/>
                    <a:pt x="40" y="102"/>
                  </a:cubicBezTo>
                  <a:cubicBezTo>
                    <a:pt x="34" y="104"/>
                    <a:pt x="31" y="99"/>
                    <a:pt x="27" y="102"/>
                  </a:cubicBezTo>
                  <a:cubicBezTo>
                    <a:pt x="24" y="106"/>
                    <a:pt x="19" y="111"/>
                    <a:pt x="14" y="112"/>
                  </a:cubicBezTo>
                  <a:cubicBezTo>
                    <a:pt x="10" y="113"/>
                    <a:pt x="13" y="118"/>
                    <a:pt x="14" y="117"/>
                  </a:cubicBezTo>
                  <a:cubicBezTo>
                    <a:pt x="17" y="116"/>
                    <a:pt x="22" y="117"/>
                    <a:pt x="24" y="115"/>
                  </a:cubicBezTo>
                  <a:cubicBezTo>
                    <a:pt x="25" y="113"/>
                    <a:pt x="37" y="110"/>
                    <a:pt x="45" y="110"/>
                  </a:cubicBezTo>
                  <a:cubicBezTo>
                    <a:pt x="52" y="109"/>
                    <a:pt x="48" y="113"/>
                    <a:pt x="48" y="117"/>
                  </a:cubicBezTo>
                  <a:cubicBezTo>
                    <a:pt x="49" y="121"/>
                    <a:pt x="55" y="120"/>
                    <a:pt x="58" y="117"/>
                  </a:cubicBezTo>
                  <a:cubicBezTo>
                    <a:pt x="61" y="113"/>
                    <a:pt x="64" y="113"/>
                    <a:pt x="61" y="111"/>
                  </a:cubicBezTo>
                  <a:cubicBezTo>
                    <a:pt x="58" y="109"/>
                    <a:pt x="62" y="107"/>
                    <a:pt x="64" y="110"/>
                  </a:cubicBezTo>
                  <a:cubicBezTo>
                    <a:pt x="66" y="113"/>
                    <a:pt x="72" y="113"/>
                    <a:pt x="74" y="109"/>
                  </a:cubicBezTo>
                  <a:cubicBezTo>
                    <a:pt x="77" y="105"/>
                    <a:pt x="78" y="110"/>
                    <a:pt x="81" y="109"/>
                  </a:cubicBezTo>
                  <a:cubicBezTo>
                    <a:pt x="84" y="109"/>
                    <a:pt x="85" y="102"/>
                    <a:pt x="86" y="104"/>
                  </a:cubicBezTo>
                  <a:cubicBezTo>
                    <a:pt x="86" y="107"/>
                    <a:pt x="91" y="106"/>
                    <a:pt x="94" y="103"/>
                  </a:cubicBezTo>
                  <a:cubicBezTo>
                    <a:pt x="97" y="100"/>
                    <a:pt x="94" y="94"/>
                    <a:pt x="96" y="91"/>
                  </a:cubicBezTo>
                  <a:cubicBezTo>
                    <a:pt x="98" y="88"/>
                    <a:pt x="100" y="82"/>
                    <a:pt x="98" y="78"/>
                  </a:cubicBezTo>
                  <a:cubicBezTo>
                    <a:pt x="96" y="75"/>
                    <a:pt x="102" y="72"/>
                    <a:pt x="106" y="69"/>
                  </a:cubicBezTo>
                  <a:cubicBezTo>
                    <a:pt x="109" y="66"/>
                    <a:pt x="102" y="51"/>
                    <a:pt x="102" y="47"/>
                  </a:cubicBezTo>
                  <a:cubicBezTo>
                    <a:pt x="101" y="42"/>
                    <a:pt x="93" y="48"/>
                    <a:pt x="91" y="50"/>
                  </a:cubicBezTo>
                  <a:close/>
                  <a:moveTo>
                    <a:pt x="36" y="114"/>
                  </a:moveTo>
                  <a:cubicBezTo>
                    <a:pt x="35" y="117"/>
                    <a:pt x="32" y="116"/>
                    <a:pt x="28" y="117"/>
                  </a:cubicBezTo>
                  <a:cubicBezTo>
                    <a:pt x="24" y="117"/>
                    <a:pt x="24" y="127"/>
                    <a:pt x="27" y="128"/>
                  </a:cubicBezTo>
                  <a:cubicBezTo>
                    <a:pt x="29" y="129"/>
                    <a:pt x="31" y="129"/>
                    <a:pt x="32" y="126"/>
                  </a:cubicBezTo>
                  <a:cubicBezTo>
                    <a:pt x="32" y="123"/>
                    <a:pt x="36" y="122"/>
                    <a:pt x="39" y="123"/>
                  </a:cubicBezTo>
                  <a:cubicBezTo>
                    <a:pt x="41" y="124"/>
                    <a:pt x="45" y="119"/>
                    <a:pt x="45" y="115"/>
                  </a:cubicBezTo>
                  <a:cubicBezTo>
                    <a:pt x="45" y="112"/>
                    <a:pt x="37" y="112"/>
                    <a:pt x="36" y="114"/>
                  </a:cubicBezTo>
                  <a:close/>
                  <a:moveTo>
                    <a:pt x="19" y="124"/>
                  </a:moveTo>
                  <a:cubicBezTo>
                    <a:pt x="19" y="122"/>
                    <a:pt x="13" y="122"/>
                    <a:pt x="13" y="120"/>
                  </a:cubicBezTo>
                  <a:cubicBezTo>
                    <a:pt x="13" y="118"/>
                    <a:pt x="9" y="119"/>
                    <a:pt x="5" y="122"/>
                  </a:cubicBezTo>
                  <a:cubicBezTo>
                    <a:pt x="2" y="124"/>
                    <a:pt x="0" y="125"/>
                    <a:pt x="2" y="128"/>
                  </a:cubicBezTo>
                  <a:cubicBezTo>
                    <a:pt x="3" y="130"/>
                    <a:pt x="6" y="128"/>
                    <a:pt x="7" y="125"/>
                  </a:cubicBezTo>
                  <a:cubicBezTo>
                    <a:pt x="8" y="122"/>
                    <a:pt x="10" y="129"/>
                    <a:pt x="8" y="134"/>
                  </a:cubicBezTo>
                  <a:cubicBezTo>
                    <a:pt x="6" y="138"/>
                    <a:pt x="8" y="144"/>
                    <a:pt x="11" y="144"/>
                  </a:cubicBezTo>
                  <a:cubicBezTo>
                    <a:pt x="14" y="143"/>
                    <a:pt x="17" y="134"/>
                    <a:pt x="21" y="130"/>
                  </a:cubicBezTo>
                  <a:cubicBezTo>
                    <a:pt x="24" y="125"/>
                    <a:pt x="19" y="127"/>
                    <a:pt x="19" y="12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39" name="Freeform 149"/>
            <p:cNvSpPr>
              <a:spLocks noEditPoints="1"/>
            </p:cNvSpPr>
            <p:nvPr/>
          </p:nvSpPr>
          <p:spPr bwMode="auto">
            <a:xfrm>
              <a:off x="7690426" y="2785050"/>
              <a:ext cx="1525007" cy="1092255"/>
            </a:xfrm>
            <a:custGeom>
              <a:avLst/>
              <a:gdLst>
                <a:gd name="T0" fmla="*/ 481 w 506"/>
                <a:gd name="T1" fmla="*/ 66 h 351"/>
                <a:gd name="T2" fmla="*/ 456 w 506"/>
                <a:gd name="T3" fmla="*/ 48 h 351"/>
                <a:gd name="T4" fmla="*/ 436 w 506"/>
                <a:gd name="T5" fmla="*/ 20 h 351"/>
                <a:gd name="T6" fmla="*/ 406 w 506"/>
                <a:gd name="T7" fmla="*/ 1 h 351"/>
                <a:gd name="T8" fmla="*/ 387 w 506"/>
                <a:gd name="T9" fmla="*/ 16 h 351"/>
                <a:gd name="T10" fmla="*/ 370 w 506"/>
                <a:gd name="T11" fmla="*/ 41 h 351"/>
                <a:gd name="T12" fmla="*/ 345 w 506"/>
                <a:gd name="T13" fmla="*/ 55 h 351"/>
                <a:gd name="T14" fmla="*/ 360 w 506"/>
                <a:gd name="T15" fmla="*/ 65 h 351"/>
                <a:gd name="T16" fmla="*/ 360 w 506"/>
                <a:gd name="T17" fmla="*/ 79 h 351"/>
                <a:gd name="T18" fmla="*/ 316 w 506"/>
                <a:gd name="T19" fmla="*/ 95 h 351"/>
                <a:gd name="T20" fmla="*/ 284 w 506"/>
                <a:gd name="T21" fmla="*/ 122 h 351"/>
                <a:gd name="T22" fmla="*/ 235 w 506"/>
                <a:gd name="T23" fmla="*/ 124 h 351"/>
                <a:gd name="T24" fmla="*/ 180 w 506"/>
                <a:gd name="T25" fmla="*/ 117 h 351"/>
                <a:gd name="T26" fmla="*/ 157 w 506"/>
                <a:gd name="T27" fmla="*/ 94 h 351"/>
                <a:gd name="T28" fmla="*/ 136 w 506"/>
                <a:gd name="T29" fmla="*/ 68 h 351"/>
                <a:gd name="T30" fmla="*/ 115 w 506"/>
                <a:gd name="T31" fmla="*/ 49 h 351"/>
                <a:gd name="T32" fmla="*/ 103 w 506"/>
                <a:gd name="T33" fmla="*/ 57 h 351"/>
                <a:gd name="T34" fmla="*/ 83 w 506"/>
                <a:gd name="T35" fmla="*/ 72 h 351"/>
                <a:gd name="T36" fmla="*/ 66 w 506"/>
                <a:gd name="T37" fmla="*/ 91 h 351"/>
                <a:gd name="T38" fmla="*/ 59 w 506"/>
                <a:gd name="T39" fmla="*/ 112 h 351"/>
                <a:gd name="T40" fmla="*/ 39 w 506"/>
                <a:gd name="T41" fmla="*/ 132 h 351"/>
                <a:gd name="T42" fmla="*/ 15 w 506"/>
                <a:gd name="T43" fmla="*/ 139 h 351"/>
                <a:gd name="T44" fmla="*/ 0 w 506"/>
                <a:gd name="T45" fmla="*/ 150 h 351"/>
                <a:gd name="T46" fmla="*/ 11 w 506"/>
                <a:gd name="T47" fmla="*/ 174 h 351"/>
                <a:gd name="T48" fmla="*/ 30 w 506"/>
                <a:gd name="T49" fmla="*/ 190 h 351"/>
                <a:gd name="T50" fmla="*/ 45 w 506"/>
                <a:gd name="T51" fmla="*/ 185 h 351"/>
                <a:gd name="T52" fmla="*/ 42 w 506"/>
                <a:gd name="T53" fmla="*/ 207 h 351"/>
                <a:gd name="T54" fmla="*/ 43 w 506"/>
                <a:gd name="T55" fmla="*/ 227 h 351"/>
                <a:gd name="T56" fmla="*/ 58 w 506"/>
                <a:gd name="T57" fmla="*/ 241 h 351"/>
                <a:gd name="T58" fmla="*/ 103 w 506"/>
                <a:gd name="T59" fmla="*/ 260 h 351"/>
                <a:gd name="T60" fmla="*/ 122 w 506"/>
                <a:gd name="T61" fmla="*/ 264 h 351"/>
                <a:gd name="T62" fmla="*/ 137 w 506"/>
                <a:gd name="T63" fmla="*/ 260 h 351"/>
                <a:gd name="T64" fmla="*/ 157 w 506"/>
                <a:gd name="T65" fmla="*/ 255 h 351"/>
                <a:gd name="T66" fmla="*/ 182 w 506"/>
                <a:gd name="T67" fmla="*/ 255 h 351"/>
                <a:gd name="T68" fmla="*/ 196 w 506"/>
                <a:gd name="T69" fmla="*/ 264 h 351"/>
                <a:gd name="T70" fmla="*/ 191 w 506"/>
                <a:gd name="T71" fmla="*/ 296 h 351"/>
                <a:gd name="T72" fmla="*/ 205 w 506"/>
                <a:gd name="T73" fmla="*/ 314 h 351"/>
                <a:gd name="T74" fmla="*/ 223 w 506"/>
                <a:gd name="T75" fmla="*/ 322 h 351"/>
                <a:gd name="T76" fmla="*/ 236 w 506"/>
                <a:gd name="T77" fmla="*/ 308 h 351"/>
                <a:gd name="T78" fmla="*/ 263 w 506"/>
                <a:gd name="T79" fmla="*/ 306 h 351"/>
                <a:gd name="T80" fmla="*/ 280 w 506"/>
                <a:gd name="T81" fmla="*/ 318 h 351"/>
                <a:gd name="T82" fmla="*/ 294 w 506"/>
                <a:gd name="T83" fmla="*/ 329 h 351"/>
                <a:gd name="T84" fmla="*/ 333 w 506"/>
                <a:gd name="T85" fmla="*/ 309 h 351"/>
                <a:gd name="T86" fmla="*/ 362 w 506"/>
                <a:gd name="T87" fmla="*/ 293 h 351"/>
                <a:gd name="T88" fmla="*/ 377 w 506"/>
                <a:gd name="T89" fmla="*/ 276 h 351"/>
                <a:gd name="T90" fmla="*/ 391 w 506"/>
                <a:gd name="T91" fmla="*/ 258 h 351"/>
                <a:gd name="T92" fmla="*/ 394 w 506"/>
                <a:gd name="T93" fmla="*/ 242 h 351"/>
                <a:gd name="T94" fmla="*/ 390 w 506"/>
                <a:gd name="T95" fmla="*/ 229 h 351"/>
                <a:gd name="T96" fmla="*/ 388 w 506"/>
                <a:gd name="T97" fmla="*/ 217 h 351"/>
                <a:gd name="T98" fmla="*/ 377 w 506"/>
                <a:gd name="T99" fmla="*/ 189 h 351"/>
                <a:gd name="T100" fmla="*/ 401 w 506"/>
                <a:gd name="T101" fmla="*/ 176 h 351"/>
                <a:gd name="T102" fmla="*/ 371 w 506"/>
                <a:gd name="T103" fmla="*/ 167 h 351"/>
                <a:gd name="T104" fmla="*/ 383 w 506"/>
                <a:gd name="T105" fmla="*/ 144 h 351"/>
                <a:gd name="T106" fmla="*/ 396 w 506"/>
                <a:gd name="T107" fmla="*/ 156 h 351"/>
                <a:gd name="T108" fmla="*/ 433 w 506"/>
                <a:gd name="T109" fmla="*/ 135 h 351"/>
                <a:gd name="T110" fmla="*/ 453 w 506"/>
                <a:gd name="T111" fmla="*/ 126 h 351"/>
                <a:gd name="T112" fmla="*/ 473 w 506"/>
                <a:gd name="T113" fmla="*/ 118 h 351"/>
                <a:gd name="T114" fmla="*/ 475 w 506"/>
                <a:gd name="T115" fmla="*/ 96 h 351"/>
                <a:gd name="T116" fmla="*/ 499 w 506"/>
                <a:gd name="T117" fmla="*/ 80 h 351"/>
                <a:gd name="T118" fmla="*/ 386 w 506"/>
                <a:gd name="T119" fmla="*/ 313 h 351"/>
                <a:gd name="T120" fmla="*/ 284 w 506"/>
                <a:gd name="T121" fmla="*/ 34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06" h="351">
                  <a:moveTo>
                    <a:pt x="503" y="63"/>
                  </a:moveTo>
                  <a:cubicBezTo>
                    <a:pt x="503" y="58"/>
                    <a:pt x="498" y="60"/>
                    <a:pt x="496" y="61"/>
                  </a:cubicBezTo>
                  <a:cubicBezTo>
                    <a:pt x="495" y="62"/>
                    <a:pt x="490" y="61"/>
                    <a:pt x="488" y="64"/>
                  </a:cubicBezTo>
                  <a:cubicBezTo>
                    <a:pt x="487" y="67"/>
                    <a:pt x="484" y="65"/>
                    <a:pt x="481" y="66"/>
                  </a:cubicBezTo>
                  <a:cubicBezTo>
                    <a:pt x="477" y="66"/>
                    <a:pt x="472" y="65"/>
                    <a:pt x="472" y="62"/>
                  </a:cubicBezTo>
                  <a:cubicBezTo>
                    <a:pt x="473" y="60"/>
                    <a:pt x="470" y="58"/>
                    <a:pt x="471" y="55"/>
                  </a:cubicBezTo>
                  <a:cubicBezTo>
                    <a:pt x="471" y="53"/>
                    <a:pt x="467" y="54"/>
                    <a:pt x="465" y="51"/>
                  </a:cubicBezTo>
                  <a:cubicBezTo>
                    <a:pt x="462" y="49"/>
                    <a:pt x="457" y="47"/>
                    <a:pt x="456" y="48"/>
                  </a:cubicBezTo>
                  <a:cubicBezTo>
                    <a:pt x="455" y="48"/>
                    <a:pt x="452" y="45"/>
                    <a:pt x="448" y="45"/>
                  </a:cubicBezTo>
                  <a:cubicBezTo>
                    <a:pt x="444" y="44"/>
                    <a:pt x="444" y="42"/>
                    <a:pt x="445" y="40"/>
                  </a:cubicBezTo>
                  <a:cubicBezTo>
                    <a:pt x="445" y="38"/>
                    <a:pt x="441" y="33"/>
                    <a:pt x="441" y="30"/>
                  </a:cubicBezTo>
                  <a:cubicBezTo>
                    <a:pt x="440" y="27"/>
                    <a:pt x="437" y="26"/>
                    <a:pt x="436" y="20"/>
                  </a:cubicBezTo>
                  <a:cubicBezTo>
                    <a:pt x="434" y="13"/>
                    <a:pt x="431" y="15"/>
                    <a:pt x="432" y="12"/>
                  </a:cubicBezTo>
                  <a:cubicBezTo>
                    <a:pt x="432" y="9"/>
                    <a:pt x="427" y="7"/>
                    <a:pt x="426" y="6"/>
                  </a:cubicBezTo>
                  <a:cubicBezTo>
                    <a:pt x="425" y="4"/>
                    <a:pt x="420" y="5"/>
                    <a:pt x="416" y="3"/>
                  </a:cubicBezTo>
                  <a:cubicBezTo>
                    <a:pt x="412" y="1"/>
                    <a:pt x="410" y="2"/>
                    <a:pt x="406" y="1"/>
                  </a:cubicBezTo>
                  <a:cubicBezTo>
                    <a:pt x="403" y="0"/>
                    <a:pt x="395" y="2"/>
                    <a:pt x="394" y="2"/>
                  </a:cubicBezTo>
                  <a:cubicBezTo>
                    <a:pt x="393" y="2"/>
                    <a:pt x="387" y="1"/>
                    <a:pt x="383" y="6"/>
                  </a:cubicBezTo>
                  <a:cubicBezTo>
                    <a:pt x="380" y="10"/>
                    <a:pt x="383" y="10"/>
                    <a:pt x="384" y="10"/>
                  </a:cubicBezTo>
                  <a:cubicBezTo>
                    <a:pt x="386" y="10"/>
                    <a:pt x="386" y="15"/>
                    <a:pt x="387" y="16"/>
                  </a:cubicBezTo>
                  <a:cubicBezTo>
                    <a:pt x="387" y="18"/>
                    <a:pt x="384" y="20"/>
                    <a:pt x="383" y="20"/>
                  </a:cubicBezTo>
                  <a:cubicBezTo>
                    <a:pt x="382" y="21"/>
                    <a:pt x="378" y="26"/>
                    <a:pt x="378" y="28"/>
                  </a:cubicBezTo>
                  <a:cubicBezTo>
                    <a:pt x="377" y="30"/>
                    <a:pt x="373" y="35"/>
                    <a:pt x="374" y="37"/>
                  </a:cubicBezTo>
                  <a:cubicBezTo>
                    <a:pt x="374" y="39"/>
                    <a:pt x="372" y="41"/>
                    <a:pt x="370" y="41"/>
                  </a:cubicBezTo>
                  <a:cubicBezTo>
                    <a:pt x="368" y="41"/>
                    <a:pt x="363" y="45"/>
                    <a:pt x="362" y="45"/>
                  </a:cubicBezTo>
                  <a:cubicBezTo>
                    <a:pt x="360" y="46"/>
                    <a:pt x="354" y="45"/>
                    <a:pt x="354" y="43"/>
                  </a:cubicBezTo>
                  <a:cubicBezTo>
                    <a:pt x="353" y="42"/>
                    <a:pt x="353" y="42"/>
                    <a:pt x="352" y="41"/>
                  </a:cubicBezTo>
                  <a:cubicBezTo>
                    <a:pt x="345" y="55"/>
                    <a:pt x="345" y="55"/>
                    <a:pt x="345" y="55"/>
                  </a:cubicBezTo>
                  <a:cubicBezTo>
                    <a:pt x="345" y="59"/>
                    <a:pt x="345" y="59"/>
                    <a:pt x="345" y="59"/>
                  </a:cubicBezTo>
                  <a:cubicBezTo>
                    <a:pt x="345" y="59"/>
                    <a:pt x="340" y="60"/>
                    <a:pt x="343" y="64"/>
                  </a:cubicBezTo>
                  <a:cubicBezTo>
                    <a:pt x="347" y="67"/>
                    <a:pt x="347" y="64"/>
                    <a:pt x="352" y="64"/>
                  </a:cubicBezTo>
                  <a:cubicBezTo>
                    <a:pt x="357" y="64"/>
                    <a:pt x="359" y="68"/>
                    <a:pt x="360" y="65"/>
                  </a:cubicBezTo>
                  <a:cubicBezTo>
                    <a:pt x="361" y="62"/>
                    <a:pt x="366" y="61"/>
                    <a:pt x="368" y="64"/>
                  </a:cubicBezTo>
                  <a:cubicBezTo>
                    <a:pt x="371" y="67"/>
                    <a:pt x="380" y="73"/>
                    <a:pt x="379" y="75"/>
                  </a:cubicBezTo>
                  <a:cubicBezTo>
                    <a:pt x="379" y="78"/>
                    <a:pt x="374" y="78"/>
                    <a:pt x="371" y="77"/>
                  </a:cubicBezTo>
                  <a:cubicBezTo>
                    <a:pt x="367" y="75"/>
                    <a:pt x="363" y="79"/>
                    <a:pt x="360" y="79"/>
                  </a:cubicBezTo>
                  <a:cubicBezTo>
                    <a:pt x="356" y="79"/>
                    <a:pt x="353" y="80"/>
                    <a:pt x="349" y="83"/>
                  </a:cubicBezTo>
                  <a:cubicBezTo>
                    <a:pt x="346" y="86"/>
                    <a:pt x="347" y="90"/>
                    <a:pt x="342" y="90"/>
                  </a:cubicBezTo>
                  <a:cubicBezTo>
                    <a:pt x="337" y="91"/>
                    <a:pt x="335" y="90"/>
                    <a:pt x="329" y="94"/>
                  </a:cubicBezTo>
                  <a:cubicBezTo>
                    <a:pt x="324" y="98"/>
                    <a:pt x="318" y="96"/>
                    <a:pt x="316" y="95"/>
                  </a:cubicBezTo>
                  <a:cubicBezTo>
                    <a:pt x="314" y="94"/>
                    <a:pt x="310" y="93"/>
                    <a:pt x="308" y="97"/>
                  </a:cubicBezTo>
                  <a:cubicBezTo>
                    <a:pt x="305" y="101"/>
                    <a:pt x="310" y="103"/>
                    <a:pt x="310" y="107"/>
                  </a:cubicBezTo>
                  <a:cubicBezTo>
                    <a:pt x="309" y="111"/>
                    <a:pt x="304" y="110"/>
                    <a:pt x="299" y="115"/>
                  </a:cubicBezTo>
                  <a:cubicBezTo>
                    <a:pt x="295" y="120"/>
                    <a:pt x="288" y="122"/>
                    <a:pt x="284" y="122"/>
                  </a:cubicBezTo>
                  <a:cubicBezTo>
                    <a:pt x="281" y="121"/>
                    <a:pt x="272" y="119"/>
                    <a:pt x="265" y="122"/>
                  </a:cubicBezTo>
                  <a:cubicBezTo>
                    <a:pt x="258" y="125"/>
                    <a:pt x="253" y="130"/>
                    <a:pt x="251" y="130"/>
                  </a:cubicBezTo>
                  <a:cubicBezTo>
                    <a:pt x="248" y="129"/>
                    <a:pt x="248" y="126"/>
                    <a:pt x="244" y="126"/>
                  </a:cubicBezTo>
                  <a:cubicBezTo>
                    <a:pt x="240" y="127"/>
                    <a:pt x="238" y="126"/>
                    <a:pt x="235" y="124"/>
                  </a:cubicBezTo>
                  <a:cubicBezTo>
                    <a:pt x="233" y="123"/>
                    <a:pt x="231" y="125"/>
                    <a:pt x="226" y="122"/>
                  </a:cubicBezTo>
                  <a:cubicBezTo>
                    <a:pt x="222" y="119"/>
                    <a:pt x="214" y="119"/>
                    <a:pt x="211" y="119"/>
                  </a:cubicBezTo>
                  <a:cubicBezTo>
                    <a:pt x="208" y="118"/>
                    <a:pt x="195" y="119"/>
                    <a:pt x="191" y="118"/>
                  </a:cubicBezTo>
                  <a:cubicBezTo>
                    <a:pt x="187" y="118"/>
                    <a:pt x="181" y="119"/>
                    <a:pt x="180" y="117"/>
                  </a:cubicBezTo>
                  <a:cubicBezTo>
                    <a:pt x="180" y="115"/>
                    <a:pt x="176" y="113"/>
                    <a:pt x="175" y="109"/>
                  </a:cubicBezTo>
                  <a:cubicBezTo>
                    <a:pt x="174" y="104"/>
                    <a:pt x="171" y="102"/>
                    <a:pt x="169" y="102"/>
                  </a:cubicBezTo>
                  <a:cubicBezTo>
                    <a:pt x="166" y="101"/>
                    <a:pt x="166" y="98"/>
                    <a:pt x="163" y="98"/>
                  </a:cubicBezTo>
                  <a:cubicBezTo>
                    <a:pt x="162" y="98"/>
                    <a:pt x="161" y="94"/>
                    <a:pt x="157" y="94"/>
                  </a:cubicBezTo>
                  <a:cubicBezTo>
                    <a:pt x="153" y="94"/>
                    <a:pt x="140" y="92"/>
                    <a:pt x="138" y="89"/>
                  </a:cubicBezTo>
                  <a:cubicBezTo>
                    <a:pt x="136" y="86"/>
                    <a:pt x="140" y="85"/>
                    <a:pt x="140" y="82"/>
                  </a:cubicBezTo>
                  <a:cubicBezTo>
                    <a:pt x="140" y="79"/>
                    <a:pt x="142" y="75"/>
                    <a:pt x="140" y="74"/>
                  </a:cubicBezTo>
                  <a:cubicBezTo>
                    <a:pt x="139" y="73"/>
                    <a:pt x="136" y="70"/>
                    <a:pt x="136" y="68"/>
                  </a:cubicBezTo>
                  <a:cubicBezTo>
                    <a:pt x="136" y="65"/>
                    <a:pt x="132" y="62"/>
                    <a:pt x="129" y="62"/>
                  </a:cubicBezTo>
                  <a:cubicBezTo>
                    <a:pt x="126" y="62"/>
                    <a:pt x="124" y="60"/>
                    <a:pt x="121" y="58"/>
                  </a:cubicBezTo>
                  <a:cubicBezTo>
                    <a:pt x="119" y="55"/>
                    <a:pt x="116" y="55"/>
                    <a:pt x="115" y="50"/>
                  </a:cubicBezTo>
                  <a:cubicBezTo>
                    <a:pt x="115" y="49"/>
                    <a:pt x="115" y="49"/>
                    <a:pt x="115" y="49"/>
                  </a:cubicBezTo>
                  <a:cubicBezTo>
                    <a:pt x="114" y="49"/>
                    <a:pt x="113" y="48"/>
                    <a:pt x="112" y="48"/>
                  </a:cubicBezTo>
                  <a:cubicBezTo>
                    <a:pt x="111" y="48"/>
                    <a:pt x="110" y="48"/>
                    <a:pt x="109" y="47"/>
                  </a:cubicBezTo>
                  <a:cubicBezTo>
                    <a:pt x="109" y="49"/>
                    <a:pt x="107" y="51"/>
                    <a:pt x="107" y="52"/>
                  </a:cubicBezTo>
                  <a:cubicBezTo>
                    <a:pt x="107" y="54"/>
                    <a:pt x="106" y="57"/>
                    <a:pt x="103" y="57"/>
                  </a:cubicBezTo>
                  <a:cubicBezTo>
                    <a:pt x="100" y="57"/>
                    <a:pt x="98" y="59"/>
                    <a:pt x="97" y="63"/>
                  </a:cubicBezTo>
                  <a:cubicBezTo>
                    <a:pt x="97" y="68"/>
                    <a:pt x="100" y="68"/>
                    <a:pt x="99" y="70"/>
                  </a:cubicBezTo>
                  <a:cubicBezTo>
                    <a:pt x="97" y="72"/>
                    <a:pt x="92" y="74"/>
                    <a:pt x="91" y="73"/>
                  </a:cubicBezTo>
                  <a:cubicBezTo>
                    <a:pt x="89" y="72"/>
                    <a:pt x="86" y="73"/>
                    <a:pt x="83" y="72"/>
                  </a:cubicBezTo>
                  <a:cubicBezTo>
                    <a:pt x="80" y="72"/>
                    <a:pt x="78" y="69"/>
                    <a:pt x="77" y="72"/>
                  </a:cubicBezTo>
                  <a:cubicBezTo>
                    <a:pt x="76" y="76"/>
                    <a:pt x="71" y="87"/>
                    <a:pt x="72" y="89"/>
                  </a:cubicBezTo>
                  <a:cubicBezTo>
                    <a:pt x="73" y="90"/>
                    <a:pt x="74" y="93"/>
                    <a:pt x="72" y="93"/>
                  </a:cubicBezTo>
                  <a:cubicBezTo>
                    <a:pt x="70" y="93"/>
                    <a:pt x="67" y="92"/>
                    <a:pt x="66" y="91"/>
                  </a:cubicBezTo>
                  <a:cubicBezTo>
                    <a:pt x="65" y="90"/>
                    <a:pt x="61" y="93"/>
                    <a:pt x="58" y="93"/>
                  </a:cubicBezTo>
                  <a:cubicBezTo>
                    <a:pt x="57" y="92"/>
                    <a:pt x="51" y="95"/>
                    <a:pt x="53" y="96"/>
                  </a:cubicBezTo>
                  <a:cubicBezTo>
                    <a:pt x="55" y="97"/>
                    <a:pt x="55" y="101"/>
                    <a:pt x="55" y="103"/>
                  </a:cubicBezTo>
                  <a:cubicBezTo>
                    <a:pt x="55" y="105"/>
                    <a:pt x="59" y="111"/>
                    <a:pt x="59" y="112"/>
                  </a:cubicBezTo>
                  <a:cubicBezTo>
                    <a:pt x="58" y="114"/>
                    <a:pt x="54" y="116"/>
                    <a:pt x="54" y="119"/>
                  </a:cubicBezTo>
                  <a:cubicBezTo>
                    <a:pt x="54" y="121"/>
                    <a:pt x="55" y="123"/>
                    <a:pt x="53" y="124"/>
                  </a:cubicBezTo>
                  <a:cubicBezTo>
                    <a:pt x="52" y="125"/>
                    <a:pt x="48" y="126"/>
                    <a:pt x="46" y="128"/>
                  </a:cubicBezTo>
                  <a:cubicBezTo>
                    <a:pt x="44" y="129"/>
                    <a:pt x="41" y="129"/>
                    <a:pt x="39" y="132"/>
                  </a:cubicBezTo>
                  <a:cubicBezTo>
                    <a:pt x="38" y="134"/>
                    <a:pt x="37" y="136"/>
                    <a:pt x="33" y="135"/>
                  </a:cubicBezTo>
                  <a:cubicBezTo>
                    <a:pt x="29" y="135"/>
                    <a:pt x="28" y="134"/>
                    <a:pt x="25" y="137"/>
                  </a:cubicBezTo>
                  <a:cubicBezTo>
                    <a:pt x="22" y="141"/>
                    <a:pt x="22" y="139"/>
                    <a:pt x="20" y="141"/>
                  </a:cubicBezTo>
                  <a:cubicBezTo>
                    <a:pt x="18" y="142"/>
                    <a:pt x="16" y="140"/>
                    <a:pt x="15" y="139"/>
                  </a:cubicBezTo>
                  <a:cubicBezTo>
                    <a:pt x="13" y="139"/>
                    <a:pt x="11" y="141"/>
                    <a:pt x="10" y="141"/>
                  </a:cubicBezTo>
                  <a:cubicBezTo>
                    <a:pt x="8" y="141"/>
                    <a:pt x="7" y="143"/>
                    <a:pt x="5" y="144"/>
                  </a:cubicBezTo>
                  <a:cubicBezTo>
                    <a:pt x="3" y="144"/>
                    <a:pt x="1" y="144"/>
                    <a:pt x="1" y="146"/>
                  </a:cubicBezTo>
                  <a:cubicBezTo>
                    <a:pt x="1" y="147"/>
                    <a:pt x="1" y="149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1" y="158"/>
                    <a:pt x="1" y="158"/>
                    <a:pt x="1" y="158"/>
                  </a:cubicBezTo>
                  <a:cubicBezTo>
                    <a:pt x="1" y="158"/>
                    <a:pt x="9" y="160"/>
                    <a:pt x="10" y="163"/>
                  </a:cubicBezTo>
                  <a:cubicBezTo>
                    <a:pt x="10" y="166"/>
                    <a:pt x="11" y="174"/>
                    <a:pt x="11" y="174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4" y="177"/>
                    <a:pt x="19" y="179"/>
                    <a:pt x="19" y="180"/>
                  </a:cubicBezTo>
                  <a:cubicBezTo>
                    <a:pt x="19" y="182"/>
                    <a:pt x="19" y="185"/>
                    <a:pt x="23" y="187"/>
                  </a:cubicBezTo>
                  <a:cubicBezTo>
                    <a:pt x="26" y="188"/>
                    <a:pt x="28" y="189"/>
                    <a:pt x="30" y="190"/>
                  </a:cubicBezTo>
                  <a:cubicBezTo>
                    <a:pt x="30" y="190"/>
                    <a:pt x="30" y="189"/>
                    <a:pt x="30" y="189"/>
                  </a:cubicBezTo>
                  <a:cubicBezTo>
                    <a:pt x="33" y="189"/>
                    <a:pt x="33" y="189"/>
                    <a:pt x="33" y="189"/>
                  </a:cubicBezTo>
                  <a:cubicBezTo>
                    <a:pt x="33" y="189"/>
                    <a:pt x="34" y="190"/>
                    <a:pt x="35" y="191"/>
                  </a:cubicBezTo>
                  <a:cubicBezTo>
                    <a:pt x="36" y="188"/>
                    <a:pt x="42" y="185"/>
                    <a:pt x="45" y="185"/>
                  </a:cubicBezTo>
                  <a:cubicBezTo>
                    <a:pt x="48" y="185"/>
                    <a:pt x="55" y="191"/>
                    <a:pt x="54" y="193"/>
                  </a:cubicBezTo>
                  <a:cubicBezTo>
                    <a:pt x="54" y="195"/>
                    <a:pt x="48" y="203"/>
                    <a:pt x="46" y="203"/>
                  </a:cubicBezTo>
                  <a:cubicBezTo>
                    <a:pt x="45" y="204"/>
                    <a:pt x="44" y="204"/>
                    <a:pt x="42" y="204"/>
                  </a:cubicBezTo>
                  <a:cubicBezTo>
                    <a:pt x="42" y="205"/>
                    <a:pt x="42" y="206"/>
                    <a:pt x="42" y="207"/>
                  </a:cubicBezTo>
                  <a:cubicBezTo>
                    <a:pt x="42" y="208"/>
                    <a:pt x="45" y="211"/>
                    <a:pt x="47" y="214"/>
                  </a:cubicBezTo>
                  <a:cubicBezTo>
                    <a:pt x="48" y="217"/>
                    <a:pt x="44" y="219"/>
                    <a:pt x="42" y="217"/>
                  </a:cubicBezTo>
                  <a:cubicBezTo>
                    <a:pt x="39" y="215"/>
                    <a:pt x="38" y="219"/>
                    <a:pt x="40" y="221"/>
                  </a:cubicBezTo>
                  <a:cubicBezTo>
                    <a:pt x="41" y="222"/>
                    <a:pt x="40" y="227"/>
                    <a:pt x="43" y="227"/>
                  </a:cubicBezTo>
                  <a:cubicBezTo>
                    <a:pt x="45" y="228"/>
                    <a:pt x="47" y="232"/>
                    <a:pt x="50" y="232"/>
                  </a:cubicBezTo>
                  <a:cubicBezTo>
                    <a:pt x="52" y="232"/>
                    <a:pt x="55" y="237"/>
                    <a:pt x="55" y="237"/>
                  </a:cubicBezTo>
                  <a:cubicBezTo>
                    <a:pt x="55" y="237"/>
                    <a:pt x="58" y="239"/>
                    <a:pt x="58" y="240"/>
                  </a:cubicBezTo>
                  <a:cubicBezTo>
                    <a:pt x="58" y="240"/>
                    <a:pt x="58" y="241"/>
                    <a:pt x="58" y="241"/>
                  </a:cubicBezTo>
                  <a:cubicBezTo>
                    <a:pt x="61" y="241"/>
                    <a:pt x="63" y="240"/>
                    <a:pt x="63" y="239"/>
                  </a:cubicBezTo>
                  <a:cubicBezTo>
                    <a:pt x="64" y="238"/>
                    <a:pt x="67" y="238"/>
                    <a:pt x="70" y="241"/>
                  </a:cubicBezTo>
                  <a:cubicBezTo>
                    <a:pt x="73" y="243"/>
                    <a:pt x="83" y="250"/>
                    <a:pt x="87" y="253"/>
                  </a:cubicBezTo>
                  <a:cubicBezTo>
                    <a:pt x="91" y="256"/>
                    <a:pt x="100" y="260"/>
                    <a:pt x="103" y="260"/>
                  </a:cubicBezTo>
                  <a:cubicBezTo>
                    <a:pt x="107" y="259"/>
                    <a:pt x="109" y="262"/>
                    <a:pt x="114" y="262"/>
                  </a:cubicBezTo>
                  <a:cubicBezTo>
                    <a:pt x="115" y="262"/>
                    <a:pt x="116" y="262"/>
                    <a:pt x="116" y="262"/>
                  </a:cubicBezTo>
                  <a:cubicBezTo>
                    <a:pt x="117" y="261"/>
                    <a:pt x="118" y="261"/>
                    <a:pt x="119" y="260"/>
                  </a:cubicBezTo>
                  <a:cubicBezTo>
                    <a:pt x="120" y="258"/>
                    <a:pt x="122" y="261"/>
                    <a:pt x="122" y="264"/>
                  </a:cubicBezTo>
                  <a:cubicBezTo>
                    <a:pt x="121" y="265"/>
                    <a:pt x="122" y="267"/>
                    <a:pt x="122" y="268"/>
                  </a:cubicBezTo>
                  <a:cubicBezTo>
                    <a:pt x="123" y="267"/>
                    <a:pt x="124" y="265"/>
                    <a:pt x="124" y="264"/>
                  </a:cubicBezTo>
                  <a:cubicBezTo>
                    <a:pt x="126" y="260"/>
                    <a:pt x="128" y="260"/>
                    <a:pt x="130" y="259"/>
                  </a:cubicBezTo>
                  <a:cubicBezTo>
                    <a:pt x="132" y="258"/>
                    <a:pt x="133" y="258"/>
                    <a:pt x="137" y="260"/>
                  </a:cubicBezTo>
                  <a:cubicBezTo>
                    <a:pt x="140" y="262"/>
                    <a:pt x="142" y="258"/>
                    <a:pt x="147" y="263"/>
                  </a:cubicBezTo>
                  <a:cubicBezTo>
                    <a:pt x="148" y="262"/>
                    <a:pt x="149" y="262"/>
                    <a:pt x="150" y="262"/>
                  </a:cubicBezTo>
                  <a:cubicBezTo>
                    <a:pt x="151" y="262"/>
                    <a:pt x="152" y="260"/>
                    <a:pt x="154" y="258"/>
                  </a:cubicBezTo>
                  <a:cubicBezTo>
                    <a:pt x="155" y="256"/>
                    <a:pt x="155" y="254"/>
                    <a:pt x="157" y="255"/>
                  </a:cubicBezTo>
                  <a:cubicBezTo>
                    <a:pt x="159" y="255"/>
                    <a:pt x="160" y="252"/>
                    <a:pt x="164" y="250"/>
                  </a:cubicBezTo>
                  <a:cubicBezTo>
                    <a:pt x="169" y="248"/>
                    <a:pt x="172" y="251"/>
                    <a:pt x="174" y="250"/>
                  </a:cubicBezTo>
                  <a:cubicBezTo>
                    <a:pt x="176" y="248"/>
                    <a:pt x="179" y="247"/>
                    <a:pt x="179" y="249"/>
                  </a:cubicBezTo>
                  <a:cubicBezTo>
                    <a:pt x="179" y="251"/>
                    <a:pt x="181" y="253"/>
                    <a:pt x="182" y="255"/>
                  </a:cubicBezTo>
                  <a:cubicBezTo>
                    <a:pt x="182" y="256"/>
                    <a:pt x="186" y="257"/>
                    <a:pt x="187" y="257"/>
                  </a:cubicBezTo>
                  <a:cubicBezTo>
                    <a:pt x="187" y="257"/>
                    <a:pt x="188" y="257"/>
                    <a:pt x="188" y="256"/>
                  </a:cubicBezTo>
                  <a:cubicBezTo>
                    <a:pt x="190" y="255"/>
                    <a:pt x="194" y="257"/>
                    <a:pt x="194" y="259"/>
                  </a:cubicBezTo>
                  <a:cubicBezTo>
                    <a:pt x="194" y="261"/>
                    <a:pt x="194" y="264"/>
                    <a:pt x="196" y="264"/>
                  </a:cubicBezTo>
                  <a:cubicBezTo>
                    <a:pt x="197" y="264"/>
                    <a:pt x="199" y="264"/>
                    <a:pt x="199" y="268"/>
                  </a:cubicBezTo>
                  <a:cubicBezTo>
                    <a:pt x="199" y="272"/>
                    <a:pt x="200" y="276"/>
                    <a:pt x="197" y="280"/>
                  </a:cubicBezTo>
                  <a:cubicBezTo>
                    <a:pt x="193" y="283"/>
                    <a:pt x="189" y="290"/>
                    <a:pt x="190" y="292"/>
                  </a:cubicBezTo>
                  <a:cubicBezTo>
                    <a:pt x="191" y="294"/>
                    <a:pt x="189" y="297"/>
                    <a:pt x="191" y="296"/>
                  </a:cubicBezTo>
                  <a:cubicBezTo>
                    <a:pt x="194" y="295"/>
                    <a:pt x="200" y="296"/>
                    <a:pt x="199" y="297"/>
                  </a:cubicBezTo>
                  <a:cubicBezTo>
                    <a:pt x="198" y="299"/>
                    <a:pt x="199" y="304"/>
                    <a:pt x="202" y="304"/>
                  </a:cubicBezTo>
                  <a:cubicBezTo>
                    <a:pt x="204" y="304"/>
                    <a:pt x="206" y="306"/>
                    <a:pt x="205" y="308"/>
                  </a:cubicBezTo>
                  <a:cubicBezTo>
                    <a:pt x="204" y="310"/>
                    <a:pt x="203" y="314"/>
                    <a:pt x="205" y="314"/>
                  </a:cubicBezTo>
                  <a:cubicBezTo>
                    <a:pt x="207" y="314"/>
                    <a:pt x="210" y="314"/>
                    <a:pt x="210" y="316"/>
                  </a:cubicBezTo>
                  <a:cubicBezTo>
                    <a:pt x="209" y="318"/>
                    <a:pt x="211" y="320"/>
                    <a:pt x="215" y="319"/>
                  </a:cubicBezTo>
                  <a:cubicBezTo>
                    <a:pt x="217" y="318"/>
                    <a:pt x="218" y="317"/>
                    <a:pt x="219" y="318"/>
                  </a:cubicBezTo>
                  <a:cubicBezTo>
                    <a:pt x="220" y="318"/>
                    <a:pt x="220" y="321"/>
                    <a:pt x="223" y="322"/>
                  </a:cubicBezTo>
                  <a:cubicBezTo>
                    <a:pt x="225" y="322"/>
                    <a:pt x="224" y="316"/>
                    <a:pt x="223" y="315"/>
                  </a:cubicBezTo>
                  <a:cubicBezTo>
                    <a:pt x="222" y="314"/>
                    <a:pt x="223" y="310"/>
                    <a:pt x="224" y="311"/>
                  </a:cubicBezTo>
                  <a:cubicBezTo>
                    <a:pt x="225" y="312"/>
                    <a:pt x="228" y="311"/>
                    <a:pt x="230" y="309"/>
                  </a:cubicBezTo>
                  <a:cubicBezTo>
                    <a:pt x="232" y="307"/>
                    <a:pt x="235" y="310"/>
                    <a:pt x="236" y="308"/>
                  </a:cubicBezTo>
                  <a:cubicBezTo>
                    <a:pt x="238" y="306"/>
                    <a:pt x="241" y="310"/>
                    <a:pt x="244" y="308"/>
                  </a:cubicBezTo>
                  <a:cubicBezTo>
                    <a:pt x="247" y="306"/>
                    <a:pt x="248" y="309"/>
                    <a:pt x="249" y="307"/>
                  </a:cubicBezTo>
                  <a:cubicBezTo>
                    <a:pt x="251" y="305"/>
                    <a:pt x="255" y="302"/>
                    <a:pt x="256" y="303"/>
                  </a:cubicBezTo>
                  <a:cubicBezTo>
                    <a:pt x="257" y="304"/>
                    <a:pt x="258" y="306"/>
                    <a:pt x="263" y="306"/>
                  </a:cubicBezTo>
                  <a:cubicBezTo>
                    <a:pt x="268" y="307"/>
                    <a:pt x="265" y="310"/>
                    <a:pt x="265" y="311"/>
                  </a:cubicBezTo>
                  <a:cubicBezTo>
                    <a:pt x="265" y="313"/>
                    <a:pt x="271" y="317"/>
                    <a:pt x="274" y="318"/>
                  </a:cubicBezTo>
                  <a:cubicBezTo>
                    <a:pt x="274" y="318"/>
                    <a:pt x="275" y="318"/>
                    <a:pt x="275" y="319"/>
                  </a:cubicBezTo>
                  <a:cubicBezTo>
                    <a:pt x="277" y="318"/>
                    <a:pt x="280" y="320"/>
                    <a:pt x="280" y="318"/>
                  </a:cubicBezTo>
                  <a:cubicBezTo>
                    <a:pt x="281" y="316"/>
                    <a:pt x="284" y="316"/>
                    <a:pt x="285" y="318"/>
                  </a:cubicBezTo>
                  <a:cubicBezTo>
                    <a:pt x="286" y="320"/>
                    <a:pt x="287" y="320"/>
                    <a:pt x="290" y="318"/>
                  </a:cubicBezTo>
                  <a:cubicBezTo>
                    <a:pt x="292" y="316"/>
                    <a:pt x="294" y="320"/>
                    <a:pt x="292" y="322"/>
                  </a:cubicBezTo>
                  <a:cubicBezTo>
                    <a:pt x="291" y="323"/>
                    <a:pt x="292" y="327"/>
                    <a:pt x="294" y="329"/>
                  </a:cubicBezTo>
                  <a:cubicBezTo>
                    <a:pt x="296" y="331"/>
                    <a:pt x="297" y="328"/>
                    <a:pt x="296" y="325"/>
                  </a:cubicBezTo>
                  <a:cubicBezTo>
                    <a:pt x="296" y="323"/>
                    <a:pt x="300" y="321"/>
                    <a:pt x="308" y="318"/>
                  </a:cubicBezTo>
                  <a:cubicBezTo>
                    <a:pt x="316" y="316"/>
                    <a:pt x="324" y="310"/>
                    <a:pt x="325" y="309"/>
                  </a:cubicBezTo>
                  <a:cubicBezTo>
                    <a:pt x="325" y="307"/>
                    <a:pt x="330" y="311"/>
                    <a:pt x="333" y="309"/>
                  </a:cubicBezTo>
                  <a:cubicBezTo>
                    <a:pt x="335" y="307"/>
                    <a:pt x="345" y="307"/>
                    <a:pt x="347" y="306"/>
                  </a:cubicBezTo>
                  <a:cubicBezTo>
                    <a:pt x="350" y="306"/>
                    <a:pt x="350" y="304"/>
                    <a:pt x="352" y="302"/>
                  </a:cubicBezTo>
                  <a:cubicBezTo>
                    <a:pt x="355" y="300"/>
                    <a:pt x="354" y="299"/>
                    <a:pt x="357" y="298"/>
                  </a:cubicBezTo>
                  <a:cubicBezTo>
                    <a:pt x="360" y="297"/>
                    <a:pt x="362" y="295"/>
                    <a:pt x="362" y="293"/>
                  </a:cubicBezTo>
                  <a:cubicBezTo>
                    <a:pt x="362" y="292"/>
                    <a:pt x="368" y="291"/>
                    <a:pt x="368" y="289"/>
                  </a:cubicBezTo>
                  <a:cubicBezTo>
                    <a:pt x="368" y="288"/>
                    <a:pt x="372" y="287"/>
                    <a:pt x="372" y="285"/>
                  </a:cubicBezTo>
                  <a:cubicBezTo>
                    <a:pt x="372" y="283"/>
                    <a:pt x="375" y="284"/>
                    <a:pt x="376" y="282"/>
                  </a:cubicBezTo>
                  <a:cubicBezTo>
                    <a:pt x="377" y="281"/>
                    <a:pt x="375" y="276"/>
                    <a:pt x="377" y="276"/>
                  </a:cubicBezTo>
                  <a:cubicBezTo>
                    <a:pt x="379" y="275"/>
                    <a:pt x="376" y="273"/>
                    <a:pt x="376" y="272"/>
                  </a:cubicBezTo>
                  <a:cubicBezTo>
                    <a:pt x="375" y="270"/>
                    <a:pt x="379" y="270"/>
                    <a:pt x="382" y="269"/>
                  </a:cubicBezTo>
                  <a:cubicBezTo>
                    <a:pt x="384" y="268"/>
                    <a:pt x="385" y="265"/>
                    <a:pt x="385" y="263"/>
                  </a:cubicBezTo>
                  <a:cubicBezTo>
                    <a:pt x="386" y="261"/>
                    <a:pt x="389" y="259"/>
                    <a:pt x="391" y="258"/>
                  </a:cubicBezTo>
                  <a:cubicBezTo>
                    <a:pt x="393" y="257"/>
                    <a:pt x="393" y="254"/>
                    <a:pt x="393" y="251"/>
                  </a:cubicBezTo>
                  <a:cubicBezTo>
                    <a:pt x="392" y="248"/>
                    <a:pt x="395" y="249"/>
                    <a:pt x="394" y="248"/>
                  </a:cubicBezTo>
                  <a:cubicBezTo>
                    <a:pt x="393" y="247"/>
                    <a:pt x="395" y="244"/>
                    <a:pt x="398" y="243"/>
                  </a:cubicBezTo>
                  <a:cubicBezTo>
                    <a:pt x="401" y="242"/>
                    <a:pt x="396" y="240"/>
                    <a:pt x="394" y="242"/>
                  </a:cubicBezTo>
                  <a:cubicBezTo>
                    <a:pt x="393" y="243"/>
                    <a:pt x="391" y="238"/>
                    <a:pt x="389" y="240"/>
                  </a:cubicBezTo>
                  <a:cubicBezTo>
                    <a:pt x="388" y="242"/>
                    <a:pt x="384" y="239"/>
                    <a:pt x="386" y="238"/>
                  </a:cubicBezTo>
                  <a:cubicBezTo>
                    <a:pt x="389" y="238"/>
                    <a:pt x="393" y="235"/>
                    <a:pt x="395" y="234"/>
                  </a:cubicBezTo>
                  <a:cubicBezTo>
                    <a:pt x="397" y="233"/>
                    <a:pt x="392" y="229"/>
                    <a:pt x="390" y="229"/>
                  </a:cubicBezTo>
                  <a:cubicBezTo>
                    <a:pt x="388" y="229"/>
                    <a:pt x="385" y="224"/>
                    <a:pt x="383" y="224"/>
                  </a:cubicBezTo>
                  <a:cubicBezTo>
                    <a:pt x="380" y="224"/>
                    <a:pt x="384" y="222"/>
                    <a:pt x="387" y="224"/>
                  </a:cubicBezTo>
                  <a:cubicBezTo>
                    <a:pt x="390" y="225"/>
                    <a:pt x="393" y="226"/>
                    <a:pt x="395" y="225"/>
                  </a:cubicBezTo>
                  <a:cubicBezTo>
                    <a:pt x="396" y="224"/>
                    <a:pt x="390" y="219"/>
                    <a:pt x="388" y="217"/>
                  </a:cubicBezTo>
                  <a:cubicBezTo>
                    <a:pt x="385" y="215"/>
                    <a:pt x="388" y="213"/>
                    <a:pt x="386" y="212"/>
                  </a:cubicBezTo>
                  <a:cubicBezTo>
                    <a:pt x="385" y="211"/>
                    <a:pt x="382" y="205"/>
                    <a:pt x="381" y="202"/>
                  </a:cubicBezTo>
                  <a:cubicBezTo>
                    <a:pt x="380" y="199"/>
                    <a:pt x="375" y="198"/>
                    <a:pt x="373" y="197"/>
                  </a:cubicBezTo>
                  <a:cubicBezTo>
                    <a:pt x="372" y="195"/>
                    <a:pt x="373" y="190"/>
                    <a:pt x="377" y="189"/>
                  </a:cubicBezTo>
                  <a:cubicBezTo>
                    <a:pt x="381" y="187"/>
                    <a:pt x="380" y="184"/>
                    <a:pt x="381" y="184"/>
                  </a:cubicBezTo>
                  <a:cubicBezTo>
                    <a:pt x="383" y="185"/>
                    <a:pt x="385" y="184"/>
                    <a:pt x="386" y="181"/>
                  </a:cubicBezTo>
                  <a:cubicBezTo>
                    <a:pt x="387" y="178"/>
                    <a:pt x="390" y="180"/>
                    <a:pt x="391" y="178"/>
                  </a:cubicBezTo>
                  <a:cubicBezTo>
                    <a:pt x="392" y="177"/>
                    <a:pt x="398" y="177"/>
                    <a:pt x="401" y="176"/>
                  </a:cubicBezTo>
                  <a:cubicBezTo>
                    <a:pt x="403" y="174"/>
                    <a:pt x="399" y="169"/>
                    <a:pt x="396" y="170"/>
                  </a:cubicBezTo>
                  <a:cubicBezTo>
                    <a:pt x="393" y="171"/>
                    <a:pt x="390" y="170"/>
                    <a:pt x="388" y="167"/>
                  </a:cubicBezTo>
                  <a:cubicBezTo>
                    <a:pt x="386" y="164"/>
                    <a:pt x="380" y="172"/>
                    <a:pt x="376" y="174"/>
                  </a:cubicBezTo>
                  <a:cubicBezTo>
                    <a:pt x="372" y="176"/>
                    <a:pt x="370" y="171"/>
                    <a:pt x="371" y="167"/>
                  </a:cubicBezTo>
                  <a:cubicBezTo>
                    <a:pt x="372" y="164"/>
                    <a:pt x="368" y="164"/>
                    <a:pt x="362" y="164"/>
                  </a:cubicBezTo>
                  <a:cubicBezTo>
                    <a:pt x="357" y="165"/>
                    <a:pt x="359" y="154"/>
                    <a:pt x="362" y="154"/>
                  </a:cubicBezTo>
                  <a:cubicBezTo>
                    <a:pt x="366" y="153"/>
                    <a:pt x="371" y="157"/>
                    <a:pt x="373" y="151"/>
                  </a:cubicBezTo>
                  <a:cubicBezTo>
                    <a:pt x="375" y="145"/>
                    <a:pt x="378" y="149"/>
                    <a:pt x="383" y="144"/>
                  </a:cubicBezTo>
                  <a:cubicBezTo>
                    <a:pt x="387" y="139"/>
                    <a:pt x="393" y="135"/>
                    <a:pt x="397" y="138"/>
                  </a:cubicBezTo>
                  <a:cubicBezTo>
                    <a:pt x="401" y="142"/>
                    <a:pt x="393" y="147"/>
                    <a:pt x="391" y="150"/>
                  </a:cubicBezTo>
                  <a:cubicBezTo>
                    <a:pt x="390" y="153"/>
                    <a:pt x="392" y="154"/>
                    <a:pt x="390" y="156"/>
                  </a:cubicBezTo>
                  <a:cubicBezTo>
                    <a:pt x="387" y="159"/>
                    <a:pt x="391" y="159"/>
                    <a:pt x="396" y="156"/>
                  </a:cubicBezTo>
                  <a:cubicBezTo>
                    <a:pt x="401" y="153"/>
                    <a:pt x="407" y="149"/>
                    <a:pt x="411" y="148"/>
                  </a:cubicBezTo>
                  <a:cubicBezTo>
                    <a:pt x="413" y="147"/>
                    <a:pt x="414" y="147"/>
                    <a:pt x="415" y="147"/>
                  </a:cubicBezTo>
                  <a:cubicBezTo>
                    <a:pt x="416" y="145"/>
                    <a:pt x="417" y="144"/>
                    <a:pt x="418" y="143"/>
                  </a:cubicBezTo>
                  <a:cubicBezTo>
                    <a:pt x="421" y="142"/>
                    <a:pt x="432" y="137"/>
                    <a:pt x="433" y="135"/>
                  </a:cubicBezTo>
                  <a:cubicBezTo>
                    <a:pt x="435" y="132"/>
                    <a:pt x="437" y="129"/>
                    <a:pt x="439" y="129"/>
                  </a:cubicBezTo>
                  <a:cubicBezTo>
                    <a:pt x="441" y="129"/>
                    <a:pt x="441" y="131"/>
                    <a:pt x="444" y="131"/>
                  </a:cubicBezTo>
                  <a:cubicBezTo>
                    <a:pt x="448" y="131"/>
                    <a:pt x="451" y="132"/>
                    <a:pt x="450" y="129"/>
                  </a:cubicBezTo>
                  <a:cubicBezTo>
                    <a:pt x="448" y="126"/>
                    <a:pt x="449" y="126"/>
                    <a:pt x="453" y="126"/>
                  </a:cubicBezTo>
                  <a:cubicBezTo>
                    <a:pt x="457" y="125"/>
                    <a:pt x="456" y="122"/>
                    <a:pt x="459" y="122"/>
                  </a:cubicBezTo>
                  <a:cubicBezTo>
                    <a:pt x="462" y="122"/>
                    <a:pt x="461" y="115"/>
                    <a:pt x="464" y="115"/>
                  </a:cubicBezTo>
                  <a:cubicBezTo>
                    <a:pt x="467" y="115"/>
                    <a:pt x="468" y="119"/>
                    <a:pt x="471" y="118"/>
                  </a:cubicBezTo>
                  <a:cubicBezTo>
                    <a:pt x="472" y="118"/>
                    <a:pt x="472" y="118"/>
                    <a:pt x="473" y="118"/>
                  </a:cubicBezTo>
                  <a:cubicBezTo>
                    <a:pt x="474" y="118"/>
                    <a:pt x="475" y="117"/>
                    <a:pt x="475" y="117"/>
                  </a:cubicBezTo>
                  <a:cubicBezTo>
                    <a:pt x="475" y="113"/>
                    <a:pt x="475" y="110"/>
                    <a:pt x="475" y="109"/>
                  </a:cubicBezTo>
                  <a:cubicBezTo>
                    <a:pt x="473" y="106"/>
                    <a:pt x="475" y="103"/>
                    <a:pt x="474" y="102"/>
                  </a:cubicBezTo>
                  <a:cubicBezTo>
                    <a:pt x="474" y="100"/>
                    <a:pt x="473" y="96"/>
                    <a:pt x="475" y="96"/>
                  </a:cubicBezTo>
                  <a:cubicBezTo>
                    <a:pt x="477" y="96"/>
                    <a:pt x="480" y="91"/>
                    <a:pt x="482" y="92"/>
                  </a:cubicBezTo>
                  <a:cubicBezTo>
                    <a:pt x="485" y="94"/>
                    <a:pt x="490" y="95"/>
                    <a:pt x="490" y="92"/>
                  </a:cubicBezTo>
                  <a:cubicBezTo>
                    <a:pt x="490" y="90"/>
                    <a:pt x="493" y="90"/>
                    <a:pt x="494" y="87"/>
                  </a:cubicBezTo>
                  <a:cubicBezTo>
                    <a:pt x="494" y="84"/>
                    <a:pt x="498" y="83"/>
                    <a:pt x="499" y="80"/>
                  </a:cubicBezTo>
                  <a:cubicBezTo>
                    <a:pt x="500" y="78"/>
                    <a:pt x="501" y="71"/>
                    <a:pt x="503" y="70"/>
                  </a:cubicBezTo>
                  <a:cubicBezTo>
                    <a:pt x="506" y="68"/>
                    <a:pt x="503" y="67"/>
                    <a:pt x="503" y="63"/>
                  </a:cubicBezTo>
                  <a:close/>
                  <a:moveTo>
                    <a:pt x="381" y="298"/>
                  </a:moveTo>
                  <a:cubicBezTo>
                    <a:pt x="378" y="308"/>
                    <a:pt x="385" y="314"/>
                    <a:pt x="386" y="313"/>
                  </a:cubicBezTo>
                  <a:cubicBezTo>
                    <a:pt x="388" y="311"/>
                    <a:pt x="398" y="290"/>
                    <a:pt x="396" y="287"/>
                  </a:cubicBezTo>
                  <a:cubicBezTo>
                    <a:pt x="394" y="284"/>
                    <a:pt x="384" y="289"/>
                    <a:pt x="381" y="298"/>
                  </a:cubicBezTo>
                  <a:close/>
                  <a:moveTo>
                    <a:pt x="292" y="332"/>
                  </a:moveTo>
                  <a:cubicBezTo>
                    <a:pt x="289" y="332"/>
                    <a:pt x="281" y="337"/>
                    <a:pt x="284" y="344"/>
                  </a:cubicBezTo>
                  <a:cubicBezTo>
                    <a:pt x="287" y="351"/>
                    <a:pt x="298" y="346"/>
                    <a:pt x="298" y="343"/>
                  </a:cubicBezTo>
                  <a:cubicBezTo>
                    <a:pt x="298" y="340"/>
                    <a:pt x="303" y="335"/>
                    <a:pt x="303" y="333"/>
                  </a:cubicBezTo>
                  <a:cubicBezTo>
                    <a:pt x="302" y="331"/>
                    <a:pt x="295" y="332"/>
                    <a:pt x="292" y="33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40" name="Freeform 150"/>
            <p:cNvSpPr>
              <a:spLocks noEditPoints="1"/>
            </p:cNvSpPr>
            <p:nvPr/>
          </p:nvSpPr>
          <p:spPr bwMode="auto">
            <a:xfrm>
              <a:off x="8760226" y="3854961"/>
              <a:ext cx="247367" cy="354884"/>
            </a:xfrm>
            <a:custGeom>
              <a:avLst/>
              <a:gdLst>
                <a:gd name="T0" fmla="*/ 43 w 82"/>
                <a:gd name="T1" fmla="*/ 44 h 114"/>
                <a:gd name="T2" fmla="*/ 54 w 82"/>
                <a:gd name="T3" fmla="*/ 52 h 114"/>
                <a:gd name="T4" fmla="*/ 56 w 82"/>
                <a:gd name="T5" fmla="*/ 59 h 114"/>
                <a:gd name="T6" fmla="*/ 60 w 82"/>
                <a:gd name="T7" fmla="*/ 63 h 114"/>
                <a:gd name="T8" fmla="*/ 64 w 82"/>
                <a:gd name="T9" fmla="*/ 73 h 114"/>
                <a:gd name="T10" fmla="*/ 67 w 82"/>
                <a:gd name="T11" fmla="*/ 71 h 114"/>
                <a:gd name="T12" fmla="*/ 70 w 82"/>
                <a:gd name="T13" fmla="*/ 66 h 114"/>
                <a:gd name="T14" fmla="*/ 68 w 82"/>
                <a:gd name="T15" fmla="*/ 56 h 114"/>
                <a:gd name="T16" fmla="*/ 59 w 82"/>
                <a:gd name="T17" fmla="*/ 49 h 114"/>
                <a:gd name="T18" fmla="*/ 53 w 82"/>
                <a:gd name="T19" fmla="*/ 42 h 114"/>
                <a:gd name="T20" fmla="*/ 41 w 82"/>
                <a:gd name="T21" fmla="*/ 40 h 114"/>
                <a:gd name="T22" fmla="*/ 37 w 82"/>
                <a:gd name="T23" fmla="*/ 32 h 114"/>
                <a:gd name="T24" fmla="*/ 43 w 82"/>
                <a:gd name="T25" fmla="*/ 20 h 114"/>
                <a:gd name="T26" fmla="*/ 42 w 82"/>
                <a:gd name="T27" fmla="*/ 6 h 114"/>
                <a:gd name="T28" fmla="*/ 41 w 82"/>
                <a:gd name="T29" fmla="*/ 3 h 114"/>
                <a:gd name="T30" fmla="*/ 29 w 82"/>
                <a:gd name="T31" fmla="*/ 2 h 114"/>
                <a:gd name="T32" fmla="*/ 27 w 82"/>
                <a:gd name="T33" fmla="*/ 22 h 114"/>
                <a:gd name="T34" fmla="*/ 23 w 82"/>
                <a:gd name="T35" fmla="*/ 21 h 114"/>
                <a:gd name="T36" fmla="*/ 25 w 82"/>
                <a:gd name="T37" fmla="*/ 32 h 114"/>
                <a:gd name="T38" fmla="*/ 27 w 82"/>
                <a:gd name="T39" fmla="*/ 39 h 114"/>
                <a:gd name="T40" fmla="*/ 36 w 82"/>
                <a:gd name="T41" fmla="*/ 42 h 114"/>
                <a:gd name="T42" fmla="*/ 43 w 82"/>
                <a:gd name="T43" fmla="*/ 44 h 114"/>
                <a:gd name="T44" fmla="*/ 28 w 82"/>
                <a:gd name="T45" fmla="*/ 46 h 114"/>
                <a:gd name="T46" fmla="*/ 36 w 82"/>
                <a:gd name="T47" fmla="*/ 55 h 114"/>
                <a:gd name="T48" fmla="*/ 28 w 82"/>
                <a:gd name="T49" fmla="*/ 46 h 114"/>
                <a:gd name="T50" fmla="*/ 41 w 82"/>
                <a:gd name="T51" fmla="*/ 71 h 114"/>
                <a:gd name="T52" fmla="*/ 46 w 82"/>
                <a:gd name="T53" fmla="*/ 68 h 114"/>
                <a:gd name="T54" fmla="*/ 47 w 82"/>
                <a:gd name="T55" fmla="*/ 75 h 114"/>
                <a:gd name="T56" fmla="*/ 48 w 82"/>
                <a:gd name="T57" fmla="*/ 84 h 114"/>
                <a:gd name="T58" fmla="*/ 57 w 82"/>
                <a:gd name="T59" fmla="*/ 71 h 114"/>
                <a:gd name="T60" fmla="*/ 54 w 82"/>
                <a:gd name="T61" fmla="*/ 69 h 114"/>
                <a:gd name="T62" fmla="*/ 41 w 82"/>
                <a:gd name="T63" fmla="*/ 59 h 114"/>
                <a:gd name="T64" fmla="*/ 41 w 82"/>
                <a:gd name="T65" fmla="*/ 71 h 114"/>
                <a:gd name="T66" fmla="*/ 12 w 82"/>
                <a:gd name="T67" fmla="*/ 75 h 114"/>
                <a:gd name="T68" fmla="*/ 1 w 82"/>
                <a:gd name="T69" fmla="*/ 89 h 114"/>
                <a:gd name="T70" fmla="*/ 17 w 82"/>
                <a:gd name="T71" fmla="*/ 75 h 114"/>
                <a:gd name="T72" fmla="*/ 19 w 82"/>
                <a:gd name="T73" fmla="*/ 66 h 114"/>
                <a:gd name="T74" fmla="*/ 12 w 82"/>
                <a:gd name="T75" fmla="*/ 75 h 114"/>
                <a:gd name="T76" fmla="*/ 56 w 82"/>
                <a:gd name="T77" fmla="*/ 80 h 114"/>
                <a:gd name="T78" fmla="*/ 63 w 82"/>
                <a:gd name="T79" fmla="*/ 76 h 114"/>
                <a:gd name="T80" fmla="*/ 56 w 82"/>
                <a:gd name="T81" fmla="*/ 80 h 114"/>
                <a:gd name="T82" fmla="*/ 79 w 82"/>
                <a:gd name="T83" fmla="*/ 100 h 114"/>
                <a:gd name="T84" fmla="*/ 77 w 82"/>
                <a:gd name="T85" fmla="*/ 81 h 114"/>
                <a:gd name="T86" fmla="*/ 71 w 82"/>
                <a:gd name="T87" fmla="*/ 80 h 114"/>
                <a:gd name="T88" fmla="*/ 66 w 82"/>
                <a:gd name="T89" fmla="*/ 85 h 114"/>
                <a:gd name="T90" fmla="*/ 61 w 82"/>
                <a:gd name="T91" fmla="*/ 89 h 114"/>
                <a:gd name="T92" fmla="*/ 54 w 82"/>
                <a:gd name="T93" fmla="*/ 87 h 114"/>
                <a:gd name="T94" fmla="*/ 44 w 82"/>
                <a:gd name="T95" fmla="*/ 93 h 114"/>
                <a:gd name="T96" fmla="*/ 41 w 82"/>
                <a:gd name="T97" fmla="*/ 101 h 114"/>
                <a:gd name="T98" fmla="*/ 48 w 82"/>
                <a:gd name="T99" fmla="*/ 97 h 114"/>
                <a:gd name="T100" fmla="*/ 54 w 82"/>
                <a:gd name="T101" fmla="*/ 95 h 114"/>
                <a:gd name="T102" fmla="*/ 61 w 82"/>
                <a:gd name="T103" fmla="*/ 110 h 114"/>
                <a:gd name="T104" fmla="*/ 70 w 82"/>
                <a:gd name="T105" fmla="*/ 114 h 114"/>
                <a:gd name="T106" fmla="*/ 70 w 82"/>
                <a:gd name="T107" fmla="*/ 103 h 114"/>
                <a:gd name="T108" fmla="*/ 79 w 82"/>
                <a:gd name="T109" fmla="*/ 10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2" h="114">
                  <a:moveTo>
                    <a:pt x="43" y="44"/>
                  </a:moveTo>
                  <a:cubicBezTo>
                    <a:pt x="48" y="43"/>
                    <a:pt x="55" y="49"/>
                    <a:pt x="54" y="52"/>
                  </a:cubicBezTo>
                  <a:cubicBezTo>
                    <a:pt x="53" y="54"/>
                    <a:pt x="54" y="61"/>
                    <a:pt x="56" y="59"/>
                  </a:cubicBezTo>
                  <a:cubicBezTo>
                    <a:pt x="58" y="57"/>
                    <a:pt x="62" y="60"/>
                    <a:pt x="60" y="63"/>
                  </a:cubicBezTo>
                  <a:cubicBezTo>
                    <a:pt x="57" y="66"/>
                    <a:pt x="63" y="69"/>
                    <a:pt x="64" y="73"/>
                  </a:cubicBezTo>
                  <a:cubicBezTo>
                    <a:pt x="65" y="77"/>
                    <a:pt x="67" y="74"/>
                    <a:pt x="67" y="71"/>
                  </a:cubicBezTo>
                  <a:cubicBezTo>
                    <a:pt x="66" y="68"/>
                    <a:pt x="67" y="68"/>
                    <a:pt x="70" y="66"/>
                  </a:cubicBezTo>
                  <a:cubicBezTo>
                    <a:pt x="74" y="64"/>
                    <a:pt x="70" y="60"/>
                    <a:pt x="68" y="56"/>
                  </a:cubicBezTo>
                  <a:cubicBezTo>
                    <a:pt x="66" y="52"/>
                    <a:pt x="59" y="53"/>
                    <a:pt x="59" y="49"/>
                  </a:cubicBezTo>
                  <a:cubicBezTo>
                    <a:pt x="59" y="45"/>
                    <a:pt x="53" y="44"/>
                    <a:pt x="53" y="42"/>
                  </a:cubicBezTo>
                  <a:cubicBezTo>
                    <a:pt x="53" y="39"/>
                    <a:pt x="45" y="37"/>
                    <a:pt x="41" y="40"/>
                  </a:cubicBezTo>
                  <a:cubicBezTo>
                    <a:pt x="37" y="42"/>
                    <a:pt x="40" y="35"/>
                    <a:pt x="37" y="32"/>
                  </a:cubicBezTo>
                  <a:cubicBezTo>
                    <a:pt x="34" y="29"/>
                    <a:pt x="39" y="24"/>
                    <a:pt x="43" y="20"/>
                  </a:cubicBezTo>
                  <a:cubicBezTo>
                    <a:pt x="46" y="16"/>
                    <a:pt x="42" y="9"/>
                    <a:pt x="42" y="6"/>
                  </a:cubicBezTo>
                  <a:cubicBezTo>
                    <a:pt x="43" y="3"/>
                    <a:pt x="42" y="2"/>
                    <a:pt x="41" y="3"/>
                  </a:cubicBezTo>
                  <a:cubicBezTo>
                    <a:pt x="39" y="4"/>
                    <a:pt x="32" y="0"/>
                    <a:pt x="29" y="2"/>
                  </a:cubicBezTo>
                  <a:cubicBezTo>
                    <a:pt x="25" y="4"/>
                    <a:pt x="28" y="21"/>
                    <a:pt x="27" y="22"/>
                  </a:cubicBezTo>
                  <a:cubicBezTo>
                    <a:pt x="25" y="23"/>
                    <a:pt x="23" y="19"/>
                    <a:pt x="23" y="21"/>
                  </a:cubicBezTo>
                  <a:cubicBezTo>
                    <a:pt x="22" y="23"/>
                    <a:pt x="23" y="32"/>
                    <a:pt x="25" y="32"/>
                  </a:cubicBezTo>
                  <a:cubicBezTo>
                    <a:pt x="27" y="32"/>
                    <a:pt x="29" y="35"/>
                    <a:pt x="27" y="39"/>
                  </a:cubicBezTo>
                  <a:cubicBezTo>
                    <a:pt x="26" y="43"/>
                    <a:pt x="31" y="43"/>
                    <a:pt x="36" y="42"/>
                  </a:cubicBezTo>
                  <a:cubicBezTo>
                    <a:pt x="40" y="40"/>
                    <a:pt x="39" y="45"/>
                    <a:pt x="43" y="44"/>
                  </a:cubicBezTo>
                  <a:close/>
                  <a:moveTo>
                    <a:pt x="28" y="46"/>
                  </a:moveTo>
                  <a:cubicBezTo>
                    <a:pt x="28" y="50"/>
                    <a:pt x="30" y="57"/>
                    <a:pt x="36" y="55"/>
                  </a:cubicBezTo>
                  <a:cubicBezTo>
                    <a:pt x="41" y="54"/>
                    <a:pt x="27" y="44"/>
                    <a:pt x="28" y="46"/>
                  </a:cubicBezTo>
                  <a:close/>
                  <a:moveTo>
                    <a:pt x="41" y="71"/>
                  </a:moveTo>
                  <a:cubicBezTo>
                    <a:pt x="43" y="70"/>
                    <a:pt x="46" y="71"/>
                    <a:pt x="46" y="68"/>
                  </a:cubicBezTo>
                  <a:cubicBezTo>
                    <a:pt x="46" y="66"/>
                    <a:pt x="49" y="73"/>
                    <a:pt x="47" y="75"/>
                  </a:cubicBezTo>
                  <a:cubicBezTo>
                    <a:pt x="44" y="77"/>
                    <a:pt x="44" y="83"/>
                    <a:pt x="48" y="84"/>
                  </a:cubicBezTo>
                  <a:cubicBezTo>
                    <a:pt x="51" y="85"/>
                    <a:pt x="58" y="73"/>
                    <a:pt x="57" y="71"/>
                  </a:cubicBezTo>
                  <a:cubicBezTo>
                    <a:pt x="56" y="68"/>
                    <a:pt x="53" y="72"/>
                    <a:pt x="54" y="69"/>
                  </a:cubicBezTo>
                  <a:cubicBezTo>
                    <a:pt x="54" y="66"/>
                    <a:pt x="45" y="58"/>
                    <a:pt x="41" y="59"/>
                  </a:cubicBezTo>
                  <a:cubicBezTo>
                    <a:pt x="37" y="60"/>
                    <a:pt x="39" y="71"/>
                    <a:pt x="41" y="71"/>
                  </a:cubicBezTo>
                  <a:close/>
                  <a:moveTo>
                    <a:pt x="12" y="75"/>
                  </a:moveTo>
                  <a:cubicBezTo>
                    <a:pt x="9" y="80"/>
                    <a:pt x="0" y="87"/>
                    <a:pt x="1" y="89"/>
                  </a:cubicBezTo>
                  <a:cubicBezTo>
                    <a:pt x="3" y="92"/>
                    <a:pt x="12" y="78"/>
                    <a:pt x="17" y="75"/>
                  </a:cubicBezTo>
                  <a:cubicBezTo>
                    <a:pt x="21" y="72"/>
                    <a:pt x="20" y="69"/>
                    <a:pt x="19" y="66"/>
                  </a:cubicBezTo>
                  <a:cubicBezTo>
                    <a:pt x="17" y="63"/>
                    <a:pt x="16" y="71"/>
                    <a:pt x="12" y="75"/>
                  </a:cubicBezTo>
                  <a:close/>
                  <a:moveTo>
                    <a:pt x="56" y="80"/>
                  </a:moveTo>
                  <a:cubicBezTo>
                    <a:pt x="57" y="83"/>
                    <a:pt x="65" y="79"/>
                    <a:pt x="63" y="76"/>
                  </a:cubicBezTo>
                  <a:cubicBezTo>
                    <a:pt x="61" y="74"/>
                    <a:pt x="56" y="78"/>
                    <a:pt x="56" y="80"/>
                  </a:cubicBezTo>
                  <a:close/>
                  <a:moveTo>
                    <a:pt x="79" y="100"/>
                  </a:moveTo>
                  <a:cubicBezTo>
                    <a:pt x="82" y="96"/>
                    <a:pt x="77" y="87"/>
                    <a:pt x="77" y="81"/>
                  </a:cubicBezTo>
                  <a:cubicBezTo>
                    <a:pt x="77" y="75"/>
                    <a:pt x="69" y="77"/>
                    <a:pt x="71" y="80"/>
                  </a:cubicBezTo>
                  <a:cubicBezTo>
                    <a:pt x="73" y="84"/>
                    <a:pt x="67" y="81"/>
                    <a:pt x="66" y="85"/>
                  </a:cubicBezTo>
                  <a:cubicBezTo>
                    <a:pt x="66" y="89"/>
                    <a:pt x="61" y="86"/>
                    <a:pt x="61" y="89"/>
                  </a:cubicBezTo>
                  <a:cubicBezTo>
                    <a:pt x="61" y="92"/>
                    <a:pt x="56" y="89"/>
                    <a:pt x="54" y="87"/>
                  </a:cubicBezTo>
                  <a:cubicBezTo>
                    <a:pt x="51" y="85"/>
                    <a:pt x="48" y="92"/>
                    <a:pt x="44" y="93"/>
                  </a:cubicBezTo>
                  <a:cubicBezTo>
                    <a:pt x="40" y="94"/>
                    <a:pt x="38" y="102"/>
                    <a:pt x="41" y="101"/>
                  </a:cubicBezTo>
                  <a:cubicBezTo>
                    <a:pt x="44" y="101"/>
                    <a:pt x="45" y="97"/>
                    <a:pt x="48" y="97"/>
                  </a:cubicBezTo>
                  <a:cubicBezTo>
                    <a:pt x="51" y="98"/>
                    <a:pt x="50" y="94"/>
                    <a:pt x="54" y="95"/>
                  </a:cubicBezTo>
                  <a:cubicBezTo>
                    <a:pt x="59" y="96"/>
                    <a:pt x="56" y="109"/>
                    <a:pt x="61" y="110"/>
                  </a:cubicBezTo>
                  <a:cubicBezTo>
                    <a:pt x="67" y="111"/>
                    <a:pt x="67" y="114"/>
                    <a:pt x="70" y="114"/>
                  </a:cubicBezTo>
                  <a:cubicBezTo>
                    <a:pt x="73" y="114"/>
                    <a:pt x="70" y="106"/>
                    <a:pt x="70" y="103"/>
                  </a:cubicBezTo>
                  <a:cubicBezTo>
                    <a:pt x="70" y="101"/>
                    <a:pt x="76" y="103"/>
                    <a:pt x="79" y="10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41" name="Freeform 151"/>
            <p:cNvSpPr>
              <a:spLocks noEditPoints="1"/>
            </p:cNvSpPr>
            <p:nvPr/>
          </p:nvSpPr>
          <p:spPr bwMode="auto">
            <a:xfrm>
              <a:off x="9369718" y="4428033"/>
              <a:ext cx="318772" cy="211617"/>
            </a:xfrm>
            <a:custGeom>
              <a:avLst/>
              <a:gdLst>
                <a:gd name="T0" fmla="*/ 76 w 106"/>
                <a:gd name="T1" fmla="*/ 63 h 68"/>
                <a:gd name="T2" fmla="*/ 70 w 106"/>
                <a:gd name="T3" fmla="*/ 57 h 68"/>
                <a:gd name="T4" fmla="*/ 62 w 106"/>
                <a:gd name="T5" fmla="*/ 53 h 68"/>
                <a:gd name="T6" fmla="*/ 56 w 106"/>
                <a:gd name="T7" fmla="*/ 42 h 68"/>
                <a:gd name="T8" fmla="*/ 54 w 106"/>
                <a:gd name="T9" fmla="*/ 35 h 68"/>
                <a:gd name="T10" fmla="*/ 56 w 106"/>
                <a:gd name="T11" fmla="*/ 29 h 68"/>
                <a:gd name="T12" fmla="*/ 39 w 106"/>
                <a:gd name="T13" fmla="*/ 20 h 68"/>
                <a:gd name="T14" fmla="*/ 6 w 106"/>
                <a:gd name="T15" fmla="*/ 2 h 68"/>
                <a:gd name="T16" fmla="*/ 0 w 106"/>
                <a:gd name="T17" fmla="*/ 0 h 68"/>
                <a:gd name="T18" fmla="*/ 0 w 106"/>
                <a:gd name="T19" fmla="*/ 53 h 68"/>
                <a:gd name="T20" fmla="*/ 9 w 106"/>
                <a:gd name="T21" fmla="*/ 56 h 68"/>
                <a:gd name="T22" fmla="*/ 19 w 106"/>
                <a:gd name="T23" fmla="*/ 50 h 68"/>
                <a:gd name="T24" fmla="*/ 24 w 106"/>
                <a:gd name="T25" fmla="*/ 44 h 68"/>
                <a:gd name="T26" fmla="*/ 41 w 106"/>
                <a:gd name="T27" fmla="*/ 48 h 68"/>
                <a:gd name="T28" fmla="*/ 60 w 106"/>
                <a:gd name="T29" fmla="*/ 65 h 68"/>
                <a:gd name="T30" fmla="*/ 77 w 106"/>
                <a:gd name="T31" fmla="*/ 68 h 68"/>
                <a:gd name="T32" fmla="*/ 76 w 106"/>
                <a:gd name="T33" fmla="*/ 63 h 68"/>
                <a:gd name="T34" fmla="*/ 90 w 106"/>
                <a:gd name="T35" fmla="*/ 18 h 68"/>
                <a:gd name="T36" fmla="*/ 80 w 106"/>
                <a:gd name="T37" fmla="*/ 24 h 68"/>
                <a:gd name="T38" fmla="*/ 62 w 106"/>
                <a:gd name="T39" fmla="*/ 25 h 68"/>
                <a:gd name="T40" fmla="*/ 76 w 106"/>
                <a:gd name="T41" fmla="*/ 31 h 68"/>
                <a:gd name="T42" fmla="*/ 93 w 106"/>
                <a:gd name="T43" fmla="*/ 22 h 68"/>
                <a:gd name="T44" fmla="*/ 96 w 106"/>
                <a:gd name="T45" fmla="*/ 15 h 68"/>
                <a:gd name="T46" fmla="*/ 90 w 106"/>
                <a:gd name="T47" fmla="*/ 18 h 68"/>
                <a:gd name="T48" fmla="*/ 99 w 106"/>
                <a:gd name="T49" fmla="*/ 9 h 68"/>
                <a:gd name="T50" fmla="*/ 96 w 106"/>
                <a:gd name="T51" fmla="*/ 9 h 68"/>
                <a:gd name="T52" fmla="*/ 102 w 106"/>
                <a:gd name="T53" fmla="*/ 17 h 68"/>
                <a:gd name="T54" fmla="*/ 99 w 106"/>
                <a:gd name="T55" fmla="*/ 9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6" h="68">
                  <a:moveTo>
                    <a:pt x="76" y="63"/>
                  </a:moveTo>
                  <a:cubicBezTo>
                    <a:pt x="75" y="62"/>
                    <a:pt x="70" y="59"/>
                    <a:pt x="70" y="57"/>
                  </a:cubicBezTo>
                  <a:cubicBezTo>
                    <a:pt x="71" y="55"/>
                    <a:pt x="65" y="55"/>
                    <a:pt x="62" y="53"/>
                  </a:cubicBezTo>
                  <a:cubicBezTo>
                    <a:pt x="58" y="51"/>
                    <a:pt x="60" y="43"/>
                    <a:pt x="56" y="42"/>
                  </a:cubicBezTo>
                  <a:cubicBezTo>
                    <a:pt x="52" y="40"/>
                    <a:pt x="49" y="34"/>
                    <a:pt x="54" y="35"/>
                  </a:cubicBezTo>
                  <a:cubicBezTo>
                    <a:pt x="58" y="35"/>
                    <a:pt x="59" y="32"/>
                    <a:pt x="56" y="29"/>
                  </a:cubicBezTo>
                  <a:cubicBezTo>
                    <a:pt x="52" y="26"/>
                    <a:pt x="39" y="25"/>
                    <a:pt x="39" y="20"/>
                  </a:cubicBezTo>
                  <a:cubicBezTo>
                    <a:pt x="38" y="15"/>
                    <a:pt x="16" y="4"/>
                    <a:pt x="6" y="2"/>
                  </a:cubicBezTo>
                  <a:cubicBezTo>
                    <a:pt x="4" y="1"/>
                    <a:pt x="2" y="1"/>
                    <a:pt x="0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5"/>
                    <a:pt x="5" y="56"/>
                    <a:pt x="9" y="56"/>
                  </a:cubicBezTo>
                  <a:cubicBezTo>
                    <a:pt x="19" y="57"/>
                    <a:pt x="17" y="50"/>
                    <a:pt x="19" y="50"/>
                  </a:cubicBezTo>
                  <a:cubicBezTo>
                    <a:pt x="21" y="50"/>
                    <a:pt x="21" y="47"/>
                    <a:pt x="24" y="44"/>
                  </a:cubicBezTo>
                  <a:cubicBezTo>
                    <a:pt x="26" y="41"/>
                    <a:pt x="36" y="44"/>
                    <a:pt x="41" y="48"/>
                  </a:cubicBezTo>
                  <a:cubicBezTo>
                    <a:pt x="47" y="53"/>
                    <a:pt x="54" y="66"/>
                    <a:pt x="60" y="65"/>
                  </a:cubicBezTo>
                  <a:cubicBezTo>
                    <a:pt x="66" y="63"/>
                    <a:pt x="72" y="68"/>
                    <a:pt x="77" y="68"/>
                  </a:cubicBezTo>
                  <a:cubicBezTo>
                    <a:pt x="83" y="68"/>
                    <a:pt x="78" y="63"/>
                    <a:pt x="76" y="63"/>
                  </a:cubicBezTo>
                  <a:close/>
                  <a:moveTo>
                    <a:pt x="90" y="18"/>
                  </a:moveTo>
                  <a:cubicBezTo>
                    <a:pt x="90" y="20"/>
                    <a:pt x="86" y="22"/>
                    <a:pt x="80" y="24"/>
                  </a:cubicBezTo>
                  <a:cubicBezTo>
                    <a:pt x="74" y="27"/>
                    <a:pt x="63" y="21"/>
                    <a:pt x="62" y="25"/>
                  </a:cubicBezTo>
                  <a:cubicBezTo>
                    <a:pt x="62" y="27"/>
                    <a:pt x="69" y="31"/>
                    <a:pt x="76" y="31"/>
                  </a:cubicBezTo>
                  <a:cubicBezTo>
                    <a:pt x="83" y="31"/>
                    <a:pt x="93" y="24"/>
                    <a:pt x="93" y="22"/>
                  </a:cubicBezTo>
                  <a:cubicBezTo>
                    <a:pt x="93" y="20"/>
                    <a:pt x="98" y="17"/>
                    <a:pt x="96" y="15"/>
                  </a:cubicBezTo>
                  <a:cubicBezTo>
                    <a:pt x="94" y="13"/>
                    <a:pt x="90" y="16"/>
                    <a:pt x="90" y="18"/>
                  </a:cubicBezTo>
                  <a:close/>
                  <a:moveTo>
                    <a:pt x="99" y="9"/>
                  </a:moveTo>
                  <a:cubicBezTo>
                    <a:pt x="95" y="6"/>
                    <a:pt x="91" y="5"/>
                    <a:pt x="96" y="9"/>
                  </a:cubicBezTo>
                  <a:cubicBezTo>
                    <a:pt x="101" y="14"/>
                    <a:pt x="99" y="18"/>
                    <a:pt x="102" y="17"/>
                  </a:cubicBezTo>
                  <a:cubicBezTo>
                    <a:pt x="106" y="16"/>
                    <a:pt x="103" y="11"/>
                    <a:pt x="99" y="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42" name="Freeform 152"/>
            <p:cNvSpPr>
              <a:spLocks/>
            </p:cNvSpPr>
            <p:nvPr/>
          </p:nvSpPr>
          <p:spPr bwMode="auto">
            <a:xfrm>
              <a:off x="7834511" y="4098121"/>
              <a:ext cx="54829" cy="109094"/>
            </a:xfrm>
            <a:custGeom>
              <a:avLst/>
              <a:gdLst>
                <a:gd name="T0" fmla="*/ 4 w 18"/>
                <a:gd name="T1" fmla="*/ 0 h 35"/>
                <a:gd name="T2" fmla="*/ 1 w 18"/>
                <a:gd name="T3" fmla="*/ 8 h 35"/>
                <a:gd name="T4" fmla="*/ 1 w 18"/>
                <a:gd name="T5" fmla="*/ 19 h 35"/>
                <a:gd name="T6" fmla="*/ 5 w 18"/>
                <a:gd name="T7" fmla="*/ 32 h 35"/>
                <a:gd name="T8" fmla="*/ 18 w 18"/>
                <a:gd name="T9" fmla="*/ 20 h 35"/>
                <a:gd name="T10" fmla="*/ 4 w 18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35">
                  <a:moveTo>
                    <a:pt x="4" y="0"/>
                  </a:moveTo>
                  <a:cubicBezTo>
                    <a:pt x="2" y="0"/>
                    <a:pt x="2" y="5"/>
                    <a:pt x="1" y="8"/>
                  </a:cubicBezTo>
                  <a:cubicBezTo>
                    <a:pt x="0" y="11"/>
                    <a:pt x="0" y="14"/>
                    <a:pt x="1" y="19"/>
                  </a:cubicBezTo>
                  <a:cubicBezTo>
                    <a:pt x="1" y="24"/>
                    <a:pt x="1" y="29"/>
                    <a:pt x="5" y="32"/>
                  </a:cubicBezTo>
                  <a:cubicBezTo>
                    <a:pt x="10" y="35"/>
                    <a:pt x="18" y="27"/>
                    <a:pt x="18" y="20"/>
                  </a:cubicBezTo>
                  <a:cubicBezTo>
                    <a:pt x="18" y="13"/>
                    <a:pt x="6" y="0"/>
                    <a:pt x="4" y="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43" name="Freeform 153"/>
            <p:cNvSpPr>
              <a:spLocks/>
            </p:cNvSpPr>
            <p:nvPr/>
          </p:nvSpPr>
          <p:spPr bwMode="auto">
            <a:xfrm>
              <a:off x="6890945" y="4658051"/>
              <a:ext cx="187438" cy="382487"/>
            </a:xfrm>
            <a:custGeom>
              <a:avLst/>
              <a:gdLst>
                <a:gd name="T0" fmla="*/ 53 w 62"/>
                <a:gd name="T1" fmla="*/ 4 h 123"/>
                <a:gd name="T2" fmla="*/ 50 w 62"/>
                <a:gd name="T3" fmla="*/ 6 h 123"/>
                <a:gd name="T4" fmla="*/ 48 w 62"/>
                <a:gd name="T5" fmla="*/ 12 h 123"/>
                <a:gd name="T6" fmla="*/ 43 w 62"/>
                <a:gd name="T7" fmla="*/ 16 h 123"/>
                <a:gd name="T8" fmla="*/ 39 w 62"/>
                <a:gd name="T9" fmla="*/ 20 h 123"/>
                <a:gd name="T10" fmla="*/ 39 w 62"/>
                <a:gd name="T11" fmla="*/ 24 h 123"/>
                <a:gd name="T12" fmla="*/ 33 w 62"/>
                <a:gd name="T13" fmla="*/ 29 h 123"/>
                <a:gd name="T14" fmla="*/ 21 w 62"/>
                <a:gd name="T15" fmla="*/ 35 h 123"/>
                <a:gd name="T16" fmla="*/ 10 w 62"/>
                <a:gd name="T17" fmla="*/ 37 h 123"/>
                <a:gd name="T18" fmla="*/ 7 w 62"/>
                <a:gd name="T19" fmla="*/ 49 h 123"/>
                <a:gd name="T20" fmla="*/ 8 w 62"/>
                <a:gd name="T21" fmla="*/ 64 h 123"/>
                <a:gd name="T22" fmla="*/ 6 w 62"/>
                <a:gd name="T23" fmla="*/ 81 h 123"/>
                <a:gd name="T24" fmla="*/ 2 w 62"/>
                <a:gd name="T25" fmla="*/ 101 h 123"/>
                <a:gd name="T26" fmla="*/ 8 w 62"/>
                <a:gd name="T27" fmla="*/ 117 h 123"/>
                <a:gd name="T28" fmla="*/ 23 w 62"/>
                <a:gd name="T29" fmla="*/ 121 h 123"/>
                <a:gd name="T30" fmla="*/ 32 w 62"/>
                <a:gd name="T31" fmla="*/ 117 h 123"/>
                <a:gd name="T32" fmla="*/ 44 w 62"/>
                <a:gd name="T33" fmla="*/ 82 h 123"/>
                <a:gd name="T34" fmla="*/ 53 w 62"/>
                <a:gd name="T35" fmla="*/ 49 h 123"/>
                <a:gd name="T36" fmla="*/ 55 w 62"/>
                <a:gd name="T37" fmla="*/ 40 h 123"/>
                <a:gd name="T38" fmla="*/ 57 w 62"/>
                <a:gd name="T39" fmla="*/ 35 h 123"/>
                <a:gd name="T40" fmla="*/ 62 w 62"/>
                <a:gd name="T41" fmla="*/ 34 h 123"/>
                <a:gd name="T42" fmla="*/ 59 w 62"/>
                <a:gd name="T43" fmla="*/ 18 h 123"/>
                <a:gd name="T44" fmla="*/ 53 w 62"/>
                <a:gd name="T45" fmla="*/ 4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123">
                  <a:moveTo>
                    <a:pt x="53" y="4"/>
                  </a:moveTo>
                  <a:cubicBezTo>
                    <a:pt x="51" y="0"/>
                    <a:pt x="51" y="5"/>
                    <a:pt x="50" y="6"/>
                  </a:cubicBezTo>
                  <a:cubicBezTo>
                    <a:pt x="49" y="7"/>
                    <a:pt x="48" y="10"/>
                    <a:pt x="48" y="12"/>
                  </a:cubicBezTo>
                  <a:cubicBezTo>
                    <a:pt x="49" y="14"/>
                    <a:pt x="45" y="16"/>
                    <a:pt x="43" y="16"/>
                  </a:cubicBezTo>
                  <a:cubicBezTo>
                    <a:pt x="41" y="16"/>
                    <a:pt x="38" y="17"/>
                    <a:pt x="39" y="20"/>
                  </a:cubicBezTo>
                  <a:cubicBezTo>
                    <a:pt x="40" y="22"/>
                    <a:pt x="38" y="22"/>
                    <a:pt x="39" y="24"/>
                  </a:cubicBezTo>
                  <a:cubicBezTo>
                    <a:pt x="40" y="26"/>
                    <a:pt x="36" y="29"/>
                    <a:pt x="33" y="29"/>
                  </a:cubicBezTo>
                  <a:cubicBezTo>
                    <a:pt x="29" y="30"/>
                    <a:pt x="25" y="36"/>
                    <a:pt x="21" y="35"/>
                  </a:cubicBezTo>
                  <a:cubicBezTo>
                    <a:pt x="17" y="35"/>
                    <a:pt x="13" y="38"/>
                    <a:pt x="10" y="37"/>
                  </a:cubicBezTo>
                  <a:cubicBezTo>
                    <a:pt x="7" y="37"/>
                    <a:pt x="9" y="44"/>
                    <a:pt x="7" y="49"/>
                  </a:cubicBezTo>
                  <a:cubicBezTo>
                    <a:pt x="4" y="53"/>
                    <a:pt x="5" y="58"/>
                    <a:pt x="8" y="64"/>
                  </a:cubicBezTo>
                  <a:cubicBezTo>
                    <a:pt x="10" y="69"/>
                    <a:pt x="12" y="74"/>
                    <a:pt x="6" y="81"/>
                  </a:cubicBezTo>
                  <a:cubicBezTo>
                    <a:pt x="0" y="88"/>
                    <a:pt x="0" y="96"/>
                    <a:pt x="2" y="101"/>
                  </a:cubicBezTo>
                  <a:cubicBezTo>
                    <a:pt x="5" y="106"/>
                    <a:pt x="5" y="114"/>
                    <a:pt x="8" y="117"/>
                  </a:cubicBezTo>
                  <a:cubicBezTo>
                    <a:pt x="11" y="120"/>
                    <a:pt x="20" y="123"/>
                    <a:pt x="23" y="121"/>
                  </a:cubicBezTo>
                  <a:cubicBezTo>
                    <a:pt x="26" y="118"/>
                    <a:pt x="29" y="121"/>
                    <a:pt x="32" y="117"/>
                  </a:cubicBezTo>
                  <a:cubicBezTo>
                    <a:pt x="35" y="114"/>
                    <a:pt x="40" y="95"/>
                    <a:pt x="44" y="82"/>
                  </a:cubicBezTo>
                  <a:cubicBezTo>
                    <a:pt x="48" y="69"/>
                    <a:pt x="54" y="53"/>
                    <a:pt x="53" y="49"/>
                  </a:cubicBezTo>
                  <a:cubicBezTo>
                    <a:pt x="53" y="46"/>
                    <a:pt x="56" y="44"/>
                    <a:pt x="55" y="40"/>
                  </a:cubicBezTo>
                  <a:cubicBezTo>
                    <a:pt x="53" y="36"/>
                    <a:pt x="55" y="32"/>
                    <a:pt x="57" y="35"/>
                  </a:cubicBezTo>
                  <a:cubicBezTo>
                    <a:pt x="59" y="38"/>
                    <a:pt x="61" y="38"/>
                    <a:pt x="62" y="34"/>
                  </a:cubicBezTo>
                  <a:cubicBezTo>
                    <a:pt x="62" y="30"/>
                    <a:pt x="59" y="23"/>
                    <a:pt x="59" y="18"/>
                  </a:cubicBezTo>
                  <a:cubicBezTo>
                    <a:pt x="58" y="12"/>
                    <a:pt x="53" y="6"/>
                    <a:pt x="53" y="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44" name="Freeform 154"/>
            <p:cNvSpPr>
              <a:spLocks noEditPoints="1"/>
            </p:cNvSpPr>
            <p:nvPr/>
          </p:nvSpPr>
          <p:spPr bwMode="auto">
            <a:xfrm>
              <a:off x="6882019" y="3843131"/>
              <a:ext cx="304746" cy="189271"/>
            </a:xfrm>
            <a:custGeom>
              <a:avLst/>
              <a:gdLst>
                <a:gd name="T0" fmla="*/ 72 w 101"/>
                <a:gd name="T1" fmla="*/ 2 h 61"/>
                <a:gd name="T2" fmla="*/ 55 w 101"/>
                <a:gd name="T3" fmla="*/ 3 h 61"/>
                <a:gd name="T4" fmla="*/ 42 w 101"/>
                <a:gd name="T5" fmla="*/ 14 h 61"/>
                <a:gd name="T6" fmla="*/ 36 w 101"/>
                <a:gd name="T7" fmla="*/ 16 h 61"/>
                <a:gd name="T8" fmla="*/ 24 w 101"/>
                <a:gd name="T9" fmla="*/ 14 h 61"/>
                <a:gd name="T10" fmla="*/ 14 w 101"/>
                <a:gd name="T11" fmla="*/ 14 h 61"/>
                <a:gd name="T12" fmla="*/ 8 w 101"/>
                <a:gd name="T13" fmla="*/ 13 h 61"/>
                <a:gd name="T14" fmla="*/ 4 w 101"/>
                <a:gd name="T15" fmla="*/ 16 h 61"/>
                <a:gd name="T16" fmla="*/ 4 w 101"/>
                <a:gd name="T17" fmla="*/ 20 h 61"/>
                <a:gd name="T18" fmla="*/ 1 w 101"/>
                <a:gd name="T19" fmla="*/ 22 h 61"/>
                <a:gd name="T20" fmla="*/ 1 w 101"/>
                <a:gd name="T21" fmla="*/ 28 h 61"/>
                <a:gd name="T22" fmla="*/ 4 w 101"/>
                <a:gd name="T23" fmla="*/ 41 h 61"/>
                <a:gd name="T24" fmla="*/ 7 w 101"/>
                <a:gd name="T25" fmla="*/ 53 h 61"/>
                <a:gd name="T26" fmla="*/ 22 w 101"/>
                <a:gd name="T27" fmla="*/ 52 h 61"/>
                <a:gd name="T28" fmla="*/ 33 w 101"/>
                <a:gd name="T29" fmla="*/ 48 h 61"/>
                <a:gd name="T30" fmla="*/ 42 w 101"/>
                <a:gd name="T31" fmla="*/ 44 h 61"/>
                <a:gd name="T32" fmla="*/ 50 w 101"/>
                <a:gd name="T33" fmla="*/ 42 h 61"/>
                <a:gd name="T34" fmla="*/ 57 w 101"/>
                <a:gd name="T35" fmla="*/ 38 h 61"/>
                <a:gd name="T36" fmla="*/ 75 w 101"/>
                <a:gd name="T37" fmla="*/ 32 h 61"/>
                <a:gd name="T38" fmla="*/ 83 w 101"/>
                <a:gd name="T39" fmla="*/ 24 h 61"/>
                <a:gd name="T40" fmla="*/ 90 w 101"/>
                <a:gd name="T41" fmla="*/ 21 h 61"/>
                <a:gd name="T42" fmla="*/ 80 w 101"/>
                <a:gd name="T43" fmla="*/ 0 h 61"/>
                <a:gd name="T44" fmla="*/ 72 w 101"/>
                <a:gd name="T45" fmla="*/ 2 h 61"/>
                <a:gd name="T46" fmla="*/ 92 w 101"/>
                <a:gd name="T47" fmla="*/ 58 h 61"/>
                <a:gd name="T48" fmla="*/ 101 w 101"/>
                <a:gd name="T49" fmla="*/ 56 h 61"/>
                <a:gd name="T50" fmla="*/ 92 w 101"/>
                <a:gd name="T51" fmla="*/ 5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1" h="61">
                  <a:moveTo>
                    <a:pt x="72" y="2"/>
                  </a:moveTo>
                  <a:cubicBezTo>
                    <a:pt x="67" y="3"/>
                    <a:pt x="56" y="2"/>
                    <a:pt x="55" y="3"/>
                  </a:cubicBezTo>
                  <a:cubicBezTo>
                    <a:pt x="54" y="4"/>
                    <a:pt x="43" y="11"/>
                    <a:pt x="42" y="14"/>
                  </a:cubicBezTo>
                  <a:cubicBezTo>
                    <a:pt x="41" y="18"/>
                    <a:pt x="38" y="18"/>
                    <a:pt x="36" y="16"/>
                  </a:cubicBezTo>
                  <a:cubicBezTo>
                    <a:pt x="34" y="15"/>
                    <a:pt x="25" y="15"/>
                    <a:pt x="24" y="14"/>
                  </a:cubicBezTo>
                  <a:cubicBezTo>
                    <a:pt x="24" y="14"/>
                    <a:pt x="17" y="13"/>
                    <a:pt x="14" y="14"/>
                  </a:cubicBezTo>
                  <a:cubicBezTo>
                    <a:pt x="11" y="14"/>
                    <a:pt x="9" y="12"/>
                    <a:pt x="8" y="13"/>
                  </a:cubicBezTo>
                  <a:cubicBezTo>
                    <a:pt x="6" y="13"/>
                    <a:pt x="5" y="15"/>
                    <a:pt x="4" y="16"/>
                  </a:cubicBezTo>
                  <a:cubicBezTo>
                    <a:pt x="3" y="17"/>
                    <a:pt x="5" y="19"/>
                    <a:pt x="4" y="20"/>
                  </a:cubicBezTo>
                  <a:cubicBezTo>
                    <a:pt x="4" y="21"/>
                    <a:pt x="3" y="21"/>
                    <a:pt x="1" y="22"/>
                  </a:cubicBezTo>
                  <a:cubicBezTo>
                    <a:pt x="1" y="24"/>
                    <a:pt x="2" y="26"/>
                    <a:pt x="1" y="28"/>
                  </a:cubicBezTo>
                  <a:cubicBezTo>
                    <a:pt x="0" y="30"/>
                    <a:pt x="1" y="37"/>
                    <a:pt x="4" y="41"/>
                  </a:cubicBezTo>
                  <a:cubicBezTo>
                    <a:pt x="6" y="45"/>
                    <a:pt x="5" y="52"/>
                    <a:pt x="7" y="53"/>
                  </a:cubicBezTo>
                  <a:cubicBezTo>
                    <a:pt x="8" y="55"/>
                    <a:pt x="18" y="54"/>
                    <a:pt x="22" y="52"/>
                  </a:cubicBezTo>
                  <a:cubicBezTo>
                    <a:pt x="26" y="49"/>
                    <a:pt x="29" y="48"/>
                    <a:pt x="33" y="48"/>
                  </a:cubicBezTo>
                  <a:cubicBezTo>
                    <a:pt x="36" y="48"/>
                    <a:pt x="41" y="45"/>
                    <a:pt x="42" y="44"/>
                  </a:cubicBezTo>
                  <a:cubicBezTo>
                    <a:pt x="43" y="42"/>
                    <a:pt x="48" y="42"/>
                    <a:pt x="50" y="42"/>
                  </a:cubicBezTo>
                  <a:cubicBezTo>
                    <a:pt x="52" y="43"/>
                    <a:pt x="55" y="40"/>
                    <a:pt x="57" y="38"/>
                  </a:cubicBezTo>
                  <a:cubicBezTo>
                    <a:pt x="59" y="36"/>
                    <a:pt x="67" y="35"/>
                    <a:pt x="75" y="32"/>
                  </a:cubicBezTo>
                  <a:cubicBezTo>
                    <a:pt x="83" y="30"/>
                    <a:pt x="81" y="26"/>
                    <a:pt x="83" y="24"/>
                  </a:cubicBezTo>
                  <a:cubicBezTo>
                    <a:pt x="84" y="22"/>
                    <a:pt x="87" y="22"/>
                    <a:pt x="90" y="21"/>
                  </a:cubicBezTo>
                  <a:cubicBezTo>
                    <a:pt x="86" y="13"/>
                    <a:pt x="82" y="4"/>
                    <a:pt x="80" y="0"/>
                  </a:cubicBezTo>
                  <a:cubicBezTo>
                    <a:pt x="76" y="1"/>
                    <a:pt x="73" y="2"/>
                    <a:pt x="72" y="2"/>
                  </a:cubicBezTo>
                  <a:close/>
                  <a:moveTo>
                    <a:pt x="92" y="58"/>
                  </a:moveTo>
                  <a:cubicBezTo>
                    <a:pt x="95" y="61"/>
                    <a:pt x="100" y="57"/>
                    <a:pt x="101" y="56"/>
                  </a:cubicBezTo>
                  <a:cubicBezTo>
                    <a:pt x="101" y="55"/>
                    <a:pt x="89" y="55"/>
                    <a:pt x="92" y="5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45" name="Freeform 155"/>
            <p:cNvSpPr>
              <a:spLocks noEditPoints="1"/>
            </p:cNvSpPr>
            <p:nvPr/>
          </p:nvSpPr>
          <p:spPr bwMode="auto">
            <a:xfrm>
              <a:off x="9719093" y="4496381"/>
              <a:ext cx="205289" cy="152469"/>
            </a:xfrm>
            <a:custGeom>
              <a:avLst/>
              <a:gdLst>
                <a:gd name="T0" fmla="*/ 0 w 68"/>
                <a:gd name="T1" fmla="*/ 2 h 49"/>
                <a:gd name="T2" fmla="*/ 11 w 68"/>
                <a:gd name="T3" fmla="*/ 14 h 49"/>
                <a:gd name="T4" fmla="*/ 0 w 68"/>
                <a:gd name="T5" fmla="*/ 2 h 49"/>
                <a:gd name="T6" fmla="*/ 16 w 68"/>
                <a:gd name="T7" fmla="*/ 13 h 49"/>
                <a:gd name="T8" fmla="*/ 23 w 68"/>
                <a:gd name="T9" fmla="*/ 18 h 49"/>
                <a:gd name="T10" fmla="*/ 16 w 68"/>
                <a:gd name="T11" fmla="*/ 13 h 49"/>
                <a:gd name="T12" fmla="*/ 44 w 68"/>
                <a:gd name="T13" fmla="*/ 28 h 49"/>
                <a:gd name="T14" fmla="*/ 32 w 68"/>
                <a:gd name="T15" fmla="*/ 21 h 49"/>
                <a:gd name="T16" fmla="*/ 44 w 68"/>
                <a:gd name="T17" fmla="*/ 28 h 49"/>
                <a:gd name="T18" fmla="*/ 43 w 68"/>
                <a:gd name="T19" fmla="*/ 36 h 49"/>
                <a:gd name="T20" fmla="*/ 51 w 68"/>
                <a:gd name="T21" fmla="*/ 40 h 49"/>
                <a:gd name="T22" fmla="*/ 43 w 68"/>
                <a:gd name="T23" fmla="*/ 36 h 49"/>
                <a:gd name="T24" fmla="*/ 58 w 68"/>
                <a:gd name="T25" fmla="*/ 44 h 49"/>
                <a:gd name="T26" fmla="*/ 66 w 68"/>
                <a:gd name="T27" fmla="*/ 48 h 49"/>
                <a:gd name="T28" fmla="*/ 58 w 68"/>
                <a:gd name="T29" fmla="*/ 44 h 49"/>
                <a:gd name="T30" fmla="*/ 52 w 68"/>
                <a:gd name="T31" fmla="*/ 27 h 49"/>
                <a:gd name="T32" fmla="*/ 58 w 68"/>
                <a:gd name="T33" fmla="*/ 39 h 49"/>
                <a:gd name="T34" fmla="*/ 52 w 68"/>
                <a:gd name="T35" fmla="*/ 2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49">
                  <a:moveTo>
                    <a:pt x="0" y="2"/>
                  </a:moveTo>
                  <a:cubicBezTo>
                    <a:pt x="0" y="4"/>
                    <a:pt x="8" y="16"/>
                    <a:pt x="11" y="14"/>
                  </a:cubicBezTo>
                  <a:cubicBezTo>
                    <a:pt x="16" y="11"/>
                    <a:pt x="1" y="0"/>
                    <a:pt x="0" y="2"/>
                  </a:cubicBezTo>
                  <a:close/>
                  <a:moveTo>
                    <a:pt x="16" y="13"/>
                  </a:moveTo>
                  <a:cubicBezTo>
                    <a:pt x="16" y="14"/>
                    <a:pt x="22" y="19"/>
                    <a:pt x="23" y="18"/>
                  </a:cubicBezTo>
                  <a:cubicBezTo>
                    <a:pt x="25" y="18"/>
                    <a:pt x="17" y="11"/>
                    <a:pt x="16" y="13"/>
                  </a:cubicBezTo>
                  <a:close/>
                  <a:moveTo>
                    <a:pt x="44" y="28"/>
                  </a:moveTo>
                  <a:cubicBezTo>
                    <a:pt x="46" y="26"/>
                    <a:pt x="33" y="19"/>
                    <a:pt x="32" y="21"/>
                  </a:cubicBezTo>
                  <a:cubicBezTo>
                    <a:pt x="32" y="23"/>
                    <a:pt x="42" y="29"/>
                    <a:pt x="44" y="28"/>
                  </a:cubicBezTo>
                  <a:close/>
                  <a:moveTo>
                    <a:pt x="43" y="36"/>
                  </a:moveTo>
                  <a:cubicBezTo>
                    <a:pt x="44" y="39"/>
                    <a:pt x="49" y="42"/>
                    <a:pt x="51" y="40"/>
                  </a:cubicBezTo>
                  <a:cubicBezTo>
                    <a:pt x="54" y="39"/>
                    <a:pt x="42" y="32"/>
                    <a:pt x="43" y="36"/>
                  </a:cubicBezTo>
                  <a:close/>
                  <a:moveTo>
                    <a:pt x="58" y="44"/>
                  </a:moveTo>
                  <a:cubicBezTo>
                    <a:pt x="58" y="45"/>
                    <a:pt x="63" y="49"/>
                    <a:pt x="66" y="48"/>
                  </a:cubicBezTo>
                  <a:cubicBezTo>
                    <a:pt x="68" y="46"/>
                    <a:pt x="57" y="42"/>
                    <a:pt x="58" y="44"/>
                  </a:cubicBezTo>
                  <a:close/>
                  <a:moveTo>
                    <a:pt x="52" y="27"/>
                  </a:moveTo>
                  <a:cubicBezTo>
                    <a:pt x="50" y="31"/>
                    <a:pt x="57" y="38"/>
                    <a:pt x="58" y="39"/>
                  </a:cubicBezTo>
                  <a:cubicBezTo>
                    <a:pt x="59" y="39"/>
                    <a:pt x="53" y="24"/>
                    <a:pt x="52" y="2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46" name="Freeform 156"/>
            <p:cNvSpPr>
              <a:spLocks noEditPoints="1"/>
            </p:cNvSpPr>
            <p:nvPr/>
          </p:nvSpPr>
          <p:spPr bwMode="auto">
            <a:xfrm>
              <a:off x="9719093" y="4496381"/>
              <a:ext cx="205289" cy="152469"/>
            </a:xfrm>
            <a:custGeom>
              <a:avLst/>
              <a:gdLst>
                <a:gd name="T0" fmla="*/ 0 w 68"/>
                <a:gd name="T1" fmla="*/ 2 h 49"/>
                <a:gd name="T2" fmla="*/ 11 w 68"/>
                <a:gd name="T3" fmla="*/ 14 h 49"/>
                <a:gd name="T4" fmla="*/ 0 w 68"/>
                <a:gd name="T5" fmla="*/ 2 h 49"/>
                <a:gd name="T6" fmla="*/ 16 w 68"/>
                <a:gd name="T7" fmla="*/ 13 h 49"/>
                <a:gd name="T8" fmla="*/ 23 w 68"/>
                <a:gd name="T9" fmla="*/ 18 h 49"/>
                <a:gd name="T10" fmla="*/ 16 w 68"/>
                <a:gd name="T11" fmla="*/ 13 h 49"/>
                <a:gd name="T12" fmla="*/ 44 w 68"/>
                <a:gd name="T13" fmla="*/ 28 h 49"/>
                <a:gd name="T14" fmla="*/ 32 w 68"/>
                <a:gd name="T15" fmla="*/ 21 h 49"/>
                <a:gd name="T16" fmla="*/ 44 w 68"/>
                <a:gd name="T17" fmla="*/ 28 h 49"/>
                <a:gd name="T18" fmla="*/ 43 w 68"/>
                <a:gd name="T19" fmla="*/ 36 h 49"/>
                <a:gd name="T20" fmla="*/ 51 w 68"/>
                <a:gd name="T21" fmla="*/ 40 h 49"/>
                <a:gd name="T22" fmla="*/ 43 w 68"/>
                <a:gd name="T23" fmla="*/ 36 h 49"/>
                <a:gd name="T24" fmla="*/ 58 w 68"/>
                <a:gd name="T25" fmla="*/ 44 h 49"/>
                <a:gd name="T26" fmla="*/ 66 w 68"/>
                <a:gd name="T27" fmla="*/ 48 h 49"/>
                <a:gd name="T28" fmla="*/ 58 w 68"/>
                <a:gd name="T29" fmla="*/ 44 h 49"/>
                <a:gd name="T30" fmla="*/ 52 w 68"/>
                <a:gd name="T31" fmla="*/ 27 h 49"/>
                <a:gd name="T32" fmla="*/ 58 w 68"/>
                <a:gd name="T33" fmla="*/ 39 h 49"/>
                <a:gd name="T34" fmla="*/ 52 w 68"/>
                <a:gd name="T35" fmla="*/ 2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49">
                  <a:moveTo>
                    <a:pt x="0" y="2"/>
                  </a:moveTo>
                  <a:cubicBezTo>
                    <a:pt x="0" y="4"/>
                    <a:pt x="8" y="16"/>
                    <a:pt x="11" y="14"/>
                  </a:cubicBezTo>
                  <a:cubicBezTo>
                    <a:pt x="16" y="11"/>
                    <a:pt x="1" y="0"/>
                    <a:pt x="0" y="2"/>
                  </a:cubicBezTo>
                  <a:close/>
                  <a:moveTo>
                    <a:pt x="16" y="13"/>
                  </a:moveTo>
                  <a:cubicBezTo>
                    <a:pt x="16" y="14"/>
                    <a:pt x="22" y="19"/>
                    <a:pt x="23" y="18"/>
                  </a:cubicBezTo>
                  <a:cubicBezTo>
                    <a:pt x="25" y="18"/>
                    <a:pt x="17" y="11"/>
                    <a:pt x="16" y="13"/>
                  </a:cubicBezTo>
                  <a:close/>
                  <a:moveTo>
                    <a:pt x="44" y="28"/>
                  </a:moveTo>
                  <a:cubicBezTo>
                    <a:pt x="46" y="26"/>
                    <a:pt x="33" y="19"/>
                    <a:pt x="32" y="21"/>
                  </a:cubicBezTo>
                  <a:cubicBezTo>
                    <a:pt x="32" y="23"/>
                    <a:pt x="42" y="29"/>
                    <a:pt x="44" y="28"/>
                  </a:cubicBezTo>
                  <a:close/>
                  <a:moveTo>
                    <a:pt x="43" y="36"/>
                  </a:moveTo>
                  <a:cubicBezTo>
                    <a:pt x="44" y="39"/>
                    <a:pt x="49" y="42"/>
                    <a:pt x="51" y="40"/>
                  </a:cubicBezTo>
                  <a:cubicBezTo>
                    <a:pt x="54" y="39"/>
                    <a:pt x="42" y="32"/>
                    <a:pt x="43" y="36"/>
                  </a:cubicBezTo>
                  <a:close/>
                  <a:moveTo>
                    <a:pt x="58" y="44"/>
                  </a:moveTo>
                  <a:cubicBezTo>
                    <a:pt x="58" y="45"/>
                    <a:pt x="63" y="49"/>
                    <a:pt x="66" y="48"/>
                  </a:cubicBezTo>
                  <a:cubicBezTo>
                    <a:pt x="68" y="46"/>
                    <a:pt x="57" y="42"/>
                    <a:pt x="58" y="44"/>
                  </a:cubicBezTo>
                  <a:close/>
                  <a:moveTo>
                    <a:pt x="52" y="27"/>
                  </a:moveTo>
                  <a:cubicBezTo>
                    <a:pt x="50" y="31"/>
                    <a:pt x="57" y="38"/>
                    <a:pt x="58" y="39"/>
                  </a:cubicBezTo>
                  <a:cubicBezTo>
                    <a:pt x="59" y="39"/>
                    <a:pt x="53" y="24"/>
                    <a:pt x="52" y="2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47" name="Freeform 158"/>
            <p:cNvSpPr>
              <a:spLocks noEditPoints="1"/>
            </p:cNvSpPr>
            <p:nvPr/>
          </p:nvSpPr>
          <p:spPr bwMode="auto">
            <a:xfrm>
              <a:off x="10014914" y="5317874"/>
              <a:ext cx="316222" cy="389059"/>
            </a:xfrm>
            <a:custGeom>
              <a:avLst/>
              <a:gdLst>
                <a:gd name="T0" fmla="*/ 65 w 105"/>
                <a:gd name="T1" fmla="*/ 60 h 125"/>
                <a:gd name="T2" fmla="*/ 58 w 105"/>
                <a:gd name="T3" fmla="*/ 63 h 125"/>
                <a:gd name="T4" fmla="*/ 50 w 105"/>
                <a:gd name="T5" fmla="*/ 59 h 125"/>
                <a:gd name="T6" fmla="*/ 46 w 105"/>
                <a:gd name="T7" fmla="*/ 66 h 125"/>
                <a:gd name="T8" fmla="*/ 39 w 105"/>
                <a:gd name="T9" fmla="*/ 78 h 125"/>
                <a:gd name="T10" fmla="*/ 16 w 105"/>
                <a:gd name="T11" fmla="*/ 94 h 125"/>
                <a:gd name="T12" fmla="*/ 5 w 105"/>
                <a:gd name="T13" fmla="*/ 104 h 125"/>
                <a:gd name="T14" fmla="*/ 3 w 105"/>
                <a:gd name="T15" fmla="*/ 113 h 125"/>
                <a:gd name="T16" fmla="*/ 11 w 105"/>
                <a:gd name="T17" fmla="*/ 116 h 125"/>
                <a:gd name="T18" fmla="*/ 17 w 105"/>
                <a:gd name="T19" fmla="*/ 119 h 125"/>
                <a:gd name="T20" fmla="*/ 32 w 105"/>
                <a:gd name="T21" fmla="*/ 115 h 125"/>
                <a:gd name="T22" fmla="*/ 38 w 105"/>
                <a:gd name="T23" fmla="*/ 105 h 125"/>
                <a:gd name="T24" fmla="*/ 42 w 105"/>
                <a:gd name="T25" fmla="*/ 96 h 125"/>
                <a:gd name="T26" fmla="*/ 51 w 105"/>
                <a:gd name="T27" fmla="*/ 91 h 125"/>
                <a:gd name="T28" fmla="*/ 54 w 105"/>
                <a:gd name="T29" fmla="*/ 86 h 125"/>
                <a:gd name="T30" fmla="*/ 60 w 105"/>
                <a:gd name="T31" fmla="*/ 78 h 125"/>
                <a:gd name="T32" fmla="*/ 66 w 105"/>
                <a:gd name="T33" fmla="*/ 67 h 125"/>
                <a:gd name="T34" fmla="*/ 65 w 105"/>
                <a:gd name="T35" fmla="*/ 60 h 125"/>
                <a:gd name="T36" fmla="*/ 11 w 105"/>
                <a:gd name="T37" fmla="*/ 125 h 125"/>
                <a:gd name="T38" fmla="*/ 14 w 105"/>
                <a:gd name="T39" fmla="*/ 121 h 125"/>
                <a:gd name="T40" fmla="*/ 11 w 105"/>
                <a:gd name="T41" fmla="*/ 125 h 125"/>
                <a:gd name="T42" fmla="*/ 96 w 105"/>
                <a:gd name="T43" fmla="*/ 30 h 125"/>
                <a:gd name="T44" fmla="*/ 87 w 105"/>
                <a:gd name="T45" fmla="*/ 30 h 125"/>
                <a:gd name="T46" fmla="*/ 82 w 105"/>
                <a:gd name="T47" fmla="*/ 25 h 125"/>
                <a:gd name="T48" fmla="*/ 79 w 105"/>
                <a:gd name="T49" fmla="*/ 18 h 125"/>
                <a:gd name="T50" fmla="*/ 78 w 105"/>
                <a:gd name="T51" fmla="*/ 23 h 125"/>
                <a:gd name="T52" fmla="*/ 75 w 105"/>
                <a:gd name="T53" fmla="*/ 21 h 125"/>
                <a:gd name="T54" fmla="*/ 72 w 105"/>
                <a:gd name="T55" fmla="*/ 15 h 125"/>
                <a:gd name="T56" fmla="*/ 69 w 105"/>
                <a:gd name="T57" fmla="*/ 7 h 125"/>
                <a:gd name="T58" fmla="*/ 58 w 105"/>
                <a:gd name="T59" fmla="*/ 0 h 125"/>
                <a:gd name="T60" fmla="*/ 61 w 105"/>
                <a:gd name="T61" fmla="*/ 9 h 125"/>
                <a:gd name="T62" fmla="*/ 67 w 105"/>
                <a:gd name="T63" fmla="*/ 15 h 125"/>
                <a:gd name="T64" fmla="*/ 72 w 105"/>
                <a:gd name="T65" fmla="*/ 21 h 125"/>
                <a:gd name="T66" fmla="*/ 70 w 105"/>
                <a:gd name="T67" fmla="*/ 34 h 125"/>
                <a:gd name="T68" fmla="*/ 64 w 105"/>
                <a:gd name="T69" fmla="*/ 42 h 125"/>
                <a:gd name="T70" fmla="*/ 75 w 105"/>
                <a:gd name="T71" fmla="*/ 52 h 125"/>
                <a:gd name="T72" fmla="*/ 72 w 105"/>
                <a:gd name="T73" fmla="*/ 65 h 125"/>
                <a:gd name="T74" fmla="*/ 80 w 105"/>
                <a:gd name="T75" fmla="*/ 66 h 125"/>
                <a:gd name="T76" fmla="*/ 89 w 105"/>
                <a:gd name="T77" fmla="*/ 53 h 125"/>
                <a:gd name="T78" fmla="*/ 92 w 105"/>
                <a:gd name="T79" fmla="*/ 44 h 125"/>
                <a:gd name="T80" fmla="*/ 98 w 105"/>
                <a:gd name="T81" fmla="*/ 43 h 125"/>
                <a:gd name="T82" fmla="*/ 101 w 105"/>
                <a:gd name="T83" fmla="*/ 37 h 125"/>
                <a:gd name="T84" fmla="*/ 104 w 105"/>
                <a:gd name="T85" fmla="*/ 30 h 125"/>
                <a:gd name="T86" fmla="*/ 96 w 105"/>
                <a:gd name="T87" fmla="*/ 3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5" h="125">
                  <a:moveTo>
                    <a:pt x="65" y="60"/>
                  </a:moveTo>
                  <a:cubicBezTo>
                    <a:pt x="63" y="59"/>
                    <a:pt x="61" y="61"/>
                    <a:pt x="58" y="63"/>
                  </a:cubicBezTo>
                  <a:cubicBezTo>
                    <a:pt x="56" y="64"/>
                    <a:pt x="54" y="56"/>
                    <a:pt x="50" y="59"/>
                  </a:cubicBezTo>
                  <a:cubicBezTo>
                    <a:pt x="47" y="62"/>
                    <a:pt x="50" y="63"/>
                    <a:pt x="46" y="66"/>
                  </a:cubicBezTo>
                  <a:cubicBezTo>
                    <a:pt x="42" y="70"/>
                    <a:pt x="44" y="71"/>
                    <a:pt x="39" y="78"/>
                  </a:cubicBezTo>
                  <a:cubicBezTo>
                    <a:pt x="34" y="85"/>
                    <a:pt x="18" y="90"/>
                    <a:pt x="16" y="94"/>
                  </a:cubicBezTo>
                  <a:cubicBezTo>
                    <a:pt x="13" y="97"/>
                    <a:pt x="5" y="101"/>
                    <a:pt x="5" y="104"/>
                  </a:cubicBezTo>
                  <a:cubicBezTo>
                    <a:pt x="5" y="107"/>
                    <a:pt x="0" y="109"/>
                    <a:pt x="3" y="113"/>
                  </a:cubicBezTo>
                  <a:cubicBezTo>
                    <a:pt x="5" y="116"/>
                    <a:pt x="8" y="114"/>
                    <a:pt x="11" y="116"/>
                  </a:cubicBezTo>
                  <a:cubicBezTo>
                    <a:pt x="13" y="119"/>
                    <a:pt x="16" y="116"/>
                    <a:pt x="17" y="119"/>
                  </a:cubicBezTo>
                  <a:cubicBezTo>
                    <a:pt x="18" y="121"/>
                    <a:pt x="26" y="121"/>
                    <a:pt x="32" y="115"/>
                  </a:cubicBezTo>
                  <a:cubicBezTo>
                    <a:pt x="38" y="109"/>
                    <a:pt x="35" y="107"/>
                    <a:pt x="38" y="105"/>
                  </a:cubicBezTo>
                  <a:cubicBezTo>
                    <a:pt x="40" y="104"/>
                    <a:pt x="41" y="99"/>
                    <a:pt x="42" y="96"/>
                  </a:cubicBezTo>
                  <a:cubicBezTo>
                    <a:pt x="44" y="94"/>
                    <a:pt x="45" y="91"/>
                    <a:pt x="51" y="91"/>
                  </a:cubicBezTo>
                  <a:cubicBezTo>
                    <a:pt x="58" y="91"/>
                    <a:pt x="55" y="89"/>
                    <a:pt x="54" y="86"/>
                  </a:cubicBezTo>
                  <a:cubicBezTo>
                    <a:pt x="54" y="83"/>
                    <a:pt x="60" y="82"/>
                    <a:pt x="60" y="78"/>
                  </a:cubicBezTo>
                  <a:cubicBezTo>
                    <a:pt x="60" y="74"/>
                    <a:pt x="68" y="71"/>
                    <a:pt x="66" y="67"/>
                  </a:cubicBezTo>
                  <a:cubicBezTo>
                    <a:pt x="65" y="64"/>
                    <a:pt x="68" y="62"/>
                    <a:pt x="65" y="60"/>
                  </a:cubicBezTo>
                  <a:close/>
                  <a:moveTo>
                    <a:pt x="11" y="125"/>
                  </a:moveTo>
                  <a:cubicBezTo>
                    <a:pt x="13" y="125"/>
                    <a:pt x="17" y="124"/>
                    <a:pt x="14" y="121"/>
                  </a:cubicBezTo>
                  <a:cubicBezTo>
                    <a:pt x="12" y="118"/>
                    <a:pt x="8" y="124"/>
                    <a:pt x="11" y="125"/>
                  </a:cubicBezTo>
                  <a:close/>
                  <a:moveTo>
                    <a:pt x="96" y="30"/>
                  </a:moveTo>
                  <a:cubicBezTo>
                    <a:pt x="94" y="33"/>
                    <a:pt x="91" y="30"/>
                    <a:pt x="87" y="30"/>
                  </a:cubicBezTo>
                  <a:cubicBezTo>
                    <a:pt x="84" y="30"/>
                    <a:pt x="82" y="27"/>
                    <a:pt x="82" y="25"/>
                  </a:cubicBezTo>
                  <a:cubicBezTo>
                    <a:pt x="82" y="22"/>
                    <a:pt x="82" y="18"/>
                    <a:pt x="79" y="18"/>
                  </a:cubicBezTo>
                  <a:cubicBezTo>
                    <a:pt x="76" y="18"/>
                    <a:pt x="80" y="21"/>
                    <a:pt x="78" y="23"/>
                  </a:cubicBezTo>
                  <a:cubicBezTo>
                    <a:pt x="77" y="24"/>
                    <a:pt x="77" y="21"/>
                    <a:pt x="75" y="21"/>
                  </a:cubicBezTo>
                  <a:cubicBezTo>
                    <a:pt x="74" y="21"/>
                    <a:pt x="72" y="19"/>
                    <a:pt x="72" y="15"/>
                  </a:cubicBezTo>
                  <a:cubicBezTo>
                    <a:pt x="72" y="11"/>
                    <a:pt x="69" y="12"/>
                    <a:pt x="69" y="7"/>
                  </a:cubicBezTo>
                  <a:cubicBezTo>
                    <a:pt x="69" y="3"/>
                    <a:pt x="62" y="0"/>
                    <a:pt x="58" y="0"/>
                  </a:cubicBezTo>
                  <a:cubicBezTo>
                    <a:pt x="55" y="0"/>
                    <a:pt x="59" y="7"/>
                    <a:pt x="61" y="9"/>
                  </a:cubicBezTo>
                  <a:cubicBezTo>
                    <a:pt x="63" y="11"/>
                    <a:pt x="67" y="13"/>
                    <a:pt x="67" y="15"/>
                  </a:cubicBezTo>
                  <a:cubicBezTo>
                    <a:pt x="67" y="16"/>
                    <a:pt x="70" y="21"/>
                    <a:pt x="72" y="21"/>
                  </a:cubicBezTo>
                  <a:cubicBezTo>
                    <a:pt x="74" y="22"/>
                    <a:pt x="70" y="29"/>
                    <a:pt x="70" y="34"/>
                  </a:cubicBezTo>
                  <a:cubicBezTo>
                    <a:pt x="70" y="39"/>
                    <a:pt x="66" y="38"/>
                    <a:pt x="64" y="42"/>
                  </a:cubicBezTo>
                  <a:cubicBezTo>
                    <a:pt x="61" y="45"/>
                    <a:pt x="71" y="48"/>
                    <a:pt x="75" y="52"/>
                  </a:cubicBezTo>
                  <a:cubicBezTo>
                    <a:pt x="79" y="55"/>
                    <a:pt x="71" y="63"/>
                    <a:pt x="72" y="65"/>
                  </a:cubicBezTo>
                  <a:cubicBezTo>
                    <a:pt x="73" y="66"/>
                    <a:pt x="76" y="67"/>
                    <a:pt x="80" y="66"/>
                  </a:cubicBezTo>
                  <a:cubicBezTo>
                    <a:pt x="84" y="65"/>
                    <a:pt x="86" y="56"/>
                    <a:pt x="89" y="53"/>
                  </a:cubicBezTo>
                  <a:cubicBezTo>
                    <a:pt x="92" y="51"/>
                    <a:pt x="90" y="46"/>
                    <a:pt x="92" y="44"/>
                  </a:cubicBezTo>
                  <a:cubicBezTo>
                    <a:pt x="93" y="42"/>
                    <a:pt x="95" y="43"/>
                    <a:pt x="98" y="43"/>
                  </a:cubicBezTo>
                  <a:cubicBezTo>
                    <a:pt x="100" y="43"/>
                    <a:pt x="98" y="37"/>
                    <a:pt x="101" y="37"/>
                  </a:cubicBezTo>
                  <a:cubicBezTo>
                    <a:pt x="104" y="37"/>
                    <a:pt x="102" y="34"/>
                    <a:pt x="104" y="30"/>
                  </a:cubicBezTo>
                  <a:cubicBezTo>
                    <a:pt x="105" y="26"/>
                    <a:pt x="97" y="28"/>
                    <a:pt x="96" y="3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48" name="Freeform 159"/>
            <p:cNvSpPr>
              <a:spLocks/>
            </p:cNvSpPr>
            <p:nvPr/>
          </p:nvSpPr>
          <p:spPr bwMode="auto">
            <a:xfrm>
              <a:off x="7140863" y="3149134"/>
              <a:ext cx="364675" cy="236590"/>
            </a:xfrm>
            <a:custGeom>
              <a:avLst/>
              <a:gdLst>
                <a:gd name="T0" fmla="*/ 120 w 121"/>
                <a:gd name="T1" fmla="*/ 48 h 76"/>
                <a:gd name="T2" fmla="*/ 113 w 121"/>
                <a:gd name="T3" fmla="*/ 45 h 76"/>
                <a:gd name="T4" fmla="*/ 104 w 121"/>
                <a:gd name="T5" fmla="*/ 40 h 76"/>
                <a:gd name="T6" fmla="*/ 94 w 121"/>
                <a:gd name="T7" fmla="*/ 34 h 76"/>
                <a:gd name="T8" fmla="*/ 86 w 121"/>
                <a:gd name="T9" fmla="*/ 28 h 76"/>
                <a:gd name="T10" fmla="*/ 82 w 121"/>
                <a:gd name="T11" fmla="*/ 21 h 76"/>
                <a:gd name="T12" fmla="*/ 79 w 121"/>
                <a:gd name="T13" fmla="*/ 15 h 76"/>
                <a:gd name="T14" fmla="*/ 66 w 121"/>
                <a:gd name="T15" fmla="*/ 14 h 76"/>
                <a:gd name="T16" fmla="*/ 63 w 121"/>
                <a:gd name="T17" fmla="*/ 5 h 76"/>
                <a:gd name="T18" fmla="*/ 57 w 121"/>
                <a:gd name="T19" fmla="*/ 3 h 76"/>
                <a:gd name="T20" fmla="*/ 51 w 121"/>
                <a:gd name="T21" fmla="*/ 1 h 76"/>
                <a:gd name="T22" fmla="*/ 47 w 121"/>
                <a:gd name="T23" fmla="*/ 3 h 76"/>
                <a:gd name="T24" fmla="*/ 44 w 121"/>
                <a:gd name="T25" fmla="*/ 6 h 76"/>
                <a:gd name="T26" fmla="*/ 38 w 121"/>
                <a:gd name="T27" fmla="*/ 10 h 76"/>
                <a:gd name="T28" fmla="*/ 35 w 121"/>
                <a:gd name="T29" fmla="*/ 14 h 76"/>
                <a:gd name="T30" fmla="*/ 29 w 121"/>
                <a:gd name="T31" fmla="*/ 13 h 76"/>
                <a:gd name="T32" fmla="*/ 23 w 121"/>
                <a:gd name="T33" fmla="*/ 12 h 76"/>
                <a:gd name="T34" fmla="*/ 13 w 121"/>
                <a:gd name="T35" fmla="*/ 4 h 76"/>
                <a:gd name="T36" fmla="*/ 4 w 121"/>
                <a:gd name="T37" fmla="*/ 8 h 76"/>
                <a:gd name="T38" fmla="*/ 8 w 121"/>
                <a:gd name="T39" fmla="*/ 7 h 76"/>
                <a:gd name="T40" fmla="*/ 15 w 121"/>
                <a:gd name="T41" fmla="*/ 14 h 76"/>
                <a:gd name="T42" fmla="*/ 19 w 121"/>
                <a:gd name="T43" fmla="*/ 19 h 76"/>
                <a:gd name="T44" fmla="*/ 10 w 121"/>
                <a:gd name="T45" fmla="*/ 21 h 76"/>
                <a:gd name="T46" fmla="*/ 3 w 121"/>
                <a:gd name="T47" fmla="*/ 21 h 76"/>
                <a:gd name="T48" fmla="*/ 4 w 121"/>
                <a:gd name="T49" fmla="*/ 28 h 76"/>
                <a:gd name="T50" fmla="*/ 5 w 121"/>
                <a:gd name="T51" fmla="*/ 33 h 76"/>
                <a:gd name="T52" fmla="*/ 10 w 121"/>
                <a:gd name="T53" fmla="*/ 35 h 76"/>
                <a:gd name="T54" fmla="*/ 11 w 121"/>
                <a:gd name="T55" fmla="*/ 42 h 76"/>
                <a:gd name="T56" fmla="*/ 11 w 121"/>
                <a:gd name="T57" fmla="*/ 53 h 76"/>
                <a:gd name="T58" fmla="*/ 18 w 121"/>
                <a:gd name="T59" fmla="*/ 52 h 76"/>
                <a:gd name="T60" fmla="*/ 26 w 121"/>
                <a:gd name="T61" fmla="*/ 47 h 76"/>
                <a:gd name="T62" fmla="*/ 32 w 121"/>
                <a:gd name="T63" fmla="*/ 46 h 76"/>
                <a:gd name="T64" fmla="*/ 41 w 121"/>
                <a:gd name="T65" fmla="*/ 46 h 76"/>
                <a:gd name="T66" fmla="*/ 48 w 121"/>
                <a:gd name="T67" fmla="*/ 49 h 76"/>
                <a:gd name="T68" fmla="*/ 52 w 121"/>
                <a:gd name="T69" fmla="*/ 51 h 76"/>
                <a:gd name="T70" fmla="*/ 59 w 121"/>
                <a:gd name="T71" fmla="*/ 53 h 76"/>
                <a:gd name="T72" fmla="*/ 63 w 121"/>
                <a:gd name="T73" fmla="*/ 56 h 76"/>
                <a:gd name="T74" fmla="*/ 68 w 121"/>
                <a:gd name="T75" fmla="*/ 61 h 76"/>
                <a:gd name="T76" fmla="*/ 74 w 121"/>
                <a:gd name="T77" fmla="*/ 62 h 76"/>
                <a:gd name="T78" fmla="*/ 76 w 121"/>
                <a:gd name="T79" fmla="*/ 72 h 76"/>
                <a:gd name="T80" fmla="*/ 78 w 121"/>
                <a:gd name="T81" fmla="*/ 72 h 76"/>
                <a:gd name="T82" fmla="*/ 84 w 121"/>
                <a:gd name="T83" fmla="*/ 74 h 76"/>
                <a:gd name="T84" fmla="*/ 91 w 121"/>
                <a:gd name="T85" fmla="*/ 71 h 76"/>
                <a:gd name="T86" fmla="*/ 103 w 121"/>
                <a:gd name="T87" fmla="*/ 64 h 76"/>
                <a:gd name="T88" fmla="*/ 108 w 121"/>
                <a:gd name="T89" fmla="*/ 56 h 76"/>
                <a:gd name="T90" fmla="*/ 115 w 121"/>
                <a:gd name="T91" fmla="*/ 52 h 76"/>
                <a:gd name="T92" fmla="*/ 121 w 121"/>
                <a:gd name="T93" fmla="*/ 53 h 76"/>
                <a:gd name="T94" fmla="*/ 120 w 121"/>
                <a:gd name="T95" fmla="*/ 4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1" h="76">
                  <a:moveTo>
                    <a:pt x="120" y="48"/>
                  </a:moveTo>
                  <a:cubicBezTo>
                    <a:pt x="120" y="48"/>
                    <a:pt x="115" y="45"/>
                    <a:pt x="113" y="45"/>
                  </a:cubicBezTo>
                  <a:cubicBezTo>
                    <a:pt x="111" y="46"/>
                    <a:pt x="107" y="41"/>
                    <a:pt x="104" y="40"/>
                  </a:cubicBezTo>
                  <a:cubicBezTo>
                    <a:pt x="100" y="38"/>
                    <a:pt x="96" y="36"/>
                    <a:pt x="94" y="34"/>
                  </a:cubicBezTo>
                  <a:cubicBezTo>
                    <a:pt x="93" y="32"/>
                    <a:pt x="87" y="29"/>
                    <a:pt x="86" y="28"/>
                  </a:cubicBezTo>
                  <a:cubicBezTo>
                    <a:pt x="85" y="26"/>
                    <a:pt x="84" y="23"/>
                    <a:pt x="82" y="21"/>
                  </a:cubicBezTo>
                  <a:cubicBezTo>
                    <a:pt x="80" y="18"/>
                    <a:pt x="80" y="15"/>
                    <a:pt x="79" y="15"/>
                  </a:cubicBezTo>
                  <a:cubicBezTo>
                    <a:pt x="77" y="15"/>
                    <a:pt x="66" y="15"/>
                    <a:pt x="66" y="14"/>
                  </a:cubicBezTo>
                  <a:cubicBezTo>
                    <a:pt x="66" y="12"/>
                    <a:pt x="65" y="5"/>
                    <a:pt x="63" y="5"/>
                  </a:cubicBezTo>
                  <a:cubicBezTo>
                    <a:pt x="61" y="4"/>
                    <a:pt x="58" y="4"/>
                    <a:pt x="57" y="3"/>
                  </a:cubicBezTo>
                  <a:cubicBezTo>
                    <a:pt x="55" y="1"/>
                    <a:pt x="51" y="0"/>
                    <a:pt x="51" y="1"/>
                  </a:cubicBezTo>
                  <a:cubicBezTo>
                    <a:pt x="50" y="2"/>
                    <a:pt x="48" y="3"/>
                    <a:pt x="47" y="3"/>
                  </a:cubicBezTo>
                  <a:cubicBezTo>
                    <a:pt x="46" y="3"/>
                    <a:pt x="47" y="6"/>
                    <a:pt x="44" y="6"/>
                  </a:cubicBezTo>
                  <a:cubicBezTo>
                    <a:pt x="42" y="6"/>
                    <a:pt x="38" y="9"/>
                    <a:pt x="38" y="10"/>
                  </a:cubicBezTo>
                  <a:cubicBezTo>
                    <a:pt x="38" y="12"/>
                    <a:pt x="38" y="15"/>
                    <a:pt x="35" y="14"/>
                  </a:cubicBezTo>
                  <a:cubicBezTo>
                    <a:pt x="34" y="14"/>
                    <a:pt x="31" y="14"/>
                    <a:pt x="29" y="13"/>
                  </a:cubicBezTo>
                  <a:cubicBezTo>
                    <a:pt x="29" y="13"/>
                    <a:pt x="26" y="15"/>
                    <a:pt x="23" y="12"/>
                  </a:cubicBezTo>
                  <a:cubicBezTo>
                    <a:pt x="20" y="8"/>
                    <a:pt x="16" y="4"/>
                    <a:pt x="13" y="4"/>
                  </a:cubicBezTo>
                  <a:cubicBezTo>
                    <a:pt x="11" y="4"/>
                    <a:pt x="3" y="4"/>
                    <a:pt x="4" y="8"/>
                  </a:cubicBezTo>
                  <a:cubicBezTo>
                    <a:pt x="5" y="7"/>
                    <a:pt x="6" y="7"/>
                    <a:pt x="8" y="7"/>
                  </a:cubicBezTo>
                  <a:cubicBezTo>
                    <a:pt x="14" y="7"/>
                    <a:pt x="12" y="14"/>
                    <a:pt x="15" y="14"/>
                  </a:cubicBezTo>
                  <a:cubicBezTo>
                    <a:pt x="18" y="15"/>
                    <a:pt x="22" y="20"/>
                    <a:pt x="19" y="19"/>
                  </a:cubicBezTo>
                  <a:cubicBezTo>
                    <a:pt x="16" y="19"/>
                    <a:pt x="13" y="22"/>
                    <a:pt x="10" y="21"/>
                  </a:cubicBezTo>
                  <a:cubicBezTo>
                    <a:pt x="7" y="20"/>
                    <a:pt x="4" y="18"/>
                    <a:pt x="3" y="21"/>
                  </a:cubicBezTo>
                  <a:cubicBezTo>
                    <a:pt x="2" y="25"/>
                    <a:pt x="0" y="28"/>
                    <a:pt x="4" y="28"/>
                  </a:cubicBezTo>
                  <a:cubicBezTo>
                    <a:pt x="8" y="28"/>
                    <a:pt x="8" y="31"/>
                    <a:pt x="5" y="33"/>
                  </a:cubicBezTo>
                  <a:cubicBezTo>
                    <a:pt x="2" y="36"/>
                    <a:pt x="9" y="33"/>
                    <a:pt x="10" y="35"/>
                  </a:cubicBezTo>
                  <a:cubicBezTo>
                    <a:pt x="10" y="38"/>
                    <a:pt x="12" y="38"/>
                    <a:pt x="11" y="42"/>
                  </a:cubicBezTo>
                  <a:cubicBezTo>
                    <a:pt x="11" y="45"/>
                    <a:pt x="11" y="50"/>
                    <a:pt x="11" y="53"/>
                  </a:cubicBezTo>
                  <a:cubicBezTo>
                    <a:pt x="14" y="53"/>
                    <a:pt x="18" y="53"/>
                    <a:pt x="18" y="52"/>
                  </a:cubicBezTo>
                  <a:cubicBezTo>
                    <a:pt x="20" y="50"/>
                    <a:pt x="24" y="47"/>
                    <a:pt x="26" y="47"/>
                  </a:cubicBezTo>
                  <a:cubicBezTo>
                    <a:pt x="28" y="47"/>
                    <a:pt x="31" y="48"/>
                    <a:pt x="32" y="46"/>
                  </a:cubicBezTo>
                  <a:cubicBezTo>
                    <a:pt x="33" y="44"/>
                    <a:pt x="40" y="45"/>
                    <a:pt x="41" y="46"/>
                  </a:cubicBezTo>
                  <a:cubicBezTo>
                    <a:pt x="43" y="48"/>
                    <a:pt x="47" y="49"/>
                    <a:pt x="48" y="49"/>
                  </a:cubicBezTo>
                  <a:cubicBezTo>
                    <a:pt x="49" y="49"/>
                    <a:pt x="49" y="51"/>
                    <a:pt x="52" y="51"/>
                  </a:cubicBezTo>
                  <a:cubicBezTo>
                    <a:pt x="54" y="51"/>
                    <a:pt x="59" y="52"/>
                    <a:pt x="59" y="53"/>
                  </a:cubicBezTo>
                  <a:cubicBezTo>
                    <a:pt x="59" y="55"/>
                    <a:pt x="61" y="56"/>
                    <a:pt x="63" y="56"/>
                  </a:cubicBezTo>
                  <a:cubicBezTo>
                    <a:pt x="65" y="56"/>
                    <a:pt x="66" y="61"/>
                    <a:pt x="68" y="61"/>
                  </a:cubicBezTo>
                  <a:cubicBezTo>
                    <a:pt x="70" y="61"/>
                    <a:pt x="74" y="61"/>
                    <a:pt x="74" y="62"/>
                  </a:cubicBezTo>
                  <a:cubicBezTo>
                    <a:pt x="74" y="63"/>
                    <a:pt x="75" y="69"/>
                    <a:pt x="76" y="72"/>
                  </a:cubicBezTo>
                  <a:cubicBezTo>
                    <a:pt x="77" y="72"/>
                    <a:pt x="77" y="72"/>
                    <a:pt x="78" y="72"/>
                  </a:cubicBezTo>
                  <a:cubicBezTo>
                    <a:pt x="79" y="73"/>
                    <a:pt x="83" y="71"/>
                    <a:pt x="84" y="74"/>
                  </a:cubicBezTo>
                  <a:cubicBezTo>
                    <a:pt x="84" y="76"/>
                    <a:pt x="91" y="75"/>
                    <a:pt x="91" y="71"/>
                  </a:cubicBezTo>
                  <a:cubicBezTo>
                    <a:pt x="91" y="67"/>
                    <a:pt x="102" y="67"/>
                    <a:pt x="103" y="64"/>
                  </a:cubicBezTo>
                  <a:cubicBezTo>
                    <a:pt x="104" y="61"/>
                    <a:pt x="105" y="55"/>
                    <a:pt x="108" y="56"/>
                  </a:cubicBezTo>
                  <a:cubicBezTo>
                    <a:pt x="111" y="57"/>
                    <a:pt x="112" y="52"/>
                    <a:pt x="115" y="52"/>
                  </a:cubicBezTo>
                  <a:cubicBezTo>
                    <a:pt x="117" y="52"/>
                    <a:pt x="118" y="54"/>
                    <a:pt x="121" y="53"/>
                  </a:cubicBezTo>
                  <a:lnTo>
                    <a:pt x="120" y="48"/>
                  </a:ln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49" name="Freeform 160"/>
            <p:cNvSpPr>
              <a:spLocks/>
            </p:cNvSpPr>
            <p:nvPr/>
          </p:nvSpPr>
          <p:spPr bwMode="auto">
            <a:xfrm>
              <a:off x="6921547" y="3235885"/>
              <a:ext cx="503660" cy="436377"/>
            </a:xfrm>
            <a:custGeom>
              <a:avLst/>
              <a:gdLst>
                <a:gd name="T0" fmla="*/ 162 w 167"/>
                <a:gd name="T1" fmla="*/ 121 h 140"/>
                <a:gd name="T2" fmla="*/ 158 w 167"/>
                <a:gd name="T3" fmla="*/ 112 h 140"/>
                <a:gd name="T4" fmla="*/ 149 w 167"/>
                <a:gd name="T5" fmla="*/ 104 h 140"/>
                <a:gd name="T6" fmla="*/ 144 w 167"/>
                <a:gd name="T7" fmla="*/ 97 h 140"/>
                <a:gd name="T8" fmla="*/ 152 w 167"/>
                <a:gd name="T9" fmla="*/ 85 h 140"/>
                <a:gd name="T10" fmla="*/ 144 w 167"/>
                <a:gd name="T11" fmla="*/ 81 h 140"/>
                <a:gd name="T12" fmla="*/ 143 w 167"/>
                <a:gd name="T13" fmla="*/ 71 h 140"/>
                <a:gd name="T14" fmla="*/ 143 w 167"/>
                <a:gd name="T15" fmla="*/ 62 h 140"/>
                <a:gd name="T16" fmla="*/ 144 w 167"/>
                <a:gd name="T17" fmla="*/ 55 h 140"/>
                <a:gd name="T18" fmla="*/ 147 w 167"/>
                <a:gd name="T19" fmla="*/ 48 h 140"/>
                <a:gd name="T20" fmla="*/ 149 w 167"/>
                <a:gd name="T21" fmla="*/ 44 h 140"/>
                <a:gd name="T22" fmla="*/ 147 w 167"/>
                <a:gd name="T23" fmla="*/ 34 h 140"/>
                <a:gd name="T24" fmla="*/ 141 w 167"/>
                <a:gd name="T25" fmla="*/ 33 h 140"/>
                <a:gd name="T26" fmla="*/ 136 w 167"/>
                <a:gd name="T27" fmla="*/ 28 h 140"/>
                <a:gd name="T28" fmla="*/ 132 w 167"/>
                <a:gd name="T29" fmla="*/ 25 h 140"/>
                <a:gd name="T30" fmla="*/ 125 w 167"/>
                <a:gd name="T31" fmla="*/ 23 h 140"/>
                <a:gd name="T32" fmla="*/ 121 w 167"/>
                <a:gd name="T33" fmla="*/ 21 h 140"/>
                <a:gd name="T34" fmla="*/ 114 w 167"/>
                <a:gd name="T35" fmla="*/ 18 h 140"/>
                <a:gd name="T36" fmla="*/ 105 w 167"/>
                <a:gd name="T37" fmla="*/ 18 h 140"/>
                <a:gd name="T38" fmla="*/ 99 w 167"/>
                <a:gd name="T39" fmla="*/ 19 h 140"/>
                <a:gd name="T40" fmla="*/ 91 w 167"/>
                <a:gd name="T41" fmla="*/ 24 h 140"/>
                <a:gd name="T42" fmla="*/ 84 w 167"/>
                <a:gd name="T43" fmla="*/ 25 h 140"/>
                <a:gd name="T44" fmla="*/ 84 w 167"/>
                <a:gd name="T45" fmla="*/ 30 h 140"/>
                <a:gd name="T46" fmla="*/ 66 w 167"/>
                <a:gd name="T47" fmla="*/ 34 h 140"/>
                <a:gd name="T48" fmla="*/ 51 w 167"/>
                <a:gd name="T49" fmla="*/ 25 h 140"/>
                <a:gd name="T50" fmla="*/ 40 w 167"/>
                <a:gd name="T51" fmla="*/ 15 h 140"/>
                <a:gd name="T52" fmla="*/ 34 w 167"/>
                <a:gd name="T53" fmla="*/ 10 h 140"/>
                <a:gd name="T54" fmla="*/ 33 w 167"/>
                <a:gd name="T55" fmla="*/ 3 h 140"/>
                <a:gd name="T56" fmla="*/ 16 w 167"/>
                <a:gd name="T57" fmla="*/ 10 h 140"/>
                <a:gd name="T58" fmla="*/ 10 w 167"/>
                <a:gd name="T59" fmla="*/ 7 h 140"/>
                <a:gd name="T60" fmla="*/ 5 w 167"/>
                <a:gd name="T61" fmla="*/ 0 h 140"/>
                <a:gd name="T62" fmla="*/ 2 w 167"/>
                <a:gd name="T63" fmla="*/ 5 h 140"/>
                <a:gd name="T64" fmla="*/ 2 w 167"/>
                <a:gd name="T65" fmla="*/ 12 h 140"/>
                <a:gd name="T66" fmla="*/ 2 w 167"/>
                <a:gd name="T67" fmla="*/ 21 h 140"/>
                <a:gd name="T68" fmla="*/ 6 w 167"/>
                <a:gd name="T69" fmla="*/ 27 h 140"/>
                <a:gd name="T70" fmla="*/ 9 w 167"/>
                <a:gd name="T71" fmla="*/ 34 h 140"/>
                <a:gd name="T72" fmla="*/ 14 w 167"/>
                <a:gd name="T73" fmla="*/ 39 h 140"/>
                <a:gd name="T74" fmla="*/ 17 w 167"/>
                <a:gd name="T75" fmla="*/ 42 h 140"/>
                <a:gd name="T76" fmla="*/ 16 w 167"/>
                <a:gd name="T77" fmla="*/ 47 h 140"/>
                <a:gd name="T78" fmla="*/ 13 w 167"/>
                <a:gd name="T79" fmla="*/ 53 h 140"/>
                <a:gd name="T80" fmla="*/ 14 w 167"/>
                <a:gd name="T81" fmla="*/ 61 h 140"/>
                <a:gd name="T82" fmla="*/ 18 w 167"/>
                <a:gd name="T83" fmla="*/ 66 h 140"/>
                <a:gd name="T84" fmla="*/ 27 w 167"/>
                <a:gd name="T85" fmla="*/ 72 h 140"/>
                <a:gd name="T86" fmla="*/ 31 w 167"/>
                <a:gd name="T87" fmla="*/ 77 h 140"/>
                <a:gd name="T88" fmla="*/ 31 w 167"/>
                <a:gd name="T89" fmla="*/ 83 h 140"/>
                <a:gd name="T90" fmla="*/ 34 w 167"/>
                <a:gd name="T91" fmla="*/ 88 h 140"/>
                <a:gd name="T92" fmla="*/ 38 w 167"/>
                <a:gd name="T93" fmla="*/ 95 h 140"/>
                <a:gd name="T94" fmla="*/ 40 w 167"/>
                <a:gd name="T95" fmla="*/ 95 h 140"/>
                <a:gd name="T96" fmla="*/ 44 w 167"/>
                <a:gd name="T97" fmla="*/ 94 h 140"/>
                <a:gd name="T98" fmla="*/ 50 w 167"/>
                <a:gd name="T99" fmla="*/ 93 h 140"/>
                <a:gd name="T100" fmla="*/ 59 w 167"/>
                <a:gd name="T101" fmla="*/ 107 h 140"/>
                <a:gd name="T102" fmla="*/ 64 w 167"/>
                <a:gd name="T103" fmla="*/ 114 h 140"/>
                <a:gd name="T104" fmla="*/ 74 w 167"/>
                <a:gd name="T105" fmla="*/ 119 h 140"/>
                <a:gd name="T106" fmla="*/ 93 w 167"/>
                <a:gd name="T107" fmla="*/ 127 h 140"/>
                <a:gd name="T108" fmla="*/ 107 w 167"/>
                <a:gd name="T109" fmla="*/ 123 h 140"/>
                <a:gd name="T110" fmla="*/ 113 w 167"/>
                <a:gd name="T111" fmla="*/ 134 h 140"/>
                <a:gd name="T112" fmla="*/ 142 w 167"/>
                <a:gd name="T113" fmla="*/ 140 h 140"/>
                <a:gd name="T114" fmla="*/ 151 w 167"/>
                <a:gd name="T115" fmla="*/ 140 h 140"/>
                <a:gd name="T116" fmla="*/ 151 w 167"/>
                <a:gd name="T117" fmla="*/ 138 h 140"/>
                <a:gd name="T118" fmla="*/ 156 w 167"/>
                <a:gd name="T119" fmla="*/ 130 h 140"/>
                <a:gd name="T120" fmla="*/ 164 w 167"/>
                <a:gd name="T121" fmla="*/ 127 h 140"/>
                <a:gd name="T122" fmla="*/ 162 w 167"/>
                <a:gd name="T123" fmla="*/ 121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7" h="140">
                  <a:moveTo>
                    <a:pt x="162" y="121"/>
                  </a:moveTo>
                  <a:cubicBezTo>
                    <a:pt x="160" y="120"/>
                    <a:pt x="162" y="113"/>
                    <a:pt x="158" y="112"/>
                  </a:cubicBezTo>
                  <a:cubicBezTo>
                    <a:pt x="154" y="110"/>
                    <a:pt x="150" y="107"/>
                    <a:pt x="149" y="104"/>
                  </a:cubicBezTo>
                  <a:cubicBezTo>
                    <a:pt x="148" y="102"/>
                    <a:pt x="143" y="99"/>
                    <a:pt x="144" y="97"/>
                  </a:cubicBezTo>
                  <a:cubicBezTo>
                    <a:pt x="144" y="95"/>
                    <a:pt x="154" y="89"/>
                    <a:pt x="152" y="85"/>
                  </a:cubicBezTo>
                  <a:cubicBezTo>
                    <a:pt x="151" y="81"/>
                    <a:pt x="145" y="82"/>
                    <a:pt x="144" y="81"/>
                  </a:cubicBezTo>
                  <a:cubicBezTo>
                    <a:pt x="143" y="79"/>
                    <a:pt x="144" y="75"/>
                    <a:pt x="143" y="71"/>
                  </a:cubicBezTo>
                  <a:cubicBezTo>
                    <a:pt x="141" y="67"/>
                    <a:pt x="144" y="64"/>
                    <a:pt x="143" y="62"/>
                  </a:cubicBezTo>
                  <a:cubicBezTo>
                    <a:pt x="141" y="60"/>
                    <a:pt x="143" y="56"/>
                    <a:pt x="144" y="55"/>
                  </a:cubicBezTo>
                  <a:cubicBezTo>
                    <a:pt x="144" y="53"/>
                    <a:pt x="147" y="51"/>
                    <a:pt x="147" y="48"/>
                  </a:cubicBezTo>
                  <a:cubicBezTo>
                    <a:pt x="147" y="46"/>
                    <a:pt x="148" y="45"/>
                    <a:pt x="149" y="44"/>
                  </a:cubicBezTo>
                  <a:cubicBezTo>
                    <a:pt x="148" y="41"/>
                    <a:pt x="147" y="35"/>
                    <a:pt x="147" y="34"/>
                  </a:cubicBezTo>
                  <a:cubicBezTo>
                    <a:pt x="147" y="33"/>
                    <a:pt x="143" y="33"/>
                    <a:pt x="141" y="33"/>
                  </a:cubicBezTo>
                  <a:cubicBezTo>
                    <a:pt x="139" y="33"/>
                    <a:pt x="138" y="28"/>
                    <a:pt x="136" y="28"/>
                  </a:cubicBezTo>
                  <a:cubicBezTo>
                    <a:pt x="134" y="28"/>
                    <a:pt x="132" y="27"/>
                    <a:pt x="132" y="25"/>
                  </a:cubicBezTo>
                  <a:cubicBezTo>
                    <a:pt x="132" y="24"/>
                    <a:pt x="127" y="23"/>
                    <a:pt x="125" y="23"/>
                  </a:cubicBezTo>
                  <a:cubicBezTo>
                    <a:pt x="122" y="23"/>
                    <a:pt x="122" y="21"/>
                    <a:pt x="121" y="21"/>
                  </a:cubicBezTo>
                  <a:cubicBezTo>
                    <a:pt x="120" y="21"/>
                    <a:pt x="116" y="20"/>
                    <a:pt x="114" y="18"/>
                  </a:cubicBezTo>
                  <a:cubicBezTo>
                    <a:pt x="113" y="17"/>
                    <a:pt x="106" y="16"/>
                    <a:pt x="105" y="18"/>
                  </a:cubicBezTo>
                  <a:cubicBezTo>
                    <a:pt x="104" y="20"/>
                    <a:pt x="101" y="19"/>
                    <a:pt x="99" y="19"/>
                  </a:cubicBezTo>
                  <a:cubicBezTo>
                    <a:pt x="97" y="19"/>
                    <a:pt x="93" y="22"/>
                    <a:pt x="91" y="24"/>
                  </a:cubicBezTo>
                  <a:cubicBezTo>
                    <a:pt x="91" y="25"/>
                    <a:pt x="87" y="25"/>
                    <a:pt x="84" y="25"/>
                  </a:cubicBezTo>
                  <a:cubicBezTo>
                    <a:pt x="84" y="27"/>
                    <a:pt x="84" y="29"/>
                    <a:pt x="84" y="30"/>
                  </a:cubicBezTo>
                  <a:cubicBezTo>
                    <a:pt x="83" y="32"/>
                    <a:pt x="73" y="34"/>
                    <a:pt x="66" y="34"/>
                  </a:cubicBezTo>
                  <a:cubicBezTo>
                    <a:pt x="59" y="34"/>
                    <a:pt x="58" y="25"/>
                    <a:pt x="51" y="25"/>
                  </a:cubicBezTo>
                  <a:cubicBezTo>
                    <a:pt x="45" y="25"/>
                    <a:pt x="41" y="19"/>
                    <a:pt x="40" y="15"/>
                  </a:cubicBezTo>
                  <a:cubicBezTo>
                    <a:pt x="37" y="13"/>
                    <a:pt x="34" y="11"/>
                    <a:pt x="34" y="10"/>
                  </a:cubicBezTo>
                  <a:cubicBezTo>
                    <a:pt x="35" y="9"/>
                    <a:pt x="37" y="1"/>
                    <a:pt x="33" y="3"/>
                  </a:cubicBezTo>
                  <a:cubicBezTo>
                    <a:pt x="29" y="5"/>
                    <a:pt x="23" y="11"/>
                    <a:pt x="16" y="10"/>
                  </a:cubicBezTo>
                  <a:cubicBezTo>
                    <a:pt x="8" y="9"/>
                    <a:pt x="14" y="8"/>
                    <a:pt x="10" y="7"/>
                  </a:cubicBezTo>
                  <a:cubicBezTo>
                    <a:pt x="6" y="5"/>
                    <a:pt x="9" y="1"/>
                    <a:pt x="5" y="0"/>
                  </a:cubicBezTo>
                  <a:cubicBezTo>
                    <a:pt x="1" y="0"/>
                    <a:pt x="4" y="5"/>
                    <a:pt x="2" y="5"/>
                  </a:cubicBezTo>
                  <a:cubicBezTo>
                    <a:pt x="0" y="5"/>
                    <a:pt x="2" y="10"/>
                    <a:pt x="2" y="12"/>
                  </a:cubicBezTo>
                  <a:cubicBezTo>
                    <a:pt x="3" y="13"/>
                    <a:pt x="1" y="20"/>
                    <a:pt x="2" y="21"/>
                  </a:cubicBezTo>
                  <a:cubicBezTo>
                    <a:pt x="4" y="21"/>
                    <a:pt x="7" y="26"/>
                    <a:pt x="6" y="27"/>
                  </a:cubicBezTo>
                  <a:cubicBezTo>
                    <a:pt x="6" y="28"/>
                    <a:pt x="9" y="32"/>
                    <a:pt x="9" y="34"/>
                  </a:cubicBezTo>
                  <a:cubicBezTo>
                    <a:pt x="9" y="36"/>
                    <a:pt x="12" y="39"/>
                    <a:pt x="14" y="39"/>
                  </a:cubicBezTo>
                  <a:cubicBezTo>
                    <a:pt x="16" y="39"/>
                    <a:pt x="18" y="40"/>
                    <a:pt x="17" y="42"/>
                  </a:cubicBezTo>
                  <a:cubicBezTo>
                    <a:pt x="17" y="44"/>
                    <a:pt x="18" y="47"/>
                    <a:pt x="16" y="47"/>
                  </a:cubicBezTo>
                  <a:cubicBezTo>
                    <a:pt x="14" y="47"/>
                    <a:pt x="15" y="52"/>
                    <a:pt x="13" y="53"/>
                  </a:cubicBezTo>
                  <a:cubicBezTo>
                    <a:pt x="11" y="54"/>
                    <a:pt x="13" y="60"/>
                    <a:pt x="14" y="61"/>
                  </a:cubicBezTo>
                  <a:cubicBezTo>
                    <a:pt x="15" y="62"/>
                    <a:pt x="18" y="63"/>
                    <a:pt x="18" y="66"/>
                  </a:cubicBezTo>
                  <a:cubicBezTo>
                    <a:pt x="18" y="68"/>
                    <a:pt x="25" y="72"/>
                    <a:pt x="27" y="72"/>
                  </a:cubicBezTo>
                  <a:cubicBezTo>
                    <a:pt x="30" y="72"/>
                    <a:pt x="30" y="76"/>
                    <a:pt x="31" y="77"/>
                  </a:cubicBezTo>
                  <a:cubicBezTo>
                    <a:pt x="33" y="78"/>
                    <a:pt x="30" y="81"/>
                    <a:pt x="31" y="83"/>
                  </a:cubicBezTo>
                  <a:cubicBezTo>
                    <a:pt x="31" y="84"/>
                    <a:pt x="34" y="86"/>
                    <a:pt x="34" y="88"/>
                  </a:cubicBezTo>
                  <a:cubicBezTo>
                    <a:pt x="33" y="90"/>
                    <a:pt x="36" y="93"/>
                    <a:pt x="38" y="95"/>
                  </a:cubicBezTo>
                  <a:cubicBezTo>
                    <a:pt x="39" y="95"/>
                    <a:pt x="40" y="95"/>
                    <a:pt x="40" y="95"/>
                  </a:cubicBezTo>
                  <a:cubicBezTo>
                    <a:pt x="43" y="95"/>
                    <a:pt x="43" y="92"/>
                    <a:pt x="44" y="94"/>
                  </a:cubicBezTo>
                  <a:cubicBezTo>
                    <a:pt x="46" y="95"/>
                    <a:pt x="48" y="93"/>
                    <a:pt x="50" y="93"/>
                  </a:cubicBezTo>
                  <a:cubicBezTo>
                    <a:pt x="52" y="93"/>
                    <a:pt x="57" y="102"/>
                    <a:pt x="59" y="107"/>
                  </a:cubicBezTo>
                  <a:cubicBezTo>
                    <a:pt x="61" y="111"/>
                    <a:pt x="61" y="112"/>
                    <a:pt x="64" y="114"/>
                  </a:cubicBezTo>
                  <a:cubicBezTo>
                    <a:pt x="66" y="116"/>
                    <a:pt x="70" y="115"/>
                    <a:pt x="74" y="119"/>
                  </a:cubicBezTo>
                  <a:cubicBezTo>
                    <a:pt x="78" y="124"/>
                    <a:pt x="88" y="126"/>
                    <a:pt x="93" y="127"/>
                  </a:cubicBezTo>
                  <a:cubicBezTo>
                    <a:pt x="97" y="127"/>
                    <a:pt x="101" y="122"/>
                    <a:pt x="107" y="123"/>
                  </a:cubicBezTo>
                  <a:cubicBezTo>
                    <a:pt x="112" y="124"/>
                    <a:pt x="111" y="131"/>
                    <a:pt x="113" y="134"/>
                  </a:cubicBezTo>
                  <a:cubicBezTo>
                    <a:pt x="115" y="137"/>
                    <a:pt x="138" y="138"/>
                    <a:pt x="142" y="140"/>
                  </a:cubicBezTo>
                  <a:cubicBezTo>
                    <a:pt x="144" y="140"/>
                    <a:pt x="147" y="140"/>
                    <a:pt x="151" y="140"/>
                  </a:cubicBezTo>
                  <a:cubicBezTo>
                    <a:pt x="151" y="139"/>
                    <a:pt x="151" y="139"/>
                    <a:pt x="151" y="138"/>
                  </a:cubicBezTo>
                  <a:cubicBezTo>
                    <a:pt x="151" y="134"/>
                    <a:pt x="154" y="131"/>
                    <a:pt x="156" y="130"/>
                  </a:cubicBezTo>
                  <a:cubicBezTo>
                    <a:pt x="159" y="128"/>
                    <a:pt x="161" y="128"/>
                    <a:pt x="164" y="127"/>
                  </a:cubicBezTo>
                  <a:cubicBezTo>
                    <a:pt x="167" y="127"/>
                    <a:pt x="164" y="122"/>
                    <a:pt x="162" y="12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50" name="Freeform 161"/>
            <p:cNvSpPr>
              <a:spLocks noEditPoints="1"/>
            </p:cNvSpPr>
            <p:nvPr/>
          </p:nvSpPr>
          <p:spPr bwMode="auto">
            <a:xfrm>
              <a:off x="6984027" y="2716702"/>
              <a:ext cx="1034097" cy="500782"/>
            </a:xfrm>
            <a:custGeom>
              <a:avLst/>
              <a:gdLst>
                <a:gd name="T0" fmla="*/ 332 w 343"/>
                <a:gd name="T1" fmla="*/ 67 h 161"/>
                <a:gd name="T2" fmla="*/ 321 w 343"/>
                <a:gd name="T3" fmla="*/ 56 h 161"/>
                <a:gd name="T4" fmla="*/ 299 w 343"/>
                <a:gd name="T5" fmla="*/ 52 h 161"/>
                <a:gd name="T6" fmla="*/ 279 w 343"/>
                <a:gd name="T7" fmla="*/ 38 h 161"/>
                <a:gd name="T8" fmla="*/ 255 w 343"/>
                <a:gd name="T9" fmla="*/ 13 h 161"/>
                <a:gd name="T10" fmla="*/ 232 w 343"/>
                <a:gd name="T11" fmla="*/ 22 h 161"/>
                <a:gd name="T12" fmla="*/ 226 w 343"/>
                <a:gd name="T13" fmla="*/ 16 h 161"/>
                <a:gd name="T14" fmla="*/ 213 w 343"/>
                <a:gd name="T15" fmla="*/ 15 h 161"/>
                <a:gd name="T16" fmla="*/ 207 w 343"/>
                <a:gd name="T17" fmla="*/ 2 h 161"/>
                <a:gd name="T18" fmla="*/ 178 w 343"/>
                <a:gd name="T19" fmla="*/ 7 h 161"/>
                <a:gd name="T20" fmla="*/ 145 w 343"/>
                <a:gd name="T21" fmla="*/ 15 h 161"/>
                <a:gd name="T22" fmla="*/ 128 w 343"/>
                <a:gd name="T23" fmla="*/ 23 h 161"/>
                <a:gd name="T24" fmla="*/ 125 w 343"/>
                <a:gd name="T25" fmla="*/ 35 h 161"/>
                <a:gd name="T26" fmla="*/ 128 w 343"/>
                <a:gd name="T27" fmla="*/ 45 h 161"/>
                <a:gd name="T28" fmla="*/ 119 w 343"/>
                <a:gd name="T29" fmla="*/ 52 h 161"/>
                <a:gd name="T30" fmla="*/ 106 w 343"/>
                <a:gd name="T31" fmla="*/ 51 h 161"/>
                <a:gd name="T32" fmla="*/ 85 w 343"/>
                <a:gd name="T33" fmla="*/ 52 h 161"/>
                <a:gd name="T34" fmla="*/ 70 w 343"/>
                <a:gd name="T35" fmla="*/ 52 h 161"/>
                <a:gd name="T36" fmla="*/ 47 w 343"/>
                <a:gd name="T37" fmla="*/ 43 h 161"/>
                <a:gd name="T38" fmla="*/ 27 w 343"/>
                <a:gd name="T39" fmla="*/ 49 h 161"/>
                <a:gd name="T40" fmla="*/ 20 w 343"/>
                <a:gd name="T41" fmla="*/ 63 h 161"/>
                <a:gd name="T42" fmla="*/ 3 w 343"/>
                <a:gd name="T43" fmla="*/ 66 h 161"/>
                <a:gd name="T44" fmla="*/ 1 w 343"/>
                <a:gd name="T45" fmla="*/ 78 h 161"/>
                <a:gd name="T46" fmla="*/ 14 w 343"/>
                <a:gd name="T47" fmla="*/ 85 h 161"/>
                <a:gd name="T48" fmla="*/ 22 w 343"/>
                <a:gd name="T49" fmla="*/ 100 h 161"/>
                <a:gd name="T50" fmla="*/ 44 w 343"/>
                <a:gd name="T51" fmla="*/ 95 h 161"/>
                <a:gd name="T52" fmla="*/ 49 w 343"/>
                <a:gd name="T53" fmla="*/ 112 h 161"/>
                <a:gd name="T54" fmla="*/ 33 w 343"/>
                <a:gd name="T55" fmla="*/ 123 h 161"/>
                <a:gd name="T56" fmla="*/ 49 w 343"/>
                <a:gd name="T57" fmla="*/ 139 h 161"/>
                <a:gd name="T58" fmla="*/ 56 w 343"/>
                <a:gd name="T59" fmla="*/ 147 h 161"/>
                <a:gd name="T60" fmla="*/ 81 w 343"/>
                <a:gd name="T61" fmla="*/ 152 h 161"/>
                <a:gd name="T62" fmla="*/ 104 w 343"/>
                <a:gd name="T63" fmla="*/ 108 h 161"/>
                <a:gd name="T64" fmla="*/ 118 w 343"/>
                <a:gd name="T65" fmla="*/ 109 h 161"/>
                <a:gd name="T66" fmla="*/ 143 w 343"/>
                <a:gd name="T67" fmla="*/ 130 h 161"/>
                <a:gd name="T68" fmla="*/ 169 w 343"/>
                <a:gd name="T69" fmla="*/ 144 h 161"/>
                <a:gd name="T70" fmla="*/ 187 w 343"/>
                <a:gd name="T71" fmla="*/ 159 h 161"/>
                <a:gd name="T72" fmla="*/ 205 w 343"/>
                <a:gd name="T73" fmla="*/ 150 h 161"/>
                <a:gd name="T74" fmla="*/ 224 w 343"/>
                <a:gd name="T75" fmla="*/ 140 h 161"/>
                <a:gd name="T76" fmla="*/ 252 w 343"/>
                <a:gd name="T77" fmla="*/ 138 h 161"/>
                <a:gd name="T78" fmla="*/ 288 w 343"/>
                <a:gd name="T79" fmla="*/ 144 h 161"/>
                <a:gd name="T80" fmla="*/ 289 w 343"/>
                <a:gd name="T81" fmla="*/ 125 h 161"/>
                <a:gd name="T82" fmla="*/ 300 w 343"/>
                <a:gd name="T83" fmla="*/ 113 h 161"/>
                <a:gd name="T84" fmla="*/ 311 w 343"/>
                <a:gd name="T85" fmla="*/ 94 h 161"/>
                <a:gd name="T86" fmla="*/ 333 w 343"/>
                <a:gd name="T87" fmla="*/ 92 h 161"/>
                <a:gd name="T88" fmla="*/ 341 w 343"/>
                <a:gd name="T89" fmla="*/ 74 h 161"/>
                <a:gd name="T90" fmla="*/ 129 w 343"/>
                <a:gd name="T91" fmla="*/ 102 h 161"/>
                <a:gd name="T92" fmla="*/ 270 w 343"/>
                <a:gd name="T93" fmla="*/ 101 h 161"/>
                <a:gd name="T94" fmla="*/ 236 w 343"/>
                <a:gd name="T95" fmla="*/ 102 h 161"/>
                <a:gd name="T96" fmla="*/ 270 w 343"/>
                <a:gd name="T97" fmla="*/ 10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3" h="161">
                  <a:moveTo>
                    <a:pt x="342" y="66"/>
                  </a:moveTo>
                  <a:cubicBezTo>
                    <a:pt x="341" y="64"/>
                    <a:pt x="340" y="65"/>
                    <a:pt x="339" y="66"/>
                  </a:cubicBezTo>
                  <a:cubicBezTo>
                    <a:pt x="337" y="66"/>
                    <a:pt x="333" y="67"/>
                    <a:pt x="332" y="67"/>
                  </a:cubicBezTo>
                  <a:cubicBezTo>
                    <a:pt x="330" y="67"/>
                    <a:pt x="328" y="65"/>
                    <a:pt x="328" y="63"/>
                  </a:cubicBezTo>
                  <a:cubicBezTo>
                    <a:pt x="328" y="62"/>
                    <a:pt x="327" y="60"/>
                    <a:pt x="326" y="60"/>
                  </a:cubicBezTo>
                  <a:cubicBezTo>
                    <a:pt x="324" y="60"/>
                    <a:pt x="322" y="59"/>
                    <a:pt x="321" y="56"/>
                  </a:cubicBezTo>
                  <a:cubicBezTo>
                    <a:pt x="319" y="52"/>
                    <a:pt x="317" y="52"/>
                    <a:pt x="315" y="51"/>
                  </a:cubicBezTo>
                  <a:cubicBezTo>
                    <a:pt x="314" y="50"/>
                    <a:pt x="309" y="53"/>
                    <a:pt x="307" y="54"/>
                  </a:cubicBezTo>
                  <a:cubicBezTo>
                    <a:pt x="305" y="55"/>
                    <a:pt x="301" y="53"/>
                    <a:pt x="299" y="52"/>
                  </a:cubicBezTo>
                  <a:cubicBezTo>
                    <a:pt x="296" y="52"/>
                    <a:pt x="295" y="47"/>
                    <a:pt x="292" y="48"/>
                  </a:cubicBezTo>
                  <a:cubicBezTo>
                    <a:pt x="290" y="48"/>
                    <a:pt x="289" y="53"/>
                    <a:pt x="287" y="53"/>
                  </a:cubicBezTo>
                  <a:cubicBezTo>
                    <a:pt x="285" y="53"/>
                    <a:pt x="282" y="44"/>
                    <a:pt x="279" y="38"/>
                  </a:cubicBezTo>
                  <a:cubicBezTo>
                    <a:pt x="275" y="33"/>
                    <a:pt x="269" y="22"/>
                    <a:pt x="263" y="20"/>
                  </a:cubicBezTo>
                  <a:cubicBezTo>
                    <a:pt x="257" y="18"/>
                    <a:pt x="259" y="15"/>
                    <a:pt x="261" y="13"/>
                  </a:cubicBezTo>
                  <a:cubicBezTo>
                    <a:pt x="262" y="12"/>
                    <a:pt x="257" y="12"/>
                    <a:pt x="255" y="13"/>
                  </a:cubicBezTo>
                  <a:cubicBezTo>
                    <a:pt x="253" y="14"/>
                    <a:pt x="250" y="17"/>
                    <a:pt x="247" y="17"/>
                  </a:cubicBezTo>
                  <a:cubicBezTo>
                    <a:pt x="245" y="18"/>
                    <a:pt x="241" y="22"/>
                    <a:pt x="238" y="21"/>
                  </a:cubicBezTo>
                  <a:cubicBezTo>
                    <a:pt x="235" y="20"/>
                    <a:pt x="234" y="24"/>
                    <a:pt x="232" y="22"/>
                  </a:cubicBezTo>
                  <a:cubicBezTo>
                    <a:pt x="230" y="20"/>
                    <a:pt x="235" y="19"/>
                    <a:pt x="235" y="17"/>
                  </a:cubicBezTo>
                  <a:cubicBezTo>
                    <a:pt x="235" y="15"/>
                    <a:pt x="231" y="18"/>
                    <a:pt x="230" y="16"/>
                  </a:cubicBezTo>
                  <a:cubicBezTo>
                    <a:pt x="229" y="15"/>
                    <a:pt x="226" y="14"/>
                    <a:pt x="226" y="16"/>
                  </a:cubicBezTo>
                  <a:cubicBezTo>
                    <a:pt x="226" y="18"/>
                    <a:pt x="224" y="17"/>
                    <a:pt x="224" y="15"/>
                  </a:cubicBezTo>
                  <a:cubicBezTo>
                    <a:pt x="224" y="14"/>
                    <a:pt x="222" y="12"/>
                    <a:pt x="221" y="13"/>
                  </a:cubicBezTo>
                  <a:cubicBezTo>
                    <a:pt x="219" y="15"/>
                    <a:pt x="214" y="16"/>
                    <a:pt x="213" y="15"/>
                  </a:cubicBezTo>
                  <a:cubicBezTo>
                    <a:pt x="212" y="13"/>
                    <a:pt x="214" y="13"/>
                    <a:pt x="214" y="11"/>
                  </a:cubicBezTo>
                  <a:cubicBezTo>
                    <a:pt x="214" y="9"/>
                    <a:pt x="212" y="7"/>
                    <a:pt x="213" y="5"/>
                  </a:cubicBezTo>
                  <a:cubicBezTo>
                    <a:pt x="213" y="3"/>
                    <a:pt x="209" y="1"/>
                    <a:pt x="207" y="2"/>
                  </a:cubicBezTo>
                  <a:cubicBezTo>
                    <a:pt x="205" y="2"/>
                    <a:pt x="203" y="2"/>
                    <a:pt x="201" y="1"/>
                  </a:cubicBezTo>
                  <a:cubicBezTo>
                    <a:pt x="199" y="0"/>
                    <a:pt x="191" y="1"/>
                    <a:pt x="190" y="3"/>
                  </a:cubicBezTo>
                  <a:cubicBezTo>
                    <a:pt x="190" y="5"/>
                    <a:pt x="180" y="7"/>
                    <a:pt x="178" y="7"/>
                  </a:cubicBezTo>
                  <a:cubicBezTo>
                    <a:pt x="176" y="8"/>
                    <a:pt x="169" y="9"/>
                    <a:pt x="166" y="10"/>
                  </a:cubicBezTo>
                  <a:cubicBezTo>
                    <a:pt x="163" y="10"/>
                    <a:pt x="161" y="12"/>
                    <a:pt x="157" y="12"/>
                  </a:cubicBezTo>
                  <a:cubicBezTo>
                    <a:pt x="154" y="12"/>
                    <a:pt x="148" y="13"/>
                    <a:pt x="145" y="15"/>
                  </a:cubicBezTo>
                  <a:cubicBezTo>
                    <a:pt x="142" y="17"/>
                    <a:pt x="137" y="15"/>
                    <a:pt x="135" y="16"/>
                  </a:cubicBezTo>
                  <a:cubicBezTo>
                    <a:pt x="132" y="17"/>
                    <a:pt x="129" y="16"/>
                    <a:pt x="127" y="16"/>
                  </a:cubicBezTo>
                  <a:cubicBezTo>
                    <a:pt x="126" y="17"/>
                    <a:pt x="127" y="21"/>
                    <a:pt x="128" y="23"/>
                  </a:cubicBezTo>
                  <a:cubicBezTo>
                    <a:pt x="129" y="25"/>
                    <a:pt x="135" y="26"/>
                    <a:pt x="135" y="27"/>
                  </a:cubicBezTo>
                  <a:cubicBezTo>
                    <a:pt x="136" y="28"/>
                    <a:pt x="129" y="28"/>
                    <a:pt x="126" y="29"/>
                  </a:cubicBezTo>
                  <a:cubicBezTo>
                    <a:pt x="123" y="29"/>
                    <a:pt x="124" y="33"/>
                    <a:pt x="125" y="35"/>
                  </a:cubicBezTo>
                  <a:cubicBezTo>
                    <a:pt x="126" y="36"/>
                    <a:pt x="122" y="38"/>
                    <a:pt x="120" y="39"/>
                  </a:cubicBezTo>
                  <a:cubicBezTo>
                    <a:pt x="117" y="40"/>
                    <a:pt x="120" y="44"/>
                    <a:pt x="122" y="44"/>
                  </a:cubicBezTo>
                  <a:cubicBezTo>
                    <a:pt x="124" y="44"/>
                    <a:pt x="126" y="45"/>
                    <a:pt x="128" y="45"/>
                  </a:cubicBezTo>
                  <a:cubicBezTo>
                    <a:pt x="130" y="45"/>
                    <a:pt x="130" y="49"/>
                    <a:pt x="130" y="51"/>
                  </a:cubicBezTo>
                  <a:cubicBezTo>
                    <a:pt x="130" y="54"/>
                    <a:pt x="128" y="54"/>
                    <a:pt x="125" y="54"/>
                  </a:cubicBezTo>
                  <a:cubicBezTo>
                    <a:pt x="122" y="54"/>
                    <a:pt x="120" y="52"/>
                    <a:pt x="119" y="52"/>
                  </a:cubicBezTo>
                  <a:cubicBezTo>
                    <a:pt x="117" y="51"/>
                    <a:pt x="117" y="55"/>
                    <a:pt x="116" y="56"/>
                  </a:cubicBezTo>
                  <a:cubicBezTo>
                    <a:pt x="114" y="57"/>
                    <a:pt x="114" y="53"/>
                    <a:pt x="111" y="53"/>
                  </a:cubicBezTo>
                  <a:cubicBezTo>
                    <a:pt x="109" y="53"/>
                    <a:pt x="107" y="53"/>
                    <a:pt x="106" y="51"/>
                  </a:cubicBezTo>
                  <a:cubicBezTo>
                    <a:pt x="105" y="48"/>
                    <a:pt x="100" y="48"/>
                    <a:pt x="98" y="50"/>
                  </a:cubicBezTo>
                  <a:cubicBezTo>
                    <a:pt x="95" y="52"/>
                    <a:pt x="95" y="51"/>
                    <a:pt x="93" y="50"/>
                  </a:cubicBezTo>
                  <a:cubicBezTo>
                    <a:pt x="91" y="48"/>
                    <a:pt x="85" y="51"/>
                    <a:pt x="85" y="52"/>
                  </a:cubicBezTo>
                  <a:cubicBezTo>
                    <a:pt x="84" y="54"/>
                    <a:pt x="80" y="55"/>
                    <a:pt x="77" y="53"/>
                  </a:cubicBezTo>
                  <a:cubicBezTo>
                    <a:pt x="74" y="51"/>
                    <a:pt x="72" y="51"/>
                    <a:pt x="72" y="53"/>
                  </a:cubicBezTo>
                  <a:cubicBezTo>
                    <a:pt x="72" y="56"/>
                    <a:pt x="70" y="54"/>
                    <a:pt x="70" y="52"/>
                  </a:cubicBezTo>
                  <a:cubicBezTo>
                    <a:pt x="70" y="51"/>
                    <a:pt x="65" y="48"/>
                    <a:pt x="62" y="46"/>
                  </a:cubicBezTo>
                  <a:cubicBezTo>
                    <a:pt x="60" y="45"/>
                    <a:pt x="53" y="45"/>
                    <a:pt x="53" y="43"/>
                  </a:cubicBezTo>
                  <a:cubicBezTo>
                    <a:pt x="52" y="42"/>
                    <a:pt x="48" y="41"/>
                    <a:pt x="47" y="43"/>
                  </a:cubicBezTo>
                  <a:cubicBezTo>
                    <a:pt x="46" y="46"/>
                    <a:pt x="44" y="44"/>
                    <a:pt x="42" y="43"/>
                  </a:cubicBezTo>
                  <a:cubicBezTo>
                    <a:pt x="41" y="42"/>
                    <a:pt x="37" y="44"/>
                    <a:pt x="36" y="45"/>
                  </a:cubicBezTo>
                  <a:cubicBezTo>
                    <a:pt x="34" y="46"/>
                    <a:pt x="30" y="49"/>
                    <a:pt x="27" y="49"/>
                  </a:cubicBezTo>
                  <a:cubicBezTo>
                    <a:pt x="24" y="49"/>
                    <a:pt x="26" y="52"/>
                    <a:pt x="23" y="53"/>
                  </a:cubicBezTo>
                  <a:cubicBezTo>
                    <a:pt x="19" y="54"/>
                    <a:pt x="20" y="56"/>
                    <a:pt x="20" y="58"/>
                  </a:cubicBezTo>
                  <a:cubicBezTo>
                    <a:pt x="21" y="59"/>
                    <a:pt x="23" y="62"/>
                    <a:pt x="20" y="63"/>
                  </a:cubicBezTo>
                  <a:cubicBezTo>
                    <a:pt x="17" y="64"/>
                    <a:pt x="15" y="59"/>
                    <a:pt x="13" y="57"/>
                  </a:cubicBezTo>
                  <a:cubicBezTo>
                    <a:pt x="10" y="55"/>
                    <a:pt x="8" y="58"/>
                    <a:pt x="8" y="60"/>
                  </a:cubicBezTo>
                  <a:cubicBezTo>
                    <a:pt x="8" y="63"/>
                    <a:pt x="5" y="63"/>
                    <a:pt x="3" y="66"/>
                  </a:cubicBezTo>
                  <a:cubicBezTo>
                    <a:pt x="2" y="68"/>
                    <a:pt x="6" y="69"/>
                    <a:pt x="6" y="70"/>
                  </a:cubicBezTo>
                  <a:cubicBezTo>
                    <a:pt x="6" y="71"/>
                    <a:pt x="4" y="72"/>
                    <a:pt x="3" y="72"/>
                  </a:cubicBezTo>
                  <a:cubicBezTo>
                    <a:pt x="2" y="73"/>
                    <a:pt x="0" y="76"/>
                    <a:pt x="1" y="78"/>
                  </a:cubicBezTo>
                  <a:cubicBezTo>
                    <a:pt x="2" y="79"/>
                    <a:pt x="6" y="78"/>
                    <a:pt x="6" y="81"/>
                  </a:cubicBezTo>
                  <a:cubicBezTo>
                    <a:pt x="6" y="83"/>
                    <a:pt x="5" y="86"/>
                    <a:pt x="8" y="85"/>
                  </a:cubicBezTo>
                  <a:cubicBezTo>
                    <a:pt x="10" y="85"/>
                    <a:pt x="12" y="85"/>
                    <a:pt x="14" y="85"/>
                  </a:cubicBezTo>
                  <a:cubicBezTo>
                    <a:pt x="15" y="85"/>
                    <a:pt x="16" y="88"/>
                    <a:pt x="19" y="91"/>
                  </a:cubicBezTo>
                  <a:cubicBezTo>
                    <a:pt x="21" y="94"/>
                    <a:pt x="23" y="95"/>
                    <a:pt x="20" y="96"/>
                  </a:cubicBezTo>
                  <a:cubicBezTo>
                    <a:pt x="17" y="97"/>
                    <a:pt x="18" y="98"/>
                    <a:pt x="22" y="100"/>
                  </a:cubicBezTo>
                  <a:cubicBezTo>
                    <a:pt x="23" y="100"/>
                    <a:pt x="24" y="101"/>
                    <a:pt x="25" y="102"/>
                  </a:cubicBezTo>
                  <a:cubicBezTo>
                    <a:pt x="25" y="101"/>
                    <a:pt x="26" y="101"/>
                    <a:pt x="26" y="100"/>
                  </a:cubicBezTo>
                  <a:cubicBezTo>
                    <a:pt x="30" y="97"/>
                    <a:pt x="38" y="93"/>
                    <a:pt x="44" y="95"/>
                  </a:cubicBezTo>
                  <a:cubicBezTo>
                    <a:pt x="49" y="96"/>
                    <a:pt x="54" y="94"/>
                    <a:pt x="57" y="97"/>
                  </a:cubicBezTo>
                  <a:cubicBezTo>
                    <a:pt x="59" y="101"/>
                    <a:pt x="57" y="107"/>
                    <a:pt x="58" y="110"/>
                  </a:cubicBezTo>
                  <a:cubicBezTo>
                    <a:pt x="59" y="112"/>
                    <a:pt x="53" y="112"/>
                    <a:pt x="49" y="112"/>
                  </a:cubicBezTo>
                  <a:cubicBezTo>
                    <a:pt x="46" y="111"/>
                    <a:pt x="38" y="113"/>
                    <a:pt x="39" y="116"/>
                  </a:cubicBezTo>
                  <a:cubicBezTo>
                    <a:pt x="40" y="118"/>
                    <a:pt x="43" y="123"/>
                    <a:pt x="38" y="120"/>
                  </a:cubicBezTo>
                  <a:cubicBezTo>
                    <a:pt x="33" y="118"/>
                    <a:pt x="31" y="123"/>
                    <a:pt x="33" y="123"/>
                  </a:cubicBezTo>
                  <a:cubicBezTo>
                    <a:pt x="36" y="123"/>
                    <a:pt x="40" y="126"/>
                    <a:pt x="40" y="129"/>
                  </a:cubicBezTo>
                  <a:cubicBezTo>
                    <a:pt x="40" y="131"/>
                    <a:pt x="40" y="136"/>
                    <a:pt x="43" y="135"/>
                  </a:cubicBezTo>
                  <a:cubicBezTo>
                    <a:pt x="45" y="134"/>
                    <a:pt x="45" y="139"/>
                    <a:pt x="49" y="139"/>
                  </a:cubicBezTo>
                  <a:cubicBezTo>
                    <a:pt x="52" y="138"/>
                    <a:pt x="55" y="140"/>
                    <a:pt x="53" y="143"/>
                  </a:cubicBezTo>
                  <a:cubicBezTo>
                    <a:pt x="50" y="146"/>
                    <a:pt x="54" y="155"/>
                    <a:pt x="55" y="153"/>
                  </a:cubicBezTo>
                  <a:cubicBezTo>
                    <a:pt x="56" y="152"/>
                    <a:pt x="55" y="149"/>
                    <a:pt x="56" y="147"/>
                  </a:cubicBezTo>
                  <a:cubicBezTo>
                    <a:pt x="55" y="143"/>
                    <a:pt x="63" y="143"/>
                    <a:pt x="65" y="143"/>
                  </a:cubicBezTo>
                  <a:cubicBezTo>
                    <a:pt x="68" y="143"/>
                    <a:pt x="72" y="147"/>
                    <a:pt x="75" y="151"/>
                  </a:cubicBezTo>
                  <a:cubicBezTo>
                    <a:pt x="78" y="155"/>
                    <a:pt x="81" y="152"/>
                    <a:pt x="81" y="152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104" y="109"/>
                    <a:pt x="104" y="109"/>
                    <a:pt x="104" y="109"/>
                  </a:cubicBezTo>
                  <a:cubicBezTo>
                    <a:pt x="104" y="109"/>
                    <a:pt x="104" y="108"/>
                    <a:pt x="104" y="108"/>
                  </a:cubicBezTo>
                  <a:cubicBezTo>
                    <a:pt x="107" y="104"/>
                    <a:pt x="111" y="107"/>
                    <a:pt x="112" y="108"/>
                  </a:cubicBezTo>
                  <a:cubicBezTo>
                    <a:pt x="113" y="109"/>
                    <a:pt x="113" y="104"/>
                    <a:pt x="116" y="104"/>
                  </a:cubicBezTo>
                  <a:cubicBezTo>
                    <a:pt x="119" y="104"/>
                    <a:pt x="115" y="109"/>
                    <a:pt x="118" y="109"/>
                  </a:cubicBezTo>
                  <a:cubicBezTo>
                    <a:pt x="119" y="109"/>
                    <a:pt x="123" y="115"/>
                    <a:pt x="122" y="120"/>
                  </a:cubicBezTo>
                  <a:cubicBezTo>
                    <a:pt x="125" y="123"/>
                    <a:pt x="131" y="129"/>
                    <a:pt x="132" y="131"/>
                  </a:cubicBezTo>
                  <a:cubicBezTo>
                    <a:pt x="133" y="133"/>
                    <a:pt x="141" y="129"/>
                    <a:pt x="143" y="130"/>
                  </a:cubicBezTo>
                  <a:cubicBezTo>
                    <a:pt x="145" y="131"/>
                    <a:pt x="158" y="131"/>
                    <a:pt x="160" y="131"/>
                  </a:cubicBezTo>
                  <a:cubicBezTo>
                    <a:pt x="162" y="131"/>
                    <a:pt x="164" y="135"/>
                    <a:pt x="167" y="136"/>
                  </a:cubicBezTo>
                  <a:cubicBezTo>
                    <a:pt x="169" y="136"/>
                    <a:pt x="168" y="141"/>
                    <a:pt x="169" y="144"/>
                  </a:cubicBezTo>
                  <a:cubicBezTo>
                    <a:pt x="169" y="147"/>
                    <a:pt x="173" y="150"/>
                    <a:pt x="173" y="152"/>
                  </a:cubicBezTo>
                  <a:cubicBezTo>
                    <a:pt x="174" y="155"/>
                    <a:pt x="178" y="154"/>
                    <a:pt x="180" y="154"/>
                  </a:cubicBezTo>
                  <a:cubicBezTo>
                    <a:pt x="183" y="155"/>
                    <a:pt x="187" y="156"/>
                    <a:pt x="187" y="159"/>
                  </a:cubicBezTo>
                  <a:cubicBezTo>
                    <a:pt x="188" y="161"/>
                    <a:pt x="191" y="159"/>
                    <a:pt x="191" y="157"/>
                  </a:cubicBezTo>
                  <a:cubicBezTo>
                    <a:pt x="192" y="155"/>
                    <a:pt x="195" y="153"/>
                    <a:pt x="200" y="151"/>
                  </a:cubicBezTo>
                  <a:cubicBezTo>
                    <a:pt x="202" y="150"/>
                    <a:pt x="204" y="150"/>
                    <a:pt x="205" y="150"/>
                  </a:cubicBezTo>
                  <a:cubicBezTo>
                    <a:pt x="206" y="148"/>
                    <a:pt x="207" y="146"/>
                    <a:pt x="208" y="145"/>
                  </a:cubicBezTo>
                  <a:cubicBezTo>
                    <a:pt x="209" y="145"/>
                    <a:pt x="212" y="142"/>
                    <a:pt x="213" y="140"/>
                  </a:cubicBezTo>
                  <a:cubicBezTo>
                    <a:pt x="213" y="137"/>
                    <a:pt x="220" y="137"/>
                    <a:pt x="224" y="140"/>
                  </a:cubicBezTo>
                  <a:cubicBezTo>
                    <a:pt x="229" y="142"/>
                    <a:pt x="231" y="142"/>
                    <a:pt x="232" y="138"/>
                  </a:cubicBezTo>
                  <a:cubicBezTo>
                    <a:pt x="232" y="135"/>
                    <a:pt x="238" y="134"/>
                    <a:pt x="240" y="135"/>
                  </a:cubicBezTo>
                  <a:cubicBezTo>
                    <a:pt x="242" y="136"/>
                    <a:pt x="249" y="139"/>
                    <a:pt x="252" y="138"/>
                  </a:cubicBezTo>
                  <a:cubicBezTo>
                    <a:pt x="255" y="137"/>
                    <a:pt x="269" y="138"/>
                    <a:pt x="273" y="139"/>
                  </a:cubicBezTo>
                  <a:cubicBezTo>
                    <a:pt x="277" y="140"/>
                    <a:pt x="278" y="138"/>
                    <a:pt x="281" y="142"/>
                  </a:cubicBezTo>
                  <a:cubicBezTo>
                    <a:pt x="284" y="145"/>
                    <a:pt x="285" y="142"/>
                    <a:pt x="288" y="144"/>
                  </a:cubicBezTo>
                  <a:cubicBezTo>
                    <a:pt x="288" y="143"/>
                    <a:pt x="288" y="142"/>
                    <a:pt x="288" y="141"/>
                  </a:cubicBezTo>
                  <a:cubicBezTo>
                    <a:pt x="288" y="138"/>
                    <a:pt x="292" y="136"/>
                    <a:pt x="293" y="134"/>
                  </a:cubicBezTo>
                  <a:cubicBezTo>
                    <a:pt x="293" y="133"/>
                    <a:pt x="289" y="127"/>
                    <a:pt x="289" y="125"/>
                  </a:cubicBezTo>
                  <a:cubicBezTo>
                    <a:pt x="289" y="123"/>
                    <a:pt x="289" y="119"/>
                    <a:pt x="287" y="118"/>
                  </a:cubicBezTo>
                  <a:cubicBezTo>
                    <a:pt x="285" y="117"/>
                    <a:pt x="291" y="114"/>
                    <a:pt x="292" y="115"/>
                  </a:cubicBezTo>
                  <a:cubicBezTo>
                    <a:pt x="295" y="115"/>
                    <a:pt x="299" y="112"/>
                    <a:pt x="300" y="113"/>
                  </a:cubicBezTo>
                  <a:cubicBezTo>
                    <a:pt x="301" y="114"/>
                    <a:pt x="304" y="115"/>
                    <a:pt x="306" y="115"/>
                  </a:cubicBezTo>
                  <a:cubicBezTo>
                    <a:pt x="308" y="115"/>
                    <a:pt x="307" y="112"/>
                    <a:pt x="306" y="111"/>
                  </a:cubicBezTo>
                  <a:cubicBezTo>
                    <a:pt x="305" y="109"/>
                    <a:pt x="310" y="98"/>
                    <a:pt x="311" y="94"/>
                  </a:cubicBezTo>
                  <a:cubicBezTo>
                    <a:pt x="312" y="91"/>
                    <a:pt x="314" y="94"/>
                    <a:pt x="317" y="94"/>
                  </a:cubicBezTo>
                  <a:cubicBezTo>
                    <a:pt x="320" y="95"/>
                    <a:pt x="323" y="94"/>
                    <a:pt x="325" y="95"/>
                  </a:cubicBezTo>
                  <a:cubicBezTo>
                    <a:pt x="326" y="96"/>
                    <a:pt x="331" y="94"/>
                    <a:pt x="333" y="92"/>
                  </a:cubicBezTo>
                  <a:cubicBezTo>
                    <a:pt x="334" y="90"/>
                    <a:pt x="331" y="90"/>
                    <a:pt x="331" y="85"/>
                  </a:cubicBezTo>
                  <a:cubicBezTo>
                    <a:pt x="332" y="81"/>
                    <a:pt x="334" y="79"/>
                    <a:pt x="337" y="79"/>
                  </a:cubicBezTo>
                  <a:cubicBezTo>
                    <a:pt x="340" y="79"/>
                    <a:pt x="341" y="76"/>
                    <a:pt x="341" y="74"/>
                  </a:cubicBezTo>
                  <a:cubicBezTo>
                    <a:pt x="341" y="73"/>
                    <a:pt x="343" y="71"/>
                    <a:pt x="343" y="69"/>
                  </a:cubicBezTo>
                  <a:cubicBezTo>
                    <a:pt x="343" y="68"/>
                    <a:pt x="342" y="67"/>
                    <a:pt x="342" y="66"/>
                  </a:cubicBezTo>
                  <a:close/>
                  <a:moveTo>
                    <a:pt x="129" y="102"/>
                  </a:moveTo>
                  <a:cubicBezTo>
                    <a:pt x="128" y="104"/>
                    <a:pt x="118" y="101"/>
                    <a:pt x="117" y="99"/>
                  </a:cubicBezTo>
                  <a:cubicBezTo>
                    <a:pt x="116" y="97"/>
                    <a:pt x="131" y="99"/>
                    <a:pt x="129" y="102"/>
                  </a:cubicBezTo>
                  <a:close/>
                  <a:moveTo>
                    <a:pt x="270" y="101"/>
                  </a:moveTo>
                  <a:cubicBezTo>
                    <a:pt x="263" y="101"/>
                    <a:pt x="248" y="98"/>
                    <a:pt x="241" y="105"/>
                  </a:cubicBezTo>
                  <a:cubicBezTo>
                    <a:pt x="235" y="111"/>
                    <a:pt x="240" y="115"/>
                    <a:pt x="237" y="115"/>
                  </a:cubicBezTo>
                  <a:cubicBezTo>
                    <a:pt x="234" y="116"/>
                    <a:pt x="232" y="105"/>
                    <a:pt x="236" y="102"/>
                  </a:cubicBezTo>
                  <a:cubicBezTo>
                    <a:pt x="239" y="98"/>
                    <a:pt x="251" y="97"/>
                    <a:pt x="258" y="98"/>
                  </a:cubicBezTo>
                  <a:cubicBezTo>
                    <a:pt x="265" y="100"/>
                    <a:pt x="277" y="97"/>
                    <a:pt x="279" y="97"/>
                  </a:cubicBezTo>
                  <a:cubicBezTo>
                    <a:pt x="280" y="98"/>
                    <a:pt x="277" y="101"/>
                    <a:pt x="270" y="10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51" name="Freeform 164"/>
            <p:cNvSpPr>
              <a:spLocks/>
            </p:cNvSpPr>
            <p:nvPr/>
          </p:nvSpPr>
          <p:spPr bwMode="auto">
            <a:xfrm>
              <a:off x="6122068" y="4200645"/>
              <a:ext cx="467957" cy="504726"/>
            </a:xfrm>
            <a:custGeom>
              <a:avLst/>
              <a:gdLst>
                <a:gd name="T0" fmla="*/ 138 w 155"/>
                <a:gd name="T1" fmla="*/ 76 h 162"/>
                <a:gd name="T2" fmla="*/ 138 w 155"/>
                <a:gd name="T3" fmla="*/ 70 h 162"/>
                <a:gd name="T4" fmla="*/ 136 w 155"/>
                <a:gd name="T5" fmla="*/ 68 h 162"/>
                <a:gd name="T6" fmla="*/ 140 w 155"/>
                <a:gd name="T7" fmla="*/ 60 h 162"/>
                <a:gd name="T8" fmla="*/ 142 w 155"/>
                <a:gd name="T9" fmla="*/ 53 h 162"/>
                <a:gd name="T10" fmla="*/ 146 w 155"/>
                <a:gd name="T11" fmla="*/ 40 h 162"/>
                <a:gd name="T12" fmla="*/ 152 w 155"/>
                <a:gd name="T13" fmla="*/ 33 h 162"/>
                <a:gd name="T14" fmla="*/ 152 w 155"/>
                <a:gd name="T15" fmla="*/ 24 h 162"/>
                <a:gd name="T16" fmla="*/ 153 w 155"/>
                <a:gd name="T17" fmla="*/ 17 h 162"/>
                <a:gd name="T18" fmla="*/ 139 w 155"/>
                <a:gd name="T19" fmla="*/ 10 h 162"/>
                <a:gd name="T20" fmla="*/ 129 w 155"/>
                <a:gd name="T21" fmla="*/ 9 h 162"/>
                <a:gd name="T22" fmla="*/ 123 w 155"/>
                <a:gd name="T23" fmla="*/ 3 h 162"/>
                <a:gd name="T24" fmla="*/ 117 w 155"/>
                <a:gd name="T25" fmla="*/ 4 h 162"/>
                <a:gd name="T26" fmla="*/ 101 w 155"/>
                <a:gd name="T27" fmla="*/ 4 h 162"/>
                <a:gd name="T28" fmla="*/ 85 w 155"/>
                <a:gd name="T29" fmla="*/ 7 h 162"/>
                <a:gd name="T30" fmla="*/ 67 w 155"/>
                <a:gd name="T31" fmla="*/ 9 h 162"/>
                <a:gd name="T32" fmla="*/ 51 w 155"/>
                <a:gd name="T33" fmla="*/ 11 h 162"/>
                <a:gd name="T34" fmla="*/ 50 w 155"/>
                <a:gd name="T35" fmla="*/ 26 h 162"/>
                <a:gd name="T36" fmla="*/ 40 w 155"/>
                <a:gd name="T37" fmla="*/ 52 h 162"/>
                <a:gd name="T38" fmla="*/ 33 w 155"/>
                <a:gd name="T39" fmla="*/ 76 h 162"/>
                <a:gd name="T40" fmla="*/ 24 w 155"/>
                <a:gd name="T41" fmla="*/ 87 h 162"/>
                <a:gd name="T42" fmla="*/ 14 w 155"/>
                <a:gd name="T43" fmla="*/ 87 h 162"/>
                <a:gd name="T44" fmla="*/ 0 w 155"/>
                <a:gd name="T45" fmla="*/ 90 h 162"/>
                <a:gd name="T46" fmla="*/ 4 w 155"/>
                <a:gd name="T47" fmla="*/ 101 h 162"/>
                <a:gd name="T48" fmla="*/ 36 w 155"/>
                <a:gd name="T49" fmla="*/ 98 h 162"/>
                <a:gd name="T50" fmla="*/ 40 w 155"/>
                <a:gd name="T51" fmla="*/ 111 h 162"/>
                <a:gd name="T52" fmla="*/ 57 w 155"/>
                <a:gd name="T53" fmla="*/ 115 h 162"/>
                <a:gd name="T54" fmla="*/ 67 w 155"/>
                <a:gd name="T55" fmla="*/ 108 h 162"/>
                <a:gd name="T56" fmla="*/ 77 w 155"/>
                <a:gd name="T57" fmla="*/ 111 h 162"/>
                <a:gd name="T58" fmla="*/ 77 w 155"/>
                <a:gd name="T59" fmla="*/ 129 h 162"/>
                <a:gd name="T60" fmla="*/ 81 w 155"/>
                <a:gd name="T61" fmla="*/ 143 h 162"/>
                <a:gd name="T62" fmla="*/ 93 w 155"/>
                <a:gd name="T63" fmla="*/ 140 h 162"/>
                <a:gd name="T64" fmla="*/ 98 w 155"/>
                <a:gd name="T65" fmla="*/ 142 h 162"/>
                <a:gd name="T66" fmla="*/ 105 w 155"/>
                <a:gd name="T67" fmla="*/ 143 h 162"/>
                <a:gd name="T68" fmla="*/ 115 w 155"/>
                <a:gd name="T69" fmla="*/ 150 h 162"/>
                <a:gd name="T70" fmla="*/ 122 w 155"/>
                <a:gd name="T71" fmla="*/ 147 h 162"/>
                <a:gd name="T72" fmla="*/ 133 w 155"/>
                <a:gd name="T73" fmla="*/ 154 h 162"/>
                <a:gd name="T74" fmla="*/ 142 w 155"/>
                <a:gd name="T75" fmla="*/ 161 h 162"/>
                <a:gd name="T76" fmla="*/ 142 w 155"/>
                <a:gd name="T77" fmla="*/ 151 h 162"/>
                <a:gd name="T78" fmla="*/ 131 w 155"/>
                <a:gd name="T79" fmla="*/ 146 h 162"/>
                <a:gd name="T80" fmla="*/ 133 w 155"/>
                <a:gd name="T81" fmla="*/ 129 h 162"/>
                <a:gd name="T82" fmla="*/ 137 w 155"/>
                <a:gd name="T83" fmla="*/ 119 h 162"/>
                <a:gd name="T84" fmla="*/ 147 w 155"/>
                <a:gd name="T85" fmla="*/ 117 h 162"/>
                <a:gd name="T86" fmla="*/ 142 w 155"/>
                <a:gd name="T87" fmla="*/ 10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5" h="162">
                  <a:moveTo>
                    <a:pt x="142" y="107"/>
                  </a:moveTo>
                  <a:cubicBezTo>
                    <a:pt x="137" y="105"/>
                    <a:pt x="136" y="77"/>
                    <a:pt x="138" y="76"/>
                  </a:cubicBezTo>
                  <a:cubicBezTo>
                    <a:pt x="138" y="76"/>
                    <a:pt x="138" y="76"/>
                    <a:pt x="139" y="77"/>
                  </a:cubicBezTo>
                  <a:cubicBezTo>
                    <a:pt x="138" y="70"/>
                    <a:pt x="138" y="70"/>
                    <a:pt x="138" y="70"/>
                  </a:cubicBezTo>
                  <a:cubicBezTo>
                    <a:pt x="138" y="70"/>
                    <a:pt x="138" y="70"/>
                    <a:pt x="138" y="70"/>
                  </a:cubicBezTo>
                  <a:cubicBezTo>
                    <a:pt x="137" y="70"/>
                    <a:pt x="136" y="69"/>
                    <a:pt x="136" y="68"/>
                  </a:cubicBezTo>
                  <a:cubicBezTo>
                    <a:pt x="136" y="65"/>
                    <a:pt x="138" y="65"/>
                    <a:pt x="138" y="65"/>
                  </a:cubicBezTo>
                  <a:cubicBezTo>
                    <a:pt x="138" y="65"/>
                    <a:pt x="137" y="61"/>
                    <a:pt x="140" y="60"/>
                  </a:cubicBezTo>
                  <a:cubicBezTo>
                    <a:pt x="140" y="60"/>
                    <a:pt x="140" y="59"/>
                    <a:pt x="141" y="59"/>
                  </a:cubicBezTo>
                  <a:cubicBezTo>
                    <a:pt x="142" y="58"/>
                    <a:pt x="142" y="55"/>
                    <a:pt x="142" y="53"/>
                  </a:cubicBezTo>
                  <a:cubicBezTo>
                    <a:pt x="142" y="51"/>
                    <a:pt x="143" y="48"/>
                    <a:pt x="143" y="46"/>
                  </a:cubicBezTo>
                  <a:cubicBezTo>
                    <a:pt x="144" y="44"/>
                    <a:pt x="144" y="41"/>
                    <a:pt x="146" y="40"/>
                  </a:cubicBezTo>
                  <a:cubicBezTo>
                    <a:pt x="147" y="39"/>
                    <a:pt x="147" y="36"/>
                    <a:pt x="149" y="35"/>
                  </a:cubicBezTo>
                  <a:cubicBezTo>
                    <a:pt x="151" y="34"/>
                    <a:pt x="152" y="34"/>
                    <a:pt x="152" y="33"/>
                  </a:cubicBezTo>
                  <a:cubicBezTo>
                    <a:pt x="152" y="31"/>
                    <a:pt x="155" y="30"/>
                    <a:pt x="155" y="28"/>
                  </a:cubicBezTo>
                  <a:cubicBezTo>
                    <a:pt x="155" y="27"/>
                    <a:pt x="152" y="26"/>
                    <a:pt x="152" y="24"/>
                  </a:cubicBezTo>
                  <a:cubicBezTo>
                    <a:pt x="152" y="22"/>
                    <a:pt x="153" y="17"/>
                    <a:pt x="153" y="17"/>
                  </a:cubicBezTo>
                  <a:cubicBezTo>
                    <a:pt x="153" y="17"/>
                    <a:pt x="153" y="17"/>
                    <a:pt x="153" y="17"/>
                  </a:cubicBezTo>
                  <a:cubicBezTo>
                    <a:pt x="149" y="13"/>
                    <a:pt x="144" y="9"/>
                    <a:pt x="143" y="9"/>
                  </a:cubicBezTo>
                  <a:cubicBezTo>
                    <a:pt x="141" y="8"/>
                    <a:pt x="139" y="10"/>
                    <a:pt x="139" y="10"/>
                  </a:cubicBezTo>
                  <a:cubicBezTo>
                    <a:pt x="139" y="10"/>
                    <a:pt x="136" y="7"/>
                    <a:pt x="134" y="9"/>
                  </a:cubicBezTo>
                  <a:cubicBezTo>
                    <a:pt x="132" y="11"/>
                    <a:pt x="129" y="9"/>
                    <a:pt x="129" y="9"/>
                  </a:cubicBezTo>
                  <a:cubicBezTo>
                    <a:pt x="129" y="9"/>
                    <a:pt x="126" y="8"/>
                    <a:pt x="125" y="5"/>
                  </a:cubicBezTo>
                  <a:cubicBezTo>
                    <a:pt x="125" y="4"/>
                    <a:pt x="124" y="3"/>
                    <a:pt x="123" y="3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17" y="4"/>
                    <a:pt x="109" y="0"/>
                    <a:pt x="108" y="3"/>
                  </a:cubicBezTo>
                  <a:cubicBezTo>
                    <a:pt x="106" y="6"/>
                    <a:pt x="105" y="4"/>
                    <a:pt x="101" y="4"/>
                  </a:cubicBezTo>
                  <a:cubicBezTo>
                    <a:pt x="97" y="4"/>
                    <a:pt x="94" y="6"/>
                    <a:pt x="92" y="7"/>
                  </a:cubicBezTo>
                  <a:cubicBezTo>
                    <a:pt x="90" y="8"/>
                    <a:pt x="87" y="6"/>
                    <a:pt x="85" y="7"/>
                  </a:cubicBezTo>
                  <a:cubicBezTo>
                    <a:pt x="84" y="8"/>
                    <a:pt x="83" y="12"/>
                    <a:pt x="83" y="12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7" y="9"/>
                    <a:pt x="64" y="5"/>
                    <a:pt x="60" y="5"/>
                  </a:cubicBezTo>
                  <a:cubicBezTo>
                    <a:pt x="56" y="5"/>
                    <a:pt x="51" y="11"/>
                    <a:pt x="51" y="11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2" y="20"/>
                    <a:pt x="51" y="24"/>
                    <a:pt x="50" y="26"/>
                  </a:cubicBezTo>
                  <a:cubicBezTo>
                    <a:pt x="48" y="28"/>
                    <a:pt x="47" y="29"/>
                    <a:pt x="47" y="35"/>
                  </a:cubicBezTo>
                  <a:cubicBezTo>
                    <a:pt x="47" y="40"/>
                    <a:pt x="40" y="48"/>
                    <a:pt x="40" y="52"/>
                  </a:cubicBezTo>
                  <a:cubicBezTo>
                    <a:pt x="40" y="57"/>
                    <a:pt x="33" y="59"/>
                    <a:pt x="33" y="62"/>
                  </a:cubicBezTo>
                  <a:cubicBezTo>
                    <a:pt x="33" y="64"/>
                    <a:pt x="33" y="70"/>
                    <a:pt x="33" y="76"/>
                  </a:cubicBezTo>
                  <a:cubicBezTo>
                    <a:pt x="33" y="82"/>
                    <a:pt x="30" y="77"/>
                    <a:pt x="30" y="82"/>
                  </a:cubicBezTo>
                  <a:cubicBezTo>
                    <a:pt x="30" y="87"/>
                    <a:pt x="27" y="84"/>
                    <a:pt x="24" y="87"/>
                  </a:cubicBezTo>
                  <a:cubicBezTo>
                    <a:pt x="22" y="89"/>
                    <a:pt x="21" y="90"/>
                    <a:pt x="21" y="87"/>
                  </a:cubicBezTo>
                  <a:cubicBezTo>
                    <a:pt x="21" y="85"/>
                    <a:pt x="17" y="84"/>
                    <a:pt x="14" y="87"/>
                  </a:cubicBezTo>
                  <a:cubicBezTo>
                    <a:pt x="11" y="89"/>
                    <a:pt x="10" y="87"/>
                    <a:pt x="8" y="86"/>
                  </a:cubicBezTo>
                  <a:cubicBezTo>
                    <a:pt x="7" y="86"/>
                    <a:pt x="4" y="88"/>
                    <a:pt x="0" y="90"/>
                  </a:cubicBezTo>
                  <a:cubicBezTo>
                    <a:pt x="2" y="94"/>
                    <a:pt x="3" y="97"/>
                    <a:pt x="3" y="100"/>
                  </a:cubicBezTo>
                  <a:cubicBezTo>
                    <a:pt x="3" y="100"/>
                    <a:pt x="3" y="100"/>
                    <a:pt x="4" y="101"/>
                  </a:cubicBezTo>
                  <a:cubicBezTo>
                    <a:pt x="5" y="99"/>
                    <a:pt x="7" y="98"/>
                    <a:pt x="8" y="98"/>
                  </a:cubicBezTo>
                  <a:cubicBezTo>
                    <a:pt x="11" y="98"/>
                    <a:pt x="36" y="98"/>
                    <a:pt x="36" y="98"/>
                  </a:cubicBezTo>
                  <a:cubicBezTo>
                    <a:pt x="36" y="98"/>
                    <a:pt x="38" y="102"/>
                    <a:pt x="37" y="105"/>
                  </a:cubicBezTo>
                  <a:cubicBezTo>
                    <a:pt x="36" y="108"/>
                    <a:pt x="39" y="107"/>
                    <a:pt x="40" y="111"/>
                  </a:cubicBezTo>
                  <a:cubicBezTo>
                    <a:pt x="42" y="116"/>
                    <a:pt x="44" y="118"/>
                    <a:pt x="47" y="117"/>
                  </a:cubicBezTo>
                  <a:cubicBezTo>
                    <a:pt x="51" y="115"/>
                    <a:pt x="56" y="115"/>
                    <a:pt x="57" y="115"/>
                  </a:cubicBezTo>
                  <a:cubicBezTo>
                    <a:pt x="59" y="115"/>
                    <a:pt x="58" y="109"/>
                    <a:pt x="61" y="108"/>
                  </a:cubicBezTo>
                  <a:cubicBezTo>
                    <a:pt x="63" y="107"/>
                    <a:pt x="67" y="108"/>
                    <a:pt x="67" y="108"/>
                  </a:cubicBezTo>
                  <a:cubicBezTo>
                    <a:pt x="67" y="108"/>
                    <a:pt x="68" y="110"/>
                    <a:pt x="71" y="110"/>
                  </a:cubicBezTo>
                  <a:cubicBezTo>
                    <a:pt x="75" y="110"/>
                    <a:pt x="77" y="108"/>
                    <a:pt x="77" y="111"/>
                  </a:cubicBezTo>
                  <a:cubicBezTo>
                    <a:pt x="77" y="113"/>
                    <a:pt x="77" y="116"/>
                    <a:pt x="78" y="117"/>
                  </a:cubicBezTo>
                  <a:cubicBezTo>
                    <a:pt x="80" y="118"/>
                    <a:pt x="76" y="128"/>
                    <a:pt x="77" y="129"/>
                  </a:cubicBezTo>
                  <a:cubicBezTo>
                    <a:pt x="79" y="131"/>
                    <a:pt x="82" y="134"/>
                    <a:pt x="81" y="136"/>
                  </a:cubicBezTo>
                  <a:cubicBezTo>
                    <a:pt x="81" y="138"/>
                    <a:pt x="80" y="142"/>
                    <a:pt x="81" y="143"/>
                  </a:cubicBezTo>
                  <a:cubicBezTo>
                    <a:pt x="83" y="143"/>
                    <a:pt x="83" y="141"/>
                    <a:pt x="86" y="141"/>
                  </a:cubicBezTo>
                  <a:cubicBezTo>
                    <a:pt x="89" y="141"/>
                    <a:pt x="91" y="141"/>
                    <a:pt x="93" y="140"/>
                  </a:cubicBezTo>
                  <a:cubicBezTo>
                    <a:pt x="94" y="139"/>
                    <a:pt x="95" y="140"/>
                    <a:pt x="96" y="140"/>
                  </a:cubicBezTo>
                  <a:cubicBezTo>
                    <a:pt x="97" y="140"/>
                    <a:pt x="98" y="142"/>
                    <a:pt x="98" y="142"/>
                  </a:cubicBezTo>
                  <a:cubicBezTo>
                    <a:pt x="98" y="142"/>
                    <a:pt x="99" y="145"/>
                    <a:pt x="100" y="144"/>
                  </a:cubicBezTo>
                  <a:cubicBezTo>
                    <a:pt x="102" y="143"/>
                    <a:pt x="106" y="142"/>
                    <a:pt x="105" y="143"/>
                  </a:cubicBezTo>
                  <a:cubicBezTo>
                    <a:pt x="105" y="145"/>
                    <a:pt x="106" y="148"/>
                    <a:pt x="108" y="148"/>
                  </a:cubicBezTo>
                  <a:cubicBezTo>
                    <a:pt x="109" y="147"/>
                    <a:pt x="113" y="150"/>
                    <a:pt x="115" y="150"/>
                  </a:cubicBezTo>
                  <a:cubicBezTo>
                    <a:pt x="117" y="150"/>
                    <a:pt x="119" y="150"/>
                    <a:pt x="119" y="149"/>
                  </a:cubicBezTo>
                  <a:cubicBezTo>
                    <a:pt x="119" y="148"/>
                    <a:pt x="121" y="146"/>
                    <a:pt x="122" y="147"/>
                  </a:cubicBezTo>
                  <a:cubicBezTo>
                    <a:pt x="123" y="149"/>
                    <a:pt x="124" y="152"/>
                    <a:pt x="126" y="152"/>
                  </a:cubicBezTo>
                  <a:cubicBezTo>
                    <a:pt x="128" y="152"/>
                    <a:pt x="133" y="152"/>
                    <a:pt x="133" y="154"/>
                  </a:cubicBezTo>
                  <a:cubicBezTo>
                    <a:pt x="133" y="155"/>
                    <a:pt x="134" y="159"/>
                    <a:pt x="136" y="161"/>
                  </a:cubicBezTo>
                  <a:cubicBezTo>
                    <a:pt x="138" y="162"/>
                    <a:pt x="142" y="161"/>
                    <a:pt x="142" y="161"/>
                  </a:cubicBezTo>
                  <a:cubicBezTo>
                    <a:pt x="142" y="161"/>
                    <a:pt x="143" y="160"/>
                    <a:pt x="143" y="157"/>
                  </a:cubicBezTo>
                  <a:cubicBezTo>
                    <a:pt x="143" y="154"/>
                    <a:pt x="143" y="151"/>
                    <a:pt x="142" y="151"/>
                  </a:cubicBezTo>
                  <a:cubicBezTo>
                    <a:pt x="141" y="151"/>
                    <a:pt x="139" y="154"/>
                    <a:pt x="137" y="153"/>
                  </a:cubicBezTo>
                  <a:cubicBezTo>
                    <a:pt x="134" y="152"/>
                    <a:pt x="132" y="147"/>
                    <a:pt x="131" y="146"/>
                  </a:cubicBezTo>
                  <a:cubicBezTo>
                    <a:pt x="130" y="145"/>
                    <a:pt x="133" y="141"/>
                    <a:pt x="133" y="138"/>
                  </a:cubicBezTo>
                  <a:cubicBezTo>
                    <a:pt x="133" y="136"/>
                    <a:pt x="135" y="130"/>
                    <a:pt x="133" y="129"/>
                  </a:cubicBezTo>
                  <a:cubicBezTo>
                    <a:pt x="132" y="128"/>
                    <a:pt x="133" y="126"/>
                    <a:pt x="135" y="124"/>
                  </a:cubicBezTo>
                  <a:cubicBezTo>
                    <a:pt x="136" y="123"/>
                    <a:pt x="134" y="119"/>
                    <a:pt x="137" y="119"/>
                  </a:cubicBezTo>
                  <a:cubicBezTo>
                    <a:pt x="140" y="119"/>
                    <a:pt x="145" y="119"/>
                    <a:pt x="147" y="117"/>
                  </a:cubicBezTo>
                  <a:cubicBezTo>
                    <a:pt x="147" y="117"/>
                    <a:pt x="147" y="117"/>
                    <a:pt x="147" y="117"/>
                  </a:cubicBezTo>
                  <a:cubicBezTo>
                    <a:pt x="147" y="117"/>
                    <a:pt x="148" y="116"/>
                    <a:pt x="148" y="116"/>
                  </a:cubicBezTo>
                  <a:cubicBezTo>
                    <a:pt x="146" y="113"/>
                    <a:pt x="144" y="108"/>
                    <a:pt x="142" y="10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52" name="Freeform 165"/>
            <p:cNvSpPr>
              <a:spLocks/>
            </p:cNvSpPr>
            <p:nvPr/>
          </p:nvSpPr>
          <p:spPr bwMode="auto">
            <a:xfrm>
              <a:off x="6537746" y="4412261"/>
              <a:ext cx="39528" cy="52575"/>
            </a:xfrm>
            <a:custGeom>
              <a:avLst/>
              <a:gdLst>
                <a:gd name="T0" fmla="*/ 1 w 13"/>
                <a:gd name="T1" fmla="*/ 9 h 17"/>
                <a:gd name="T2" fmla="*/ 3 w 13"/>
                <a:gd name="T3" fmla="*/ 17 h 17"/>
                <a:gd name="T4" fmla="*/ 6 w 13"/>
                <a:gd name="T5" fmla="*/ 15 h 17"/>
                <a:gd name="T6" fmla="*/ 13 w 13"/>
                <a:gd name="T7" fmla="*/ 5 h 17"/>
                <a:gd name="T8" fmla="*/ 11 w 13"/>
                <a:gd name="T9" fmla="*/ 4 h 17"/>
                <a:gd name="T10" fmla="*/ 11 w 13"/>
                <a:gd name="T11" fmla="*/ 0 h 17"/>
                <a:gd name="T12" fmla="*/ 7 w 13"/>
                <a:gd name="T13" fmla="*/ 0 h 17"/>
                <a:gd name="T14" fmla="*/ 2 w 13"/>
                <a:gd name="T15" fmla="*/ 2 h 17"/>
                <a:gd name="T16" fmla="*/ 0 w 13"/>
                <a:gd name="T17" fmla="*/ 2 h 17"/>
                <a:gd name="T18" fmla="*/ 0 w 13"/>
                <a:gd name="T19" fmla="*/ 2 h 17"/>
                <a:gd name="T20" fmla="*/ 1 w 13"/>
                <a:gd name="T21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7">
                  <a:moveTo>
                    <a:pt x="1" y="9"/>
                  </a:moveTo>
                  <a:cubicBezTo>
                    <a:pt x="1" y="10"/>
                    <a:pt x="2" y="14"/>
                    <a:pt x="3" y="17"/>
                  </a:cubicBezTo>
                  <a:cubicBezTo>
                    <a:pt x="4" y="16"/>
                    <a:pt x="6" y="16"/>
                    <a:pt x="6" y="15"/>
                  </a:cubicBezTo>
                  <a:cubicBezTo>
                    <a:pt x="8" y="14"/>
                    <a:pt x="13" y="5"/>
                    <a:pt x="13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2"/>
                    <a:pt x="11" y="0"/>
                  </a:cubicBezTo>
                  <a:cubicBezTo>
                    <a:pt x="9" y="0"/>
                    <a:pt x="7" y="0"/>
                    <a:pt x="7" y="0"/>
                  </a:cubicBezTo>
                  <a:cubicBezTo>
                    <a:pt x="7" y="0"/>
                    <a:pt x="7" y="3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1" y="9"/>
                  </a:ln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53" name="Freeform 166"/>
            <p:cNvSpPr>
              <a:spLocks/>
            </p:cNvSpPr>
            <p:nvPr/>
          </p:nvSpPr>
          <p:spPr bwMode="auto">
            <a:xfrm>
              <a:off x="6561974" y="4626506"/>
              <a:ext cx="271593" cy="448206"/>
            </a:xfrm>
            <a:custGeom>
              <a:avLst/>
              <a:gdLst>
                <a:gd name="T0" fmla="*/ 89 w 90"/>
                <a:gd name="T1" fmla="*/ 37 h 144"/>
                <a:gd name="T2" fmla="*/ 87 w 90"/>
                <a:gd name="T3" fmla="*/ 21 h 144"/>
                <a:gd name="T4" fmla="*/ 86 w 90"/>
                <a:gd name="T5" fmla="*/ 1 h 144"/>
                <a:gd name="T6" fmla="*/ 86 w 90"/>
                <a:gd name="T7" fmla="*/ 0 h 144"/>
                <a:gd name="T8" fmla="*/ 77 w 90"/>
                <a:gd name="T9" fmla="*/ 5 h 144"/>
                <a:gd name="T10" fmla="*/ 71 w 90"/>
                <a:gd name="T11" fmla="*/ 6 h 144"/>
                <a:gd name="T12" fmla="*/ 66 w 90"/>
                <a:gd name="T13" fmla="*/ 6 h 144"/>
                <a:gd name="T14" fmla="*/ 64 w 90"/>
                <a:gd name="T15" fmla="*/ 9 h 144"/>
                <a:gd name="T16" fmla="*/ 59 w 90"/>
                <a:gd name="T17" fmla="*/ 10 h 144"/>
                <a:gd name="T18" fmla="*/ 51 w 90"/>
                <a:gd name="T19" fmla="*/ 11 h 144"/>
                <a:gd name="T20" fmla="*/ 49 w 90"/>
                <a:gd name="T21" fmla="*/ 8 h 144"/>
                <a:gd name="T22" fmla="*/ 44 w 90"/>
                <a:gd name="T23" fmla="*/ 9 h 144"/>
                <a:gd name="T24" fmla="*/ 39 w 90"/>
                <a:gd name="T25" fmla="*/ 9 h 144"/>
                <a:gd name="T26" fmla="*/ 39 w 90"/>
                <a:gd name="T27" fmla="*/ 12 h 144"/>
                <a:gd name="T28" fmla="*/ 42 w 90"/>
                <a:gd name="T29" fmla="*/ 30 h 144"/>
                <a:gd name="T30" fmla="*/ 47 w 90"/>
                <a:gd name="T31" fmla="*/ 35 h 144"/>
                <a:gd name="T32" fmla="*/ 48 w 90"/>
                <a:gd name="T33" fmla="*/ 43 h 144"/>
                <a:gd name="T34" fmla="*/ 43 w 90"/>
                <a:gd name="T35" fmla="*/ 49 h 144"/>
                <a:gd name="T36" fmla="*/ 42 w 90"/>
                <a:gd name="T37" fmla="*/ 56 h 144"/>
                <a:gd name="T38" fmla="*/ 34 w 90"/>
                <a:gd name="T39" fmla="*/ 46 h 144"/>
                <a:gd name="T40" fmla="*/ 36 w 90"/>
                <a:gd name="T41" fmla="*/ 35 h 144"/>
                <a:gd name="T42" fmla="*/ 29 w 90"/>
                <a:gd name="T43" fmla="*/ 34 h 144"/>
                <a:gd name="T44" fmla="*/ 24 w 90"/>
                <a:gd name="T45" fmla="*/ 30 h 144"/>
                <a:gd name="T46" fmla="*/ 0 w 90"/>
                <a:gd name="T47" fmla="*/ 39 h 144"/>
                <a:gd name="T48" fmla="*/ 2 w 90"/>
                <a:gd name="T49" fmla="*/ 45 h 144"/>
                <a:gd name="T50" fmla="*/ 1 w 90"/>
                <a:gd name="T51" fmla="*/ 45 h 144"/>
                <a:gd name="T52" fmla="*/ 3 w 90"/>
                <a:gd name="T53" fmla="*/ 48 h 144"/>
                <a:gd name="T54" fmla="*/ 14 w 90"/>
                <a:gd name="T55" fmla="*/ 50 h 144"/>
                <a:gd name="T56" fmla="*/ 23 w 90"/>
                <a:gd name="T57" fmla="*/ 54 h 144"/>
                <a:gd name="T58" fmla="*/ 24 w 90"/>
                <a:gd name="T59" fmla="*/ 67 h 144"/>
                <a:gd name="T60" fmla="*/ 21 w 90"/>
                <a:gd name="T61" fmla="*/ 74 h 144"/>
                <a:gd name="T62" fmla="*/ 24 w 90"/>
                <a:gd name="T63" fmla="*/ 80 h 144"/>
                <a:gd name="T64" fmla="*/ 19 w 90"/>
                <a:gd name="T65" fmla="*/ 87 h 144"/>
                <a:gd name="T66" fmla="*/ 17 w 90"/>
                <a:gd name="T67" fmla="*/ 95 h 144"/>
                <a:gd name="T68" fmla="*/ 9 w 90"/>
                <a:gd name="T69" fmla="*/ 103 h 144"/>
                <a:gd name="T70" fmla="*/ 9 w 90"/>
                <a:gd name="T71" fmla="*/ 104 h 144"/>
                <a:gd name="T72" fmla="*/ 14 w 90"/>
                <a:gd name="T73" fmla="*/ 119 h 144"/>
                <a:gd name="T74" fmla="*/ 15 w 90"/>
                <a:gd name="T75" fmla="*/ 135 h 144"/>
                <a:gd name="T76" fmla="*/ 16 w 90"/>
                <a:gd name="T77" fmla="*/ 144 h 144"/>
                <a:gd name="T78" fmla="*/ 22 w 90"/>
                <a:gd name="T79" fmla="*/ 144 h 144"/>
                <a:gd name="T80" fmla="*/ 23 w 90"/>
                <a:gd name="T81" fmla="*/ 140 h 144"/>
                <a:gd name="T82" fmla="*/ 19 w 90"/>
                <a:gd name="T83" fmla="*/ 137 h 144"/>
                <a:gd name="T84" fmla="*/ 32 w 90"/>
                <a:gd name="T85" fmla="*/ 127 h 144"/>
                <a:gd name="T86" fmla="*/ 43 w 90"/>
                <a:gd name="T87" fmla="*/ 120 h 144"/>
                <a:gd name="T88" fmla="*/ 44 w 90"/>
                <a:gd name="T89" fmla="*/ 108 h 144"/>
                <a:gd name="T90" fmla="*/ 42 w 90"/>
                <a:gd name="T91" fmla="*/ 97 h 144"/>
                <a:gd name="T92" fmla="*/ 38 w 90"/>
                <a:gd name="T93" fmla="*/ 87 h 144"/>
                <a:gd name="T94" fmla="*/ 40 w 90"/>
                <a:gd name="T95" fmla="*/ 80 h 144"/>
                <a:gd name="T96" fmla="*/ 44 w 90"/>
                <a:gd name="T97" fmla="*/ 76 h 144"/>
                <a:gd name="T98" fmla="*/ 51 w 90"/>
                <a:gd name="T99" fmla="*/ 71 h 144"/>
                <a:gd name="T100" fmla="*/ 59 w 90"/>
                <a:gd name="T101" fmla="*/ 62 h 144"/>
                <a:gd name="T102" fmla="*/ 76 w 90"/>
                <a:gd name="T103" fmla="*/ 55 h 144"/>
                <a:gd name="T104" fmla="*/ 89 w 90"/>
                <a:gd name="T105" fmla="*/ 37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0" h="144">
                  <a:moveTo>
                    <a:pt x="89" y="37"/>
                  </a:moveTo>
                  <a:cubicBezTo>
                    <a:pt x="88" y="35"/>
                    <a:pt x="87" y="25"/>
                    <a:pt x="87" y="21"/>
                  </a:cubicBezTo>
                  <a:cubicBezTo>
                    <a:pt x="88" y="17"/>
                    <a:pt x="86" y="6"/>
                    <a:pt x="86" y="1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2" y="2"/>
                    <a:pt x="78" y="4"/>
                    <a:pt x="77" y="5"/>
                  </a:cubicBezTo>
                  <a:cubicBezTo>
                    <a:pt x="77" y="6"/>
                    <a:pt x="73" y="5"/>
                    <a:pt x="71" y="6"/>
                  </a:cubicBezTo>
                  <a:cubicBezTo>
                    <a:pt x="69" y="8"/>
                    <a:pt x="68" y="7"/>
                    <a:pt x="66" y="6"/>
                  </a:cubicBezTo>
                  <a:cubicBezTo>
                    <a:pt x="65" y="6"/>
                    <a:pt x="64" y="8"/>
                    <a:pt x="64" y="9"/>
                  </a:cubicBezTo>
                  <a:cubicBezTo>
                    <a:pt x="63" y="11"/>
                    <a:pt x="60" y="10"/>
                    <a:pt x="59" y="10"/>
                  </a:cubicBezTo>
                  <a:cubicBezTo>
                    <a:pt x="57" y="10"/>
                    <a:pt x="53" y="11"/>
                    <a:pt x="51" y="11"/>
                  </a:cubicBezTo>
                  <a:cubicBezTo>
                    <a:pt x="50" y="11"/>
                    <a:pt x="51" y="9"/>
                    <a:pt x="49" y="8"/>
                  </a:cubicBezTo>
                  <a:cubicBezTo>
                    <a:pt x="47" y="8"/>
                    <a:pt x="45" y="9"/>
                    <a:pt x="44" y="9"/>
                  </a:cubicBezTo>
                  <a:cubicBezTo>
                    <a:pt x="43" y="9"/>
                    <a:pt x="41" y="9"/>
                    <a:pt x="39" y="9"/>
                  </a:cubicBezTo>
                  <a:cubicBezTo>
                    <a:pt x="39" y="10"/>
                    <a:pt x="39" y="11"/>
                    <a:pt x="39" y="12"/>
                  </a:cubicBezTo>
                  <a:cubicBezTo>
                    <a:pt x="37" y="16"/>
                    <a:pt x="42" y="26"/>
                    <a:pt x="42" y="30"/>
                  </a:cubicBezTo>
                  <a:cubicBezTo>
                    <a:pt x="44" y="31"/>
                    <a:pt x="46" y="33"/>
                    <a:pt x="47" y="35"/>
                  </a:cubicBezTo>
                  <a:cubicBezTo>
                    <a:pt x="50" y="37"/>
                    <a:pt x="47" y="37"/>
                    <a:pt x="48" y="43"/>
                  </a:cubicBezTo>
                  <a:cubicBezTo>
                    <a:pt x="48" y="49"/>
                    <a:pt x="45" y="47"/>
                    <a:pt x="43" y="49"/>
                  </a:cubicBezTo>
                  <a:cubicBezTo>
                    <a:pt x="41" y="51"/>
                    <a:pt x="43" y="55"/>
                    <a:pt x="42" y="56"/>
                  </a:cubicBezTo>
                  <a:cubicBezTo>
                    <a:pt x="42" y="58"/>
                    <a:pt x="35" y="48"/>
                    <a:pt x="34" y="46"/>
                  </a:cubicBezTo>
                  <a:cubicBezTo>
                    <a:pt x="34" y="45"/>
                    <a:pt x="37" y="39"/>
                    <a:pt x="36" y="35"/>
                  </a:cubicBezTo>
                  <a:cubicBezTo>
                    <a:pt x="35" y="32"/>
                    <a:pt x="31" y="34"/>
                    <a:pt x="29" y="34"/>
                  </a:cubicBezTo>
                  <a:cubicBezTo>
                    <a:pt x="28" y="34"/>
                    <a:pt x="24" y="30"/>
                    <a:pt x="24" y="30"/>
                  </a:cubicBezTo>
                  <a:cubicBezTo>
                    <a:pt x="23" y="30"/>
                    <a:pt x="0" y="39"/>
                    <a:pt x="0" y="39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8"/>
                    <a:pt x="10" y="48"/>
                    <a:pt x="14" y="50"/>
                  </a:cubicBezTo>
                  <a:cubicBezTo>
                    <a:pt x="17" y="52"/>
                    <a:pt x="22" y="53"/>
                    <a:pt x="23" y="54"/>
                  </a:cubicBezTo>
                  <a:cubicBezTo>
                    <a:pt x="24" y="54"/>
                    <a:pt x="23" y="63"/>
                    <a:pt x="24" y="67"/>
                  </a:cubicBezTo>
                  <a:cubicBezTo>
                    <a:pt x="24" y="71"/>
                    <a:pt x="19" y="72"/>
                    <a:pt x="21" y="74"/>
                  </a:cubicBezTo>
                  <a:cubicBezTo>
                    <a:pt x="24" y="76"/>
                    <a:pt x="22" y="80"/>
                    <a:pt x="24" y="80"/>
                  </a:cubicBezTo>
                  <a:cubicBezTo>
                    <a:pt x="25" y="81"/>
                    <a:pt x="21" y="86"/>
                    <a:pt x="19" y="87"/>
                  </a:cubicBezTo>
                  <a:cubicBezTo>
                    <a:pt x="18" y="88"/>
                    <a:pt x="19" y="92"/>
                    <a:pt x="17" y="95"/>
                  </a:cubicBezTo>
                  <a:cubicBezTo>
                    <a:pt x="16" y="97"/>
                    <a:pt x="12" y="101"/>
                    <a:pt x="9" y="103"/>
                  </a:cubicBezTo>
                  <a:cubicBezTo>
                    <a:pt x="9" y="104"/>
                    <a:pt x="9" y="104"/>
                    <a:pt x="9" y="104"/>
                  </a:cubicBezTo>
                  <a:cubicBezTo>
                    <a:pt x="10" y="105"/>
                    <a:pt x="12" y="118"/>
                    <a:pt x="14" y="119"/>
                  </a:cubicBezTo>
                  <a:cubicBezTo>
                    <a:pt x="17" y="121"/>
                    <a:pt x="15" y="134"/>
                    <a:pt x="15" y="135"/>
                  </a:cubicBezTo>
                  <a:cubicBezTo>
                    <a:pt x="15" y="136"/>
                    <a:pt x="16" y="144"/>
                    <a:pt x="16" y="144"/>
                  </a:cubicBezTo>
                  <a:cubicBezTo>
                    <a:pt x="16" y="144"/>
                    <a:pt x="19" y="144"/>
                    <a:pt x="22" y="144"/>
                  </a:cubicBezTo>
                  <a:cubicBezTo>
                    <a:pt x="22" y="142"/>
                    <a:pt x="23" y="141"/>
                    <a:pt x="23" y="140"/>
                  </a:cubicBezTo>
                  <a:cubicBezTo>
                    <a:pt x="23" y="136"/>
                    <a:pt x="20" y="139"/>
                    <a:pt x="19" y="137"/>
                  </a:cubicBezTo>
                  <a:cubicBezTo>
                    <a:pt x="18" y="134"/>
                    <a:pt x="25" y="129"/>
                    <a:pt x="32" y="127"/>
                  </a:cubicBezTo>
                  <a:cubicBezTo>
                    <a:pt x="40" y="124"/>
                    <a:pt x="42" y="123"/>
                    <a:pt x="43" y="120"/>
                  </a:cubicBezTo>
                  <a:cubicBezTo>
                    <a:pt x="44" y="118"/>
                    <a:pt x="43" y="111"/>
                    <a:pt x="44" y="108"/>
                  </a:cubicBezTo>
                  <a:cubicBezTo>
                    <a:pt x="45" y="105"/>
                    <a:pt x="43" y="104"/>
                    <a:pt x="42" y="97"/>
                  </a:cubicBezTo>
                  <a:cubicBezTo>
                    <a:pt x="42" y="91"/>
                    <a:pt x="39" y="90"/>
                    <a:pt x="38" y="87"/>
                  </a:cubicBezTo>
                  <a:cubicBezTo>
                    <a:pt x="37" y="83"/>
                    <a:pt x="38" y="81"/>
                    <a:pt x="40" y="80"/>
                  </a:cubicBezTo>
                  <a:cubicBezTo>
                    <a:pt x="42" y="80"/>
                    <a:pt x="42" y="79"/>
                    <a:pt x="44" y="76"/>
                  </a:cubicBezTo>
                  <a:cubicBezTo>
                    <a:pt x="45" y="73"/>
                    <a:pt x="47" y="74"/>
                    <a:pt x="51" y="71"/>
                  </a:cubicBezTo>
                  <a:cubicBezTo>
                    <a:pt x="54" y="69"/>
                    <a:pt x="54" y="66"/>
                    <a:pt x="59" y="62"/>
                  </a:cubicBezTo>
                  <a:cubicBezTo>
                    <a:pt x="65" y="58"/>
                    <a:pt x="71" y="58"/>
                    <a:pt x="76" y="55"/>
                  </a:cubicBezTo>
                  <a:cubicBezTo>
                    <a:pt x="81" y="52"/>
                    <a:pt x="90" y="39"/>
                    <a:pt x="89" y="37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54" name="Freeform 167"/>
            <p:cNvSpPr>
              <a:spLocks/>
            </p:cNvSpPr>
            <p:nvPr/>
          </p:nvSpPr>
          <p:spPr bwMode="auto">
            <a:xfrm>
              <a:off x="6547946" y="4371514"/>
              <a:ext cx="274144" cy="289165"/>
            </a:xfrm>
            <a:custGeom>
              <a:avLst/>
              <a:gdLst>
                <a:gd name="T0" fmla="*/ 85 w 91"/>
                <a:gd name="T1" fmla="*/ 75 h 93"/>
                <a:gd name="T2" fmla="*/ 82 w 91"/>
                <a:gd name="T3" fmla="*/ 66 h 93"/>
                <a:gd name="T4" fmla="*/ 81 w 91"/>
                <a:gd name="T5" fmla="*/ 59 h 93"/>
                <a:gd name="T6" fmla="*/ 83 w 91"/>
                <a:gd name="T7" fmla="*/ 53 h 93"/>
                <a:gd name="T8" fmla="*/ 78 w 91"/>
                <a:gd name="T9" fmla="*/ 46 h 93"/>
                <a:gd name="T10" fmla="*/ 82 w 91"/>
                <a:gd name="T11" fmla="*/ 33 h 93"/>
                <a:gd name="T12" fmla="*/ 68 w 91"/>
                <a:gd name="T13" fmla="*/ 23 h 93"/>
                <a:gd name="T14" fmla="*/ 68 w 91"/>
                <a:gd name="T15" fmla="*/ 18 h 93"/>
                <a:gd name="T16" fmla="*/ 37 w 91"/>
                <a:gd name="T17" fmla="*/ 1 h 93"/>
                <a:gd name="T18" fmla="*/ 33 w 91"/>
                <a:gd name="T19" fmla="*/ 9 h 93"/>
                <a:gd name="T20" fmla="*/ 33 w 91"/>
                <a:gd name="T21" fmla="*/ 14 h 93"/>
                <a:gd name="T22" fmla="*/ 19 w 91"/>
                <a:gd name="T23" fmla="*/ 13 h 93"/>
                <a:gd name="T24" fmla="*/ 19 w 91"/>
                <a:gd name="T25" fmla="*/ 0 h 93"/>
                <a:gd name="T26" fmla="*/ 12 w 91"/>
                <a:gd name="T27" fmla="*/ 1 h 93"/>
                <a:gd name="T28" fmla="*/ 8 w 91"/>
                <a:gd name="T29" fmla="*/ 2 h 93"/>
                <a:gd name="T30" fmla="*/ 10 w 91"/>
                <a:gd name="T31" fmla="*/ 5 h 93"/>
                <a:gd name="T32" fmla="*/ 11 w 91"/>
                <a:gd name="T33" fmla="*/ 11 h 93"/>
                <a:gd name="T34" fmla="*/ 8 w 91"/>
                <a:gd name="T35" fmla="*/ 13 h 93"/>
                <a:gd name="T36" fmla="*/ 8 w 91"/>
                <a:gd name="T37" fmla="*/ 17 h 93"/>
                <a:gd name="T38" fmla="*/ 10 w 91"/>
                <a:gd name="T39" fmla="*/ 18 h 93"/>
                <a:gd name="T40" fmla="*/ 3 w 91"/>
                <a:gd name="T41" fmla="*/ 28 h 93"/>
                <a:gd name="T42" fmla="*/ 0 w 91"/>
                <a:gd name="T43" fmla="*/ 30 h 93"/>
                <a:gd name="T44" fmla="*/ 5 w 91"/>
                <a:gd name="T45" fmla="*/ 46 h 93"/>
                <a:gd name="T46" fmla="*/ 9 w 91"/>
                <a:gd name="T47" fmla="*/ 58 h 93"/>
                <a:gd name="T48" fmla="*/ 11 w 91"/>
                <a:gd name="T49" fmla="*/ 64 h 93"/>
                <a:gd name="T50" fmla="*/ 7 w 91"/>
                <a:gd name="T51" fmla="*/ 61 h 93"/>
                <a:gd name="T52" fmla="*/ 6 w 91"/>
                <a:gd name="T53" fmla="*/ 62 h 93"/>
                <a:gd name="T54" fmla="*/ 6 w 91"/>
                <a:gd name="T55" fmla="*/ 62 h 93"/>
                <a:gd name="T56" fmla="*/ 12 w 91"/>
                <a:gd name="T57" fmla="*/ 66 h 93"/>
                <a:gd name="T58" fmla="*/ 20 w 91"/>
                <a:gd name="T59" fmla="*/ 69 h 93"/>
                <a:gd name="T60" fmla="*/ 30 w 91"/>
                <a:gd name="T61" fmla="*/ 74 h 93"/>
                <a:gd name="T62" fmla="*/ 31 w 91"/>
                <a:gd name="T63" fmla="*/ 74 h 93"/>
                <a:gd name="T64" fmla="*/ 37 w 91"/>
                <a:gd name="T65" fmla="*/ 74 h 93"/>
                <a:gd name="T66" fmla="*/ 38 w 91"/>
                <a:gd name="T67" fmla="*/ 74 h 93"/>
                <a:gd name="T68" fmla="*/ 44 w 91"/>
                <a:gd name="T69" fmla="*/ 91 h 93"/>
                <a:gd name="T70" fmla="*/ 49 w 91"/>
                <a:gd name="T71" fmla="*/ 91 h 93"/>
                <a:gd name="T72" fmla="*/ 54 w 91"/>
                <a:gd name="T73" fmla="*/ 90 h 93"/>
                <a:gd name="T74" fmla="*/ 56 w 91"/>
                <a:gd name="T75" fmla="*/ 93 h 93"/>
                <a:gd name="T76" fmla="*/ 64 w 91"/>
                <a:gd name="T77" fmla="*/ 92 h 93"/>
                <a:gd name="T78" fmla="*/ 69 w 91"/>
                <a:gd name="T79" fmla="*/ 91 h 93"/>
                <a:gd name="T80" fmla="*/ 71 w 91"/>
                <a:gd name="T81" fmla="*/ 88 h 93"/>
                <a:gd name="T82" fmla="*/ 76 w 91"/>
                <a:gd name="T83" fmla="*/ 88 h 93"/>
                <a:gd name="T84" fmla="*/ 82 w 91"/>
                <a:gd name="T85" fmla="*/ 87 h 93"/>
                <a:gd name="T86" fmla="*/ 91 w 91"/>
                <a:gd name="T87" fmla="*/ 82 h 93"/>
                <a:gd name="T88" fmla="*/ 85 w 91"/>
                <a:gd name="T89" fmla="*/ 7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93">
                  <a:moveTo>
                    <a:pt x="85" y="75"/>
                  </a:moveTo>
                  <a:cubicBezTo>
                    <a:pt x="85" y="69"/>
                    <a:pt x="82" y="69"/>
                    <a:pt x="82" y="66"/>
                  </a:cubicBezTo>
                  <a:cubicBezTo>
                    <a:pt x="82" y="62"/>
                    <a:pt x="83" y="59"/>
                    <a:pt x="81" y="59"/>
                  </a:cubicBezTo>
                  <a:cubicBezTo>
                    <a:pt x="80" y="59"/>
                    <a:pt x="81" y="56"/>
                    <a:pt x="83" y="53"/>
                  </a:cubicBezTo>
                  <a:cubicBezTo>
                    <a:pt x="85" y="50"/>
                    <a:pt x="79" y="49"/>
                    <a:pt x="78" y="46"/>
                  </a:cubicBezTo>
                  <a:cubicBezTo>
                    <a:pt x="78" y="44"/>
                    <a:pt x="80" y="39"/>
                    <a:pt x="82" y="33"/>
                  </a:cubicBezTo>
                  <a:cubicBezTo>
                    <a:pt x="75" y="28"/>
                    <a:pt x="68" y="23"/>
                    <a:pt x="68" y="23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6" y="5"/>
                    <a:pt x="35" y="8"/>
                    <a:pt x="33" y="9"/>
                  </a:cubicBezTo>
                  <a:cubicBezTo>
                    <a:pt x="30" y="10"/>
                    <a:pt x="36" y="13"/>
                    <a:pt x="33" y="14"/>
                  </a:cubicBezTo>
                  <a:cubicBezTo>
                    <a:pt x="30" y="14"/>
                    <a:pt x="24" y="11"/>
                    <a:pt x="19" y="13"/>
                  </a:cubicBezTo>
                  <a:cubicBezTo>
                    <a:pt x="16" y="14"/>
                    <a:pt x="17" y="7"/>
                    <a:pt x="19" y="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0" y="1"/>
                    <a:pt x="8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2" y="9"/>
                    <a:pt x="11" y="11"/>
                  </a:cubicBezTo>
                  <a:cubicBezTo>
                    <a:pt x="11" y="12"/>
                    <a:pt x="9" y="12"/>
                    <a:pt x="8" y="13"/>
                  </a:cubicBezTo>
                  <a:cubicBezTo>
                    <a:pt x="8" y="15"/>
                    <a:pt x="8" y="17"/>
                    <a:pt x="8" y="1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5" y="27"/>
                    <a:pt x="3" y="28"/>
                  </a:cubicBezTo>
                  <a:cubicBezTo>
                    <a:pt x="3" y="29"/>
                    <a:pt x="1" y="29"/>
                    <a:pt x="0" y="30"/>
                  </a:cubicBezTo>
                  <a:cubicBezTo>
                    <a:pt x="1" y="37"/>
                    <a:pt x="3" y="44"/>
                    <a:pt x="5" y="46"/>
                  </a:cubicBezTo>
                  <a:cubicBezTo>
                    <a:pt x="9" y="50"/>
                    <a:pt x="8" y="55"/>
                    <a:pt x="9" y="58"/>
                  </a:cubicBezTo>
                  <a:cubicBezTo>
                    <a:pt x="10" y="60"/>
                    <a:pt x="14" y="63"/>
                    <a:pt x="11" y="64"/>
                  </a:cubicBezTo>
                  <a:cubicBezTo>
                    <a:pt x="10" y="65"/>
                    <a:pt x="8" y="63"/>
                    <a:pt x="7" y="61"/>
                  </a:cubicBezTo>
                  <a:cubicBezTo>
                    <a:pt x="7" y="61"/>
                    <a:pt x="6" y="62"/>
                    <a:pt x="6" y="62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8" y="64"/>
                    <a:pt x="11" y="66"/>
                    <a:pt x="12" y="66"/>
                  </a:cubicBezTo>
                  <a:cubicBezTo>
                    <a:pt x="14" y="66"/>
                    <a:pt x="18" y="68"/>
                    <a:pt x="20" y="69"/>
                  </a:cubicBezTo>
                  <a:cubicBezTo>
                    <a:pt x="22" y="69"/>
                    <a:pt x="30" y="72"/>
                    <a:pt x="30" y="74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33" y="74"/>
                    <a:pt x="35" y="74"/>
                    <a:pt x="37" y="74"/>
                  </a:cubicBezTo>
                  <a:cubicBezTo>
                    <a:pt x="37" y="74"/>
                    <a:pt x="37" y="74"/>
                    <a:pt x="38" y="74"/>
                  </a:cubicBezTo>
                  <a:cubicBezTo>
                    <a:pt x="41" y="74"/>
                    <a:pt x="44" y="85"/>
                    <a:pt x="44" y="91"/>
                  </a:cubicBezTo>
                  <a:cubicBezTo>
                    <a:pt x="46" y="91"/>
                    <a:pt x="48" y="91"/>
                    <a:pt x="49" y="91"/>
                  </a:cubicBezTo>
                  <a:cubicBezTo>
                    <a:pt x="50" y="91"/>
                    <a:pt x="52" y="90"/>
                    <a:pt x="54" y="90"/>
                  </a:cubicBezTo>
                  <a:cubicBezTo>
                    <a:pt x="56" y="91"/>
                    <a:pt x="55" y="93"/>
                    <a:pt x="56" y="93"/>
                  </a:cubicBezTo>
                  <a:cubicBezTo>
                    <a:pt x="58" y="93"/>
                    <a:pt x="62" y="92"/>
                    <a:pt x="64" y="92"/>
                  </a:cubicBezTo>
                  <a:cubicBezTo>
                    <a:pt x="65" y="92"/>
                    <a:pt x="68" y="93"/>
                    <a:pt x="69" y="91"/>
                  </a:cubicBezTo>
                  <a:cubicBezTo>
                    <a:pt x="69" y="90"/>
                    <a:pt x="70" y="88"/>
                    <a:pt x="71" y="88"/>
                  </a:cubicBezTo>
                  <a:cubicBezTo>
                    <a:pt x="73" y="89"/>
                    <a:pt x="74" y="90"/>
                    <a:pt x="76" y="88"/>
                  </a:cubicBezTo>
                  <a:cubicBezTo>
                    <a:pt x="78" y="87"/>
                    <a:pt x="82" y="88"/>
                    <a:pt x="82" y="87"/>
                  </a:cubicBezTo>
                  <a:cubicBezTo>
                    <a:pt x="83" y="86"/>
                    <a:pt x="87" y="84"/>
                    <a:pt x="91" y="82"/>
                  </a:cubicBezTo>
                  <a:cubicBezTo>
                    <a:pt x="91" y="77"/>
                    <a:pt x="86" y="80"/>
                    <a:pt x="85" y="7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55" name="Freeform 168"/>
            <p:cNvSpPr>
              <a:spLocks/>
            </p:cNvSpPr>
            <p:nvPr/>
          </p:nvSpPr>
          <p:spPr bwMode="auto">
            <a:xfrm>
              <a:off x="6628276" y="4601532"/>
              <a:ext cx="85431" cy="206359"/>
            </a:xfrm>
            <a:custGeom>
              <a:avLst/>
              <a:gdLst>
                <a:gd name="T0" fmla="*/ 25 w 28"/>
                <a:gd name="T1" fmla="*/ 43 h 66"/>
                <a:gd name="T2" fmla="*/ 20 w 28"/>
                <a:gd name="T3" fmla="*/ 38 h 66"/>
                <a:gd name="T4" fmla="*/ 20 w 28"/>
                <a:gd name="T5" fmla="*/ 39 h 66"/>
                <a:gd name="T6" fmla="*/ 11 w 28"/>
                <a:gd name="T7" fmla="*/ 26 h 66"/>
                <a:gd name="T8" fmla="*/ 12 w 28"/>
                <a:gd name="T9" fmla="*/ 11 h 66"/>
                <a:gd name="T10" fmla="*/ 10 w 28"/>
                <a:gd name="T11" fmla="*/ 0 h 66"/>
                <a:gd name="T12" fmla="*/ 4 w 28"/>
                <a:gd name="T13" fmla="*/ 0 h 66"/>
                <a:gd name="T14" fmla="*/ 7 w 28"/>
                <a:gd name="T15" fmla="*/ 9 h 66"/>
                <a:gd name="T16" fmla="*/ 4 w 28"/>
                <a:gd name="T17" fmla="*/ 10 h 66"/>
                <a:gd name="T18" fmla="*/ 5 w 28"/>
                <a:gd name="T19" fmla="*/ 24 h 66"/>
                <a:gd name="T20" fmla="*/ 1 w 28"/>
                <a:gd name="T21" fmla="*/ 26 h 66"/>
                <a:gd name="T22" fmla="*/ 0 w 28"/>
                <a:gd name="T23" fmla="*/ 34 h 66"/>
                <a:gd name="T24" fmla="*/ 2 w 28"/>
                <a:gd name="T25" fmla="*/ 38 h 66"/>
                <a:gd name="T26" fmla="*/ 2 w 28"/>
                <a:gd name="T27" fmla="*/ 38 h 66"/>
                <a:gd name="T28" fmla="*/ 7 w 28"/>
                <a:gd name="T29" fmla="*/ 42 h 66"/>
                <a:gd name="T30" fmla="*/ 14 w 28"/>
                <a:gd name="T31" fmla="*/ 43 h 66"/>
                <a:gd name="T32" fmla="*/ 12 w 28"/>
                <a:gd name="T33" fmla="*/ 54 h 66"/>
                <a:gd name="T34" fmla="*/ 20 w 28"/>
                <a:gd name="T35" fmla="*/ 64 h 66"/>
                <a:gd name="T36" fmla="*/ 21 w 28"/>
                <a:gd name="T37" fmla="*/ 57 h 66"/>
                <a:gd name="T38" fmla="*/ 26 w 28"/>
                <a:gd name="T39" fmla="*/ 51 h 66"/>
                <a:gd name="T40" fmla="*/ 25 w 28"/>
                <a:gd name="T41" fmla="*/ 4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66">
                  <a:moveTo>
                    <a:pt x="25" y="43"/>
                  </a:moveTo>
                  <a:cubicBezTo>
                    <a:pt x="24" y="41"/>
                    <a:pt x="22" y="39"/>
                    <a:pt x="20" y="38"/>
                  </a:cubicBezTo>
                  <a:cubicBezTo>
                    <a:pt x="20" y="38"/>
                    <a:pt x="20" y="39"/>
                    <a:pt x="20" y="39"/>
                  </a:cubicBezTo>
                  <a:cubicBezTo>
                    <a:pt x="18" y="42"/>
                    <a:pt x="12" y="32"/>
                    <a:pt x="11" y="26"/>
                  </a:cubicBezTo>
                  <a:cubicBezTo>
                    <a:pt x="10" y="20"/>
                    <a:pt x="14" y="17"/>
                    <a:pt x="12" y="11"/>
                  </a:cubicBezTo>
                  <a:cubicBezTo>
                    <a:pt x="10" y="6"/>
                    <a:pt x="8" y="2"/>
                    <a:pt x="10" y="0"/>
                  </a:cubicBezTo>
                  <a:cubicBezTo>
                    <a:pt x="8" y="0"/>
                    <a:pt x="6" y="0"/>
                    <a:pt x="4" y="0"/>
                  </a:cubicBezTo>
                  <a:cubicBezTo>
                    <a:pt x="5" y="3"/>
                    <a:pt x="7" y="7"/>
                    <a:pt x="7" y="9"/>
                  </a:cubicBezTo>
                  <a:cubicBezTo>
                    <a:pt x="7" y="10"/>
                    <a:pt x="5" y="8"/>
                    <a:pt x="4" y="10"/>
                  </a:cubicBezTo>
                  <a:cubicBezTo>
                    <a:pt x="3" y="12"/>
                    <a:pt x="3" y="22"/>
                    <a:pt x="5" y="24"/>
                  </a:cubicBezTo>
                  <a:cubicBezTo>
                    <a:pt x="7" y="26"/>
                    <a:pt x="1" y="25"/>
                    <a:pt x="1" y="26"/>
                  </a:cubicBezTo>
                  <a:cubicBezTo>
                    <a:pt x="1" y="28"/>
                    <a:pt x="1" y="34"/>
                    <a:pt x="0" y="34"/>
                  </a:cubicBezTo>
                  <a:cubicBezTo>
                    <a:pt x="0" y="35"/>
                    <a:pt x="1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2" y="38"/>
                    <a:pt x="6" y="42"/>
                    <a:pt x="7" y="42"/>
                  </a:cubicBezTo>
                  <a:cubicBezTo>
                    <a:pt x="9" y="42"/>
                    <a:pt x="13" y="40"/>
                    <a:pt x="14" y="43"/>
                  </a:cubicBezTo>
                  <a:cubicBezTo>
                    <a:pt x="15" y="47"/>
                    <a:pt x="12" y="53"/>
                    <a:pt x="12" y="54"/>
                  </a:cubicBezTo>
                  <a:cubicBezTo>
                    <a:pt x="13" y="56"/>
                    <a:pt x="20" y="66"/>
                    <a:pt x="20" y="64"/>
                  </a:cubicBezTo>
                  <a:cubicBezTo>
                    <a:pt x="21" y="63"/>
                    <a:pt x="19" y="59"/>
                    <a:pt x="21" y="57"/>
                  </a:cubicBezTo>
                  <a:cubicBezTo>
                    <a:pt x="23" y="55"/>
                    <a:pt x="26" y="57"/>
                    <a:pt x="26" y="51"/>
                  </a:cubicBezTo>
                  <a:cubicBezTo>
                    <a:pt x="25" y="45"/>
                    <a:pt x="28" y="45"/>
                    <a:pt x="25" y="4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56" name="Freeform 169"/>
            <p:cNvSpPr>
              <a:spLocks/>
            </p:cNvSpPr>
            <p:nvPr/>
          </p:nvSpPr>
          <p:spPr bwMode="auto">
            <a:xfrm>
              <a:off x="7529765" y="3205654"/>
              <a:ext cx="193814" cy="136697"/>
            </a:xfrm>
            <a:custGeom>
              <a:avLst/>
              <a:gdLst>
                <a:gd name="T0" fmla="*/ 52 w 64"/>
                <a:gd name="T1" fmla="*/ 35 h 44"/>
                <a:gd name="T2" fmla="*/ 56 w 64"/>
                <a:gd name="T3" fmla="*/ 38 h 44"/>
                <a:gd name="T4" fmla="*/ 62 w 64"/>
                <a:gd name="T5" fmla="*/ 40 h 44"/>
                <a:gd name="T6" fmla="*/ 64 w 64"/>
                <a:gd name="T7" fmla="*/ 39 h 44"/>
                <a:gd name="T8" fmla="*/ 63 w 64"/>
                <a:gd name="T9" fmla="*/ 28 h 44"/>
                <a:gd name="T10" fmla="*/ 54 w 64"/>
                <a:gd name="T11" fmla="*/ 23 h 44"/>
                <a:gd name="T12" fmla="*/ 53 w 64"/>
                <a:gd name="T13" fmla="*/ 15 h 44"/>
                <a:gd name="T14" fmla="*/ 42 w 64"/>
                <a:gd name="T15" fmla="*/ 16 h 44"/>
                <a:gd name="T16" fmla="*/ 35 w 64"/>
                <a:gd name="T17" fmla="*/ 15 h 44"/>
                <a:gd name="T18" fmla="*/ 27 w 64"/>
                <a:gd name="T19" fmla="*/ 14 h 44"/>
                <a:gd name="T20" fmla="*/ 15 w 64"/>
                <a:gd name="T21" fmla="*/ 13 h 44"/>
                <a:gd name="T22" fmla="*/ 21 w 64"/>
                <a:gd name="T23" fmla="*/ 8 h 44"/>
                <a:gd name="T24" fmla="*/ 24 w 64"/>
                <a:gd name="T25" fmla="*/ 8 h 44"/>
                <a:gd name="T26" fmla="*/ 27 w 64"/>
                <a:gd name="T27" fmla="*/ 1 h 44"/>
                <a:gd name="T28" fmla="*/ 21 w 64"/>
                <a:gd name="T29" fmla="*/ 3 h 44"/>
                <a:gd name="T30" fmla="*/ 15 w 64"/>
                <a:gd name="T31" fmla="*/ 4 h 44"/>
                <a:gd name="T32" fmla="*/ 11 w 64"/>
                <a:gd name="T33" fmla="*/ 9 h 44"/>
                <a:gd name="T34" fmla="*/ 8 w 64"/>
                <a:gd name="T35" fmla="*/ 13 h 44"/>
                <a:gd name="T36" fmla="*/ 0 w 64"/>
                <a:gd name="T37" fmla="*/ 16 h 44"/>
                <a:gd name="T38" fmla="*/ 5 w 64"/>
                <a:gd name="T39" fmla="*/ 23 h 44"/>
                <a:gd name="T40" fmla="*/ 6 w 64"/>
                <a:gd name="T41" fmla="*/ 30 h 44"/>
                <a:gd name="T42" fmla="*/ 3 w 64"/>
                <a:gd name="T43" fmla="*/ 39 h 44"/>
                <a:gd name="T44" fmla="*/ 7 w 64"/>
                <a:gd name="T45" fmla="*/ 40 h 44"/>
                <a:gd name="T46" fmla="*/ 15 w 64"/>
                <a:gd name="T47" fmla="*/ 37 h 44"/>
                <a:gd name="T48" fmla="*/ 23 w 64"/>
                <a:gd name="T49" fmla="*/ 33 h 44"/>
                <a:gd name="T50" fmla="*/ 31 w 64"/>
                <a:gd name="T51" fmla="*/ 26 h 44"/>
                <a:gd name="T52" fmla="*/ 34 w 64"/>
                <a:gd name="T53" fmla="*/ 33 h 44"/>
                <a:gd name="T54" fmla="*/ 35 w 64"/>
                <a:gd name="T55" fmla="*/ 43 h 44"/>
                <a:gd name="T56" fmla="*/ 39 w 64"/>
                <a:gd name="T57" fmla="*/ 43 h 44"/>
                <a:gd name="T58" fmla="*/ 43 w 64"/>
                <a:gd name="T59" fmla="*/ 42 h 44"/>
                <a:gd name="T60" fmla="*/ 52 w 64"/>
                <a:gd name="T61" fmla="*/ 3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4" h="44">
                  <a:moveTo>
                    <a:pt x="52" y="35"/>
                  </a:moveTo>
                  <a:cubicBezTo>
                    <a:pt x="54" y="37"/>
                    <a:pt x="54" y="38"/>
                    <a:pt x="56" y="38"/>
                  </a:cubicBezTo>
                  <a:cubicBezTo>
                    <a:pt x="57" y="38"/>
                    <a:pt x="60" y="38"/>
                    <a:pt x="62" y="40"/>
                  </a:cubicBezTo>
                  <a:cubicBezTo>
                    <a:pt x="63" y="39"/>
                    <a:pt x="64" y="39"/>
                    <a:pt x="64" y="39"/>
                  </a:cubicBezTo>
                  <a:cubicBezTo>
                    <a:pt x="64" y="39"/>
                    <a:pt x="63" y="31"/>
                    <a:pt x="63" y="28"/>
                  </a:cubicBezTo>
                  <a:cubicBezTo>
                    <a:pt x="62" y="25"/>
                    <a:pt x="54" y="23"/>
                    <a:pt x="54" y="23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53" y="15"/>
                    <a:pt x="44" y="17"/>
                    <a:pt x="42" y="16"/>
                  </a:cubicBezTo>
                  <a:cubicBezTo>
                    <a:pt x="40" y="15"/>
                    <a:pt x="37" y="17"/>
                    <a:pt x="35" y="15"/>
                  </a:cubicBezTo>
                  <a:cubicBezTo>
                    <a:pt x="33" y="12"/>
                    <a:pt x="30" y="16"/>
                    <a:pt x="27" y="14"/>
                  </a:cubicBezTo>
                  <a:cubicBezTo>
                    <a:pt x="24" y="12"/>
                    <a:pt x="16" y="15"/>
                    <a:pt x="15" y="13"/>
                  </a:cubicBezTo>
                  <a:cubicBezTo>
                    <a:pt x="15" y="12"/>
                    <a:pt x="19" y="8"/>
                    <a:pt x="21" y="8"/>
                  </a:cubicBezTo>
                  <a:cubicBezTo>
                    <a:pt x="22" y="8"/>
                    <a:pt x="23" y="8"/>
                    <a:pt x="24" y="8"/>
                  </a:cubicBezTo>
                  <a:cubicBezTo>
                    <a:pt x="25" y="7"/>
                    <a:pt x="28" y="2"/>
                    <a:pt x="27" y="1"/>
                  </a:cubicBezTo>
                  <a:cubicBezTo>
                    <a:pt x="26" y="0"/>
                    <a:pt x="23" y="1"/>
                    <a:pt x="21" y="3"/>
                  </a:cubicBezTo>
                  <a:cubicBezTo>
                    <a:pt x="19" y="4"/>
                    <a:pt x="16" y="2"/>
                    <a:pt x="15" y="4"/>
                  </a:cubicBezTo>
                  <a:cubicBezTo>
                    <a:pt x="14" y="6"/>
                    <a:pt x="13" y="9"/>
                    <a:pt x="11" y="9"/>
                  </a:cubicBezTo>
                  <a:cubicBezTo>
                    <a:pt x="9" y="9"/>
                    <a:pt x="10" y="12"/>
                    <a:pt x="8" y="13"/>
                  </a:cubicBezTo>
                  <a:cubicBezTo>
                    <a:pt x="6" y="14"/>
                    <a:pt x="1" y="14"/>
                    <a:pt x="0" y="16"/>
                  </a:cubicBezTo>
                  <a:cubicBezTo>
                    <a:pt x="0" y="19"/>
                    <a:pt x="6" y="20"/>
                    <a:pt x="5" y="23"/>
                  </a:cubicBezTo>
                  <a:cubicBezTo>
                    <a:pt x="5" y="26"/>
                    <a:pt x="9" y="29"/>
                    <a:pt x="6" y="30"/>
                  </a:cubicBezTo>
                  <a:cubicBezTo>
                    <a:pt x="4" y="32"/>
                    <a:pt x="3" y="34"/>
                    <a:pt x="3" y="39"/>
                  </a:cubicBezTo>
                  <a:cubicBezTo>
                    <a:pt x="4" y="40"/>
                    <a:pt x="6" y="41"/>
                    <a:pt x="7" y="40"/>
                  </a:cubicBezTo>
                  <a:cubicBezTo>
                    <a:pt x="8" y="37"/>
                    <a:pt x="15" y="40"/>
                    <a:pt x="15" y="37"/>
                  </a:cubicBezTo>
                  <a:cubicBezTo>
                    <a:pt x="15" y="35"/>
                    <a:pt x="23" y="36"/>
                    <a:pt x="23" y="33"/>
                  </a:cubicBezTo>
                  <a:cubicBezTo>
                    <a:pt x="23" y="31"/>
                    <a:pt x="28" y="26"/>
                    <a:pt x="31" y="26"/>
                  </a:cubicBezTo>
                  <a:cubicBezTo>
                    <a:pt x="34" y="26"/>
                    <a:pt x="31" y="31"/>
                    <a:pt x="34" y="33"/>
                  </a:cubicBezTo>
                  <a:cubicBezTo>
                    <a:pt x="38" y="35"/>
                    <a:pt x="33" y="41"/>
                    <a:pt x="35" y="43"/>
                  </a:cubicBezTo>
                  <a:cubicBezTo>
                    <a:pt x="35" y="44"/>
                    <a:pt x="37" y="44"/>
                    <a:pt x="39" y="43"/>
                  </a:cubicBezTo>
                  <a:cubicBezTo>
                    <a:pt x="40" y="43"/>
                    <a:pt x="42" y="42"/>
                    <a:pt x="43" y="42"/>
                  </a:cubicBezTo>
                  <a:cubicBezTo>
                    <a:pt x="46" y="39"/>
                    <a:pt x="51" y="35"/>
                    <a:pt x="52" y="35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57" name="Freeform 170"/>
            <p:cNvSpPr>
              <a:spLocks/>
            </p:cNvSpPr>
            <p:nvPr/>
          </p:nvSpPr>
          <p:spPr bwMode="auto">
            <a:xfrm>
              <a:off x="3809055" y="3665689"/>
              <a:ext cx="21676" cy="46004"/>
            </a:xfrm>
            <a:custGeom>
              <a:avLst/>
              <a:gdLst>
                <a:gd name="T0" fmla="*/ 6 w 7"/>
                <a:gd name="T1" fmla="*/ 14 h 15"/>
                <a:gd name="T2" fmla="*/ 3 w 7"/>
                <a:gd name="T3" fmla="*/ 11 h 15"/>
                <a:gd name="T4" fmla="*/ 0 w 7"/>
                <a:gd name="T5" fmla="*/ 5 h 15"/>
                <a:gd name="T6" fmla="*/ 3 w 7"/>
                <a:gd name="T7" fmla="*/ 3 h 15"/>
                <a:gd name="T8" fmla="*/ 4 w 7"/>
                <a:gd name="T9" fmla="*/ 9 h 15"/>
                <a:gd name="T10" fmla="*/ 6 w 7"/>
                <a:gd name="T11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5">
                  <a:moveTo>
                    <a:pt x="6" y="14"/>
                  </a:moveTo>
                  <a:cubicBezTo>
                    <a:pt x="6" y="15"/>
                    <a:pt x="3" y="13"/>
                    <a:pt x="3" y="11"/>
                  </a:cubicBezTo>
                  <a:cubicBezTo>
                    <a:pt x="3" y="9"/>
                    <a:pt x="0" y="9"/>
                    <a:pt x="0" y="5"/>
                  </a:cubicBezTo>
                  <a:cubicBezTo>
                    <a:pt x="0" y="2"/>
                    <a:pt x="1" y="0"/>
                    <a:pt x="3" y="3"/>
                  </a:cubicBezTo>
                  <a:cubicBezTo>
                    <a:pt x="5" y="6"/>
                    <a:pt x="3" y="8"/>
                    <a:pt x="4" y="9"/>
                  </a:cubicBezTo>
                  <a:cubicBezTo>
                    <a:pt x="4" y="10"/>
                    <a:pt x="7" y="12"/>
                    <a:pt x="6" y="1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58" name="Freeform 171"/>
            <p:cNvSpPr>
              <a:spLocks/>
            </p:cNvSpPr>
            <p:nvPr/>
          </p:nvSpPr>
          <p:spPr bwMode="auto">
            <a:xfrm>
              <a:off x="4228560" y="4061319"/>
              <a:ext cx="30602" cy="27602"/>
            </a:xfrm>
            <a:custGeom>
              <a:avLst/>
              <a:gdLst>
                <a:gd name="T0" fmla="*/ 2 w 10"/>
                <a:gd name="T1" fmla="*/ 8 h 9"/>
                <a:gd name="T2" fmla="*/ 1 w 10"/>
                <a:gd name="T3" fmla="*/ 4 h 9"/>
                <a:gd name="T4" fmla="*/ 8 w 10"/>
                <a:gd name="T5" fmla="*/ 2 h 9"/>
                <a:gd name="T6" fmla="*/ 8 w 10"/>
                <a:gd name="T7" fmla="*/ 7 h 9"/>
                <a:gd name="T8" fmla="*/ 2 w 10"/>
                <a:gd name="T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9">
                  <a:moveTo>
                    <a:pt x="2" y="8"/>
                  </a:moveTo>
                  <a:cubicBezTo>
                    <a:pt x="0" y="7"/>
                    <a:pt x="3" y="5"/>
                    <a:pt x="1" y="4"/>
                  </a:cubicBezTo>
                  <a:cubicBezTo>
                    <a:pt x="0" y="3"/>
                    <a:pt x="6" y="0"/>
                    <a:pt x="8" y="2"/>
                  </a:cubicBezTo>
                  <a:cubicBezTo>
                    <a:pt x="9" y="4"/>
                    <a:pt x="10" y="6"/>
                    <a:pt x="8" y="7"/>
                  </a:cubicBezTo>
                  <a:cubicBezTo>
                    <a:pt x="6" y="8"/>
                    <a:pt x="3" y="9"/>
                    <a:pt x="2" y="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59" name="Freeform 172"/>
            <p:cNvSpPr>
              <a:spLocks/>
            </p:cNvSpPr>
            <p:nvPr/>
          </p:nvSpPr>
          <p:spPr bwMode="auto">
            <a:xfrm>
              <a:off x="6903697" y="3192509"/>
              <a:ext cx="86705" cy="74920"/>
            </a:xfrm>
            <a:custGeom>
              <a:avLst/>
              <a:gdLst>
                <a:gd name="T0" fmla="*/ 27 w 29"/>
                <a:gd name="T1" fmla="*/ 19 h 24"/>
                <a:gd name="T2" fmla="*/ 22 w 29"/>
                <a:gd name="T3" fmla="*/ 12 h 24"/>
                <a:gd name="T4" fmla="*/ 19 w 29"/>
                <a:gd name="T5" fmla="*/ 6 h 24"/>
                <a:gd name="T6" fmla="*/ 16 w 29"/>
                <a:gd name="T7" fmla="*/ 1 h 24"/>
                <a:gd name="T8" fmla="*/ 9 w 29"/>
                <a:gd name="T9" fmla="*/ 0 h 24"/>
                <a:gd name="T10" fmla="*/ 0 w 29"/>
                <a:gd name="T11" fmla="*/ 2 h 24"/>
                <a:gd name="T12" fmla="*/ 2 w 29"/>
                <a:gd name="T13" fmla="*/ 8 h 24"/>
                <a:gd name="T14" fmla="*/ 9 w 29"/>
                <a:gd name="T15" fmla="*/ 11 h 24"/>
                <a:gd name="T16" fmla="*/ 10 w 29"/>
                <a:gd name="T17" fmla="*/ 14 h 24"/>
                <a:gd name="T18" fmla="*/ 11 w 29"/>
                <a:gd name="T19" fmla="*/ 14 h 24"/>
                <a:gd name="T20" fmla="*/ 13 w 29"/>
                <a:gd name="T21" fmla="*/ 16 h 24"/>
                <a:gd name="T22" fmla="*/ 17 w 29"/>
                <a:gd name="T23" fmla="*/ 18 h 24"/>
                <a:gd name="T24" fmla="*/ 21 w 29"/>
                <a:gd name="T25" fmla="*/ 19 h 24"/>
                <a:gd name="T26" fmla="*/ 23 w 29"/>
                <a:gd name="T27" fmla="*/ 24 h 24"/>
                <a:gd name="T28" fmla="*/ 29 w 29"/>
                <a:gd name="T29" fmla="*/ 23 h 24"/>
                <a:gd name="T30" fmla="*/ 27 w 29"/>
                <a:gd name="T31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24">
                  <a:moveTo>
                    <a:pt x="27" y="19"/>
                  </a:moveTo>
                  <a:cubicBezTo>
                    <a:pt x="27" y="17"/>
                    <a:pt x="22" y="15"/>
                    <a:pt x="22" y="12"/>
                  </a:cubicBezTo>
                  <a:cubicBezTo>
                    <a:pt x="22" y="10"/>
                    <a:pt x="18" y="8"/>
                    <a:pt x="19" y="6"/>
                  </a:cubicBezTo>
                  <a:cubicBezTo>
                    <a:pt x="19" y="4"/>
                    <a:pt x="17" y="2"/>
                    <a:pt x="16" y="1"/>
                  </a:cubicBezTo>
                  <a:cubicBezTo>
                    <a:pt x="14" y="0"/>
                    <a:pt x="11" y="0"/>
                    <a:pt x="9" y="0"/>
                  </a:cubicBezTo>
                  <a:cubicBezTo>
                    <a:pt x="6" y="0"/>
                    <a:pt x="3" y="1"/>
                    <a:pt x="0" y="2"/>
                  </a:cubicBezTo>
                  <a:cubicBezTo>
                    <a:pt x="2" y="4"/>
                    <a:pt x="1" y="5"/>
                    <a:pt x="2" y="8"/>
                  </a:cubicBezTo>
                  <a:cubicBezTo>
                    <a:pt x="4" y="12"/>
                    <a:pt x="7" y="10"/>
                    <a:pt x="9" y="11"/>
                  </a:cubicBezTo>
                  <a:cubicBezTo>
                    <a:pt x="9" y="12"/>
                    <a:pt x="10" y="13"/>
                    <a:pt x="10" y="14"/>
                  </a:cubicBezTo>
                  <a:cubicBezTo>
                    <a:pt x="10" y="14"/>
                    <a:pt x="11" y="14"/>
                    <a:pt x="11" y="14"/>
                  </a:cubicBezTo>
                  <a:cubicBezTo>
                    <a:pt x="12" y="15"/>
                    <a:pt x="13" y="15"/>
                    <a:pt x="13" y="16"/>
                  </a:cubicBezTo>
                  <a:cubicBezTo>
                    <a:pt x="15" y="17"/>
                    <a:pt x="17" y="18"/>
                    <a:pt x="17" y="18"/>
                  </a:cubicBezTo>
                  <a:cubicBezTo>
                    <a:pt x="18" y="19"/>
                    <a:pt x="19" y="17"/>
                    <a:pt x="21" y="19"/>
                  </a:cubicBezTo>
                  <a:cubicBezTo>
                    <a:pt x="23" y="22"/>
                    <a:pt x="23" y="22"/>
                    <a:pt x="23" y="24"/>
                  </a:cubicBezTo>
                  <a:cubicBezTo>
                    <a:pt x="25" y="24"/>
                    <a:pt x="27" y="24"/>
                    <a:pt x="29" y="23"/>
                  </a:cubicBezTo>
                  <a:cubicBezTo>
                    <a:pt x="28" y="21"/>
                    <a:pt x="27" y="20"/>
                    <a:pt x="27" y="1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60" name="Freeform 173"/>
            <p:cNvSpPr>
              <a:spLocks noEditPoints="1"/>
            </p:cNvSpPr>
            <p:nvPr/>
          </p:nvSpPr>
          <p:spPr bwMode="auto">
            <a:xfrm>
              <a:off x="6941950" y="3174108"/>
              <a:ext cx="127509" cy="109094"/>
            </a:xfrm>
            <a:custGeom>
              <a:avLst/>
              <a:gdLst>
                <a:gd name="T0" fmla="*/ 40 w 42"/>
                <a:gd name="T1" fmla="*/ 12 h 35"/>
                <a:gd name="T2" fmla="*/ 32 w 42"/>
                <a:gd name="T3" fmla="*/ 2 h 35"/>
                <a:gd name="T4" fmla="*/ 27 w 42"/>
                <a:gd name="T5" fmla="*/ 6 h 35"/>
                <a:gd name="T6" fmla="*/ 23 w 42"/>
                <a:gd name="T7" fmla="*/ 6 h 35"/>
                <a:gd name="T8" fmla="*/ 17 w 42"/>
                <a:gd name="T9" fmla="*/ 1 h 35"/>
                <a:gd name="T10" fmla="*/ 14 w 42"/>
                <a:gd name="T11" fmla="*/ 0 h 35"/>
                <a:gd name="T12" fmla="*/ 12 w 42"/>
                <a:gd name="T13" fmla="*/ 3 h 35"/>
                <a:gd name="T14" fmla="*/ 15 w 42"/>
                <a:gd name="T15" fmla="*/ 7 h 35"/>
                <a:gd name="T16" fmla="*/ 9 w 42"/>
                <a:gd name="T17" fmla="*/ 7 h 35"/>
                <a:gd name="T18" fmla="*/ 3 w 42"/>
                <a:gd name="T19" fmla="*/ 5 h 35"/>
                <a:gd name="T20" fmla="*/ 6 w 42"/>
                <a:gd name="T21" fmla="*/ 12 h 35"/>
                <a:gd name="T22" fmla="*/ 9 w 42"/>
                <a:gd name="T23" fmla="*/ 18 h 35"/>
                <a:gd name="T24" fmla="*/ 14 w 42"/>
                <a:gd name="T25" fmla="*/ 25 h 35"/>
                <a:gd name="T26" fmla="*/ 16 w 42"/>
                <a:gd name="T27" fmla="*/ 29 h 35"/>
                <a:gd name="T28" fmla="*/ 26 w 42"/>
                <a:gd name="T29" fmla="*/ 23 h 35"/>
                <a:gd name="T30" fmla="*/ 27 w 42"/>
                <a:gd name="T31" fmla="*/ 30 h 35"/>
                <a:gd name="T32" fmla="*/ 33 w 42"/>
                <a:gd name="T33" fmla="*/ 35 h 35"/>
                <a:gd name="T34" fmla="*/ 35 w 42"/>
                <a:gd name="T35" fmla="*/ 30 h 35"/>
                <a:gd name="T36" fmla="*/ 40 w 42"/>
                <a:gd name="T37" fmla="*/ 12 h 35"/>
                <a:gd name="T38" fmla="*/ 4 w 42"/>
                <a:gd name="T39" fmla="*/ 24 h 35"/>
                <a:gd name="T40" fmla="*/ 0 w 42"/>
                <a:gd name="T41" fmla="*/ 22 h 35"/>
                <a:gd name="T42" fmla="*/ 3 w 42"/>
                <a:gd name="T43" fmla="*/ 27 h 35"/>
                <a:gd name="T44" fmla="*/ 9 w 42"/>
                <a:gd name="T45" fmla="*/ 30 h 35"/>
                <a:gd name="T46" fmla="*/ 10 w 42"/>
                <a:gd name="T47" fmla="*/ 30 h 35"/>
                <a:gd name="T48" fmla="*/ 8 w 42"/>
                <a:gd name="T49" fmla="*/ 25 h 35"/>
                <a:gd name="T50" fmla="*/ 4 w 42"/>
                <a:gd name="T51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5">
                  <a:moveTo>
                    <a:pt x="40" y="12"/>
                  </a:moveTo>
                  <a:cubicBezTo>
                    <a:pt x="39" y="10"/>
                    <a:pt x="36" y="6"/>
                    <a:pt x="32" y="2"/>
                  </a:cubicBezTo>
                  <a:cubicBezTo>
                    <a:pt x="31" y="5"/>
                    <a:pt x="28" y="4"/>
                    <a:pt x="27" y="6"/>
                  </a:cubicBezTo>
                  <a:cubicBezTo>
                    <a:pt x="26" y="8"/>
                    <a:pt x="24" y="6"/>
                    <a:pt x="23" y="6"/>
                  </a:cubicBezTo>
                  <a:cubicBezTo>
                    <a:pt x="22" y="6"/>
                    <a:pt x="19" y="2"/>
                    <a:pt x="17" y="1"/>
                  </a:cubicBezTo>
                  <a:cubicBezTo>
                    <a:pt x="16" y="1"/>
                    <a:pt x="15" y="1"/>
                    <a:pt x="14" y="0"/>
                  </a:cubicBezTo>
                  <a:cubicBezTo>
                    <a:pt x="13" y="2"/>
                    <a:pt x="12" y="3"/>
                    <a:pt x="12" y="3"/>
                  </a:cubicBezTo>
                  <a:cubicBezTo>
                    <a:pt x="13" y="5"/>
                    <a:pt x="16" y="6"/>
                    <a:pt x="15" y="7"/>
                  </a:cubicBezTo>
                  <a:cubicBezTo>
                    <a:pt x="14" y="8"/>
                    <a:pt x="10" y="8"/>
                    <a:pt x="9" y="7"/>
                  </a:cubicBezTo>
                  <a:cubicBezTo>
                    <a:pt x="7" y="5"/>
                    <a:pt x="4" y="3"/>
                    <a:pt x="3" y="5"/>
                  </a:cubicBezTo>
                  <a:cubicBezTo>
                    <a:pt x="2" y="6"/>
                    <a:pt x="6" y="10"/>
                    <a:pt x="6" y="12"/>
                  </a:cubicBezTo>
                  <a:cubicBezTo>
                    <a:pt x="5" y="14"/>
                    <a:pt x="9" y="16"/>
                    <a:pt x="9" y="18"/>
                  </a:cubicBezTo>
                  <a:cubicBezTo>
                    <a:pt x="9" y="21"/>
                    <a:pt x="14" y="23"/>
                    <a:pt x="14" y="25"/>
                  </a:cubicBezTo>
                  <a:cubicBezTo>
                    <a:pt x="14" y="26"/>
                    <a:pt x="15" y="27"/>
                    <a:pt x="16" y="29"/>
                  </a:cubicBezTo>
                  <a:cubicBezTo>
                    <a:pt x="20" y="27"/>
                    <a:pt x="23" y="24"/>
                    <a:pt x="26" y="23"/>
                  </a:cubicBezTo>
                  <a:cubicBezTo>
                    <a:pt x="30" y="21"/>
                    <a:pt x="28" y="29"/>
                    <a:pt x="27" y="30"/>
                  </a:cubicBezTo>
                  <a:cubicBezTo>
                    <a:pt x="27" y="31"/>
                    <a:pt x="30" y="33"/>
                    <a:pt x="33" y="35"/>
                  </a:cubicBezTo>
                  <a:cubicBezTo>
                    <a:pt x="33" y="33"/>
                    <a:pt x="34" y="31"/>
                    <a:pt x="35" y="30"/>
                  </a:cubicBezTo>
                  <a:cubicBezTo>
                    <a:pt x="39" y="24"/>
                    <a:pt x="42" y="16"/>
                    <a:pt x="40" y="12"/>
                  </a:cubicBezTo>
                  <a:close/>
                  <a:moveTo>
                    <a:pt x="4" y="24"/>
                  </a:moveTo>
                  <a:cubicBezTo>
                    <a:pt x="4" y="24"/>
                    <a:pt x="2" y="23"/>
                    <a:pt x="0" y="22"/>
                  </a:cubicBezTo>
                  <a:cubicBezTo>
                    <a:pt x="1" y="24"/>
                    <a:pt x="1" y="26"/>
                    <a:pt x="3" y="27"/>
                  </a:cubicBezTo>
                  <a:cubicBezTo>
                    <a:pt x="7" y="28"/>
                    <a:pt x="1" y="29"/>
                    <a:pt x="9" y="30"/>
                  </a:cubicBezTo>
                  <a:cubicBezTo>
                    <a:pt x="9" y="30"/>
                    <a:pt x="10" y="30"/>
                    <a:pt x="10" y="30"/>
                  </a:cubicBezTo>
                  <a:cubicBezTo>
                    <a:pt x="10" y="28"/>
                    <a:pt x="10" y="28"/>
                    <a:pt x="8" y="25"/>
                  </a:cubicBezTo>
                  <a:cubicBezTo>
                    <a:pt x="6" y="23"/>
                    <a:pt x="5" y="25"/>
                    <a:pt x="4" y="24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61" name="Freeform 174"/>
            <p:cNvSpPr>
              <a:spLocks/>
            </p:cNvSpPr>
            <p:nvPr/>
          </p:nvSpPr>
          <p:spPr bwMode="auto">
            <a:xfrm>
              <a:off x="7346153" y="3285830"/>
              <a:ext cx="364675" cy="268135"/>
            </a:xfrm>
            <a:custGeom>
              <a:avLst/>
              <a:gdLst>
                <a:gd name="T0" fmla="*/ 117 w 121"/>
                <a:gd name="T1" fmla="*/ 12 h 86"/>
                <a:gd name="T2" fmla="*/ 113 w 121"/>
                <a:gd name="T3" fmla="*/ 9 h 86"/>
                <a:gd name="T4" fmla="*/ 104 w 121"/>
                <a:gd name="T5" fmla="*/ 16 h 86"/>
                <a:gd name="T6" fmla="*/ 100 w 121"/>
                <a:gd name="T7" fmla="*/ 17 h 86"/>
                <a:gd name="T8" fmla="*/ 96 w 121"/>
                <a:gd name="T9" fmla="*/ 17 h 86"/>
                <a:gd name="T10" fmla="*/ 95 w 121"/>
                <a:gd name="T11" fmla="*/ 7 h 86"/>
                <a:gd name="T12" fmla="*/ 92 w 121"/>
                <a:gd name="T13" fmla="*/ 0 h 86"/>
                <a:gd name="T14" fmla="*/ 84 w 121"/>
                <a:gd name="T15" fmla="*/ 7 h 86"/>
                <a:gd name="T16" fmla="*/ 76 w 121"/>
                <a:gd name="T17" fmla="*/ 11 h 86"/>
                <a:gd name="T18" fmla="*/ 68 w 121"/>
                <a:gd name="T19" fmla="*/ 14 h 86"/>
                <a:gd name="T20" fmla="*/ 60 w 121"/>
                <a:gd name="T21" fmla="*/ 12 h 86"/>
                <a:gd name="T22" fmla="*/ 54 w 121"/>
                <a:gd name="T23" fmla="*/ 9 h 86"/>
                <a:gd name="T24" fmla="*/ 47 w 121"/>
                <a:gd name="T25" fmla="*/ 8 h 86"/>
                <a:gd name="T26" fmla="*/ 40 w 121"/>
                <a:gd name="T27" fmla="*/ 12 h 86"/>
                <a:gd name="T28" fmla="*/ 35 w 121"/>
                <a:gd name="T29" fmla="*/ 20 h 86"/>
                <a:gd name="T30" fmla="*/ 23 w 121"/>
                <a:gd name="T31" fmla="*/ 27 h 86"/>
                <a:gd name="T32" fmla="*/ 16 w 121"/>
                <a:gd name="T33" fmla="*/ 30 h 86"/>
                <a:gd name="T34" fmla="*/ 10 w 121"/>
                <a:gd name="T35" fmla="*/ 28 h 86"/>
                <a:gd name="T36" fmla="*/ 6 w 121"/>
                <a:gd name="T37" fmla="*/ 32 h 86"/>
                <a:gd name="T38" fmla="*/ 3 w 121"/>
                <a:gd name="T39" fmla="*/ 39 h 86"/>
                <a:gd name="T40" fmla="*/ 2 w 121"/>
                <a:gd name="T41" fmla="*/ 46 h 86"/>
                <a:gd name="T42" fmla="*/ 2 w 121"/>
                <a:gd name="T43" fmla="*/ 55 h 86"/>
                <a:gd name="T44" fmla="*/ 3 w 121"/>
                <a:gd name="T45" fmla="*/ 65 h 86"/>
                <a:gd name="T46" fmla="*/ 11 w 121"/>
                <a:gd name="T47" fmla="*/ 69 h 86"/>
                <a:gd name="T48" fmla="*/ 3 w 121"/>
                <a:gd name="T49" fmla="*/ 81 h 86"/>
                <a:gd name="T50" fmla="*/ 4 w 121"/>
                <a:gd name="T51" fmla="*/ 84 h 86"/>
                <a:gd name="T52" fmla="*/ 17 w 121"/>
                <a:gd name="T53" fmla="*/ 85 h 86"/>
                <a:gd name="T54" fmla="*/ 51 w 121"/>
                <a:gd name="T55" fmla="*/ 81 h 86"/>
                <a:gd name="T56" fmla="*/ 50 w 121"/>
                <a:gd name="T57" fmla="*/ 73 h 86"/>
                <a:gd name="T58" fmla="*/ 57 w 121"/>
                <a:gd name="T59" fmla="*/ 69 h 86"/>
                <a:gd name="T60" fmla="*/ 63 w 121"/>
                <a:gd name="T61" fmla="*/ 67 h 86"/>
                <a:gd name="T62" fmla="*/ 72 w 121"/>
                <a:gd name="T63" fmla="*/ 64 h 86"/>
                <a:gd name="T64" fmla="*/ 76 w 121"/>
                <a:gd name="T65" fmla="*/ 60 h 86"/>
                <a:gd name="T66" fmla="*/ 79 w 121"/>
                <a:gd name="T67" fmla="*/ 51 h 86"/>
                <a:gd name="T68" fmla="*/ 84 w 121"/>
                <a:gd name="T69" fmla="*/ 48 h 86"/>
                <a:gd name="T70" fmla="*/ 82 w 121"/>
                <a:gd name="T71" fmla="*/ 42 h 86"/>
                <a:gd name="T72" fmla="*/ 91 w 121"/>
                <a:gd name="T73" fmla="*/ 43 h 86"/>
                <a:gd name="T74" fmla="*/ 92 w 121"/>
                <a:gd name="T75" fmla="*/ 36 h 86"/>
                <a:gd name="T76" fmla="*/ 96 w 121"/>
                <a:gd name="T77" fmla="*/ 30 h 86"/>
                <a:gd name="T78" fmla="*/ 94 w 121"/>
                <a:gd name="T79" fmla="*/ 25 h 86"/>
                <a:gd name="T80" fmla="*/ 95 w 121"/>
                <a:gd name="T81" fmla="*/ 21 h 86"/>
                <a:gd name="T82" fmla="*/ 97 w 121"/>
                <a:gd name="T83" fmla="*/ 20 h 86"/>
                <a:gd name="T84" fmla="*/ 101 w 121"/>
                <a:gd name="T85" fmla="*/ 19 h 86"/>
                <a:gd name="T86" fmla="*/ 112 w 121"/>
                <a:gd name="T87" fmla="*/ 15 h 86"/>
                <a:gd name="T88" fmla="*/ 121 w 121"/>
                <a:gd name="T89" fmla="*/ 13 h 86"/>
                <a:gd name="T90" fmla="*/ 117 w 121"/>
                <a:gd name="T91" fmla="*/ 1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" h="86">
                  <a:moveTo>
                    <a:pt x="117" y="12"/>
                  </a:moveTo>
                  <a:cubicBezTo>
                    <a:pt x="115" y="12"/>
                    <a:pt x="115" y="11"/>
                    <a:pt x="113" y="9"/>
                  </a:cubicBezTo>
                  <a:cubicBezTo>
                    <a:pt x="112" y="9"/>
                    <a:pt x="107" y="13"/>
                    <a:pt x="104" y="16"/>
                  </a:cubicBezTo>
                  <a:cubicBezTo>
                    <a:pt x="103" y="16"/>
                    <a:pt x="101" y="17"/>
                    <a:pt x="100" y="17"/>
                  </a:cubicBezTo>
                  <a:cubicBezTo>
                    <a:pt x="98" y="18"/>
                    <a:pt x="97" y="18"/>
                    <a:pt x="96" y="17"/>
                  </a:cubicBezTo>
                  <a:cubicBezTo>
                    <a:pt x="94" y="15"/>
                    <a:pt x="99" y="9"/>
                    <a:pt x="95" y="7"/>
                  </a:cubicBezTo>
                  <a:cubicBezTo>
                    <a:pt x="92" y="5"/>
                    <a:pt x="95" y="0"/>
                    <a:pt x="92" y="0"/>
                  </a:cubicBezTo>
                  <a:cubicBezTo>
                    <a:pt x="89" y="0"/>
                    <a:pt x="84" y="5"/>
                    <a:pt x="84" y="7"/>
                  </a:cubicBezTo>
                  <a:cubicBezTo>
                    <a:pt x="84" y="10"/>
                    <a:pt x="76" y="9"/>
                    <a:pt x="76" y="11"/>
                  </a:cubicBezTo>
                  <a:cubicBezTo>
                    <a:pt x="76" y="14"/>
                    <a:pt x="69" y="11"/>
                    <a:pt x="68" y="14"/>
                  </a:cubicBezTo>
                  <a:cubicBezTo>
                    <a:pt x="66" y="16"/>
                    <a:pt x="63" y="12"/>
                    <a:pt x="60" y="12"/>
                  </a:cubicBezTo>
                  <a:cubicBezTo>
                    <a:pt x="58" y="12"/>
                    <a:pt x="57" y="8"/>
                    <a:pt x="54" y="9"/>
                  </a:cubicBezTo>
                  <a:cubicBezTo>
                    <a:pt x="51" y="10"/>
                    <a:pt x="49" y="8"/>
                    <a:pt x="47" y="8"/>
                  </a:cubicBezTo>
                  <a:cubicBezTo>
                    <a:pt x="44" y="8"/>
                    <a:pt x="43" y="13"/>
                    <a:pt x="40" y="12"/>
                  </a:cubicBezTo>
                  <a:cubicBezTo>
                    <a:pt x="37" y="11"/>
                    <a:pt x="36" y="17"/>
                    <a:pt x="35" y="20"/>
                  </a:cubicBezTo>
                  <a:cubicBezTo>
                    <a:pt x="34" y="23"/>
                    <a:pt x="23" y="23"/>
                    <a:pt x="23" y="27"/>
                  </a:cubicBezTo>
                  <a:cubicBezTo>
                    <a:pt x="23" y="31"/>
                    <a:pt x="16" y="32"/>
                    <a:pt x="16" y="30"/>
                  </a:cubicBezTo>
                  <a:cubicBezTo>
                    <a:pt x="15" y="27"/>
                    <a:pt x="11" y="29"/>
                    <a:pt x="10" y="28"/>
                  </a:cubicBezTo>
                  <a:cubicBezTo>
                    <a:pt x="9" y="27"/>
                    <a:pt x="6" y="29"/>
                    <a:pt x="6" y="32"/>
                  </a:cubicBezTo>
                  <a:cubicBezTo>
                    <a:pt x="6" y="35"/>
                    <a:pt x="3" y="37"/>
                    <a:pt x="3" y="39"/>
                  </a:cubicBezTo>
                  <a:cubicBezTo>
                    <a:pt x="2" y="40"/>
                    <a:pt x="0" y="44"/>
                    <a:pt x="2" y="46"/>
                  </a:cubicBezTo>
                  <a:cubicBezTo>
                    <a:pt x="3" y="48"/>
                    <a:pt x="0" y="51"/>
                    <a:pt x="2" y="55"/>
                  </a:cubicBezTo>
                  <a:cubicBezTo>
                    <a:pt x="3" y="59"/>
                    <a:pt x="2" y="63"/>
                    <a:pt x="3" y="65"/>
                  </a:cubicBezTo>
                  <a:cubicBezTo>
                    <a:pt x="4" y="66"/>
                    <a:pt x="10" y="65"/>
                    <a:pt x="11" y="69"/>
                  </a:cubicBezTo>
                  <a:cubicBezTo>
                    <a:pt x="13" y="73"/>
                    <a:pt x="3" y="79"/>
                    <a:pt x="3" y="81"/>
                  </a:cubicBezTo>
                  <a:cubicBezTo>
                    <a:pt x="3" y="82"/>
                    <a:pt x="3" y="83"/>
                    <a:pt x="4" y="84"/>
                  </a:cubicBezTo>
                  <a:cubicBezTo>
                    <a:pt x="8" y="84"/>
                    <a:pt x="13" y="84"/>
                    <a:pt x="17" y="85"/>
                  </a:cubicBezTo>
                  <a:cubicBezTo>
                    <a:pt x="23" y="86"/>
                    <a:pt x="51" y="82"/>
                    <a:pt x="51" y="81"/>
                  </a:cubicBezTo>
                  <a:cubicBezTo>
                    <a:pt x="52" y="80"/>
                    <a:pt x="50" y="74"/>
                    <a:pt x="50" y="73"/>
                  </a:cubicBezTo>
                  <a:cubicBezTo>
                    <a:pt x="51" y="71"/>
                    <a:pt x="54" y="68"/>
                    <a:pt x="57" y="69"/>
                  </a:cubicBezTo>
                  <a:cubicBezTo>
                    <a:pt x="60" y="69"/>
                    <a:pt x="63" y="69"/>
                    <a:pt x="63" y="67"/>
                  </a:cubicBezTo>
                  <a:cubicBezTo>
                    <a:pt x="63" y="65"/>
                    <a:pt x="71" y="62"/>
                    <a:pt x="72" y="64"/>
                  </a:cubicBezTo>
                  <a:cubicBezTo>
                    <a:pt x="73" y="66"/>
                    <a:pt x="76" y="65"/>
                    <a:pt x="76" y="60"/>
                  </a:cubicBezTo>
                  <a:cubicBezTo>
                    <a:pt x="76" y="55"/>
                    <a:pt x="76" y="52"/>
                    <a:pt x="79" y="51"/>
                  </a:cubicBezTo>
                  <a:cubicBezTo>
                    <a:pt x="82" y="51"/>
                    <a:pt x="85" y="49"/>
                    <a:pt x="84" y="48"/>
                  </a:cubicBezTo>
                  <a:cubicBezTo>
                    <a:pt x="84" y="46"/>
                    <a:pt x="81" y="43"/>
                    <a:pt x="82" y="42"/>
                  </a:cubicBezTo>
                  <a:cubicBezTo>
                    <a:pt x="83" y="41"/>
                    <a:pt x="90" y="45"/>
                    <a:pt x="91" y="43"/>
                  </a:cubicBezTo>
                  <a:cubicBezTo>
                    <a:pt x="92" y="40"/>
                    <a:pt x="90" y="38"/>
                    <a:pt x="92" y="36"/>
                  </a:cubicBezTo>
                  <a:cubicBezTo>
                    <a:pt x="93" y="34"/>
                    <a:pt x="96" y="32"/>
                    <a:pt x="96" y="30"/>
                  </a:cubicBezTo>
                  <a:cubicBezTo>
                    <a:pt x="95" y="28"/>
                    <a:pt x="96" y="27"/>
                    <a:pt x="94" y="25"/>
                  </a:cubicBezTo>
                  <a:cubicBezTo>
                    <a:pt x="92" y="23"/>
                    <a:pt x="93" y="21"/>
                    <a:pt x="95" y="21"/>
                  </a:cubicBezTo>
                  <a:cubicBezTo>
                    <a:pt x="96" y="21"/>
                    <a:pt x="96" y="20"/>
                    <a:pt x="97" y="20"/>
                  </a:cubicBezTo>
                  <a:cubicBezTo>
                    <a:pt x="98" y="20"/>
                    <a:pt x="100" y="20"/>
                    <a:pt x="101" y="19"/>
                  </a:cubicBezTo>
                  <a:cubicBezTo>
                    <a:pt x="104" y="16"/>
                    <a:pt x="110" y="14"/>
                    <a:pt x="112" y="15"/>
                  </a:cubicBezTo>
                  <a:cubicBezTo>
                    <a:pt x="114" y="16"/>
                    <a:pt x="118" y="15"/>
                    <a:pt x="121" y="13"/>
                  </a:cubicBezTo>
                  <a:cubicBezTo>
                    <a:pt x="119" y="12"/>
                    <a:pt x="118" y="12"/>
                    <a:pt x="117" y="1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62" name="Freeform 175"/>
            <p:cNvSpPr>
              <a:spLocks/>
            </p:cNvSpPr>
            <p:nvPr/>
          </p:nvSpPr>
          <p:spPr bwMode="auto">
            <a:xfrm>
              <a:off x="7358904" y="3326577"/>
              <a:ext cx="422055" cy="389059"/>
            </a:xfrm>
            <a:custGeom>
              <a:avLst/>
              <a:gdLst>
                <a:gd name="T0" fmla="*/ 129 w 140"/>
                <a:gd name="T1" fmla="*/ 6 h 125"/>
                <a:gd name="T2" fmla="*/ 119 w 140"/>
                <a:gd name="T3" fmla="*/ 1 h 125"/>
                <a:gd name="T4" fmla="*/ 108 w 140"/>
                <a:gd name="T5" fmla="*/ 2 h 125"/>
                <a:gd name="T6" fmla="*/ 93 w 140"/>
                <a:gd name="T7" fmla="*/ 7 h 125"/>
                <a:gd name="T8" fmla="*/ 90 w 140"/>
                <a:gd name="T9" fmla="*/ 12 h 125"/>
                <a:gd name="T10" fmla="*/ 88 w 140"/>
                <a:gd name="T11" fmla="*/ 23 h 125"/>
                <a:gd name="T12" fmla="*/ 78 w 140"/>
                <a:gd name="T13" fmla="*/ 29 h 125"/>
                <a:gd name="T14" fmla="*/ 75 w 140"/>
                <a:gd name="T15" fmla="*/ 38 h 125"/>
                <a:gd name="T16" fmla="*/ 68 w 140"/>
                <a:gd name="T17" fmla="*/ 51 h 125"/>
                <a:gd name="T18" fmla="*/ 53 w 140"/>
                <a:gd name="T19" fmla="*/ 56 h 125"/>
                <a:gd name="T20" fmla="*/ 47 w 140"/>
                <a:gd name="T21" fmla="*/ 68 h 125"/>
                <a:gd name="T22" fmla="*/ 0 w 140"/>
                <a:gd name="T23" fmla="*/ 71 h 125"/>
                <a:gd name="T24" fmla="*/ 13 w 140"/>
                <a:gd name="T25" fmla="*/ 83 h 125"/>
                <a:gd name="T26" fmla="*/ 19 w 140"/>
                <a:gd name="T27" fmla="*/ 98 h 125"/>
                <a:gd name="T28" fmla="*/ 6 w 140"/>
                <a:gd name="T29" fmla="*/ 109 h 125"/>
                <a:gd name="T30" fmla="*/ 22 w 140"/>
                <a:gd name="T31" fmla="*/ 110 h 125"/>
                <a:gd name="T32" fmla="*/ 42 w 140"/>
                <a:gd name="T33" fmla="*/ 109 h 125"/>
                <a:gd name="T34" fmla="*/ 53 w 140"/>
                <a:gd name="T35" fmla="*/ 116 h 125"/>
                <a:gd name="T36" fmla="*/ 62 w 140"/>
                <a:gd name="T37" fmla="*/ 125 h 125"/>
                <a:gd name="T38" fmla="*/ 63 w 140"/>
                <a:gd name="T39" fmla="*/ 125 h 125"/>
                <a:gd name="T40" fmla="*/ 79 w 140"/>
                <a:gd name="T41" fmla="*/ 119 h 125"/>
                <a:gd name="T42" fmla="*/ 82 w 140"/>
                <a:gd name="T43" fmla="*/ 110 h 125"/>
                <a:gd name="T44" fmla="*/ 73 w 140"/>
                <a:gd name="T45" fmla="*/ 95 h 125"/>
                <a:gd name="T46" fmla="*/ 86 w 140"/>
                <a:gd name="T47" fmla="*/ 88 h 125"/>
                <a:gd name="T48" fmla="*/ 96 w 140"/>
                <a:gd name="T49" fmla="*/ 81 h 125"/>
                <a:gd name="T50" fmla="*/ 107 w 140"/>
                <a:gd name="T51" fmla="*/ 68 h 125"/>
                <a:gd name="T52" fmla="*/ 116 w 140"/>
                <a:gd name="T53" fmla="*/ 59 h 125"/>
                <a:gd name="T54" fmla="*/ 122 w 140"/>
                <a:gd name="T55" fmla="*/ 47 h 125"/>
                <a:gd name="T56" fmla="*/ 113 w 140"/>
                <a:gd name="T57" fmla="*/ 35 h 125"/>
                <a:gd name="T58" fmla="*/ 116 w 140"/>
                <a:gd name="T59" fmla="*/ 22 h 125"/>
                <a:gd name="T60" fmla="*/ 137 w 140"/>
                <a:gd name="T61" fmla="*/ 21 h 125"/>
                <a:gd name="T62" fmla="*/ 133 w 140"/>
                <a:gd name="T63" fmla="*/ 13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0" h="125">
                  <a:moveTo>
                    <a:pt x="133" y="13"/>
                  </a:moveTo>
                  <a:cubicBezTo>
                    <a:pt x="129" y="11"/>
                    <a:pt x="129" y="8"/>
                    <a:pt x="129" y="6"/>
                  </a:cubicBezTo>
                  <a:cubicBezTo>
                    <a:pt x="129" y="5"/>
                    <a:pt x="124" y="3"/>
                    <a:pt x="121" y="0"/>
                  </a:cubicBezTo>
                  <a:cubicBezTo>
                    <a:pt x="121" y="0"/>
                    <a:pt x="120" y="0"/>
                    <a:pt x="119" y="1"/>
                  </a:cubicBezTo>
                  <a:cubicBezTo>
                    <a:pt x="118" y="0"/>
                    <a:pt x="118" y="0"/>
                    <a:pt x="117" y="0"/>
                  </a:cubicBezTo>
                  <a:cubicBezTo>
                    <a:pt x="114" y="2"/>
                    <a:pt x="110" y="3"/>
                    <a:pt x="108" y="2"/>
                  </a:cubicBezTo>
                  <a:cubicBezTo>
                    <a:pt x="106" y="1"/>
                    <a:pt x="100" y="3"/>
                    <a:pt x="97" y="6"/>
                  </a:cubicBezTo>
                  <a:cubicBezTo>
                    <a:pt x="96" y="7"/>
                    <a:pt x="94" y="7"/>
                    <a:pt x="93" y="7"/>
                  </a:cubicBezTo>
                  <a:cubicBezTo>
                    <a:pt x="92" y="7"/>
                    <a:pt x="92" y="8"/>
                    <a:pt x="91" y="8"/>
                  </a:cubicBezTo>
                  <a:cubicBezTo>
                    <a:pt x="89" y="8"/>
                    <a:pt x="88" y="10"/>
                    <a:pt x="90" y="12"/>
                  </a:cubicBezTo>
                  <a:cubicBezTo>
                    <a:pt x="92" y="14"/>
                    <a:pt x="91" y="15"/>
                    <a:pt x="92" y="17"/>
                  </a:cubicBezTo>
                  <a:cubicBezTo>
                    <a:pt x="92" y="19"/>
                    <a:pt x="89" y="21"/>
                    <a:pt x="88" y="23"/>
                  </a:cubicBezTo>
                  <a:cubicBezTo>
                    <a:pt x="86" y="25"/>
                    <a:pt x="88" y="27"/>
                    <a:pt x="87" y="30"/>
                  </a:cubicBezTo>
                  <a:cubicBezTo>
                    <a:pt x="86" y="32"/>
                    <a:pt x="79" y="28"/>
                    <a:pt x="78" y="29"/>
                  </a:cubicBezTo>
                  <a:cubicBezTo>
                    <a:pt x="77" y="30"/>
                    <a:pt x="80" y="33"/>
                    <a:pt x="80" y="35"/>
                  </a:cubicBezTo>
                  <a:cubicBezTo>
                    <a:pt x="81" y="36"/>
                    <a:pt x="78" y="38"/>
                    <a:pt x="75" y="38"/>
                  </a:cubicBezTo>
                  <a:cubicBezTo>
                    <a:pt x="72" y="39"/>
                    <a:pt x="72" y="42"/>
                    <a:pt x="72" y="47"/>
                  </a:cubicBezTo>
                  <a:cubicBezTo>
                    <a:pt x="72" y="52"/>
                    <a:pt x="69" y="53"/>
                    <a:pt x="68" y="51"/>
                  </a:cubicBezTo>
                  <a:cubicBezTo>
                    <a:pt x="67" y="49"/>
                    <a:pt x="59" y="52"/>
                    <a:pt x="59" y="54"/>
                  </a:cubicBezTo>
                  <a:cubicBezTo>
                    <a:pt x="59" y="56"/>
                    <a:pt x="56" y="56"/>
                    <a:pt x="53" y="56"/>
                  </a:cubicBezTo>
                  <a:cubicBezTo>
                    <a:pt x="50" y="55"/>
                    <a:pt x="47" y="58"/>
                    <a:pt x="46" y="60"/>
                  </a:cubicBezTo>
                  <a:cubicBezTo>
                    <a:pt x="46" y="61"/>
                    <a:pt x="48" y="67"/>
                    <a:pt x="47" y="68"/>
                  </a:cubicBezTo>
                  <a:cubicBezTo>
                    <a:pt x="47" y="69"/>
                    <a:pt x="19" y="73"/>
                    <a:pt x="13" y="72"/>
                  </a:cubicBezTo>
                  <a:cubicBezTo>
                    <a:pt x="9" y="71"/>
                    <a:pt x="4" y="71"/>
                    <a:pt x="0" y="71"/>
                  </a:cubicBezTo>
                  <a:cubicBezTo>
                    <a:pt x="2" y="72"/>
                    <a:pt x="4" y="74"/>
                    <a:pt x="4" y="75"/>
                  </a:cubicBezTo>
                  <a:cubicBezTo>
                    <a:pt x="5" y="78"/>
                    <a:pt x="9" y="81"/>
                    <a:pt x="13" y="83"/>
                  </a:cubicBezTo>
                  <a:cubicBezTo>
                    <a:pt x="17" y="84"/>
                    <a:pt x="15" y="91"/>
                    <a:pt x="17" y="92"/>
                  </a:cubicBezTo>
                  <a:cubicBezTo>
                    <a:pt x="19" y="93"/>
                    <a:pt x="22" y="98"/>
                    <a:pt x="19" y="98"/>
                  </a:cubicBezTo>
                  <a:cubicBezTo>
                    <a:pt x="16" y="99"/>
                    <a:pt x="14" y="99"/>
                    <a:pt x="11" y="101"/>
                  </a:cubicBezTo>
                  <a:cubicBezTo>
                    <a:pt x="9" y="102"/>
                    <a:pt x="6" y="105"/>
                    <a:pt x="6" y="109"/>
                  </a:cubicBezTo>
                  <a:cubicBezTo>
                    <a:pt x="6" y="110"/>
                    <a:pt x="6" y="110"/>
                    <a:pt x="6" y="111"/>
                  </a:cubicBezTo>
                  <a:cubicBezTo>
                    <a:pt x="13" y="111"/>
                    <a:pt x="21" y="111"/>
                    <a:pt x="22" y="110"/>
                  </a:cubicBezTo>
                  <a:cubicBezTo>
                    <a:pt x="23" y="109"/>
                    <a:pt x="26" y="108"/>
                    <a:pt x="28" y="109"/>
                  </a:cubicBezTo>
                  <a:cubicBezTo>
                    <a:pt x="30" y="110"/>
                    <a:pt x="39" y="111"/>
                    <a:pt x="42" y="109"/>
                  </a:cubicBezTo>
                  <a:cubicBezTo>
                    <a:pt x="46" y="107"/>
                    <a:pt x="49" y="109"/>
                    <a:pt x="49" y="111"/>
                  </a:cubicBezTo>
                  <a:cubicBezTo>
                    <a:pt x="49" y="113"/>
                    <a:pt x="51" y="114"/>
                    <a:pt x="53" y="116"/>
                  </a:cubicBezTo>
                  <a:cubicBezTo>
                    <a:pt x="54" y="117"/>
                    <a:pt x="53" y="119"/>
                    <a:pt x="54" y="121"/>
                  </a:cubicBezTo>
                  <a:cubicBezTo>
                    <a:pt x="55" y="123"/>
                    <a:pt x="58" y="123"/>
                    <a:pt x="62" y="125"/>
                  </a:cubicBezTo>
                  <a:cubicBezTo>
                    <a:pt x="62" y="125"/>
                    <a:pt x="63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65" y="123"/>
                    <a:pt x="66" y="119"/>
                    <a:pt x="71" y="120"/>
                  </a:cubicBezTo>
                  <a:cubicBezTo>
                    <a:pt x="76" y="121"/>
                    <a:pt x="76" y="119"/>
                    <a:pt x="79" y="119"/>
                  </a:cubicBezTo>
                  <a:cubicBezTo>
                    <a:pt x="82" y="120"/>
                    <a:pt x="84" y="120"/>
                    <a:pt x="85" y="118"/>
                  </a:cubicBezTo>
                  <a:cubicBezTo>
                    <a:pt x="87" y="116"/>
                    <a:pt x="84" y="112"/>
                    <a:pt x="82" y="110"/>
                  </a:cubicBezTo>
                  <a:cubicBezTo>
                    <a:pt x="81" y="108"/>
                    <a:pt x="78" y="105"/>
                    <a:pt x="79" y="101"/>
                  </a:cubicBezTo>
                  <a:cubicBezTo>
                    <a:pt x="79" y="98"/>
                    <a:pt x="73" y="98"/>
                    <a:pt x="73" y="95"/>
                  </a:cubicBezTo>
                  <a:cubicBezTo>
                    <a:pt x="73" y="93"/>
                    <a:pt x="79" y="88"/>
                    <a:pt x="80" y="87"/>
                  </a:cubicBezTo>
                  <a:cubicBezTo>
                    <a:pt x="81" y="86"/>
                    <a:pt x="85" y="90"/>
                    <a:pt x="86" y="88"/>
                  </a:cubicBezTo>
                  <a:cubicBezTo>
                    <a:pt x="87" y="86"/>
                    <a:pt x="90" y="87"/>
                    <a:pt x="92" y="88"/>
                  </a:cubicBezTo>
                  <a:cubicBezTo>
                    <a:pt x="93" y="88"/>
                    <a:pt x="96" y="84"/>
                    <a:pt x="96" y="81"/>
                  </a:cubicBezTo>
                  <a:cubicBezTo>
                    <a:pt x="97" y="78"/>
                    <a:pt x="102" y="78"/>
                    <a:pt x="103" y="77"/>
                  </a:cubicBezTo>
                  <a:cubicBezTo>
                    <a:pt x="104" y="76"/>
                    <a:pt x="106" y="69"/>
                    <a:pt x="107" y="68"/>
                  </a:cubicBezTo>
                  <a:cubicBezTo>
                    <a:pt x="107" y="67"/>
                    <a:pt x="112" y="68"/>
                    <a:pt x="112" y="64"/>
                  </a:cubicBezTo>
                  <a:cubicBezTo>
                    <a:pt x="112" y="60"/>
                    <a:pt x="114" y="60"/>
                    <a:pt x="116" y="59"/>
                  </a:cubicBezTo>
                  <a:cubicBezTo>
                    <a:pt x="118" y="59"/>
                    <a:pt x="117" y="56"/>
                    <a:pt x="117" y="53"/>
                  </a:cubicBezTo>
                  <a:cubicBezTo>
                    <a:pt x="118" y="50"/>
                    <a:pt x="119" y="47"/>
                    <a:pt x="122" y="47"/>
                  </a:cubicBezTo>
                  <a:cubicBezTo>
                    <a:pt x="124" y="46"/>
                    <a:pt x="121" y="42"/>
                    <a:pt x="118" y="43"/>
                  </a:cubicBezTo>
                  <a:cubicBezTo>
                    <a:pt x="115" y="44"/>
                    <a:pt x="113" y="35"/>
                    <a:pt x="113" y="35"/>
                  </a:cubicBezTo>
                  <a:cubicBezTo>
                    <a:pt x="113" y="35"/>
                    <a:pt x="113" y="28"/>
                    <a:pt x="111" y="27"/>
                  </a:cubicBezTo>
                  <a:cubicBezTo>
                    <a:pt x="110" y="26"/>
                    <a:pt x="112" y="22"/>
                    <a:pt x="116" y="22"/>
                  </a:cubicBezTo>
                  <a:cubicBezTo>
                    <a:pt x="119" y="22"/>
                    <a:pt x="126" y="26"/>
                    <a:pt x="128" y="25"/>
                  </a:cubicBezTo>
                  <a:cubicBezTo>
                    <a:pt x="131" y="23"/>
                    <a:pt x="135" y="22"/>
                    <a:pt x="137" y="21"/>
                  </a:cubicBezTo>
                  <a:cubicBezTo>
                    <a:pt x="138" y="21"/>
                    <a:pt x="139" y="18"/>
                    <a:pt x="140" y="16"/>
                  </a:cubicBezTo>
                  <a:cubicBezTo>
                    <a:pt x="138" y="15"/>
                    <a:pt x="136" y="14"/>
                    <a:pt x="133" y="13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63" name="Freeform 176"/>
            <p:cNvSpPr>
              <a:spLocks noEditPoints="1"/>
            </p:cNvSpPr>
            <p:nvPr/>
          </p:nvSpPr>
          <p:spPr bwMode="auto">
            <a:xfrm>
              <a:off x="8199187" y="4198015"/>
              <a:ext cx="1170532" cy="439006"/>
            </a:xfrm>
            <a:custGeom>
              <a:avLst/>
              <a:gdLst>
                <a:gd name="T0" fmla="*/ 29 w 388"/>
                <a:gd name="T1" fmla="*/ 60 h 141"/>
                <a:gd name="T2" fmla="*/ 110 w 388"/>
                <a:gd name="T3" fmla="*/ 75 h 141"/>
                <a:gd name="T4" fmla="*/ 16 w 388"/>
                <a:gd name="T5" fmla="*/ 38 h 141"/>
                <a:gd name="T6" fmla="*/ 208 w 388"/>
                <a:gd name="T7" fmla="*/ 100 h 141"/>
                <a:gd name="T8" fmla="*/ 217 w 388"/>
                <a:gd name="T9" fmla="*/ 80 h 141"/>
                <a:gd name="T10" fmla="*/ 229 w 388"/>
                <a:gd name="T11" fmla="*/ 83 h 141"/>
                <a:gd name="T12" fmla="*/ 237 w 388"/>
                <a:gd name="T13" fmla="*/ 57 h 141"/>
                <a:gd name="T14" fmla="*/ 237 w 388"/>
                <a:gd name="T15" fmla="*/ 47 h 141"/>
                <a:gd name="T16" fmla="*/ 222 w 388"/>
                <a:gd name="T17" fmla="*/ 40 h 141"/>
                <a:gd name="T18" fmla="*/ 199 w 388"/>
                <a:gd name="T19" fmla="*/ 73 h 141"/>
                <a:gd name="T20" fmla="*/ 92 w 388"/>
                <a:gd name="T21" fmla="*/ 79 h 141"/>
                <a:gd name="T22" fmla="*/ 89 w 388"/>
                <a:gd name="T23" fmla="*/ 65 h 141"/>
                <a:gd name="T24" fmla="*/ 86 w 388"/>
                <a:gd name="T25" fmla="*/ 71 h 141"/>
                <a:gd name="T26" fmla="*/ 71 w 388"/>
                <a:gd name="T27" fmla="*/ 53 h 141"/>
                <a:gd name="T28" fmla="*/ 58 w 388"/>
                <a:gd name="T29" fmla="*/ 37 h 141"/>
                <a:gd name="T30" fmla="*/ 39 w 388"/>
                <a:gd name="T31" fmla="*/ 25 h 141"/>
                <a:gd name="T32" fmla="*/ 2 w 388"/>
                <a:gd name="T33" fmla="*/ 3 h 141"/>
                <a:gd name="T34" fmla="*/ 34 w 388"/>
                <a:gd name="T35" fmla="*/ 48 h 141"/>
                <a:gd name="T36" fmla="*/ 74 w 388"/>
                <a:gd name="T37" fmla="*/ 95 h 141"/>
                <a:gd name="T38" fmla="*/ 91 w 388"/>
                <a:gd name="T39" fmla="*/ 87 h 141"/>
                <a:gd name="T40" fmla="*/ 279 w 388"/>
                <a:gd name="T41" fmla="*/ 39 h 141"/>
                <a:gd name="T42" fmla="*/ 281 w 388"/>
                <a:gd name="T43" fmla="*/ 48 h 141"/>
                <a:gd name="T44" fmla="*/ 260 w 388"/>
                <a:gd name="T45" fmla="*/ 79 h 141"/>
                <a:gd name="T46" fmla="*/ 207 w 388"/>
                <a:gd name="T47" fmla="*/ 125 h 141"/>
                <a:gd name="T48" fmla="*/ 241 w 388"/>
                <a:gd name="T49" fmla="*/ 121 h 141"/>
                <a:gd name="T50" fmla="*/ 289 w 388"/>
                <a:gd name="T51" fmla="*/ 80 h 141"/>
                <a:gd name="T52" fmla="*/ 163 w 388"/>
                <a:gd name="T53" fmla="*/ 118 h 141"/>
                <a:gd name="T54" fmla="*/ 147 w 388"/>
                <a:gd name="T55" fmla="*/ 110 h 141"/>
                <a:gd name="T56" fmla="*/ 92 w 388"/>
                <a:gd name="T57" fmla="*/ 103 h 141"/>
                <a:gd name="T58" fmla="*/ 98 w 388"/>
                <a:gd name="T59" fmla="*/ 114 h 141"/>
                <a:gd name="T60" fmla="*/ 150 w 388"/>
                <a:gd name="T61" fmla="*/ 123 h 141"/>
                <a:gd name="T62" fmla="*/ 163 w 388"/>
                <a:gd name="T63" fmla="*/ 118 h 141"/>
                <a:gd name="T64" fmla="*/ 338 w 388"/>
                <a:gd name="T65" fmla="*/ 79 h 141"/>
                <a:gd name="T66" fmla="*/ 302 w 388"/>
                <a:gd name="T67" fmla="*/ 61 h 141"/>
                <a:gd name="T68" fmla="*/ 325 w 388"/>
                <a:gd name="T69" fmla="*/ 70 h 141"/>
                <a:gd name="T70" fmla="*/ 312 w 388"/>
                <a:gd name="T71" fmla="*/ 75 h 141"/>
                <a:gd name="T72" fmla="*/ 332 w 388"/>
                <a:gd name="T73" fmla="*/ 85 h 141"/>
                <a:gd name="T74" fmla="*/ 367 w 388"/>
                <a:gd name="T75" fmla="*/ 107 h 141"/>
                <a:gd name="T76" fmla="*/ 379 w 388"/>
                <a:gd name="T77" fmla="*/ 120 h 141"/>
                <a:gd name="T78" fmla="*/ 359 w 388"/>
                <a:gd name="T79" fmla="*/ 64 h 141"/>
                <a:gd name="T80" fmla="*/ 247 w 388"/>
                <a:gd name="T81" fmla="*/ 130 h 141"/>
                <a:gd name="T82" fmla="*/ 251 w 388"/>
                <a:gd name="T83" fmla="*/ 132 h 141"/>
                <a:gd name="T84" fmla="*/ 254 w 388"/>
                <a:gd name="T85" fmla="*/ 130 h 141"/>
                <a:gd name="T86" fmla="*/ 187 w 388"/>
                <a:gd name="T87" fmla="*/ 50 h 141"/>
                <a:gd name="T88" fmla="*/ 191 w 388"/>
                <a:gd name="T89" fmla="*/ 29 h 141"/>
                <a:gd name="T90" fmla="*/ 190 w 388"/>
                <a:gd name="T91" fmla="*/ 15 h 141"/>
                <a:gd name="T92" fmla="*/ 168 w 388"/>
                <a:gd name="T93" fmla="*/ 26 h 141"/>
                <a:gd name="T94" fmla="*/ 150 w 388"/>
                <a:gd name="T95" fmla="*/ 38 h 141"/>
                <a:gd name="T96" fmla="*/ 124 w 388"/>
                <a:gd name="T97" fmla="*/ 39 h 141"/>
                <a:gd name="T98" fmla="*/ 115 w 388"/>
                <a:gd name="T99" fmla="*/ 45 h 141"/>
                <a:gd name="T100" fmla="*/ 134 w 388"/>
                <a:gd name="T101" fmla="*/ 77 h 141"/>
                <a:gd name="T102" fmla="*/ 163 w 388"/>
                <a:gd name="T103" fmla="*/ 83 h 141"/>
                <a:gd name="T104" fmla="*/ 200 w 388"/>
                <a:gd name="T105" fmla="*/ 133 h 141"/>
                <a:gd name="T106" fmla="*/ 200 w 388"/>
                <a:gd name="T107" fmla="*/ 133 h 141"/>
                <a:gd name="T108" fmla="*/ 176 w 388"/>
                <a:gd name="T109" fmla="*/ 126 h 141"/>
                <a:gd name="T110" fmla="*/ 188 w 388"/>
                <a:gd name="T111" fmla="*/ 12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88" h="141">
                  <a:moveTo>
                    <a:pt x="29" y="60"/>
                  </a:moveTo>
                  <a:cubicBezTo>
                    <a:pt x="28" y="61"/>
                    <a:pt x="31" y="66"/>
                    <a:pt x="33" y="65"/>
                  </a:cubicBezTo>
                  <a:cubicBezTo>
                    <a:pt x="34" y="63"/>
                    <a:pt x="30" y="56"/>
                    <a:pt x="29" y="60"/>
                  </a:cubicBezTo>
                  <a:close/>
                  <a:moveTo>
                    <a:pt x="110" y="75"/>
                  </a:moveTo>
                  <a:cubicBezTo>
                    <a:pt x="110" y="73"/>
                    <a:pt x="104" y="74"/>
                    <a:pt x="105" y="77"/>
                  </a:cubicBezTo>
                  <a:cubicBezTo>
                    <a:pt x="107" y="80"/>
                    <a:pt x="110" y="77"/>
                    <a:pt x="110" y="75"/>
                  </a:cubicBezTo>
                  <a:close/>
                  <a:moveTo>
                    <a:pt x="16" y="38"/>
                  </a:moveTo>
                  <a:cubicBezTo>
                    <a:pt x="16" y="41"/>
                    <a:pt x="19" y="48"/>
                    <a:pt x="22" y="45"/>
                  </a:cubicBezTo>
                  <a:cubicBezTo>
                    <a:pt x="25" y="42"/>
                    <a:pt x="17" y="36"/>
                    <a:pt x="16" y="38"/>
                  </a:cubicBezTo>
                  <a:close/>
                  <a:moveTo>
                    <a:pt x="204" y="81"/>
                  </a:moveTo>
                  <a:cubicBezTo>
                    <a:pt x="208" y="81"/>
                    <a:pt x="208" y="87"/>
                    <a:pt x="207" y="90"/>
                  </a:cubicBezTo>
                  <a:cubicBezTo>
                    <a:pt x="206" y="93"/>
                    <a:pt x="205" y="101"/>
                    <a:pt x="208" y="100"/>
                  </a:cubicBezTo>
                  <a:cubicBezTo>
                    <a:pt x="212" y="98"/>
                    <a:pt x="214" y="93"/>
                    <a:pt x="212" y="91"/>
                  </a:cubicBezTo>
                  <a:cubicBezTo>
                    <a:pt x="210" y="90"/>
                    <a:pt x="210" y="79"/>
                    <a:pt x="211" y="76"/>
                  </a:cubicBezTo>
                  <a:cubicBezTo>
                    <a:pt x="212" y="73"/>
                    <a:pt x="219" y="75"/>
                    <a:pt x="217" y="80"/>
                  </a:cubicBezTo>
                  <a:cubicBezTo>
                    <a:pt x="214" y="84"/>
                    <a:pt x="221" y="83"/>
                    <a:pt x="221" y="88"/>
                  </a:cubicBezTo>
                  <a:cubicBezTo>
                    <a:pt x="221" y="93"/>
                    <a:pt x="224" y="90"/>
                    <a:pt x="228" y="89"/>
                  </a:cubicBezTo>
                  <a:cubicBezTo>
                    <a:pt x="232" y="88"/>
                    <a:pt x="232" y="85"/>
                    <a:pt x="229" y="83"/>
                  </a:cubicBezTo>
                  <a:cubicBezTo>
                    <a:pt x="226" y="80"/>
                    <a:pt x="231" y="75"/>
                    <a:pt x="227" y="73"/>
                  </a:cubicBezTo>
                  <a:cubicBezTo>
                    <a:pt x="224" y="70"/>
                    <a:pt x="221" y="67"/>
                    <a:pt x="224" y="66"/>
                  </a:cubicBezTo>
                  <a:cubicBezTo>
                    <a:pt x="228" y="65"/>
                    <a:pt x="238" y="59"/>
                    <a:pt x="237" y="57"/>
                  </a:cubicBezTo>
                  <a:cubicBezTo>
                    <a:pt x="236" y="54"/>
                    <a:pt x="221" y="57"/>
                    <a:pt x="220" y="62"/>
                  </a:cubicBezTo>
                  <a:cubicBezTo>
                    <a:pt x="219" y="66"/>
                    <a:pt x="208" y="61"/>
                    <a:pt x="210" y="53"/>
                  </a:cubicBezTo>
                  <a:cubicBezTo>
                    <a:pt x="211" y="46"/>
                    <a:pt x="231" y="44"/>
                    <a:pt x="237" y="47"/>
                  </a:cubicBezTo>
                  <a:cubicBezTo>
                    <a:pt x="243" y="50"/>
                    <a:pt x="250" y="43"/>
                    <a:pt x="252" y="38"/>
                  </a:cubicBezTo>
                  <a:cubicBezTo>
                    <a:pt x="254" y="34"/>
                    <a:pt x="247" y="39"/>
                    <a:pt x="243" y="42"/>
                  </a:cubicBezTo>
                  <a:cubicBezTo>
                    <a:pt x="239" y="45"/>
                    <a:pt x="228" y="42"/>
                    <a:pt x="222" y="40"/>
                  </a:cubicBezTo>
                  <a:cubicBezTo>
                    <a:pt x="216" y="38"/>
                    <a:pt x="217" y="43"/>
                    <a:pt x="212" y="44"/>
                  </a:cubicBezTo>
                  <a:cubicBezTo>
                    <a:pt x="207" y="45"/>
                    <a:pt x="208" y="55"/>
                    <a:pt x="206" y="56"/>
                  </a:cubicBezTo>
                  <a:cubicBezTo>
                    <a:pt x="204" y="58"/>
                    <a:pt x="204" y="65"/>
                    <a:pt x="199" y="73"/>
                  </a:cubicBezTo>
                  <a:cubicBezTo>
                    <a:pt x="195" y="80"/>
                    <a:pt x="201" y="81"/>
                    <a:pt x="204" y="81"/>
                  </a:cubicBezTo>
                  <a:close/>
                  <a:moveTo>
                    <a:pt x="91" y="87"/>
                  </a:moveTo>
                  <a:cubicBezTo>
                    <a:pt x="90" y="84"/>
                    <a:pt x="92" y="81"/>
                    <a:pt x="92" y="79"/>
                  </a:cubicBezTo>
                  <a:cubicBezTo>
                    <a:pt x="92" y="77"/>
                    <a:pt x="93" y="76"/>
                    <a:pt x="95" y="77"/>
                  </a:cubicBezTo>
                  <a:cubicBezTo>
                    <a:pt x="98" y="77"/>
                    <a:pt x="97" y="72"/>
                    <a:pt x="96" y="72"/>
                  </a:cubicBezTo>
                  <a:cubicBezTo>
                    <a:pt x="94" y="71"/>
                    <a:pt x="93" y="65"/>
                    <a:pt x="89" y="65"/>
                  </a:cubicBezTo>
                  <a:cubicBezTo>
                    <a:pt x="84" y="65"/>
                    <a:pt x="85" y="68"/>
                    <a:pt x="88" y="69"/>
                  </a:cubicBezTo>
                  <a:cubicBezTo>
                    <a:pt x="90" y="69"/>
                    <a:pt x="92" y="71"/>
                    <a:pt x="91" y="73"/>
                  </a:cubicBezTo>
                  <a:cubicBezTo>
                    <a:pt x="90" y="74"/>
                    <a:pt x="89" y="71"/>
                    <a:pt x="86" y="71"/>
                  </a:cubicBezTo>
                  <a:cubicBezTo>
                    <a:pt x="82" y="71"/>
                    <a:pt x="84" y="67"/>
                    <a:pt x="80" y="67"/>
                  </a:cubicBezTo>
                  <a:cubicBezTo>
                    <a:pt x="76" y="66"/>
                    <a:pt x="77" y="59"/>
                    <a:pt x="73" y="59"/>
                  </a:cubicBezTo>
                  <a:cubicBezTo>
                    <a:pt x="69" y="59"/>
                    <a:pt x="68" y="56"/>
                    <a:pt x="71" y="53"/>
                  </a:cubicBezTo>
                  <a:cubicBezTo>
                    <a:pt x="74" y="51"/>
                    <a:pt x="67" y="48"/>
                    <a:pt x="67" y="45"/>
                  </a:cubicBezTo>
                  <a:cubicBezTo>
                    <a:pt x="67" y="42"/>
                    <a:pt x="62" y="44"/>
                    <a:pt x="62" y="42"/>
                  </a:cubicBezTo>
                  <a:cubicBezTo>
                    <a:pt x="62" y="39"/>
                    <a:pt x="60" y="40"/>
                    <a:pt x="58" y="37"/>
                  </a:cubicBezTo>
                  <a:cubicBezTo>
                    <a:pt x="56" y="34"/>
                    <a:pt x="55" y="37"/>
                    <a:pt x="53" y="35"/>
                  </a:cubicBezTo>
                  <a:cubicBezTo>
                    <a:pt x="51" y="33"/>
                    <a:pt x="48" y="31"/>
                    <a:pt x="46" y="32"/>
                  </a:cubicBezTo>
                  <a:cubicBezTo>
                    <a:pt x="45" y="33"/>
                    <a:pt x="41" y="29"/>
                    <a:pt x="39" y="25"/>
                  </a:cubicBezTo>
                  <a:cubicBezTo>
                    <a:pt x="38" y="22"/>
                    <a:pt x="27" y="17"/>
                    <a:pt x="25" y="12"/>
                  </a:cubicBezTo>
                  <a:cubicBezTo>
                    <a:pt x="24" y="8"/>
                    <a:pt x="20" y="6"/>
                    <a:pt x="13" y="7"/>
                  </a:cubicBezTo>
                  <a:cubicBezTo>
                    <a:pt x="6" y="7"/>
                    <a:pt x="4" y="0"/>
                    <a:pt x="2" y="3"/>
                  </a:cubicBezTo>
                  <a:cubicBezTo>
                    <a:pt x="0" y="8"/>
                    <a:pt x="9" y="17"/>
                    <a:pt x="13" y="20"/>
                  </a:cubicBezTo>
                  <a:cubicBezTo>
                    <a:pt x="18" y="22"/>
                    <a:pt x="20" y="31"/>
                    <a:pt x="25" y="31"/>
                  </a:cubicBezTo>
                  <a:cubicBezTo>
                    <a:pt x="30" y="32"/>
                    <a:pt x="30" y="48"/>
                    <a:pt x="34" y="48"/>
                  </a:cubicBezTo>
                  <a:cubicBezTo>
                    <a:pt x="38" y="49"/>
                    <a:pt x="46" y="61"/>
                    <a:pt x="47" y="68"/>
                  </a:cubicBezTo>
                  <a:cubicBezTo>
                    <a:pt x="48" y="74"/>
                    <a:pt x="56" y="78"/>
                    <a:pt x="59" y="82"/>
                  </a:cubicBezTo>
                  <a:cubicBezTo>
                    <a:pt x="62" y="87"/>
                    <a:pt x="73" y="93"/>
                    <a:pt x="74" y="95"/>
                  </a:cubicBezTo>
                  <a:cubicBezTo>
                    <a:pt x="76" y="97"/>
                    <a:pt x="77" y="102"/>
                    <a:pt x="79" y="100"/>
                  </a:cubicBezTo>
                  <a:cubicBezTo>
                    <a:pt x="80" y="97"/>
                    <a:pt x="85" y="100"/>
                    <a:pt x="88" y="100"/>
                  </a:cubicBezTo>
                  <a:cubicBezTo>
                    <a:pt x="90" y="100"/>
                    <a:pt x="91" y="91"/>
                    <a:pt x="91" y="87"/>
                  </a:cubicBezTo>
                  <a:close/>
                  <a:moveTo>
                    <a:pt x="281" y="48"/>
                  </a:moveTo>
                  <a:cubicBezTo>
                    <a:pt x="286" y="48"/>
                    <a:pt x="284" y="45"/>
                    <a:pt x="284" y="41"/>
                  </a:cubicBezTo>
                  <a:cubicBezTo>
                    <a:pt x="284" y="38"/>
                    <a:pt x="279" y="41"/>
                    <a:pt x="279" y="39"/>
                  </a:cubicBezTo>
                  <a:cubicBezTo>
                    <a:pt x="279" y="37"/>
                    <a:pt x="277" y="30"/>
                    <a:pt x="273" y="36"/>
                  </a:cubicBezTo>
                  <a:cubicBezTo>
                    <a:pt x="269" y="41"/>
                    <a:pt x="274" y="55"/>
                    <a:pt x="278" y="54"/>
                  </a:cubicBezTo>
                  <a:cubicBezTo>
                    <a:pt x="280" y="54"/>
                    <a:pt x="275" y="47"/>
                    <a:pt x="281" y="48"/>
                  </a:cubicBezTo>
                  <a:close/>
                  <a:moveTo>
                    <a:pt x="260" y="79"/>
                  </a:moveTo>
                  <a:cubicBezTo>
                    <a:pt x="261" y="83"/>
                    <a:pt x="269" y="85"/>
                    <a:pt x="271" y="82"/>
                  </a:cubicBezTo>
                  <a:cubicBezTo>
                    <a:pt x="273" y="78"/>
                    <a:pt x="259" y="74"/>
                    <a:pt x="260" y="79"/>
                  </a:cubicBezTo>
                  <a:close/>
                  <a:moveTo>
                    <a:pt x="241" y="121"/>
                  </a:moveTo>
                  <a:cubicBezTo>
                    <a:pt x="234" y="120"/>
                    <a:pt x="229" y="125"/>
                    <a:pt x="223" y="122"/>
                  </a:cubicBezTo>
                  <a:cubicBezTo>
                    <a:pt x="216" y="120"/>
                    <a:pt x="206" y="122"/>
                    <a:pt x="207" y="125"/>
                  </a:cubicBezTo>
                  <a:cubicBezTo>
                    <a:pt x="208" y="127"/>
                    <a:pt x="214" y="127"/>
                    <a:pt x="221" y="127"/>
                  </a:cubicBezTo>
                  <a:cubicBezTo>
                    <a:pt x="227" y="127"/>
                    <a:pt x="233" y="124"/>
                    <a:pt x="238" y="123"/>
                  </a:cubicBezTo>
                  <a:cubicBezTo>
                    <a:pt x="242" y="123"/>
                    <a:pt x="247" y="122"/>
                    <a:pt x="241" y="121"/>
                  </a:cubicBezTo>
                  <a:close/>
                  <a:moveTo>
                    <a:pt x="294" y="75"/>
                  </a:moveTo>
                  <a:cubicBezTo>
                    <a:pt x="287" y="73"/>
                    <a:pt x="276" y="75"/>
                    <a:pt x="278" y="78"/>
                  </a:cubicBezTo>
                  <a:cubicBezTo>
                    <a:pt x="279" y="81"/>
                    <a:pt x="284" y="80"/>
                    <a:pt x="289" y="80"/>
                  </a:cubicBezTo>
                  <a:cubicBezTo>
                    <a:pt x="294" y="80"/>
                    <a:pt x="297" y="84"/>
                    <a:pt x="300" y="84"/>
                  </a:cubicBezTo>
                  <a:cubicBezTo>
                    <a:pt x="302" y="84"/>
                    <a:pt x="300" y="77"/>
                    <a:pt x="294" y="75"/>
                  </a:cubicBezTo>
                  <a:close/>
                  <a:moveTo>
                    <a:pt x="163" y="118"/>
                  </a:moveTo>
                  <a:cubicBezTo>
                    <a:pt x="163" y="115"/>
                    <a:pt x="153" y="118"/>
                    <a:pt x="148" y="116"/>
                  </a:cubicBezTo>
                  <a:cubicBezTo>
                    <a:pt x="143" y="114"/>
                    <a:pt x="153" y="112"/>
                    <a:pt x="157" y="110"/>
                  </a:cubicBezTo>
                  <a:cubicBezTo>
                    <a:pt x="160" y="108"/>
                    <a:pt x="155" y="107"/>
                    <a:pt x="147" y="110"/>
                  </a:cubicBezTo>
                  <a:cubicBezTo>
                    <a:pt x="139" y="112"/>
                    <a:pt x="129" y="104"/>
                    <a:pt x="129" y="108"/>
                  </a:cubicBezTo>
                  <a:cubicBezTo>
                    <a:pt x="129" y="111"/>
                    <a:pt x="115" y="106"/>
                    <a:pt x="111" y="104"/>
                  </a:cubicBezTo>
                  <a:cubicBezTo>
                    <a:pt x="108" y="101"/>
                    <a:pt x="94" y="98"/>
                    <a:pt x="92" y="103"/>
                  </a:cubicBezTo>
                  <a:cubicBezTo>
                    <a:pt x="89" y="108"/>
                    <a:pt x="86" y="103"/>
                    <a:pt x="88" y="108"/>
                  </a:cubicBezTo>
                  <a:cubicBezTo>
                    <a:pt x="88" y="111"/>
                    <a:pt x="92" y="109"/>
                    <a:pt x="94" y="109"/>
                  </a:cubicBezTo>
                  <a:cubicBezTo>
                    <a:pt x="96" y="109"/>
                    <a:pt x="95" y="113"/>
                    <a:pt x="98" y="114"/>
                  </a:cubicBezTo>
                  <a:cubicBezTo>
                    <a:pt x="102" y="114"/>
                    <a:pt x="112" y="117"/>
                    <a:pt x="113" y="115"/>
                  </a:cubicBezTo>
                  <a:cubicBezTo>
                    <a:pt x="114" y="113"/>
                    <a:pt x="124" y="115"/>
                    <a:pt x="129" y="119"/>
                  </a:cubicBezTo>
                  <a:cubicBezTo>
                    <a:pt x="134" y="123"/>
                    <a:pt x="146" y="123"/>
                    <a:pt x="150" y="123"/>
                  </a:cubicBezTo>
                  <a:cubicBezTo>
                    <a:pt x="155" y="122"/>
                    <a:pt x="160" y="126"/>
                    <a:pt x="161" y="123"/>
                  </a:cubicBezTo>
                  <a:cubicBezTo>
                    <a:pt x="163" y="121"/>
                    <a:pt x="166" y="127"/>
                    <a:pt x="171" y="123"/>
                  </a:cubicBezTo>
                  <a:cubicBezTo>
                    <a:pt x="176" y="120"/>
                    <a:pt x="163" y="121"/>
                    <a:pt x="163" y="118"/>
                  </a:cubicBezTo>
                  <a:close/>
                  <a:moveTo>
                    <a:pt x="359" y="64"/>
                  </a:moveTo>
                  <a:cubicBezTo>
                    <a:pt x="355" y="64"/>
                    <a:pt x="354" y="71"/>
                    <a:pt x="351" y="71"/>
                  </a:cubicBezTo>
                  <a:cubicBezTo>
                    <a:pt x="348" y="71"/>
                    <a:pt x="343" y="77"/>
                    <a:pt x="338" y="79"/>
                  </a:cubicBezTo>
                  <a:cubicBezTo>
                    <a:pt x="332" y="81"/>
                    <a:pt x="331" y="62"/>
                    <a:pt x="329" y="58"/>
                  </a:cubicBezTo>
                  <a:cubicBezTo>
                    <a:pt x="326" y="55"/>
                    <a:pt x="311" y="52"/>
                    <a:pt x="309" y="56"/>
                  </a:cubicBezTo>
                  <a:cubicBezTo>
                    <a:pt x="308" y="60"/>
                    <a:pt x="303" y="58"/>
                    <a:pt x="302" y="61"/>
                  </a:cubicBezTo>
                  <a:cubicBezTo>
                    <a:pt x="302" y="65"/>
                    <a:pt x="303" y="64"/>
                    <a:pt x="307" y="64"/>
                  </a:cubicBezTo>
                  <a:cubicBezTo>
                    <a:pt x="310" y="64"/>
                    <a:pt x="310" y="66"/>
                    <a:pt x="311" y="69"/>
                  </a:cubicBezTo>
                  <a:cubicBezTo>
                    <a:pt x="313" y="73"/>
                    <a:pt x="322" y="70"/>
                    <a:pt x="325" y="70"/>
                  </a:cubicBezTo>
                  <a:cubicBezTo>
                    <a:pt x="328" y="70"/>
                    <a:pt x="328" y="74"/>
                    <a:pt x="324" y="73"/>
                  </a:cubicBezTo>
                  <a:cubicBezTo>
                    <a:pt x="320" y="71"/>
                    <a:pt x="320" y="75"/>
                    <a:pt x="317" y="74"/>
                  </a:cubicBezTo>
                  <a:cubicBezTo>
                    <a:pt x="314" y="73"/>
                    <a:pt x="310" y="73"/>
                    <a:pt x="312" y="75"/>
                  </a:cubicBezTo>
                  <a:cubicBezTo>
                    <a:pt x="314" y="77"/>
                    <a:pt x="317" y="79"/>
                    <a:pt x="317" y="83"/>
                  </a:cubicBezTo>
                  <a:cubicBezTo>
                    <a:pt x="317" y="86"/>
                    <a:pt x="323" y="86"/>
                    <a:pt x="323" y="83"/>
                  </a:cubicBezTo>
                  <a:cubicBezTo>
                    <a:pt x="323" y="79"/>
                    <a:pt x="326" y="83"/>
                    <a:pt x="332" y="85"/>
                  </a:cubicBezTo>
                  <a:cubicBezTo>
                    <a:pt x="337" y="86"/>
                    <a:pt x="333" y="89"/>
                    <a:pt x="339" y="89"/>
                  </a:cubicBezTo>
                  <a:cubicBezTo>
                    <a:pt x="345" y="89"/>
                    <a:pt x="358" y="93"/>
                    <a:pt x="363" y="97"/>
                  </a:cubicBezTo>
                  <a:cubicBezTo>
                    <a:pt x="368" y="101"/>
                    <a:pt x="364" y="103"/>
                    <a:pt x="367" y="107"/>
                  </a:cubicBezTo>
                  <a:cubicBezTo>
                    <a:pt x="371" y="110"/>
                    <a:pt x="372" y="114"/>
                    <a:pt x="367" y="114"/>
                  </a:cubicBezTo>
                  <a:cubicBezTo>
                    <a:pt x="363" y="114"/>
                    <a:pt x="358" y="119"/>
                    <a:pt x="359" y="121"/>
                  </a:cubicBezTo>
                  <a:cubicBezTo>
                    <a:pt x="360" y="123"/>
                    <a:pt x="375" y="120"/>
                    <a:pt x="379" y="120"/>
                  </a:cubicBezTo>
                  <a:cubicBezTo>
                    <a:pt x="381" y="120"/>
                    <a:pt x="383" y="124"/>
                    <a:pt x="388" y="127"/>
                  </a:cubicBezTo>
                  <a:cubicBezTo>
                    <a:pt x="388" y="74"/>
                    <a:pt x="388" y="74"/>
                    <a:pt x="388" y="74"/>
                  </a:cubicBezTo>
                  <a:cubicBezTo>
                    <a:pt x="377" y="70"/>
                    <a:pt x="362" y="64"/>
                    <a:pt x="359" y="64"/>
                  </a:cubicBezTo>
                  <a:close/>
                  <a:moveTo>
                    <a:pt x="251" y="127"/>
                  </a:moveTo>
                  <a:cubicBezTo>
                    <a:pt x="250" y="127"/>
                    <a:pt x="249" y="128"/>
                    <a:pt x="248" y="128"/>
                  </a:cubicBezTo>
                  <a:cubicBezTo>
                    <a:pt x="248" y="129"/>
                    <a:pt x="248" y="130"/>
                    <a:pt x="247" y="130"/>
                  </a:cubicBezTo>
                  <a:cubicBezTo>
                    <a:pt x="246" y="131"/>
                    <a:pt x="245" y="130"/>
                    <a:pt x="244" y="129"/>
                  </a:cubicBezTo>
                  <a:cubicBezTo>
                    <a:pt x="239" y="131"/>
                    <a:pt x="237" y="137"/>
                    <a:pt x="240" y="139"/>
                  </a:cubicBezTo>
                  <a:cubicBezTo>
                    <a:pt x="243" y="140"/>
                    <a:pt x="248" y="136"/>
                    <a:pt x="251" y="132"/>
                  </a:cubicBezTo>
                  <a:cubicBezTo>
                    <a:pt x="251" y="132"/>
                    <a:pt x="252" y="131"/>
                    <a:pt x="252" y="131"/>
                  </a:cubicBezTo>
                  <a:cubicBezTo>
                    <a:pt x="252" y="131"/>
                    <a:pt x="252" y="131"/>
                    <a:pt x="253" y="130"/>
                  </a:cubicBezTo>
                  <a:cubicBezTo>
                    <a:pt x="253" y="130"/>
                    <a:pt x="253" y="130"/>
                    <a:pt x="254" y="130"/>
                  </a:cubicBezTo>
                  <a:cubicBezTo>
                    <a:pt x="253" y="129"/>
                    <a:pt x="252" y="128"/>
                    <a:pt x="251" y="127"/>
                  </a:cubicBezTo>
                  <a:close/>
                  <a:moveTo>
                    <a:pt x="182" y="63"/>
                  </a:moveTo>
                  <a:cubicBezTo>
                    <a:pt x="186" y="60"/>
                    <a:pt x="187" y="55"/>
                    <a:pt x="187" y="50"/>
                  </a:cubicBezTo>
                  <a:cubicBezTo>
                    <a:pt x="186" y="45"/>
                    <a:pt x="198" y="45"/>
                    <a:pt x="199" y="43"/>
                  </a:cubicBezTo>
                  <a:cubicBezTo>
                    <a:pt x="201" y="41"/>
                    <a:pt x="197" y="37"/>
                    <a:pt x="194" y="36"/>
                  </a:cubicBezTo>
                  <a:cubicBezTo>
                    <a:pt x="190" y="34"/>
                    <a:pt x="193" y="31"/>
                    <a:pt x="191" y="29"/>
                  </a:cubicBezTo>
                  <a:cubicBezTo>
                    <a:pt x="189" y="27"/>
                    <a:pt x="185" y="22"/>
                    <a:pt x="188" y="22"/>
                  </a:cubicBezTo>
                  <a:cubicBezTo>
                    <a:pt x="191" y="22"/>
                    <a:pt x="186" y="17"/>
                    <a:pt x="189" y="16"/>
                  </a:cubicBezTo>
                  <a:cubicBezTo>
                    <a:pt x="189" y="15"/>
                    <a:pt x="189" y="15"/>
                    <a:pt x="190" y="15"/>
                  </a:cubicBezTo>
                  <a:cubicBezTo>
                    <a:pt x="188" y="14"/>
                    <a:pt x="187" y="14"/>
                    <a:pt x="186" y="14"/>
                  </a:cubicBezTo>
                  <a:cubicBezTo>
                    <a:pt x="182" y="14"/>
                    <a:pt x="172" y="13"/>
                    <a:pt x="173" y="19"/>
                  </a:cubicBezTo>
                  <a:cubicBezTo>
                    <a:pt x="173" y="25"/>
                    <a:pt x="167" y="23"/>
                    <a:pt x="168" y="26"/>
                  </a:cubicBezTo>
                  <a:cubicBezTo>
                    <a:pt x="168" y="30"/>
                    <a:pt x="165" y="30"/>
                    <a:pt x="165" y="34"/>
                  </a:cubicBezTo>
                  <a:cubicBezTo>
                    <a:pt x="166" y="39"/>
                    <a:pt x="163" y="37"/>
                    <a:pt x="158" y="39"/>
                  </a:cubicBezTo>
                  <a:cubicBezTo>
                    <a:pt x="153" y="42"/>
                    <a:pt x="155" y="38"/>
                    <a:pt x="150" y="38"/>
                  </a:cubicBezTo>
                  <a:cubicBezTo>
                    <a:pt x="145" y="38"/>
                    <a:pt x="145" y="40"/>
                    <a:pt x="142" y="41"/>
                  </a:cubicBezTo>
                  <a:cubicBezTo>
                    <a:pt x="139" y="42"/>
                    <a:pt x="133" y="41"/>
                    <a:pt x="131" y="42"/>
                  </a:cubicBezTo>
                  <a:cubicBezTo>
                    <a:pt x="129" y="44"/>
                    <a:pt x="126" y="39"/>
                    <a:pt x="124" y="39"/>
                  </a:cubicBezTo>
                  <a:cubicBezTo>
                    <a:pt x="123" y="39"/>
                    <a:pt x="122" y="36"/>
                    <a:pt x="121" y="34"/>
                  </a:cubicBezTo>
                  <a:cubicBezTo>
                    <a:pt x="121" y="33"/>
                    <a:pt x="120" y="33"/>
                    <a:pt x="120" y="33"/>
                  </a:cubicBezTo>
                  <a:cubicBezTo>
                    <a:pt x="117" y="34"/>
                    <a:pt x="112" y="42"/>
                    <a:pt x="115" y="45"/>
                  </a:cubicBezTo>
                  <a:cubicBezTo>
                    <a:pt x="118" y="49"/>
                    <a:pt x="117" y="54"/>
                    <a:pt x="119" y="57"/>
                  </a:cubicBezTo>
                  <a:cubicBezTo>
                    <a:pt x="121" y="60"/>
                    <a:pt x="126" y="60"/>
                    <a:pt x="126" y="65"/>
                  </a:cubicBezTo>
                  <a:cubicBezTo>
                    <a:pt x="126" y="71"/>
                    <a:pt x="131" y="79"/>
                    <a:pt x="134" y="77"/>
                  </a:cubicBezTo>
                  <a:cubicBezTo>
                    <a:pt x="138" y="74"/>
                    <a:pt x="140" y="78"/>
                    <a:pt x="141" y="80"/>
                  </a:cubicBezTo>
                  <a:cubicBezTo>
                    <a:pt x="142" y="82"/>
                    <a:pt x="150" y="78"/>
                    <a:pt x="152" y="79"/>
                  </a:cubicBezTo>
                  <a:cubicBezTo>
                    <a:pt x="155" y="79"/>
                    <a:pt x="163" y="81"/>
                    <a:pt x="163" y="83"/>
                  </a:cubicBezTo>
                  <a:cubicBezTo>
                    <a:pt x="164" y="86"/>
                    <a:pt x="170" y="83"/>
                    <a:pt x="175" y="82"/>
                  </a:cubicBezTo>
                  <a:cubicBezTo>
                    <a:pt x="180" y="80"/>
                    <a:pt x="177" y="66"/>
                    <a:pt x="182" y="63"/>
                  </a:cubicBezTo>
                  <a:close/>
                  <a:moveTo>
                    <a:pt x="200" y="133"/>
                  </a:moveTo>
                  <a:cubicBezTo>
                    <a:pt x="202" y="135"/>
                    <a:pt x="206" y="135"/>
                    <a:pt x="208" y="136"/>
                  </a:cubicBezTo>
                  <a:cubicBezTo>
                    <a:pt x="210" y="138"/>
                    <a:pt x="216" y="141"/>
                    <a:pt x="216" y="137"/>
                  </a:cubicBezTo>
                  <a:cubicBezTo>
                    <a:pt x="216" y="133"/>
                    <a:pt x="199" y="130"/>
                    <a:pt x="200" y="133"/>
                  </a:cubicBezTo>
                  <a:close/>
                  <a:moveTo>
                    <a:pt x="188" y="120"/>
                  </a:moveTo>
                  <a:cubicBezTo>
                    <a:pt x="187" y="123"/>
                    <a:pt x="183" y="123"/>
                    <a:pt x="180" y="121"/>
                  </a:cubicBezTo>
                  <a:cubicBezTo>
                    <a:pt x="178" y="120"/>
                    <a:pt x="175" y="124"/>
                    <a:pt x="176" y="126"/>
                  </a:cubicBezTo>
                  <a:cubicBezTo>
                    <a:pt x="177" y="127"/>
                    <a:pt x="182" y="131"/>
                    <a:pt x="188" y="128"/>
                  </a:cubicBezTo>
                  <a:cubicBezTo>
                    <a:pt x="195" y="125"/>
                    <a:pt x="199" y="128"/>
                    <a:pt x="200" y="124"/>
                  </a:cubicBezTo>
                  <a:cubicBezTo>
                    <a:pt x="202" y="121"/>
                    <a:pt x="189" y="118"/>
                    <a:pt x="188" y="12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64" name="Freeform 177"/>
            <p:cNvSpPr>
              <a:spLocks noEditPoints="1"/>
            </p:cNvSpPr>
            <p:nvPr/>
          </p:nvSpPr>
          <p:spPr bwMode="auto">
            <a:xfrm>
              <a:off x="8934913" y="4571302"/>
              <a:ext cx="85431" cy="34174"/>
            </a:xfrm>
            <a:custGeom>
              <a:avLst/>
              <a:gdLst>
                <a:gd name="T0" fmla="*/ 3 w 28"/>
                <a:gd name="T1" fmla="*/ 8 h 11"/>
                <a:gd name="T2" fmla="*/ 0 w 28"/>
                <a:gd name="T3" fmla="*/ 9 h 11"/>
                <a:gd name="T4" fmla="*/ 3 w 28"/>
                <a:gd name="T5" fmla="*/ 10 h 11"/>
                <a:gd name="T6" fmla="*/ 4 w 28"/>
                <a:gd name="T7" fmla="*/ 8 h 11"/>
                <a:gd name="T8" fmla="*/ 3 w 28"/>
                <a:gd name="T9" fmla="*/ 8 h 11"/>
                <a:gd name="T10" fmla="*/ 3 w 28"/>
                <a:gd name="T11" fmla="*/ 8 h 11"/>
                <a:gd name="T12" fmla="*/ 15 w 28"/>
                <a:gd name="T13" fmla="*/ 2 h 11"/>
                <a:gd name="T14" fmla="*/ 8 w 28"/>
                <a:gd name="T15" fmla="*/ 6 h 11"/>
                <a:gd name="T16" fmla="*/ 7 w 28"/>
                <a:gd name="T17" fmla="*/ 7 h 11"/>
                <a:gd name="T18" fmla="*/ 10 w 28"/>
                <a:gd name="T19" fmla="*/ 10 h 11"/>
                <a:gd name="T20" fmla="*/ 27 w 28"/>
                <a:gd name="T21" fmla="*/ 2 h 11"/>
                <a:gd name="T22" fmla="*/ 15 w 28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11">
                  <a:moveTo>
                    <a:pt x="3" y="8"/>
                  </a:moveTo>
                  <a:cubicBezTo>
                    <a:pt x="2" y="8"/>
                    <a:pt x="1" y="9"/>
                    <a:pt x="0" y="9"/>
                  </a:cubicBezTo>
                  <a:cubicBezTo>
                    <a:pt x="1" y="10"/>
                    <a:pt x="2" y="11"/>
                    <a:pt x="3" y="10"/>
                  </a:cubicBezTo>
                  <a:cubicBezTo>
                    <a:pt x="4" y="10"/>
                    <a:pt x="4" y="9"/>
                    <a:pt x="4" y="8"/>
                  </a:cubicBezTo>
                  <a:cubicBezTo>
                    <a:pt x="4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  <a:moveTo>
                    <a:pt x="15" y="2"/>
                  </a:moveTo>
                  <a:cubicBezTo>
                    <a:pt x="11" y="2"/>
                    <a:pt x="10" y="4"/>
                    <a:pt x="8" y="6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8" y="8"/>
                    <a:pt x="9" y="9"/>
                    <a:pt x="10" y="10"/>
                  </a:cubicBezTo>
                  <a:cubicBezTo>
                    <a:pt x="14" y="7"/>
                    <a:pt x="27" y="3"/>
                    <a:pt x="27" y="2"/>
                  </a:cubicBezTo>
                  <a:cubicBezTo>
                    <a:pt x="28" y="0"/>
                    <a:pt x="20" y="2"/>
                    <a:pt x="15" y="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65" name="Freeform 178"/>
            <p:cNvSpPr>
              <a:spLocks noEditPoints="1"/>
            </p:cNvSpPr>
            <p:nvPr/>
          </p:nvSpPr>
          <p:spPr bwMode="auto">
            <a:xfrm>
              <a:off x="5983082" y="3005867"/>
              <a:ext cx="293271" cy="327282"/>
            </a:xfrm>
            <a:custGeom>
              <a:avLst/>
              <a:gdLst>
                <a:gd name="T0" fmla="*/ 68 w 97"/>
                <a:gd name="T1" fmla="*/ 91 h 105"/>
                <a:gd name="T2" fmla="*/ 58 w 97"/>
                <a:gd name="T3" fmla="*/ 91 h 105"/>
                <a:gd name="T4" fmla="*/ 50 w 97"/>
                <a:gd name="T5" fmla="*/ 95 h 105"/>
                <a:gd name="T6" fmla="*/ 59 w 97"/>
                <a:gd name="T7" fmla="*/ 99 h 105"/>
                <a:gd name="T8" fmla="*/ 69 w 97"/>
                <a:gd name="T9" fmla="*/ 105 h 105"/>
                <a:gd name="T10" fmla="*/ 71 w 97"/>
                <a:gd name="T11" fmla="*/ 100 h 105"/>
                <a:gd name="T12" fmla="*/ 74 w 97"/>
                <a:gd name="T13" fmla="*/ 92 h 105"/>
                <a:gd name="T14" fmla="*/ 68 w 97"/>
                <a:gd name="T15" fmla="*/ 91 h 105"/>
                <a:gd name="T16" fmla="*/ 20 w 97"/>
                <a:gd name="T17" fmla="*/ 63 h 105"/>
                <a:gd name="T18" fmla="*/ 13 w 97"/>
                <a:gd name="T19" fmla="*/ 64 h 105"/>
                <a:gd name="T20" fmla="*/ 17 w 97"/>
                <a:gd name="T21" fmla="*/ 75 h 105"/>
                <a:gd name="T22" fmla="*/ 20 w 97"/>
                <a:gd name="T23" fmla="*/ 83 h 105"/>
                <a:gd name="T24" fmla="*/ 26 w 97"/>
                <a:gd name="T25" fmla="*/ 80 h 105"/>
                <a:gd name="T26" fmla="*/ 27 w 97"/>
                <a:gd name="T27" fmla="*/ 66 h 105"/>
                <a:gd name="T28" fmla="*/ 20 w 97"/>
                <a:gd name="T29" fmla="*/ 63 h 105"/>
                <a:gd name="T30" fmla="*/ 81 w 97"/>
                <a:gd name="T31" fmla="*/ 59 h 105"/>
                <a:gd name="T32" fmla="*/ 74 w 97"/>
                <a:gd name="T33" fmla="*/ 54 h 105"/>
                <a:gd name="T34" fmla="*/ 61 w 97"/>
                <a:gd name="T35" fmla="*/ 41 h 105"/>
                <a:gd name="T36" fmla="*/ 49 w 97"/>
                <a:gd name="T37" fmla="*/ 28 h 105"/>
                <a:gd name="T38" fmla="*/ 50 w 97"/>
                <a:gd name="T39" fmla="*/ 20 h 105"/>
                <a:gd name="T40" fmla="*/ 53 w 97"/>
                <a:gd name="T41" fmla="*/ 15 h 105"/>
                <a:gd name="T42" fmla="*/ 54 w 97"/>
                <a:gd name="T43" fmla="*/ 4 h 105"/>
                <a:gd name="T44" fmla="*/ 49 w 97"/>
                <a:gd name="T45" fmla="*/ 3 h 105"/>
                <a:gd name="T46" fmla="*/ 48 w 97"/>
                <a:gd name="T47" fmla="*/ 0 h 105"/>
                <a:gd name="T48" fmla="*/ 41 w 97"/>
                <a:gd name="T49" fmla="*/ 1 h 105"/>
                <a:gd name="T50" fmla="*/ 36 w 97"/>
                <a:gd name="T51" fmla="*/ 2 h 105"/>
                <a:gd name="T52" fmla="*/ 35 w 97"/>
                <a:gd name="T53" fmla="*/ 2 h 105"/>
                <a:gd name="T54" fmla="*/ 33 w 97"/>
                <a:gd name="T55" fmla="*/ 3 h 105"/>
                <a:gd name="T56" fmla="*/ 32 w 97"/>
                <a:gd name="T57" fmla="*/ 5 h 105"/>
                <a:gd name="T58" fmla="*/ 29 w 97"/>
                <a:gd name="T59" fmla="*/ 6 h 105"/>
                <a:gd name="T60" fmla="*/ 25 w 97"/>
                <a:gd name="T61" fmla="*/ 7 h 105"/>
                <a:gd name="T62" fmla="*/ 22 w 97"/>
                <a:gd name="T63" fmla="*/ 9 h 105"/>
                <a:gd name="T64" fmla="*/ 20 w 97"/>
                <a:gd name="T65" fmla="*/ 12 h 105"/>
                <a:gd name="T66" fmla="*/ 15 w 97"/>
                <a:gd name="T67" fmla="*/ 6 h 105"/>
                <a:gd name="T68" fmla="*/ 11 w 97"/>
                <a:gd name="T69" fmla="*/ 12 h 105"/>
                <a:gd name="T70" fmla="*/ 4 w 97"/>
                <a:gd name="T71" fmla="*/ 13 h 105"/>
                <a:gd name="T72" fmla="*/ 5 w 97"/>
                <a:gd name="T73" fmla="*/ 17 h 105"/>
                <a:gd name="T74" fmla="*/ 3 w 97"/>
                <a:gd name="T75" fmla="*/ 20 h 105"/>
                <a:gd name="T76" fmla="*/ 2 w 97"/>
                <a:gd name="T77" fmla="*/ 22 h 105"/>
                <a:gd name="T78" fmla="*/ 4 w 97"/>
                <a:gd name="T79" fmla="*/ 26 h 105"/>
                <a:gd name="T80" fmla="*/ 6 w 97"/>
                <a:gd name="T81" fmla="*/ 30 h 105"/>
                <a:gd name="T82" fmla="*/ 10 w 97"/>
                <a:gd name="T83" fmla="*/ 32 h 105"/>
                <a:gd name="T84" fmla="*/ 9 w 97"/>
                <a:gd name="T85" fmla="*/ 35 h 105"/>
                <a:gd name="T86" fmla="*/ 13 w 97"/>
                <a:gd name="T87" fmla="*/ 33 h 105"/>
                <a:gd name="T88" fmla="*/ 19 w 97"/>
                <a:gd name="T89" fmla="*/ 28 h 105"/>
                <a:gd name="T90" fmla="*/ 31 w 97"/>
                <a:gd name="T91" fmla="*/ 33 h 105"/>
                <a:gd name="T92" fmla="*/ 33 w 97"/>
                <a:gd name="T93" fmla="*/ 38 h 105"/>
                <a:gd name="T94" fmla="*/ 41 w 97"/>
                <a:gd name="T95" fmla="*/ 49 h 105"/>
                <a:gd name="T96" fmla="*/ 53 w 97"/>
                <a:gd name="T97" fmla="*/ 58 h 105"/>
                <a:gd name="T98" fmla="*/ 61 w 97"/>
                <a:gd name="T99" fmla="*/ 62 h 105"/>
                <a:gd name="T100" fmla="*/ 68 w 97"/>
                <a:gd name="T101" fmla="*/ 67 h 105"/>
                <a:gd name="T102" fmla="*/ 74 w 97"/>
                <a:gd name="T103" fmla="*/ 72 h 105"/>
                <a:gd name="T104" fmla="*/ 77 w 97"/>
                <a:gd name="T105" fmla="*/ 77 h 105"/>
                <a:gd name="T106" fmla="*/ 77 w 97"/>
                <a:gd name="T107" fmla="*/ 86 h 105"/>
                <a:gd name="T108" fmla="*/ 78 w 97"/>
                <a:gd name="T109" fmla="*/ 93 h 105"/>
                <a:gd name="T110" fmla="*/ 82 w 97"/>
                <a:gd name="T111" fmla="*/ 86 h 105"/>
                <a:gd name="T112" fmla="*/ 87 w 97"/>
                <a:gd name="T113" fmla="*/ 81 h 105"/>
                <a:gd name="T114" fmla="*/ 83 w 97"/>
                <a:gd name="T115" fmla="*/ 74 h 105"/>
                <a:gd name="T116" fmla="*/ 91 w 97"/>
                <a:gd name="T117" fmla="*/ 70 h 105"/>
                <a:gd name="T118" fmla="*/ 97 w 97"/>
                <a:gd name="T119" fmla="*/ 71 h 105"/>
                <a:gd name="T120" fmla="*/ 81 w 97"/>
                <a:gd name="T121" fmla="*/ 59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" h="105">
                  <a:moveTo>
                    <a:pt x="68" y="91"/>
                  </a:moveTo>
                  <a:cubicBezTo>
                    <a:pt x="63" y="92"/>
                    <a:pt x="61" y="93"/>
                    <a:pt x="58" y="91"/>
                  </a:cubicBezTo>
                  <a:cubicBezTo>
                    <a:pt x="55" y="90"/>
                    <a:pt x="50" y="93"/>
                    <a:pt x="50" y="95"/>
                  </a:cubicBezTo>
                  <a:cubicBezTo>
                    <a:pt x="51" y="96"/>
                    <a:pt x="53" y="98"/>
                    <a:pt x="59" y="99"/>
                  </a:cubicBezTo>
                  <a:cubicBezTo>
                    <a:pt x="65" y="101"/>
                    <a:pt x="66" y="105"/>
                    <a:pt x="69" y="105"/>
                  </a:cubicBezTo>
                  <a:cubicBezTo>
                    <a:pt x="71" y="105"/>
                    <a:pt x="72" y="103"/>
                    <a:pt x="71" y="100"/>
                  </a:cubicBezTo>
                  <a:cubicBezTo>
                    <a:pt x="70" y="96"/>
                    <a:pt x="74" y="92"/>
                    <a:pt x="74" y="92"/>
                  </a:cubicBezTo>
                  <a:cubicBezTo>
                    <a:pt x="75" y="91"/>
                    <a:pt x="73" y="90"/>
                    <a:pt x="68" y="91"/>
                  </a:cubicBezTo>
                  <a:close/>
                  <a:moveTo>
                    <a:pt x="20" y="63"/>
                  </a:moveTo>
                  <a:cubicBezTo>
                    <a:pt x="17" y="65"/>
                    <a:pt x="15" y="63"/>
                    <a:pt x="13" y="64"/>
                  </a:cubicBezTo>
                  <a:cubicBezTo>
                    <a:pt x="12" y="67"/>
                    <a:pt x="18" y="70"/>
                    <a:pt x="17" y="75"/>
                  </a:cubicBezTo>
                  <a:cubicBezTo>
                    <a:pt x="15" y="80"/>
                    <a:pt x="17" y="86"/>
                    <a:pt x="20" y="83"/>
                  </a:cubicBezTo>
                  <a:cubicBezTo>
                    <a:pt x="23" y="80"/>
                    <a:pt x="24" y="82"/>
                    <a:pt x="26" y="80"/>
                  </a:cubicBezTo>
                  <a:cubicBezTo>
                    <a:pt x="28" y="78"/>
                    <a:pt x="26" y="70"/>
                    <a:pt x="27" y="66"/>
                  </a:cubicBezTo>
                  <a:cubicBezTo>
                    <a:pt x="28" y="62"/>
                    <a:pt x="22" y="61"/>
                    <a:pt x="20" y="63"/>
                  </a:cubicBezTo>
                  <a:close/>
                  <a:moveTo>
                    <a:pt x="81" y="59"/>
                  </a:moveTo>
                  <a:cubicBezTo>
                    <a:pt x="77" y="57"/>
                    <a:pt x="79" y="54"/>
                    <a:pt x="74" y="54"/>
                  </a:cubicBezTo>
                  <a:cubicBezTo>
                    <a:pt x="69" y="54"/>
                    <a:pt x="63" y="48"/>
                    <a:pt x="61" y="41"/>
                  </a:cubicBezTo>
                  <a:cubicBezTo>
                    <a:pt x="59" y="33"/>
                    <a:pt x="51" y="33"/>
                    <a:pt x="49" y="28"/>
                  </a:cubicBezTo>
                  <a:cubicBezTo>
                    <a:pt x="47" y="24"/>
                    <a:pt x="51" y="24"/>
                    <a:pt x="50" y="20"/>
                  </a:cubicBezTo>
                  <a:cubicBezTo>
                    <a:pt x="49" y="18"/>
                    <a:pt x="51" y="16"/>
                    <a:pt x="53" y="15"/>
                  </a:cubicBezTo>
                  <a:cubicBezTo>
                    <a:pt x="53" y="11"/>
                    <a:pt x="53" y="7"/>
                    <a:pt x="54" y="4"/>
                  </a:cubicBezTo>
                  <a:cubicBezTo>
                    <a:pt x="52" y="4"/>
                    <a:pt x="50" y="4"/>
                    <a:pt x="49" y="3"/>
                  </a:cubicBezTo>
                  <a:cubicBezTo>
                    <a:pt x="48" y="3"/>
                    <a:pt x="48" y="0"/>
                    <a:pt x="48" y="0"/>
                  </a:cubicBezTo>
                  <a:cubicBezTo>
                    <a:pt x="47" y="0"/>
                    <a:pt x="42" y="0"/>
                    <a:pt x="41" y="1"/>
                  </a:cubicBezTo>
                  <a:cubicBezTo>
                    <a:pt x="40" y="2"/>
                    <a:pt x="37" y="3"/>
                    <a:pt x="36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33" y="5"/>
                    <a:pt x="32" y="5"/>
                  </a:cubicBezTo>
                  <a:cubicBezTo>
                    <a:pt x="31" y="5"/>
                    <a:pt x="29" y="4"/>
                    <a:pt x="29" y="6"/>
                  </a:cubicBezTo>
                  <a:cubicBezTo>
                    <a:pt x="29" y="8"/>
                    <a:pt x="27" y="7"/>
                    <a:pt x="25" y="7"/>
                  </a:cubicBezTo>
                  <a:cubicBezTo>
                    <a:pt x="24" y="7"/>
                    <a:pt x="22" y="7"/>
                    <a:pt x="22" y="9"/>
                  </a:cubicBezTo>
                  <a:cubicBezTo>
                    <a:pt x="22" y="10"/>
                    <a:pt x="22" y="14"/>
                    <a:pt x="20" y="12"/>
                  </a:cubicBezTo>
                  <a:cubicBezTo>
                    <a:pt x="18" y="10"/>
                    <a:pt x="16" y="6"/>
                    <a:pt x="15" y="6"/>
                  </a:cubicBezTo>
                  <a:cubicBezTo>
                    <a:pt x="15" y="7"/>
                    <a:pt x="13" y="12"/>
                    <a:pt x="11" y="12"/>
                  </a:cubicBezTo>
                  <a:cubicBezTo>
                    <a:pt x="10" y="12"/>
                    <a:pt x="7" y="12"/>
                    <a:pt x="4" y="13"/>
                  </a:cubicBezTo>
                  <a:cubicBezTo>
                    <a:pt x="3" y="15"/>
                    <a:pt x="4" y="16"/>
                    <a:pt x="5" y="17"/>
                  </a:cubicBezTo>
                  <a:cubicBezTo>
                    <a:pt x="6" y="17"/>
                    <a:pt x="4" y="19"/>
                    <a:pt x="3" y="20"/>
                  </a:cubicBezTo>
                  <a:cubicBezTo>
                    <a:pt x="2" y="21"/>
                    <a:pt x="0" y="20"/>
                    <a:pt x="2" y="22"/>
                  </a:cubicBezTo>
                  <a:cubicBezTo>
                    <a:pt x="3" y="24"/>
                    <a:pt x="5" y="24"/>
                    <a:pt x="4" y="26"/>
                  </a:cubicBezTo>
                  <a:cubicBezTo>
                    <a:pt x="3" y="28"/>
                    <a:pt x="4" y="30"/>
                    <a:pt x="6" y="30"/>
                  </a:cubicBezTo>
                  <a:cubicBezTo>
                    <a:pt x="8" y="31"/>
                    <a:pt x="10" y="30"/>
                    <a:pt x="10" y="32"/>
                  </a:cubicBezTo>
                  <a:cubicBezTo>
                    <a:pt x="10" y="33"/>
                    <a:pt x="9" y="34"/>
                    <a:pt x="9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6" y="32"/>
                    <a:pt x="14" y="30"/>
                    <a:pt x="19" y="28"/>
                  </a:cubicBezTo>
                  <a:cubicBezTo>
                    <a:pt x="23" y="27"/>
                    <a:pt x="29" y="31"/>
                    <a:pt x="31" y="33"/>
                  </a:cubicBezTo>
                  <a:cubicBezTo>
                    <a:pt x="32" y="36"/>
                    <a:pt x="33" y="36"/>
                    <a:pt x="33" y="38"/>
                  </a:cubicBezTo>
                  <a:cubicBezTo>
                    <a:pt x="34" y="41"/>
                    <a:pt x="35" y="45"/>
                    <a:pt x="41" y="49"/>
                  </a:cubicBezTo>
                  <a:cubicBezTo>
                    <a:pt x="47" y="52"/>
                    <a:pt x="50" y="57"/>
                    <a:pt x="53" y="58"/>
                  </a:cubicBezTo>
                  <a:cubicBezTo>
                    <a:pt x="56" y="60"/>
                    <a:pt x="59" y="60"/>
                    <a:pt x="61" y="62"/>
                  </a:cubicBezTo>
                  <a:cubicBezTo>
                    <a:pt x="63" y="64"/>
                    <a:pt x="65" y="65"/>
                    <a:pt x="68" y="67"/>
                  </a:cubicBezTo>
                  <a:cubicBezTo>
                    <a:pt x="71" y="68"/>
                    <a:pt x="71" y="71"/>
                    <a:pt x="74" y="72"/>
                  </a:cubicBezTo>
                  <a:cubicBezTo>
                    <a:pt x="77" y="72"/>
                    <a:pt x="75" y="75"/>
                    <a:pt x="77" y="77"/>
                  </a:cubicBezTo>
                  <a:cubicBezTo>
                    <a:pt x="79" y="79"/>
                    <a:pt x="79" y="83"/>
                    <a:pt x="77" y="86"/>
                  </a:cubicBezTo>
                  <a:cubicBezTo>
                    <a:pt x="75" y="88"/>
                    <a:pt x="76" y="93"/>
                    <a:pt x="78" y="93"/>
                  </a:cubicBezTo>
                  <a:cubicBezTo>
                    <a:pt x="79" y="93"/>
                    <a:pt x="81" y="88"/>
                    <a:pt x="82" y="86"/>
                  </a:cubicBezTo>
                  <a:cubicBezTo>
                    <a:pt x="82" y="83"/>
                    <a:pt x="85" y="83"/>
                    <a:pt x="87" y="81"/>
                  </a:cubicBezTo>
                  <a:cubicBezTo>
                    <a:pt x="89" y="78"/>
                    <a:pt x="84" y="77"/>
                    <a:pt x="83" y="74"/>
                  </a:cubicBezTo>
                  <a:cubicBezTo>
                    <a:pt x="82" y="71"/>
                    <a:pt x="87" y="68"/>
                    <a:pt x="91" y="70"/>
                  </a:cubicBezTo>
                  <a:cubicBezTo>
                    <a:pt x="95" y="73"/>
                    <a:pt x="97" y="75"/>
                    <a:pt x="97" y="71"/>
                  </a:cubicBezTo>
                  <a:cubicBezTo>
                    <a:pt x="97" y="67"/>
                    <a:pt x="84" y="61"/>
                    <a:pt x="81" y="5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66" name="Freeform 179"/>
            <p:cNvSpPr>
              <a:spLocks/>
            </p:cNvSpPr>
            <p:nvPr/>
          </p:nvSpPr>
          <p:spPr bwMode="auto">
            <a:xfrm>
              <a:off x="6276353" y="3124161"/>
              <a:ext cx="33152" cy="43375"/>
            </a:xfrm>
            <a:custGeom>
              <a:avLst/>
              <a:gdLst>
                <a:gd name="T0" fmla="*/ 4 w 11"/>
                <a:gd name="T1" fmla="*/ 0 h 14"/>
                <a:gd name="T2" fmla="*/ 1 w 11"/>
                <a:gd name="T3" fmla="*/ 7 h 14"/>
                <a:gd name="T4" fmla="*/ 0 w 11"/>
                <a:gd name="T5" fmla="*/ 9 h 14"/>
                <a:gd name="T6" fmla="*/ 6 w 11"/>
                <a:gd name="T7" fmla="*/ 14 h 14"/>
                <a:gd name="T8" fmla="*/ 7 w 11"/>
                <a:gd name="T9" fmla="*/ 14 h 14"/>
                <a:gd name="T10" fmla="*/ 11 w 11"/>
                <a:gd name="T11" fmla="*/ 8 h 14"/>
                <a:gd name="T12" fmla="*/ 4 w 1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4">
                  <a:moveTo>
                    <a:pt x="4" y="0"/>
                  </a:moveTo>
                  <a:cubicBezTo>
                    <a:pt x="2" y="3"/>
                    <a:pt x="1" y="6"/>
                    <a:pt x="1" y="7"/>
                  </a:cubicBezTo>
                  <a:cubicBezTo>
                    <a:pt x="1" y="7"/>
                    <a:pt x="1" y="8"/>
                    <a:pt x="0" y="9"/>
                  </a:cubicBezTo>
                  <a:cubicBezTo>
                    <a:pt x="3" y="11"/>
                    <a:pt x="5" y="13"/>
                    <a:pt x="6" y="14"/>
                  </a:cubicBezTo>
                  <a:cubicBezTo>
                    <a:pt x="6" y="14"/>
                    <a:pt x="7" y="14"/>
                    <a:pt x="7" y="14"/>
                  </a:cubicBezTo>
                  <a:cubicBezTo>
                    <a:pt x="7" y="11"/>
                    <a:pt x="9" y="8"/>
                    <a:pt x="11" y="8"/>
                  </a:cubicBezTo>
                  <a:cubicBezTo>
                    <a:pt x="9" y="6"/>
                    <a:pt x="6" y="2"/>
                    <a:pt x="4" y="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67" name="Freeform 180"/>
            <p:cNvSpPr>
              <a:spLocks/>
            </p:cNvSpPr>
            <p:nvPr/>
          </p:nvSpPr>
          <p:spPr bwMode="auto">
            <a:xfrm>
              <a:off x="6285279" y="3030840"/>
              <a:ext cx="105832" cy="130124"/>
            </a:xfrm>
            <a:custGeom>
              <a:avLst/>
              <a:gdLst>
                <a:gd name="T0" fmla="*/ 30 w 35"/>
                <a:gd name="T1" fmla="*/ 28 h 42"/>
                <a:gd name="T2" fmla="*/ 30 w 35"/>
                <a:gd name="T3" fmla="*/ 23 h 42"/>
                <a:gd name="T4" fmla="*/ 31 w 35"/>
                <a:gd name="T5" fmla="*/ 18 h 42"/>
                <a:gd name="T6" fmla="*/ 21 w 35"/>
                <a:gd name="T7" fmla="*/ 15 h 42"/>
                <a:gd name="T8" fmla="*/ 20 w 35"/>
                <a:gd name="T9" fmla="*/ 10 h 42"/>
                <a:gd name="T10" fmla="*/ 17 w 35"/>
                <a:gd name="T11" fmla="*/ 7 h 42"/>
                <a:gd name="T12" fmla="*/ 14 w 35"/>
                <a:gd name="T13" fmla="*/ 2 h 42"/>
                <a:gd name="T14" fmla="*/ 15 w 35"/>
                <a:gd name="T15" fmla="*/ 2 h 42"/>
                <a:gd name="T16" fmla="*/ 12 w 35"/>
                <a:gd name="T17" fmla="*/ 2 h 42"/>
                <a:gd name="T18" fmla="*/ 9 w 35"/>
                <a:gd name="T19" fmla="*/ 0 h 42"/>
                <a:gd name="T20" fmla="*/ 0 w 35"/>
                <a:gd name="T21" fmla="*/ 3 h 42"/>
                <a:gd name="T22" fmla="*/ 2 w 35"/>
                <a:gd name="T23" fmla="*/ 8 h 42"/>
                <a:gd name="T24" fmla="*/ 5 w 35"/>
                <a:gd name="T25" fmla="*/ 14 h 42"/>
                <a:gd name="T26" fmla="*/ 4 w 35"/>
                <a:gd name="T27" fmla="*/ 27 h 42"/>
                <a:gd name="T28" fmla="*/ 1 w 35"/>
                <a:gd name="T29" fmla="*/ 30 h 42"/>
                <a:gd name="T30" fmla="*/ 8 w 35"/>
                <a:gd name="T31" fmla="*/ 38 h 42"/>
                <a:gd name="T32" fmla="*/ 8 w 35"/>
                <a:gd name="T33" fmla="*/ 38 h 42"/>
                <a:gd name="T34" fmla="*/ 16 w 35"/>
                <a:gd name="T35" fmla="*/ 42 h 42"/>
                <a:gd name="T36" fmla="*/ 30 w 35"/>
                <a:gd name="T37" fmla="*/ 40 h 42"/>
                <a:gd name="T38" fmla="*/ 30 w 35"/>
                <a:gd name="T39" fmla="*/ 37 h 42"/>
                <a:gd name="T40" fmla="*/ 33 w 35"/>
                <a:gd name="T41" fmla="*/ 34 h 42"/>
                <a:gd name="T42" fmla="*/ 30 w 35"/>
                <a:gd name="T43" fmla="*/ 2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5" h="42">
                  <a:moveTo>
                    <a:pt x="30" y="28"/>
                  </a:moveTo>
                  <a:cubicBezTo>
                    <a:pt x="29" y="27"/>
                    <a:pt x="29" y="24"/>
                    <a:pt x="30" y="23"/>
                  </a:cubicBezTo>
                  <a:cubicBezTo>
                    <a:pt x="32" y="22"/>
                    <a:pt x="31" y="20"/>
                    <a:pt x="31" y="18"/>
                  </a:cubicBezTo>
                  <a:cubicBezTo>
                    <a:pt x="31" y="16"/>
                    <a:pt x="23" y="16"/>
                    <a:pt x="21" y="15"/>
                  </a:cubicBezTo>
                  <a:cubicBezTo>
                    <a:pt x="20" y="15"/>
                    <a:pt x="22" y="10"/>
                    <a:pt x="20" y="10"/>
                  </a:cubicBezTo>
                  <a:cubicBezTo>
                    <a:pt x="18" y="10"/>
                    <a:pt x="17" y="9"/>
                    <a:pt x="17" y="7"/>
                  </a:cubicBezTo>
                  <a:cubicBezTo>
                    <a:pt x="17" y="6"/>
                    <a:pt x="14" y="3"/>
                    <a:pt x="14" y="2"/>
                  </a:cubicBezTo>
                  <a:cubicBezTo>
                    <a:pt x="14" y="2"/>
                    <a:pt x="15" y="2"/>
                    <a:pt x="15" y="2"/>
                  </a:cubicBezTo>
                  <a:cubicBezTo>
                    <a:pt x="13" y="2"/>
                    <a:pt x="13" y="2"/>
                    <a:pt x="12" y="2"/>
                  </a:cubicBezTo>
                  <a:cubicBezTo>
                    <a:pt x="11" y="1"/>
                    <a:pt x="9" y="0"/>
                    <a:pt x="9" y="0"/>
                  </a:cubicBezTo>
                  <a:cubicBezTo>
                    <a:pt x="9" y="0"/>
                    <a:pt x="3" y="2"/>
                    <a:pt x="0" y="3"/>
                  </a:cubicBezTo>
                  <a:cubicBezTo>
                    <a:pt x="0" y="5"/>
                    <a:pt x="1" y="8"/>
                    <a:pt x="2" y="8"/>
                  </a:cubicBezTo>
                  <a:cubicBezTo>
                    <a:pt x="5" y="9"/>
                    <a:pt x="4" y="12"/>
                    <a:pt x="5" y="14"/>
                  </a:cubicBezTo>
                  <a:cubicBezTo>
                    <a:pt x="6" y="17"/>
                    <a:pt x="5" y="27"/>
                    <a:pt x="4" y="27"/>
                  </a:cubicBezTo>
                  <a:cubicBezTo>
                    <a:pt x="4" y="27"/>
                    <a:pt x="2" y="29"/>
                    <a:pt x="1" y="30"/>
                  </a:cubicBezTo>
                  <a:cubicBezTo>
                    <a:pt x="3" y="32"/>
                    <a:pt x="6" y="36"/>
                    <a:pt x="8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8"/>
                    <a:pt x="16" y="42"/>
                    <a:pt x="16" y="42"/>
                  </a:cubicBezTo>
                  <a:cubicBezTo>
                    <a:pt x="16" y="42"/>
                    <a:pt x="24" y="41"/>
                    <a:pt x="30" y="40"/>
                  </a:cubicBezTo>
                  <a:cubicBezTo>
                    <a:pt x="30" y="39"/>
                    <a:pt x="30" y="38"/>
                    <a:pt x="30" y="37"/>
                  </a:cubicBezTo>
                  <a:cubicBezTo>
                    <a:pt x="30" y="36"/>
                    <a:pt x="31" y="34"/>
                    <a:pt x="33" y="34"/>
                  </a:cubicBezTo>
                  <a:cubicBezTo>
                    <a:pt x="35" y="34"/>
                    <a:pt x="32" y="30"/>
                    <a:pt x="30" y="28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68" name="Freeform 17"/>
            <p:cNvSpPr>
              <a:spLocks/>
            </p:cNvSpPr>
            <p:nvPr/>
          </p:nvSpPr>
          <p:spPr bwMode="auto">
            <a:xfrm>
              <a:off x="5594180" y="3320005"/>
              <a:ext cx="527887" cy="525755"/>
            </a:xfrm>
            <a:custGeom>
              <a:avLst/>
              <a:gdLst>
                <a:gd name="T0" fmla="*/ 60 w 175"/>
                <a:gd name="T1" fmla="*/ 32 h 169"/>
                <a:gd name="T2" fmla="*/ 60 w 175"/>
                <a:gd name="T3" fmla="*/ 40 h 169"/>
                <a:gd name="T4" fmla="*/ 64 w 175"/>
                <a:gd name="T5" fmla="*/ 46 h 169"/>
                <a:gd name="T6" fmla="*/ 62 w 175"/>
                <a:gd name="T7" fmla="*/ 49 h 169"/>
                <a:gd name="T8" fmla="*/ 49 w 175"/>
                <a:gd name="T9" fmla="*/ 50 h 169"/>
                <a:gd name="T10" fmla="*/ 44 w 175"/>
                <a:gd name="T11" fmla="*/ 53 h 169"/>
                <a:gd name="T12" fmla="*/ 42 w 175"/>
                <a:gd name="T13" fmla="*/ 55 h 169"/>
                <a:gd name="T14" fmla="*/ 41 w 175"/>
                <a:gd name="T15" fmla="*/ 60 h 169"/>
                <a:gd name="T16" fmla="*/ 37 w 175"/>
                <a:gd name="T17" fmla="*/ 62 h 169"/>
                <a:gd name="T18" fmla="*/ 30 w 175"/>
                <a:gd name="T19" fmla="*/ 65 h 169"/>
                <a:gd name="T20" fmla="*/ 26 w 175"/>
                <a:gd name="T21" fmla="*/ 70 h 169"/>
                <a:gd name="T22" fmla="*/ 19 w 175"/>
                <a:gd name="T23" fmla="*/ 71 h 169"/>
                <a:gd name="T24" fmla="*/ 13 w 175"/>
                <a:gd name="T25" fmla="*/ 73 h 169"/>
                <a:gd name="T26" fmla="*/ 0 w 175"/>
                <a:gd name="T27" fmla="*/ 82 h 169"/>
                <a:gd name="T28" fmla="*/ 0 w 175"/>
                <a:gd name="T29" fmla="*/ 93 h 169"/>
                <a:gd name="T30" fmla="*/ 2 w 175"/>
                <a:gd name="T31" fmla="*/ 95 h 169"/>
                <a:gd name="T32" fmla="*/ 83 w 175"/>
                <a:gd name="T33" fmla="*/ 149 h 169"/>
                <a:gd name="T34" fmla="*/ 89 w 175"/>
                <a:gd name="T35" fmla="*/ 157 h 169"/>
                <a:gd name="T36" fmla="*/ 98 w 175"/>
                <a:gd name="T37" fmla="*/ 160 h 169"/>
                <a:gd name="T38" fmla="*/ 102 w 175"/>
                <a:gd name="T39" fmla="*/ 169 h 169"/>
                <a:gd name="T40" fmla="*/ 111 w 175"/>
                <a:gd name="T41" fmla="*/ 167 h 169"/>
                <a:gd name="T42" fmla="*/ 124 w 175"/>
                <a:gd name="T43" fmla="*/ 163 h 169"/>
                <a:gd name="T44" fmla="*/ 139 w 175"/>
                <a:gd name="T45" fmla="*/ 150 h 169"/>
                <a:gd name="T46" fmla="*/ 175 w 175"/>
                <a:gd name="T47" fmla="*/ 128 h 169"/>
                <a:gd name="T48" fmla="*/ 175 w 175"/>
                <a:gd name="T49" fmla="*/ 128 h 169"/>
                <a:gd name="T50" fmla="*/ 171 w 175"/>
                <a:gd name="T51" fmla="*/ 121 h 169"/>
                <a:gd name="T52" fmla="*/ 165 w 175"/>
                <a:gd name="T53" fmla="*/ 119 h 169"/>
                <a:gd name="T54" fmla="*/ 159 w 175"/>
                <a:gd name="T55" fmla="*/ 115 h 169"/>
                <a:gd name="T56" fmla="*/ 158 w 175"/>
                <a:gd name="T57" fmla="*/ 109 h 169"/>
                <a:gd name="T58" fmla="*/ 154 w 175"/>
                <a:gd name="T59" fmla="*/ 104 h 169"/>
                <a:gd name="T60" fmla="*/ 158 w 175"/>
                <a:gd name="T61" fmla="*/ 99 h 169"/>
                <a:gd name="T62" fmla="*/ 157 w 175"/>
                <a:gd name="T63" fmla="*/ 96 h 169"/>
                <a:gd name="T64" fmla="*/ 157 w 175"/>
                <a:gd name="T65" fmla="*/ 90 h 169"/>
                <a:gd name="T66" fmla="*/ 157 w 175"/>
                <a:gd name="T67" fmla="*/ 85 h 169"/>
                <a:gd name="T68" fmla="*/ 157 w 175"/>
                <a:gd name="T69" fmla="*/ 76 h 169"/>
                <a:gd name="T70" fmla="*/ 154 w 175"/>
                <a:gd name="T71" fmla="*/ 68 h 169"/>
                <a:gd name="T72" fmla="*/ 155 w 175"/>
                <a:gd name="T73" fmla="*/ 66 h 169"/>
                <a:gd name="T74" fmla="*/ 155 w 175"/>
                <a:gd name="T75" fmla="*/ 64 h 169"/>
                <a:gd name="T76" fmla="*/ 151 w 175"/>
                <a:gd name="T77" fmla="*/ 49 h 169"/>
                <a:gd name="T78" fmla="*/ 144 w 175"/>
                <a:gd name="T79" fmla="*/ 44 h 169"/>
                <a:gd name="T80" fmla="*/ 141 w 175"/>
                <a:gd name="T81" fmla="*/ 39 h 169"/>
                <a:gd name="T82" fmla="*/ 137 w 175"/>
                <a:gd name="T83" fmla="*/ 30 h 169"/>
                <a:gd name="T84" fmla="*/ 143 w 175"/>
                <a:gd name="T85" fmla="*/ 24 h 169"/>
                <a:gd name="T86" fmla="*/ 145 w 175"/>
                <a:gd name="T87" fmla="*/ 15 h 169"/>
                <a:gd name="T88" fmla="*/ 145 w 175"/>
                <a:gd name="T89" fmla="*/ 2 h 169"/>
                <a:gd name="T90" fmla="*/ 137 w 175"/>
                <a:gd name="T91" fmla="*/ 1 h 169"/>
                <a:gd name="T92" fmla="*/ 129 w 175"/>
                <a:gd name="T93" fmla="*/ 1 h 169"/>
                <a:gd name="T94" fmla="*/ 117 w 175"/>
                <a:gd name="T95" fmla="*/ 4 h 169"/>
                <a:gd name="T96" fmla="*/ 85 w 175"/>
                <a:gd name="T97" fmla="*/ 6 h 169"/>
                <a:gd name="T98" fmla="*/ 72 w 175"/>
                <a:gd name="T99" fmla="*/ 13 h 169"/>
                <a:gd name="T100" fmla="*/ 59 w 175"/>
                <a:gd name="T101" fmla="*/ 19 h 169"/>
                <a:gd name="T102" fmla="*/ 56 w 175"/>
                <a:gd name="T103" fmla="*/ 21 h 169"/>
                <a:gd name="T104" fmla="*/ 57 w 175"/>
                <a:gd name="T105" fmla="*/ 23 h 169"/>
                <a:gd name="T106" fmla="*/ 60 w 175"/>
                <a:gd name="T107" fmla="*/ 32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5" h="169">
                  <a:moveTo>
                    <a:pt x="60" y="32"/>
                  </a:moveTo>
                  <a:cubicBezTo>
                    <a:pt x="60" y="36"/>
                    <a:pt x="59" y="40"/>
                    <a:pt x="60" y="40"/>
                  </a:cubicBezTo>
                  <a:cubicBezTo>
                    <a:pt x="62" y="40"/>
                    <a:pt x="63" y="44"/>
                    <a:pt x="64" y="46"/>
                  </a:cubicBezTo>
                  <a:cubicBezTo>
                    <a:pt x="64" y="47"/>
                    <a:pt x="63" y="49"/>
                    <a:pt x="62" y="49"/>
                  </a:cubicBezTo>
                  <a:cubicBezTo>
                    <a:pt x="60" y="49"/>
                    <a:pt x="49" y="48"/>
                    <a:pt x="49" y="50"/>
                  </a:cubicBezTo>
                  <a:cubicBezTo>
                    <a:pt x="49" y="51"/>
                    <a:pt x="47" y="53"/>
                    <a:pt x="44" y="53"/>
                  </a:cubicBezTo>
                  <a:cubicBezTo>
                    <a:pt x="42" y="53"/>
                    <a:pt x="42" y="52"/>
                    <a:pt x="42" y="55"/>
                  </a:cubicBezTo>
                  <a:cubicBezTo>
                    <a:pt x="41" y="57"/>
                    <a:pt x="42" y="60"/>
                    <a:pt x="41" y="60"/>
                  </a:cubicBezTo>
                  <a:cubicBezTo>
                    <a:pt x="39" y="60"/>
                    <a:pt x="39" y="62"/>
                    <a:pt x="37" y="62"/>
                  </a:cubicBezTo>
                  <a:cubicBezTo>
                    <a:pt x="34" y="63"/>
                    <a:pt x="30" y="62"/>
                    <a:pt x="30" y="65"/>
                  </a:cubicBezTo>
                  <a:cubicBezTo>
                    <a:pt x="30" y="67"/>
                    <a:pt x="29" y="69"/>
                    <a:pt x="26" y="70"/>
                  </a:cubicBezTo>
                  <a:cubicBezTo>
                    <a:pt x="23" y="70"/>
                    <a:pt x="19" y="69"/>
                    <a:pt x="19" y="71"/>
                  </a:cubicBezTo>
                  <a:cubicBezTo>
                    <a:pt x="19" y="73"/>
                    <a:pt x="15" y="72"/>
                    <a:pt x="13" y="73"/>
                  </a:cubicBezTo>
                  <a:cubicBezTo>
                    <a:pt x="11" y="74"/>
                    <a:pt x="0" y="81"/>
                    <a:pt x="0" y="82"/>
                  </a:cubicBezTo>
                  <a:cubicBezTo>
                    <a:pt x="0" y="82"/>
                    <a:pt x="0" y="88"/>
                    <a:pt x="0" y="93"/>
                  </a:cubicBezTo>
                  <a:cubicBezTo>
                    <a:pt x="0" y="94"/>
                    <a:pt x="1" y="94"/>
                    <a:pt x="2" y="95"/>
                  </a:cubicBezTo>
                  <a:cubicBezTo>
                    <a:pt x="6" y="97"/>
                    <a:pt x="81" y="147"/>
                    <a:pt x="83" y="149"/>
                  </a:cubicBezTo>
                  <a:cubicBezTo>
                    <a:pt x="86" y="151"/>
                    <a:pt x="89" y="157"/>
                    <a:pt x="89" y="157"/>
                  </a:cubicBezTo>
                  <a:cubicBezTo>
                    <a:pt x="89" y="157"/>
                    <a:pt x="94" y="157"/>
                    <a:pt x="98" y="160"/>
                  </a:cubicBezTo>
                  <a:cubicBezTo>
                    <a:pt x="102" y="162"/>
                    <a:pt x="102" y="169"/>
                    <a:pt x="102" y="169"/>
                  </a:cubicBezTo>
                  <a:cubicBezTo>
                    <a:pt x="102" y="169"/>
                    <a:pt x="108" y="167"/>
                    <a:pt x="111" y="167"/>
                  </a:cubicBezTo>
                  <a:cubicBezTo>
                    <a:pt x="113" y="166"/>
                    <a:pt x="124" y="163"/>
                    <a:pt x="124" y="163"/>
                  </a:cubicBezTo>
                  <a:cubicBezTo>
                    <a:pt x="139" y="150"/>
                    <a:pt x="139" y="150"/>
                    <a:pt x="139" y="150"/>
                  </a:cubicBezTo>
                  <a:cubicBezTo>
                    <a:pt x="175" y="128"/>
                    <a:pt x="175" y="128"/>
                    <a:pt x="175" y="128"/>
                  </a:cubicBezTo>
                  <a:cubicBezTo>
                    <a:pt x="175" y="128"/>
                    <a:pt x="175" y="128"/>
                    <a:pt x="175" y="128"/>
                  </a:cubicBezTo>
                  <a:cubicBezTo>
                    <a:pt x="174" y="124"/>
                    <a:pt x="173" y="121"/>
                    <a:pt x="171" y="121"/>
                  </a:cubicBezTo>
                  <a:cubicBezTo>
                    <a:pt x="169" y="121"/>
                    <a:pt x="167" y="119"/>
                    <a:pt x="165" y="119"/>
                  </a:cubicBezTo>
                  <a:cubicBezTo>
                    <a:pt x="162" y="119"/>
                    <a:pt x="159" y="118"/>
                    <a:pt x="159" y="115"/>
                  </a:cubicBezTo>
                  <a:cubicBezTo>
                    <a:pt x="158" y="113"/>
                    <a:pt x="160" y="112"/>
                    <a:pt x="158" y="109"/>
                  </a:cubicBezTo>
                  <a:cubicBezTo>
                    <a:pt x="156" y="106"/>
                    <a:pt x="154" y="105"/>
                    <a:pt x="154" y="104"/>
                  </a:cubicBezTo>
                  <a:cubicBezTo>
                    <a:pt x="154" y="102"/>
                    <a:pt x="157" y="100"/>
                    <a:pt x="158" y="99"/>
                  </a:cubicBezTo>
                  <a:cubicBezTo>
                    <a:pt x="158" y="99"/>
                    <a:pt x="157" y="97"/>
                    <a:pt x="157" y="96"/>
                  </a:cubicBezTo>
                  <a:cubicBezTo>
                    <a:pt x="157" y="94"/>
                    <a:pt x="155" y="92"/>
                    <a:pt x="157" y="90"/>
                  </a:cubicBezTo>
                  <a:cubicBezTo>
                    <a:pt x="158" y="89"/>
                    <a:pt x="159" y="87"/>
                    <a:pt x="157" y="85"/>
                  </a:cubicBezTo>
                  <a:cubicBezTo>
                    <a:pt x="156" y="82"/>
                    <a:pt x="159" y="79"/>
                    <a:pt x="157" y="76"/>
                  </a:cubicBezTo>
                  <a:cubicBezTo>
                    <a:pt x="156" y="72"/>
                    <a:pt x="153" y="69"/>
                    <a:pt x="154" y="68"/>
                  </a:cubicBezTo>
                  <a:cubicBezTo>
                    <a:pt x="154" y="67"/>
                    <a:pt x="154" y="67"/>
                    <a:pt x="155" y="66"/>
                  </a:cubicBezTo>
                  <a:cubicBezTo>
                    <a:pt x="155" y="66"/>
                    <a:pt x="155" y="65"/>
                    <a:pt x="155" y="64"/>
                  </a:cubicBezTo>
                  <a:cubicBezTo>
                    <a:pt x="155" y="61"/>
                    <a:pt x="152" y="51"/>
                    <a:pt x="151" y="49"/>
                  </a:cubicBezTo>
                  <a:cubicBezTo>
                    <a:pt x="149" y="47"/>
                    <a:pt x="144" y="46"/>
                    <a:pt x="144" y="44"/>
                  </a:cubicBezTo>
                  <a:cubicBezTo>
                    <a:pt x="144" y="43"/>
                    <a:pt x="144" y="40"/>
                    <a:pt x="141" y="39"/>
                  </a:cubicBezTo>
                  <a:cubicBezTo>
                    <a:pt x="137" y="37"/>
                    <a:pt x="135" y="30"/>
                    <a:pt x="137" y="30"/>
                  </a:cubicBezTo>
                  <a:cubicBezTo>
                    <a:pt x="139" y="30"/>
                    <a:pt x="141" y="25"/>
                    <a:pt x="143" y="24"/>
                  </a:cubicBezTo>
                  <a:cubicBezTo>
                    <a:pt x="145" y="23"/>
                    <a:pt x="147" y="18"/>
                    <a:pt x="145" y="15"/>
                  </a:cubicBezTo>
                  <a:cubicBezTo>
                    <a:pt x="144" y="13"/>
                    <a:pt x="145" y="7"/>
                    <a:pt x="145" y="2"/>
                  </a:cubicBezTo>
                  <a:cubicBezTo>
                    <a:pt x="142" y="2"/>
                    <a:pt x="138" y="1"/>
                    <a:pt x="137" y="1"/>
                  </a:cubicBezTo>
                  <a:cubicBezTo>
                    <a:pt x="136" y="0"/>
                    <a:pt x="132" y="1"/>
                    <a:pt x="129" y="1"/>
                  </a:cubicBezTo>
                  <a:cubicBezTo>
                    <a:pt x="126" y="2"/>
                    <a:pt x="119" y="6"/>
                    <a:pt x="117" y="4"/>
                  </a:cubicBezTo>
                  <a:cubicBezTo>
                    <a:pt x="115" y="2"/>
                    <a:pt x="92" y="5"/>
                    <a:pt x="85" y="6"/>
                  </a:cubicBezTo>
                  <a:cubicBezTo>
                    <a:pt x="79" y="6"/>
                    <a:pt x="76" y="13"/>
                    <a:pt x="72" y="13"/>
                  </a:cubicBezTo>
                  <a:cubicBezTo>
                    <a:pt x="69" y="13"/>
                    <a:pt x="62" y="16"/>
                    <a:pt x="59" y="19"/>
                  </a:cubicBezTo>
                  <a:cubicBezTo>
                    <a:pt x="58" y="20"/>
                    <a:pt x="57" y="21"/>
                    <a:pt x="56" y="21"/>
                  </a:cubicBezTo>
                  <a:cubicBezTo>
                    <a:pt x="57" y="22"/>
                    <a:pt x="57" y="23"/>
                    <a:pt x="57" y="23"/>
                  </a:cubicBezTo>
                  <a:cubicBezTo>
                    <a:pt x="59" y="26"/>
                    <a:pt x="60" y="29"/>
                    <a:pt x="60" y="32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69" name="Freeform 107"/>
            <p:cNvSpPr>
              <a:spLocks/>
            </p:cNvSpPr>
            <p:nvPr/>
          </p:nvSpPr>
          <p:spPr bwMode="auto">
            <a:xfrm>
              <a:off x="3918714" y="4213788"/>
              <a:ext cx="1012421" cy="1067282"/>
            </a:xfrm>
            <a:custGeom>
              <a:avLst/>
              <a:gdLst>
                <a:gd name="T0" fmla="*/ 189 w 336"/>
                <a:gd name="T1" fmla="*/ 318 h 343"/>
                <a:gd name="T2" fmla="*/ 194 w 336"/>
                <a:gd name="T3" fmla="*/ 320 h 343"/>
                <a:gd name="T4" fmla="*/ 216 w 336"/>
                <a:gd name="T5" fmla="*/ 282 h 343"/>
                <a:gd name="T6" fmla="*/ 230 w 336"/>
                <a:gd name="T7" fmla="*/ 255 h 343"/>
                <a:gd name="T8" fmla="*/ 252 w 336"/>
                <a:gd name="T9" fmla="*/ 243 h 343"/>
                <a:gd name="T10" fmla="*/ 278 w 336"/>
                <a:gd name="T11" fmla="*/ 236 h 343"/>
                <a:gd name="T12" fmla="*/ 288 w 336"/>
                <a:gd name="T13" fmla="*/ 216 h 343"/>
                <a:gd name="T14" fmla="*/ 297 w 336"/>
                <a:gd name="T15" fmla="*/ 196 h 343"/>
                <a:gd name="T16" fmla="*/ 300 w 336"/>
                <a:gd name="T17" fmla="*/ 157 h 343"/>
                <a:gd name="T18" fmla="*/ 306 w 336"/>
                <a:gd name="T19" fmla="*/ 153 h 343"/>
                <a:gd name="T20" fmla="*/ 333 w 336"/>
                <a:gd name="T21" fmla="*/ 117 h 343"/>
                <a:gd name="T22" fmla="*/ 303 w 336"/>
                <a:gd name="T23" fmla="*/ 77 h 343"/>
                <a:gd name="T24" fmla="*/ 251 w 336"/>
                <a:gd name="T25" fmla="*/ 71 h 343"/>
                <a:gd name="T26" fmla="*/ 221 w 336"/>
                <a:gd name="T27" fmla="*/ 55 h 343"/>
                <a:gd name="T28" fmla="*/ 218 w 336"/>
                <a:gd name="T29" fmla="*/ 49 h 343"/>
                <a:gd name="T30" fmla="*/ 198 w 336"/>
                <a:gd name="T31" fmla="*/ 44 h 343"/>
                <a:gd name="T32" fmla="*/ 193 w 336"/>
                <a:gd name="T33" fmla="*/ 9 h 343"/>
                <a:gd name="T34" fmla="*/ 166 w 336"/>
                <a:gd name="T35" fmla="*/ 24 h 343"/>
                <a:gd name="T36" fmla="*/ 143 w 336"/>
                <a:gd name="T37" fmla="*/ 28 h 343"/>
                <a:gd name="T38" fmla="*/ 124 w 336"/>
                <a:gd name="T39" fmla="*/ 29 h 343"/>
                <a:gd name="T40" fmla="*/ 118 w 336"/>
                <a:gd name="T41" fmla="*/ 0 h 343"/>
                <a:gd name="T42" fmla="*/ 96 w 336"/>
                <a:gd name="T43" fmla="*/ 12 h 343"/>
                <a:gd name="T44" fmla="*/ 80 w 336"/>
                <a:gd name="T45" fmla="*/ 11 h 343"/>
                <a:gd name="T46" fmla="*/ 90 w 336"/>
                <a:gd name="T47" fmla="*/ 23 h 343"/>
                <a:gd name="T48" fmla="*/ 79 w 336"/>
                <a:gd name="T49" fmla="*/ 34 h 343"/>
                <a:gd name="T50" fmla="*/ 63 w 336"/>
                <a:gd name="T51" fmla="*/ 36 h 343"/>
                <a:gd name="T52" fmla="*/ 36 w 336"/>
                <a:gd name="T53" fmla="*/ 31 h 343"/>
                <a:gd name="T54" fmla="*/ 34 w 336"/>
                <a:gd name="T55" fmla="*/ 43 h 343"/>
                <a:gd name="T56" fmla="*/ 34 w 336"/>
                <a:gd name="T57" fmla="*/ 80 h 343"/>
                <a:gd name="T58" fmla="*/ 10 w 336"/>
                <a:gd name="T59" fmla="*/ 89 h 343"/>
                <a:gd name="T60" fmla="*/ 2 w 336"/>
                <a:gd name="T61" fmla="*/ 107 h 343"/>
                <a:gd name="T62" fmla="*/ 12 w 336"/>
                <a:gd name="T63" fmla="*/ 125 h 343"/>
                <a:gd name="T64" fmla="*/ 29 w 336"/>
                <a:gd name="T65" fmla="*/ 128 h 343"/>
                <a:gd name="T66" fmla="*/ 49 w 336"/>
                <a:gd name="T67" fmla="*/ 137 h 343"/>
                <a:gd name="T68" fmla="*/ 74 w 336"/>
                <a:gd name="T69" fmla="*/ 129 h 343"/>
                <a:gd name="T70" fmla="*/ 93 w 336"/>
                <a:gd name="T71" fmla="*/ 153 h 343"/>
                <a:gd name="T72" fmla="*/ 113 w 336"/>
                <a:gd name="T73" fmla="*/ 161 h 343"/>
                <a:gd name="T74" fmla="*/ 118 w 336"/>
                <a:gd name="T75" fmla="*/ 180 h 343"/>
                <a:gd name="T76" fmla="*/ 139 w 336"/>
                <a:gd name="T77" fmla="*/ 197 h 343"/>
                <a:gd name="T78" fmla="*/ 136 w 336"/>
                <a:gd name="T79" fmla="*/ 218 h 343"/>
                <a:gd name="T80" fmla="*/ 149 w 336"/>
                <a:gd name="T81" fmla="*/ 236 h 343"/>
                <a:gd name="T82" fmla="*/ 166 w 336"/>
                <a:gd name="T83" fmla="*/ 251 h 343"/>
                <a:gd name="T84" fmla="*/ 172 w 336"/>
                <a:gd name="T85" fmla="*/ 279 h 343"/>
                <a:gd name="T86" fmla="*/ 140 w 336"/>
                <a:gd name="T87" fmla="*/ 309 h 343"/>
                <a:gd name="T88" fmla="*/ 154 w 336"/>
                <a:gd name="T89" fmla="*/ 318 h 343"/>
                <a:gd name="T90" fmla="*/ 174 w 336"/>
                <a:gd name="T91" fmla="*/ 33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36" h="343">
                  <a:moveTo>
                    <a:pt x="178" y="339"/>
                  </a:moveTo>
                  <a:cubicBezTo>
                    <a:pt x="184" y="335"/>
                    <a:pt x="182" y="333"/>
                    <a:pt x="185" y="328"/>
                  </a:cubicBezTo>
                  <a:cubicBezTo>
                    <a:pt x="187" y="324"/>
                    <a:pt x="185" y="322"/>
                    <a:pt x="189" y="318"/>
                  </a:cubicBezTo>
                  <a:cubicBezTo>
                    <a:pt x="193" y="314"/>
                    <a:pt x="188" y="312"/>
                    <a:pt x="194" y="309"/>
                  </a:cubicBezTo>
                  <a:cubicBezTo>
                    <a:pt x="199" y="307"/>
                    <a:pt x="198" y="311"/>
                    <a:pt x="194" y="317"/>
                  </a:cubicBezTo>
                  <a:cubicBezTo>
                    <a:pt x="190" y="322"/>
                    <a:pt x="189" y="324"/>
                    <a:pt x="194" y="320"/>
                  </a:cubicBezTo>
                  <a:cubicBezTo>
                    <a:pt x="200" y="316"/>
                    <a:pt x="202" y="310"/>
                    <a:pt x="205" y="303"/>
                  </a:cubicBezTo>
                  <a:cubicBezTo>
                    <a:pt x="208" y="297"/>
                    <a:pt x="211" y="295"/>
                    <a:pt x="214" y="294"/>
                  </a:cubicBezTo>
                  <a:cubicBezTo>
                    <a:pt x="216" y="294"/>
                    <a:pt x="216" y="287"/>
                    <a:pt x="216" y="282"/>
                  </a:cubicBezTo>
                  <a:cubicBezTo>
                    <a:pt x="216" y="277"/>
                    <a:pt x="214" y="273"/>
                    <a:pt x="216" y="270"/>
                  </a:cubicBezTo>
                  <a:cubicBezTo>
                    <a:pt x="218" y="266"/>
                    <a:pt x="216" y="263"/>
                    <a:pt x="219" y="263"/>
                  </a:cubicBezTo>
                  <a:cubicBezTo>
                    <a:pt x="222" y="263"/>
                    <a:pt x="225" y="260"/>
                    <a:pt x="230" y="255"/>
                  </a:cubicBezTo>
                  <a:cubicBezTo>
                    <a:pt x="234" y="251"/>
                    <a:pt x="236" y="251"/>
                    <a:pt x="241" y="251"/>
                  </a:cubicBezTo>
                  <a:cubicBezTo>
                    <a:pt x="245" y="250"/>
                    <a:pt x="242" y="249"/>
                    <a:pt x="245" y="248"/>
                  </a:cubicBezTo>
                  <a:cubicBezTo>
                    <a:pt x="248" y="247"/>
                    <a:pt x="250" y="245"/>
                    <a:pt x="252" y="243"/>
                  </a:cubicBezTo>
                  <a:cubicBezTo>
                    <a:pt x="254" y="241"/>
                    <a:pt x="261" y="243"/>
                    <a:pt x="266" y="243"/>
                  </a:cubicBezTo>
                  <a:cubicBezTo>
                    <a:pt x="270" y="243"/>
                    <a:pt x="273" y="243"/>
                    <a:pt x="273" y="241"/>
                  </a:cubicBezTo>
                  <a:cubicBezTo>
                    <a:pt x="273" y="238"/>
                    <a:pt x="275" y="236"/>
                    <a:pt x="278" y="236"/>
                  </a:cubicBezTo>
                  <a:cubicBezTo>
                    <a:pt x="281" y="236"/>
                    <a:pt x="282" y="235"/>
                    <a:pt x="282" y="231"/>
                  </a:cubicBezTo>
                  <a:cubicBezTo>
                    <a:pt x="282" y="227"/>
                    <a:pt x="283" y="225"/>
                    <a:pt x="285" y="224"/>
                  </a:cubicBezTo>
                  <a:cubicBezTo>
                    <a:pt x="287" y="222"/>
                    <a:pt x="288" y="218"/>
                    <a:pt x="288" y="216"/>
                  </a:cubicBezTo>
                  <a:cubicBezTo>
                    <a:pt x="289" y="213"/>
                    <a:pt x="292" y="215"/>
                    <a:pt x="292" y="211"/>
                  </a:cubicBezTo>
                  <a:cubicBezTo>
                    <a:pt x="292" y="208"/>
                    <a:pt x="293" y="204"/>
                    <a:pt x="293" y="201"/>
                  </a:cubicBezTo>
                  <a:cubicBezTo>
                    <a:pt x="293" y="198"/>
                    <a:pt x="296" y="198"/>
                    <a:pt x="297" y="196"/>
                  </a:cubicBezTo>
                  <a:cubicBezTo>
                    <a:pt x="298" y="194"/>
                    <a:pt x="296" y="192"/>
                    <a:pt x="298" y="186"/>
                  </a:cubicBezTo>
                  <a:cubicBezTo>
                    <a:pt x="300" y="180"/>
                    <a:pt x="298" y="175"/>
                    <a:pt x="298" y="170"/>
                  </a:cubicBezTo>
                  <a:cubicBezTo>
                    <a:pt x="298" y="164"/>
                    <a:pt x="298" y="159"/>
                    <a:pt x="300" y="157"/>
                  </a:cubicBezTo>
                  <a:cubicBezTo>
                    <a:pt x="302" y="156"/>
                    <a:pt x="301" y="155"/>
                    <a:pt x="299" y="154"/>
                  </a:cubicBezTo>
                  <a:cubicBezTo>
                    <a:pt x="298" y="153"/>
                    <a:pt x="300" y="151"/>
                    <a:pt x="301" y="151"/>
                  </a:cubicBezTo>
                  <a:cubicBezTo>
                    <a:pt x="302" y="152"/>
                    <a:pt x="304" y="155"/>
                    <a:pt x="306" y="153"/>
                  </a:cubicBezTo>
                  <a:cubicBezTo>
                    <a:pt x="309" y="152"/>
                    <a:pt x="311" y="145"/>
                    <a:pt x="313" y="140"/>
                  </a:cubicBezTo>
                  <a:cubicBezTo>
                    <a:pt x="315" y="135"/>
                    <a:pt x="318" y="135"/>
                    <a:pt x="321" y="134"/>
                  </a:cubicBezTo>
                  <a:cubicBezTo>
                    <a:pt x="323" y="133"/>
                    <a:pt x="329" y="126"/>
                    <a:pt x="333" y="117"/>
                  </a:cubicBezTo>
                  <a:cubicBezTo>
                    <a:pt x="336" y="108"/>
                    <a:pt x="332" y="99"/>
                    <a:pt x="331" y="93"/>
                  </a:cubicBezTo>
                  <a:cubicBezTo>
                    <a:pt x="329" y="86"/>
                    <a:pt x="327" y="88"/>
                    <a:pt x="324" y="88"/>
                  </a:cubicBezTo>
                  <a:cubicBezTo>
                    <a:pt x="320" y="88"/>
                    <a:pt x="313" y="87"/>
                    <a:pt x="303" y="77"/>
                  </a:cubicBezTo>
                  <a:cubicBezTo>
                    <a:pt x="294" y="67"/>
                    <a:pt x="285" y="68"/>
                    <a:pt x="279" y="69"/>
                  </a:cubicBezTo>
                  <a:cubicBezTo>
                    <a:pt x="273" y="71"/>
                    <a:pt x="266" y="66"/>
                    <a:pt x="262" y="66"/>
                  </a:cubicBezTo>
                  <a:cubicBezTo>
                    <a:pt x="258" y="65"/>
                    <a:pt x="254" y="70"/>
                    <a:pt x="251" y="71"/>
                  </a:cubicBezTo>
                  <a:cubicBezTo>
                    <a:pt x="248" y="72"/>
                    <a:pt x="253" y="66"/>
                    <a:pt x="253" y="63"/>
                  </a:cubicBezTo>
                  <a:cubicBezTo>
                    <a:pt x="253" y="59"/>
                    <a:pt x="242" y="54"/>
                    <a:pt x="233" y="51"/>
                  </a:cubicBezTo>
                  <a:cubicBezTo>
                    <a:pt x="225" y="48"/>
                    <a:pt x="221" y="49"/>
                    <a:pt x="221" y="55"/>
                  </a:cubicBezTo>
                  <a:cubicBezTo>
                    <a:pt x="221" y="60"/>
                    <a:pt x="217" y="53"/>
                    <a:pt x="215" y="59"/>
                  </a:cubicBezTo>
                  <a:cubicBezTo>
                    <a:pt x="212" y="65"/>
                    <a:pt x="207" y="61"/>
                    <a:pt x="211" y="59"/>
                  </a:cubicBezTo>
                  <a:cubicBezTo>
                    <a:pt x="214" y="57"/>
                    <a:pt x="217" y="53"/>
                    <a:pt x="218" y="49"/>
                  </a:cubicBezTo>
                  <a:cubicBezTo>
                    <a:pt x="219" y="46"/>
                    <a:pt x="205" y="43"/>
                    <a:pt x="201" y="45"/>
                  </a:cubicBezTo>
                  <a:cubicBezTo>
                    <a:pt x="196" y="47"/>
                    <a:pt x="199" y="53"/>
                    <a:pt x="195" y="51"/>
                  </a:cubicBezTo>
                  <a:cubicBezTo>
                    <a:pt x="192" y="49"/>
                    <a:pt x="195" y="44"/>
                    <a:pt x="198" y="44"/>
                  </a:cubicBezTo>
                  <a:cubicBezTo>
                    <a:pt x="201" y="45"/>
                    <a:pt x="204" y="38"/>
                    <a:pt x="206" y="34"/>
                  </a:cubicBezTo>
                  <a:cubicBezTo>
                    <a:pt x="208" y="30"/>
                    <a:pt x="202" y="29"/>
                    <a:pt x="199" y="25"/>
                  </a:cubicBezTo>
                  <a:cubicBezTo>
                    <a:pt x="196" y="21"/>
                    <a:pt x="196" y="11"/>
                    <a:pt x="193" y="9"/>
                  </a:cubicBezTo>
                  <a:cubicBezTo>
                    <a:pt x="189" y="12"/>
                    <a:pt x="185" y="18"/>
                    <a:pt x="183" y="22"/>
                  </a:cubicBezTo>
                  <a:cubicBezTo>
                    <a:pt x="181" y="28"/>
                    <a:pt x="179" y="25"/>
                    <a:pt x="174" y="26"/>
                  </a:cubicBezTo>
                  <a:cubicBezTo>
                    <a:pt x="169" y="28"/>
                    <a:pt x="167" y="26"/>
                    <a:pt x="166" y="24"/>
                  </a:cubicBezTo>
                  <a:cubicBezTo>
                    <a:pt x="165" y="22"/>
                    <a:pt x="160" y="24"/>
                    <a:pt x="157" y="23"/>
                  </a:cubicBezTo>
                  <a:cubicBezTo>
                    <a:pt x="153" y="23"/>
                    <a:pt x="155" y="27"/>
                    <a:pt x="153" y="29"/>
                  </a:cubicBezTo>
                  <a:cubicBezTo>
                    <a:pt x="151" y="30"/>
                    <a:pt x="145" y="26"/>
                    <a:pt x="143" y="28"/>
                  </a:cubicBezTo>
                  <a:cubicBezTo>
                    <a:pt x="141" y="31"/>
                    <a:pt x="140" y="28"/>
                    <a:pt x="139" y="30"/>
                  </a:cubicBezTo>
                  <a:cubicBezTo>
                    <a:pt x="138" y="32"/>
                    <a:pt x="134" y="31"/>
                    <a:pt x="133" y="32"/>
                  </a:cubicBezTo>
                  <a:cubicBezTo>
                    <a:pt x="132" y="34"/>
                    <a:pt x="129" y="34"/>
                    <a:pt x="124" y="29"/>
                  </a:cubicBezTo>
                  <a:cubicBezTo>
                    <a:pt x="119" y="24"/>
                    <a:pt x="120" y="16"/>
                    <a:pt x="122" y="14"/>
                  </a:cubicBezTo>
                  <a:cubicBezTo>
                    <a:pt x="124" y="13"/>
                    <a:pt x="124" y="9"/>
                    <a:pt x="121" y="7"/>
                  </a:cubicBezTo>
                  <a:cubicBezTo>
                    <a:pt x="119" y="6"/>
                    <a:pt x="121" y="1"/>
                    <a:pt x="118" y="0"/>
                  </a:cubicBezTo>
                  <a:cubicBezTo>
                    <a:pt x="114" y="0"/>
                    <a:pt x="115" y="4"/>
                    <a:pt x="113" y="5"/>
                  </a:cubicBezTo>
                  <a:cubicBezTo>
                    <a:pt x="110" y="6"/>
                    <a:pt x="105" y="10"/>
                    <a:pt x="102" y="9"/>
                  </a:cubicBezTo>
                  <a:cubicBezTo>
                    <a:pt x="100" y="9"/>
                    <a:pt x="96" y="10"/>
                    <a:pt x="96" y="12"/>
                  </a:cubicBezTo>
                  <a:cubicBezTo>
                    <a:pt x="96" y="15"/>
                    <a:pt x="94" y="14"/>
                    <a:pt x="93" y="12"/>
                  </a:cubicBezTo>
                  <a:cubicBezTo>
                    <a:pt x="93" y="10"/>
                    <a:pt x="87" y="11"/>
                    <a:pt x="86" y="10"/>
                  </a:cubicBezTo>
                  <a:cubicBezTo>
                    <a:pt x="84" y="8"/>
                    <a:pt x="77" y="9"/>
                    <a:pt x="80" y="11"/>
                  </a:cubicBezTo>
                  <a:cubicBezTo>
                    <a:pt x="83" y="12"/>
                    <a:pt x="84" y="14"/>
                    <a:pt x="84" y="17"/>
                  </a:cubicBezTo>
                  <a:cubicBezTo>
                    <a:pt x="84" y="20"/>
                    <a:pt x="86" y="19"/>
                    <a:pt x="86" y="22"/>
                  </a:cubicBezTo>
                  <a:cubicBezTo>
                    <a:pt x="86" y="26"/>
                    <a:pt x="88" y="23"/>
                    <a:pt x="90" y="23"/>
                  </a:cubicBezTo>
                  <a:cubicBezTo>
                    <a:pt x="92" y="23"/>
                    <a:pt x="92" y="26"/>
                    <a:pt x="89" y="27"/>
                  </a:cubicBezTo>
                  <a:cubicBezTo>
                    <a:pt x="86" y="27"/>
                    <a:pt x="85" y="29"/>
                    <a:pt x="84" y="31"/>
                  </a:cubicBezTo>
                  <a:cubicBezTo>
                    <a:pt x="84" y="34"/>
                    <a:pt x="81" y="32"/>
                    <a:pt x="79" y="34"/>
                  </a:cubicBezTo>
                  <a:cubicBezTo>
                    <a:pt x="76" y="36"/>
                    <a:pt x="74" y="38"/>
                    <a:pt x="73" y="37"/>
                  </a:cubicBezTo>
                  <a:cubicBezTo>
                    <a:pt x="71" y="36"/>
                    <a:pt x="70" y="37"/>
                    <a:pt x="68" y="38"/>
                  </a:cubicBezTo>
                  <a:cubicBezTo>
                    <a:pt x="67" y="39"/>
                    <a:pt x="66" y="38"/>
                    <a:pt x="63" y="36"/>
                  </a:cubicBezTo>
                  <a:cubicBezTo>
                    <a:pt x="61" y="34"/>
                    <a:pt x="60" y="31"/>
                    <a:pt x="57" y="27"/>
                  </a:cubicBezTo>
                  <a:cubicBezTo>
                    <a:pt x="55" y="28"/>
                    <a:pt x="51" y="30"/>
                    <a:pt x="49" y="30"/>
                  </a:cubicBezTo>
                  <a:cubicBezTo>
                    <a:pt x="46" y="30"/>
                    <a:pt x="36" y="29"/>
                    <a:pt x="36" y="31"/>
                  </a:cubicBezTo>
                  <a:cubicBezTo>
                    <a:pt x="35" y="32"/>
                    <a:pt x="37" y="35"/>
                    <a:pt x="38" y="35"/>
                  </a:cubicBezTo>
                  <a:cubicBezTo>
                    <a:pt x="40" y="36"/>
                    <a:pt x="43" y="37"/>
                    <a:pt x="40" y="39"/>
                  </a:cubicBezTo>
                  <a:cubicBezTo>
                    <a:pt x="37" y="41"/>
                    <a:pt x="34" y="38"/>
                    <a:pt x="34" y="43"/>
                  </a:cubicBezTo>
                  <a:cubicBezTo>
                    <a:pt x="34" y="49"/>
                    <a:pt x="41" y="52"/>
                    <a:pt x="39" y="57"/>
                  </a:cubicBezTo>
                  <a:cubicBezTo>
                    <a:pt x="39" y="60"/>
                    <a:pt x="38" y="66"/>
                    <a:pt x="38" y="69"/>
                  </a:cubicBezTo>
                  <a:cubicBezTo>
                    <a:pt x="38" y="71"/>
                    <a:pt x="37" y="79"/>
                    <a:pt x="34" y="80"/>
                  </a:cubicBezTo>
                  <a:cubicBezTo>
                    <a:pt x="32" y="80"/>
                    <a:pt x="30" y="78"/>
                    <a:pt x="27" y="80"/>
                  </a:cubicBezTo>
                  <a:cubicBezTo>
                    <a:pt x="24" y="83"/>
                    <a:pt x="21" y="81"/>
                    <a:pt x="17" y="84"/>
                  </a:cubicBezTo>
                  <a:cubicBezTo>
                    <a:pt x="14" y="87"/>
                    <a:pt x="10" y="86"/>
                    <a:pt x="10" y="89"/>
                  </a:cubicBezTo>
                  <a:cubicBezTo>
                    <a:pt x="9" y="92"/>
                    <a:pt x="6" y="94"/>
                    <a:pt x="7" y="97"/>
                  </a:cubicBezTo>
                  <a:cubicBezTo>
                    <a:pt x="8" y="100"/>
                    <a:pt x="5" y="99"/>
                    <a:pt x="3" y="102"/>
                  </a:cubicBezTo>
                  <a:cubicBezTo>
                    <a:pt x="1" y="104"/>
                    <a:pt x="3" y="105"/>
                    <a:pt x="2" y="107"/>
                  </a:cubicBezTo>
                  <a:cubicBezTo>
                    <a:pt x="0" y="109"/>
                    <a:pt x="2" y="112"/>
                    <a:pt x="4" y="114"/>
                  </a:cubicBezTo>
                  <a:cubicBezTo>
                    <a:pt x="6" y="117"/>
                    <a:pt x="8" y="119"/>
                    <a:pt x="8" y="122"/>
                  </a:cubicBezTo>
                  <a:cubicBezTo>
                    <a:pt x="7" y="124"/>
                    <a:pt x="9" y="125"/>
                    <a:pt x="12" y="125"/>
                  </a:cubicBezTo>
                  <a:cubicBezTo>
                    <a:pt x="14" y="125"/>
                    <a:pt x="12" y="130"/>
                    <a:pt x="16" y="130"/>
                  </a:cubicBezTo>
                  <a:cubicBezTo>
                    <a:pt x="20" y="130"/>
                    <a:pt x="24" y="131"/>
                    <a:pt x="25" y="128"/>
                  </a:cubicBezTo>
                  <a:cubicBezTo>
                    <a:pt x="26" y="126"/>
                    <a:pt x="29" y="124"/>
                    <a:pt x="29" y="128"/>
                  </a:cubicBezTo>
                  <a:cubicBezTo>
                    <a:pt x="29" y="131"/>
                    <a:pt x="28" y="140"/>
                    <a:pt x="31" y="139"/>
                  </a:cubicBezTo>
                  <a:cubicBezTo>
                    <a:pt x="34" y="138"/>
                    <a:pt x="39" y="138"/>
                    <a:pt x="42" y="139"/>
                  </a:cubicBezTo>
                  <a:cubicBezTo>
                    <a:pt x="45" y="140"/>
                    <a:pt x="47" y="139"/>
                    <a:pt x="49" y="137"/>
                  </a:cubicBezTo>
                  <a:cubicBezTo>
                    <a:pt x="51" y="135"/>
                    <a:pt x="53" y="135"/>
                    <a:pt x="56" y="133"/>
                  </a:cubicBezTo>
                  <a:cubicBezTo>
                    <a:pt x="60" y="131"/>
                    <a:pt x="63" y="129"/>
                    <a:pt x="66" y="129"/>
                  </a:cubicBezTo>
                  <a:cubicBezTo>
                    <a:pt x="70" y="129"/>
                    <a:pt x="75" y="127"/>
                    <a:pt x="74" y="129"/>
                  </a:cubicBezTo>
                  <a:cubicBezTo>
                    <a:pt x="74" y="132"/>
                    <a:pt x="73" y="141"/>
                    <a:pt x="77" y="146"/>
                  </a:cubicBezTo>
                  <a:cubicBezTo>
                    <a:pt x="81" y="150"/>
                    <a:pt x="83" y="152"/>
                    <a:pt x="87" y="152"/>
                  </a:cubicBezTo>
                  <a:cubicBezTo>
                    <a:pt x="91" y="151"/>
                    <a:pt x="90" y="153"/>
                    <a:pt x="93" y="153"/>
                  </a:cubicBezTo>
                  <a:cubicBezTo>
                    <a:pt x="96" y="153"/>
                    <a:pt x="94" y="156"/>
                    <a:pt x="96" y="156"/>
                  </a:cubicBezTo>
                  <a:cubicBezTo>
                    <a:pt x="99" y="156"/>
                    <a:pt x="103" y="156"/>
                    <a:pt x="103" y="159"/>
                  </a:cubicBezTo>
                  <a:cubicBezTo>
                    <a:pt x="103" y="162"/>
                    <a:pt x="111" y="160"/>
                    <a:pt x="113" y="161"/>
                  </a:cubicBezTo>
                  <a:cubicBezTo>
                    <a:pt x="114" y="163"/>
                    <a:pt x="116" y="164"/>
                    <a:pt x="116" y="167"/>
                  </a:cubicBezTo>
                  <a:cubicBezTo>
                    <a:pt x="115" y="170"/>
                    <a:pt x="120" y="172"/>
                    <a:pt x="117" y="173"/>
                  </a:cubicBezTo>
                  <a:cubicBezTo>
                    <a:pt x="115" y="175"/>
                    <a:pt x="118" y="177"/>
                    <a:pt x="118" y="180"/>
                  </a:cubicBezTo>
                  <a:cubicBezTo>
                    <a:pt x="118" y="184"/>
                    <a:pt x="122" y="185"/>
                    <a:pt x="127" y="185"/>
                  </a:cubicBezTo>
                  <a:cubicBezTo>
                    <a:pt x="133" y="184"/>
                    <a:pt x="134" y="185"/>
                    <a:pt x="134" y="189"/>
                  </a:cubicBezTo>
                  <a:cubicBezTo>
                    <a:pt x="134" y="193"/>
                    <a:pt x="138" y="193"/>
                    <a:pt x="139" y="197"/>
                  </a:cubicBezTo>
                  <a:cubicBezTo>
                    <a:pt x="141" y="201"/>
                    <a:pt x="138" y="205"/>
                    <a:pt x="138" y="208"/>
                  </a:cubicBezTo>
                  <a:cubicBezTo>
                    <a:pt x="139" y="210"/>
                    <a:pt x="137" y="213"/>
                    <a:pt x="136" y="214"/>
                  </a:cubicBezTo>
                  <a:cubicBezTo>
                    <a:pt x="138" y="216"/>
                    <a:pt x="138" y="217"/>
                    <a:pt x="136" y="218"/>
                  </a:cubicBezTo>
                  <a:cubicBezTo>
                    <a:pt x="134" y="219"/>
                    <a:pt x="139" y="223"/>
                    <a:pt x="138" y="229"/>
                  </a:cubicBezTo>
                  <a:cubicBezTo>
                    <a:pt x="136" y="234"/>
                    <a:pt x="136" y="235"/>
                    <a:pt x="142" y="235"/>
                  </a:cubicBezTo>
                  <a:cubicBezTo>
                    <a:pt x="148" y="236"/>
                    <a:pt x="147" y="237"/>
                    <a:pt x="149" y="236"/>
                  </a:cubicBezTo>
                  <a:cubicBezTo>
                    <a:pt x="151" y="235"/>
                    <a:pt x="154" y="240"/>
                    <a:pt x="155" y="243"/>
                  </a:cubicBezTo>
                  <a:cubicBezTo>
                    <a:pt x="156" y="246"/>
                    <a:pt x="158" y="253"/>
                    <a:pt x="159" y="253"/>
                  </a:cubicBezTo>
                  <a:cubicBezTo>
                    <a:pt x="160" y="253"/>
                    <a:pt x="163" y="250"/>
                    <a:pt x="166" y="251"/>
                  </a:cubicBezTo>
                  <a:cubicBezTo>
                    <a:pt x="169" y="252"/>
                    <a:pt x="165" y="262"/>
                    <a:pt x="165" y="266"/>
                  </a:cubicBezTo>
                  <a:cubicBezTo>
                    <a:pt x="167" y="266"/>
                    <a:pt x="170" y="266"/>
                    <a:pt x="171" y="266"/>
                  </a:cubicBezTo>
                  <a:cubicBezTo>
                    <a:pt x="172" y="267"/>
                    <a:pt x="173" y="277"/>
                    <a:pt x="172" y="279"/>
                  </a:cubicBezTo>
                  <a:cubicBezTo>
                    <a:pt x="172" y="281"/>
                    <a:pt x="165" y="283"/>
                    <a:pt x="162" y="285"/>
                  </a:cubicBezTo>
                  <a:cubicBezTo>
                    <a:pt x="159" y="287"/>
                    <a:pt x="151" y="294"/>
                    <a:pt x="148" y="300"/>
                  </a:cubicBezTo>
                  <a:cubicBezTo>
                    <a:pt x="146" y="304"/>
                    <a:pt x="142" y="307"/>
                    <a:pt x="140" y="309"/>
                  </a:cubicBezTo>
                  <a:cubicBezTo>
                    <a:pt x="141" y="309"/>
                    <a:pt x="142" y="309"/>
                    <a:pt x="143" y="309"/>
                  </a:cubicBezTo>
                  <a:cubicBezTo>
                    <a:pt x="144" y="308"/>
                    <a:pt x="147" y="308"/>
                    <a:pt x="150" y="312"/>
                  </a:cubicBezTo>
                  <a:cubicBezTo>
                    <a:pt x="153" y="315"/>
                    <a:pt x="153" y="318"/>
                    <a:pt x="154" y="318"/>
                  </a:cubicBezTo>
                  <a:cubicBezTo>
                    <a:pt x="155" y="317"/>
                    <a:pt x="156" y="313"/>
                    <a:pt x="158" y="316"/>
                  </a:cubicBezTo>
                  <a:cubicBezTo>
                    <a:pt x="161" y="319"/>
                    <a:pt x="167" y="322"/>
                    <a:pt x="168" y="323"/>
                  </a:cubicBezTo>
                  <a:cubicBezTo>
                    <a:pt x="169" y="325"/>
                    <a:pt x="174" y="326"/>
                    <a:pt x="174" y="330"/>
                  </a:cubicBezTo>
                  <a:cubicBezTo>
                    <a:pt x="174" y="333"/>
                    <a:pt x="172" y="338"/>
                    <a:pt x="174" y="343"/>
                  </a:cubicBezTo>
                  <a:cubicBezTo>
                    <a:pt x="176" y="341"/>
                    <a:pt x="177" y="340"/>
                    <a:pt x="178" y="339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70" name="Freeform 169"/>
            <p:cNvSpPr>
              <a:spLocks/>
            </p:cNvSpPr>
            <p:nvPr/>
          </p:nvSpPr>
          <p:spPr bwMode="auto">
            <a:xfrm>
              <a:off x="1522966" y="2043735"/>
              <a:ext cx="2579361" cy="1633147"/>
            </a:xfrm>
            <a:custGeom>
              <a:avLst/>
              <a:gdLst>
                <a:gd name="connsiteX0" fmla="*/ 1772175 w 2457055"/>
                <a:gd name="connsiteY0" fmla="*/ 816496 h 1509195"/>
                <a:gd name="connsiteX1" fmla="*/ 1775947 w 2457055"/>
                <a:gd name="connsiteY1" fmla="*/ 817126 h 1509195"/>
                <a:gd name="connsiteX2" fmla="*/ 1787443 w 2457055"/>
                <a:gd name="connsiteY2" fmla="*/ 837267 h 1509195"/>
                <a:gd name="connsiteX3" fmla="*/ 1807560 w 2457055"/>
                <a:gd name="connsiteY3" fmla="*/ 843021 h 1509195"/>
                <a:gd name="connsiteX4" fmla="*/ 1830551 w 2457055"/>
                <a:gd name="connsiteY4" fmla="*/ 843021 h 1509195"/>
                <a:gd name="connsiteX5" fmla="*/ 1850668 w 2457055"/>
                <a:gd name="connsiteY5" fmla="*/ 851653 h 1509195"/>
                <a:gd name="connsiteX6" fmla="*/ 1870785 w 2457055"/>
                <a:gd name="connsiteY6" fmla="*/ 854530 h 1509195"/>
                <a:gd name="connsiteX7" fmla="*/ 1905272 w 2457055"/>
                <a:gd name="connsiteY7" fmla="*/ 860285 h 1509195"/>
                <a:gd name="connsiteX8" fmla="*/ 1893776 w 2457055"/>
                <a:gd name="connsiteY8" fmla="*/ 866039 h 1509195"/>
                <a:gd name="connsiteX9" fmla="*/ 1844920 w 2457055"/>
                <a:gd name="connsiteY9" fmla="*/ 894812 h 1509195"/>
                <a:gd name="connsiteX10" fmla="*/ 1876533 w 2457055"/>
                <a:gd name="connsiteY10" fmla="*/ 900567 h 1509195"/>
                <a:gd name="connsiteX11" fmla="*/ 1931136 w 2457055"/>
                <a:gd name="connsiteY11" fmla="*/ 877548 h 1509195"/>
                <a:gd name="connsiteX12" fmla="*/ 1939758 w 2457055"/>
                <a:gd name="connsiteY12" fmla="*/ 891935 h 1509195"/>
                <a:gd name="connsiteX13" fmla="*/ 1957001 w 2457055"/>
                <a:gd name="connsiteY13" fmla="*/ 906321 h 1509195"/>
                <a:gd name="connsiteX14" fmla="*/ 2002983 w 2457055"/>
                <a:gd name="connsiteY14" fmla="*/ 897689 h 1509195"/>
                <a:gd name="connsiteX15" fmla="*/ 2025974 w 2457055"/>
                <a:gd name="connsiteY15" fmla="*/ 909198 h 1509195"/>
                <a:gd name="connsiteX16" fmla="*/ 2028848 w 2457055"/>
                <a:gd name="connsiteY16" fmla="*/ 903444 h 1509195"/>
                <a:gd name="connsiteX17" fmla="*/ 2040344 w 2457055"/>
                <a:gd name="connsiteY17" fmla="*/ 914953 h 1509195"/>
                <a:gd name="connsiteX18" fmla="*/ 2037470 w 2457055"/>
                <a:gd name="connsiteY18" fmla="*/ 917830 h 1509195"/>
                <a:gd name="connsiteX19" fmla="*/ 1988614 w 2457055"/>
                <a:gd name="connsiteY19" fmla="*/ 926462 h 1509195"/>
                <a:gd name="connsiteX20" fmla="*/ 1951254 w 2457055"/>
                <a:gd name="connsiteY20" fmla="*/ 958112 h 1509195"/>
                <a:gd name="connsiteX21" fmla="*/ 1945506 w 2457055"/>
                <a:gd name="connsiteY21" fmla="*/ 998394 h 1509195"/>
                <a:gd name="connsiteX22" fmla="*/ 1965623 w 2457055"/>
                <a:gd name="connsiteY22" fmla="*/ 1044430 h 1509195"/>
                <a:gd name="connsiteX23" fmla="*/ 1982866 w 2457055"/>
                <a:gd name="connsiteY23" fmla="*/ 1009903 h 1509195"/>
                <a:gd name="connsiteX24" fmla="*/ 1988614 w 2457055"/>
                <a:gd name="connsiteY24" fmla="*/ 958112 h 1509195"/>
                <a:gd name="connsiteX25" fmla="*/ 2014479 w 2457055"/>
                <a:gd name="connsiteY25" fmla="*/ 940848 h 1509195"/>
                <a:gd name="connsiteX26" fmla="*/ 2051839 w 2457055"/>
                <a:gd name="connsiteY26" fmla="*/ 943726 h 1509195"/>
                <a:gd name="connsiteX27" fmla="*/ 2040344 w 2457055"/>
                <a:gd name="connsiteY27" fmla="*/ 989762 h 1509195"/>
                <a:gd name="connsiteX28" fmla="*/ 2066208 w 2457055"/>
                <a:gd name="connsiteY28" fmla="*/ 984008 h 1509195"/>
                <a:gd name="connsiteX29" fmla="*/ 2074830 w 2457055"/>
                <a:gd name="connsiteY29" fmla="*/ 1015658 h 1509195"/>
                <a:gd name="connsiteX30" fmla="*/ 2080578 w 2457055"/>
                <a:gd name="connsiteY30" fmla="*/ 1032921 h 1509195"/>
                <a:gd name="connsiteX31" fmla="*/ 2069082 w 2457055"/>
                <a:gd name="connsiteY31" fmla="*/ 1035799 h 1509195"/>
                <a:gd name="connsiteX32" fmla="*/ 2051839 w 2457055"/>
                <a:gd name="connsiteY32" fmla="*/ 1041553 h 1509195"/>
                <a:gd name="connsiteX33" fmla="*/ 2100695 w 2457055"/>
                <a:gd name="connsiteY33" fmla="*/ 1053062 h 1509195"/>
                <a:gd name="connsiteX34" fmla="*/ 2155299 w 2457055"/>
                <a:gd name="connsiteY34" fmla="*/ 1018535 h 1509195"/>
                <a:gd name="connsiteX35" fmla="*/ 2163920 w 2457055"/>
                <a:gd name="connsiteY35" fmla="*/ 1012780 h 1509195"/>
                <a:gd name="connsiteX36" fmla="*/ 2161046 w 2457055"/>
                <a:gd name="connsiteY36" fmla="*/ 1004149 h 1509195"/>
                <a:gd name="connsiteX37" fmla="*/ 2181163 w 2457055"/>
                <a:gd name="connsiteY37" fmla="*/ 1001271 h 1509195"/>
                <a:gd name="connsiteX38" fmla="*/ 2227145 w 2457055"/>
                <a:gd name="connsiteY38" fmla="*/ 978253 h 1509195"/>
                <a:gd name="connsiteX39" fmla="*/ 2227145 w 2457055"/>
                <a:gd name="connsiteY39" fmla="*/ 975376 h 1509195"/>
                <a:gd name="connsiteX40" fmla="*/ 2258758 w 2457055"/>
                <a:gd name="connsiteY40" fmla="*/ 952358 h 1509195"/>
                <a:gd name="connsiteX41" fmla="*/ 2342100 w 2457055"/>
                <a:gd name="connsiteY41" fmla="*/ 952358 h 1509195"/>
                <a:gd name="connsiteX42" fmla="*/ 2373713 w 2457055"/>
                <a:gd name="connsiteY42" fmla="*/ 920708 h 1509195"/>
                <a:gd name="connsiteX43" fmla="*/ 2402452 w 2457055"/>
                <a:gd name="connsiteY43" fmla="*/ 877548 h 1509195"/>
                <a:gd name="connsiteX44" fmla="*/ 2434064 w 2457055"/>
                <a:gd name="connsiteY44" fmla="*/ 886180 h 1509195"/>
                <a:gd name="connsiteX45" fmla="*/ 2457055 w 2457055"/>
                <a:gd name="connsiteY45" fmla="*/ 952358 h 1509195"/>
                <a:gd name="connsiteX46" fmla="*/ 2436938 w 2457055"/>
                <a:gd name="connsiteY46" fmla="*/ 966744 h 1509195"/>
                <a:gd name="connsiteX47" fmla="*/ 2408199 w 2457055"/>
                <a:gd name="connsiteY47" fmla="*/ 966744 h 1509195"/>
                <a:gd name="connsiteX48" fmla="*/ 2390956 w 2457055"/>
                <a:gd name="connsiteY48" fmla="*/ 984008 h 1509195"/>
                <a:gd name="connsiteX49" fmla="*/ 2376587 w 2457055"/>
                <a:gd name="connsiteY49" fmla="*/ 992639 h 1509195"/>
                <a:gd name="connsiteX50" fmla="*/ 2359343 w 2457055"/>
                <a:gd name="connsiteY50" fmla="*/ 1018535 h 1509195"/>
                <a:gd name="connsiteX51" fmla="*/ 2356470 w 2457055"/>
                <a:gd name="connsiteY51" fmla="*/ 1030044 h 1509195"/>
                <a:gd name="connsiteX52" fmla="*/ 2362217 w 2457055"/>
                <a:gd name="connsiteY52" fmla="*/ 1050185 h 1509195"/>
                <a:gd name="connsiteX53" fmla="*/ 2342100 w 2457055"/>
                <a:gd name="connsiteY53" fmla="*/ 1047308 h 1509195"/>
                <a:gd name="connsiteX54" fmla="*/ 2330605 w 2457055"/>
                <a:gd name="connsiteY54" fmla="*/ 1058817 h 1509195"/>
                <a:gd name="connsiteX55" fmla="*/ 2293244 w 2457055"/>
                <a:gd name="connsiteY55" fmla="*/ 1070326 h 1509195"/>
                <a:gd name="connsiteX56" fmla="*/ 2327731 w 2457055"/>
                <a:gd name="connsiteY56" fmla="*/ 1073203 h 1509195"/>
                <a:gd name="connsiteX57" fmla="*/ 2293244 w 2457055"/>
                <a:gd name="connsiteY57" fmla="*/ 1081835 h 1509195"/>
                <a:gd name="connsiteX58" fmla="*/ 2281749 w 2457055"/>
                <a:gd name="connsiteY58" fmla="*/ 1087590 h 1509195"/>
                <a:gd name="connsiteX59" fmla="*/ 2267380 w 2457055"/>
                <a:gd name="connsiteY59" fmla="*/ 1119240 h 1509195"/>
                <a:gd name="connsiteX60" fmla="*/ 2250136 w 2457055"/>
                <a:gd name="connsiteY60" fmla="*/ 1119240 h 1509195"/>
                <a:gd name="connsiteX61" fmla="*/ 2250136 w 2457055"/>
                <a:gd name="connsiteY61" fmla="*/ 1130749 h 1509195"/>
                <a:gd name="connsiteX62" fmla="*/ 2244389 w 2457055"/>
                <a:gd name="connsiteY62" fmla="*/ 1162399 h 1509195"/>
                <a:gd name="connsiteX63" fmla="*/ 2235767 w 2457055"/>
                <a:gd name="connsiteY63" fmla="*/ 1168153 h 1509195"/>
                <a:gd name="connsiteX64" fmla="*/ 2227145 w 2457055"/>
                <a:gd name="connsiteY64" fmla="*/ 1139380 h 1509195"/>
                <a:gd name="connsiteX65" fmla="*/ 2230019 w 2457055"/>
                <a:gd name="connsiteY65" fmla="*/ 1116362 h 1509195"/>
                <a:gd name="connsiteX66" fmla="*/ 2221398 w 2457055"/>
                <a:gd name="connsiteY66" fmla="*/ 1116362 h 1509195"/>
                <a:gd name="connsiteX67" fmla="*/ 2218524 w 2457055"/>
                <a:gd name="connsiteY67" fmla="*/ 1148012 h 1509195"/>
                <a:gd name="connsiteX68" fmla="*/ 2209902 w 2457055"/>
                <a:gd name="connsiteY68" fmla="*/ 1156644 h 1509195"/>
                <a:gd name="connsiteX69" fmla="*/ 2224271 w 2457055"/>
                <a:gd name="connsiteY69" fmla="*/ 1176785 h 1509195"/>
                <a:gd name="connsiteX70" fmla="*/ 2224271 w 2457055"/>
                <a:gd name="connsiteY70" fmla="*/ 1188294 h 1509195"/>
                <a:gd name="connsiteX71" fmla="*/ 2232893 w 2457055"/>
                <a:gd name="connsiteY71" fmla="*/ 1205558 h 1509195"/>
                <a:gd name="connsiteX72" fmla="*/ 2241515 w 2457055"/>
                <a:gd name="connsiteY72" fmla="*/ 1214190 h 1509195"/>
                <a:gd name="connsiteX73" fmla="*/ 2235767 w 2457055"/>
                <a:gd name="connsiteY73" fmla="*/ 1228576 h 1509195"/>
                <a:gd name="connsiteX74" fmla="*/ 2218524 w 2457055"/>
                <a:gd name="connsiteY74" fmla="*/ 1225699 h 1509195"/>
                <a:gd name="connsiteX75" fmla="*/ 2212776 w 2457055"/>
                <a:gd name="connsiteY75" fmla="*/ 1234331 h 1509195"/>
                <a:gd name="connsiteX76" fmla="*/ 2209902 w 2457055"/>
                <a:gd name="connsiteY76" fmla="*/ 1251594 h 1509195"/>
                <a:gd name="connsiteX77" fmla="*/ 2184037 w 2457055"/>
                <a:gd name="connsiteY77" fmla="*/ 1268858 h 1509195"/>
                <a:gd name="connsiteX78" fmla="*/ 2169668 w 2457055"/>
                <a:gd name="connsiteY78" fmla="*/ 1274612 h 1509195"/>
                <a:gd name="connsiteX79" fmla="*/ 2149551 w 2457055"/>
                <a:gd name="connsiteY79" fmla="*/ 1294753 h 1509195"/>
                <a:gd name="connsiteX80" fmla="*/ 2129434 w 2457055"/>
                <a:gd name="connsiteY80" fmla="*/ 1306262 h 1509195"/>
                <a:gd name="connsiteX81" fmla="*/ 2100695 w 2457055"/>
                <a:gd name="connsiteY81" fmla="*/ 1355176 h 1509195"/>
                <a:gd name="connsiteX82" fmla="*/ 2115064 w 2457055"/>
                <a:gd name="connsiteY82" fmla="*/ 1404090 h 1509195"/>
                <a:gd name="connsiteX83" fmla="*/ 2120812 w 2457055"/>
                <a:gd name="connsiteY83" fmla="*/ 1427108 h 1509195"/>
                <a:gd name="connsiteX84" fmla="*/ 2135181 w 2457055"/>
                <a:gd name="connsiteY84" fmla="*/ 1476022 h 1509195"/>
                <a:gd name="connsiteX85" fmla="*/ 2123686 w 2457055"/>
                <a:gd name="connsiteY85" fmla="*/ 1504794 h 1509195"/>
                <a:gd name="connsiteX86" fmla="*/ 2106443 w 2457055"/>
                <a:gd name="connsiteY86" fmla="*/ 1501917 h 1509195"/>
                <a:gd name="connsiteX87" fmla="*/ 2089199 w 2457055"/>
                <a:gd name="connsiteY87" fmla="*/ 1478899 h 1509195"/>
                <a:gd name="connsiteX88" fmla="*/ 2077704 w 2457055"/>
                <a:gd name="connsiteY88" fmla="*/ 1455881 h 1509195"/>
                <a:gd name="connsiteX89" fmla="*/ 2069082 w 2457055"/>
                <a:gd name="connsiteY89" fmla="*/ 1429985 h 1509195"/>
                <a:gd name="connsiteX90" fmla="*/ 2069082 w 2457055"/>
                <a:gd name="connsiteY90" fmla="*/ 1404090 h 1509195"/>
                <a:gd name="connsiteX91" fmla="*/ 2043217 w 2457055"/>
                <a:gd name="connsiteY91" fmla="*/ 1375317 h 1509195"/>
                <a:gd name="connsiteX92" fmla="*/ 2023100 w 2457055"/>
                <a:gd name="connsiteY92" fmla="*/ 1383949 h 1509195"/>
                <a:gd name="connsiteX93" fmla="*/ 2005857 w 2457055"/>
                <a:gd name="connsiteY93" fmla="*/ 1381072 h 1509195"/>
                <a:gd name="connsiteX94" fmla="*/ 1982866 w 2457055"/>
                <a:gd name="connsiteY94" fmla="*/ 1363808 h 1509195"/>
                <a:gd name="connsiteX95" fmla="*/ 1951254 w 2457055"/>
                <a:gd name="connsiteY95" fmla="*/ 1369562 h 1509195"/>
                <a:gd name="connsiteX96" fmla="*/ 1939758 w 2457055"/>
                <a:gd name="connsiteY96" fmla="*/ 1363808 h 1509195"/>
                <a:gd name="connsiteX97" fmla="*/ 1922515 w 2457055"/>
                <a:gd name="connsiteY97" fmla="*/ 1366685 h 1509195"/>
                <a:gd name="connsiteX98" fmla="*/ 1902398 w 2457055"/>
                <a:gd name="connsiteY98" fmla="*/ 1378194 h 1509195"/>
                <a:gd name="connsiteX99" fmla="*/ 1908145 w 2457055"/>
                <a:gd name="connsiteY99" fmla="*/ 1389703 h 1509195"/>
                <a:gd name="connsiteX100" fmla="*/ 1913893 w 2457055"/>
                <a:gd name="connsiteY100" fmla="*/ 1404090 h 1509195"/>
                <a:gd name="connsiteX101" fmla="*/ 1890902 w 2457055"/>
                <a:gd name="connsiteY101" fmla="*/ 1386826 h 1509195"/>
                <a:gd name="connsiteX102" fmla="*/ 1879407 w 2457055"/>
                <a:gd name="connsiteY102" fmla="*/ 1395458 h 1509195"/>
                <a:gd name="connsiteX103" fmla="*/ 1859290 w 2457055"/>
                <a:gd name="connsiteY103" fmla="*/ 1389703 h 1509195"/>
                <a:gd name="connsiteX104" fmla="*/ 1844920 w 2457055"/>
                <a:gd name="connsiteY104" fmla="*/ 1383949 h 1509195"/>
                <a:gd name="connsiteX105" fmla="*/ 1824803 w 2457055"/>
                <a:gd name="connsiteY105" fmla="*/ 1381072 h 1509195"/>
                <a:gd name="connsiteX106" fmla="*/ 1813308 w 2457055"/>
                <a:gd name="connsiteY106" fmla="*/ 1378194 h 1509195"/>
                <a:gd name="connsiteX107" fmla="*/ 1798938 w 2457055"/>
                <a:gd name="connsiteY107" fmla="*/ 1378194 h 1509195"/>
                <a:gd name="connsiteX108" fmla="*/ 1784569 w 2457055"/>
                <a:gd name="connsiteY108" fmla="*/ 1386826 h 1509195"/>
                <a:gd name="connsiteX109" fmla="*/ 1773073 w 2457055"/>
                <a:gd name="connsiteY109" fmla="*/ 1392581 h 1509195"/>
                <a:gd name="connsiteX110" fmla="*/ 1750082 w 2457055"/>
                <a:gd name="connsiteY110" fmla="*/ 1412722 h 1509195"/>
                <a:gd name="connsiteX111" fmla="*/ 1735713 w 2457055"/>
                <a:gd name="connsiteY111" fmla="*/ 1418476 h 1509195"/>
                <a:gd name="connsiteX112" fmla="*/ 1718470 w 2457055"/>
                <a:gd name="connsiteY112" fmla="*/ 1432862 h 1509195"/>
                <a:gd name="connsiteX113" fmla="*/ 1712722 w 2457055"/>
                <a:gd name="connsiteY113" fmla="*/ 1455881 h 1509195"/>
                <a:gd name="connsiteX114" fmla="*/ 1718470 w 2457055"/>
                <a:gd name="connsiteY114" fmla="*/ 1487531 h 1509195"/>
                <a:gd name="connsiteX115" fmla="*/ 1709848 w 2457055"/>
                <a:gd name="connsiteY115" fmla="*/ 1484653 h 1509195"/>
                <a:gd name="connsiteX116" fmla="*/ 1675362 w 2457055"/>
                <a:gd name="connsiteY116" fmla="*/ 1473144 h 1509195"/>
                <a:gd name="connsiteX117" fmla="*/ 1666740 w 2457055"/>
                <a:gd name="connsiteY117" fmla="*/ 1455881 h 1509195"/>
                <a:gd name="connsiteX118" fmla="*/ 1660992 w 2457055"/>
                <a:gd name="connsiteY118" fmla="*/ 1438617 h 1509195"/>
                <a:gd name="connsiteX119" fmla="*/ 1638001 w 2457055"/>
                <a:gd name="connsiteY119" fmla="*/ 1406967 h 1509195"/>
                <a:gd name="connsiteX120" fmla="*/ 1594893 w 2457055"/>
                <a:gd name="connsiteY120" fmla="*/ 1381072 h 1509195"/>
                <a:gd name="connsiteX121" fmla="*/ 1577650 w 2457055"/>
                <a:gd name="connsiteY121" fmla="*/ 1404090 h 1509195"/>
                <a:gd name="connsiteX122" fmla="*/ 1548911 w 2457055"/>
                <a:gd name="connsiteY122" fmla="*/ 1389703 h 1509195"/>
                <a:gd name="connsiteX123" fmla="*/ 1540290 w 2457055"/>
                <a:gd name="connsiteY123" fmla="*/ 1372440 h 1509195"/>
                <a:gd name="connsiteX124" fmla="*/ 1525920 w 2457055"/>
                <a:gd name="connsiteY124" fmla="*/ 1355176 h 1509195"/>
                <a:gd name="connsiteX125" fmla="*/ 1497182 w 2457055"/>
                <a:gd name="connsiteY125" fmla="*/ 1329281 h 1509195"/>
                <a:gd name="connsiteX126" fmla="*/ 1459821 w 2457055"/>
                <a:gd name="connsiteY126" fmla="*/ 1329281 h 1509195"/>
                <a:gd name="connsiteX127" fmla="*/ 1451200 w 2457055"/>
                <a:gd name="connsiteY127" fmla="*/ 1340790 h 1509195"/>
                <a:gd name="connsiteX128" fmla="*/ 1382227 w 2457055"/>
                <a:gd name="connsiteY128" fmla="*/ 1340790 h 1509195"/>
                <a:gd name="connsiteX129" fmla="*/ 1319001 w 2457055"/>
                <a:gd name="connsiteY129" fmla="*/ 1317771 h 1509195"/>
                <a:gd name="connsiteX130" fmla="*/ 1293137 w 2457055"/>
                <a:gd name="connsiteY130" fmla="*/ 1306262 h 1509195"/>
                <a:gd name="connsiteX131" fmla="*/ 1238533 w 2457055"/>
                <a:gd name="connsiteY131" fmla="*/ 1312017 h 1509195"/>
                <a:gd name="connsiteX132" fmla="*/ 1232785 w 2457055"/>
                <a:gd name="connsiteY132" fmla="*/ 1297631 h 1509195"/>
                <a:gd name="connsiteX133" fmla="*/ 1209794 w 2457055"/>
                <a:gd name="connsiteY133" fmla="*/ 1268858 h 1509195"/>
                <a:gd name="connsiteX134" fmla="*/ 1189677 w 2457055"/>
                <a:gd name="connsiteY134" fmla="*/ 1265981 h 1509195"/>
                <a:gd name="connsiteX135" fmla="*/ 1158065 w 2457055"/>
                <a:gd name="connsiteY135" fmla="*/ 1254471 h 1509195"/>
                <a:gd name="connsiteX136" fmla="*/ 1146569 w 2457055"/>
                <a:gd name="connsiteY136" fmla="*/ 1231453 h 1509195"/>
                <a:gd name="connsiteX137" fmla="*/ 1120704 w 2457055"/>
                <a:gd name="connsiteY137" fmla="*/ 1202680 h 1509195"/>
                <a:gd name="connsiteX138" fmla="*/ 1117830 w 2457055"/>
                <a:gd name="connsiteY138" fmla="*/ 1185417 h 1509195"/>
                <a:gd name="connsiteX139" fmla="*/ 1109209 w 2457055"/>
                <a:gd name="connsiteY139" fmla="*/ 1168153 h 1509195"/>
                <a:gd name="connsiteX140" fmla="*/ 1097713 w 2457055"/>
                <a:gd name="connsiteY140" fmla="*/ 1156644 h 1509195"/>
                <a:gd name="connsiteX141" fmla="*/ 1077596 w 2457055"/>
                <a:gd name="connsiteY141" fmla="*/ 1136503 h 1509195"/>
                <a:gd name="connsiteX142" fmla="*/ 1071848 w 2457055"/>
                <a:gd name="connsiteY142" fmla="*/ 1104853 h 1509195"/>
                <a:gd name="connsiteX143" fmla="*/ 1068974 w 2457055"/>
                <a:gd name="connsiteY143" fmla="*/ 1073203 h 1509195"/>
                <a:gd name="connsiteX144" fmla="*/ 1060353 w 2457055"/>
                <a:gd name="connsiteY144" fmla="*/ 1032921 h 1509195"/>
                <a:gd name="connsiteX145" fmla="*/ 1066101 w 2457055"/>
                <a:gd name="connsiteY145" fmla="*/ 995517 h 1509195"/>
                <a:gd name="connsiteX146" fmla="*/ 1068974 w 2457055"/>
                <a:gd name="connsiteY146" fmla="*/ 935094 h 1509195"/>
                <a:gd name="connsiteX147" fmla="*/ 1074722 w 2457055"/>
                <a:gd name="connsiteY147" fmla="*/ 912076 h 1509195"/>
                <a:gd name="connsiteX148" fmla="*/ 1074722 w 2457055"/>
                <a:gd name="connsiteY148" fmla="*/ 906321 h 1509195"/>
                <a:gd name="connsiteX149" fmla="*/ 1063227 w 2457055"/>
                <a:gd name="connsiteY149" fmla="*/ 883303 h 1509195"/>
                <a:gd name="connsiteX150" fmla="*/ 1051731 w 2457055"/>
                <a:gd name="connsiteY150" fmla="*/ 851653 h 1509195"/>
                <a:gd name="connsiteX151" fmla="*/ 1051731 w 2457055"/>
                <a:gd name="connsiteY151" fmla="*/ 848776 h 1509195"/>
                <a:gd name="connsiteX152" fmla="*/ 1089092 w 2457055"/>
                <a:gd name="connsiteY152" fmla="*/ 848776 h 1509195"/>
                <a:gd name="connsiteX153" fmla="*/ 1094839 w 2457055"/>
                <a:gd name="connsiteY153" fmla="*/ 857408 h 1509195"/>
                <a:gd name="connsiteX154" fmla="*/ 1097713 w 2457055"/>
                <a:gd name="connsiteY154" fmla="*/ 871794 h 1509195"/>
                <a:gd name="connsiteX155" fmla="*/ 1100587 w 2457055"/>
                <a:gd name="connsiteY155" fmla="*/ 886180 h 1509195"/>
                <a:gd name="connsiteX156" fmla="*/ 1109209 w 2457055"/>
                <a:gd name="connsiteY156" fmla="*/ 860285 h 1509195"/>
                <a:gd name="connsiteX157" fmla="*/ 1103461 w 2457055"/>
                <a:gd name="connsiteY157" fmla="*/ 834389 h 1509195"/>
                <a:gd name="connsiteX158" fmla="*/ 1100587 w 2457055"/>
                <a:gd name="connsiteY158" fmla="*/ 831512 h 1509195"/>
                <a:gd name="connsiteX159" fmla="*/ 1767326 w 2457055"/>
                <a:gd name="connsiteY159" fmla="*/ 828635 h 1509195"/>
                <a:gd name="connsiteX160" fmla="*/ 1772175 w 2457055"/>
                <a:gd name="connsiteY160" fmla="*/ 816496 h 1509195"/>
                <a:gd name="connsiteX161" fmla="*/ 26828 w 2457055"/>
                <a:gd name="connsiteY161" fmla="*/ 670231 h 1509195"/>
                <a:gd name="connsiteX162" fmla="*/ 15168 w 2457055"/>
                <a:gd name="connsiteY162" fmla="*/ 687722 h 1509195"/>
                <a:gd name="connsiteX163" fmla="*/ 26828 w 2457055"/>
                <a:gd name="connsiteY163" fmla="*/ 670231 h 1509195"/>
                <a:gd name="connsiteX164" fmla="*/ 94714 w 2457055"/>
                <a:gd name="connsiteY164" fmla="*/ 642054 h 1509195"/>
                <a:gd name="connsiteX165" fmla="*/ 107389 w 2457055"/>
                <a:gd name="connsiteY165" fmla="*/ 642235 h 1509195"/>
                <a:gd name="connsiteX166" fmla="*/ 93005 w 2457055"/>
                <a:gd name="connsiteY166" fmla="*/ 650889 h 1509195"/>
                <a:gd name="connsiteX167" fmla="*/ 72868 w 2457055"/>
                <a:gd name="connsiteY167" fmla="*/ 656658 h 1509195"/>
                <a:gd name="connsiteX168" fmla="*/ 94714 w 2457055"/>
                <a:gd name="connsiteY168" fmla="*/ 642054 h 1509195"/>
                <a:gd name="connsiteX169" fmla="*/ 371702 w 2457055"/>
                <a:gd name="connsiteY169" fmla="*/ 512282 h 1509195"/>
                <a:gd name="connsiteX170" fmla="*/ 377077 w 2457055"/>
                <a:gd name="connsiteY170" fmla="*/ 515847 h 1509195"/>
                <a:gd name="connsiteX171" fmla="*/ 382810 w 2457055"/>
                <a:gd name="connsiteY171" fmla="*/ 527254 h 1509195"/>
                <a:gd name="connsiteX172" fmla="*/ 365611 w 2457055"/>
                <a:gd name="connsiteY172" fmla="*/ 535809 h 1509195"/>
                <a:gd name="connsiteX173" fmla="*/ 374211 w 2457055"/>
                <a:gd name="connsiteY173" fmla="*/ 550067 h 1509195"/>
                <a:gd name="connsiteX174" fmla="*/ 342679 w 2457055"/>
                <a:gd name="connsiteY174" fmla="*/ 570030 h 1509195"/>
                <a:gd name="connsiteX175" fmla="*/ 331213 w 2457055"/>
                <a:gd name="connsiteY175" fmla="*/ 570030 h 1509195"/>
                <a:gd name="connsiteX176" fmla="*/ 319747 w 2457055"/>
                <a:gd name="connsiteY176" fmla="*/ 552919 h 1509195"/>
                <a:gd name="connsiteX177" fmla="*/ 336946 w 2457055"/>
                <a:gd name="connsiteY177" fmla="*/ 547216 h 1509195"/>
                <a:gd name="connsiteX178" fmla="*/ 359878 w 2457055"/>
                <a:gd name="connsiteY178" fmla="*/ 521550 h 1509195"/>
                <a:gd name="connsiteX179" fmla="*/ 371702 w 2457055"/>
                <a:gd name="connsiteY179" fmla="*/ 512282 h 1509195"/>
                <a:gd name="connsiteX180" fmla="*/ 23907 w 2457055"/>
                <a:gd name="connsiteY180" fmla="*/ 448441 h 1509195"/>
                <a:gd name="connsiteX181" fmla="*/ 35086 w 2457055"/>
                <a:gd name="connsiteY181" fmla="*/ 452085 h 1509195"/>
                <a:gd name="connsiteX182" fmla="*/ 52394 w 2457055"/>
                <a:gd name="connsiteY182" fmla="*/ 452085 h 1509195"/>
                <a:gd name="connsiteX183" fmla="*/ 49509 w 2457055"/>
                <a:gd name="connsiteY183" fmla="*/ 469576 h 1509195"/>
                <a:gd name="connsiteX184" fmla="*/ 14893 w 2457055"/>
                <a:gd name="connsiteY184" fmla="*/ 457916 h 1509195"/>
                <a:gd name="connsiteX185" fmla="*/ 23907 w 2457055"/>
                <a:gd name="connsiteY185" fmla="*/ 448441 h 1509195"/>
                <a:gd name="connsiteX186" fmla="*/ 276620 w 2457055"/>
                <a:gd name="connsiteY186" fmla="*/ 0 h 1509195"/>
                <a:gd name="connsiteX187" fmla="*/ 293862 w 2457055"/>
                <a:gd name="connsiteY187" fmla="*/ 11523 h 1509195"/>
                <a:gd name="connsiteX188" fmla="*/ 285241 w 2457055"/>
                <a:gd name="connsiteY188" fmla="*/ 20165 h 1509195"/>
                <a:gd name="connsiteX189" fmla="*/ 305357 w 2457055"/>
                <a:gd name="connsiteY189" fmla="*/ 17284 h 1509195"/>
                <a:gd name="connsiteX190" fmla="*/ 316851 w 2457055"/>
                <a:gd name="connsiteY190" fmla="*/ 14403 h 1509195"/>
                <a:gd name="connsiteX191" fmla="*/ 328346 w 2457055"/>
                <a:gd name="connsiteY191" fmla="*/ 23046 h 1509195"/>
                <a:gd name="connsiteX192" fmla="*/ 371450 w 2457055"/>
                <a:gd name="connsiteY192" fmla="*/ 23046 h 1509195"/>
                <a:gd name="connsiteX193" fmla="*/ 377197 w 2457055"/>
                <a:gd name="connsiteY193" fmla="*/ 37449 h 1509195"/>
                <a:gd name="connsiteX194" fmla="*/ 394439 w 2457055"/>
                <a:gd name="connsiteY194" fmla="*/ 43211 h 1509195"/>
                <a:gd name="connsiteX195" fmla="*/ 454786 w 2457055"/>
                <a:gd name="connsiteY195" fmla="*/ 37449 h 1509195"/>
                <a:gd name="connsiteX196" fmla="*/ 506511 w 2457055"/>
                <a:gd name="connsiteY196" fmla="*/ 54733 h 1509195"/>
                <a:gd name="connsiteX197" fmla="*/ 543868 w 2457055"/>
                <a:gd name="connsiteY197" fmla="*/ 60495 h 1509195"/>
                <a:gd name="connsiteX198" fmla="*/ 589846 w 2457055"/>
                <a:gd name="connsiteY198" fmla="*/ 57614 h 1509195"/>
                <a:gd name="connsiteX199" fmla="*/ 641572 w 2457055"/>
                <a:gd name="connsiteY199" fmla="*/ 72018 h 1509195"/>
                <a:gd name="connsiteX200" fmla="*/ 653066 w 2457055"/>
                <a:gd name="connsiteY200" fmla="*/ 74898 h 1509195"/>
                <a:gd name="connsiteX201" fmla="*/ 653066 w 2457055"/>
                <a:gd name="connsiteY201" fmla="*/ 446510 h 1509195"/>
                <a:gd name="connsiteX202" fmla="*/ 664561 w 2457055"/>
                <a:gd name="connsiteY202" fmla="*/ 449391 h 1509195"/>
                <a:gd name="connsiteX203" fmla="*/ 687550 w 2457055"/>
                <a:gd name="connsiteY203" fmla="*/ 443629 h 1509195"/>
                <a:gd name="connsiteX204" fmla="*/ 704792 w 2457055"/>
                <a:gd name="connsiteY204" fmla="*/ 455152 h 1509195"/>
                <a:gd name="connsiteX205" fmla="*/ 727781 w 2457055"/>
                <a:gd name="connsiteY205" fmla="*/ 481078 h 1509195"/>
                <a:gd name="connsiteX206" fmla="*/ 747896 w 2457055"/>
                <a:gd name="connsiteY206" fmla="*/ 492601 h 1509195"/>
                <a:gd name="connsiteX207" fmla="*/ 768012 w 2457055"/>
                <a:gd name="connsiteY207" fmla="*/ 475317 h 1509195"/>
                <a:gd name="connsiteX208" fmla="*/ 802495 w 2457055"/>
                <a:gd name="connsiteY208" fmla="*/ 478198 h 1509195"/>
                <a:gd name="connsiteX209" fmla="*/ 854221 w 2457055"/>
                <a:gd name="connsiteY209" fmla="*/ 535812 h 1509195"/>
                <a:gd name="connsiteX210" fmla="*/ 897325 w 2457055"/>
                <a:gd name="connsiteY210" fmla="*/ 587665 h 1509195"/>
                <a:gd name="connsiteX211" fmla="*/ 920314 w 2457055"/>
                <a:gd name="connsiteY211" fmla="*/ 613591 h 1509195"/>
                <a:gd name="connsiteX212" fmla="*/ 926062 w 2457055"/>
                <a:gd name="connsiteY212" fmla="*/ 636637 h 1509195"/>
                <a:gd name="connsiteX213" fmla="*/ 908820 w 2457055"/>
                <a:gd name="connsiteY213" fmla="*/ 648159 h 1509195"/>
                <a:gd name="connsiteX214" fmla="*/ 908820 w 2457055"/>
                <a:gd name="connsiteY214" fmla="*/ 645279 h 1509195"/>
                <a:gd name="connsiteX215" fmla="*/ 897325 w 2457055"/>
                <a:gd name="connsiteY215" fmla="*/ 642398 h 1509195"/>
                <a:gd name="connsiteX216" fmla="*/ 897325 w 2457055"/>
                <a:gd name="connsiteY216" fmla="*/ 625114 h 1509195"/>
                <a:gd name="connsiteX217" fmla="*/ 885831 w 2457055"/>
                <a:gd name="connsiteY217" fmla="*/ 630875 h 1509195"/>
                <a:gd name="connsiteX218" fmla="*/ 871463 w 2457055"/>
                <a:gd name="connsiteY218" fmla="*/ 627994 h 1509195"/>
                <a:gd name="connsiteX219" fmla="*/ 868589 w 2457055"/>
                <a:gd name="connsiteY219" fmla="*/ 639517 h 1509195"/>
                <a:gd name="connsiteX220" fmla="*/ 854221 w 2457055"/>
                <a:gd name="connsiteY220" fmla="*/ 636637 h 1509195"/>
                <a:gd name="connsiteX221" fmla="*/ 845600 w 2457055"/>
                <a:gd name="connsiteY221" fmla="*/ 645279 h 1509195"/>
                <a:gd name="connsiteX222" fmla="*/ 845600 w 2457055"/>
                <a:gd name="connsiteY222" fmla="*/ 619352 h 1509195"/>
                <a:gd name="connsiteX223" fmla="*/ 842726 w 2457055"/>
                <a:gd name="connsiteY223" fmla="*/ 602068 h 1509195"/>
                <a:gd name="connsiteX224" fmla="*/ 862842 w 2457055"/>
                <a:gd name="connsiteY224" fmla="*/ 610710 h 1509195"/>
                <a:gd name="connsiteX225" fmla="*/ 874336 w 2457055"/>
                <a:gd name="connsiteY225" fmla="*/ 599187 h 1509195"/>
                <a:gd name="connsiteX226" fmla="*/ 857094 w 2457055"/>
                <a:gd name="connsiteY226" fmla="*/ 576142 h 1509195"/>
                <a:gd name="connsiteX227" fmla="*/ 857094 w 2457055"/>
                <a:gd name="connsiteY227" fmla="*/ 587665 h 1509195"/>
                <a:gd name="connsiteX228" fmla="*/ 865715 w 2457055"/>
                <a:gd name="connsiteY228" fmla="*/ 599187 h 1509195"/>
                <a:gd name="connsiteX229" fmla="*/ 845600 w 2457055"/>
                <a:gd name="connsiteY229" fmla="*/ 584784 h 1509195"/>
                <a:gd name="connsiteX230" fmla="*/ 828358 w 2457055"/>
                <a:gd name="connsiteY230" fmla="*/ 587665 h 1509195"/>
                <a:gd name="connsiteX231" fmla="*/ 819737 w 2457055"/>
                <a:gd name="connsiteY231" fmla="*/ 596307 h 1509195"/>
                <a:gd name="connsiteX232" fmla="*/ 816864 w 2457055"/>
                <a:gd name="connsiteY232" fmla="*/ 570380 h 1509195"/>
                <a:gd name="connsiteX233" fmla="*/ 831232 w 2457055"/>
                <a:gd name="connsiteY233" fmla="*/ 564619 h 1509195"/>
                <a:gd name="connsiteX234" fmla="*/ 839853 w 2457055"/>
                <a:gd name="connsiteY234" fmla="*/ 547335 h 1509195"/>
                <a:gd name="connsiteX235" fmla="*/ 825484 w 2457055"/>
                <a:gd name="connsiteY235" fmla="*/ 530050 h 1509195"/>
                <a:gd name="connsiteX236" fmla="*/ 825484 w 2457055"/>
                <a:gd name="connsiteY236" fmla="*/ 553096 h 1509195"/>
                <a:gd name="connsiteX237" fmla="*/ 811116 w 2457055"/>
                <a:gd name="connsiteY237" fmla="*/ 561738 h 1509195"/>
                <a:gd name="connsiteX238" fmla="*/ 808243 w 2457055"/>
                <a:gd name="connsiteY238" fmla="*/ 544454 h 1509195"/>
                <a:gd name="connsiteX239" fmla="*/ 802495 w 2457055"/>
                <a:gd name="connsiteY239" fmla="*/ 561738 h 1509195"/>
                <a:gd name="connsiteX240" fmla="*/ 805369 w 2457055"/>
                <a:gd name="connsiteY240" fmla="*/ 587665 h 1509195"/>
                <a:gd name="connsiteX241" fmla="*/ 793874 w 2457055"/>
                <a:gd name="connsiteY241" fmla="*/ 573261 h 1509195"/>
                <a:gd name="connsiteX242" fmla="*/ 788127 w 2457055"/>
                <a:gd name="connsiteY242" fmla="*/ 555977 h 1509195"/>
                <a:gd name="connsiteX243" fmla="*/ 768012 w 2457055"/>
                <a:gd name="connsiteY243" fmla="*/ 532931 h 1509195"/>
                <a:gd name="connsiteX244" fmla="*/ 782380 w 2457055"/>
                <a:gd name="connsiteY244" fmla="*/ 530050 h 1509195"/>
                <a:gd name="connsiteX245" fmla="*/ 802495 w 2457055"/>
                <a:gd name="connsiteY245" fmla="*/ 532931 h 1509195"/>
                <a:gd name="connsiteX246" fmla="*/ 799622 w 2457055"/>
                <a:gd name="connsiteY246" fmla="*/ 501243 h 1509195"/>
                <a:gd name="connsiteX247" fmla="*/ 791001 w 2457055"/>
                <a:gd name="connsiteY247" fmla="*/ 498363 h 1509195"/>
                <a:gd name="connsiteX248" fmla="*/ 788127 w 2457055"/>
                <a:gd name="connsiteY248" fmla="*/ 518528 h 1509195"/>
                <a:gd name="connsiteX249" fmla="*/ 768012 w 2457055"/>
                <a:gd name="connsiteY249" fmla="*/ 509885 h 1509195"/>
                <a:gd name="connsiteX250" fmla="*/ 753644 w 2457055"/>
                <a:gd name="connsiteY250" fmla="*/ 521408 h 1509195"/>
                <a:gd name="connsiteX251" fmla="*/ 724907 w 2457055"/>
                <a:gd name="connsiteY251" fmla="*/ 498363 h 1509195"/>
                <a:gd name="connsiteX252" fmla="*/ 699045 w 2457055"/>
                <a:gd name="connsiteY252" fmla="*/ 483959 h 1509195"/>
                <a:gd name="connsiteX253" fmla="*/ 684676 w 2457055"/>
                <a:gd name="connsiteY253" fmla="*/ 475317 h 1509195"/>
                <a:gd name="connsiteX254" fmla="*/ 690424 w 2457055"/>
                <a:gd name="connsiteY254" fmla="*/ 460913 h 1509195"/>
                <a:gd name="connsiteX255" fmla="*/ 661687 w 2457055"/>
                <a:gd name="connsiteY255" fmla="*/ 469555 h 1509195"/>
                <a:gd name="connsiteX256" fmla="*/ 638698 w 2457055"/>
                <a:gd name="connsiteY256" fmla="*/ 455152 h 1509195"/>
                <a:gd name="connsiteX257" fmla="*/ 586973 w 2457055"/>
                <a:gd name="connsiteY257" fmla="*/ 458033 h 1509195"/>
                <a:gd name="connsiteX258" fmla="*/ 561110 w 2457055"/>
                <a:gd name="connsiteY258" fmla="*/ 449391 h 1509195"/>
                <a:gd name="connsiteX259" fmla="*/ 555363 w 2457055"/>
                <a:gd name="connsiteY259" fmla="*/ 443629 h 1509195"/>
                <a:gd name="connsiteX260" fmla="*/ 540995 w 2457055"/>
                <a:gd name="connsiteY260" fmla="*/ 446510 h 1509195"/>
                <a:gd name="connsiteX261" fmla="*/ 520879 w 2457055"/>
                <a:gd name="connsiteY261" fmla="*/ 449391 h 1509195"/>
                <a:gd name="connsiteX262" fmla="*/ 518006 w 2457055"/>
                <a:gd name="connsiteY262" fmla="*/ 440748 h 1509195"/>
                <a:gd name="connsiteX263" fmla="*/ 529500 w 2457055"/>
                <a:gd name="connsiteY263" fmla="*/ 432106 h 1509195"/>
                <a:gd name="connsiteX264" fmla="*/ 509385 w 2457055"/>
                <a:gd name="connsiteY264" fmla="*/ 429225 h 1509195"/>
                <a:gd name="connsiteX265" fmla="*/ 492143 w 2457055"/>
                <a:gd name="connsiteY265" fmla="*/ 420583 h 1509195"/>
                <a:gd name="connsiteX266" fmla="*/ 477775 w 2457055"/>
                <a:gd name="connsiteY266" fmla="*/ 423464 h 1509195"/>
                <a:gd name="connsiteX267" fmla="*/ 472027 w 2457055"/>
                <a:gd name="connsiteY267" fmla="*/ 434987 h 1509195"/>
                <a:gd name="connsiteX268" fmla="*/ 480648 w 2457055"/>
                <a:gd name="connsiteY268" fmla="*/ 449391 h 1509195"/>
                <a:gd name="connsiteX269" fmla="*/ 480648 w 2457055"/>
                <a:gd name="connsiteY269" fmla="*/ 460913 h 1509195"/>
                <a:gd name="connsiteX270" fmla="*/ 446165 w 2457055"/>
                <a:gd name="connsiteY270" fmla="*/ 463794 h 1509195"/>
                <a:gd name="connsiteX271" fmla="*/ 397313 w 2457055"/>
                <a:gd name="connsiteY271" fmla="*/ 489720 h 1509195"/>
                <a:gd name="connsiteX272" fmla="*/ 388692 w 2457055"/>
                <a:gd name="connsiteY272" fmla="*/ 481078 h 1509195"/>
                <a:gd name="connsiteX273" fmla="*/ 397313 w 2457055"/>
                <a:gd name="connsiteY273" fmla="*/ 469555 h 1509195"/>
                <a:gd name="connsiteX274" fmla="*/ 394439 w 2457055"/>
                <a:gd name="connsiteY274" fmla="*/ 452271 h 1509195"/>
                <a:gd name="connsiteX275" fmla="*/ 405934 w 2457055"/>
                <a:gd name="connsiteY275" fmla="*/ 432106 h 1509195"/>
                <a:gd name="connsiteX276" fmla="*/ 431797 w 2457055"/>
                <a:gd name="connsiteY276" fmla="*/ 426345 h 1509195"/>
                <a:gd name="connsiteX277" fmla="*/ 428923 w 2457055"/>
                <a:gd name="connsiteY277" fmla="*/ 417703 h 1509195"/>
                <a:gd name="connsiteX278" fmla="*/ 414555 w 2457055"/>
                <a:gd name="connsiteY278" fmla="*/ 411941 h 1509195"/>
                <a:gd name="connsiteX279" fmla="*/ 394439 w 2457055"/>
                <a:gd name="connsiteY279" fmla="*/ 426345 h 1509195"/>
                <a:gd name="connsiteX280" fmla="*/ 382945 w 2457055"/>
                <a:gd name="connsiteY280" fmla="*/ 440748 h 1509195"/>
                <a:gd name="connsiteX281" fmla="*/ 365703 w 2457055"/>
                <a:gd name="connsiteY281" fmla="*/ 458033 h 1509195"/>
                <a:gd name="connsiteX282" fmla="*/ 351335 w 2457055"/>
                <a:gd name="connsiteY282" fmla="*/ 472436 h 1509195"/>
                <a:gd name="connsiteX283" fmla="*/ 331219 w 2457055"/>
                <a:gd name="connsiteY283" fmla="*/ 489720 h 1509195"/>
                <a:gd name="connsiteX284" fmla="*/ 348461 w 2457055"/>
                <a:gd name="connsiteY284" fmla="*/ 498363 h 1509195"/>
                <a:gd name="connsiteX285" fmla="*/ 336967 w 2457055"/>
                <a:gd name="connsiteY285" fmla="*/ 512766 h 1509195"/>
                <a:gd name="connsiteX286" fmla="*/ 328346 w 2457055"/>
                <a:gd name="connsiteY286" fmla="*/ 530050 h 1509195"/>
                <a:gd name="connsiteX287" fmla="*/ 311104 w 2457055"/>
                <a:gd name="connsiteY287" fmla="*/ 535812 h 1509195"/>
                <a:gd name="connsiteX288" fmla="*/ 282368 w 2457055"/>
                <a:gd name="connsiteY288" fmla="*/ 553096 h 1509195"/>
                <a:gd name="connsiteX289" fmla="*/ 273747 w 2457055"/>
                <a:gd name="connsiteY289" fmla="*/ 564619 h 1509195"/>
                <a:gd name="connsiteX290" fmla="*/ 230642 w 2457055"/>
                <a:gd name="connsiteY290" fmla="*/ 590545 h 1509195"/>
                <a:gd name="connsiteX291" fmla="*/ 216274 w 2457055"/>
                <a:gd name="connsiteY291" fmla="*/ 604949 h 1509195"/>
                <a:gd name="connsiteX292" fmla="*/ 193285 w 2457055"/>
                <a:gd name="connsiteY292" fmla="*/ 613591 h 1509195"/>
                <a:gd name="connsiteX293" fmla="*/ 176043 w 2457055"/>
                <a:gd name="connsiteY293" fmla="*/ 616472 h 1509195"/>
                <a:gd name="connsiteX294" fmla="*/ 155928 w 2457055"/>
                <a:gd name="connsiteY294" fmla="*/ 622233 h 1509195"/>
                <a:gd name="connsiteX295" fmla="*/ 147307 w 2457055"/>
                <a:gd name="connsiteY295" fmla="*/ 622233 h 1509195"/>
                <a:gd name="connsiteX296" fmla="*/ 118570 w 2457055"/>
                <a:gd name="connsiteY296" fmla="*/ 639517 h 1509195"/>
                <a:gd name="connsiteX297" fmla="*/ 135812 w 2457055"/>
                <a:gd name="connsiteY297" fmla="*/ 613591 h 1509195"/>
                <a:gd name="connsiteX298" fmla="*/ 173169 w 2457055"/>
                <a:gd name="connsiteY298" fmla="*/ 607830 h 1509195"/>
                <a:gd name="connsiteX299" fmla="*/ 213400 w 2457055"/>
                <a:gd name="connsiteY299" fmla="*/ 576142 h 1509195"/>
                <a:gd name="connsiteX300" fmla="*/ 245010 w 2457055"/>
                <a:gd name="connsiteY300" fmla="*/ 550215 h 1509195"/>
                <a:gd name="connsiteX301" fmla="*/ 253631 w 2457055"/>
                <a:gd name="connsiteY301" fmla="*/ 512766 h 1509195"/>
                <a:gd name="connsiteX302" fmla="*/ 253631 w 2457055"/>
                <a:gd name="connsiteY302" fmla="*/ 501243 h 1509195"/>
                <a:gd name="connsiteX303" fmla="*/ 224895 w 2457055"/>
                <a:gd name="connsiteY303" fmla="*/ 498363 h 1509195"/>
                <a:gd name="connsiteX304" fmla="*/ 216274 w 2457055"/>
                <a:gd name="connsiteY304" fmla="*/ 509885 h 1509195"/>
                <a:gd name="connsiteX305" fmla="*/ 201906 w 2457055"/>
                <a:gd name="connsiteY305" fmla="*/ 507005 h 1509195"/>
                <a:gd name="connsiteX306" fmla="*/ 167422 w 2457055"/>
                <a:gd name="connsiteY306" fmla="*/ 504124 h 1509195"/>
                <a:gd name="connsiteX307" fmla="*/ 141559 w 2457055"/>
                <a:gd name="connsiteY307" fmla="*/ 507005 h 1509195"/>
                <a:gd name="connsiteX308" fmla="*/ 144433 w 2457055"/>
                <a:gd name="connsiteY308" fmla="*/ 481078 h 1509195"/>
                <a:gd name="connsiteX309" fmla="*/ 132939 w 2457055"/>
                <a:gd name="connsiteY309" fmla="*/ 455152 h 1509195"/>
                <a:gd name="connsiteX310" fmla="*/ 121444 w 2457055"/>
                <a:gd name="connsiteY310" fmla="*/ 463794 h 1509195"/>
                <a:gd name="connsiteX311" fmla="*/ 92708 w 2457055"/>
                <a:gd name="connsiteY311" fmla="*/ 469555 h 1509195"/>
                <a:gd name="connsiteX312" fmla="*/ 63971 w 2457055"/>
                <a:gd name="connsiteY312" fmla="*/ 440748 h 1509195"/>
                <a:gd name="connsiteX313" fmla="*/ 63971 w 2457055"/>
                <a:gd name="connsiteY313" fmla="*/ 417703 h 1509195"/>
                <a:gd name="connsiteX314" fmla="*/ 40982 w 2457055"/>
                <a:gd name="connsiteY314" fmla="*/ 403299 h 1509195"/>
                <a:gd name="connsiteX315" fmla="*/ 52477 w 2457055"/>
                <a:gd name="connsiteY315" fmla="*/ 380253 h 1509195"/>
                <a:gd name="connsiteX316" fmla="*/ 78340 w 2457055"/>
                <a:gd name="connsiteY316" fmla="*/ 362969 h 1509195"/>
                <a:gd name="connsiteX317" fmla="*/ 86960 w 2457055"/>
                <a:gd name="connsiteY317" fmla="*/ 339923 h 1509195"/>
                <a:gd name="connsiteX318" fmla="*/ 118570 w 2457055"/>
                <a:gd name="connsiteY318" fmla="*/ 348566 h 1509195"/>
                <a:gd name="connsiteX319" fmla="*/ 130065 w 2457055"/>
                <a:gd name="connsiteY319" fmla="*/ 328401 h 1509195"/>
                <a:gd name="connsiteX320" fmla="*/ 161675 w 2457055"/>
                <a:gd name="connsiteY320" fmla="*/ 325520 h 1509195"/>
                <a:gd name="connsiteX321" fmla="*/ 158801 w 2457055"/>
                <a:gd name="connsiteY321" fmla="*/ 293832 h 1509195"/>
                <a:gd name="connsiteX322" fmla="*/ 164549 w 2457055"/>
                <a:gd name="connsiteY322" fmla="*/ 276548 h 1509195"/>
                <a:gd name="connsiteX323" fmla="*/ 121444 w 2457055"/>
                <a:gd name="connsiteY323" fmla="*/ 290951 h 1509195"/>
                <a:gd name="connsiteX324" fmla="*/ 101329 w 2457055"/>
                <a:gd name="connsiteY324" fmla="*/ 288071 h 1509195"/>
                <a:gd name="connsiteX325" fmla="*/ 49603 w 2457055"/>
                <a:gd name="connsiteY325" fmla="*/ 288071 h 1509195"/>
                <a:gd name="connsiteX326" fmla="*/ 29488 w 2457055"/>
                <a:gd name="connsiteY326" fmla="*/ 270786 h 1509195"/>
                <a:gd name="connsiteX327" fmla="*/ 35235 w 2457055"/>
                <a:gd name="connsiteY327" fmla="*/ 259264 h 1509195"/>
                <a:gd name="connsiteX328" fmla="*/ 751 w 2457055"/>
                <a:gd name="connsiteY328" fmla="*/ 244860 h 1509195"/>
                <a:gd name="connsiteX329" fmla="*/ 32361 w 2457055"/>
                <a:gd name="connsiteY329" fmla="*/ 227576 h 1509195"/>
                <a:gd name="connsiteX330" fmla="*/ 52477 w 2457055"/>
                <a:gd name="connsiteY330" fmla="*/ 224695 h 1509195"/>
                <a:gd name="connsiteX331" fmla="*/ 66845 w 2457055"/>
                <a:gd name="connsiteY331" fmla="*/ 210292 h 1509195"/>
                <a:gd name="connsiteX332" fmla="*/ 95581 w 2457055"/>
                <a:gd name="connsiteY332" fmla="*/ 207411 h 1509195"/>
                <a:gd name="connsiteX333" fmla="*/ 95581 w 2457055"/>
                <a:gd name="connsiteY333" fmla="*/ 224695 h 1509195"/>
                <a:gd name="connsiteX334" fmla="*/ 127191 w 2457055"/>
                <a:gd name="connsiteY334" fmla="*/ 227576 h 1509195"/>
                <a:gd name="connsiteX335" fmla="*/ 147307 w 2457055"/>
                <a:gd name="connsiteY335" fmla="*/ 221814 h 1509195"/>
                <a:gd name="connsiteX336" fmla="*/ 176043 w 2457055"/>
                <a:gd name="connsiteY336" fmla="*/ 213172 h 1509195"/>
                <a:gd name="connsiteX337" fmla="*/ 150180 w 2457055"/>
                <a:gd name="connsiteY337" fmla="*/ 207411 h 1509195"/>
                <a:gd name="connsiteX338" fmla="*/ 144433 w 2457055"/>
                <a:gd name="connsiteY338" fmla="*/ 187246 h 1509195"/>
                <a:gd name="connsiteX339" fmla="*/ 101329 w 2457055"/>
                <a:gd name="connsiteY339" fmla="*/ 184365 h 1509195"/>
                <a:gd name="connsiteX340" fmla="*/ 63971 w 2457055"/>
                <a:gd name="connsiteY340" fmla="*/ 144035 h 1509195"/>
                <a:gd name="connsiteX341" fmla="*/ 35235 w 2457055"/>
                <a:gd name="connsiteY341" fmla="*/ 126751 h 1509195"/>
                <a:gd name="connsiteX342" fmla="*/ 43856 w 2457055"/>
                <a:gd name="connsiteY342" fmla="*/ 109467 h 1509195"/>
                <a:gd name="connsiteX343" fmla="*/ 104202 w 2457055"/>
                <a:gd name="connsiteY343" fmla="*/ 97944 h 1509195"/>
                <a:gd name="connsiteX344" fmla="*/ 112823 w 2457055"/>
                <a:gd name="connsiteY344" fmla="*/ 72018 h 1509195"/>
                <a:gd name="connsiteX345" fmla="*/ 141559 w 2457055"/>
                <a:gd name="connsiteY345" fmla="*/ 48972 h 1509195"/>
                <a:gd name="connsiteX346" fmla="*/ 178917 w 2457055"/>
                <a:gd name="connsiteY346" fmla="*/ 43211 h 1509195"/>
                <a:gd name="connsiteX347" fmla="*/ 196159 w 2457055"/>
                <a:gd name="connsiteY347" fmla="*/ 43211 h 1509195"/>
                <a:gd name="connsiteX348" fmla="*/ 190411 w 2457055"/>
                <a:gd name="connsiteY348" fmla="*/ 31688 h 1509195"/>
                <a:gd name="connsiteX349" fmla="*/ 213400 w 2457055"/>
                <a:gd name="connsiteY349" fmla="*/ 25926 h 1509195"/>
                <a:gd name="connsiteX350" fmla="*/ 250758 w 2457055"/>
                <a:gd name="connsiteY350" fmla="*/ 17284 h 1509195"/>
                <a:gd name="connsiteX351" fmla="*/ 276620 w 2457055"/>
                <a:gd name="connsiteY351" fmla="*/ 0 h 150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</a:cxnLst>
              <a:rect l="l" t="t" r="r" b="b"/>
              <a:pathLst>
                <a:path w="2457055" h="1509195">
                  <a:moveTo>
                    <a:pt x="1772175" y="816496"/>
                  </a:moveTo>
                  <a:cubicBezTo>
                    <a:pt x="1773253" y="815687"/>
                    <a:pt x="1774510" y="815687"/>
                    <a:pt x="1775947" y="817126"/>
                  </a:cubicBezTo>
                  <a:cubicBezTo>
                    <a:pt x="1784569" y="822880"/>
                    <a:pt x="1778821" y="831512"/>
                    <a:pt x="1787443" y="837267"/>
                  </a:cubicBezTo>
                  <a:cubicBezTo>
                    <a:pt x="1796064" y="840144"/>
                    <a:pt x="1801812" y="845898"/>
                    <a:pt x="1807560" y="843021"/>
                  </a:cubicBezTo>
                  <a:cubicBezTo>
                    <a:pt x="1813308" y="840144"/>
                    <a:pt x="1821929" y="834389"/>
                    <a:pt x="1830551" y="843021"/>
                  </a:cubicBezTo>
                  <a:cubicBezTo>
                    <a:pt x="1839172" y="854530"/>
                    <a:pt x="1844920" y="845898"/>
                    <a:pt x="1850668" y="851653"/>
                  </a:cubicBezTo>
                  <a:cubicBezTo>
                    <a:pt x="1856416" y="857408"/>
                    <a:pt x="1865037" y="863162"/>
                    <a:pt x="1870785" y="854530"/>
                  </a:cubicBezTo>
                  <a:cubicBezTo>
                    <a:pt x="1876533" y="848776"/>
                    <a:pt x="1896650" y="857408"/>
                    <a:pt x="1905272" y="860285"/>
                  </a:cubicBezTo>
                  <a:cubicBezTo>
                    <a:pt x="1902398" y="863162"/>
                    <a:pt x="1896650" y="866039"/>
                    <a:pt x="1893776" y="866039"/>
                  </a:cubicBezTo>
                  <a:cubicBezTo>
                    <a:pt x="1873659" y="863162"/>
                    <a:pt x="1836299" y="886180"/>
                    <a:pt x="1844920" y="894812"/>
                  </a:cubicBezTo>
                  <a:cubicBezTo>
                    <a:pt x="1853542" y="903444"/>
                    <a:pt x="1865037" y="891935"/>
                    <a:pt x="1876533" y="900567"/>
                  </a:cubicBezTo>
                  <a:cubicBezTo>
                    <a:pt x="1888028" y="912076"/>
                    <a:pt x="1913893" y="889058"/>
                    <a:pt x="1931136" y="877548"/>
                  </a:cubicBezTo>
                  <a:cubicBezTo>
                    <a:pt x="1948380" y="868917"/>
                    <a:pt x="1928263" y="891935"/>
                    <a:pt x="1939758" y="891935"/>
                  </a:cubicBezTo>
                  <a:cubicBezTo>
                    <a:pt x="1951254" y="891935"/>
                    <a:pt x="1945506" y="900567"/>
                    <a:pt x="1957001" y="906321"/>
                  </a:cubicBezTo>
                  <a:cubicBezTo>
                    <a:pt x="1971371" y="912076"/>
                    <a:pt x="1985740" y="897689"/>
                    <a:pt x="2002983" y="897689"/>
                  </a:cubicBezTo>
                  <a:cubicBezTo>
                    <a:pt x="2017353" y="897689"/>
                    <a:pt x="2017353" y="914953"/>
                    <a:pt x="2025974" y="909198"/>
                  </a:cubicBezTo>
                  <a:cubicBezTo>
                    <a:pt x="2025974" y="906321"/>
                    <a:pt x="2025974" y="906321"/>
                    <a:pt x="2028848" y="903444"/>
                  </a:cubicBezTo>
                  <a:cubicBezTo>
                    <a:pt x="2031722" y="906321"/>
                    <a:pt x="2037470" y="909198"/>
                    <a:pt x="2040344" y="914953"/>
                  </a:cubicBezTo>
                  <a:cubicBezTo>
                    <a:pt x="2040344" y="914953"/>
                    <a:pt x="2037470" y="914953"/>
                    <a:pt x="2037470" y="917830"/>
                  </a:cubicBezTo>
                  <a:cubicBezTo>
                    <a:pt x="2037470" y="923585"/>
                    <a:pt x="2011605" y="920708"/>
                    <a:pt x="1988614" y="926462"/>
                  </a:cubicBezTo>
                  <a:cubicBezTo>
                    <a:pt x="1965623" y="932217"/>
                    <a:pt x="1942632" y="958112"/>
                    <a:pt x="1951254" y="958112"/>
                  </a:cubicBezTo>
                  <a:cubicBezTo>
                    <a:pt x="1962749" y="958112"/>
                    <a:pt x="1951254" y="978253"/>
                    <a:pt x="1945506" y="998394"/>
                  </a:cubicBezTo>
                  <a:cubicBezTo>
                    <a:pt x="1939758" y="1030044"/>
                    <a:pt x="1948380" y="1055939"/>
                    <a:pt x="1965623" y="1044430"/>
                  </a:cubicBezTo>
                  <a:cubicBezTo>
                    <a:pt x="1979992" y="1035799"/>
                    <a:pt x="1985740" y="1027167"/>
                    <a:pt x="1982866" y="1009903"/>
                  </a:cubicBezTo>
                  <a:cubicBezTo>
                    <a:pt x="1977118" y="992639"/>
                    <a:pt x="1982866" y="969621"/>
                    <a:pt x="1988614" y="958112"/>
                  </a:cubicBezTo>
                  <a:cubicBezTo>
                    <a:pt x="1994362" y="946603"/>
                    <a:pt x="2008731" y="955235"/>
                    <a:pt x="2014479" y="940848"/>
                  </a:cubicBezTo>
                  <a:cubicBezTo>
                    <a:pt x="2017353" y="926462"/>
                    <a:pt x="2037470" y="926462"/>
                    <a:pt x="2051839" y="943726"/>
                  </a:cubicBezTo>
                  <a:cubicBezTo>
                    <a:pt x="2063335" y="963867"/>
                    <a:pt x="2043217" y="975376"/>
                    <a:pt x="2040344" y="989762"/>
                  </a:cubicBezTo>
                  <a:cubicBezTo>
                    <a:pt x="2037470" y="1001271"/>
                    <a:pt x="2054713" y="981130"/>
                    <a:pt x="2066208" y="984008"/>
                  </a:cubicBezTo>
                  <a:cubicBezTo>
                    <a:pt x="2080578" y="989762"/>
                    <a:pt x="2069082" y="1012780"/>
                    <a:pt x="2074830" y="1015658"/>
                  </a:cubicBezTo>
                  <a:cubicBezTo>
                    <a:pt x="2074830" y="1021412"/>
                    <a:pt x="2074830" y="1030044"/>
                    <a:pt x="2080578" y="1032921"/>
                  </a:cubicBezTo>
                  <a:cubicBezTo>
                    <a:pt x="2074830" y="1038676"/>
                    <a:pt x="2071956" y="1038676"/>
                    <a:pt x="2069082" y="1035799"/>
                  </a:cubicBezTo>
                  <a:cubicBezTo>
                    <a:pt x="2066208" y="1030044"/>
                    <a:pt x="2051839" y="1027167"/>
                    <a:pt x="2051839" y="1041553"/>
                  </a:cubicBezTo>
                  <a:cubicBezTo>
                    <a:pt x="2051839" y="1058817"/>
                    <a:pt x="2080578" y="1064571"/>
                    <a:pt x="2100695" y="1053062"/>
                  </a:cubicBezTo>
                  <a:cubicBezTo>
                    <a:pt x="2117938" y="1044430"/>
                    <a:pt x="2152425" y="1027167"/>
                    <a:pt x="2155299" y="1018535"/>
                  </a:cubicBezTo>
                  <a:cubicBezTo>
                    <a:pt x="2158172" y="1015658"/>
                    <a:pt x="2161046" y="1015658"/>
                    <a:pt x="2163920" y="1012780"/>
                  </a:cubicBezTo>
                  <a:cubicBezTo>
                    <a:pt x="2163920" y="1009903"/>
                    <a:pt x="2161046" y="1007026"/>
                    <a:pt x="2161046" y="1004149"/>
                  </a:cubicBezTo>
                  <a:cubicBezTo>
                    <a:pt x="2166794" y="1001271"/>
                    <a:pt x="2172542" y="1001271"/>
                    <a:pt x="2181163" y="1001271"/>
                  </a:cubicBezTo>
                  <a:cubicBezTo>
                    <a:pt x="2207028" y="1001271"/>
                    <a:pt x="2235767" y="992639"/>
                    <a:pt x="2227145" y="978253"/>
                  </a:cubicBezTo>
                  <a:cubicBezTo>
                    <a:pt x="2227145" y="978253"/>
                    <a:pt x="2227145" y="978253"/>
                    <a:pt x="2227145" y="975376"/>
                  </a:cubicBezTo>
                  <a:cubicBezTo>
                    <a:pt x="2235767" y="966744"/>
                    <a:pt x="2255884" y="952358"/>
                    <a:pt x="2258758" y="952358"/>
                  </a:cubicBezTo>
                  <a:cubicBezTo>
                    <a:pt x="2264506" y="952358"/>
                    <a:pt x="2342100" y="952358"/>
                    <a:pt x="2342100" y="952358"/>
                  </a:cubicBezTo>
                  <a:cubicBezTo>
                    <a:pt x="2342100" y="952358"/>
                    <a:pt x="2367965" y="935094"/>
                    <a:pt x="2373713" y="920708"/>
                  </a:cubicBezTo>
                  <a:cubicBezTo>
                    <a:pt x="2376587" y="903444"/>
                    <a:pt x="2393830" y="868917"/>
                    <a:pt x="2402452" y="877548"/>
                  </a:cubicBezTo>
                  <a:cubicBezTo>
                    <a:pt x="2413947" y="883303"/>
                    <a:pt x="2434064" y="877548"/>
                    <a:pt x="2434064" y="886180"/>
                  </a:cubicBezTo>
                  <a:cubicBezTo>
                    <a:pt x="2436938" y="891935"/>
                    <a:pt x="2428316" y="917830"/>
                    <a:pt x="2457055" y="952358"/>
                  </a:cubicBezTo>
                  <a:cubicBezTo>
                    <a:pt x="2448434" y="958112"/>
                    <a:pt x="2442686" y="963867"/>
                    <a:pt x="2436938" y="966744"/>
                  </a:cubicBezTo>
                  <a:cubicBezTo>
                    <a:pt x="2425443" y="978253"/>
                    <a:pt x="2413947" y="958112"/>
                    <a:pt x="2408199" y="966744"/>
                  </a:cubicBezTo>
                  <a:cubicBezTo>
                    <a:pt x="2399578" y="972499"/>
                    <a:pt x="2399578" y="984008"/>
                    <a:pt x="2390956" y="984008"/>
                  </a:cubicBezTo>
                  <a:cubicBezTo>
                    <a:pt x="2382334" y="984008"/>
                    <a:pt x="2385208" y="989762"/>
                    <a:pt x="2376587" y="992639"/>
                  </a:cubicBezTo>
                  <a:cubicBezTo>
                    <a:pt x="2365091" y="995517"/>
                    <a:pt x="2356470" y="1012780"/>
                    <a:pt x="2359343" y="1018535"/>
                  </a:cubicBezTo>
                  <a:cubicBezTo>
                    <a:pt x="2362217" y="1024289"/>
                    <a:pt x="2347848" y="1030044"/>
                    <a:pt x="2356470" y="1030044"/>
                  </a:cubicBezTo>
                  <a:cubicBezTo>
                    <a:pt x="2365091" y="1032921"/>
                    <a:pt x="2370839" y="1044430"/>
                    <a:pt x="2362217" y="1050185"/>
                  </a:cubicBezTo>
                  <a:cubicBezTo>
                    <a:pt x="2356470" y="1053062"/>
                    <a:pt x="2347848" y="1055939"/>
                    <a:pt x="2342100" y="1047308"/>
                  </a:cubicBezTo>
                  <a:cubicBezTo>
                    <a:pt x="2336353" y="1041553"/>
                    <a:pt x="2344974" y="1058817"/>
                    <a:pt x="2330605" y="1058817"/>
                  </a:cubicBezTo>
                  <a:cubicBezTo>
                    <a:pt x="2319109" y="1058817"/>
                    <a:pt x="2293244" y="1064571"/>
                    <a:pt x="2293244" y="1070326"/>
                  </a:cubicBezTo>
                  <a:cubicBezTo>
                    <a:pt x="2293244" y="1076080"/>
                    <a:pt x="2333479" y="1061694"/>
                    <a:pt x="2327731" y="1073203"/>
                  </a:cubicBezTo>
                  <a:cubicBezTo>
                    <a:pt x="2327731" y="1076080"/>
                    <a:pt x="2304740" y="1081835"/>
                    <a:pt x="2293244" y="1081835"/>
                  </a:cubicBezTo>
                  <a:cubicBezTo>
                    <a:pt x="2281749" y="1081835"/>
                    <a:pt x="2273127" y="1084712"/>
                    <a:pt x="2281749" y="1087590"/>
                  </a:cubicBezTo>
                  <a:cubicBezTo>
                    <a:pt x="2287497" y="1093344"/>
                    <a:pt x="2276001" y="1107730"/>
                    <a:pt x="2267380" y="1119240"/>
                  </a:cubicBezTo>
                  <a:cubicBezTo>
                    <a:pt x="2258758" y="1127871"/>
                    <a:pt x="2255884" y="1127871"/>
                    <a:pt x="2250136" y="1119240"/>
                  </a:cubicBezTo>
                  <a:cubicBezTo>
                    <a:pt x="2244389" y="1113485"/>
                    <a:pt x="2244389" y="1127871"/>
                    <a:pt x="2250136" y="1130749"/>
                  </a:cubicBezTo>
                  <a:cubicBezTo>
                    <a:pt x="2255884" y="1130749"/>
                    <a:pt x="2253010" y="1145135"/>
                    <a:pt x="2244389" y="1162399"/>
                  </a:cubicBezTo>
                  <a:cubicBezTo>
                    <a:pt x="2238641" y="1176785"/>
                    <a:pt x="2232893" y="1179662"/>
                    <a:pt x="2235767" y="1168153"/>
                  </a:cubicBezTo>
                  <a:cubicBezTo>
                    <a:pt x="2238641" y="1156644"/>
                    <a:pt x="2235767" y="1148012"/>
                    <a:pt x="2227145" y="1139380"/>
                  </a:cubicBezTo>
                  <a:cubicBezTo>
                    <a:pt x="2221398" y="1130749"/>
                    <a:pt x="2227145" y="1122117"/>
                    <a:pt x="2230019" y="1116362"/>
                  </a:cubicBezTo>
                  <a:cubicBezTo>
                    <a:pt x="2232893" y="1110608"/>
                    <a:pt x="2224271" y="1110608"/>
                    <a:pt x="2221398" y="1116362"/>
                  </a:cubicBezTo>
                  <a:cubicBezTo>
                    <a:pt x="2218524" y="1122117"/>
                    <a:pt x="2224271" y="1145135"/>
                    <a:pt x="2218524" y="1148012"/>
                  </a:cubicBezTo>
                  <a:cubicBezTo>
                    <a:pt x="2212776" y="1148012"/>
                    <a:pt x="2201280" y="1150890"/>
                    <a:pt x="2209902" y="1156644"/>
                  </a:cubicBezTo>
                  <a:cubicBezTo>
                    <a:pt x="2215650" y="1162399"/>
                    <a:pt x="2230019" y="1171030"/>
                    <a:pt x="2224271" y="1176785"/>
                  </a:cubicBezTo>
                  <a:cubicBezTo>
                    <a:pt x="2218524" y="1182540"/>
                    <a:pt x="2215650" y="1188294"/>
                    <a:pt x="2224271" y="1188294"/>
                  </a:cubicBezTo>
                  <a:cubicBezTo>
                    <a:pt x="2235767" y="1188294"/>
                    <a:pt x="2241515" y="1202680"/>
                    <a:pt x="2232893" y="1205558"/>
                  </a:cubicBezTo>
                  <a:cubicBezTo>
                    <a:pt x="2227145" y="1208435"/>
                    <a:pt x="2230019" y="1211312"/>
                    <a:pt x="2241515" y="1214190"/>
                  </a:cubicBezTo>
                  <a:cubicBezTo>
                    <a:pt x="2253010" y="1214190"/>
                    <a:pt x="2241515" y="1222821"/>
                    <a:pt x="2235767" y="1228576"/>
                  </a:cubicBezTo>
                  <a:cubicBezTo>
                    <a:pt x="2230019" y="1231453"/>
                    <a:pt x="2221398" y="1231453"/>
                    <a:pt x="2218524" y="1225699"/>
                  </a:cubicBezTo>
                  <a:cubicBezTo>
                    <a:pt x="2215650" y="1222821"/>
                    <a:pt x="2209902" y="1228576"/>
                    <a:pt x="2212776" y="1234331"/>
                  </a:cubicBezTo>
                  <a:cubicBezTo>
                    <a:pt x="2215650" y="1242962"/>
                    <a:pt x="2224271" y="1248717"/>
                    <a:pt x="2209902" y="1251594"/>
                  </a:cubicBezTo>
                  <a:cubicBezTo>
                    <a:pt x="2195533" y="1254471"/>
                    <a:pt x="2186911" y="1263103"/>
                    <a:pt x="2184037" y="1268858"/>
                  </a:cubicBezTo>
                  <a:cubicBezTo>
                    <a:pt x="2184037" y="1274612"/>
                    <a:pt x="2175416" y="1274612"/>
                    <a:pt x="2169668" y="1274612"/>
                  </a:cubicBezTo>
                  <a:cubicBezTo>
                    <a:pt x="2163920" y="1274612"/>
                    <a:pt x="2152425" y="1286121"/>
                    <a:pt x="2149551" y="1294753"/>
                  </a:cubicBezTo>
                  <a:cubicBezTo>
                    <a:pt x="2149551" y="1303385"/>
                    <a:pt x="2138055" y="1297631"/>
                    <a:pt x="2129434" y="1306262"/>
                  </a:cubicBezTo>
                  <a:cubicBezTo>
                    <a:pt x="2120812" y="1314894"/>
                    <a:pt x="2100695" y="1340790"/>
                    <a:pt x="2100695" y="1355176"/>
                  </a:cubicBezTo>
                  <a:cubicBezTo>
                    <a:pt x="2100695" y="1372440"/>
                    <a:pt x="2106443" y="1392581"/>
                    <a:pt x="2115064" y="1404090"/>
                  </a:cubicBezTo>
                  <a:cubicBezTo>
                    <a:pt x="2123686" y="1415599"/>
                    <a:pt x="2115064" y="1418476"/>
                    <a:pt x="2120812" y="1427108"/>
                  </a:cubicBezTo>
                  <a:cubicBezTo>
                    <a:pt x="2126560" y="1435740"/>
                    <a:pt x="2135181" y="1467390"/>
                    <a:pt x="2135181" y="1476022"/>
                  </a:cubicBezTo>
                  <a:cubicBezTo>
                    <a:pt x="2132308" y="1484653"/>
                    <a:pt x="2123686" y="1496163"/>
                    <a:pt x="2123686" y="1504794"/>
                  </a:cubicBezTo>
                  <a:cubicBezTo>
                    <a:pt x="2123686" y="1513426"/>
                    <a:pt x="2106443" y="1507672"/>
                    <a:pt x="2106443" y="1501917"/>
                  </a:cubicBezTo>
                  <a:cubicBezTo>
                    <a:pt x="2103569" y="1496163"/>
                    <a:pt x="2097821" y="1481776"/>
                    <a:pt x="2089199" y="1478899"/>
                  </a:cubicBezTo>
                  <a:cubicBezTo>
                    <a:pt x="2080578" y="1478899"/>
                    <a:pt x="2089199" y="1461635"/>
                    <a:pt x="2077704" y="1455881"/>
                  </a:cubicBezTo>
                  <a:cubicBezTo>
                    <a:pt x="2069082" y="1447249"/>
                    <a:pt x="2074830" y="1438617"/>
                    <a:pt x="2069082" y="1429985"/>
                  </a:cubicBezTo>
                  <a:cubicBezTo>
                    <a:pt x="2063335" y="1424231"/>
                    <a:pt x="2077704" y="1412722"/>
                    <a:pt x="2069082" y="1404090"/>
                  </a:cubicBezTo>
                  <a:cubicBezTo>
                    <a:pt x="2060461" y="1395458"/>
                    <a:pt x="2051839" y="1383949"/>
                    <a:pt x="2043217" y="1375317"/>
                  </a:cubicBezTo>
                  <a:cubicBezTo>
                    <a:pt x="2037470" y="1369562"/>
                    <a:pt x="2028848" y="1378194"/>
                    <a:pt x="2023100" y="1383949"/>
                  </a:cubicBezTo>
                  <a:cubicBezTo>
                    <a:pt x="2014479" y="1389703"/>
                    <a:pt x="2005857" y="1386826"/>
                    <a:pt x="2005857" y="1381072"/>
                  </a:cubicBezTo>
                  <a:cubicBezTo>
                    <a:pt x="2002983" y="1375317"/>
                    <a:pt x="1994362" y="1363808"/>
                    <a:pt x="1982866" y="1363808"/>
                  </a:cubicBezTo>
                  <a:cubicBezTo>
                    <a:pt x="1971371" y="1363808"/>
                    <a:pt x="1951254" y="1375317"/>
                    <a:pt x="1951254" y="1369562"/>
                  </a:cubicBezTo>
                  <a:cubicBezTo>
                    <a:pt x="1951254" y="1363808"/>
                    <a:pt x="1945506" y="1355176"/>
                    <a:pt x="1939758" y="1363808"/>
                  </a:cubicBezTo>
                  <a:cubicBezTo>
                    <a:pt x="1936884" y="1369562"/>
                    <a:pt x="1936884" y="1366685"/>
                    <a:pt x="1922515" y="1366685"/>
                  </a:cubicBezTo>
                  <a:cubicBezTo>
                    <a:pt x="1911019" y="1366685"/>
                    <a:pt x="1896650" y="1372440"/>
                    <a:pt x="1902398" y="1378194"/>
                  </a:cubicBezTo>
                  <a:cubicBezTo>
                    <a:pt x="1908145" y="1381072"/>
                    <a:pt x="1899524" y="1383949"/>
                    <a:pt x="1908145" y="1389703"/>
                  </a:cubicBezTo>
                  <a:cubicBezTo>
                    <a:pt x="1913893" y="1395458"/>
                    <a:pt x="1922515" y="1404090"/>
                    <a:pt x="1913893" y="1404090"/>
                  </a:cubicBezTo>
                  <a:cubicBezTo>
                    <a:pt x="1902398" y="1401212"/>
                    <a:pt x="1890902" y="1381072"/>
                    <a:pt x="1890902" y="1386826"/>
                  </a:cubicBezTo>
                  <a:cubicBezTo>
                    <a:pt x="1890902" y="1395458"/>
                    <a:pt x="1890902" y="1395458"/>
                    <a:pt x="1879407" y="1395458"/>
                  </a:cubicBezTo>
                  <a:cubicBezTo>
                    <a:pt x="1870785" y="1395458"/>
                    <a:pt x="1867911" y="1398335"/>
                    <a:pt x="1859290" y="1389703"/>
                  </a:cubicBezTo>
                  <a:cubicBezTo>
                    <a:pt x="1853542" y="1383949"/>
                    <a:pt x="1844920" y="1375317"/>
                    <a:pt x="1844920" y="1383949"/>
                  </a:cubicBezTo>
                  <a:cubicBezTo>
                    <a:pt x="1842046" y="1389703"/>
                    <a:pt x="1827677" y="1389703"/>
                    <a:pt x="1824803" y="1381072"/>
                  </a:cubicBezTo>
                  <a:cubicBezTo>
                    <a:pt x="1819055" y="1375317"/>
                    <a:pt x="1813308" y="1375317"/>
                    <a:pt x="1813308" y="1378194"/>
                  </a:cubicBezTo>
                  <a:cubicBezTo>
                    <a:pt x="1813308" y="1383949"/>
                    <a:pt x="1807560" y="1381072"/>
                    <a:pt x="1798938" y="1378194"/>
                  </a:cubicBezTo>
                  <a:cubicBezTo>
                    <a:pt x="1793191" y="1375317"/>
                    <a:pt x="1796064" y="1389703"/>
                    <a:pt x="1784569" y="1386826"/>
                  </a:cubicBezTo>
                  <a:cubicBezTo>
                    <a:pt x="1775947" y="1386826"/>
                    <a:pt x="1773073" y="1386826"/>
                    <a:pt x="1773073" y="1392581"/>
                  </a:cubicBezTo>
                  <a:cubicBezTo>
                    <a:pt x="1773073" y="1398335"/>
                    <a:pt x="1758704" y="1412722"/>
                    <a:pt x="1750082" y="1412722"/>
                  </a:cubicBezTo>
                  <a:cubicBezTo>
                    <a:pt x="1741461" y="1412722"/>
                    <a:pt x="1735713" y="1412722"/>
                    <a:pt x="1735713" y="1418476"/>
                  </a:cubicBezTo>
                  <a:cubicBezTo>
                    <a:pt x="1735713" y="1424231"/>
                    <a:pt x="1724218" y="1429985"/>
                    <a:pt x="1718470" y="1432862"/>
                  </a:cubicBezTo>
                  <a:cubicBezTo>
                    <a:pt x="1709848" y="1438617"/>
                    <a:pt x="1724218" y="1447249"/>
                    <a:pt x="1712722" y="1455881"/>
                  </a:cubicBezTo>
                  <a:cubicBezTo>
                    <a:pt x="1701227" y="1464512"/>
                    <a:pt x="1718470" y="1467390"/>
                    <a:pt x="1718470" y="1487531"/>
                  </a:cubicBezTo>
                  <a:cubicBezTo>
                    <a:pt x="1715596" y="1484653"/>
                    <a:pt x="1709848" y="1484653"/>
                    <a:pt x="1709848" y="1484653"/>
                  </a:cubicBezTo>
                  <a:cubicBezTo>
                    <a:pt x="1698353" y="1484653"/>
                    <a:pt x="1678236" y="1473144"/>
                    <a:pt x="1675362" y="1473144"/>
                  </a:cubicBezTo>
                  <a:cubicBezTo>
                    <a:pt x="1669614" y="1473144"/>
                    <a:pt x="1672488" y="1461635"/>
                    <a:pt x="1666740" y="1455881"/>
                  </a:cubicBezTo>
                  <a:cubicBezTo>
                    <a:pt x="1663866" y="1453003"/>
                    <a:pt x="1666740" y="1441494"/>
                    <a:pt x="1660992" y="1438617"/>
                  </a:cubicBezTo>
                  <a:cubicBezTo>
                    <a:pt x="1658118" y="1435740"/>
                    <a:pt x="1643749" y="1421353"/>
                    <a:pt x="1638001" y="1406967"/>
                  </a:cubicBezTo>
                  <a:cubicBezTo>
                    <a:pt x="1635127" y="1389703"/>
                    <a:pt x="1606389" y="1381072"/>
                    <a:pt x="1594893" y="1381072"/>
                  </a:cubicBezTo>
                  <a:cubicBezTo>
                    <a:pt x="1586272" y="1381072"/>
                    <a:pt x="1580524" y="1401212"/>
                    <a:pt x="1577650" y="1404090"/>
                  </a:cubicBezTo>
                  <a:cubicBezTo>
                    <a:pt x="1574776" y="1404090"/>
                    <a:pt x="1554659" y="1392581"/>
                    <a:pt x="1548911" y="1389703"/>
                  </a:cubicBezTo>
                  <a:cubicBezTo>
                    <a:pt x="1543164" y="1386826"/>
                    <a:pt x="1540290" y="1381072"/>
                    <a:pt x="1540290" y="1372440"/>
                  </a:cubicBezTo>
                  <a:cubicBezTo>
                    <a:pt x="1540290" y="1366685"/>
                    <a:pt x="1528794" y="1355176"/>
                    <a:pt x="1525920" y="1355176"/>
                  </a:cubicBezTo>
                  <a:cubicBezTo>
                    <a:pt x="1520173" y="1352299"/>
                    <a:pt x="1497182" y="1329281"/>
                    <a:pt x="1497182" y="1329281"/>
                  </a:cubicBezTo>
                  <a:cubicBezTo>
                    <a:pt x="1497182" y="1329281"/>
                    <a:pt x="1497182" y="1329281"/>
                    <a:pt x="1459821" y="1329281"/>
                  </a:cubicBezTo>
                  <a:cubicBezTo>
                    <a:pt x="1459821" y="1329281"/>
                    <a:pt x="1459821" y="1329281"/>
                    <a:pt x="1451200" y="1340790"/>
                  </a:cubicBezTo>
                  <a:cubicBezTo>
                    <a:pt x="1451200" y="1340790"/>
                    <a:pt x="1451200" y="1340790"/>
                    <a:pt x="1382227" y="1340790"/>
                  </a:cubicBezTo>
                  <a:cubicBezTo>
                    <a:pt x="1382227" y="1340790"/>
                    <a:pt x="1330497" y="1320649"/>
                    <a:pt x="1319001" y="1317771"/>
                  </a:cubicBezTo>
                  <a:cubicBezTo>
                    <a:pt x="1310380" y="1317771"/>
                    <a:pt x="1293137" y="1306262"/>
                    <a:pt x="1293137" y="1306262"/>
                  </a:cubicBezTo>
                  <a:cubicBezTo>
                    <a:pt x="1293137" y="1306262"/>
                    <a:pt x="1293137" y="1306262"/>
                    <a:pt x="1238533" y="1312017"/>
                  </a:cubicBezTo>
                  <a:cubicBezTo>
                    <a:pt x="1235659" y="1306262"/>
                    <a:pt x="1232785" y="1300508"/>
                    <a:pt x="1232785" y="1297631"/>
                  </a:cubicBezTo>
                  <a:cubicBezTo>
                    <a:pt x="1229911" y="1286121"/>
                    <a:pt x="1215542" y="1271735"/>
                    <a:pt x="1209794" y="1268858"/>
                  </a:cubicBezTo>
                  <a:cubicBezTo>
                    <a:pt x="1204047" y="1268858"/>
                    <a:pt x="1198299" y="1271735"/>
                    <a:pt x="1189677" y="1265981"/>
                  </a:cubicBezTo>
                  <a:cubicBezTo>
                    <a:pt x="1178182" y="1260226"/>
                    <a:pt x="1169560" y="1254471"/>
                    <a:pt x="1158065" y="1254471"/>
                  </a:cubicBezTo>
                  <a:cubicBezTo>
                    <a:pt x="1149443" y="1254471"/>
                    <a:pt x="1160938" y="1242962"/>
                    <a:pt x="1146569" y="1231453"/>
                  </a:cubicBezTo>
                  <a:cubicBezTo>
                    <a:pt x="1132200" y="1217067"/>
                    <a:pt x="1120704" y="1208435"/>
                    <a:pt x="1120704" y="1202680"/>
                  </a:cubicBezTo>
                  <a:cubicBezTo>
                    <a:pt x="1120704" y="1196926"/>
                    <a:pt x="1126452" y="1188294"/>
                    <a:pt x="1117830" y="1185417"/>
                  </a:cubicBezTo>
                  <a:cubicBezTo>
                    <a:pt x="1109209" y="1179662"/>
                    <a:pt x="1109209" y="1179662"/>
                    <a:pt x="1109209" y="1168153"/>
                  </a:cubicBezTo>
                  <a:cubicBezTo>
                    <a:pt x="1109209" y="1159521"/>
                    <a:pt x="1103461" y="1165276"/>
                    <a:pt x="1097713" y="1156644"/>
                  </a:cubicBezTo>
                  <a:cubicBezTo>
                    <a:pt x="1091965" y="1145135"/>
                    <a:pt x="1086218" y="1139380"/>
                    <a:pt x="1077596" y="1136503"/>
                  </a:cubicBezTo>
                  <a:cubicBezTo>
                    <a:pt x="1071848" y="1130749"/>
                    <a:pt x="1077596" y="1113485"/>
                    <a:pt x="1071848" y="1104853"/>
                  </a:cubicBezTo>
                  <a:cubicBezTo>
                    <a:pt x="1066101" y="1093344"/>
                    <a:pt x="1063227" y="1084712"/>
                    <a:pt x="1068974" y="1073203"/>
                  </a:cubicBezTo>
                  <a:cubicBezTo>
                    <a:pt x="1071848" y="1058817"/>
                    <a:pt x="1066101" y="1044430"/>
                    <a:pt x="1060353" y="1032921"/>
                  </a:cubicBezTo>
                  <a:cubicBezTo>
                    <a:pt x="1051731" y="1021412"/>
                    <a:pt x="1066101" y="1004149"/>
                    <a:pt x="1066101" y="995517"/>
                  </a:cubicBezTo>
                  <a:cubicBezTo>
                    <a:pt x="1068974" y="984008"/>
                    <a:pt x="1068974" y="952358"/>
                    <a:pt x="1068974" y="935094"/>
                  </a:cubicBezTo>
                  <a:cubicBezTo>
                    <a:pt x="1071848" y="917830"/>
                    <a:pt x="1068974" y="912076"/>
                    <a:pt x="1074722" y="912076"/>
                  </a:cubicBezTo>
                  <a:cubicBezTo>
                    <a:pt x="1083344" y="914953"/>
                    <a:pt x="1083344" y="909198"/>
                    <a:pt x="1074722" y="906321"/>
                  </a:cubicBezTo>
                  <a:cubicBezTo>
                    <a:pt x="1066101" y="900567"/>
                    <a:pt x="1071848" y="894812"/>
                    <a:pt x="1063227" y="883303"/>
                  </a:cubicBezTo>
                  <a:cubicBezTo>
                    <a:pt x="1054605" y="871794"/>
                    <a:pt x="1051731" y="857408"/>
                    <a:pt x="1051731" y="851653"/>
                  </a:cubicBezTo>
                  <a:cubicBezTo>
                    <a:pt x="1051731" y="848776"/>
                    <a:pt x="1051731" y="848776"/>
                    <a:pt x="1051731" y="848776"/>
                  </a:cubicBezTo>
                  <a:cubicBezTo>
                    <a:pt x="1066101" y="851653"/>
                    <a:pt x="1077596" y="851653"/>
                    <a:pt x="1089092" y="848776"/>
                  </a:cubicBezTo>
                  <a:cubicBezTo>
                    <a:pt x="1089092" y="854530"/>
                    <a:pt x="1091965" y="857408"/>
                    <a:pt x="1094839" y="857408"/>
                  </a:cubicBezTo>
                  <a:cubicBezTo>
                    <a:pt x="1100587" y="857408"/>
                    <a:pt x="1103461" y="868917"/>
                    <a:pt x="1097713" y="871794"/>
                  </a:cubicBezTo>
                  <a:cubicBezTo>
                    <a:pt x="1091965" y="874671"/>
                    <a:pt x="1091965" y="886180"/>
                    <a:pt x="1100587" y="886180"/>
                  </a:cubicBezTo>
                  <a:cubicBezTo>
                    <a:pt x="1109209" y="886180"/>
                    <a:pt x="1112083" y="868917"/>
                    <a:pt x="1109209" y="860285"/>
                  </a:cubicBezTo>
                  <a:cubicBezTo>
                    <a:pt x="1106335" y="848776"/>
                    <a:pt x="1112083" y="843021"/>
                    <a:pt x="1103461" y="834389"/>
                  </a:cubicBezTo>
                  <a:cubicBezTo>
                    <a:pt x="1103461" y="834389"/>
                    <a:pt x="1103461" y="831512"/>
                    <a:pt x="1100587" y="831512"/>
                  </a:cubicBezTo>
                  <a:cubicBezTo>
                    <a:pt x="1100587" y="831512"/>
                    <a:pt x="1100587" y="831512"/>
                    <a:pt x="1767326" y="828635"/>
                  </a:cubicBezTo>
                  <a:cubicBezTo>
                    <a:pt x="1767326" y="828635"/>
                    <a:pt x="1768942" y="818924"/>
                    <a:pt x="1772175" y="816496"/>
                  </a:cubicBezTo>
                  <a:close/>
                  <a:moveTo>
                    <a:pt x="26828" y="670231"/>
                  </a:moveTo>
                  <a:cubicBezTo>
                    <a:pt x="32658" y="676062"/>
                    <a:pt x="26828" y="684807"/>
                    <a:pt x="15168" y="687722"/>
                  </a:cubicBezTo>
                  <a:cubicBezTo>
                    <a:pt x="3507" y="693552"/>
                    <a:pt x="20998" y="664401"/>
                    <a:pt x="26828" y="670231"/>
                  </a:cubicBezTo>
                  <a:close/>
                  <a:moveTo>
                    <a:pt x="94714" y="642054"/>
                  </a:moveTo>
                  <a:cubicBezTo>
                    <a:pt x="99298" y="640973"/>
                    <a:pt x="103793" y="640792"/>
                    <a:pt x="107389" y="642235"/>
                  </a:cubicBezTo>
                  <a:cubicBezTo>
                    <a:pt x="118896" y="645119"/>
                    <a:pt x="101636" y="650889"/>
                    <a:pt x="93005" y="650889"/>
                  </a:cubicBezTo>
                  <a:cubicBezTo>
                    <a:pt x="84375" y="650889"/>
                    <a:pt x="81499" y="659543"/>
                    <a:pt x="72868" y="656658"/>
                  </a:cubicBezTo>
                  <a:cubicBezTo>
                    <a:pt x="66396" y="656658"/>
                    <a:pt x="80959" y="645300"/>
                    <a:pt x="94714" y="642054"/>
                  </a:cubicBezTo>
                  <a:close/>
                  <a:moveTo>
                    <a:pt x="371702" y="512282"/>
                  </a:moveTo>
                  <a:cubicBezTo>
                    <a:pt x="374927" y="511569"/>
                    <a:pt x="377077" y="512995"/>
                    <a:pt x="377077" y="515847"/>
                  </a:cubicBezTo>
                  <a:cubicBezTo>
                    <a:pt x="377077" y="521550"/>
                    <a:pt x="388543" y="524402"/>
                    <a:pt x="382810" y="527254"/>
                  </a:cubicBezTo>
                  <a:cubicBezTo>
                    <a:pt x="377077" y="530105"/>
                    <a:pt x="365611" y="530105"/>
                    <a:pt x="365611" y="535809"/>
                  </a:cubicBezTo>
                  <a:cubicBezTo>
                    <a:pt x="365611" y="538661"/>
                    <a:pt x="379944" y="541512"/>
                    <a:pt x="374211" y="550067"/>
                  </a:cubicBezTo>
                  <a:cubicBezTo>
                    <a:pt x="368477" y="555771"/>
                    <a:pt x="348412" y="570030"/>
                    <a:pt x="342679" y="570030"/>
                  </a:cubicBezTo>
                  <a:cubicBezTo>
                    <a:pt x="336946" y="570030"/>
                    <a:pt x="336946" y="567178"/>
                    <a:pt x="331213" y="570030"/>
                  </a:cubicBezTo>
                  <a:cubicBezTo>
                    <a:pt x="322613" y="575733"/>
                    <a:pt x="316880" y="561474"/>
                    <a:pt x="319747" y="552919"/>
                  </a:cubicBezTo>
                  <a:cubicBezTo>
                    <a:pt x="322613" y="544364"/>
                    <a:pt x="336946" y="552919"/>
                    <a:pt x="336946" y="547216"/>
                  </a:cubicBezTo>
                  <a:cubicBezTo>
                    <a:pt x="339812" y="541512"/>
                    <a:pt x="348412" y="532957"/>
                    <a:pt x="359878" y="521550"/>
                  </a:cubicBezTo>
                  <a:cubicBezTo>
                    <a:pt x="364178" y="515847"/>
                    <a:pt x="368477" y="512995"/>
                    <a:pt x="371702" y="512282"/>
                  </a:cubicBezTo>
                  <a:close/>
                  <a:moveTo>
                    <a:pt x="23907" y="448441"/>
                  </a:moveTo>
                  <a:cubicBezTo>
                    <a:pt x="29316" y="446984"/>
                    <a:pt x="35086" y="447713"/>
                    <a:pt x="35086" y="452085"/>
                  </a:cubicBezTo>
                  <a:cubicBezTo>
                    <a:pt x="37970" y="460831"/>
                    <a:pt x="46624" y="446255"/>
                    <a:pt x="52394" y="452085"/>
                  </a:cubicBezTo>
                  <a:cubicBezTo>
                    <a:pt x="58163" y="457916"/>
                    <a:pt x="55278" y="466661"/>
                    <a:pt x="49509" y="469576"/>
                  </a:cubicBezTo>
                  <a:cubicBezTo>
                    <a:pt x="37970" y="472491"/>
                    <a:pt x="17778" y="466661"/>
                    <a:pt x="14893" y="457916"/>
                  </a:cubicBezTo>
                  <a:cubicBezTo>
                    <a:pt x="13451" y="453543"/>
                    <a:pt x="18499" y="449899"/>
                    <a:pt x="23907" y="448441"/>
                  </a:cubicBezTo>
                  <a:close/>
                  <a:moveTo>
                    <a:pt x="276620" y="0"/>
                  </a:moveTo>
                  <a:cubicBezTo>
                    <a:pt x="282368" y="2881"/>
                    <a:pt x="296736" y="5761"/>
                    <a:pt x="293862" y="11523"/>
                  </a:cubicBezTo>
                  <a:cubicBezTo>
                    <a:pt x="293862" y="14403"/>
                    <a:pt x="282368" y="17284"/>
                    <a:pt x="285241" y="20165"/>
                  </a:cubicBezTo>
                  <a:cubicBezTo>
                    <a:pt x="290988" y="25926"/>
                    <a:pt x="299609" y="23046"/>
                    <a:pt x="305357" y="17284"/>
                  </a:cubicBezTo>
                  <a:cubicBezTo>
                    <a:pt x="308230" y="11523"/>
                    <a:pt x="316851" y="8642"/>
                    <a:pt x="316851" y="14403"/>
                  </a:cubicBezTo>
                  <a:cubicBezTo>
                    <a:pt x="316851" y="20165"/>
                    <a:pt x="319725" y="25926"/>
                    <a:pt x="328346" y="23046"/>
                  </a:cubicBezTo>
                  <a:cubicBezTo>
                    <a:pt x="336967" y="23046"/>
                    <a:pt x="365703" y="14403"/>
                    <a:pt x="371450" y="23046"/>
                  </a:cubicBezTo>
                  <a:cubicBezTo>
                    <a:pt x="374324" y="31688"/>
                    <a:pt x="368577" y="37449"/>
                    <a:pt x="377197" y="37449"/>
                  </a:cubicBezTo>
                  <a:cubicBezTo>
                    <a:pt x="388692" y="34568"/>
                    <a:pt x="385818" y="46091"/>
                    <a:pt x="394439" y="43211"/>
                  </a:cubicBezTo>
                  <a:cubicBezTo>
                    <a:pt x="400187" y="40330"/>
                    <a:pt x="431797" y="34568"/>
                    <a:pt x="454786" y="37449"/>
                  </a:cubicBezTo>
                  <a:cubicBezTo>
                    <a:pt x="477775" y="43211"/>
                    <a:pt x="489269" y="57614"/>
                    <a:pt x="506511" y="54733"/>
                  </a:cubicBezTo>
                  <a:cubicBezTo>
                    <a:pt x="523753" y="51853"/>
                    <a:pt x="535247" y="54733"/>
                    <a:pt x="543868" y="60495"/>
                  </a:cubicBezTo>
                  <a:cubicBezTo>
                    <a:pt x="552489" y="63376"/>
                    <a:pt x="578352" y="60495"/>
                    <a:pt x="589846" y="57614"/>
                  </a:cubicBezTo>
                  <a:cubicBezTo>
                    <a:pt x="601341" y="54733"/>
                    <a:pt x="624330" y="66256"/>
                    <a:pt x="641572" y="72018"/>
                  </a:cubicBezTo>
                  <a:cubicBezTo>
                    <a:pt x="644445" y="72018"/>
                    <a:pt x="647319" y="72018"/>
                    <a:pt x="653066" y="74898"/>
                  </a:cubicBezTo>
                  <a:cubicBezTo>
                    <a:pt x="653066" y="74898"/>
                    <a:pt x="653066" y="74898"/>
                    <a:pt x="653066" y="446510"/>
                  </a:cubicBezTo>
                  <a:cubicBezTo>
                    <a:pt x="653066" y="446510"/>
                    <a:pt x="661687" y="452271"/>
                    <a:pt x="664561" y="449391"/>
                  </a:cubicBezTo>
                  <a:cubicBezTo>
                    <a:pt x="667435" y="443629"/>
                    <a:pt x="676055" y="449391"/>
                    <a:pt x="687550" y="443629"/>
                  </a:cubicBezTo>
                  <a:cubicBezTo>
                    <a:pt x="699045" y="437868"/>
                    <a:pt x="704792" y="449391"/>
                    <a:pt x="704792" y="455152"/>
                  </a:cubicBezTo>
                  <a:cubicBezTo>
                    <a:pt x="704792" y="460913"/>
                    <a:pt x="722034" y="472436"/>
                    <a:pt x="727781" y="481078"/>
                  </a:cubicBezTo>
                  <a:cubicBezTo>
                    <a:pt x="736402" y="489720"/>
                    <a:pt x="739275" y="498363"/>
                    <a:pt x="747896" y="492601"/>
                  </a:cubicBezTo>
                  <a:cubicBezTo>
                    <a:pt x="753644" y="486840"/>
                    <a:pt x="768012" y="483959"/>
                    <a:pt x="768012" y="475317"/>
                  </a:cubicBezTo>
                  <a:cubicBezTo>
                    <a:pt x="768012" y="466675"/>
                    <a:pt x="802495" y="463794"/>
                    <a:pt x="802495" y="478198"/>
                  </a:cubicBezTo>
                  <a:cubicBezTo>
                    <a:pt x="802495" y="489720"/>
                    <a:pt x="834105" y="504124"/>
                    <a:pt x="854221" y="535812"/>
                  </a:cubicBezTo>
                  <a:cubicBezTo>
                    <a:pt x="871463" y="570380"/>
                    <a:pt x="868589" y="576142"/>
                    <a:pt x="897325" y="587665"/>
                  </a:cubicBezTo>
                  <a:cubicBezTo>
                    <a:pt x="923188" y="599187"/>
                    <a:pt x="923188" y="604949"/>
                    <a:pt x="920314" y="613591"/>
                  </a:cubicBezTo>
                  <a:cubicBezTo>
                    <a:pt x="917441" y="622233"/>
                    <a:pt x="937556" y="627994"/>
                    <a:pt x="926062" y="636637"/>
                  </a:cubicBezTo>
                  <a:cubicBezTo>
                    <a:pt x="920314" y="639517"/>
                    <a:pt x="914567" y="642398"/>
                    <a:pt x="908820" y="648159"/>
                  </a:cubicBezTo>
                  <a:cubicBezTo>
                    <a:pt x="908820" y="645279"/>
                    <a:pt x="908820" y="645279"/>
                    <a:pt x="908820" y="645279"/>
                  </a:cubicBezTo>
                  <a:cubicBezTo>
                    <a:pt x="908820" y="636637"/>
                    <a:pt x="897325" y="648159"/>
                    <a:pt x="897325" y="642398"/>
                  </a:cubicBezTo>
                  <a:cubicBezTo>
                    <a:pt x="897325" y="636637"/>
                    <a:pt x="903073" y="627994"/>
                    <a:pt x="897325" y="625114"/>
                  </a:cubicBezTo>
                  <a:cubicBezTo>
                    <a:pt x="888704" y="625114"/>
                    <a:pt x="888704" y="636637"/>
                    <a:pt x="885831" y="630875"/>
                  </a:cubicBezTo>
                  <a:cubicBezTo>
                    <a:pt x="880083" y="625114"/>
                    <a:pt x="871463" y="622233"/>
                    <a:pt x="871463" y="627994"/>
                  </a:cubicBezTo>
                  <a:cubicBezTo>
                    <a:pt x="871463" y="630875"/>
                    <a:pt x="871463" y="645279"/>
                    <a:pt x="868589" y="639517"/>
                  </a:cubicBezTo>
                  <a:cubicBezTo>
                    <a:pt x="862842" y="636637"/>
                    <a:pt x="854221" y="630875"/>
                    <a:pt x="854221" y="636637"/>
                  </a:cubicBezTo>
                  <a:cubicBezTo>
                    <a:pt x="851347" y="639517"/>
                    <a:pt x="854221" y="651040"/>
                    <a:pt x="845600" y="645279"/>
                  </a:cubicBezTo>
                  <a:cubicBezTo>
                    <a:pt x="836979" y="636637"/>
                    <a:pt x="848473" y="627994"/>
                    <a:pt x="845600" y="619352"/>
                  </a:cubicBezTo>
                  <a:cubicBezTo>
                    <a:pt x="842726" y="613591"/>
                    <a:pt x="834105" y="602068"/>
                    <a:pt x="842726" y="602068"/>
                  </a:cubicBezTo>
                  <a:cubicBezTo>
                    <a:pt x="848473" y="602068"/>
                    <a:pt x="857094" y="619352"/>
                    <a:pt x="862842" y="610710"/>
                  </a:cubicBezTo>
                  <a:cubicBezTo>
                    <a:pt x="868589" y="604949"/>
                    <a:pt x="874336" y="604949"/>
                    <a:pt x="874336" y="599187"/>
                  </a:cubicBezTo>
                  <a:cubicBezTo>
                    <a:pt x="874336" y="593426"/>
                    <a:pt x="862842" y="573261"/>
                    <a:pt x="857094" y="576142"/>
                  </a:cubicBezTo>
                  <a:cubicBezTo>
                    <a:pt x="848473" y="576142"/>
                    <a:pt x="848473" y="587665"/>
                    <a:pt x="857094" y="587665"/>
                  </a:cubicBezTo>
                  <a:cubicBezTo>
                    <a:pt x="862842" y="587665"/>
                    <a:pt x="871463" y="599187"/>
                    <a:pt x="865715" y="599187"/>
                  </a:cubicBezTo>
                  <a:cubicBezTo>
                    <a:pt x="859968" y="602068"/>
                    <a:pt x="848473" y="593426"/>
                    <a:pt x="845600" y="584784"/>
                  </a:cubicBezTo>
                  <a:cubicBezTo>
                    <a:pt x="842726" y="576142"/>
                    <a:pt x="831232" y="596307"/>
                    <a:pt x="828358" y="587665"/>
                  </a:cubicBezTo>
                  <a:cubicBezTo>
                    <a:pt x="828358" y="579022"/>
                    <a:pt x="825484" y="596307"/>
                    <a:pt x="819737" y="596307"/>
                  </a:cubicBezTo>
                  <a:cubicBezTo>
                    <a:pt x="816864" y="596307"/>
                    <a:pt x="813990" y="573261"/>
                    <a:pt x="816864" y="570380"/>
                  </a:cubicBezTo>
                  <a:cubicBezTo>
                    <a:pt x="819737" y="567500"/>
                    <a:pt x="831232" y="570380"/>
                    <a:pt x="831232" y="564619"/>
                  </a:cubicBezTo>
                  <a:cubicBezTo>
                    <a:pt x="831232" y="558858"/>
                    <a:pt x="842726" y="558858"/>
                    <a:pt x="839853" y="547335"/>
                  </a:cubicBezTo>
                  <a:cubicBezTo>
                    <a:pt x="834105" y="535812"/>
                    <a:pt x="828358" y="524289"/>
                    <a:pt x="825484" y="530050"/>
                  </a:cubicBezTo>
                  <a:cubicBezTo>
                    <a:pt x="822611" y="538693"/>
                    <a:pt x="831232" y="550215"/>
                    <a:pt x="825484" y="553096"/>
                  </a:cubicBezTo>
                  <a:cubicBezTo>
                    <a:pt x="816864" y="558858"/>
                    <a:pt x="813990" y="564619"/>
                    <a:pt x="811116" y="561738"/>
                  </a:cubicBezTo>
                  <a:cubicBezTo>
                    <a:pt x="808243" y="558858"/>
                    <a:pt x="813990" y="547335"/>
                    <a:pt x="808243" y="544454"/>
                  </a:cubicBezTo>
                  <a:cubicBezTo>
                    <a:pt x="799622" y="541573"/>
                    <a:pt x="799622" y="553096"/>
                    <a:pt x="802495" y="561738"/>
                  </a:cubicBezTo>
                  <a:cubicBezTo>
                    <a:pt x="808243" y="567500"/>
                    <a:pt x="811116" y="584784"/>
                    <a:pt x="805369" y="587665"/>
                  </a:cubicBezTo>
                  <a:cubicBezTo>
                    <a:pt x="802495" y="590545"/>
                    <a:pt x="802495" y="576142"/>
                    <a:pt x="793874" y="573261"/>
                  </a:cubicBezTo>
                  <a:cubicBezTo>
                    <a:pt x="788127" y="570380"/>
                    <a:pt x="793874" y="558858"/>
                    <a:pt x="788127" y="555977"/>
                  </a:cubicBezTo>
                  <a:cubicBezTo>
                    <a:pt x="779506" y="555977"/>
                    <a:pt x="765138" y="541573"/>
                    <a:pt x="768012" y="532931"/>
                  </a:cubicBezTo>
                  <a:cubicBezTo>
                    <a:pt x="768012" y="524289"/>
                    <a:pt x="785254" y="524289"/>
                    <a:pt x="782380" y="530050"/>
                  </a:cubicBezTo>
                  <a:cubicBezTo>
                    <a:pt x="782380" y="532931"/>
                    <a:pt x="796748" y="541573"/>
                    <a:pt x="802495" y="532931"/>
                  </a:cubicBezTo>
                  <a:cubicBezTo>
                    <a:pt x="805369" y="521408"/>
                    <a:pt x="805369" y="507005"/>
                    <a:pt x="799622" y="501243"/>
                  </a:cubicBezTo>
                  <a:cubicBezTo>
                    <a:pt x="793874" y="492601"/>
                    <a:pt x="785254" y="481078"/>
                    <a:pt x="791001" y="498363"/>
                  </a:cubicBezTo>
                  <a:cubicBezTo>
                    <a:pt x="793874" y="515647"/>
                    <a:pt x="799622" y="530050"/>
                    <a:pt x="788127" y="518528"/>
                  </a:cubicBezTo>
                  <a:cubicBezTo>
                    <a:pt x="776633" y="509885"/>
                    <a:pt x="782380" y="518528"/>
                    <a:pt x="768012" y="509885"/>
                  </a:cubicBezTo>
                  <a:cubicBezTo>
                    <a:pt x="753644" y="498363"/>
                    <a:pt x="770885" y="530050"/>
                    <a:pt x="753644" y="521408"/>
                  </a:cubicBezTo>
                  <a:cubicBezTo>
                    <a:pt x="736402" y="512766"/>
                    <a:pt x="733528" y="504124"/>
                    <a:pt x="724907" y="498363"/>
                  </a:cubicBezTo>
                  <a:cubicBezTo>
                    <a:pt x="719160" y="489720"/>
                    <a:pt x="704792" y="486840"/>
                    <a:pt x="699045" y="483959"/>
                  </a:cubicBezTo>
                  <a:cubicBezTo>
                    <a:pt x="690424" y="481078"/>
                    <a:pt x="681803" y="481078"/>
                    <a:pt x="684676" y="475317"/>
                  </a:cubicBezTo>
                  <a:cubicBezTo>
                    <a:pt x="690424" y="469555"/>
                    <a:pt x="699045" y="466675"/>
                    <a:pt x="690424" y="460913"/>
                  </a:cubicBezTo>
                  <a:cubicBezTo>
                    <a:pt x="681803" y="452271"/>
                    <a:pt x="678929" y="472436"/>
                    <a:pt x="661687" y="469555"/>
                  </a:cubicBezTo>
                  <a:cubicBezTo>
                    <a:pt x="644445" y="466675"/>
                    <a:pt x="647319" y="455152"/>
                    <a:pt x="638698" y="455152"/>
                  </a:cubicBezTo>
                  <a:cubicBezTo>
                    <a:pt x="632951" y="455152"/>
                    <a:pt x="604215" y="458033"/>
                    <a:pt x="586973" y="458033"/>
                  </a:cubicBezTo>
                  <a:cubicBezTo>
                    <a:pt x="569731" y="455152"/>
                    <a:pt x="561110" y="452271"/>
                    <a:pt x="561110" y="449391"/>
                  </a:cubicBezTo>
                  <a:cubicBezTo>
                    <a:pt x="561110" y="443629"/>
                    <a:pt x="561110" y="437868"/>
                    <a:pt x="555363" y="443629"/>
                  </a:cubicBezTo>
                  <a:cubicBezTo>
                    <a:pt x="549616" y="449391"/>
                    <a:pt x="546742" y="452271"/>
                    <a:pt x="540995" y="446510"/>
                  </a:cubicBezTo>
                  <a:cubicBezTo>
                    <a:pt x="532374" y="440748"/>
                    <a:pt x="526626" y="443629"/>
                    <a:pt x="520879" y="449391"/>
                  </a:cubicBezTo>
                  <a:cubicBezTo>
                    <a:pt x="512258" y="455152"/>
                    <a:pt x="509385" y="443629"/>
                    <a:pt x="518006" y="440748"/>
                  </a:cubicBezTo>
                  <a:cubicBezTo>
                    <a:pt x="526626" y="437868"/>
                    <a:pt x="538121" y="440748"/>
                    <a:pt x="529500" y="432106"/>
                  </a:cubicBezTo>
                  <a:cubicBezTo>
                    <a:pt x="520879" y="426345"/>
                    <a:pt x="515132" y="437868"/>
                    <a:pt x="509385" y="429225"/>
                  </a:cubicBezTo>
                  <a:cubicBezTo>
                    <a:pt x="503637" y="417703"/>
                    <a:pt x="497890" y="426345"/>
                    <a:pt x="492143" y="420583"/>
                  </a:cubicBezTo>
                  <a:cubicBezTo>
                    <a:pt x="486396" y="417703"/>
                    <a:pt x="480648" y="414822"/>
                    <a:pt x="477775" y="423464"/>
                  </a:cubicBezTo>
                  <a:cubicBezTo>
                    <a:pt x="477775" y="432106"/>
                    <a:pt x="466280" y="423464"/>
                    <a:pt x="472027" y="434987"/>
                  </a:cubicBezTo>
                  <a:cubicBezTo>
                    <a:pt x="474901" y="443629"/>
                    <a:pt x="486396" y="446510"/>
                    <a:pt x="480648" y="449391"/>
                  </a:cubicBezTo>
                  <a:cubicBezTo>
                    <a:pt x="474901" y="452271"/>
                    <a:pt x="486396" y="460913"/>
                    <a:pt x="480648" y="460913"/>
                  </a:cubicBezTo>
                  <a:cubicBezTo>
                    <a:pt x="474901" y="463794"/>
                    <a:pt x="463407" y="455152"/>
                    <a:pt x="446165" y="463794"/>
                  </a:cubicBezTo>
                  <a:cubicBezTo>
                    <a:pt x="428923" y="472436"/>
                    <a:pt x="411681" y="489720"/>
                    <a:pt x="397313" y="489720"/>
                  </a:cubicBezTo>
                  <a:cubicBezTo>
                    <a:pt x="385818" y="489720"/>
                    <a:pt x="380071" y="483959"/>
                    <a:pt x="388692" y="481078"/>
                  </a:cubicBezTo>
                  <a:cubicBezTo>
                    <a:pt x="397313" y="478198"/>
                    <a:pt x="405934" y="472436"/>
                    <a:pt x="397313" y="469555"/>
                  </a:cubicBezTo>
                  <a:cubicBezTo>
                    <a:pt x="388692" y="469555"/>
                    <a:pt x="388692" y="463794"/>
                    <a:pt x="394439" y="452271"/>
                  </a:cubicBezTo>
                  <a:cubicBezTo>
                    <a:pt x="403060" y="443629"/>
                    <a:pt x="394439" y="440748"/>
                    <a:pt x="405934" y="432106"/>
                  </a:cubicBezTo>
                  <a:cubicBezTo>
                    <a:pt x="414555" y="420583"/>
                    <a:pt x="420302" y="420583"/>
                    <a:pt x="431797" y="426345"/>
                  </a:cubicBezTo>
                  <a:cubicBezTo>
                    <a:pt x="440417" y="432106"/>
                    <a:pt x="443291" y="417703"/>
                    <a:pt x="428923" y="417703"/>
                  </a:cubicBezTo>
                  <a:cubicBezTo>
                    <a:pt x="414555" y="417703"/>
                    <a:pt x="423176" y="406180"/>
                    <a:pt x="414555" y="411941"/>
                  </a:cubicBezTo>
                  <a:cubicBezTo>
                    <a:pt x="408807" y="414822"/>
                    <a:pt x="400187" y="426345"/>
                    <a:pt x="394439" y="426345"/>
                  </a:cubicBezTo>
                  <a:cubicBezTo>
                    <a:pt x="388692" y="426345"/>
                    <a:pt x="388692" y="432106"/>
                    <a:pt x="382945" y="440748"/>
                  </a:cubicBezTo>
                  <a:cubicBezTo>
                    <a:pt x="374324" y="446510"/>
                    <a:pt x="365703" y="449391"/>
                    <a:pt x="365703" y="458033"/>
                  </a:cubicBezTo>
                  <a:cubicBezTo>
                    <a:pt x="365703" y="466675"/>
                    <a:pt x="357082" y="472436"/>
                    <a:pt x="351335" y="472436"/>
                  </a:cubicBezTo>
                  <a:cubicBezTo>
                    <a:pt x="342714" y="472436"/>
                    <a:pt x="328346" y="486840"/>
                    <a:pt x="331219" y="489720"/>
                  </a:cubicBezTo>
                  <a:cubicBezTo>
                    <a:pt x="331219" y="492601"/>
                    <a:pt x="348461" y="492601"/>
                    <a:pt x="348461" y="498363"/>
                  </a:cubicBezTo>
                  <a:cubicBezTo>
                    <a:pt x="348461" y="504124"/>
                    <a:pt x="342714" y="509885"/>
                    <a:pt x="336967" y="512766"/>
                  </a:cubicBezTo>
                  <a:cubicBezTo>
                    <a:pt x="331219" y="512766"/>
                    <a:pt x="334093" y="527170"/>
                    <a:pt x="328346" y="530050"/>
                  </a:cubicBezTo>
                  <a:cubicBezTo>
                    <a:pt x="322598" y="532931"/>
                    <a:pt x="319725" y="530050"/>
                    <a:pt x="311104" y="535812"/>
                  </a:cubicBezTo>
                  <a:cubicBezTo>
                    <a:pt x="302483" y="544454"/>
                    <a:pt x="290988" y="553096"/>
                    <a:pt x="282368" y="553096"/>
                  </a:cubicBezTo>
                  <a:cubicBezTo>
                    <a:pt x="276620" y="553096"/>
                    <a:pt x="279494" y="564619"/>
                    <a:pt x="273747" y="564619"/>
                  </a:cubicBezTo>
                  <a:cubicBezTo>
                    <a:pt x="267999" y="567500"/>
                    <a:pt x="233516" y="584784"/>
                    <a:pt x="230642" y="590545"/>
                  </a:cubicBezTo>
                  <a:cubicBezTo>
                    <a:pt x="227768" y="599187"/>
                    <a:pt x="230642" y="602068"/>
                    <a:pt x="216274" y="604949"/>
                  </a:cubicBezTo>
                  <a:cubicBezTo>
                    <a:pt x="201906" y="607830"/>
                    <a:pt x="199032" y="613591"/>
                    <a:pt x="193285" y="613591"/>
                  </a:cubicBezTo>
                  <a:cubicBezTo>
                    <a:pt x="187538" y="613591"/>
                    <a:pt x="181790" y="610710"/>
                    <a:pt x="176043" y="616472"/>
                  </a:cubicBezTo>
                  <a:cubicBezTo>
                    <a:pt x="170296" y="619352"/>
                    <a:pt x="161675" y="627994"/>
                    <a:pt x="155928" y="622233"/>
                  </a:cubicBezTo>
                  <a:cubicBezTo>
                    <a:pt x="153054" y="619352"/>
                    <a:pt x="147307" y="616472"/>
                    <a:pt x="147307" y="622233"/>
                  </a:cubicBezTo>
                  <a:cubicBezTo>
                    <a:pt x="147307" y="630875"/>
                    <a:pt x="121444" y="642398"/>
                    <a:pt x="118570" y="639517"/>
                  </a:cubicBezTo>
                  <a:cubicBezTo>
                    <a:pt x="112823" y="633756"/>
                    <a:pt x="132939" y="625114"/>
                    <a:pt x="135812" y="613591"/>
                  </a:cubicBezTo>
                  <a:cubicBezTo>
                    <a:pt x="141559" y="599187"/>
                    <a:pt x="170296" y="613591"/>
                    <a:pt x="173169" y="607830"/>
                  </a:cubicBezTo>
                  <a:cubicBezTo>
                    <a:pt x="176043" y="604949"/>
                    <a:pt x="201906" y="579022"/>
                    <a:pt x="213400" y="576142"/>
                  </a:cubicBezTo>
                  <a:cubicBezTo>
                    <a:pt x="227768" y="576142"/>
                    <a:pt x="236389" y="553096"/>
                    <a:pt x="245010" y="550215"/>
                  </a:cubicBezTo>
                  <a:cubicBezTo>
                    <a:pt x="253631" y="547335"/>
                    <a:pt x="242137" y="527170"/>
                    <a:pt x="253631" y="512766"/>
                  </a:cubicBezTo>
                  <a:cubicBezTo>
                    <a:pt x="262252" y="501243"/>
                    <a:pt x="267999" y="492601"/>
                    <a:pt x="253631" y="501243"/>
                  </a:cubicBezTo>
                  <a:cubicBezTo>
                    <a:pt x="236389" y="507005"/>
                    <a:pt x="227768" y="507005"/>
                    <a:pt x="224895" y="498363"/>
                  </a:cubicBezTo>
                  <a:cubicBezTo>
                    <a:pt x="224895" y="489720"/>
                    <a:pt x="216274" y="501243"/>
                    <a:pt x="216274" y="509885"/>
                  </a:cubicBezTo>
                  <a:cubicBezTo>
                    <a:pt x="216274" y="521408"/>
                    <a:pt x="213400" y="518528"/>
                    <a:pt x="201906" y="507005"/>
                  </a:cubicBezTo>
                  <a:cubicBezTo>
                    <a:pt x="190411" y="492601"/>
                    <a:pt x="170296" y="495482"/>
                    <a:pt x="167422" y="504124"/>
                  </a:cubicBezTo>
                  <a:cubicBezTo>
                    <a:pt x="164549" y="509885"/>
                    <a:pt x="141559" y="512766"/>
                    <a:pt x="141559" y="507005"/>
                  </a:cubicBezTo>
                  <a:cubicBezTo>
                    <a:pt x="141559" y="498363"/>
                    <a:pt x="138686" y="486840"/>
                    <a:pt x="144433" y="481078"/>
                  </a:cubicBezTo>
                  <a:cubicBezTo>
                    <a:pt x="150180" y="478198"/>
                    <a:pt x="141559" y="460913"/>
                    <a:pt x="132939" y="455152"/>
                  </a:cubicBezTo>
                  <a:cubicBezTo>
                    <a:pt x="127191" y="449391"/>
                    <a:pt x="132939" y="463794"/>
                    <a:pt x="121444" y="463794"/>
                  </a:cubicBezTo>
                  <a:cubicBezTo>
                    <a:pt x="109949" y="466675"/>
                    <a:pt x="101329" y="475317"/>
                    <a:pt x="92708" y="469555"/>
                  </a:cubicBezTo>
                  <a:cubicBezTo>
                    <a:pt x="84087" y="460913"/>
                    <a:pt x="72592" y="443629"/>
                    <a:pt x="63971" y="440748"/>
                  </a:cubicBezTo>
                  <a:cubicBezTo>
                    <a:pt x="52477" y="437868"/>
                    <a:pt x="75466" y="426345"/>
                    <a:pt x="63971" y="417703"/>
                  </a:cubicBezTo>
                  <a:cubicBezTo>
                    <a:pt x="52477" y="409060"/>
                    <a:pt x="55350" y="420583"/>
                    <a:pt x="40982" y="403299"/>
                  </a:cubicBezTo>
                  <a:cubicBezTo>
                    <a:pt x="29488" y="383134"/>
                    <a:pt x="49603" y="400418"/>
                    <a:pt x="52477" y="380253"/>
                  </a:cubicBezTo>
                  <a:cubicBezTo>
                    <a:pt x="58224" y="362969"/>
                    <a:pt x="78340" y="371611"/>
                    <a:pt x="78340" y="362969"/>
                  </a:cubicBezTo>
                  <a:cubicBezTo>
                    <a:pt x="78340" y="354327"/>
                    <a:pt x="75466" y="339923"/>
                    <a:pt x="86960" y="339923"/>
                  </a:cubicBezTo>
                  <a:cubicBezTo>
                    <a:pt x="101329" y="339923"/>
                    <a:pt x="107076" y="354327"/>
                    <a:pt x="118570" y="348566"/>
                  </a:cubicBezTo>
                  <a:cubicBezTo>
                    <a:pt x="127191" y="339923"/>
                    <a:pt x="124318" y="328401"/>
                    <a:pt x="130065" y="328401"/>
                  </a:cubicBezTo>
                  <a:cubicBezTo>
                    <a:pt x="138686" y="328401"/>
                    <a:pt x="147307" y="334162"/>
                    <a:pt x="161675" y="325520"/>
                  </a:cubicBezTo>
                  <a:cubicBezTo>
                    <a:pt x="173169" y="316878"/>
                    <a:pt x="164549" y="299594"/>
                    <a:pt x="158801" y="293832"/>
                  </a:cubicBezTo>
                  <a:cubicBezTo>
                    <a:pt x="150180" y="285190"/>
                    <a:pt x="176043" y="288071"/>
                    <a:pt x="164549" y="276548"/>
                  </a:cubicBezTo>
                  <a:cubicBezTo>
                    <a:pt x="153054" y="265025"/>
                    <a:pt x="127191" y="285190"/>
                    <a:pt x="121444" y="290951"/>
                  </a:cubicBezTo>
                  <a:cubicBezTo>
                    <a:pt x="115697" y="299594"/>
                    <a:pt x="107076" y="288071"/>
                    <a:pt x="101329" y="288071"/>
                  </a:cubicBezTo>
                  <a:cubicBezTo>
                    <a:pt x="92708" y="288071"/>
                    <a:pt x="61098" y="296713"/>
                    <a:pt x="49603" y="288071"/>
                  </a:cubicBezTo>
                  <a:cubicBezTo>
                    <a:pt x="35235" y="282309"/>
                    <a:pt x="38109" y="273667"/>
                    <a:pt x="29488" y="270786"/>
                  </a:cubicBezTo>
                  <a:cubicBezTo>
                    <a:pt x="20867" y="267906"/>
                    <a:pt x="43856" y="262144"/>
                    <a:pt x="35235" y="259264"/>
                  </a:cubicBezTo>
                  <a:cubicBezTo>
                    <a:pt x="23740" y="256383"/>
                    <a:pt x="-4996" y="253502"/>
                    <a:pt x="751" y="244860"/>
                  </a:cubicBezTo>
                  <a:cubicBezTo>
                    <a:pt x="3625" y="239099"/>
                    <a:pt x="20867" y="233337"/>
                    <a:pt x="32361" y="227576"/>
                  </a:cubicBezTo>
                  <a:cubicBezTo>
                    <a:pt x="43856" y="218934"/>
                    <a:pt x="52477" y="233337"/>
                    <a:pt x="52477" y="224695"/>
                  </a:cubicBezTo>
                  <a:cubicBezTo>
                    <a:pt x="55350" y="216053"/>
                    <a:pt x="49603" y="218934"/>
                    <a:pt x="66845" y="210292"/>
                  </a:cubicBezTo>
                  <a:cubicBezTo>
                    <a:pt x="84087" y="198769"/>
                    <a:pt x="98455" y="204530"/>
                    <a:pt x="95581" y="207411"/>
                  </a:cubicBezTo>
                  <a:cubicBezTo>
                    <a:pt x="95581" y="213172"/>
                    <a:pt x="86960" y="227576"/>
                    <a:pt x="95581" y="224695"/>
                  </a:cubicBezTo>
                  <a:cubicBezTo>
                    <a:pt x="107076" y="224695"/>
                    <a:pt x="124318" y="221814"/>
                    <a:pt x="127191" y="227576"/>
                  </a:cubicBezTo>
                  <a:cubicBezTo>
                    <a:pt x="132939" y="233337"/>
                    <a:pt x="138686" y="227576"/>
                    <a:pt x="147307" y="221814"/>
                  </a:cubicBezTo>
                  <a:cubicBezTo>
                    <a:pt x="158801" y="213172"/>
                    <a:pt x="178917" y="218934"/>
                    <a:pt x="176043" y="213172"/>
                  </a:cubicBezTo>
                  <a:cubicBezTo>
                    <a:pt x="173169" y="204530"/>
                    <a:pt x="161675" y="210292"/>
                    <a:pt x="150180" y="207411"/>
                  </a:cubicBezTo>
                  <a:cubicBezTo>
                    <a:pt x="141559" y="201649"/>
                    <a:pt x="153054" y="187246"/>
                    <a:pt x="144433" y="187246"/>
                  </a:cubicBezTo>
                  <a:cubicBezTo>
                    <a:pt x="132939" y="184365"/>
                    <a:pt x="104202" y="193007"/>
                    <a:pt x="101329" y="184365"/>
                  </a:cubicBezTo>
                  <a:cubicBezTo>
                    <a:pt x="101329" y="178604"/>
                    <a:pt x="84087" y="149797"/>
                    <a:pt x="63971" y="144035"/>
                  </a:cubicBezTo>
                  <a:cubicBezTo>
                    <a:pt x="40982" y="138274"/>
                    <a:pt x="32361" y="132512"/>
                    <a:pt x="35235" y="126751"/>
                  </a:cubicBezTo>
                  <a:cubicBezTo>
                    <a:pt x="40982" y="120990"/>
                    <a:pt x="35235" y="109467"/>
                    <a:pt x="43856" y="109467"/>
                  </a:cubicBezTo>
                  <a:cubicBezTo>
                    <a:pt x="49603" y="109467"/>
                    <a:pt x="89834" y="115228"/>
                    <a:pt x="104202" y="97944"/>
                  </a:cubicBezTo>
                  <a:cubicBezTo>
                    <a:pt x="118570" y="83540"/>
                    <a:pt x="107076" y="77779"/>
                    <a:pt x="112823" y="72018"/>
                  </a:cubicBezTo>
                  <a:cubicBezTo>
                    <a:pt x="118570" y="66256"/>
                    <a:pt x="135812" y="48972"/>
                    <a:pt x="141559" y="48972"/>
                  </a:cubicBezTo>
                  <a:cubicBezTo>
                    <a:pt x="147307" y="48972"/>
                    <a:pt x="170296" y="51853"/>
                    <a:pt x="178917" y="43211"/>
                  </a:cubicBezTo>
                  <a:cubicBezTo>
                    <a:pt x="184664" y="34568"/>
                    <a:pt x="187538" y="51853"/>
                    <a:pt x="196159" y="43211"/>
                  </a:cubicBezTo>
                  <a:cubicBezTo>
                    <a:pt x="201906" y="37449"/>
                    <a:pt x="190411" y="37449"/>
                    <a:pt x="190411" y="31688"/>
                  </a:cubicBezTo>
                  <a:cubicBezTo>
                    <a:pt x="190411" y="25926"/>
                    <a:pt x="201906" y="23046"/>
                    <a:pt x="213400" y="25926"/>
                  </a:cubicBezTo>
                  <a:cubicBezTo>
                    <a:pt x="222021" y="25926"/>
                    <a:pt x="239263" y="25926"/>
                    <a:pt x="250758" y="17284"/>
                  </a:cubicBezTo>
                  <a:cubicBezTo>
                    <a:pt x="262252" y="5761"/>
                    <a:pt x="270873" y="0"/>
                    <a:pt x="276620" y="0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71" name="Freeform 157"/>
            <p:cNvSpPr>
              <a:spLocks noEditPoints="1"/>
            </p:cNvSpPr>
            <p:nvPr/>
          </p:nvSpPr>
          <p:spPr bwMode="auto">
            <a:xfrm>
              <a:off x="8649293" y="4637021"/>
              <a:ext cx="1045573" cy="954245"/>
            </a:xfrm>
            <a:custGeom>
              <a:avLst/>
              <a:gdLst>
                <a:gd name="T0" fmla="*/ 342 w 347"/>
                <a:gd name="T1" fmla="*/ 134 h 307"/>
                <a:gd name="T2" fmla="*/ 328 w 347"/>
                <a:gd name="T3" fmla="*/ 120 h 307"/>
                <a:gd name="T4" fmla="*/ 317 w 347"/>
                <a:gd name="T5" fmla="*/ 104 h 307"/>
                <a:gd name="T6" fmla="*/ 307 w 347"/>
                <a:gd name="T7" fmla="*/ 93 h 307"/>
                <a:gd name="T8" fmla="*/ 283 w 347"/>
                <a:gd name="T9" fmla="*/ 69 h 307"/>
                <a:gd name="T10" fmla="*/ 275 w 347"/>
                <a:gd name="T11" fmla="*/ 40 h 307"/>
                <a:gd name="T12" fmla="*/ 260 w 347"/>
                <a:gd name="T13" fmla="*/ 25 h 307"/>
                <a:gd name="T14" fmla="*/ 246 w 347"/>
                <a:gd name="T15" fmla="*/ 7 h 307"/>
                <a:gd name="T16" fmla="*/ 242 w 347"/>
                <a:gd name="T17" fmla="*/ 38 h 307"/>
                <a:gd name="T18" fmla="*/ 222 w 347"/>
                <a:gd name="T19" fmla="*/ 57 h 307"/>
                <a:gd name="T20" fmla="*/ 198 w 347"/>
                <a:gd name="T21" fmla="*/ 44 h 307"/>
                <a:gd name="T22" fmla="*/ 194 w 347"/>
                <a:gd name="T23" fmla="*/ 26 h 307"/>
                <a:gd name="T24" fmla="*/ 200 w 347"/>
                <a:gd name="T25" fmla="*/ 13 h 307"/>
                <a:gd name="T26" fmla="*/ 188 w 347"/>
                <a:gd name="T27" fmla="*/ 14 h 307"/>
                <a:gd name="T28" fmla="*/ 167 w 347"/>
                <a:gd name="T29" fmla="*/ 10 h 307"/>
                <a:gd name="T30" fmla="*/ 145 w 347"/>
                <a:gd name="T31" fmla="*/ 24 h 307"/>
                <a:gd name="T32" fmla="*/ 138 w 347"/>
                <a:gd name="T33" fmla="*/ 38 h 307"/>
                <a:gd name="T34" fmla="*/ 125 w 347"/>
                <a:gd name="T35" fmla="*/ 33 h 307"/>
                <a:gd name="T36" fmla="*/ 111 w 347"/>
                <a:gd name="T37" fmla="*/ 34 h 307"/>
                <a:gd name="T38" fmla="*/ 99 w 347"/>
                <a:gd name="T39" fmla="*/ 41 h 307"/>
                <a:gd name="T40" fmla="*/ 92 w 347"/>
                <a:gd name="T41" fmla="*/ 55 h 307"/>
                <a:gd name="T42" fmla="*/ 80 w 347"/>
                <a:gd name="T43" fmla="*/ 56 h 307"/>
                <a:gd name="T44" fmla="*/ 52 w 347"/>
                <a:gd name="T45" fmla="*/ 82 h 307"/>
                <a:gd name="T46" fmla="*/ 26 w 347"/>
                <a:gd name="T47" fmla="*/ 91 h 307"/>
                <a:gd name="T48" fmla="*/ 10 w 347"/>
                <a:gd name="T49" fmla="*/ 97 h 307"/>
                <a:gd name="T50" fmla="*/ 5 w 347"/>
                <a:gd name="T51" fmla="*/ 127 h 307"/>
                <a:gd name="T52" fmla="*/ 7 w 347"/>
                <a:gd name="T53" fmla="*/ 139 h 307"/>
                <a:gd name="T54" fmla="*/ 17 w 347"/>
                <a:gd name="T55" fmla="*/ 170 h 307"/>
                <a:gd name="T56" fmla="*/ 17 w 347"/>
                <a:gd name="T57" fmla="*/ 207 h 307"/>
                <a:gd name="T58" fmla="*/ 42 w 347"/>
                <a:gd name="T59" fmla="*/ 220 h 307"/>
                <a:gd name="T60" fmla="*/ 78 w 347"/>
                <a:gd name="T61" fmla="*/ 209 h 307"/>
                <a:gd name="T62" fmla="*/ 118 w 347"/>
                <a:gd name="T63" fmla="*/ 194 h 307"/>
                <a:gd name="T64" fmla="*/ 164 w 347"/>
                <a:gd name="T65" fmla="*/ 192 h 307"/>
                <a:gd name="T66" fmla="*/ 180 w 347"/>
                <a:gd name="T67" fmla="*/ 200 h 307"/>
                <a:gd name="T68" fmla="*/ 196 w 347"/>
                <a:gd name="T69" fmla="*/ 214 h 307"/>
                <a:gd name="T70" fmla="*/ 208 w 347"/>
                <a:gd name="T71" fmla="*/ 213 h 307"/>
                <a:gd name="T72" fmla="*/ 215 w 347"/>
                <a:gd name="T73" fmla="*/ 216 h 307"/>
                <a:gd name="T74" fmla="*/ 227 w 347"/>
                <a:gd name="T75" fmla="*/ 237 h 307"/>
                <a:gd name="T76" fmla="*/ 258 w 347"/>
                <a:gd name="T77" fmla="*/ 257 h 307"/>
                <a:gd name="T78" fmla="*/ 273 w 347"/>
                <a:gd name="T79" fmla="*/ 255 h 307"/>
                <a:gd name="T80" fmla="*/ 284 w 347"/>
                <a:gd name="T81" fmla="*/ 260 h 307"/>
                <a:gd name="T82" fmla="*/ 313 w 347"/>
                <a:gd name="T83" fmla="*/ 247 h 307"/>
                <a:gd name="T84" fmla="*/ 331 w 347"/>
                <a:gd name="T85" fmla="*/ 199 h 307"/>
                <a:gd name="T86" fmla="*/ 343 w 347"/>
                <a:gd name="T87" fmla="*/ 170 h 307"/>
                <a:gd name="T88" fmla="*/ 157 w 347"/>
                <a:gd name="T89" fmla="*/ 8 h 307"/>
                <a:gd name="T90" fmla="*/ 199 w 347"/>
                <a:gd name="T91" fmla="*/ 229 h 307"/>
                <a:gd name="T92" fmla="*/ 283 w 347"/>
                <a:gd name="T93" fmla="*/ 281 h 307"/>
                <a:gd name="T94" fmla="*/ 284 w 347"/>
                <a:gd name="T95" fmla="*/ 307 h 307"/>
                <a:gd name="T96" fmla="*/ 296 w 347"/>
                <a:gd name="T97" fmla="*/ 300 h 307"/>
                <a:gd name="T98" fmla="*/ 283 w 347"/>
                <a:gd name="T99" fmla="*/ 281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7" h="307">
                  <a:moveTo>
                    <a:pt x="344" y="154"/>
                  </a:moveTo>
                  <a:cubicBezTo>
                    <a:pt x="346" y="153"/>
                    <a:pt x="343" y="147"/>
                    <a:pt x="342" y="148"/>
                  </a:cubicBezTo>
                  <a:cubicBezTo>
                    <a:pt x="341" y="149"/>
                    <a:pt x="341" y="139"/>
                    <a:pt x="342" y="134"/>
                  </a:cubicBezTo>
                  <a:cubicBezTo>
                    <a:pt x="343" y="130"/>
                    <a:pt x="342" y="130"/>
                    <a:pt x="340" y="133"/>
                  </a:cubicBezTo>
                  <a:cubicBezTo>
                    <a:pt x="337" y="135"/>
                    <a:pt x="335" y="128"/>
                    <a:pt x="334" y="126"/>
                  </a:cubicBezTo>
                  <a:cubicBezTo>
                    <a:pt x="334" y="124"/>
                    <a:pt x="331" y="119"/>
                    <a:pt x="328" y="120"/>
                  </a:cubicBezTo>
                  <a:cubicBezTo>
                    <a:pt x="324" y="120"/>
                    <a:pt x="326" y="115"/>
                    <a:pt x="323" y="116"/>
                  </a:cubicBezTo>
                  <a:cubicBezTo>
                    <a:pt x="320" y="116"/>
                    <a:pt x="320" y="111"/>
                    <a:pt x="320" y="107"/>
                  </a:cubicBezTo>
                  <a:cubicBezTo>
                    <a:pt x="321" y="102"/>
                    <a:pt x="318" y="106"/>
                    <a:pt x="317" y="104"/>
                  </a:cubicBezTo>
                  <a:cubicBezTo>
                    <a:pt x="316" y="102"/>
                    <a:pt x="314" y="104"/>
                    <a:pt x="312" y="105"/>
                  </a:cubicBezTo>
                  <a:cubicBezTo>
                    <a:pt x="310" y="105"/>
                    <a:pt x="310" y="101"/>
                    <a:pt x="310" y="99"/>
                  </a:cubicBezTo>
                  <a:cubicBezTo>
                    <a:pt x="311" y="97"/>
                    <a:pt x="310" y="95"/>
                    <a:pt x="307" y="93"/>
                  </a:cubicBezTo>
                  <a:cubicBezTo>
                    <a:pt x="304" y="91"/>
                    <a:pt x="304" y="89"/>
                    <a:pt x="304" y="86"/>
                  </a:cubicBezTo>
                  <a:cubicBezTo>
                    <a:pt x="304" y="84"/>
                    <a:pt x="288" y="76"/>
                    <a:pt x="285" y="75"/>
                  </a:cubicBezTo>
                  <a:cubicBezTo>
                    <a:pt x="281" y="74"/>
                    <a:pt x="284" y="71"/>
                    <a:pt x="283" y="69"/>
                  </a:cubicBezTo>
                  <a:cubicBezTo>
                    <a:pt x="281" y="68"/>
                    <a:pt x="281" y="63"/>
                    <a:pt x="281" y="59"/>
                  </a:cubicBezTo>
                  <a:cubicBezTo>
                    <a:pt x="281" y="55"/>
                    <a:pt x="275" y="54"/>
                    <a:pt x="276" y="50"/>
                  </a:cubicBezTo>
                  <a:cubicBezTo>
                    <a:pt x="276" y="47"/>
                    <a:pt x="274" y="44"/>
                    <a:pt x="275" y="40"/>
                  </a:cubicBezTo>
                  <a:cubicBezTo>
                    <a:pt x="275" y="36"/>
                    <a:pt x="269" y="35"/>
                    <a:pt x="269" y="33"/>
                  </a:cubicBezTo>
                  <a:cubicBezTo>
                    <a:pt x="269" y="31"/>
                    <a:pt x="266" y="33"/>
                    <a:pt x="262" y="33"/>
                  </a:cubicBezTo>
                  <a:cubicBezTo>
                    <a:pt x="259" y="34"/>
                    <a:pt x="259" y="29"/>
                    <a:pt x="260" y="25"/>
                  </a:cubicBezTo>
                  <a:cubicBezTo>
                    <a:pt x="260" y="21"/>
                    <a:pt x="258" y="14"/>
                    <a:pt x="256" y="12"/>
                  </a:cubicBezTo>
                  <a:cubicBezTo>
                    <a:pt x="253" y="9"/>
                    <a:pt x="253" y="2"/>
                    <a:pt x="252" y="1"/>
                  </a:cubicBezTo>
                  <a:cubicBezTo>
                    <a:pt x="250" y="0"/>
                    <a:pt x="246" y="5"/>
                    <a:pt x="246" y="7"/>
                  </a:cubicBezTo>
                  <a:cubicBezTo>
                    <a:pt x="247" y="10"/>
                    <a:pt x="246" y="13"/>
                    <a:pt x="244" y="14"/>
                  </a:cubicBezTo>
                  <a:cubicBezTo>
                    <a:pt x="243" y="16"/>
                    <a:pt x="245" y="21"/>
                    <a:pt x="243" y="23"/>
                  </a:cubicBezTo>
                  <a:cubicBezTo>
                    <a:pt x="241" y="26"/>
                    <a:pt x="243" y="34"/>
                    <a:pt x="242" y="38"/>
                  </a:cubicBezTo>
                  <a:cubicBezTo>
                    <a:pt x="242" y="43"/>
                    <a:pt x="242" y="48"/>
                    <a:pt x="240" y="51"/>
                  </a:cubicBezTo>
                  <a:cubicBezTo>
                    <a:pt x="238" y="54"/>
                    <a:pt x="237" y="60"/>
                    <a:pt x="233" y="61"/>
                  </a:cubicBezTo>
                  <a:cubicBezTo>
                    <a:pt x="228" y="63"/>
                    <a:pt x="222" y="59"/>
                    <a:pt x="222" y="57"/>
                  </a:cubicBezTo>
                  <a:cubicBezTo>
                    <a:pt x="223" y="54"/>
                    <a:pt x="218" y="53"/>
                    <a:pt x="215" y="53"/>
                  </a:cubicBezTo>
                  <a:cubicBezTo>
                    <a:pt x="212" y="54"/>
                    <a:pt x="211" y="50"/>
                    <a:pt x="207" y="47"/>
                  </a:cubicBezTo>
                  <a:cubicBezTo>
                    <a:pt x="203" y="44"/>
                    <a:pt x="199" y="48"/>
                    <a:pt x="198" y="44"/>
                  </a:cubicBezTo>
                  <a:cubicBezTo>
                    <a:pt x="197" y="40"/>
                    <a:pt x="196" y="40"/>
                    <a:pt x="193" y="37"/>
                  </a:cubicBezTo>
                  <a:cubicBezTo>
                    <a:pt x="190" y="35"/>
                    <a:pt x="191" y="35"/>
                    <a:pt x="193" y="33"/>
                  </a:cubicBezTo>
                  <a:cubicBezTo>
                    <a:pt x="196" y="31"/>
                    <a:pt x="196" y="29"/>
                    <a:pt x="194" y="26"/>
                  </a:cubicBezTo>
                  <a:cubicBezTo>
                    <a:pt x="193" y="24"/>
                    <a:pt x="196" y="24"/>
                    <a:pt x="199" y="22"/>
                  </a:cubicBezTo>
                  <a:cubicBezTo>
                    <a:pt x="203" y="20"/>
                    <a:pt x="199" y="18"/>
                    <a:pt x="202" y="17"/>
                  </a:cubicBezTo>
                  <a:cubicBezTo>
                    <a:pt x="205" y="16"/>
                    <a:pt x="203" y="13"/>
                    <a:pt x="200" y="13"/>
                  </a:cubicBezTo>
                  <a:cubicBezTo>
                    <a:pt x="197" y="12"/>
                    <a:pt x="198" y="16"/>
                    <a:pt x="197" y="16"/>
                  </a:cubicBezTo>
                  <a:cubicBezTo>
                    <a:pt x="196" y="16"/>
                    <a:pt x="195" y="11"/>
                    <a:pt x="194" y="12"/>
                  </a:cubicBezTo>
                  <a:cubicBezTo>
                    <a:pt x="193" y="12"/>
                    <a:pt x="190" y="17"/>
                    <a:pt x="188" y="14"/>
                  </a:cubicBezTo>
                  <a:cubicBezTo>
                    <a:pt x="186" y="12"/>
                    <a:pt x="175" y="10"/>
                    <a:pt x="171" y="9"/>
                  </a:cubicBezTo>
                  <a:cubicBezTo>
                    <a:pt x="167" y="9"/>
                    <a:pt x="166" y="3"/>
                    <a:pt x="163" y="4"/>
                  </a:cubicBezTo>
                  <a:cubicBezTo>
                    <a:pt x="161" y="5"/>
                    <a:pt x="164" y="7"/>
                    <a:pt x="167" y="10"/>
                  </a:cubicBezTo>
                  <a:cubicBezTo>
                    <a:pt x="169" y="13"/>
                    <a:pt x="157" y="15"/>
                    <a:pt x="154" y="14"/>
                  </a:cubicBezTo>
                  <a:cubicBezTo>
                    <a:pt x="150" y="13"/>
                    <a:pt x="154" y="16"/>
                    <a:pt x="151" y="16"/>
                  </a:cubicBezTo>
                  <a:cubicBezTo>
                    <a:pt x="148" y="16"/>
                    <a:pt x="148" y="21"/>
                    <a:pt x="145" y="24"/>
                  </a:cubicBezTo>
                  <a:cubicBezTo>
                    <a:pt x="143" y="26"/>
                    <a:pt x="145" y="28"/>
                    <a:pt x="142" y="30"/>
                  </a:cubicBezTo>
                  <a:cubicBezTo>
                    <a:pt x="139" y="32"/>
                    <a:pt x="139" y="34"/>
                    <a:pt x="142" y="37"/>
                  </a:cubicBezTo>
                  <a:cubicBezTo>
                    <a:pt x="146" y="41"/>
                    <a:pt x="141" y="41"/>
                    <a:pt x="138" y="38"/>
                  </a:cubicBezTo>
                  <a:cubicBezTo>
                    <a:pt x="135" y="35"/>
                    <a:pt x="132" y="35"/>
                    <a:pt x="133" y="38"/>
                  </a:cubicBezTo>
                  <a:cubicBezTo>
                    <a:pt x="133" y="42"/>
                    <a:pt x="129" y="40"/>
                    <a:pt x="130" y="37"/>
                  </a:cubicBezTo>
                  <a:cubicBezTo>
                    <a:pt x="130" y="33"/>
                    <a:pt x="126" y="35"/>
                    <a:pt x="125" y="33"/>
                  </a:cubicBezTo>
                  <a:cubicBezTo>
                    <a:pt x="124" y="31"/>
                    <a:pt x="120" y="27"/>
                    <a:pt x="118" y="27"/>
                  </a:cubicBezTo>
                  <a:cubicBezTo>
                    <a:pt x="116" y="28"/>
                    <a:pt x="116" y="30"/>
                    <a:pt x="113" y="30"/>
                  </a:cubicBezTo>
                  <a:cubicBezTo>
                    <a:pt x="111" y="30"/>
                    <a:pt x="110" y="31"/>
                    <a:pt x="111" y="34"/>
                  </a:cubicBezTo>
                  <a:cubicBezTo>
                    <a:pt x="111" y="37"/>
                    <a:pt x="107" y="34"/>
                    <a:pt x="104" y="34"/>
                  </a:cubicBezTo>
                  <a:cubicBezTo>
                    <a:pt x="101" y="35"/>
                    <a:pt x="104" y="38"/>
                    <a:pt x="103" y="38"/>
                  </a:cubicBezTo>
                  <a:cubicBezTo>
                    <a:pt x="101" y="38"/>
                    <a:pt x="101" y="41"/>
                    <a:pt x="99" y="41"/>
                  </a:cubicBezTo>
                  <a:cubicBezTo>
                    <a:pt x="96" y="41"/>
                    <a:pt x="97" y="46"/>
                    <a:pt x="97" y="49"/>
                  </a:cubicBezTo>
                  <a:cubicBezTo>
                    <a:pt x="97" y="52"/>
                    <a:pt x="93" y="48"/>
                    <a:pt x="91" y="48"/>
                  </a:cubicBezTo>
                  <a:cubicBezTo>
                    <a:pt x="88" y="49"/>
                    <a:pt x="91" y="52"/>
                    <a:pt x="92" y="55"/>
                  </a:cubicBezTo>
                  <a:cubicBezTo>
                    <a:pt x="93" y="58"/>
                    <a:pt x="91" y="58"/>
                    <a:pt x="89" y="59"/>
                  </a:cubicBezTo>
                  <a:cubicBezTo>
                    <a:pt x="88" y="60"/>
                    <a:pt x="86" y="56"/>
                    <a:pt x="86" y="53"/>
                  </a:cubicBezTo>
                  <a:cubicBezTo>
                    <a:pt x="86" y="50"/>
                    <a:pt x="83" y="53"/>
                    <a:pt x="80" y="56"/>
                  </a:cubicBezTo>
                  <a:cubicBezTo>
                    <a:pt x="76" y="60"/>
                    <a:pt x="81" y="65"/>
                    <a:pt x="79" y="66"/>
                  </a:cubicBezTo>
                  <a:cubicBezTo>
                    <a:pt x="78" y="67"/>
                    <a:pt x="71" y="73"/>
                    <a:pt x="67" y="78"/>
                  </a:cubicBezTo>
                  <a:cubicBezTo>
                    <a:pt x="63" y="83"/>
                    <a:pt x="55" y="80"/>
                    <a:pt x="52" y="82"/>
                  </a:cubicBezTo>
                  <a:cubicBezTo>
                    <a:pt x="50" y="84"/>
                    <a:pt x="47" y="83"/>
                    <a:pt x="44" y="85"/>
                  </a:cubicBezTo>
                  <a:cubicBezTo>
                    <a:pt x="42" y="87"/>
                    <a:pt x="37" y="91"/>
                    <a:pt x="36" y="88"/>
                  </a:cubicBezTo>
                  <a:cubicBezTo>
                    <a:pt x="36" y="86"/>
                    <a:pt x="29" y="88"/>
                    <a:pt x="26" y="91"/>
                  </a:cubicBezTo>
                  <a:cubicBezTo>
                    <a:pt x="23" y="94"/>
                    <a:pt x="19" y="96"/>
                    <a:pt x="16" y="96"/>
                  </a:cubicBezTo>
                  <a:cubicBezTo>
                    <a:pt x="12" y="97"/>
                    <a:pt x="12" y="102"/>
                    <a:pt x="11" y="103"/>
                  </a:cubicBezTo>
                  <a:cubicBezTo>
                    <a:pt x="10" y="104"/>
                    <a:pt x="10" y="99"/>
                    <a:pt x="10" y="97"/>
                  </a:cubicBezTo>
                  <a:cubicBezTo>
                    <a:pt x="10" y="96"/>
                    <a:pt x="7" y="100"/>
                    <a:pt x="6" y="104"/>
                  </a:cubicBezTo>
                  <a:cubicBezTo>
                    <a:pt x="5" y="107"/>
                    <a:pt x="9" y="109"/>
                    <a:pt x="6" y="113"/>
                  </a:cubicBezTo>
                  <a:cubicBezTo>
                    <a:pt x="3" y="117"/>
                    <a:pt x="1" y="121"/>
                    <a:pt x="5" y="127"/>
                  </a:cubicBezTo>
                  <a:cubicBezTo>
                    <a:pt x="9" y="132"/>
                    <a:pt x="11" y="135"/>
                    <a:pt x="10" y="138"/>
                  </a:cubicBezTo>
                  <a:cubicBezTo>
                    <a:pt x="8" y="140"/>
                    <a:pt x="5" y="133"/>
                    <a:pt x="5" y="133"/>
                  </a:cubicBezTo>
                  <a:cubicBezTo>
                    <a:pt x="4" y="134"/>
                    <a:pt x="8" y="138"/>
                    <a:pt x="7" y="139"/>
                  </a:cubicBezTo>
                  <a:cubicBezTo>
                    <a:pt x="6" y="141"/>
                    <a:pt x="2" y="133"/>
                    <a:pt x="1" y="135"/>
                  </a:cubicBezTo>
                  <a:cubicBezTo>
                    <a:pt x="0" y="137"/>
                    <a:pt x="9" y="149"/>
                    <a:pt x="10" y="154"/>
                  </a:cubicBezTo>
                  <a:cubicBezTo>
                    <a:pt x="10" y="159"/>
                    <a:pt x="17" y="163"/>
                    <a:pt x="17" y="170"/>
                  </a:cubicBezTo>
                  <a:cubicBezTo>
                    <a:pt x="16" y="177"/>
                    <a:pt x="23" y="187"/>
                    <a:pt x="24" y="189"/>
                  </a:cubicBezTo>
                  <a:cubicBezTo>
                    <a:pt x="25" y="191"/>
                    <a:pt x="22" y="195"/>
                    <a:pt x="22" y="200"/>
                  </a:cubicBezTo>
                  <a:cubicBezTo>
                    <a:pt x="23" y="205"/>
                    <a:pt x="21" y="207"/>
                    <a:pt x="17" y="207"/>
                  </a:cubicBezTo>
                  <a:cubicBezTo>
                    <a:pt x="14" y="207"/>
                    <a:pt x="16" y="212"/>
                    <a:pt x="20" y="213"/>
                  </a:cubicBezTo>
                  <a:cubicBezTo>
                    <a:pt x="23" y="213"/>
                    <a:pt x="22" y="216"/>
                    <a:pt x="26" y="218"/>
                  </a:cubicBezTo>
                  <a:cubicBezTo>
                    <a:pt x="30" y="221"/>
                    <a:pt x="39" y="220"/>
                    <a:pt x="42" y="220"/>
                  </a:cubicBezTo>
                  <a:cubicBezTo>
                    <a:pt x="45" y="220"/>
                    <a:pt x="46" y="215"/>
                    <a:pt x="51" y="215"/>
                  </a:cubicBezTo>
                  <a:cubicBezTo>
                    <a:pt x="55" y="215"/>
                    <a:pt x="55" y="213"/>
                    <a:pt x="57" y="211"/>
                  </a:cubicBezTo>
                  <a:cubicBezTo>
                    <a:pt x="59" y="208"/>
                    <a:pt x="68" y="209"/>
                    <a:pt x="78" y="209"/>
                  </a:cubicBezTo>
                  <a:cubicBezTo>
                    <a:pt x="88" y="210"/>
                    <a:pt x="92" y="207"/>
                    <a:pt x="94" y="203"/>
                  </a:cubicBezTo>
                  <a:cubicBezTo>
                    <a:pt x="95" y="199"/>
                    <a:pt x="102" y="199"/>
                    <a:pt x="105" y="197"/>
                  </a:cubicBezTo>
                  <a:cubicBezTo>
                    <a:pt x="108" y="194"/>
                    <a:pt x="110" y="194"/>
                    <a:pt x="118" y="194"/>
                  </a:cubicBezTo>
                  <a:cubicBezTo>
                    <a:pt x="125" y="195"/>
                    <a:pt x="132" y="191"/>
                    <a:pt x="136" y="189"/>
                  </a:cubicBezTo>
                  <a:cubicBezTo>
                    <a:pt x="141" y="187"/>
                    <a:pt x="150" y="188"/>
                    <a:pt x="154" y="186"/>
                  </a:cubicBezTo>
                  <a:cubicBezTo>
                    <a:pt x="159" y="185"/>
                    <a:pt x="159" y="192"/>
                    <a:pt x="164" y="192"/>
                  </a:cubicBezTo>
                  <a:cubicBezTo>
                    <a:pt x="169" y="191"/>
                    <a:pt x="172" y="193"/>
                    <a:pt x="174" y="193"/>
                  </a:cubicBezTo>
                  <a:cubicBezTo>
                    <a:pt x="177" y="193"/>
                    <a:pt x="177" y="195"/>
                    <a:pt x="179" y="195"/>
                  </a:cubicBezTo>
                  <a:cubicBezTo>
                    <a:pt x="182" y="196"/>
                    <a:pt x="181" y="198"/>
                    <a:pt x="180" y="200"/>
                  </a:cubicBezTo>
                  <a:cubicBezTo>
                    <a:pt x="178" y="203"/>
                    <a:pt x="184" y="203"/>
                    <a:pt x="187" y="208"/>
                  </a:cubicBezTo>
                  <a:cubicBezTo>
                    <a:pt x="191" y="212"/>
                    <a:pt x="187" y="213"/>
                    <a:pt x="189" y="217"/>
                  </a:cubicBezTo>
                  <a:cubicBezTo>
                    <a:pt x="191" y="221"/>
                    <a:pt x="192" y="220"/>
                    <a:pt x="196" y="214"/>
                  </a:cubicBezTo>
                  <a:cubicBezTo>
                    <a:pt x="200" y="209"/>
                    <a:pt x="204" y="213"/>
                    <a:pt x="205" y="208"/>
                  </a:cubicBezTo>
                  <a:cubicBezTo>
                    <a:pt x="205" y="204"/>
                    <a:pt x="209" y="198"/>
                    <a:pt x="212" y="201"/>
                  </a:cubicBezTo>
                  <a:cubicBezTo>
                    <a:pt x="214" y="203"/>
                    <a:pt x="210" y="204"/>
                    <a:pt x="208" y="213"/>
                  </a:cubicBezTo>
                  <a:cubicBezTo>
                    <a:pt x="206" y="221"/>
                    <a:pt x="203" y="217"/>
                    <a:pt x="203" y="219"/>
                  </a:cubicBezTo>
                  <a:cubicBezTo>
                    <a:pt x="202" y="222"/>
                    <a:pt x="211" y="223"/>
                    <a:pt x="211" y="218"/>
                  </a:cubicBezTo>
                  <a:cubicBezTo>
                    <a:pt x="211" y="214"/>
                    <a:pt x="212" y="212"/>
                    <a:pt x="215" y="216"/>
                  </a:cubicBezTo>
                  <a:cubicBezTo>
                    <a:pt x="219" y="220"/>
                    <a:pt x="213" y="223"/>
                    <a:pt x="214" y="225"/>
                  </a:cubicBezTo>
                  <a:cubicBezTo>
                    <a:pt x="215" y="227"/>
                    <a:pt x="219" y="225"/>
                    <a:pt x="220" y="225"/>
                  </a:cubicBezTo>
                  <a:cubicBezTo>
                    <a:pt x="224" y="225"/>
                    <a:pt x="228" y="233"/>
                    <a:pt x="227" y="237"/>
                  </a:cubicBezTo>
                  <a:cubicBezTo>
                    <a:pt x="227" y="240"/>
                    <a:pt x="226" y="244"/>
                    <a:pt x="232" y="247"/>
                  </a:cubicBezTo>
                  <a:cubicBezTo>
                    <a:pt x="238" y="251"/>
                    <a:pt x="236" y="251"/>
                    <a:pt x="241" y="251"/>
                  </a:cubicBezTo>
                  <a:cubicBezTo>
                    <a:pt x="245" y="251"/>
                    <a:pt x="255" y="255"/>
                    <a:pt x="258" y="257"/>
                  </a:cubicBezTo>
                  <a:cubicBezTo>
                    <a:pt x="260" y="259"/>
                    <a:pt x="267" y="255"/>
                    <a:pt x="268" y="251"/>
                  </a:cubicBezTo>
                  <a:cubicBezTo>
                    <a:pt x="269" y="246"/>
                    <a:pt x="274" y="251"/>
                    <a:pt x="272" y="252"/>
                  </a:cubicBezTo>
                  <a:cubicBezTo>
                    <a:pt x="269" y="254"/>
                    <a:pt x="273" y="257"/>
                    <a:pt x="273" y="255"/>
                  </a:cubicBezTo>
                  <a:cubicBezTo>
                    <a:pt x="273" y="252"/>
                    <a:pt x="275" y="250"/>
                    <a:pt x="275" y="253"/>
                  </a:cubicBezTo>
                  <a:cubicBezTo>
                    <a:pt x="276" y="256"/>
                    <a:pt x="280" y="256"/>
                    <a:pt x="281" y="258"/>
                  </a:cubicBezTo>
                  <a:cubicBezTo>
                    <a:pt x="282" y="260"/>
                    <a:pt x="284" y="262"/>
                    <a:pt x="284" y="260"/>
                  </a:cubicBezTo>
                  <a:cubicBezTo>
                    <a:pt x="284" y="258"/>
                    <a:pt x="285" y="257"/>
                    <a:pt x="288" y="256"/>
                  </a:cubicBezTo>
                  <a:cubicBezTo>
                    <a:pt x="291" y="254"/>
                    <a:pt x="292" y="252"/>
                    <a:pt x="296" y="250"/>
                  </a:cubicBezTo>
                  <a:cubicBezTo>
                    <a:pt x="299" y="247"/>
                    <a:pt x="312" y="247"/>
                    <a:pt x="313" y="247"/>
                  </a:cubicBezTo>
                  <a:cubicBezTo>
                    <a:pt x="314" y="247"/>
                    <a:pt x="315" y="235"/>
                    <a:pt x="316" y="230"/>
                  </a:cubicBezTo>
                  <a:cubicBezTo>
                    <a:pt x="317" y="224"/>
                    <a:pt x="322" y="223"/>
                    <a:pt x="322" y="217"/>
                  </a:cubicBezTo>
                  <a:cubicBezTo>
                    <a:pt x="323" y="211"/>
                    <a:pt x="330" y="199"/>
                    <a:pt x="331" y="199"/>
                  </a:cubicBezTo>
                  <a:cubicBezTo>
                    <a:pt x="333" y="198"/>
                    <a:pt x="336" y="196"/>
                    <a:pt x="336" y="193"/>
                  </a:cubicBezTo>
                  <a:cubicBezTo>
                    <a:pt x="337" y="189"/>
                    <a:pt x="341" y="185"/>
                    <a:pt x="341" y="181"/>
                  </a:cubicBezTo>
                  <a:cubicBezTo>
                    <a:pt x="341" y="177"/>
                    <a:pt x="343" y="172"/>
                    <a:pt x="343" y="170"/>
                  </a:cubicBezTo>
                  <a:cubicBezTo>
                    <a:pt x="343" y="169"/>
                    <a:pt x="341" y="165"/>
                    <a:pt x="344" y="162"/>
                  </a:cubicBezTo>
                  <a:cubicBezTo>
                    <a:pt x="347" y="159"/>
                    <a:pt x="343" y="155"/>
                    <a:pt x="344" y="154"/>
                  </a:cubicBezTo>
                  <a:close/>
                  <a:moveTo>
                    <a:pt x="157" y="8"/>
                  </a:moveTo>
                  <a:cubicBezTo>
                    <a:pt x="157" y="6"/>
                    <a:pt x="143" y="9"/>
                    <a:pt x="146" y="11"/>
                  </a:cubicBezTo>
                  <a:cubicBezTo>
                    <a:pt x="148" y="12"/>
                    <a:pt x="157" y="10"/>
                    <a:pt x="157" y="8"/>
                  </a:cubicBezTo>
                  <a:close/>
                  <a:moveTo>
                    <a:pt x="199" y="229"/>
                  </a:moveTo>
                  <a:cubicBezTo>
                    <a:pt x="201" y="231"/>
                    <a:pt x="208" y="231"/>
                    <a:pt x="209" y="228"/>
                  </a:cubicBezTo>
                  <a:cubicBezTo>
                    <a:pt x="210" y="225"/>
                    <a:pt x="197" y="228"/>
                    <a:pt x="199" y="229"/>
                  </a:cubicBezTo>
                  <a:close/>
                  <a:moveTo>
                    <a:pt x="283" y="281"/>
                  </a:moveTo>
                  <a:cubicBezTo>
                    <a:pt x="278" y="282"/>
                    <a:pt x="271" y="277"/>
                    <a:pt x="269" y="277"/>
                  </a:cubicBezTo>
                  <a:cubicBezTo>
                    <a:pt x="267" y="278"/>
                    <a:pt x="276" y="290"/>
                    <a:pt x="273" y="294"/>
                  </a:cubicBezTo>
                  <a:cubicBezTo>
                    <a:pt x="270" y="297"/>
                    <a:pt x="281" y="306"/>
                    <a:pt x="284" y="307"/>
                  </a:cubicBezTo>
                  <a:cubicBezTo>
                    <a:pt x="288" y="307"/>
                    <a:pt x="286" y="303"/>
                    <a:pt x="289" y="304"/>
                  </a:cubicBezTo>
                  <a:cubicBezTo>
                    <a:pt x="291" y="304"/>
                    <a:pt x="290" y="301"/>
                    <a:pt x="291" y="299"/>
                  </a:cubicBezTo>
                  <a:cubicBezTo>
                    <a:pt x="291" y="297"/>
                    <a:pt x="294" y="301"/>
                    <a:pt x="296" y="300"/>
                  </a:cubicBezTo>
                  <a:cubicBezTo>
                    <a:pt x="298" y="299"/>
                    <a:pt x="295" y="291"/>
                    <a:pt x="298" y="291"/>
                  </a:cubicBezTo>
                  <a:cubicBezTo>
                    <a:pt x="301" y="291"/>
                    <a:pt x="299" y="281"/>
                    <a:pt x="298" y="278"/>
                  </a:cubicBezTo>
                  <a:cubicBezTo>
                    <a:pt x="297" y="275"/>
                    <a:pt x="289" y="281"/>
                    <a:pt x="283" y="28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sp>
          <p:nvSpPr>
            <p:cNvPr id="172" name="Freeform 162"/>
            <p:cNvSpPr>
              <a:spLocks noEditPoints="1"/>
            </p:cNvSpPr>
            <p:nvPr/>
          </p:nvSpPr>
          <p:spPr bwMode="auto">
            <a:xfrm>
              <a:off x="6305680" y="1481178"/>
              <a:ext cx="4339127" cy="1717904"/>
            </a:xfrm>
            <a:custGeom>
              <a:avLst/>
              <a:gdLst>
                <a:gd name="T0" fmla="*/ 378 w 1439"/>
                <a:gd name="T1" fmla="*/ 11 h 552"/>
                <a:gd name="T2" fmla="*/ 639 w 1439"/>
                <a:gd name="T3" fmla="*/ 5 h 552"/>
                <a:gd name="T4" fmla="*/ 503 w 1439"/>
                <a:gd name="T5" fmla="*/ 158 h 552"/>
                <a:gd name="T6" fmla="*/ 694 w 1439"/>
                <a:gd name="T7" fmla="*/ 52 h 552"/>
                <a:gd name="T8" fmla="*/ 1050 w 1439"/>
                <a:gd name="T9" fmla="*/ 116 h 552"/>
                <a:gd name="T10" fmla="*/ 1103 w 1439"/>
                <a:gd name="T11" fmla="*/ 123 h 552"/>
                <a:gd name="T12" fmla="*/ 1028 w 1439"/>
                <a:gd name="T13" fmla="*/ 446 h 552"/>
                <a:gd name="T14" fmla="*/ 255 w 1439"/>
                <a:gd name="T15" fmla="*/ 23 h 552"/>
                <a:gd name="T16" fmla="*/ 1395 w 1439"/>
                <a:gd name="T17" fmla="*/ 253 h 552"/>
                <a:gd name="T18" fmla="*/ 1250 w 1439"/>
                <a:gd name="T19" fmla="*/ 212 h 552"/>
                <a:gd name="T20" fmla="*/ 1113 w 1439"/>
                <a:gd name="T21" fmla="*/ 185 h 552"/>
                <a:gd name="T22" fmla="*/ 1019 w 1439"/>
                <a:gd name="T23" fmla="*/ 157 h 552"/>
                <a:gd name="T24" fmla="*/ 945 w 1439"/>
                <a:gd name="T25" fmla="*/ 176 h 552"/>
                <a:gd name="T26" fmla="*/ 884 w 1439"/>
                <a:gd name="T27" fmla="*/ 145 h 552"/>
                <a:gd name="T28" fmla="*/ 783 w 1439"/>
                <a:gd name="T29" fmla="*/ 143 h 552"/>
                <a:gd name="T30" fmla="*/ 772 w 1439"/>
                <a:gd name="T31" fmla="*/ 123 h 552"/>
                <a:gd name="T32" fmla="*/ 732 w 1439"/>
                <a:gd name="T33" fmla="*/ 88 h 552"/>
                <a:gd name="T34" fmla="*/ 660 w 1439"/>
                <a:gd name="T35" fmla="*/ 100 h 552"/>
                <a:gd name="T36" fmla="*/ 572 w 1439"/>
                <a:gd name="T37" fmla="*/ 120 h 552"/>
                <a:gd name="T38" fmla="*/ 544 w 1439"/>
                <a:gd name="T39" fmla="*/ 144 h 552"/>
                <a:gd name="T40" fmla="*/ 501 w 1439"/>
                <a:gd name="T41" fmla="*/ 186 h 552"/>
                <a:gd name="T42" fmla="*/ 477 w 1439"/>
                <a:gd name="T43" fmla="*/ 214 h 552"/>
                <a:gd name="T44" fmla="*/ 442 w 1439"/>
                <a:gd name="T45" fmla="*/ 255 h 552"/>
                <a:gd name="T46" fmla="*/ 458 w 1439"/>
                <a:gd name="T47" fmla="*/ 223 h 552"/>
                <a:gd name="T48" fmla="*/ 405 w 1439"/>
                <a:gd name="T49" fmla="*/ 196 h 552"/>
                <a:gd name="T50" fmla="*/ 342 w 1439"/>
                <a:gd name="T51" fmla="*/ 205 h 552"/>
                <a:gd name="T52" fmla="*/ 281 w 1439"/>
                <a:gd name="T53" fmla="*/ 221 h 552"/>
                <a:gd name="T54" fmla="*/ 205 w 1439"/>
                <a:gd name="T55" fmla="*/ 224 h 552"/>
                <a:gd name="T56" fmla="*/ 157 w 1439"/>
                <a:gd name="T57" fmla="*/ 275 h 552"/>
                <a:gd name="T58" fmla="*/ 108 w 1439"/>
                <a:gd name="T59" fmla="*/ 244 h 552"/>
                <a:gd name="T60" fmla="*/ 112 w 1439"/>
                <a:gd name="T61" fmla="*/ 209 h 552"/>
                <a:gd name="T62" fmla="*/ 82 w 1439"/>
                <a:gd name="T63" fmla="*/ 241 h 552"/>
                <a:gd name="T64" fmla="*/ 74 w 1439"/>
                <a:gd name="T65" fmla="*/ 330 h 552"/>
                <a:gd name="T66" fmla="*/ 77 w 1439"/>
                <a:gd name="T67" fmla="*/ 388 h 552"/>
                <a:gd name="T68" fmla="*/ 120 w 1439"/>
                <a:gd name="T69" fmla="*/ 432 h 552"/>
                <a:gd name="T70" fmla="*/ 168 w 1439"/>
                <a:gd name="T71" fmla="*/ 472 h 552"/>
                <a:gd name="T72" fmla="*/ 172 w 1439"/>
                <a:gd name="T73" fmla="*/ 526 h 552"/>
                <a:gd name="T74" fmla="*/ 250 w 1439"/>
                <a:gd name="T75" fmla="*/ 499 h 552"/>
                <a:gd name="T76" fmla="*/ 248 w 1439"/>
                <a:gd name="T77" fmla="*/ 450 h 552"/>
                <a:gd name="T78" fmla="*/ 341 w 1439"/>
                <a:gd name="T79" fmla="*/ 453 h 552"/>
                <a:gd name="T80" fmla="*/ 391 w 1439"/>
                <a:gd name="T81" fmla="*/ 407 h 552"/>
                <a:gd name="T82" fmla="*/ 472 w 1439"/>
                <a:gd name="T83" fmla="*/ 414 h 552"/>
                <a:gd name="T84" fmla="*/ 567 w 1439"/>
                <a:gd name="T85" fmla="*/ 463 h 552"/>
                <a:gd name="T86" fmla="*/ 654 w 1439"/>
                <a:gd name="T87" fmla="*/ 453 h 552"/>
                <a:gd name="T88" fmla="*/ 729 w 1439"/>
                <a:gd name="T89" fmla="*/ 458 h 552"/>
                <a:gd name="T90" fmla="*/ 842 w 1439"/>
                <a:gd name="T91" fmla="*/ 439 h 552"/>
                <a:gd name="T92" fmla="*/ 930 w 1439"/>
                <a:gd name="T93" fmla="*/ 474 h 552"/>
                <a:gd name="T94" fmla="*/ 941 w 1439"/>
                <a:gd name="T95" fmla="*/ 532 h 552"/>
                <a:gd name="T96" fmla="*/ 1006 w 1439"/>
                <a:gd name="T97" fmla="*/ 412 h 552"/>
                <a:gd name="T98" fmla="*/ 1015 w 1439"/>
                <a:gd name="T99" fmla="*/ 365 h 552"/>
                <a:gd name="T100" fmla="*/ 1129 w 1439"/>
                <a:gd name="T101" fmla="*/ 353 h 552"/>
                <a:gd name="T102" fmla="*/ 1206 w 1439"/>
                <a:gd name="T103" fmla="*/ 313 h 552"/>
                <a:gd name="T104" fmla="*/ 1150 w 1439"/>
                <a:gd name="T105" fmla="*/ 444 h 552"/>
                <a:gd name="T106" fmla="*/ 1205 w 1439"/>
                <a:gd name="T107" fmla="*/ 369 h 552"/>
                <a:gd name="T108" fmla="*/ 1293 w 1439"/>
                <a:gd name="T109" fmla="*/ 324 h 552"/>
                <a:gd name="T110" fmla="*/ 1353 w 1439"/>
                <a:gd name="T111" fmla="*/ 274 h 552"/>
                <a:gd name="T112" fmla="*/ 1411 w 1439"/>
                <a:gd name="T113" fmla="*/ 280 h 552"/>
                <a:gd name="T114" fmla="*/ 740 w 1439"/>
                <a:gd name="T115" fmla="*/ 411 h 552"/>
                <a:gd name="T116" fmla="*/ 289 w 1439"/>
                <a:gd name="T117" fmla="*/ 25 h 552"/>
                <a:gd name="T118" fmla="*/ 295 w 1439"/>
                <a:gd name="T119" fmla="*/ 15 h 552"/>
                <a:gd name="T120" fmla="*/ 314 w 1439"/>
                <a:gd name="T121" fmla="*/ 152 h 552"/>
                <a:gd name="T122" fmla="*/ 314 w 1439"/>
                <a:gd name="T123" fmla="*/ 116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39" h="552">
                  <a:moveTo>
                    <a:pt x="22" y="399"/>
                  </a:moveTo>
                  <a:cubicBezTo>
                    <a:pt x="21" y="399"/>
                    <a:pt x="18" y="398"/>
                    <a:pt x="17" y="397"/>
                  </a:cubicBezTo>
                  <a:cubicBezTo>
                    <a:pt x="16" y="396"/>
                    <a:pt x="14" y="396"/>
                    <a:pt x="12" y="397"/>
                  </a:cubicBezTo>
                  <a:cubicBezTo>
                    <a:pt x="12" y="397"/>
                    <a:pt x="13" y="397"/>
                    <a:pt x="13" y="398"/>
                  </a:cubicBezTo>
                  <a:cubicBezTo>
                    <a:pt x="14" y="400"/>
                    <a:pt x="9" y="400"/>
                    <a:pt x="10" y="402"/>
                  </a:cubicBezTo>
                  <a:cubicBezTo>
                    <a:pt x="12" y="405"/>
                    <a:pt x="6" y="405"/>
                    <a:pt x="6" y="402"/>
                  </a:cubicBezTo>
                  <a:cubicBezTo>
                    <a:pt x="6" y="400"/>
                    <a:pt x="0" y="401"/>
                    <a:pt x="1" y="403"/>
                  </a:cubicBezTo>
                  <a:cubicBezTo>
                    <a:pt x="1" y="403"/>
                    <a:pt x="1" y="404"/>
                    <a:pt x="0" y="405"/>
                  </a:cubicBezTo>
                  <a:cubicBezTo>
                    <a:pt x="2" y="405"/>
                    <a:pt x="4" y="406"/>
                    <a:pt x="4" y="406"/>
                  </a:cubicBezTo>
                  <a:cubicBezTo>
                    <a:pt x="6" y="407"/>
                    <a:pt x="20" y="408"/>
                    <a:pt x="26" y="407"/>
                  </a:cubicBezTo>
                  <a:cubicBezTo>
                    <a:pt x="26" y="406"/>
                    <a:pt x="27" y="403"/>
                    <a:pt x="27" y="402"/>
                  </a:cubicBezTo>
                  <a:cubicBezTo>
                    <a:pt x="27" y="400"/>
                    <a:pt x="23" y="398"/>
                    <a:pt x="22" y="399"/>
                  </a:cubicBezTo>
                  <a:close/>
                  <a:moveTo>
                    <a:pt x="382" y="15"/>
                  </a:moveTo>
                  <a:cubicBezTo>
                    <a:pt x="392" y="14"/>
                    <a:pt x="391" y="9"/>
                    <a:pt x="386" y="8"/>
                  </a:cubicBezTo>
                  <a:cubicBezTo>
                    <a:pt x="381" y="7"/>
                    <a:pt x="381" y="11"/>
                    <a:pt x="378" y="11"/>
                  </a:cubicBezTo>
                  <a:cubicBezTo>
                    <a:pt x="376" y="11"/>
                    <a:pt x="366" y="13"/>
                    <a:pt x="368" y="15"/>
                  </a:cubicBezTo>
                  <a:cubicBezTo>
                    <a:pt x="371" y="17"/>
                    <a:pt x="377" y="16"/>
                    <a:pt x="382" y="15"/>
                  </a:cubicBezTo>
                  <a:close/>
                  <a:moveTo>
                    <a:pt x="430" y="154"/>
                  </a:moveTo>
                  <a:cubicBezTo>
                    <a:pt x="434" y="154"/>
                    <a:pt x="442" y="153"/>
                    <a:pt x="443" y="151"/>
                  </a:cubicBezTo>
                  <a:cubicBezTo>
                    <a:pt x="444" y="149"/>
                    <a:pt x="440" y="147"/>
                    <a:pt x="434" y="147"/>
                  </a:cubicBezTo>
                  <a:cubicBezTo>
                    <a:pt x="428" y="147"/>
                    <a:pt x="427" y="153"/>
                    <a:pt x="430" y="154"/>
                  </a:cubicBezTo>
                  <a:close/>
                  <a:moveTo>
                    <a:pt x="614" y="27"/>
                  </a:moveTo>
                  <a:cubicBezTo>
                    <a:pt x="619" y="29"/>
                    <a:pt x="617" y="30"/>
                    <a:pt x="612" y="30"/>
                  </a:cubicBezTo>
                  <a:cubicBezTo>
                    <a:pt x="607" y="30"/>
                    <a:pt x="603" y="32"/>
                    <a:pt x="606" y="33"/>
                  </a:cubicBezTo>
                  <a:cubicBezTo>
                    <a:pt x="609" y="34"/>
                    <a:pt x="609" y="37"/>
                    <a:pt x="614" y="38"/>
                  </a:cubicBezTo>
                  <a:cubicBezTo>
                    <a:pt x="619" y="39"/>
                    <a:pt x="624" y="35"/>
                    <a:pt x="624" y="32"/>
                  </a:cubicBezTo>
                  <a:cubicBezTo>
                    <a:pt x="623" y="29"/>
                    <a:pt x="642" y="26"/>
                    <a:pt x="647" y="25"/>
                  </a:cubicBezTo>
                  <a:cubicBezTo>
                    <a:pt x="652" y="24"/>
                    <a:pt x="644" y="18"/>
                    <a:pt x="649" y="18"/>
                  </a:cubicBezTo>
                  <a:cubicBezTo>
                    <a:pt x="655" y="17"/>
                    <a:pt x="652" y="15"/>
                    <a:pt x="646" y="14"/>
                  </a:cubicBezTo>
                  <a:cubicBezTo>
                    <a:pt x="639" y="13"/>
                    <a:pt x="642" y="7"/>
                    <a:pt x="639" y="5"/>
                  </a:cubicBezTo>
                  <a:cubicBezTo>
                    <a:pt x="637" y="3"/>
                    <a:pt x="636" y="8"/>
                    <a:pt x="627" y="9"/>
                  </a:cubicBezTo>
                  <a:cubicBezTo>
                    <a:pt x="618" y="11"/>
                    <a:pt x="614" y="13"/>
                    <a:pt x="618" y="15"/>
                  </a:cubicBezTo>
                  <a:cubicBezTo>
                    <a:pt x="621" y="17"/>
                    <a:pt x="618" y="21"/>
                    <a:pt x="614" y="21"/>
                  </a:cubicBezTo>
                  <a:cubicBezTo>
                    <a:pt x="610" y="21"/>
                    <a:pt x="610" y="25"/>
                    <a:pt x="614" y="27"/>
                  </a:cubicBezTo>
                  <a:close/>
                  <a:moveTo>
                    <a:pt x="627" y="34"/>
                  </a:moveTo>
                  <a:cubicBezTo>
                    <a:pt x="627" y="36"/>
                    <a:pt x="619" y="39"/>
                    <a:pt x="622" y="41"/>
                  </a:cubicBezTo>
                  <a:cubicBezTo>
                    <a:pt x="624" y="43"/>
                    <a:pt x="625" y="42"/>
                    <a:pt x="628" y="43"/>
                  </a:cubicBezTo>
                  <a:cubicBezTo>
                    <a:pt x="630" y="43"/>
                    <a:pt x="632" y="50"/>
                    <a:pt x="636" y="49"/>
                  </a:cubicBezTo>
                  <a:cubicBezTo>
                    <a:pt x="641" y="48"/>
                    <a:pt x="653" y="54"/>
                    <a:pt x="660" y="54"/>
                  </a:cubicBezTo>
                  <a:cubicBezTo>
                    <a:pt x="667" y="54"/>
                    <a:pt x="668" y="48"/>
                    <a:pt x="666" y="47"/>
                  </a:cubicBezTo>
                  <a:cubicBezTo>
                    <a:pt x="664" y="47"/>
                    <a:pt x="666" y="44"/>
                    <a:pt x="670" y="38"/>
                  </a:cubicBezTo>
                  <a:cubicBezTo>
                    <a:pt x="673" y="32"/>
                    <a:pt x="657" y="28"/>
                    <a:pt x="657" y="32"/>
                  </a:cubicBezTo>
                  <a:cubicBezTo>
                    <a:pt x="657" y="37"/>
                    <a:pt x="652" y="31"/>
                    <a:pt x="651" y="29"/>
                  </a:cubicBezTo>
                  <a:cubicBezTo>
                    <a:pt x="649" y="26"/>
                    <a:pt x="627" y="31"/>
                    <a:pt x="627" y="34"/>
                  </a:cubicBezTo>
                  <a:close/>
                  <a:moveTo>
                    <a:pt x="503" y="158"/>
                  </a:moveTo>
                  <a:cubicBezTo>
                    <a:pt x="507" y="160"/>
                    <a:pt x="510" y="159"/>
                    <a:pt x="509" y="155"/>
                  </a:cubicBezTo>
                  <a:cubicBezTo>
                    <a:pt x="509" y="151"/>
                    <a:pt x="500" y="156"/>
                    <a:pt x="503" y="158"/>
                  </a:cubicBezTo>
                  <a:close/>
                  <a:moveTo>
                    <a:pt x="608" y="9"/>
                  </a:moveTo>
                  <a:cubicBezTo>
                    <a:pt x="609" y="5"/>
                    <a:pt x="592" y="7"/>
                    <a:pt x="597" y="10"/>
                  </a:cubicBezTo>
                  <a:cubicBezTo>
                    <a:pt x="598" y="12"/>
                    <a:pt x="607" y="13"/>
                    <a:pt x="608" y="9"/>
                  </a:cubicBezTo>
                  <a:close/>
                  <a:moveTo>
                    <a:pt x="1340" y="189"/>
                  </a:moveTo>
                  <a:cubicBezTo>
                    <a:pt x="1345" y="192"/>
                    <a:pt x="1348" y="186"/>
                    <a:pt x="1352" y="189"/>
                  </a:cubicBezTo>
                  <a:cubicBezTo>
                    <a:pt x="1356" y="192"/>
                    <a:pt x="1366" y="188"/>
                    <a:pt x="1370" y="187"/>
                  </a:cubicBezTo>
                  <a:cubicBezTo>
                    <a:pt x="1374" y="186"/>
                    <a:pt x="1372" y="181"/>
                    <a:pt x="1361" y="180"/>
                  </a:cubicBezTo>
                  <a:cubicBezTo>
                    <a:pt x="1350" y="179"/>
                    <a:pt x="1335" y="187"/>
                    <a:pt x="1340" y="189"/>
                  </a:cubicBezTo>
                  <a:close/>
                  <a:moveTo>
                    <a:pt x="666" y="69"/>
                  </a:moveTo>
                  <a:cubicBezTo>
                    <a:pt x="670" y="71"/>
                    <a:pt x="681" y="66"/>
                    <a:pt x="688" y="66"/>
                  </a:cubicBezTo>
                  <a:cubicBezTo>
                    <a:pt x="696" y="67"/>
                    <a:pt x="717" y="61"/>
                    <a:pt x="717" y="57"/>
                  </a:cubicBezTo>
                  <a:cubicBezTo>
                    <a:pt x="718" y="53"/>
                    <a:pt x="710" y="53"/>
                    <a:pt x="706" y="50"/>
                  </a:cubicBezTo>
                  <a:cubicBezTo>
                    <a:pt x="703" y="46"/>
                    <a:pt x="696" y="49"/>
                    <a:pt x="694" y="52"/>
                  </a:cubicBezTo>
                  <a:cubicBezTo>
                    <a:pt x="692" y="55"/>
                    <a:pt x="690" y="52"/>
                    <a:pt x="695" y="48"/>
                  </a:cubicBezTo>
                  <a:cubicBezTo>
                    <a:pt x="700" y="43"/>
                    <a:pt x="690" y="39"/>
                    <a:pt x="690" y="42"/>
                  </a:cubicBezTo>
                  <a:cubicBezTo>
                    <a:pt x="690" y="45"/>
                    <a:pt x="681" y="43"/>
                    <a:pt x="681" y="45"/>
                  </a:cubicBezTo>
                  <a:cubicBezTo>
                    <a:pt x="681" y="48"/>
                    <a:pt x="678" y="49"/>
                    <a:pt x="678" y="52"/>
                  </a:cubicBezTo>
                  <a:cubicBezTo>
                    <a:pt x="678" y="55"/>
                    <a:pt x="672" y="51"/>
                    <a:pt x="672" y="57"/>
                  </a:cubicBezTo>
                  <a:cubicBezTo>
                    <a:pt x="672" y="63"/>
                    <a:pt x="662" y="67"/>
                    <a:pt x="666" y="69"/>
                  </a:cubicBezTo>
                  <a:close/>
                  <a:moveTo>
                    <a:pt x="987" y="120"/>
                  </a:moveTo>
                  <a:cubicBezTo>
                    <a:pt x="991" y="122"/>
                    <a:pt x="992" y="123"/>
                    <a:pt x="994" y="125"/>
                  </a:cubicBezTo>
                  <a:cubicBezTo>
                    <a:pt x="996" y="127"/>
                    <a:pt x="1003" y="124"/>
                    <a:pt x="1006" y="123"/>
                  </a:cubicBezTo>
                  <a:cubicBezTo>
                    <a:pt x="1009" y="122"/>
                    <a:pt x="1010" y="128"/>
                    <a:pt x="1014" y="125"/>
                  </a:cubicBezTo>
                  <a:cubicBezTo>
                    <a:pt x="1019" y="122"/>
                    <a:pt x="1024" y="123"/>
                    <a:pt x="1029" y="123"/>
                  </a:cubicBezTo>
                  <a:cubicBezTo>
                    <a:pt x="1035" y="123"/>
                    <a:pt x="1028" y="117"/>
                    <a:pt x="1029" y="114"/>
                  </a:cubicBezTo>
                  <a:cubicBezTo>
                    <a:pt x="1029" y="111"/>
                    <a:pt x="1035" y="113"/>
                    <a:pt x="1033" y="115"/>
                  </a:cubicBezTo>
                  <a:cubicBezTo>
                    <a:pt x="1031" y="118"/>
                    <a:pt x="1036" y="123"/>
                    <a:pt x="1044" y="123"/>
                  </a:cubicBezTo>
                  <a:cubicBezTo>
                    <a:pt x="1052" y="122"/>
                    <a:pt x="1046" y="118"/>
                    <a:pt x="1050" y="116"/>
                  </a:cubicBezTo>
                  <a:cubicBezTo>
                    <a:pt x="1054" y="114"/>
                    <a:pt x="1053" y="112"/>
                    <a:pt x="1048" y="109"/>
                  </a:cubicBezTo>
                  <a:cubicBezTo>
                    <a:pt x="1042" y="105"/>
                    <a:pt x="1034" y="107"/>
                    <a:pt x="1030" y="105"/>
                  </a:cubicBezTo>
                  <a:cubicBezTo>
                    <a:pt x="1024" y="103"/>
                    <a:pt x="1018" y="103"/>
                    <a:pt x="1018" y="108"/>
                  </a:cubicBezTo>
                  <a:cubicBezTo>
                    <a:pt x="1017" y="114"/>
                    <a:pt x="1007" y="102"/>
                    <a:pt x="1001" y="100"/>
                  </a:cubicBezTo>
                  <a:cubicBezTo>
                    <a:pt x="996" y="99"/>
                    <a:pt x="979" y="116"/>
                    <a:pt x="987" y="120"/>
                  </a:cubicBezTo>
                  <a:close/>
                  <a:moveTo>
                    <a:pt x="1039" y="152"/>
                  </a:moveTo>
                  <a:cubicBezTo>
                    <a:pt x="1044" y="151"/>
                    <a:pt x="1036" y="143"/>
                    <a:pt x="1028" y="141"/>
                  </a:cubicBezTo>
                  <a:cubicBezTo>
                    <a:pt x="1021" y="140"/>
                    <a:pt x="1013" y="147"/>
                    <a:pt x="1014" y="148"/>
                  </a:cubicBezTo>
                  <a:cubicBezTo>
                    <a:pt x="1017" y="151"/>
                    <a:pt x="1035" y="153"/>
                    <a:pt x="1039" y="152"/>
                  </a:cubicBezTo>
                  <a:close/>
                  <a:moveTo>
                    <a:pt x="1019" y="135"/>
                  </a:moveTo>
                  <a:cubicBezTo>
                    <a:pt x="1019" y="132"/>
                    <a:pt x="1006" y="137"/>
                    <a:pt x="1011" y="139"/>
                  </a:cubicBezTo>
                  <a:cubicBezTo>
                    <a:pt x="1014" y="140"/>
                    <a:pt x="1019" y="139"/>
                    <a:pt x="1019" y="135"/>
                  </a:cubicBezTo>
                  <a:close/>
                  <a:moveTo>
                    <a:pt x="1063" y="120"/>
                  </a:moveTo>
                  <a:cubicBezTo>
                    <a:pt x="1069" y="120"/>
                    <a:pt x="1072" y="126"/>
                    <a:pt x="1083" y="127"/>
                  </a:cubicBezTo>
                  <a:cubicBezTo>
                    <a:pt x="1094" y="127"/>
                    <a:pt x="1103" y="125"/>
                    <a:pt x="1103" y="123"/>
                  </a:cubicBezTo>
                  <a:cubicBezTo>
                    <a:pt x="1103" y="120"/>
                    <a:pt x="1093" y="117"/>
                    <a:pt x="1090" y="119"/>
                  </a:cubicBezTo>
                  <a:cubicBezTo>
                    <a:pt x="1086" y="120"/>
                    <a:pt x="1084" y="115"/>
                    <a:pt x="1080" y="117"/>
                  </a:cubicBezTo>
                  <a:cubicBezTo>
                    <a:pt x="1076" y="118"/>
                    <a:pt x="1070" y="118"/>
                    <a:pt x="1068" y="114"/>
                  </a:cubicBezTo>
                  <a:cubicBezTo>
                    <a:pt x="1066" y="111"/>
                    <a:pt x="1060" y="120"/>
                    <a:pt x="1063" y="120"/>
                  </a:cubicBezTo>
                  <a:close/>
                  <a:moveTo>
                    <a:pt x="231" y="19"/>
                  </a:moveTo>
                  <a:cubicBezTo>
                    <a:pt x="237" y="13"/>
                    <a:pt x="244" y="18"/>
                    <a:pt x="245" y="16"/>
                  </a:cubicBezTo>
                  <a:cubicBezTo>
                    <a:pt x="246" y="13"/>
                    <a:pt x="234" y="13"/>
                    <a:pt x="230" y="15"/>
                  </a:cubicBezTo>
                  <a:cubicBezTo>
                    <a:pt x="226" y="17"/>
                    <a:pt x="216" y="15"/>
                    <a:pt x="217" y="18"/>
                  </a:cubicBezTo>
                  <a:cubicBezTo>
                    <a:pt x="218" y="20"/>
                    <a:pt x="225" y="24"/>
                    <a:pt x="231" y="19"/>
                  </a:cubicBezTo>
                  <a:close/>
                  <a:moveTo>
                    <a:pt x="1037" y="439"/>
                  </a:moveTo>
                  <a:cubicBezTo>
                    <a:pt x="1034" y="432"/>
                    <a:pt x="1041" y="425"/>
                    <a:pt x="1036" y="421"/>
                  </a:cubicBezTo>
                  <a:cubicBezTo>
                    <a:pt x="1031" y="418"/>
                    <a:pt x="1033" y="410"/>
                    <a:pt x="1031" y="412"/>
                  </a:cubicBezTo>
                  <a:cubicBezTo>
                    <a:pt x="1028" y="413"/>
                    <a:pt x="1031" y="420"/>
                    <a:pt x="1027" y="420"/>
                  </a:cubicBezTo>
                  <a:cubicBezTo>
                    <a:pt x="1023" y="421"/>
                    <a:pt x="1027" y="424"/>
                    <a:pt x="1025" y="429"/>
                  </a:cubicBezTo>
                  <a:cubicBezTo>
                    <a:pt x="1024" y="434"/>
                    <a:pt x="1026" y="442"/>
                    <a:pt x="1028" y="446"/>
                  </a:cubicBezTo>
                  <a:cubicBezTo>
                    <a:pt x="1030" y="451"/>
                    <a:pt x="1025" y="475"/>
                    <a:pt x="1027" y="479"/>
                  </a:cubicBezTo>
                  <a:cubicBezTo>
                    <a:pt x="1029" y="482"/>
                    <a:pt x="1024" y="500"/>
                    <a:pt x="1026" y="502"/>
                  </a:cubicBezTo>
                  <a:cubicBezTo>
                    <a:pt x="1029" y="506"/>
                    <a:pt x="1027" y="497"/>
                    <a:pt x="1031" y="497"/>
                  </a:cubicBezTo>
                  <a:cubicBezTo>
                    <a:pt x="1035" y="496"/>
                    <a:pt x="1035" y="502"/>
                    <a:pt x="1038" y="503"/>
                  </a:cubicBezTo>
                  <a:cubicBezTo>
                    <a:pt x="1041" y="504"/>
                    <a:pt x="1039" y="495"/>
                    <a:pt x="1037" y="495"/>
                  </a:cubicBezTo>
                  <a:cubicBezTo>
                    <a:pt x="1034" y="496"/>
                    <a:pt x="1032" y="489"/>
                    <a:pt x="1031" y="485"/>
                  </a:cubicBezTo>
                  <a:cubicBezTo>
                    <a:pt x="1030" y="481"/>
                    <a:pt x="1033" y="477"/>
                    <a:pt x="1033" y="472"/>
                  </a:cubicBezTo>
                  <a:cubicBezTo>
                    <a:pt x="1033" y="467"/>
                    <a:pt x="1040" y="467"/>
                    <a:pt x="1043" y="471"/>
                  </a:cubicBezTo>
                  <a:cubicBezTo>
                    <a:pt x="1047" y="475"/>
                    <a:pt x="1048" y="472"/>
                    <a:pt x="1046" y="469"/>
                  </a:cubicBezTo>
                  <a:cubicBezTo>
                    <a:pt x="1045" y="467"/>
                    <a:pt x="1040" y="447"/>
                    <a:pt x="1037" y="439"/>
                  </a:cubicBezTo>
                  <a:close/>
                  <a:moveTo>
                    <a:pt x="254" y="16"/>
                  </a:moveTo>
                  <a:cubicBezTo>
                    <a:pt x="258" y="19"/>
                    <a:pt x="245" y="18"/>
                    <a:pt x="243" y="21"/>
                  </a:cubicBezTo>
                  <a:cubicBezTo>
                    <a:pt x="241" y="23"/>
                    <a:pt x="233" y="22"/>
                    <a:pt x="235" y="25"/>
                  </a:cubicBezTo>
                  <a:cubicBezTo>
                    <a:pt x="236" y="28"/>
                    <a:pt x="249" y="28"/>
                    <a:pt x="249" y="26"/>
                  </a:cubicBezTo>
                  <a:cubicBezTo>
                    <a:pt x="249" y="23"/>
                    <a:pt x="255" y="26"/>
                    <a:pt x="255" y="23"/>
                  </a:cubicBezTo>
                  <a:cubicBezTo>
                    <a:pt x="256" y="21"/>
                    <a:pt x="258" y="19"/>
                    <a:pt x="265" y="18"/>
                  </a:cubicBezTo>
                  <a:cubicBezTo>
                    <a:pt x="272" y="18"/>
                    <a:pt x="272" y="15"/>
                    <a:pt x="266" y="12"/>
                  </a:cubicBezTo>
                  <a:cubicBezTo>
                    <a:pt x="259" y="9"/>
                    <a:pt x="251" y="14"/>
                    <a:pt x="254" y="16"/>
                  </a:cubicBezTo>
                  <a:close/>
                  <a:moveTo>
                    <a:pt x="244" y="218"/>
                  </a:moveTo>
                  <a:cubicBezTo>
                    <a:pt x="250" y="224"/>
                    <a:pt x="256" y="215"/>
                    <a:pt x="259" y="214"/>
                  </a:cubicBezTo>
                  <a:cubicBezTo>
                    <a:pt x="262" y="214"/>
                    <a:pt x="257" y="210"/>
                    <a:pt x="252" y="209"/>
                  </a:cubicBezTo>
                  <a:cubicBezTo>
                    <a:pt x="246" y="207"/>
                    <a:pt x="238" y="213"/>
                    <a:pt x="244" y="218"/>
                  </a:cubicBezTo>
                  <a:close/>
                  <a:moveTo>
                    <a:pt x="1436" y="260"/>
                  </a:moveTo>
                  <a:cubicBezTo>
                    <a:pt x="1434" y="259"/>
                    <a:pt x="1426" y="254"/>
                    <a:pt x="1424" y="251"/>
                  </a:cubicBezTo>
                  <a:cubicBezTo>
                    <a:pt x="1422" y="248"/>
                    <a:pt x="1412" y="247"/>
                    <a:pt x="1412" y="248"/>
                  </a:cubicBezTo>
                  <a:cubicBezTo>
                    <a:pt x="1412" y="250"/>
                    <a:pt x="1409" y="248"/>
                    <a:pt x="1408" y="246"/>
                  </a:cubicBezTo>
                  <a:cubicBezTo>
                    <a:pt x="1408" y="245"/>
                    <a:pt x="1397" y="245"/>
                    <a:pt x="1397" y="246"/>
                  </a:cubicBezTo>
                  <a:cubicBezTo>
                    <a:pt x="1397" y="248"/>
                    <a:pt x="1400" y="248"/>
                    <a:pt x="1401" y="250"/>
                  </a:cubicBezTo>
                  <a:cubicBezTo>
                    <a:pt x="1403" y="252"/>
                    <a:pt x="1399" y="253"/>
                    <a:pt x="1400" y="256"/>
                  </a:cubicBezTo>
                  <a:cubicBezTo>
                    <a:pt x="1401" y="258"/>
                    <a:pt x="1396" y="254"/>
                    <a:pt x="1395" y="253"/>
                  </a:cubicBezTo>
                  <a:cubicBezTo>
                    <a:pt x="1393" y="252"/>
                    <a:pt x="1394" y="247"/>
                    <a:pt x="1394" y="245"/>
                  </a:cubicBezTo>
                  <a:cubicBezTo>
                    <a:pt x="1395" y="242"/>
                    <a:pt x="1391" y="243"/>
                    <a:pt x="1391" y="240"/>
                  </a:cubicBezTo>
                  <a:cubicBezTo>
                    <a:pt x="1391" y="238"/>
                    <a:pt x="1379" y="233"/>
                    <a:pt x="1375" y="231"/>
                  </a:cubicBezTo>
                  <a:cubicBezTo>
                    <a:pt x="1370" y="229"/>
                    <a:pt x="1364" y="227"/>
                    <a:pt x="1362" y="224"/>
                  </a:cubicBezTo>
                  <a:cubicBezTo>
                    <a:pt x="1361" y="222"/>
                    <a:pt x="1352" y="222"/>
                    <a:pt x="1349" y="218"/>
                  </a:cubicBezTo>
                  <a:cubicBezTo>
                    <a:pt x="1346" y="215"/>
                    <a:pt x="1331" y="209"/>
                    <a:pt x="1325" y="209"/>
                  </a:cubicBezTo>
                  <a:cubicBezTo>
                    <a:pt x="1319" y="208"/>
                    <a:pt x="1321" y="205"/>
                    <a:pt x="1318" y="205"/>
                  </a:cubicBezTo>
                  <a:cubicBezTo>
                    <a:pt x="1315" y="206"/>
                    <a:pt x="1302" y="205"/>
                    <a:pt x="1298" y="205"/>
                  </a:cubicBezTo>
                  <a:cubicBezTo>
                    <a:pt x="1294" y="204"/>
                    <a:pt x="1293" y="207"/>
                    <a:pt x="1290" y="206"/>
                  </a:cubicBezTo>
                  <a:cubicBezTo>
                    <a:pt x="1287" y="205"/>
                    <a:pt x="1272" y="199"/>
                    <a:pt x="1271" y="201"/>
                  </a:cubicBezTo>
                  <a:cubicBezTo>
                    <a:pt x="1269" y="203"/>
                    <a:pt x="1270" y="206"/>
                    <a:pt x="1268" y="207"/>
                  </a:cubicBezTo>
                  <a:cubicBezTo>
                    <a:pt x="1266" y="207"/>
                    <a:pt x="1268" y="210"/>
                    <a:pt x="1272" y="213"/>
                  </a:cubicBezTo>
                  <a:cubicBezTo>
                    <a:pt x="1276" y="217"/>
                    <a:pt x="1274" y="220"/>
                    <a:pt x="1270" y="222"/>
                  </a:cubicBezTo>
                  <a:cubicBezTo>
                    <a:pt x="1266" y="223"/>
                    <a:pt x="1260" y="220"/>
                    <a:pt x="1258" y="217"/>
                  </a:cubicBezTo>
                  <a:cubicBezTo>
                    <a:pt x="1257" y="214"/>
                    <a:pt x="1251" y="216"/>
                    <a:pt x="1250" y="212"/>
                  </a:cubicBezTo>
                  <a:cubicBezTo>
                    <a:pt x="1249" y="208"/>
                    <a:pt x="1252" y="208"/>
                    <a:pt x="1254" y="210"/>
                  </a:cubicBezTo>
                  <a:cubicBezTo>
                    <a:pt x="1257" y="212"/>
                    <a:pt x="1260" y="210"/>
                    <a:pt x="1260" y="207"/>
                  </a:cubicBezTo>
                  <a:cubicBezTo>
                    <a:pt x="1261" y="205"/>
                    <a:pt x="1254" y="203"/>
                    <a:pt x="1250" y="203"/>
                  </a:cubicBezTo>
                  <a:cubicBezTo>
                    <a:pt x="1246" y="203"/>
                    <a:pt x="1244" y="209"/>
                    <a:pt x="1240" y="211"/>
                  </a:cubicBezTo>
                  <a:cubicBezTo>
                    <a:pt x="1236" y="213"/>
                    <a:pt x="1220" y="210"/>
                    <a:pt x="1219" y="208"/>
                  </a:cubicBezTo>
                  <a:cubicBezTo>
                    <a:pt x="1217" y="207"/>
                    <a:pt x="1196" y="208"/>
                    <a:pt x="1193" y="210"/>
                  </a:cubicBezTo>
                  <a:cubicBezTo>
                    <a:pt x="1191" y="211"/>
                    <a:pt x="1193" y="217"/>
                    <a:pt x="1192" y="218"/>
                  </a:cubicBezTo>
                  <a:cubicBezTo>
                    <a:pt x="1191" y="218"/>
                    <a:pt x="1189" y="211"/>
                    <a:pt x="1189" y="210"/>
                  </a:cubicBezTo>
                  <a:cubicBezTo>
                    <a:pt x="1189" y="208"/>
                    <a:pt x="1187" y="207"/>
                    <a:pt x="1183" y="207"/>
                  </a:cubicBezTo>
                  <a:cubicBezTo>
                    <a:pt x="1179" y="207"/>
                    <a:pt x="1177" y="207"/>
                    <a:pt x="1179" y="206"/>
                  </a:cubicBezTo>
                  <a:cubicBezTo>
                    <a:pt x="1180" y="204"/>
                    <a:pt x="1177" y="202"/>
                    <a:pt x="1180" y="200"/>
                  </a:cubicBezTo>
                  <a:cubicBezTo>
                    <a:pt x="1183" y="198"/>
                    <a:pt x="1175" y="191"/>
                    <a:pt x="1166" y="188"/>
                  </a:cubicBezTo>
                  <a:cubicBezTo>
                    <a:pt x="1158" y="185"/>
                    <a:pt x="1139" y="187"/>
                    <a:pt x="1134" y="188"/>
                  </a:cubicBezTo>
                  <a:cubicBezTo>
                    <a:pt x="1129" y="190"/>
                    <a:pt x="1120" y="189"/>
                    <a:pt x="1115" y="189"/>
                  </a:cubicBezTo>
                  <a:cubicBezTo>
                    <a:pt x="1110" y="190"/>
                    <a:pt x="1114" y="188"/>
                    <a:pt x="1113" y="185"/>
                  </a:cubicBezTo>
                  <a:cubicBezTo>
                    <a:pt x="1111" y="183"/>
                    <a:pt x="1103" y="180"/>
                    <a:pt x="1102" y="182"/>
                  </a:cubicBezTo>
                  <a:cubicBezTo>
                    <a:pt x="1101" y="184"/>
                    <a:pt x="1099" y="182"/>
                    <a:pt x="1099" y="181"/>
                  </a:cubicBezTo>
                  <a:cubicBezTo>
                    <a:pt x="1099" y="180"/>
                    <a:pt x="1091" y="177"/>
                    <a:pt x="1088" y="177"/>
                  </a:cubicBezTo>
                  <a:cubicBezTo>
                    <a:pt x="1085" y="178"/>
                    <a:pt x="1084" y="175"/>
                    <a:pt x="1087" y="175"/>
                  </a:cubicBezTo>
                  <a:cubicBezTo>
                    <a:pt x="1091" y="175"/>
                    <a:pt x="1097" y="175"/>
                    <a:pt x="1094" y="171"/>
                  </a:cubicBezTo>
                  <a:cubicBezTo>
                    <a:pt x="1091" y="167"/>
                    <a:pt x="1069" y="166"/>
                    <a:pt x="1067" y="167"/>
                  </a:cubicBezTo>
                  <a:cubicBezTo>
                    <a:pt x="1065" y="168"/>
                    <a:pt x="1067" y="171"/>
                    <a:pt x="1062" y="175"/>
                  </a:cubicBezTo>
                  <a:cubicBezTo>
                    <a:pt x="1057" y="180"/>
                    <a:pt x="1052" y="177"/>
                    <a:pt x="1053" y="174"/>
                  </a:cubicBezTo>
                  <a:cubicBezTo>
                    <a:pt x="1054" y="172"/>
                    <a:pt x="1060" y="173"/>
                    <a:pt x="1060" y="170"/>
                  </a:cubicBezTo>
                  <a:cubicBezTo>
                    <a:pt x="1060" y="168"/>
                    <a:pt x="1051" y="169"/>
                    <a:pt x="1050" y="167"/>
                  </a:cubicBezTo>
                  <a:cubicBezTo>
                    <a:pt x="1049" y="166"/>
                    <a:pt x="1052" y="164"/>
                    <a:pt x="1055" y="165"/>
                  </a:cubicBezTo>
                  <a:cubicBezTo>
                    <a:pt x="1058" y="166"/>
                    <a:pt x="1063" y="167"/>
                    <a:pt x="1063" y="165"/>
                  </a:cubicBezTo>
                  <a:cubicBezTo>
                    <a:pt x="1064" y="164"/>
                    <a:pt x="1060" y="164"/>
                    <a:pt x="1055" y="163"/>
                  </a:cubicBezTo>
                  <a:cubicBezTo>
                    <a:pt x="1050" y="162"/>
                    <a:pt x="1038" y="159"/>
                    <a:pt x="1032" y="160"/>
                  </a:cubicBezTo>
                  <a:cubicBezTo>
                    <a:pt x="1026" y="160"/>
                    <a:pt x="1023" y="157"/>
                    <a:pt x="1019" y="157"/>
                  </a:cubicBezTo>
                  <a:cubicBezTo>
                    <a:pt x="1016" y="157"/>
                    <a:pt x="1016" y="159"/>
                    <a:pt x="1017" y="161"/>
                  </a:cubicBezTo>
                  <a:cubicBezTo>
                    <a:pt x="1019" y="163"/>
                    <a:pt x="1014" y="164"/>
                    <a:pt x="1010" y="163"/>
                  </a:cubicBezTo>
                  <a:cubicBezTo>
                    <a:pt x="1006" y="163"/>
                    <a:pt x="1000" y="166"/>
                    <a:pt x="1002" y="169"/>
                  </a:cubicBezTo>
                  <a:cubicBezTo>
                    <a:pt x="1004" y="172"/>
                    <a:pt x="1007" y="168"/>
                    <a:pt x="1009" y="169"/>
                  </a:cubicBezTo>
                  <a:cubicBezTo>
                    <a:pt x="1011" y="170"/>
                    <a:pt x="1004" y="172"/>
                    <a:pt x="1007" y="173"/>
                  </a:cubicBezTo>
                  <a:cubicBezTo>
                    <a:pt x="1010" y="175"/>
                    <a:pt x="1009" y="178"/>
                    <a:pt x="1009" y="179"/>
                  </a:cubicBezTo>
                  <a:cubicBezTo>
                    <a:pt x="1009" y="180"/>
                    <a:pt x="1004" y="181"/>
                    <a:pt x="1002" y="179"/>
                  </a:cubicBezTo>
                  <a:cubicBezTo>
                    <a:pt x="1001" y="177"/>
                    <a:pt x="998" y="179"/>
                    <a:pt x="994" y="179"/>
                  </a:cubicBezTo>
                  <a:cubicBezTo>
                    <a:pt x="991" y="178"/>
                    <a:pt x="988" y="180"/>
                    <a:pt x="992" y="180"/>
                  </a:cubicBezTo>
                  <a:cubicBezTo>
                    <a:pt x="996" y="181"/>
                    <a:pt x="997" y="183"/>
                    <a:pt x="992" y="184"/>
                  </a:cubicBezTo>
                  <a:cubicBezTo>
                    <a:pt x="987" y="184"/>
                    <a:pt x="988" y="179"/>
                    <a:pt x="985" y="180"/>
                  </a:cubicBezTo>
                  <a:cubicBezTo>
                    <a:pt x="982" y="180"/>
                    <a:pt x="976" y="177"/>
                    <a:pt x="972" y="178"/>
                  </a:cubicBezTo>
                  <a:cubicBezTo>
                    <a:pt x="969" y="178"/>
                    <a:pt x="967" y="180"/>
                    <a:pt x="963" y="181"/>
                  </a:cubicBezTo>
                  <a:cubicBezTo>
                    <a:pt x="958" y="181"/>
                    <a:pt x="952" y="178"/>
                    <a:pt x="950" y="176"/>
                  </a:cubicBezTo>
                  <a:cubicBezTo>
                    <a:pt x="948" y="173"/>
                    <a:pt x="947" y="173"/>
                    <a:pt x="945" y="176"/>
                  </a:cubicBezTo>
                  <a:cubicBezTo>
                    <a:pt x="943" y="178"/>
                    <a:pt x="943" y="184"/>
                    <a:pt x="941" y="184"/>
                  </a:cubicBezTo>
                  <a:cubicBezTo>
                    <a:pt x="938" y="185"/>
                    <a:pt x="938" y="189"/>
                    <a:pt x="935" y="191"/>
                  </a:cubicBezTo>
                  <a:cubicBezTo>
                    <a:pt x="933" y="192"/>
                    <a:pt x="933" y="189"/>
                    <a:pt x="930" y="189"/>
                  </a:cubicBezTo>
                  <a:cubicBezTo>
                    <a:pt x="927" y="189"/>
                    <a:pt x="918" y="180"/>
                    <a:pt x="917" y="178"/>
                  </a:cubicBezTo>
                  <a:cubicBezTo>
                    <a:pt x="917" y="175"/>
                    <a:pt x="911" y="170"/>
                    <a:pt x="910" y="169"/>
                  </a:cubicBezTo>
                  <a:cubicBezTo>
                    <a:pt x="908" y="168"/>
                    <a:pt x="911" y="168"/>
                    <a:pt x="913" y="169"/>
                  </a:cubicBezTo>
                  <a:cubicBezTo>
                    <a:pt x="915" y="171"/>
                    <a:pt x="917" y="171"/>
                    <a:pt x="919" y="170"/>
                  </a:cubicBezTo>
                  <a:cubicBezTo>
                    <a:pt x="921" y="169"/>
                    <a:pt x="921" y="164"/>
                    <a:pt x="918" y="164"/>
                  </a:cubicBezTo>
                  <a:cubicBezTo>
                    <a:pt x="914" y="164"/>
                    <a:pt x="916" y="161"/>
                    <a:pt x="917" y="161"/>
                  </a:cubicBezTo>
                  <a:cubicBezTo>
                    <a:pt x="919" y="160"/>
                    <a:pt x="913" y="155"/>
                    <a:pt x="915" y="155"/>
                  </a:cubicBezTo>
                  <a:cubicBezTo>
                    <a:pt x="917" y="154"/>
                    <a:pt x="917" y="152"/>
                    <a:pt x="914" y="152"/>
                  </a:cubicBezTo>
                  <a:cubicBezTo>
                    <a:pt x="911" y="152"/>
                    <a:pt x="908" y="149"/>
                    <a:pt x="908" y="148"/>
                  </a:cubicBezTo>
                  <a:cubicBezTo>
                    <a:pt x="908" y="147"/>
                    <a:pt x="896" y="146"/>
                    <a:pt x="897" y="148"/>
                  </a:cubicBezTo>
                  <a:cubicBezTo>
                    <a:pt x="897" y="150"/>
                    <a:pt x="893" y="150"/>
                    <a:pt x="894" y="148"/>
                  </a:cubicBezTo>
                  <a:cubicBezTo>
                    <a:pt x="894" y="146"/>
                    <a:pt x="890" y="147"/>
                    <a:pt x="884" y="145"/>
                  </a:cubicBezTo>
                  <a:cubicBezTo>
                    <a:pt x="879" y="144"/>
                    <a:pt x="879" y="140"/>
                    <a:pt x="877" y="140"/>
                  </a:cubicBezTo>
                  <a:cubicBezTo>
                    <a:pt x="875" y="139"/>
                    <a:pt x="876" y="145"/>
                    <a:pt x="873" y="144"/>
                  </a:cubicBezTo>
                  <a:cubicBezTo>
                    <a:pt x="870" y="143"/>
                    <a:pt x="867" y="145"/>
                    <a:pt x="869" y="148"/>
                  </a:cubicBezTo>
                  <a:cubicBezTo>
                    <a:pt x="870" y="151"/>
                    <a:pt x="869" y="152"/>
                    <a:pt x="868" y="154"/>
                  </a:cubicBezTo>
                  <a:cubicBezTo>
                    <a:pt x="868" y="157"/>
                    <a:pt x="867" y="156"/>
                    <a:pt x="863" y="155"/>
                  </a:cubicBezTo>
                  <a:cubicBezTo>
                    <a:pt x="860" y="154"/>
                    <a:pt x="860" y="158"/>
                    <a:pt x="853" y="156"/>
                  </a:cubicBezTo>
                  <a:cubicBezTo>
                    <a:pt x="846" y="154"/>
                    <a:pt x="843" y="156"/>
                    <a:pt x="842" y="154"/>
                  </a:cubicBezTo>
                  <a:cubicBezTo>
                    <a:pt x="841" y="151"/>
                    <a:pt x="839" y="151"/>
                    <a:pt x="838" y="153"/>
                  </a:cubicBezTo>
                  <a:cubicBezTo>
                    <a:pt x="838" y="155"/>
                    <a:pt x="827" y="154"/>
                    <a:pt x="826" y="151"/>
                  </a:cubicBezTo>
                  <a:cubicBezTo>
                    <a:pt x="826" y="149"/>
                    <a:pt x="828" y="148"/>
                    <a:pt x="830" y="148"/>
                  </a:cubicBezTo>
                  <a:cubicBezTo>
                    <a:pt x="832" y="147"/>
                    <a:pt x="828" y="146"/>
                    <a:pt x="822" y="146"/>
                  </a:cubicBezTo>
                  <a:cubicBezTo>
                    <a:pt x="817" y="146"/>
                    <a:pt x="813" y="143"/>
                    <a:pt x="807" y="144"/>
                  </a:cubicBezTo>
                  <a:cubicBezTo>
                    <a:pt x="801" y="144"/>
                    <a:pt x="788" y="146"/>
                    <a:pt x="786" y="146"/>
                  </a:cubicBezTo>
                  <a:cubicBezTo>
                    <a:pt x="784" y="147"/>
                    <a:pt x="787" y="151"/>
                    <a:pt x="785" y="151"/>
                  </a:cubicBezTo>
                  <a:cubicBezTo>
                    <a:pt x="782" y="151"/>
                    <a:pt x="784" y="145"/>
                    <a:pt x="783" y="143"/>
                  </a:cubicBezTo>
                  <a:cubicBezTo>
                    <a:pt x="783" y="140"/>
                    <a:pt x="778" y="140"/>
                    <a:pt x="779" y="142"/>
                  </a:cubicBezTo>
                  <a:cubicBezTo>
                    <a:pt x="780" y="144"/>
                    <a:pt x="772" y="145"/>
                    <a:pt x="770" y="143"/>
                  </a:cubicBezTo>
                  <a:cubicBezTo>
                    <a:pt x="768" y="141"/>
                    <a:pt x="765" y="139"/>
                    <a:pt x="761" y="138"/>
                  </a:cubicBezTo>
                  <a:cubicBezTo>
                    <a:pt x="756" y="137"/>
                    <a:pt x="750" y="142"/>
                    <a:pt x="751" y="143"/>
                  </a:cubicBezTo>
                  <a:cubicBezTo>
                    <a:pt x="752" y="145"/>
                    <a:pt x="756" y="144"/>
                    <a:pt x="756" y="145"/>
                  </a:cubicBezTo>
                  <a:cubicBezTo>
                    <a:pt x="756" y="147"/>
                    <a:pt x="746" y="146"/>
                    <a:pt x="746" y="148"/>
                  </a:cubicBezTo>
                  <a:cubicBezTo>
                    <a:pt x="746" y="150"/>
                    <a:pt x="736" y="152"/>
                    <a:pt x="733" y="152"/>
                  </a:cubicBezTo>
                  <a:cubicBezTo>
                    <a:pt x="725" y="153"/>
                    <a:pt x="723" y="153"/>
                    <a:pt x="719" y="156"/>
                  </a:cubicBezTo>
                  <a:cubicBezTo>
                    <a:pt x="715" y="160"/>
                    <a:pt x="718" y="154"/>
                    <a:pt x="721" y="151"/>
                  </a:cubicBezTo>
                  <a:cubicBezTo>
                    <a:pt x="724" y="148"/>
                    <a:pt x="727" y="149"/>
                    <a:pt x="729" y="147"/>
                  </a:cubicBezTo>
                  <a:cubicBezTo>
                    <a:pt x="731" y="144"/>
                    <a:pt x="734" y="144"/>
                    <a:pt x="738" y="144"/>
                  </a:cubicBezTo>
                  <a:cubicBezTo>
                    <a:pt x="743" y="143"/>
                    <a:pt x="743" y="140"/>
                    <a:pt x="745" y="139"/>
                  </a:cubicBezTo>
                  <a:cubicBezTo>
                    <a:pt x="747" y="138"/>
                    <a:pt x="753" y="136"/>
                    <a:pt x="754" y="134"/>
                  </a:cubicBezTo>
                  <a:cubicBezTo>
                    <a:pt x="755" y="132"/>
                    <a:pt x="766" y="128"/>
                    <a:pt x="768" y="128"/>
                  </a:cubicBezTo>
                  <a:cubicBezTo>
                    <a:pt x="770" y="128"/>
                    <a:pt x="771" y="123"/>
                    <a:pt x="772" y="123"/>
                  </a:cubicBezTo>
                  <a:cubicBezTo>
                    <a:pt x="773" y="123"/>
                    <a:pt x="780" y="121"/>
                    <a:pt x="782" y="120"/>
                  </a:cubicBezTo>
                  <a:cubicBezTo>
                    <a:pt x="785" y="118"/>
                    <a:pt x="786" y="116"/>
                    <a:pt x="786" y="114"/>
                  </a:cubicBezTo>
                  <a:cubicBezTo>
                    <a:pt x="786" y="113"/>
                    <a:pt x="783" y="113"/>
                    <a:pt x="783" y="112"/>
                  </a:cubicBezTo>
                  <a:cubicBezTo>
                    <a:pt x="782" y="110"/>
                    <a:pt x="784" y="111"/>
                    <a:pt x="787" y="110"/>
                  </a:cubicBezTo>
                  <a:cubicBezTo>
                    <a:pt x="789" y="109"/>
                    <a:pt x="787" y="106"/>
                    <a:pt x="785" y="106"/>
                  </a:cubicBezTo>
                  <a:cubicBezTo>
                    <a:pt x="783" y="107"/>
                    <a:pt x="786" y="104"/>
                    <a:pt x="784" y="102"/>
                  </a:cubicBezTo>
                  <a:cubicBezTo>
                    <a:pt x="782" y="100"/>
                    <a:pt x="778" y="103"/>
                    <a:pt x="778" y="101"/>
                  </a:cubicBezTo>
                  <a:cubicBezTo>
                    <a:pt x="779" y="99"/>
                    <a:pt x="778" y="96"/>
                    <a:pt x="777" y="94"/>
                  </a:cubicBezTo>
                  <a:cubicBezTo>
                    <a:pt x="775" y="93"/>
                    <a:pt x="772" y="97"/>
                    <a:pt x="769" y="94"/>
                  </a:cubicBezTo>
                  <a:cubicBezTo>
                    <a:pt x="766" y="92"/>
                    <a:pt x="757" y="91"/>
                    <a:pt x="757" y="92"/>
                  </a:cubicBezTo>
                  <a:cubicBezTo>
                    <a:pt x="757" y="93"/>
                    <a:pt x="753" y="90"/>
                    <a:pt x="752" y="91"/>
                  </a:cubicBezTo>
                  <a:cubicBezTo>
                    <a:pt x="751" y="92"/>
                    <a:pt x="744" y="92"/>
                    <a:pt x="742" y="91"/>
                  </a:cubicBezTo>
                  <a:cubicBezTo>
                    <a:pt x="739" y="91"/>
                    <a:pt x="736" y="92"/>
                    <a:pt x="736" y="94"/>
                  </a:cubicBezTo>
                  <a:cubicBezTo>
                    <a:pt x="736" y="97"/>
                    <a:pt x="727" y="96"/>
                    <a:pt x="726" y="95"/>
                  </a:cubicBezTo>
                  <a:cubicBezTo>
                    <a:pt x="724" y="95"/>
                    <a:pt x="732" y="89"/>
                    <a:pt x="732" y="88"/>
                  </a:cubicBezTo>
                  <a:cubicBezTo>
                    <a:pt x="732" y="87"/>
                    <a:pt x="719" y="88"/>
                    <a:pt x="718" y="87"/>
                  </a:cubicBezTo>
                  <a:cubicBezTo>
                    <a:pt x="717" y="85"/>
                    <a:pt x="711" y="85"/>
                    <a:pt x="708" y="85"/>
                  </a:cubicBezTo>
                  <a:cubicBezTo>
                    <a:pt x="705" y="85"/>
                    <a:pt x="708" y="84"/>
                    <a:pt x="710" y="84"/>
                  </a:cubicBezTo>
                  <a:cubicBezTo>
                    <a:pt x="713" y="84"/>
                    <a:pt x="715" y="82"/>
                    <a:pt x="718" y="81"/>
                  </a:cubicBezTo>
                  <a:cubicBezTo>
                    <a:pt x="721" y="81"/>
                    <a:pt x="720" y="80"/>
                    <a:pt x="719" y="78"/>
                  </a:cubicBezTo>
                  <a:cubicBezTo>
                    <a:pt x="718" y="76"/>
                    <a:pt x="715" y="77"/>
                    <a:pt x="712" y="76"/>
                  </a:cubicBezTo>
                  <a:cubicBezTo>
                    <a:pt x="709" y="75"/>
                    <a:pt x="706" y="74"/>
                    <a:pt x="703" y="74"/>
                  </a:cubicBezTo>
                  <a:cubicBezTo>
                    <a:pt x="701" y="74"/>
                    <a:pt x="698" y="75"/>
                    <a:pt x="692" y="76"/>
                  </a:cubicBezTo>
                  <a:cubicBezTo>
                    <a:pt x="686" y="77"/>
                    <a:pt x="686" y="82"/>
                    <a:pt x="683" y="83"/>
                  </a:cubicBezTo>
                  <a:cubicBezTo>
                    <a:pt x="680" y="85"/>
                    <a:pt x="675" y="90"/>
                    <a:pt x="677" y="91"/>
                  </a:cubicBezTo>
                  <a:cubicBezTo>
                    <a:pt x="680" y="91"/>
                    <a:pt x="678" y="93"/>
                    <a:pt x="679" y="94"/>
                  </a:cubicBezTo>
                  <a:cubicBezTo>
                    <a:pt x="679" y="96"/>
                    <a:pt x="677" y="96"/>
                    <a:pt x="674" y="96"/>
                  </a:cubicBezTo>
                  <a:cubicBezTo>
                    <a:pt x="671" y="95"/>
                    <a:pt x="661" y="95"/>
                    <a:pt x="661" y="97"/>
                  </a:cubicBezTo>
                  <a:cubicBezTo>
                    <a:pt x="661" y="100"/>
                    <a:pt x="667" y="101"/>
                    <a:pt x="667" y="102"/>
                  </a:cubicBezTo>
                  <a:cubicBezTo>
                    <a:pt x="666" y="103"/>
                    <a:pt x="662" y="102"/>
                    <a:pt x="660" y="100"/>
                  </a:cubicBezTo>
                  <a:cubicBezTo>
                    <a:pt x="658" y="99"/>
                    <a:pt x="654" y="100"/>
                    <a:pt x="653" y="102"/>
                  </a:cubicBezTo>
                  <a:cubicBezTo>
                    <a:pt x="652" y="104"/>
                    <a:pt x="649" y="104"/>
                    <a:pt x="647" y="103"/>
                  </a:cubicBezTo>
                  <a:cubicBezTo>
                    <a:pt x="646" y="103"/>
                    <a:pt x="644" y="104"/>
                    <a:pt x="642" y="104"/>
                  </a:cubicBezTo>
                  <a:cubicBezTo>
                    <a:pt x="640" y="103"/>
                    <a:pt x="646" y="100"/>
                    <a:pt x="644" y="99"/>
                  </a:cubicBezTo>
                  <a:cubicBezTo>
                    <a:pt x="643" y="97"/>
                    <a:pt x="637" y="99"/>
                    <a:pt x="636" y="101"/>
                  </a:cubicBezTo>
                  <a:cubicBezTo>
                    <a:pt x="636" y="103"/>
                    <a:pt x="632" y="99"/>
                    <a:pt x="631" y="100"/>
                  </a:cubicBezTo>
                  <a:cubicBezTo>
                    <a:pt x="629" y="101"/>
                    <a:pt x="628" y="102"/>
                    <a:pt x="625" y="103"/>
                  </a:cubicBezTo>
                  <a:cubicBezTo>
                    <a:pt x="623" y="104"/>
                    <a:pt x="618" y="102"/>
                    <a:pt x="617" y="104"/>
                  </a:cubicBezTo>
                  <a:cubicBezTo>
                    <a:pt x="616" y="106"/>
                    <a:pt x="622" y="106"/>
                    <a:pt x="622" y="107"/>
                  </a:cubicBezTo>
                  <a:cubicBezTo>
                    <a:pt x="622" y="108"/>
                    <a:pt x="609" y="108"/>
                    <a:pt x="608" y="109"/>
                  </a:cubicBezTo>
                  <a:cubicBezTo>
                    <a:pt x="608" y="111"/>
                    <a:pt x="603" y="111"/>
                    <a:pt x="598" y="111"/>
                  </a:cubicBezTo>
                  <a:cubicBezTo>
                    <a:pt x="592" y="111"/>
                    <a:pt x="594" y="114"/>
                    <a:pt x="590" y="114"/>
                  </a:cubicBezTo>
                  <a:cubicBezTo>
                    <a:pt x="585" y="115"/>
                    <a:pt x="583" y="115"/>
                    <a:pt x="582" y="118"/>
                  </a:cubicBezTo>
                  <a:cubicBezTo>
                    <a:pt x="581" y="120"/>
                    <a:pt x="577" y="120"/>
                    <a:pt x="576" y="119"/>
                  </a:cubicBezTo>
                  <a:cubicBezTo>
                    <a:pt x="574" y="117"/>
                    <a:pt x="570" y="119"/>
                    <a:pt x="572" y="120"/>
                  </a:cubicBezTo>
                  <a:cubicBezTo>
                    <a:pt x="574" y="120"/>
                    <a:pt x="572" y="122"/>
                    <a:pt x="571" y="122"/>
                  </a:cubicBezTo>
                  <a:cubicBezTo>
                    <a:pt x="570" y="121"/>
                    <a:pt x="566" y="124"/>
                    <a:pt x="568" y="124"/>
                  </a:cubicBezTo>
                  <a:cubicBezTo>
                    <a:pt x="570" y="123"/>
                    <a:pt x="571" y="125"/>
                    <a:pt x="570" y="127"/>
                  </a:cubicBezTo>
                  <a:cubicBezTo>
                    <a:pt x="569" y="128"/>
                    <a:pt x="564" y="125"/>
                    <a:pt x="563" y="126"/>
                  </a:cubicBezTo>
                  <a:cubicBezTo>
                    <a:pt x="562" y="128"/>
                    <a:pt x="565" y="129"/>
                    <a:pt x="567" y="129"/>
                  </a:cubicBezTo>
                  <a:cubicBezTo>
                    <a:pt x="570" y="129"/>
                    <a:pt x="571" y="130"/>
                    <a:pt x="571" y="132"/>
                  </a:cubicBezTo>
                  <a:cubicBezTo>
                    <a:pt x="571" y="133"/>
                    <a:pt x="566" y="131"/>
                    <a:pt x="565" y="132"/>
                  </a:cubicBezTo>
                  <a:cubicBezTo>
                    <a:pt x="564" y="134"/>
                    <a:pt x="566" y="134"/>
                    <a:pt x="568" y="134"/>
                  </a:cubicBezTo>
                  <a:cubicBezTo>
                    <a:pt x="570" y="135"/>
                    <a:pt x="569" y="136"/>
                    <a:pt x="571" y="137"/>
                  </a:cubicBezTo>
                  <a:cubicBezTo>
                    <a:pt x="571" y="138"/>
                    <a:pt x="571" y="138"/>
                    <a:pt x="571" y="138"/>
                  </a:cubicBezTo>
                  <a:cubicBezTo>
                    <a:pt x="572" y="139"/>
                    <a:pt x="570" y="140"/>
                    <a:pt x="570" y="141"/>
                  </a:cubicBezTo>
                  <a:cubicBezTo>
                    <a:pt x="571" y="143"/>
                    <a:pt x="568" y="144"/>
                    <a:pt x="568" y="142"/>
                  </a:cubicBezTo>
                  <a:cubicBezTo>
                    <a:pt x="568" y="141"/>
                    <a:pt x="561" y="140"/>
                    <a:pt x="560" y="142"/>
                  </a:cubicBezTo>
                  <a:cubicBezTo>
                    <a:pt x="559" y="143"/>
                    <a:pt x="558" y="145"/>
                    <a:pt x="556" y="143"/>
                  </a:cubicBezTo>
                  <a:cubicBezTo>
                    <a:pt x="554" y="142"/>
                    <a:pt x="550" y="144"/>
                    <a:pt x="544" y="144"/>
                  </a:cubicBezTo>
                  <a:cubicBezTo>
                    <a:pt x="537" y="144"/>
                    <a:pt x="525" y="145"/>
                    <a:pt x="522" y="146"/>
                  </a:cubicBezTo>
                  <a:cubicBezTo>
                    <a:pt x="519" y="147"/>
                    <a:pt x="516" y="151"/>
                    <a:pt x="519" y="154"/>
                  </a:cubicBezTo>
                  <a:cubicBezTo>
                    <a:pt x="522" y="157"/>
                    <a:pt x="519" y="158"/>
                    <a:pt x="519" y="160"/>
                  </a:cubicBezTo>
                  <a:cubicBezTo>
                    <a:pt x="519" y="162"/>
                    <a:pt x="526" y="166"/>
                    <a:pt x="530" y="166"/>
                  </a:cubicBezTo>
                  <a:cubicBezTo>
                    <a:pt x="534" y="166"/>
                    <a:pt x="538" y="171"/>
                    <a:pt x="535" y="174"/>
                  </a:cubicBezTo>
                  <a:cubicBezTo>
                    <a:pt x="533" y="177"/>
                    <a:pt x="526" y="173"/>
                    <a:pt x="521" y="170"/>
                  </a:cubicBezTo>
                  <a:cubicBezTo>
                    <a:pt x="516" y="166"/>
                    <a:pt x="505" y="164"/>
                    <a:pt x="502" y="165"/>
                  </a:cubicBezTo>
                  <a:cubicBezTo>
                    <a:pt x="498" y="165"/>
                    <a:pt x="500" y="161"/>
                    <a:pt x="496" y="162"/>
                  </a:cubicBezTo>
                  <a:cubicBezTo>
                    <a:pt x="491" y="162"/>
                    <a:pt x="487" y="166"/>
                    <a:pt x="490" y="166"/>
                  </a:cubicBezTo>
                  <a:cubicBezTo>
                    <a:pt x="493" y="166"/>
                    <a:pt x="495" y="166"/>
                    <a:pt x="494" y="167"/>
                  </a:cubicBezTo>
                  <a:cubicBezTo>
                    <a:pt x="492" y="169"/>
                    <a:pt x="495" y="168"/>
                    <a:pt x="498" y="170"/>
                  </a:cubicBezTo>
                  <a:cubicBezTo>
                    <a:pt x="502" y="171"/>
                    <a:pt x="495" y="174"/>
                    <a:pt x="491" y="171"/>
                  </a:cubicBezTo>
                  <a:cubicBezTo>
                    <a:pt x="488" y="168"/>
                    <a:pt x="483" y="171"/>
                    <a:pt x="482" y="173"/>
                  </a:cubicBezTo>
                  <a:cubicBezTo>
                    <a:pt x="481" y="175"/>
                    <a:pt x="487" y="181"/>
                    <a:pt x="493" y="182"/>
                  </a:cubicBezTo>
                  <a:cubicBezTo>
                    <a:pt x="500" y="183"/>
                    <a:pt x="498" y="185"/>
                    <a:pt x="501" y="186"/>
                  </a:cubicBezTo>
                  <a:cubicBezTo>
                    <a:pt x="504" y="187"/>
                    <a:pt x="502" y="188"/>
                    <a:pt x="500" y="188"/>
                  </a:cubicBezTo>
                  <a:cubicBezTo>
                    <a:pt x="498" y="188"/>
                    <a:pt x="493" y="185"/>
                    <a:pt x="490" y="183"/>
                  </a:cubicBezTo>
                  <a:cubicBezTo>
                    <a:pt x="487" y="182"/>
                    <a:pt x="478" y="184"/>
                    <a:pt x="476" y="182"/>
                  </a:cubicBezTo>
                  <a:cubicBezTo>
                    <a:pt x="474" y="180"/>
                    <a:pt x="477" y="178"/>
                    <a:pt x="475" y="177"/>
                  </a:cubicBezTo>
                  <a:cubicBezTo>
                    <a:pt x="474" y="175"/>
                    <a:pt x="475" y="172"/>
                    <a:pt x="477" y="168"/>
                  </a:cubicBezTo>
                  <a:cubicBezTo>
                    <a:pt x="480" y="165"/>
                    <a:pt x="477" y="159"/>
                    <a:pt x="474" y="158"/>
                  </a:cubicBezTo>
                  <a:cubicBezTo>
                    <a:pt x="470" y="157"/>
                    <a:pt x="471" y="160"/>
                    <a:pt x="471" y="161"/>
                  </a:cubicBezTo>
                  <a:cubicBezTo>
                    <a:pt x="472" y="162"/>
                    <a:pt x="472" y="167"/>
                    <a:pt x="469" y="170"/>
                  </a:cubicBezTo>
                  <a:cubicBezTo>
                    <a:pt x="467" y="173"/>
                    <a:pt x="459" y="173"/>
                    <a:pt x="459" y="175"/>
                  </a:cubicBezTo>
                  <a:cubicBezTo>
                    <a:pt x="459" y="177"/>
                    <a:pt x="454" y="179"/>
                    <a:pt x="456" y="180"/>
                  </a:cubicBezTo>
                  <a:cubicBezTo>
                    <a:pt x="458" y="182"/>
                    <a:pt x="464" y="190"/>
                    <a:pt x="465" y="192"/>
                  </a:cubicBezTo>
                  <a:cubicBezTo>
                    <a:pt x="466" y="194"/>
                    <a:pt x="459" y="202"/>
                    <a:pt x="461" y="206"/>
                  </a:cubicBezTo>
                  <a:cubicBezTo>
                    <a:pt x="462" y="211"/>
                    <a:pt x="460" y="213"/>
                    <a:pt x="461" y="215"/>
                  </a:cubicBezTo>
                  <a:cubicBezTo>
                    <a:pt x="462" y="217"/>
                    <a:pt x="465" y="215"/>
                    <a:pt x="467" y="216"/>
                  </a:cubicBezTo>
                  <a:cubicBezTo>
                    <a:pt x="469" y="217"/>
                    <a:pt x="473" y="215"/>
                    <a:pt x="477" y="214"/>
                  </a:cubicBezTo>
                  <a:cubicBezTo>
                    <a:pt x="482" y="213"/>
                    <a:pt x="490" y="218"/>
                    <a:pt x="493" y="219"/>
                  </a:cubicBezTo>
                  <a:cubicBezTo>
                    <a:pt x="496" y="221"/>
                    <a:pt x="495" y="223"/>
                    <a:pt x="496" y="226"/>
                  </a:cubicBezTo>
                  <a:cubicBezTo>
                    <a:pt x="498" y="228"/>
                    <a:pt x="493" y="228"/>
                    <a:pt x="493" y="232"/>
                  </a:cubicBezTo>
                  <a:cubicBezTo>
                    <a:pt x="493" y="236"/>
                    <a:pt x="502" y="237"/>
                    <a:pt x="502" y="238"/>
                  </a:cubicBezTo>
                  <a:cubicBezTo>
                    <a:pt x="503" y="240"/>
                    <a:pt x="496" y="239"/>
                    <a:pt x="493" y="238"/>
                  </a:cubicBezTo>
                  <a:cubicBezTo>
                    <a:pt x="490" y="237"/>
                    <a:pt x="490" y="233"/>
                    <a:pt x="489" y="232"/>
                  </a:cubicBezTo>
                  <a:cubicBezTo>
                    <a:pt x="488" y="232"/>
                    <a:pt x="491" y="229"/>
                    <a:pt x="491" y="226"/>
                  </a:cubicBezTo>
                  <a:cubicBezTo>
                    <a:pt x="491" y="224"/>
                    <a:pt x="488" y="222"/>
                    <a:pt x="487" y="221"/>
                  </a:cubicBezTo>
                  <a:cubicBezTo>
                    <a:pt x="486" y="219"/>
                    <a:pt x="484" y="217"/>
                    <a:pt x="482" y="217"/>
                  </a:cubicBezTo>
                  <a:cubicBezTo>
                    <a:pt x="479" y="218"/>
                    <a:pt x="471" y="219"/>
                    <a:pt x="469" y="221"/>
                  </a:cubicBezTo>
                  <a:cubicBezTo>
                    <a:pt x="466" y="223"/>
                    <a:pt x="469" y="229"/>
                    <a:pt x="470" y="233"/>
                  </a:cubicBezTo>
                  <a:cubicBezTo>
                    <a:pt x="472" y="236"/>
                    <a:pt x="463" y="240"/>
                    <a:pt x="463" y="242"/>
                  </a:cubicBezTo>
                  <a:cubicBezTo>
                    <a:pt x="464" y="245"/>
                    <a:pt x="461" y="246"/>
                    <a:pt x="457" y="248"/>
                  </a:cubicBezTo>
                  <a:cubicBezTo>
                    <a:pt x="453" y="250"/>
                    <a:pt x="449" y="252"/>
                    <a:pt x="449" y="255"/>
                  </a:cubicBezTo>
                  <a:cubicBezTo>
                    <a:pt x="449" y="258"/>
                    <a:pt x="444" y="256"/>
                    <a:pt x="442" y="255"/>
                  </a:cubicBezTo>
                  <a:cubicBezTo>
                    <a:pt x="439" y="253"/>
                    <a:pt x="436" y="256"/>
                    <a:pt x="432" y="256"/>
                  </a:cubicBezTo>
                  <a:cubicBezTo>
                    <a:pt x="428" y="255"/>
                    <a:pt x="428" y="252"/>
                    <a:pt x="425" y="253"/>
                  </a:cubicBezTo>
                  <a:cubicBezTo>
                    <a:pt x="422" y="255"/>
                    <a:pt x="420" y="252"/>
                    <a:pt x="421" y="250"/>
                  </a:cubicBezTo>
                  <a:cubicBezTo>
                    <a:pt x="422" y="248"/>
                    <a:pt x="425" y="249"/>
                    <a:pt x="426" y="251"/>
                  </a:cubicBezTo>
                  <a:cubicBezTo>
                    <a:pt x="426" y="253"/>
                    <a:pt x="428" y="252"/>
                    <a:pt x="431" y="250"/>
                  </a:cubicBezTo>
                  <a:cubicBezTo>
                    <a:pt x="433" y="249"/>
                    <a:pt x="432" y="252"/>
                    <a:pt x="435" y="252"/>
                  </a:cubicBezTo>
                  <a:cubicBezTo>
                    <a:pt x="439" y="253"/>
                    <a:pt x="437" y="251"/>
                    <a:pt x="440" y="251"/>
                  </a:cubicBezTo>
                  <a:cubicBezTo>
                    <a:pt x="442" y="251"/>
                    <a:pt x="443" y="250"/>
                    <a:pt x="442" y="249"/>
                  </a:cubicBezTo>
                  <a:cubicBezTo>
                    <a:pt x="441" y="247"/>
                    <a:pt x="444" y="246"/>
                    <a:pt x="445" y="246"/>
                  </a:cubicBezTo>
                  <a:cubicBezTo>
                    <a:pt x="447" y="245"/>
                    <a:pt x="446" y="242"/>
                    <a:pt x="448" y="241"/>
                  </a:cubicBezTo>
                  <a:cubicBezTo>
                    <a:pt x="450" y="240"/>
                    <a:pt x="449" y="239"/>
                    <a:pt x="450" y="239"/>
                  </a:cubicBezTo>
                  <a:cubicBezTo>
                    <a:pt x="452" y="238"/>
                    <a:pt x="453" y="236"/>
                    <a:pt x="454" y="236"/>
                  </a:cubicBezTo>
                  <a:cubicBezTo>
                    <a:pt x="456" y="236"/>
                    <a:pt x="457" y="233"/>
                    <a:pt x="456" y="232"/>
                  </a:cubicBezTo>
                  <a:cubicBezTo>
                    <a:pt x="455" y="230"/>
                    <a:pt x="457" y="227"/>
                    <a:pt x="458" y="226"/>
                  </a:cubicBezTo>
                  <a:cubicBezTo>
                    <a:pt x="460" y="226"/>
                    <a:pt x="460" y="224"/>
                    <a:pt x="458" y="223"/>
                  </a:cubicBezTo>
                  <a:cubicBezTo>
                    <a:pt x="457" y="222"/>
                    <a:pt x="451" y="218"/>
                    <a:pt x="452" y="216"/>
                  </a:cubicBezTo>
                  <a:cubicBezTo>
                    <a:pt x="452" y="213"/>
                    <a:pt x="451" y="209"/>
                    <a:pt x="452" y="207"/>
                  </a:cubicBezTo>
                  <a:cubicBezTo>
                    <a:pt x="452" y="205"/>
                    <a:pt x="452" y="202"/>
                    <a:pt x="451" y="199"/>
                  </a:cubicBezTo>
                  <a:cubicBezTo>
                    <a:pt x="451" y="197"/>
                    <a:pt x="453" y="195"/>
                    <a:pt x="454" y="190"/>
                  </a:cubicBezTo>
                  <a:cubicBezTo>
                    <a:pt x="454" y="186"/>
                    <a:pt x="449" y="182"/>
                    <a:pt x="447" y="181"/>
                  </a:cubicBezTo>
                  <a:cubicBezTo>
                    <a:pt x="444" y="180"/>
                    <a:pt x="446" y="178"/>
                    <a:pt x="449" y="175"/>
                  </a:cubicBezTo>
                  <a:cubicBezTo>
                    <a:pt x="453" y="172"/>
                    <a:pt x="453" y="162"/>
                    <a:pt x="453" y="160"/>
                  </a:cubicBezTo>
                  <a:cubicBezTo>
                    <a:pt x="453" y="158"/>
                    <a:pt x="445" y="156"/>
                    <a:pt x="443" y="157"/>
                  </a:cubicBezTo>
                  <a:cubicBezTo>
                    <a:pt x="440" y="157"/>
                    <a:pt x="429" y="156"/>
                    <a:pt x="427" y="156"/>
                  </a:cubicBezTo>
                  <a:cubicBezTo>
                    <a:pt x="424" y="155"/>
                    <a:pt x="423" y="158"/>
                    <a:pt x="422" y="161"/>
                  </a:cubicBezTo>
                  <a:cubicBezTo>
                    <a:pt x="421" y="163"/>
                    <a:pt x="418" y="167"/>
                    <a:pt x="416" y="173"/>
                  </a:cubicBezTo>
                  <a:cubicBezTo>
                    <a:pt x="415" y="178"/>
                    <a:pt x="408" y="180"/>
                    <a:pt x="405" y="181"/>
                  </a:cubicBezTo>
                  <a:cubicBezTo>
                    <a:pt x="402" y="182"/>
                    <a:pt x="400" y="187"/>
                    <a:pt x="402" y="189"/>
                  </a:cubicBezTo>
                  <a:cubicBezTo>
                    <a:pt x="403" y="191"/>
                    <a:pt x="405" y="189"/>
                    <a:pt x="406" y="190"/>
                  </a:cubicBezTo>
                  <a:cubicBezTo>
                    <a:pt x="408" y="190"/>
                    <a:pt x="406" y="196"/>
                    <a:pt x="405" y="196"/>
                  </a:cubicBezTo>
                  <a:cubicBezTo>
                    <a:pt x="404" y="197"/>
                    <a:pt x="407" y="199"/>
                    <a:pt x="405" y="200"/>
                  </a:cubicBezTo>
                  <a:cubicBezTo>
                    <a:pt x="403" y="202"/>
                    <a:pt x="401" y="205"/>
                    <a:pt x="402" y="206"/>
                  </a:cubicBezTo>
                  <a:cubicBezTo>
                    <a:pt x="403" y="208"/>
                    <a:pt x="409" y="208"/>
                    <a:pt x="412" y="210"/>
                  </a:cubicBezTo>
                  <a:cubicBezTo>
                    <a:pt x="414" y="211"/>
                    <a:pt x="413" y="214"/>
                    <a:pt x="415" y="217"/>
                  </a:cubicBezTo>
                  <a:cubicBezTo>
                    <a:pt x="417" y="219"/>
                    <a:pt x="420" y="218"/>
                    <a:pt x="421" y="219"/>
                  </a:cubicBezTo>
                  <a:cubicBezTo>
                    <a:pt x="422" y="221"/>
                    <a:pt x="417" y="227"/>
                    <a:pt x="415" y="228"/>
                  </a:cubicBezTo>
                  <a:cubicBezTo>
                    <a:pt x="414" y="228"/>
                    <a:pt x="407" y="221"/>
                    <a:pt x="405" y="220"/>
                  </a:cubicBezTo>
                  <a:cubicBezTo>
                    <a:pt x="403" y="218"/>
                    <a:pt x="395" y="216"/>
                    <a:pt x="392" y="214"/>
                  </a:cubicBezTo>
                  <a:cubicBezTo>
                    <a:pt x="388" y="212"/>
                    <a:pt x="385" y="212"/>
                    <a:pt x="380" y="209"/>
                  </a:cubicBezTo>
                  <a:cubicBezTo>
                    <a:pt x="376" y="206"/>
                    <a:pt x="373" y="205"/>
                    <a:pt x="365" y="205"/>
                  </a:cubicBezTo>
                  <a:cubicBezTo>
                    <a:pt x="357" y="205"/>
                    <a:pt x="352" y="203"/>
                    <a:pt x="349" y="204"/>
                  </a:cubicBezTo>
                  <a:cubicBezTo>
                    <a:pt x="347" y="204"/>
                    <a:pt x="348" y="201"/>
                    <a:pt x="343" y="199"/>
                  </a:cubicBezTo>
                  <a:cubicBezTo>
                    <a:pt x="339" y="197"/>
                    <a:pt x="336" y="194"/>
                    <a:pt x="333" y="196"/>
                  </a:cubicBezTo>
                  <a:cubicBezTo>
                    <a:pt x="330" y="197"/>
                    <a:pt x="331" y="202"/>
                    <a:pt x="335" y="203"/>
                  </a:cubicBezTo>
                  <a:cubicBezTo>
                    <a:pt x="339" y="203"/>
                    <a:pt x="337" y="205"/>
                    <a:pt x="342" y="205"/>
                  </a:cubicBezTo>
                  <a:cubicBezTo>
                    <a:pt x="346" y="205"/>
                    <a:pt x="347" y="206"/>
                    <a:pt x="347" y="209"/>
                  </a:cubicBezTo>
                  <a:cubicBezTo>
                    <a:pt x="347" y="212"/>
                    <a:pt x="349" y="214"/>
                    <a:pt x="351" y="216"/>
                  </a:cubicBezTo>
                  <a:cubicBezTo>
                    <a:pt x="353" y="218"/>
                    <a:pt x="352" y="221"/>
                    <a:pt x="348" y="221"/>
                  </a:cubicBezTo>
                  <a:cubicBezTo>
                    <a:pt x="345" y="221"/>
                    <a:pt x="341" y="221"/>
                    <a:pt x="343" y="223"/>
                  </a:cubicBezTo>
                  <a:cubicBezTo>
                    <a:pt x="344" y="226"/>
                    <a:pt x="342" y="226"/>
                    <a:pt x="338" y="225"/>
                  </a:cubicBezTo>
                  <a:cubicBezTo>
                    <a:pt x="335" y="224"/>
                    <a:pt x="337" y="222"/>
                    <a:pt x="338" y="220"/>
                  </a:cubicBezTo>
                  <a:cubicBezTo>
                    <a:pt x="340" y="219"/>
                    <a:pt x="335" y="217"/>
                    <a:pt x="333" y="216"/>
                  </a:cubicBezTo>
                  <a:cubicBezTo>
                    <a:pt x="331" y="216"/>
                    <a:pt x="322" y="222"/>
                    <a:pt x="320" y="223"/>
                  </a:cubicBezTo>
                  <a:cubicBezTo>
                    <a:pt x="318" y="224"/>
                    <a:pt x="312" y="221"/>
                    <a:pt x="306" y="223"/>
                  </a:cubicBezTo>
                  <a:cubicBezTo>
                    <a:pt x="300" y="224"/>
                    <a:pt x="300" y="229"/>
                    <a:pt x="298" y="229"/>
                  </a:cubicBezTo>
                  <a:cubicBezTo>
                    <a:pt x="296" y="228"/>
                    <a:pt x="289" y="229"/>
                    <a:pt x="287" y="228"/>
                  </a:cubicBezTo>
                  <a:cubicBezTo>
                    <a:pt x="284" y="226"/>
                    <a:pt x="286" y="225"/>
                    <a:pt x="289" y="225"/>
                  </a:cubicBezTo>
                  <a:cubicBezTo>
                    <a:pt x="291" y="226"/>
                    <a:pt x="292" y="225"/>
                    <a:pt x="291" y="223"/>
                  </a:cubicBezTo>
                  <a:cubicBezTo>
                    <a:pt x="289" y="221"/>
                    <a:pt x="293" y="218"/>
                    <a:pt x="293" y="217"/>
                  </a:cubicBezTo>
                  <a:cubicBezTo>
                    <a:pt x="293" y="216"/>
                    <a:pt x="283" y="219"/>
                    <a:pt x="281" y="221"/>
                  </a:cubicBezTo>
                  <a:cubicBezTo>
                    <a:pt x="280" y="222"/>
                    <a:pt x="281" y="224"/>
                    <a:pt x="280" y="225"/>
                  </a:cubicBezTo>
                  <a:cubicBezTo>
                    <a:pt x="278" y="226"/>
                    <a:pt x="278" y="224"/>
                    <a:pt x="276" y="223"/>
                  </a:cubicBezTo>
                  <a:cubicBezTo>
                    <a:pt x="274" y="222"/>
                    <a:pt x="259" y="226"/>
                    <a:pt x="257" y="229"/>
                  </a:cubicBezTo>
                  <a:cubicBezTo>
                    <a:pt x="254" y="232"/>
                    <a:pt x="249" y="232"/>
                    <a:pt x="249" y="234"/>
                  </a:cubicBezTo>
                  <a:cubicBezTo>
                    <a:pt x="249" y="236"/>
                    <a:pt x="242" y="235"/>
                    <a:pt x="239" y="237"/>
                  </a:cubicBezTo>
                  <a:cubicBezTo>
                    <a:pt x="237" y="238"/>
                    <a:pt x="238" y="243"/>
                    <a:pt x="237" y="245"/>
                  </a:cubicBezTo>
                  <a:cubicBezTo>
                    <a:pt x="236" y="248"/>
                    <a:pt x="226" y="247"/>
                    <a:pt x="223" y="247"/>
                  </a:cubicBezTo>
                  <a:cubicBezTo>
                    <a:pt x="220" y="247"/>
                    <a:pt x="219" y="241"/>
                    <a:pt x="216" y="241"/>
                  </a:cubicBezTo>
                  <a:cubicBezTo>
                    <a:pt x="214" y="241"/>
                    <a:pt x="215" y="237"/>
                    <a:pt x="216" y="236"/>
                  </a:cubicBezTo>
                  <a:cubicBezTo>
                    <a:pt x="217" y="234"/>
                    <a:pt x="219" y="235"/>
                    <a:pt x="222" y="233"/>
                  </a:cubicBezTo>
                  <a:cubicBezTo>
                    <a:pt x="225" y="231"/>
                    <a:pt x="228" y="234"/>
                    <a:pt x="229" y="233"/>
                  </a:cubicBezTo>
                  <a:cubicBezTo>
                    <a:pt x="231" y="232"/>
                    <a:pt x="225" y="228"/>
                    <a:pt x="224" y="225"/>
                  </a:cubicBezTo>
                  <a:cubicBezTo>
                    <a:pt x="224" y="222"/>
                    <a:pt x="217" y="221"/>
                    <a:pt x="214" y="222"/>
                  </a:cubicBezTo>
                  <a:cubicBezTo>
                    <a:pt x="210" y="223"/>
                    <a:pt x="206" y="222"/>
                    <a:pt x="203" y="221"/>
                  </a:cubicBezTo>
                  <a:cubicBezTo>
                    <a:pt x="201" y="220"/>
                    <a:pt x="201" y="223"/>
                    <a:pt x="205" y="224"/>
                  </a:cubicBezTo>
                  <a:cubicBezTo>
                    <a:pt x="209" y="225"/>
                    <a:pt x="207" y="228"/>
                    <a:pt x="207" y="230"/>
                  </a:cubicBezTo>
                  <a:cubicBezTo>
                    <a:pt x="208" y="232"/>
                    <a:pt x="206" y="236"/>
                    <a:pt x="204" y="239"/>
                  </a:cubicBezTo>
                  <a:cubicBezTo>
                    <a:pt x="202" y="242"/>
                    <a:pt x="203" y="242"/>
                    <a:pt x="207" y="242"/>
                  </a:cubicBezTo>
                  <a:cubicBezTo>
                    <a:pt x="210" y="242"/>
                    <a:pt x="210" y="246"/>
                    <a:pt x="210" y="250"/>
                  </a:cubicBezTo>
                  <a:cubicBezTo>
                    <a:pt x="210" y="253"/>
                    <a:pt x="207" y="254"/>
                    <a:pt x="207" y="256"/>
                  </a:cubicBezTo>
                  <a:cubicBezTo>
                    <a:pt x="207" y="259"/>
                    <a:pt x="204" y="255"/>
                    <a:pt x="204" y="256"/>
                  </a:cubicBezTo>
                  <a:cubicBezTo>
                    <a:pt x="203" y="257"/>
                    <a:pt x="202" y="256"/>
                    <a:pt x="201" y="254"/>
                  </a:cubicBezTo>
                  <a:cubicBezTo>
                    <a:pt x="201" y="252"/>
                    <a:pt x="195" y="253"/>
                    <a:pt x="193" y="252"/>
                  </a:cubicBezTo>
                  <a:cubicBezTo>
                    <a:pt x="190" y="251"/>
                    <a:pt x="189" y="252"/>
                    <a:pt x="187" y="255"/>
                  </a:cubicBezTo>
                  <a:cubicBezTo>
                    <a:pt x="186" y="257"/>
                    <a:pt x="182" y="258"/>
                    <a:pt x="180" y="258"/>
                  </a:cubicBezTo>
                  <a:cubicBezTo>
                    <a:pt x="177" y="258"/>
                    <a:pt x="174" y="262"/>
                    <a:pt x="172" y="264"/>
                  </a:cubicBezTo>
                  <a:cubicBezTo>
                    <a:pt x="169" y="265"/>
                    <a:pt x="169" y="268"/>
                    <a:pt x="172" y="271"/>
                  </a:cubicBezTo>
                  <a:cubicBezTo>
                    <a:pt x="175" y="274"/>
                    <a:pt x="176" y="276"/>
                    <a:pt x="176" y="278"/>
                  </a:cubicBezTo>
                  <a:cubicBezTo>
                    <a:pt x="175" y="279"/>
                    <a:pt x="167" y="279"/>
                    <a:pt x="166" y="277"/>
                  </a:cubicBezTo>
                  <a:cubicBezTo>
                    <a:pt x="164" y="275"/>
                    <a:pt x="159" y="275"/>
                    <a:pt x="157" y="275"/>
                  </a:cubicBezTo>
                  <a:cubicBezTo>
                    <a:pt x="155" y="275"/>
                    <a:pt x="150" y="269"/>
                    <a:pt x="147" y="269"/>
                  </a:cubicBezTo>
                  <a:cubicBezTo>
                    <a:pt x="145" y="269"/>
                    <a:pt x="143" y="272"/>
                    <a:pt x="142" y="274"/>
                  </a:cubicBezTo>
                  <a:cubicBezTo>
                    <a:pt x="141" y="276"/>
                    <a:pt x="143" y="276"/>
                    <a:pt x="145" y="279"/>
                  </a:cubicBezTo>
                  <a:cubicBezTo>
                    <a:pt x="146" y="282"/>
                    <a:pt x="151" y="282"/>
                    <a:pt x="153" y="282"/>
                  </a:cubicBezTo>
                  <a:cubicBezTo>
                    <a:pt x="155" y="282"/>
                    <a:pt x="154" y="285"/>
                    <a:pt x="154" y="287"/>
                  </a:cubicBezTo>
                  <a:cubicBezTo>
                    <a:pt x="153" y="288"/>
                    <a:pt x="149" y="289"/>
                    <a:pt x="147" y="288"/>
                  </a:cubicBezTo>
                  <a:cubicBezTo>
                    <a:pt x="146" y="286"/>
                    <a:pt x="141" y="288"/>
                    <a:pt x="141" y="286"/>
                  </a:cubicBezTo>
                  <a:cubicBezTo>
                    <a:pt x="141" y="284"/>
                    <a:pt x="137" y="281"/>
                    <a:pt x="133" y="281"/>
                  </a:cubicBezTo>
                  <a:cubicBezTo>
                    <a:pt x="129" y="282"/>
                    <a:pt x="128" y="280"/>
                    <a:pt x="129" y="277"/>
                  </a:cubicBezTo>
                  <a:cubicBezTo>
                    <a:pt x="129" y="274"/>
                    <a:pt x="127" y="272"/>
                    <a:pt x="127" y="270"/>
                  </a:cubicBezTo>
                  <a:cubicBezTo>
                    <a:pt x="127" y="269"/>
                    <a:pt x="125" y="266"/>
                    <a:pt x="127" y="265"/>
                  </a:cubicBezTo>
                  <a:cubicBezTo>
                    <a:pt x="129" y="264"/>
                    <a:pt x="127" y="262"/>
                    <a:pt x="128" y="260"/>
                  </a:cubicBezTo>
                  <a:cubicBezTo>
                    <a:pt x="128" y="258"/>
                    <a:pt x="124" y="255"/>
                    <a:pt x="121" y="255"/>
                  </a:cubicBezTo>
                  <a:cubicBezTo>
                    <a:pt x="118" y="255"/>
                    <a:pt x="119" y="252"/>
                    <a:pt x="116" y="251"/>
                  </a:cubicBezTo>
                  <a:cubicBezTo>
                    <a:pt x="113" y="251"/>
                    <a:pt x="108" y="246"/>
                    <a:pt x="108" y="244"/>
                  </a:cubicBezTo>
                  <a:cubicBezTo>
                    <a:pt x="107" y="242"/>
                    <a:pt x="103" y="242"/>
                    <a:pt x="105" y="242"/>
                  </a:cubicBezTo>
                  <a:cubicBezTo>
                    <a:pt x="106" y="241"/>
                    <a:pt x="109" y="242"/>
                    <a:pt x="111" y="244"/>
                  </a:cubicBezTo>
                  <a:cubicBezTo>
                    <a:pt x="114" y="246"/>
                    <a:pt x="117" y="248"/>
                    <a:pt x="123" y="249"/>
                  </a:cubicBezTo>
                  <a:cubicBezTo>
                    <a:pt x="129" y="250"/>
                    <a:pt x="131" y="253"/>
                    <a:pt x="138" y="254"/>
                  </a:cubicBezTo>
                  <a:cubicBezTo>
                    <a:pt x="144" y="255"/>
                    <a:pt x="148" y="256"/>
                    <a:pt x="158" y="257"/>
                  </a:cubicBezTo>
                  <a:cubicBezTo>
                    <a:pt x="167" y="258"/>
                    <a:pt x="179" y="249"/>
                    <a:pt x="182" y="246"/>
                  </a:cubicBezTo>
                  <a:cubicBezTo>
                    <a:pt x="185" y="244"/>
                    <a:pt x="181" y="238"/>
                    <a:pt x="181" y="236"/>
                  </a:cubicBezTo>
                  <a:cubicBezTo>
                    <a:pt x="181" y="234"/>
                    <a:pt x="177" y="234"/>
                    <a:pt x="176" y="233"/>
                  </a:cubicBezTo>
                  <a:cubicBezTo>
                    <a:pt x="176" y="231"/>
                    <a:pt x="173" y="228"/>
                    <a:pt x="169" y="228"/>
                  </a:cubicBezTo>
                  <a:cubicBezTo>
                    <a:pt x="166" y="228"/>
                    <a:pt x="165" y="224"/>
                    <a:pt x="162" y="224"/>
                  </a:cubicBezTo>
                  <a:cubicBezTo>
                    <a:pt x="160" y="225"/>
                    <a:pt x="158" y="223"/>
                    <a:pt x="150" y="218"/>
                  </a:cubicBezTo>
                  <a:cubicBezTo>
                    <a:pt x="143" y="213"/>
                    <a:pt x="132" y="210"/>
                    <a:pt x="130" y="210"/>
                  </a:cubicBezTo>
                  <a:cubicBezTo>
                    <a:pt x="129" y="211"/>
                    <a:pt x="127" y="212"/>
                    <a:pt x="126" y="210"/>
                  </a:cubicBezTo>
                  <a:cubicBezTo>
                    <a:pt x="125" y="208"/>
                    <a:pt x="122" y="208"/>
                    <a:pt x="120" y="210"/>
                  </a:cubicBezTo>
                  <a:cubicBezTo>
                    <a:pt x="118" y="211"/>
                    <a:pt x="116" y="209"/>
                    <a:pt x="112" y="209"/>
                  </a:cubicBezTo>
                  <a:cubicBezTo>
                    <a:pt x="108" y="210"/>
                    <a:pt x="106" y="208"/>
                    <a:pt x="107" y="207"/>
                  </a:cubicBezTo>
                  <a:cubicBezTo>
                    <a:pt x="108" y="206"/>
                    <a:pt x="114" y="207"/>
                    <a:pt x="114" y="205"/>
                  </a:cubicBezTo>
                  <a:cubicBezTo>
                    <a:pt x="113" y="203"/>
                    <a:pt x="111" y="205"/>
                    <a:pt x="108" y="202"/>
                  </a:cubicBezTo>
                  <a:cubicBezTo>
                    <a:pt x="105" y="200"/>
                    <a:pt x="103" y="202"/>
                    <a:pt x="102" y="204"/>
                  </a:cubicBezTo>
                  <a:cubicBezTo>
                    <a:pt x="101" y="205"/>
                    <a:pt x="99" y="205"/>
                    <a:pt x="97" y="203"/>
                  </a:cubicBezTo>
                  <a:cubicBezTo>
                    <a:pt x="97" y="203"/>
                    <a:pt x="97" y="203"/>
                    <a:pt x="96" y="203"/>
                  </a:cubicBezTo>
                  <a:cubicBezTo>
                    <a:pt x="96" y="206"/>
                    <a:pt x="94" y="206"/>
                    <a:pt x="92" y="206"/>
                  </a:cubicBezTo>
                  <a:cubicBezTo>
                    <a:pt x="90" y="205"/>
                    <a:pt x="88" y="209"/>
                    <a:pt x="85" y="209"/>
                  </a:cubicBezTo>
                  <a:cubicBezTo>
                    <a:pt x="83" y="209"/>
                    <a:pt x="80" y="212"/>
                    <a:pt x="79" y="214"/>
                  </a:cubicBezTo>
                  <a:cubicBezTo>
                    <a:pt x="79" y="216"/>
                    <a:pt x="76" y="215"/>
                    <a:pt x="76" y="217"/>
                  </a:cubicBezTo>
                  <a:cubicBezTo>
                    <a:pt x="76" y="218"/>
                    <a:pt x="76" y="220"/>
                    <a:pt x="75" y="221"/>
                  </a:cubicBezTo>
                  <a:cubicBezTo>
                    <a:pt x="74" y="223"/>
                    <a:pt x="75" y="223"/>
                    <a:pt x="76" y="226"/>
                  </a:cubicBezTo>
                  <a:cubicBezTo>
                    <a:pt x="77" y="228"/>
                    <a:pt x="80" y="228"/>
                    <a:pt x="81" y="229"/>
                  </a:cubicBezTo>
                  <a:cubicBezTo>
                    <a:pt x="83" y="230"/>
                    <a:pt x="87" y="234"/>
                    <a:pt x="87" y="235"/>
                  </a:cubicBezTo>
                  <a:cubicBezTo>
                    <a:pt x="87" y="237"/>
                    <a:pt x="84" y="240"/>
                    <a:pt x="82" y="241"/>
                  </a:cubicBezTo>
                  <a:cubicBezTo>
                    <a:pt x="81" y="242"/>
                    <a:pt x="79" y="245"/>
                    <a:pt x="80" y="246"/>
                  </a:cubicBezTo>
                  <a:cubicBezTo>
                    <a:pt x="81" y="248"/>
                    <a:pt x="85" y="254"/>
                    <a:pt x="88" y="259"/>
                  </a:cubicBezTo>
                  <a:cubicBezTo>
                    <a:pt x="90" y="264"/>
                    <a:pt x="87" y="262"/>
                    <a:pt x="85" y="264"/>
                  </a:cubicBezTo>
                  <a:cubicBezTo>
                    <a:pt x="83" y="266"/>
                    <a:pt x="86" y="269"/>
                    <a:pt x="86" y="270"/>
                  </a:cubicBezTo>
                  <a:cubicBezTo>
                    <a:pt x="87" y="272"/>
                    <a:pt x="84" y="272"/>
                    <a:pt x="84" y="273"/>
                  </a:cubicBezTo>
                  <a:cubicBezTo>
                    <a:pt x="84" y="274"/>
                    <a:pt x="88" y="275"/>
                    <a:pt x="88" y="276"/>
                  </a:cubicBezTo>
                  <a:cubicBezTo>
                    <a:pt x="89" y="277"/>
                    <a:pt x="86" y="278"/>
                    <a:pt x="87" y="280"/>
                  </a:cubicBezTo>
                  <a:cubicBezTo>
                    <a:pt x="88" y="282"/>
                    <a:pt x="91" y="282"/>
                    <a:pt x="92" y="284"/>
                  </a:cubicBezTo>
                  <a:cubicBezTo>
                    <a:pt x="92" y="287"/>
                    <a:pt x="86" y="287"/>
                    <a:pt x="86" y="289"/>
                  </a:cubicBezTo>
                  <a:cubicBezTo>
                    <a:pt x="87" y="291"/>
                    <a:pt x="94" y="294"/>
                    <a:pt x="97" y="297"/>
                  </a:cubicBezTo>
                  <a:cubicBezTo>
                    <a:pt x="100" y="301"/>
                    <a:pt x="100" y="302"/>
                    <a:pt x="99" y="304"/>
                  </a:cubicBezTo>
                  <a:cubicBezTo>
                    <a:pt x="98" y="308"/>
                    <a:pt x="89" y="311"/>
                    <a:pt x="87" y="316"/>
                  </a:cubicBezTo>
                  <a:cubicBezTo>
                    <a:pt x="85" y="320"/>
                    <a:pt x="77" y="323"/>
                    <a:pt x="74" y="326"/>
                  </a:cubicBezTo>
                  <a:cubicBezTo>
                    <a:pt x="73" y="328"/>
                    <a:pt x="71" y="330"/>
                    <a:pt x="70" y="332"/>
                  </a:cubicBezTo>
                  <a:cubicBezTo>
                    <a:pt x="71" y="331"/>
                    <a:pt x="73" y="331"/>
                    <a:pt x="74" y="330"/>
                  </a:cubicBezTo>
                  <a:cubicBezTo>
                    <a:pt x="75" y="329"/>
                    <a:pt x="77" y="334"/>
                    <a:pt x="79" y="336"/>
                  </a:cubicBezTo>
                  <a:cubicBezTo>
                    <a:pt x="81" y="337"/>
                    <a:pt x="85" y="336"/>
                    <a:pt x="86" y="337"/>
                  </a:cubicBezTo>
                  <a:cubicBezTo>
                    <a:pt x="88" y="339"/>
                    <a:pt x="85" y="339"/>
                    <a:pt x="82" y="338"/>
                  </a:cubicBezTo>
                  <a:cubicBezTo>
                    <a:pt x="79" y="338"/>
                    <a:pt x="79" y="340"/>
                    <a:pt x="74" y="341"/>
                  </a:cubicBezTo>
                  <a:cubicBezTo>
                    <a:pt x="71" y="342"/>
                    <a:pt x="71" y="344"/>
                    <a:pt x="70" y="344"/>
                  </a:cubicBezTo>
                  <a:cubicBezTo>
                    <a:pt x="72" y="347"/>
                    <a:pt x="69" y="348"/>
                    <a:pt x="68" y="350"/>
                  </a:cubicBezTo>
                  <a:cubicBezTo>
                    <a:pt x="67" y="352"/>
                    <a:pt x="66" y="353"/>
                    <a:pt x="65" y="354"/>
                  </a:cubicBezTo>
                  <a:cubicBezTo>
                    <a:pt x="65" y="356"/>
                    <a:pt x="66" y="357"/>
                    <a:pt x="66" y="359"/>
                  </a:cubicBezTo>
                  <a:cubicBezTo>
                    <a:pt x="66" y="361"/>
                    <a:pt x="67" y="362"/>
                    <a:pt x="68" y="364"/>
                  </a:cubicBezTo>
                  <a:cubicBezTo>
                    <a:pt x="69" y="365"/>
                    <a:pt x="67" y="365"/>
                    <a:pt x="66" y="366"/>
                  </a:cubicBezTo>
                  <a:cubicBezTo>
                    <a:pt x="65" y="367"/>
                    <a:pt x="65" y="369"/>
                    <a:pt x="67" y="371"/>
                  </a:cubicBezTo>
                  <a:cubicBezTo>
                    <a:pt x="68" y="372"/>
                    <a:pt x="68" y="374"/>
                    <a:pt x="68" y="376"/>
                  </a:cubicBezTo>
                  <a:cubicBezTo>
                    <a:pt x="67" y="377"/>
                    <a:pt x="69" y="379"/>
                    <a:pt x="70" y="380"/>
                  </a:cubicBezTo>
                  <a:cubicBezTo>
                    <a:pt x="72" y="382"/>
                    <a:pt x="71" y="385"/>
                    <a:pt x="73" y="386"/>
                  </a:cubicBezTo>
                  <a:cubicBezTo>
                    <a:pt x="74" y="387"/>
                    <a:pt x="75" y="388"/>
                    <a:pt x="77" y="388"/>
                  </a:cubicBezTo>
                  <a:cubicBezTo>
                    <a:pt x="79" y="387"/>
                    <a:pt x="80" y="388"/>
                    <a:pt x="81" y="390"/>
                  </a:cubicBezTo>
                  <a:cubicBezTo>
                    <a:pt x="82" y="391"/>
                    <a:pt x="84" y="390"/>
                    <a:pt x="86" y="390"/>
                  </a:cubicBezTo>
                  <a:cubicBezTo>
                    <a:pt x="88" y="389"/>
                    <a:pt x="93" y="391"/>
                    <a:pt x="94" y="392"/>
                  </a:cubicBezTo>
                  <a:cubicBezTo>
                    <a:pt x="95" y="392"/>
                    <a:pt x="94" y="396"/>
                    <a:pt x="94" y="398"/>
                  </a:cubicBezTo>
                  <a:cubicBezTo>
                    <a:pt x="95" y="400"/>
                    <a:pt x="93" y="402"/>
                    <a:pt x="95" y="404"/>
                  </a:cubicBezTo>
                  <a:cubicBezTo>
                    <a:pt x="97" y="405"/>
                    <a:pt x="97" y="408"/>
                    <a:pt x="99" y="409"/>
                  </a:cubicBezTo>
                  <a:cubicBezTo>
                    <a:pt x="102" y="410"/>
                    <a:pt x="103" y="413"/>
                    <a:pt x="104" y="413"/>
                  </a:cubicBezTo>
                  <a:cubicBezTo>
                    <a:pt x="106" y="414"/>
                    <a:pt x="108" y="416"/>
                    <a:pt x="109" y="418"/>
                  </a:cubicBezTo>
                  <a:cubicBezTo>
                    <a:pt x="109" y="419"/>
                    <a:pt x="106" y="421"/>
                    <a:pt x="104" y="422"/>
                  </a:cubicBezTo>
                  <a:cubicBezTo>
                    <a:pt x="103" y="422"/>
                    <a:pt x="100" y="419"/>
                    <a:pt x="99" y="421"/>
                  </a:cubicBezTo>
                  <a:cubicBezTo>
                    <a:pt x="97" y="422"/>
                    <a:pt x="99" y="424"/>
                    <a:pt x="100" y="429"/>
                  </a:cubicBezTo>
                  <a:cubicBezTo>
                    <a:pt x="101" y="433"/>
                    <a:pt x="102" y="433"/>
                    <a:pt x="103" y="433"/>
                  </a:cubicBezTo>
                  <a:cubicBezTo>
                    <a:pt x="105" y="433"/>
                    <a:pt x="106" y="432"/>
                    <a:pt x="107" y="431"/>
                  </a:cubicBezTo>
                  <a:cubicBezTo>
                    <a:pt x="109" y="430"/>
                    <a:pt x="112" y="431"/>
                    <a:pt x="113" y="431"/>
                  </a:cubicBezTo>
                  <a:cubicBezTo>
                    <a:pt x="114" y="430"/>
                    <a:pt x="119" y="430"/>
                    <a:pt x="120" y="432"/>
                  </a:cubicBezTo>
                  <a:cubicBezTo>
                    <a:pt x="121" y="433"/>
                    <a:pt x="122" y="437"/>
                    <a:pt x="121" y="438"/>
                  </a:cubicBezTo>
                  <a:cubicBezTo>
                    <a:pt x="120" y="439"/>
                    <a:pt x="122" y="441"/>
                    <a:pt x="123" y="443"/>
                  </a:cubicBezTo>
                  <a:cubicBezTo>
                    <a:pt x="124" y="444"/>
                    <a:pt x="128" y="444"/>
                    <a:pt x="129" y="444"/>
                  </a:cubicBezTo>
                  <a:cubicBezTo>
                    <a:pt x="130" y="445"/>
                    <a:pt x="133" y="449"/>
                    <a:pt x="133" y="451"/>
                  </a:cubicBezTo>
                  <a:cubicBezTo>
                    <a:pt x="132" y="452"/>
                    <a:pt x="135" y="453"/>
                    <a:pt x="136" y="452"/>
                  </a:cubicBezTo>
                  <a:cubicBezTo>
                    <a:pt x="137" y="452"/>
                    <a:pt x="138" y="453"/>
                    <a:pt x="140" y="454"/>
                  </a:cubicBezTo>
                  <a:cubicBezTo>
                    <a:pt x="141" y="455"/>
                    <a:pt x="143" y="455"/>
                    <a:pt x="144" y="454"/>
                  </a:cubicBezTo>
                  <a:cubicBezTo>
                    <a:pt x="146" y="453"/>
                    <a:pt x="148" y="452"/>
                    <a:pt x="149" y="453"/>
                  </a:cubicBezTo>
                  <a:cubicBezTo>
                    <a:pt x="150" y="455"/>
                    <a:pt x="153" y="457"/>
                    <a:pt x="153" y="458"/>
                  </a:cubicBezTo>
                  <a:cubicBezTo>
                    <a:pt x="153" y="459"/>
                    <a:pt x="157" y="458"/>
                    <a:pt x="160" y="459"/>
                  </a:cubicBezTo>
                  <a:cubicBezTo>
                    <a:pt x="162" y="460"/>
                    <a:pt x="164" y="460"/>
                    <a:pt x="167" y="461"/>
                  </a:cubicBezTo>
                  <a:cubicBezTo>
                    <a:pt x="169" y="462"/>
                    <a:pt x="171" y="462"/>
                    <a:pt x="172" y="464"/>
                  </a:cubicBezTo>
                  <a:cubicBezTo>
                    <a:pt x="172" y="465"/>
                    <a:pt x="169" y="467"/>
                    <a:pt x="169" y="467"/>
                  </a:cubicBezTo>
                  <a:cubicBezTo>
                    <a:pt x="169" y="468"/>
                    <a:pt x="171" y="469"/>
                    <a:pt x="171" y="470"/>
                  </a:cubicBezTo>
                  <a:cubicBezTo>
                    <a:pt x="171" y="471"/>
                    <a:pt x="169" y="471"/>
                    <a:pt x="168" y="472"/>
                  </a:cubicBezTo>
                  <a:cubicBezTo>
                    <a:pt x="168" y="473"/>
                    <a:pt x="170" y="474"/>
                    <a:pt x="170" y="475"/>
                  </a:cubicBezTo>
                  <a:cubicBezTo>
                    <a:pt x="170" y="476"/>
                    <a:pt x="169" y="479"/>
                    <a:pt x="169" y="480"/>
                  </a:cubicBezTo>
                  <a:cubicBezTo>
                    <a:pt x="169" y="481"/>
                    <a:pt x="163" y="480"/>
                    <a:pt x="162" y="480"/>
                  </a:cubicBezTo>
                  <a:cubicBezTo>
                    <a:pt x="160" y="480"/>
                    <a:pt x="156" y="484"/>
                    <a:pt x="155" y="484"/>
                  </a:cubicBezTo>
                  <a:cubicBezTo>
                    <a:pt x="154" y="485"/>
                    <a:pt x="155" y="487"/>
                    <a:pt x="155" y="488"/>
                  </a:cubicBezTo>
                  <a:cubicBezTo>
                    <a:pt x="159" y="488"/>
                    <a:pt x="163" y="487"/>
                    <a:pt x="164" y="488"/>
                  </a:cubicBezTo>
                  <a:cubicBezTo>
                    <a:pt x="164" y="490"/>
                    <a:pt x="155" y="494"/>
                    <a:pt x="153" y="494"/>
                  </a:cubicBezTo>
                  <a:cubicBezTo>
                    <a:pt x="151" y="495"/>
                    <a:pt x="156" y="498"/>
                    <a:pt x="156" y="499"/>
                  </a:cubicBezTo>
                  <a:cubicBezTo>
                    <a:pt x="156" y="501"/>
                    <a:pt x="151" y="501"/>
                    <a:pt x="151" y="504"/>
                  </a:cubicBezTo>
                  <a:cubicBezTo>
                    <a:pt x="152" y="507"/>
                    <a:pt x="150" y="508"/>
                    <a:pt x="147" y="508"/>
                  </a:cubicBezTo>
                  <a:cubicBezTo>
                    <a:pt x="144" y="508"/>
                    <a:pt x="143" y="509"/>
                    <a:pt x="144" y="509"/>
                  </a:cubicBezTo>
                  <a:cubicBezTo>
                    <a:pt x="146" y="510"/>
                    <a:pt x="146" y="513"/>
                    <a:pt x="151" y="515"/>
                  </a:cubicBezTo>
                  <a:cubicBezTo>
                    <a:pt x="156" y="516"/>
                    <a:pt x="162" y="521"/>
                    <a:pt x="167" y="526"/>
                  </a:cubicBezTo>
                  <a:cubicBezTo>
                    <a:pt x="167" y="527"/>
                    <a:pt x="168" y="527"/>
                    <a:pt x="169" y="528"/>
                  </a:cubicBezTo>
                  <a:cubicBezTo>
                    <a:pt x="170" y="527"/>
                    <a:pt x="171" y="527"/>
                    <a:pt x="172" y="526"/>
                  </a:cubicBezTo>
                  <a:cubicBezTo>
                    <a:pt x="175" y="526"/>
                    <a:pt x="180" y="528"/>
                    <a:pt x="182" y="529"/>
                  </a:cubicBezTo>
                  <a:cubicBezTo>
                    <a:pt x="185" y="531"/>
                    <a:pt x="194" y="529"/>
                    <a:pt x="195" y="531"/>
                  </a:cubicBezTo>
                  <a:cubicBezTo>
                    <a:pt x="196" y="532"/>
                    <a:pt x="199" y="534"/>
                    <a:pt x="200" y="534"/>
                  </a:cubicBezTo>
                  <a:cubicBezTo>
                    <a:pt x="202" y="534"/>
                    <a:pt x="204" y="538"/>
                    <a:pt x="206" y="537"/>
                  </a:cubicBezTo>
                  <a:cubicBezTo>
                    <a:pt x="207" y="535"/>
                    <a:pt x="213" y="535"/>
                    <a:pt x="214" y="535"/>
                  </a:cubicBezTo>
                  <a:cubicBezTo>
                    <a:pt x="216" y="535"/>
                    <a:pt x="216" y="537"/>
                    <a:pt x="217" y="537"/>
                  </a:cubicBezTo>
                  <a:cubicBezTo>
                    <a:pt x="219" y="537"/>
                    <a:pt x="219" y="542"/>
                    <a:pt x="220" y="542"/>
                  </a:cubicBezTo>
                  <a:cubicBezTo>
                    <a:pt x="221" y="541"/>
                    <a:pt x="225" y="545"/>
                    <a:pt x="228" y="545"/>
                  </a:cubicBezTo>
                  <a:cubicBezTo>
                    <a:pt x="230" y="546"/>
                    <a:pt x="233" y="550"/>
                    <a:pt x="234" y="550"/>
                  </a:cubicBezTo>
                  <a:cubicBezTo>
                    <a:pt x="235" y="550"/>
                    <a:pt x="237" y="552"/>
                    <a:pt x="238" y="550"/>
                  </a:cubicBezTo>
                  <a:cubicBezTo>
                    <a:pt x="239" y="548"/>
                    <a:pt x="242" y="549"/>
                    <a:pt x="243" y="546"/>
                  </a:cubicBezTo>
                  <a:cubicBezTo>
                    <a:pt x="239" y="540"/>
                    <a:pt x="233" y="534"/>
                    <a:pt x="234" y="531"/>
                  </a:cubicBezTo>
                  <a:cubicBezTo>
                    <a:pt x="234" y="527"/>
                    <a:pt x="236" y="524"/>
                    <a:pt x="230" y="520"/>
                  </a:cubicBezTo>
                  <a:cubicBezTo>
                    <a:pt x="225" y="515"/>
                    <a:pt x="231" y="512"/>
                    <a:pt x="235" y="508"/>
                  </a:cubicBezTo>
                  <a:cubicBezTo>
                    <a:pt x="238" y="503"/>
                    <a:pt x="245" y="502"/>
                    <a:pt x="250" y="499"/>
                  </a:cubicBezTo>
                  <a:cubicBezTo>
                    <a:pt x="249" y="498"/>
                    <a:pt x="248" y="497"/>
                    <a:pt x="247" y="497"/>
                  </a:cubicBezTo>
                  <a:cubicBezTo>
                    <a:pt x="243" y="495"/>
                    <a:pt x="242" y="494"/>
                    <a:pt x="245" y="493"/>
                  </a:cubicBezTo>
                  <a:cubicBezTo>
                    <a:pt x="248" y="492"/>
                    <a:pt x="246" y="491"/>
                    <a:pt x="244" y="488"/>
                  </a:cubicBezTo>
                  <a:cubicBezTo>
                    <a:pt x="241" y="485"/>
                    <a:pt x="240" y="482"/>
                    <a:pt x="239" y="482"/>
                  </a:cubicBezTo>
                  <a:cubicBezTo>
                    <a:pt x="237" y="482"/>
                    <a:pt x="235" y="482"/>
                    <a:pt x="233" y="482"/>
                  </a:cubicBezTo>
                  <a:cubicBezTo>
                    <a:pt x="230" y="483"/>
                    <a:pt x="231" y="480"/>
                    <a:pt x="231" y="478"/>
                  </a:cubicBezTo>
                  <a:cubicBezTo>
                    <a:pt x="231" y="475"/>
                    <a:pt x="227" y="476"/>
                    <a:pt x="226" y="475"/>
                  </a:cubicBezTo>
                  <a:cubicBezTo>
                    <a:pt x="225" y="473"/>
                    <a:pt x="227" y="470"/>
                    <a:pt x="228" y="469"/>
                  </a:cubicBezTo>
                  <a:cubicBezTo>
                    <a:pt x="229" y="469"/>
                    <a:pt x="231" y="468"/>
                    <a:pt x="231" y="467"/>
                  </a:cubicBezTo>
                  <a:cubicBezTo>
                    <a:pt x="231" y="466"/>
                    <a:pt x="227" y="465"/>
                    <a:pt x="228" y="463"/>
                  </a:cubicBezTo>
                  <a:cubicBezTo>
                    <a:pt x="230" y="460"/>
                    <a:pt x="233" y="460"/>
                    <a:pt x="233" y="457"/>
                  </a:cubicBezTo>
                  <a:cubicBezTo>
                    <a:pt x="233" y="455"/>
                    <a:pt x="235" y="452"/>
                    <a:pt x="238" y="454"/>
                  </a:cubicBezTo>
                  <a:cubicBezTo>
                    <a:pt x="240" y="456"/>
                    <a:pt x="242" y="461"/>
                    <a:pt x="245" y="460"/>
                  </a:cubicBezTo>
                  <a:cubicBezTo>
                    <a:pt x="248" y="459"/>
                    <a:pt x="246" y="456"/>
                    <a:pt x="245" y="455"/>
                  </a:cubicBezTo>
                  <a:cubicBezTo>
                    <a:pt x="245" y="453"/>
                    <a:pt x="244" y="451"/>
                    <a:pt x="248" y="450"/>
                  </a:cubicBezTo>
                  <a:cubicBezTo>
                    <a:pt x="251" y="449"/>
                    <a:pt x="249" y="446"/>
                    <a:pt x="252" y="446"/>
                  </a:cubicBezTo>
                  <a:cubicBezTo>
                    <a:pt x="255" y="446"/>
                    <a:pt x="259" y="443"/>
                    <a:pt x="261" y="442"/>
                  </a:cubicBezTo>
                  <a:cubicBezTo>
                    <a:pt x="262" y="441"/>
                    <a:pt x="266" y="439"/>
                    <a:pt x="267" y="440"/>
                  </a:cubicBezTo>
                  <a:cubicBezTo>
                    <a:pt x="269" y="441"/>
                    <a:pt x="271" y="443"/>
                    <a:pt x="272" y="440"/>
                  </a:cubicBezTo>
                  <a:cubicBezTo>
                    <a:pt x="273" y="438"/>
                    <a:pt x="277" y="439"/>
                    <a:pt x="278" y="440"/>
                  </a:cubicBezTo>
                  <a:cubicBezTo>
                    <a:pt x="278" y="442"/>
                    <a:pt x="285" y="442"/>
                    <a:pt x="287" y="443"/>
                  </a:cubicBezTo>
                  <a:cubicBezTo>
                    <a:pt x="290" y="445"/>
                    <a:pt x="295" y="448"/>
                    <a:pt x="295" y="449"/>
                  </a:cubicBezTo>
                  <a:cubicBezTo>
                    <a:pt x="295" y="451"/>
                    <a:pt x="297" y="453"/>
                    <a:pt x="297" y="450"/>
                  </a:cubicBezTo>
                  <a:cubicBezTo>
                    <a:pt x="297" y="448"/>
                    <a:pt x="299" y="448"/>
                    <a:pt x="302" y="450"/>
                  </a:cubicBezTo>
                  <a:cubicBezTo>
                    <a:pt x="305" y="452"/>
                    <a:pt x="309" y="451"/>
                    <a:pt x="310" y="449"/>
                  </a:cubicBezTo>
                  <a:cubicBezTo>
                    <a:pt x="310" y="448"/>
                    <a:pt x="316" y="445"/>
                    <a:pt x="318" y="447"/>
                  </a:cubicBezTo>
                  <a:cubicBezTo>
                    <a:pt x="320" y="448"/>
                    <a:pt x="320" y="449"/>
                    <a:pt x="323" y="447"/>
                  </a:cubicBezTo>
                  <a:cubicBezTo>
                    <a:pt x="325" y="445"/>
                    <a:pt x="330" y="445"/>
                    <a:pt x="331" y="448"/>
                  </a:cubicBezTo>
                  <a:cubicBezTo>
                    <a:pt x="332" y="450"/>
                    <a:pt x="334" y="450"/>
                    <a:pt x="336" y="450"/>
                  </a:cubicBezTo>
                  <a:cubicBezTo>
                    <a:pt x="339" y="450"/>
                    <a:pt x="339" y="454"/>
                    <a:pt x="341" y="453"/>
                  </a:cubicBezTo>
                  <a:cubicBezTo>
                    <a:pt x="342" y="452"/>
                    <a:pt x="342" y="448"/>
                    <a:pt x="344" y="449"/>
                  </a:cubicBezTo>
                  <a:cubicBezTo>
                    <a:pt x="345" y="449"/>
                    <a:pt x="347" y="451"/>
                    <a:pt x="350" y="451"/>
                  </a:cubicBezTo>
                  <a:cubicBezTo>
                    <a:pt x="353" y="451"/>
                    <a:pt x="355" y="451"/>
                    <a:pt x="355" y="448"/>
                  </a:cubicBezTo>
                  <a:cubicBezTo>
                    <a:pt x="355" y="446"/>
                    <a:pt x="355" y="442"/>
                    <a:pt x="353" y="442"/>
                  </a:cubicBezTo>
                  <a:cubicBezTo>
                    <a:pt x="351" y="442"/>
                    <a:pt x="349" y="441"/>
                    <a:pt x="347" y="441"/>
                  </a:cubicBezTo>
                  <a:cubicBezTo>
                    <a:pt x="345" y="441"/>
                    <a:pt x="342" y="437"/>
                    <a:pt x="345" y="436"/>
                  </a:cubicBezTo>
                  <a:cubicBezTo>
                    <a:pt x="347" y="435"/>
                    <a:pt x="351" y="433"/>
                    <a:pt x="350" y="432"/>
                  </a:cubicBezTo>
                  <a:cubicBezTo>
                    <a:pt x="349" y="430"/>
                    <a:pt x="348" y="426"/>
                    <a:pt x="351" y="426"/>
                  </a:cubicBezTo>
                  <a:cubicBezTo>
                    <a:pt x="354" y="425"/>
                    <a:pt x="361" y="425"/>
                    <a:pt x="360" y="424"/>
                  </a:cubicBezTo>
                  <a:cubicBezTo>
                    <a:pt x="360" y="423"/>
                    <a:pt x="354" y="422"/>
                    <a:pt x="353" y="420"/>
                  </a:cubicBezTo>
                  <a:cubicBezTo>
                    <a:pt x="352" y="418"/>
                    <a:pt x="351" y="414"/>
                    <a:pt x="352" y="413"/>
                  </a:cubicBezTo>
                  <a:cubicBezTo>
                    <a:pt x="354" y="413"/>
                    <a:pt x="357" y="414"/>
                    <a:pt x="360" y="413"/>
                  </a:cubicBezTo>
                  <a:cubicBezTo>
                    <a:pt x="362" y="412"/>
                    <a:pt x="367" y="414"/>
                    <a:pt x="370" y="412"/>
                  </a:cubicBezTo>
                  <a:cubicBezTo>
                    <a:pt x="373" y="410"/>
                    <a:pt x="379" y="409"/>
                    <a:pt x="382" y="409"/>
                  </a:cubicBezTo>
                  <a:cubicBezTo>
                    <a:pt x="386" y="409"/>
                    <a:pt x="388" y="407"/>
                    <a:pt x="391" y="407"/>
                  </a:cubicBezTo>
                  <a:cubicBezTo>
                    <a:pt x="394" y="406"/>
                    <a:pt x="401" y="405"/>
                    <a:pt x="403" y="404"/>
                  </a:cubicBezTo>
                  <a:cubicBezTo>
                    <a:pt x="405" y="404"/>
                    <a:pt x="415" y="402"/>
                    <a:pt x="415" y="400"/>
                  </a:cubicBezTo>
                  <a:cubicBezTo>
                    <a:pt x="416" y="398"/>
                    <a:pt x="424" y="397"/>
                    <a:pt x="426" y="398"/>
                  </a:cubicBezTo>
                  <a:cubicBezTo>
                    <a:pt x="428" y="399"/>
                    <a:pt x="430" y="399"/>
                    <a:pt x="432" y="399"/>
                  </a:cubicBezTo>
                  <a:cubicBezTo>
                    <a:pt x="434" y="398"/>
                    <a:pt x="438" y="400"/>
                    <a:pt x="438" y="402"/>
                  </a:cubicBezTo>
                  <a:cubicBezTo>
                    <a:pt x="437" y="404"/>
                    <a:pt x="439" y="406"/>
                    <a:pt x="439" y="408"/>
                  </a:cubicBezTo>
                  <a:cubicBezTo>
                    <a:pt x="439" y="410"/>
                    <a:pt x="437" y="410"/>
                    <a:pt x="438" y="412"/>
                  </a:cubicBezTo>
                  <a:cubicBezTo>
                    <a:pt x="439" y="413"/>
                    <a:pt x="444" y="412"/>
                    <a:pt x="446" y="410"/>
                  </a:cubicBezTo>
                  <a:cubicBezTo>
                    <a:pt x="447" y="409"/>
                    <a:pt x="449" y="411"/>
                    <a:pt x="449" y="412"/>
                  </a:cubicBezTo>
                  <a:cubicBezTo>
                    <a:pt x="449" y="414"/>
                    <a:pt x="451" y="415"/>
                    <a:pt x="451" y="413"/>
                  </a:cubicBezTo>
                  <a:cubicBezTo>
                    <a:pt x="451" y="411"/>
                    <a:pt x="454" y="412"/>
                    <a:pt x="455" y="413"/>
                  </a:cubicBezTo>
                  <a:cubicBezTo>
                    <a:pt x="456" y="415"/>
                    <a:pt x="460" y="412"/>
                    <a:pt x="460" y="414"/>
                  </a:cubicBezTo>
                  <a:cubicBezTo>
                    <a:pt x="460" y="416"/>
                    <a:pt x="455" y="417"/>
                    <a:pt x="457" y="419"/>
                  </a:cubicBezTo>
                  <a:cubicBezTo>
                    <a:pt x="459" y="421"/>
                    <a:pt x="460" y="417"/>
                    <a:pt x="463" y="418"/>
                  </a:cubicBezTo>
                  <a:cubicBezTo>
                    <a:pt x="466" y="419"/>
                    <a:pt x="470" y="415"/>
                    <a:pt x="472" y="414"/>
                  </a:cubicBezTo>
                  <a:cubicBezTo>
                    <a:pt x="475" y="414"/>
                    <a:pt x="478" y="411"/>
                    <a:pt x="480" y="410"/>
                  </a:cubicBezTo>
                  <a:cubicBezTo>
                    <a:pt x="482" y="409"/>
                    <a:pt x="487" y="409"/>
                    <a:pt x="486" y="410"/>
                  </a:cubicBezTo>
                  <a:cubicBezTo>
                    <a:pt x="484" y="412"/>
                    <a:pt x="482" y="415"/>
                    <a:pt x="488" y="417"/>
                  </a:cubicBezTo>
                  <a:cubicBezTo>
                    <a:pt x="494" y="419"/>
                    <a:pt x="500" y="430"/>
                    <a:pt x="504" y="435"/>
                  </a:cubicBezTo>
                  <a:cubicBezTo>
                    <a:pt x="507" y="441"/>
                    <a:pt x="510" y="450"/>
                    <a:pt x="512" y="450"/>
                  </a:cubicBezTo>
                  <a:cubicBezTo>
                    <a:pt x="514" y="450"/>
                    <a:pt x="515" y="445"/>
                    <a:pt x="517" y="445"/>
                  </a:cubicBezTo>
                  <a:cubicBezTo>
                    <a:pt x="520" y="444"/>
                    <a:pt x="521" y="449"/>
                    <a:pt x="524" y="449"/>
                  </a:cubicBezTo>
                  <a:cubicBezTo>
                    <a:pt x="526" y="450"/>
                    <a:pt x="530" y="452"/>
                    <a:pt x="532" y="451"/>
                  </a:cubicBezTo>
                  <a:cubicBezTo>
                    <a:pt x="534" y="450"/>
                    <a:pt x="539" y="447"/>
                    <a:pt x="540" y="448"/>
                  </a:cubicBezTo>
                  <a:cubicBezTo>
                    <a:pt x="542" y="449"/>
                    <a:pt x="544" y="449"/>
                    <a:pt x="546" y="453"/>
                  </a:cubicBezTo>
                  <a:cubicBezTo>
                    <a:pt x="547" y="456"/>
                    <a:pt x="549" y="457"/>
                    <a:pt x="551" y="457"/>
                  </a:cubicBezTo>
                  <a:cubicBezTo>
                    <a:pt x="552" y="457"/>
                    <a:pt x="553" y="459"/>
                    <a:pt x="553" y="460"/>
                  </a:cubicBezTo>
                  <a:cubicBezTo>
                    <a:pt x="553" y="462"/>
                    <a:pt x="555" y="464"/>
                    <a:pt x="557" y="464"/>
                  </a:cubicBezTo>
                  <a:cubicBezTo>
                    <a:pt x="558" y="464"/>
                    <a:pt x="562" y="463"/>
                    <a:pt x="564" y="463"/>
                  </a:cubicBezTo>
                  <a:cubicBezTo>
                    <a:pt x="565" y="462"/>
                    <a:pt x="566" y="461"/>
                    <a:pt x="567" y="463"/>
                  </a:cubicBezTo>
                  <a:cubicBezTo>
                    <a:pt x="567" y="465"/>
                    <a:pt x="569" y="467"/>
                    <a:pt x="571" y="467"/>
                  </a:cubicBezTo>
                  <a:cubicBezTo>
                    <a:pt x="572" y="467"/>
                    <a:pt x="575" y="469"/>
                    <a:pt x="575" y="467"/>
                  </a:cubicBezTo>
                  <a:cubicBezTo>
                    <a:pt x="576" y="466"/>
                    <a:pt x="580" y="465"/>
                    <a:pt x="581" y="465"/>
                  </a:cubicBezTo>
                  <a:cubicBezTo>
                    <a:pt x="583" y="465"/>
                    <a:pt x="588" y="464"/>
                    <a:pt x="589" y="462"/>
                  </a:cubicBezTo>
                  <a:cubicBezTo>
                    <a:pt x="590" y="459"/>
                    <a:pt x="594" y="459"/>
                    <a:pt x="595" y="458"/>
                  </a:cubicBezTo>
                  <a:cubicBezTo>
                    <a:pt x="597" y="456"/>
                    <a:pt x="600" y="456"/>
                    <a:pt x="601" y="454"/>
                  </a:cubicBezTo>
                  <a:cubicBezTo>
                    <a:pt x="602" y="453"/>
                    <a:pt x="606" y="453"/>
                    <a:pt x="607" y="452"/>
                  </a:cubicBezTo>
                  <a:cubicBezTo>
                    <a:pt x="607" y="450"/>
                    <a:pt x="611" y="450"/>
                    <a:pt x="613" y="451"/>
                  </a:cubicBezTo>
                  <a:cubicBezTo>
                    <a:pt x="614" y="451"/>
                    <a:pt x="623" y="453"/>
                    <a:pt x="624" y="453"/>
                  </a:cubicBezTo>
                  <a:cubicBezTo>
                    <a:pt x="625" y="452"/>
                    <a:pt x="626" y="457"/>
                    <a:pt x="627" y="457"/>
                  </a:cubicBezTo>
                  <a:cubicBezTo>
                    <a:pt x="628" y="458"/>
                    <a:pt x="633" y="461"/>
                    <a:pt x="634" y="460"/>
                  </a:cubicBezTo>
                  <a:cubicBezTo>
                    <a:pt x="635" y="459"/>
                    <a:pt x="638" y="458"/>
                    <a:pt x="641" y="460"/>
                  </a:cubicBezTo>
                  <a:cubicBezTo>
                    <a:pt x="643" y="461"/>
                    <a:pt x="646" y="463"/>
                    <a:pt x="647" y="461"/>
                  </a:cubicBezTo>
                  <a:cubicBezTo>
                    <a:pt x="648" y="460"/>
                    <a:pt x="653" y="459"/>
                    <a:pt x="654" y="458"/>
                  </a:cubicBezTo>
                  <a:cubicBezTo>
                    <a:pt x="654" y="457"/>
                    <a:pt x="655" y="454"/>
                    <a:pt x="654" y="453"/>
                  </a:cubicBezTo>
                  <a:cubicBezTo>
                    <a:pt x="653" y="452"/>
                    <a:pt x="651" y="448"/>
                    <a:pt x="651" y="446"/>
                  </a:cubicBezTo>
                  <a:cubicBezTo>
                    <a:pt x="650" y="444"/>
                    <a:pt x="654" y="443"/>
                    <a:pt x="654" y="442"/>
                  </a:cubicBezTo>
                  <a:cubicBezTo>
                    <a:pt x="655" y="440"/>
                    <a:pt x="658" y="440"/>
                    <a:pt x="659" y="439"/>
                  </a:cubicBezTo>
                  <a:cubicBezTo>
                    <a:pt x="660" y="438"/>
                    <a:pt x="660" y="435"/>
                    <a:pt x="662" y="436"/>
                  </a:cubicBezTo>
                  <a:cubicBezTo>
                    <a:pt x="664" y="436"/>
                    <a:pt x="667" y="438"/>
                    <a:pt x="668" y="438"/>
                  </a:cubicBezTo>
                  <a:cubicBezTo>
                    <a:pt x="669" y="439"/>
                    <a:pt x="672" y="440"/>
                    <a:pt x="673" y="440"/>
                  </a:cubicBezTo>
                  <a:cubicBezTo>
                    <a:pt x="675" y="440"/>
                    <a:pt x="678" y="441"/>
                    <a:pt x="679" y="442"/>
                  </a:cubicBezTo>
                  <a:cubicBezTo>
                    <a:pt x="681" y="443"/>
                    <a:pt x="687" y="443"/>
                    <a:pt x="688" y="445"/>
                  </a:cubicBezTo>
                  <a:cubicBezTo>
                    <a:pt x="689" y="446"/>
                    <a:pt x="687" y="450"/>
                    <a:pt x="689" y="452"/>
                  </a:cubicBezTo>
                  <a:cubicBezTo>
                    <a:pt x="690" y="453"/>
                    <a:pt x="693" y="457"/>
                    <a:pt x="694" y="456"/>
                  </a:cubicBezTo>
                  <a:cubicBezTo>
                    <a:pt x="695" y="455"/>
                    <a:pt x="700" y="458"/>
                    <a:pt x="701" y="458"/>
                  </a:cubicBezTo>
                  <a:cubicBezTo>
                    <a:pt x="703" y="458"/>
                    <a:pt x="706" y="455"/>
                    <a:pt x="707" y="455"/>
                  </a:cubicBezTo>
                  <a:cubicBezTo>
                    <a:pt x="709" y="455"/>
                    <a:pt x="714" y="454"/>
                    <a:pt x="715" y="454"/>
                  </a:cubicBezTo>
                  <a:cubicBezTo>
                    <a:pt x="717" y="454"/>
                    <a:pt x="722" y="456"/>
                    <a:pt x="723" y="456"/>
                  </a:cubicBezTo>
                  <a:cubicBezTo>
                    <a:pt x="724" y="455"/>
                    <a:pt x="729" y="456"/>
                    <a:pt x="729" y="458"/>
                  </a:cubicBezTo>
                  <a:cubicBezTo>
                    <a:pt x="730" y="459"/>
                    <a:pt x="736" y="459"/>
                    <a:pt x="736" y="461"/>
                  </a:cubicBezTo>
                  <a:cubicBezTo>
                    <a:pt x="736" y="463"/>
                    <a:pt x="740" y="464"/>
                    <a:pt x="741" y="466"/>
                  </a:cubicBezTo>
                  <a:cubicBezTo>
                    <a:pt x="742" y="468"/>
                    <a:pt x="750" y="466"/>
                    <a:pt x="751" y="468"/>
                  </a:cubicBezTo>
                  <a:cubicBezTo>
                    <a:pt x="753" y="469"/>
                    <a:pt x="762" y="469"/>
                    <a:pt x="763" y="468"/>
                  </a:cubicBezTo>
                  <a:cubicBezTo>
                    <a:pt x="763" y="467"/>
                    <a:pt x="772" y="466"/>
                    <a:pt x="774" y="465"/>
                  </a:cubicBezTo>
                  <a:cubicBezTo>
                    <a:pt x="775" y="464"/>
                    <a:pt x="780" y="464"/>
                    <a:pt x="780" y="462"/>
                  </a:cubicBezTo>
                  <a:cubicBezTo>
                    <a:pt x="781" y="461"/>
                    <a:pt x="785" y="459"/>
                    <a:pt x="787" y="458"/>
                  </a:cubicBezTo>
                  <a:cubicBezTo>
                    <a:pt x="789" y="456"/>
                    <a:pt x="797" y="457"/>
                    <a:pt x="797" y="458"/>
                  </a:cubicBezTo>
                  <a:cubicBezTo>
                    <a:pt x="798" y="460"/>
                    <a:pt x="803" y="461"/>
                    <a:pt x="805" y="460"/>
                  </a:cubicBezTo>
                  <a:cubicBezTo>
                    <a:pt x="807" y="459"/>
                    <a:pt x="812" y="460"/>
                    <a:pt x="813" y="462"/>
                  </a:cubicBezTo>
                  <a:cubicBezTo>
                    <a:pt x="813" y="464"/>
                    <a:pt x="819" y="465"/>
                    <a:pt x="821" y="464"/>
                  </a:cubicBezTo>
                  <a:cubicBezTo>
                    <a:pt x="822" y="464"/>
                    <a:pt x="827" y="460"/>
                    <a:pt x="829" y="460"/>
                  </a:cubicBezTo>
                  <a:cubicBezTo>
                    <a:pt x="831" y="460"/>
                    <a:pt x="833" y="458"/>
                    <a:pt x="833" y="456"/>
                  </a:cubicBezTo>
                  <a:cubicBezTo>
                    <a:pt x="832" y="454"/>
                    <a:pt x="836" y="449"/>
                    <a:pt x="837" y="447"/>
                  </a:cubicBezTo>
                  <a:cubicBezTo>
                    <a:pt x="837" y="445"/>
                    <a:pt x="841" y="440"/>
                    <a:pt x="842" y="439"/>
                  </a:cubicBezTo>
                  <a:cubicBezTo>
                    <a:pt x="843" y="439"/>
                    <a:pt x="846" y="437"/>
                    <a:pt x="846" y="435"/>
                  </a:cubicBezTo>
                  <a:cubicBezTo>
                    <a:pt x="845" y="434"/>
                    <a:pt x="845" y="429"/>
                    <a:pt x="843" y="429"/>
                  </a:cubicBezTo>
                  <a:cubicBezTo>
                    <a:pt x="842" y="429"/>
                    <a:pt x="839" y="429"/>
                    <a:pt x="842" y="425"/>
                  </a:cubicBezTo>
                  <a:cubicBezTo>
                    <a:pt x="846" y="420"/>
                    <a:pt x="852" y="421"/>
                    <a:pt x="853" y="421"/>
                  </a:cubicBezTo>
                  <a:cubicBezTo>
                    <a:pt x="854" y="421"/>
                    <a:pt x="862" y="419"/>
                    <a:pt x="865" y="420"/>
                  </a:cubicBezTo>
                  <a:cubicBezTo>
                    <a:pt x="869" y="421"/>
                    <a:pt x="871" y="420"/>
                    <a:pt x="875" y="422"/>
                  </a:cubicBezTo>
                  <a:cubicBezTo>
                    <a:pt x="879" y="424"/>
                    <a:pt x="884" y="423"/>
                    <a:pt x="885" y="425"/>
                  </a:cubicBezTo>
                  <a:cubicBezTo>
                    <a:pt x="886" y="426"/>
                    <a:pt x="891" y="428"/>
                    <a:pt x="891" y="431"/>
                  </a:cubicBezTo>
                  <a:cubicBezTo>
                    <a:pt x="890" y="434"/>
                    <a:pt x="893" y="432"/>
                    <a:pt x="895" y="439"/>
                  </a:cubicBezTo>
                  <a:cubicBezTo>
                    <a:pt x="896" y="445"/>
                    <a:pt x="899" y="446"/>
                    <a:pt x="900" y="449"/>
                  </a:cubicBezTo>
                  <a:cubicBezTo>
                    <a:pt x="900" y="452"/>
                    <a:pt x="904" y="457"/>
                    <a:pt x="904" y="459"/>
                  </a:cubicBezTo>
                  <a:cubicBezTo>
                    <a:pt x="903" y="461"/>
                    <a:pt x="903" y="463"/>
                    <a:pt x="907" y="464"/>
                  </a:cubicBezTo>
                  <a:cubicBezTo>
                    <a:pt x="911" y="464"/>
                    <a:pt x="914" y="467"/>
                    <a:pt x="915" y="467"/>
                  </a:cubicBezTo>
                  <a:cubicBezTo>
                    <a:pt x="916" y="466"/>
                    <a:pt x="921" y="468"/>
                    <a:pt x="924" y="470"/>
                  </a:cubicBezTo>
                  <a:cubicBezTo>
                    <a:pt x="926" y="473"/>
                    <a:pt x="930" y="472"/>
                    <a:pt x="930" y="474"/>
                  </a:cubicBezTo>
                  <a:cubicBezTo>
                    <a:pt x="929" y="477"/>
                    <a:pt x="932" y="479"/>
                    <a:pt x="931" y="481"/>
                  </a:cubicBezTo>
                  <a:cubicBezTo>
                    <a:pt x="931" y="484"/>
                    <a:pt x="936" y="485"/>
                    <a:pt x="940" y="485"/>
                  </a:cubicBezTo>
                  <a:cubicBezTo>
                    <a:pt x="943" y="484"/>
                    <a:pt x="946" y="486"/>
                    <a:pt x="947" y="483"/>
                  </a:cubicBezTo>
                  <a:cubicBezTo>
                    <a:pt x="949" y="480"/>
                    <a:pt x="954" y="481"/>
                    <a:pt x="955" y="480"/>
                  </a:cubicBezTo>
                  <a:cubicBezTo>
                    <a:pt x="957" y="479"/>
                    <a:pt x="962" y="477"/>
                    <a:pt x="962" y="482"/>
                  </a:cubicBezTo>
                  <a:cubicBezTo>
                    <a:pt x="962" y="486"/>
                    <a:pt x="965" y="487"/>
                    <a:pt x="962" y="489"/>
                  </a:cubicBezTo>
                  <a:cubicBezTo>
                    <a:pt x="960" y="490"/>
                    <a:pt x="959" y="497"/>
                    <a:pt x="958" y="499"/>
                  </a:cubicBezTo>
                  <a:cubicBezTo>
                    <a:pt x="957" y="502"/>
                    <a:pt x="953" y="503"/>
                    <a:pt x="953" y="506"/>
                  </a:cubicBezTo>
                  <a:cubicBezTo>
                    <a:pt x="952" y="509"/>
                    <a:pt x="949" y="509"/>
                    <a:pt x="949" y="511"/>
                  </a:cubicBezTo>
                  <a:cubicBezTo>
                    <a:pt x="949" y="514"/>
                    <a:pt x="944" y="513"/>
                    <a:pt x="941" y="511"/>
                  </a:cubicBezTo>
                  <a:cubicBezTo>
                    <a:pt x="939" y="510"/>
                    <a:pt x="936" y="515"/>
                    <a:pt x="934" y="515"/>
                  </a:cubicBezTo>
                  <a:cubicBezTo>
                    <a:pt x="932" y="515"/>
                    <a:pt x="933" y="519"/>
                    <a:pt x="933" y="521"/>
                  </a:cubicBezTo>
                  <a:cubicBezTo>
                    <a:pt x="934" y="522"/>
                    <a:pt x="932" y="525"/>
                    <a:pt x="934" y="528"/>
                  </a:cubicBezTo>
                  <a:cubicBezTo>
                    <a:pt x="934" y="529"/>
                    <a:pt x="934" y="532"/>
                    <a:pt x="934" y="536"/>
                  </a:cubicBezTo>
                  <a:cubicBezTo>
                    <a:pt x="937" y="533"/>
                    <a:pt x="940" y="532"/>
                    <a:pt x="941" y="532"/>
                  </a:cubicBezTo>
                  <a:cubicBezTo>
                    <a:pt x="944" y="532"/>
                    <a:pt x="947" y="537"/>
                    <a:pt x="951" y="537"/>
                  </a:cubicBezTo>
                  <a:cubicBezTo>
                    <a:pt x="954" y="537"/>
                    <a:pt x="970" y="527"/>
                    <a:pt x="970" y="525"/>
                  </a:cubicBezTo>
                  <a:cubicBezTo>
                    <a:pt x="971" y="523"/>
                    <a:pt x="980" y="514"/>
                    <a:pt x="984" y="510"/>
                  </a:cubicBezTo>
                  <a:cubicBezTo>
                    <a:pt x="988" y="505"/>
                    <a:pt x="994" y="499"/>
                    <a:pt x="996" y="493"/>
                  </a:cubicBezTo>
                  <a:cubicBezTo>
                    <a:pt x="998" y="490"/>
                    <a:pt x="1004" y="484"/>
                    <a:pt x="1005" y="481"/>
                  </a:cubicBezTo>
                  <a:cubicBezTo>
                    <a:pt x="1007" y="479"/>
                    <a:pt x="1008" y="479"/>
                    <a:pt x="1011" y="473"/>
                  </a:cubicBezTo>
                  <a:cubicBezTo>
                    <a:pt x="1013" y="467"/>
                    <a:pt x="1013" y="452"/>
                    <a:pt x="1014" y="451"/>
                  </a:cubicBezTo>
                  <a:cubicBezTo>
                    <a:pt x="1015" y="450"/>
                    <a:pt x="1015" y="447"/>
                    <a:pt x="1016" y="445"/>
                  </a:cubicBezTo>
                  <a:cubicBezTo>
                    <a:pt x="1017" y="444"/>
                    <a:pt x="1016" y="442"/>
                    <a:pt x="1019" y="439"/>
                  </a:cubicBezTo>
                  <a:cubicBezTo>
                    <a:pt x="1021" y="437"/>
                    <a:pt x="1021" y="435"/>
                    <a:pt x="1020" y="434"/>
                  </a:cubicBezTo>
                  <a:cubicBezTo>
                    <a:pt x="1020" y="432"/>
                    <a:pt x="1020" y="429"/>
                    <a:pt x="1020" y="427"/>
                  </a:cubicBezTo>
                  <a:cubicBezTo>
                    <a:pt x="1019" y="426"/>
                    <a:pt x="1019" y="426"/>
                    <a:pt x="1021" y="425"/>
                  </a:cubicBezTo>
                  <a:cubicBezTo>
                    <a:pt x="1022" y="424"/>
                    <a:pt x="1020" y="422"/>
                    <a:pt x="1018" y="421"/>
                  </a:cubicBezTo>
                  <a:cubicBezTo>
                    <a:pt x="1016" y="420"/>
                    <a:pt x="1013" y="419"/>
                    <a:pt x="1013" y="417"/>
                  </a:cubicBezTo>
                  <a:cubicBezTo>
                    <a:pt x="1012" y="414"/>
                    <a:pt x="1009" y="411"/>
                    <a:pt x="1006" y="412"/>
                  </a:cubicBezTo>
                  <a:cubicBezTo>
                    <a:pt x="1003" y="412"/>
                    <a:pt x="998" y="410"/>
                    <a:pt x="999" y="412"/>
                  </a:cubicBezTo>
                  <a:cubicBezTo>
                    <a:pt x="999" y="414"/>
                    <a:pt x="999" y="415"/>
                    <a:pt x="997" y="415"/>
                  </a:cubicBezTo>
                  <a:cubicBezTo>
                    <a:pt x="996" y="414"/>
                    <a:pt x="995" y="416"/>
                    <a:pt x="994" y="418"/>
                  </a:cubicBezTo>
                  <a:cubicBezTo>
                    <a:pt x="992" y="420"/>
                    <a:pt x="986" y="421"/>
                    <a:pt x="989" y="418"/>
                  </a:cubicBezTo>
                  <a:cubicBezTo>
                    <a:pt x="991" y="416"/>
                    <a:pt x="988" y="416"/>
                    <a:pt x="988" y="413"/>
                  </a:cubicBezTo>
                  <a:cubicBezTo>
                    <a:pt x="989" y="411"/>
                    <a:pt x="991" y="408"/>
                    <a:pt x="988" y="410"/>
                  </a:cubicBezTo>
                  <a:cubicBezTo>
                    <a:pt x="985" y="412"/>
                    <a:pt x="985" y="416"/>
                    <a:pt x="983" y="416"/>
                  </a:cubicBezTo>
                  <a:cubicBezTo>
                    <a:pt x="981" y="417"/>
                    <a:pt x="981" y="409"/>
                    <a:pt x="982" y="407"/>
                  </a:cubicBezTo>
                  <a:cubicBezTo>
                    <a:pt x="983" y="406"/>
                    <a:pt x="978" y="408"/>
                    <a:pt x="972" y="407"/>
                  </a:cubicBezTo>
                  <a:cubicBezTo>
                    <a:pt x="967" y="407"/>
                    <a:pt x="969" y="403"/>
                    <a:pt x="973" y="401"/>
                  </a:cubicBezTo>
                  <a:cubicBezTo>
                    <a:pt x="977" y="399"/>
                    <a:pt x="976" y="397"/>
                    <a:pt x="978" y="396"/>
                  </a:cubicBezTo>
                  <a:cubicBezTo>
                    <a:pt x="980" y="395"/>
                    <a:pt x="986" y="391"/>
                    <a:pt x="989" y="389"/>
                  </a:cubicBezTo>
                  <a:cubicBezTo>
                    <a:pt x="992" y="388"/>
                    <a:pt x="993" y="385"/>
                    <a:pt x="994" y="383"/>
                  </a:cubicBezTo>
                  <a:cubicBezTo>
                    <a:pt x="995" y="381"/>
                    <a:pt x="1001" y="379"/>
                    <a:pt x="1006" y="374"/>
                  </a:cubicBezTo>
                  <a:cubicBezTo>
                    <a:pt x="1011" y="370"/>
                    <a:pt x="1014" y="367"/>
                    <a:pt x="1015" y="365"/>
                  </a:cubicBezTo>
                  <a:cubicBezTo>
                    <a:pt x="1016" y="362"/>
                    <a:pt x="1024" y="359"/>
                    <a:pt x="1024" y="357"/>
                  </a:cubicBezTo>
                  <a:cubicBezTo>
                    <a:pt x="1025" y="355"/>
                    <a:pt x="1034" y="350"/>
                    <a:pt x="1040" y="349"/>
                  </a:cubicBezTo>
                  <a:cubicBezTo>
                    <a:pt x="1047" y="347"/>
                    <a:pt x="1057" y="349"/>
                    <a:pt x="1059" y="351"/>
                  </a:cubicBezTo>
                  <a:cubicBezTo>
                    <a:pt x="1060" y="353"/>
                    <a:pt x="1062" y="352"/>
                    <a:pt x="1063" y="351"/>
                  </a:cubicBezTo>
                  <a:cubicBezTo>
                    <a:pt x="1064" y="350"/>
                    <a:pt x="1066" y="350"/>
                    <a:pt x="1071" y="351"/>
                  </a:cubicBezTo>
                  <a:cubicBezTo>
                    <a:pt x="1075" y="351"/>
                    <a:pt x="1076" y="349"/>
                    <a:pt x="1079" y="350"/>
                  </a:cubicBezTo>
                  <a:cubicBezTo>
                    <a:pt x="1082" y="350"/>
                    <a:pt x="1084" y="351"/>
                    <a:pt x="1086" y="348"/>
                  </a:cubicBezTo>
                  <a:cubicBezTo>
                    <a:pt x="1088" y="344"/>
                    <a:pt x="1096" y="345"/>
                    <a:pt x="1098" y="346"/>
                  </a:cubicBezTo>
                  <a:cubicBezTo>
                    <a:pt x="1099" y="348"/>
                    <a:pt x="1101" y="349"/>
                    <a:pt x="1104" y="347"/>
                  </a:cubicBezTo>
                  <a:cubicBezTo>
                    <a:pt x="1107" y="345"/>
                    <a:pt x="1107" y="350"/>
                    <a:pt x="1110" y="350"/>
                  </a:cubicBezTo>
                  <a:cubicBezTo>
                    <a:pt x="1113" y="351"/>
                    <a:pt x="1111" y="353"/>
                    <a:pt x="1108" y="353"/>
                  </a:cubicBezTo>
                  <a:cubicBezTo>
                    <a:pt x="1106" y="353"/>
                    <a:pt x="1103" y="354"/>
                    <a:pt x="1106" y="356"/>
                  </a:cubicBezTo>
                  <a:cubicBezTo>
                    <a:pt x="1108" y="358"/>
                    <a:pt x="1112" y="354"/>
                    <a:pt x="1114" y="355"/>
                  </a:cubicBezTo>
                  <a:cubicBezTo>
                    <a:pt x="1116" y="355"/>
                    <a:pt x="1120" y="355"/>
                    <a:pt x="1123" y="353"/>
                  </a:cubicBezTo>
                  <a:cubicBezTo>
                    <a:pt x="1126" y="351"/>
                    <a:pt x="1127" y="355"/>
                    <a:pt x="1129" y="353"/>
                  </a:cubicBezTo>
                  <a:cubicBezTo>
                    <a:pt x="1131" y="351"/>
                    <a:pt x="1135" y="351"/>
                    <a:pt x="1138" y="351"/>
                  </a:cubicBezTo>
                  <a:cubicBezTo>
                    <a:pt x="1140" y="351"/>
                    <a:pt x="1138" y="348"/>
                    <a:pt x="1134" y="348"/>
                  </a:cubicBezTo>
                  <a:cubicBezTo>
                    <a:pt x="1130" y="348"/>
                    <a:pt x="1131" y="346"/>
                    <a:pt x="1134" y="341"/>
                  </a:cubicBezTo>
                  <a:cubicBezTo>
                    <a:pt x="1137" y="336"/>
                    <a:pt x="1142" y="333"/>
                    <a:pt x="1146" y="330"/>
                  </a:cubicBezTo>
                  <a:cubicBezTo>
                    <a:pt x="1150" y="327"/>
                    <a:pt x="1152" y="329"/>
                    <a:pt x="1152" y="327"/>
                  </a:cubicBezTo>
                  <a:cubicBezTo>
                    <a:pt x="1152" y="325"/>
                    <a:pt x="1154" y="319"/>
                    <a:pt x="1157" y="319"/>
                  </a:cubicBezTo>
                  <a:cubicBezTo>
                    <a:pt x="1159" y="319"/>
                    <a:pt x="1166" y="320"/>
                    <a:pt x="1170" y="318"/>
                  </a:cubicBezTo>
                  <a:cubicBezTo>
                    <a:pt x="1175" y="315"/>
                    <a:pt x="1174" y="319"/>
                    <a:pt x="1176" y="320"/>
                  </a:cubicBezTo>
                  <a:cubicBezTo>
                    <a:pt x="1178" y="321"/>
                    <a:pt x="1180" y="316"/>
                    <a:pt x="1182" y="318"/>
                  </a:cubicBezTo>
                  <a:cubicBezTo>
                    <a:pt x="1184" y="319"/>
                    <a:pt x="1179" y="322"/>
                    <a:pt x="1178" y="326"/>
                  </a:cubicBezTo>
                  <a:cubicBezTo>
                    <a:pt x="1177" y="329"/>
                    <a:pt x="1181" y="328"/>
                    <a:pt x="1183" y="329"/>
                  </a:cubicBezTo>
                  <a:cubicBezTo>
                    <a:pt x="1185" y="330"/>
                    <a:pt x="1180" y="331"/>
                    <a:pt x="1181" y="332"/>
                  </a:cubicBezTo>
                  <a:cubicBezTo>
                    <a:pt x="1181" y="333"/>
                    <a:pt x="1185" y="333"/>
                    <a:pt x="1191" y="328"/>
                  </a:cubicBezTo>
                  <a:cubicBezTo>
                    <a:pt x="1196" y="322"/>
                    <a:pt x="1201" y="321"/>
                    <a:pt x="1205" y="321"/>
                  </a:cubicBezTo>
                  <a:cubicBezTo>
                    <a:pt x="1208" y="322"/>
                    <a:pt x="1206" y="318"/>
                    <a:pt x="1206" y="313"/>
                  </a:cubicBezTo>
                  <a:cubicBezTo>
                    <a:pt x="1207" y="308"/>
                    <a:pt x="1217" y="306"/>
                    <a:pt x="1221" y="308"/>
                  </a:cubicBezTo>
                  <a:cubicBezTo>
                    <a:pt x="1224" y="309"/>
                    <a:pt x="1224" y="311"/>
                    <a:pt x="1221" y="310"/>
                  </a:cubicBezTo>
                  <a:cubicBezTo>
                    <a:pt x="1217" y="309"/>
                    <a:pt x="1214" y="312"/>
                    <a:pt x="1214" y="316"/>
                  </a:cubicBezTo>
                  <a:cubicBezTo>
                    <a:pt x="1214" y="320"/>
                    <a:pt x="1211" y="322"/>
                    <a:pt x="1213" y="323"/>
                  </a:cubicBezTo>
                  <a:cubicBezTo>
                    <a:pt x="1215" y="325"/>
                    <a:pt x="1211" y="325"/>
                    <a:pt x="1210" y="327"/>
                  </a:cubicBezTo>
                  <a:cubicBezTo>
                    <a:pt x="1210" y="329"/>
                    <a:pt x="1210" y="330"/>
                    <a:pt x="1208" y="331"/>
                  </a:cubicBezTo>
                  <a:cubicBezTo>
                    <a:pt x="1206" y="332"/>
                    <a:pt x="1197" y="333"/>
                    <a:pt x="1197" y="336"/>
                  </a:cubicBezTo>
                  <a:cubicBezTo>
                    <a:pt x="1197" y="339"/>
                    <a:pt x="1192" y="339"/>
                    <a:pt x="1190" y="343"/>
                  </a:cubicBezTo>
                  <a:cubicBezTo>
                    <a:pt x="1188" y="347"/>
                    <a:pt x="1180" y="350"/>
                    <a:pt x="1175" y="358"/>
                  </a:cubicBezTo>
                  <a:cubicBezTo>
                    <a:pt x="1169" y="366"/>
                    <a:pt x="1161" y="366"/>
                    <a:pt x="1161" y="367"/>
                  </a:cubicBezTo>
                  <a:cubicBezTo>
                    <a:pt x="1161" y="369"/>
                    <a:pt x="1155" y="369"/>
                    <a:pt x="1153" y="369"/>
                  </a:cubicBezTo>
                  <a:cubicBezTo>
                    <a:pt x="1151" y="369"/>
                    <a:pt x="1155" y="374"/>
                    <a:pt x="1150" y="379"/>
                  </a:cubicBezTo>
                  <a:cubicBezTo>
                    <a:pt x="1145" y="384"/>
                    <a:pt x="1142" y="391"/>
                    <a:pt x="1142" y="398"/>
                  </a:cubicBezTo>
                  <a:cubicBezTo>
                    <a:pt x="1142" y="405"/>
                    <a:pt x="1145" y="426"/>
                    <a:pt x="1147" y="429"/>
                  </a:cubicBezTo>
                  <a:cubicBezTo>
                    <a:pt x="1149" y="433"/>
                    <a:pt x="1148" y="442"/>
                    <a:pt x="1150" y="444"/>
                  </a:cubicBezTo>
                  <a:cubicBezTo>
                    <a:pt x="1151" y="446"/>
                    <a:pt x="1151" y="449"/>
                    <a:pt x="1152" y="450"/>
                  </a:cubicBezTo>
                  <a:cubicBezTo>
                    <a:pt x="1153" y="451"/>
                    <a:pt x="1157" y="445"/>
                    <a:pt x="1161" y="442"/>
                  </a:cubicBezTo>
                  <a:cubicBezTo>
                    <a:pt x="1164" y="440"/>
                    <a:pt x="1163" y="439"/>
                    <a:pt x="1165" y="437"/>
                  </a:cubicBezTo>
                  <a:cubicBezTo>
                    <a:pt x="1167" y="436"/>
                    <a:pt x="1166" y="430"/>
                    <a:pt x="1167" y="429"/>
                  </a:cubicBezTo>
                  <a:cubicBezTo>
                    <a:pt x="1167" y="427"/>
                    <a:pt x="1171" y="427"/>
                    <a:pt x="1172" y="425"/>
                  </a:cubicBezTo>
                  <a:cubicBezTo>
                    <a:pt x="1174" y="423"/>
                    <a:pt x="1177" y="424"/>
                    <a:pt x="1179" y="424"/>
                  </a:cubicBezTo>
                  <a:cubicBezTo>
                    <a:pt x="1180" y="423"/>
                    <a:pt x="1179" y="419"/>
                    <a:pt x="1178" y="417"/>
                  </a:cubicBezTo>
                  <a:cubicBezTo>
                    <a:pt x="1177" y="414"/>
                    <a:pt x="1183" y="411"/>
                    <a:pt x="1186" y="409"/>
                  </a:cubicBezTo>
                  <a:cubicBezTo>
                    <a:pt x="1189" y="407"/>
                    <a:pt x="1193" y="410"/>
                    <a:pt x="1196" y="407"/>
                  </a:cubicBezTo>
                  <a:cubicBezTo>
                    <a:pt x="1199" y="404"/>
                    <a:pt x="1196" y="400"/>
                    <a:pt x="1195" y="399"/>
                  </a:cubicBezTo>
                  <a:cubicBezTo>
                    <a:pt x="1193" y="397"/>
                    <a:pt x="1198" y="389"/>
                    <a:pt x="1201" y="389"/>
                  </a:cubicBezTo>
                  <a:cubicBezTo>
                    <a:pt x="1203" y="388"/>
                    <a:pt x="1205" y="390"/>
                    <a:pt x="1207" y="388"/>
                  </a:cubicBezTo>
                  <a:cubicBezTo>
                    <a:pt x="1209" y="386"/>
                    <a:pt x="1205" y="382"/>
                    <a:pt x="1203" y="383"/>
                  </a:cubicBezTo>
                  <a:cubicBezTo>
                    <a:pt x="1201" y="383"/>
                    <a:pt x="1201" y="376"/>
                    <a:pt x="1205" y="373"/>
                  </a:cubicBezTo>
                  <a:cubicBezTo>
                    <a:pt x="1209" y="370"/>
                    <a:pt x="1207" y="369"/>
                    <a:pt x="1205" y="369"/>
                  </a:cubicBezTo>
                  <a:cubicBezTo>
                    <a:pt x="1202" y="368"/>
                    <a:pt x="1201" y="369"/>
                    <a:pt x="1199" y="369"/>
                  </a:cubicBezTo>
                  <a:cubicBezTo>
                    <a:pt x="1197" y="369"/>
                    <a:pt x="1195" y="365"/>
                    <a:pt x="1198" y="360"/>
                  </a:cubicBezTo>
                  <a:cubicBezTo>
                    <a:pt x="1201" y="356"/>
                    <a:pt x="1205" y="357"/>
                    <a:pt x="1205" y="353"/>
                  </a:cubicBezTo>
                  <a:cubicBezTo>
                    <a:pt x="1206" y="349"/>
                    <a:pt x="1210" y="344"/>
                    <a:pt x="1212" y="342"/>
                  </a:cubicBezTo>
                  <a:cubicBezTo>
                    <a:pt x="1213" y="340"/>
                    <a:pt x="1217" y="342"/>
                    <a:pt x="1219" y="342"/>
                  </a:cubicBezTo>
                  <a:cubicBezTo>
                    <a:pt x="1221" y="342"/>
                    <a:pt x="1220" y="345"/>
                    <a:pt x="1222" y="343"/>
                  </a:cubicBezTo>
                  <a:cubicBezTo>
                    <a:pt x="1224" y="342"/>
                    <a:pt x="1228" y="335"/>
                    <a:pt x="1231" y="335"/>
                  </a:cubicBezTo>
                  <a:cubicBezTo>
                    <a:pt x="1234" y="335"/>
                    <a:pt x="1232" y="340"/>
                    <a:pt x="1232" y="343"/>
                  </a:cubicBezTo>
                  <a:cubicBezTo>
                    <a:pt x="1233" y="345"/>
                    <a:pt x="1235" y="342"/>
                    <a:pt x="1240" y="338"/>
                  </a:cubicBezTo>
                  <a:cubicBezTo>
                    <a:pt x="1246" y="334"/>
                    <a:pt x="1258" y="335"/>
                    <a:pt x="1261" y="337"/>
                  </a:cubicBezTo>
                  <a:cubicBezTo>
                    <a:pt x="1265" y="338"/>
                    <a:pt x="1266" y="342"/>
                    <a:pt x="1268" y="342"/>
                  </a:cubicBezTo>
                  <a:cubicBezTo>
                    <a:pt x="1271" y="341"/>
                    <a:pt x="1268" y="338"/>
                    <a:pt x="1271" y="337"/>
                  </a:cubicBezTo>
                  <a:cubicBezTo>
                    <a:pt x="1274" y="336"/>
                    <a:pt x="1279" y="333"/>
                    <a:pt x="1283" y="330"/>
                  </a:cubicBezTo>
                  <a:cubicBezTo>
                    <a:pt x="1287" y="327"/>
                    <a:pt x="1286" y="329"/>
                    <a:pt x="1288" y="327"/>
                  </a:cubicBezTo>
                  <a:cubicBezTo>
                    <a:pt x="1290" y="324"/>
                    <a:pt x="1292" y="325"/>
                    <a:pt x="1293" y="324"/>
                  </a:cubicBezTo>
                  <a:cubicBezTo>
                    <a:pt x="1294" y="322"/>
                    <a:pt x="1299" y="319"/>
                    <a:pt x="1307" y="317"/>
                  </a:cubicBezTo>
                  <a:cubicBezTo>
                    <a:pt x="1315" y="315"/>
                    <a:pt x="1325" y="310"/>
                    <a:pt x="1325" y="309"/>
                  </a:cubicBezTo>
                  <a:cubicBezTo>
                    <a:pt x="1324" y="307"/>
                    <a:pt x="1328" y="306"/>
                    <a:pt x="1328" y="308"/>
                  </a:cubicBezTo>
                  <a:cubicBezTo>
                    <a:pt x="1329" y="309"/>
                    <a:pt x="1331" y="309"/>
                    <a:pt x="1336" y="310"/>
                  </a:cubicBezTo>
                  <a:cubicBezTo>
                    <a:pt x="1340" y="311"/>
                    <a:pt x="1342" y="312"/>
                    <a:pt x="1345" y="309"/>
                  </a:cubicBezTo>
                  <a:cubicBezTo>
                    <a:pt x="1348" y="306"/>
                    <a:pt x="1344" y="305"/>
                    <a:pt x="1345" y="302"/>
                  </a:cubicBezTo>
                  <a:cubicBezTo>
                    <a:pt x="1345" y="300"/>
                    <a:pt x="1339" y="297"/>
                    <a:pt x="1340" y="294"/>
                  </a:cubicBezTo>
                  <a:cubicBezTo>
                    <a:pt x="1340" y="292"/>
                    <a:pt x="1335" y="285"/>
                    <a:pt x="1334" y="286"/>
                  </a:cubicBezTo>
                  <a:cubicBezTo>
                    <a:pt x="1332" y="288"/>
                    <a:pt x="1329" y="285"/>
                    <a:pt x="1329" y="283"/>
                  </a:cubicBezTo>
                  <a:cubicBezTo>
                    <a:pt x="1329" y="281"/>
                    <a:pt x="1329" y="279"/>
                    <a:pt x="1326" y="280"/>
                  </a:cubicBezTo>
                  <a:cubicBezTo>
                    <a:pt x="1324" y="282"/>
                    <a:pt x="1320" y="281"/>
                    <a:pt x="1319" y="279"/>
                  </a:cubicBezTo>
                  <a:cubicBezTo>
                    <a:pt x="1319" y="276"/>
                    <a:pt x="1324" y="275"/>
                    <a:pt x="1328" y="276"/>
                  </a:cubicBezTo>
                  <a:cubicBezTo>
                    <a:pt x="1331" y="278"/>
                    <a:pt x="1330" y="279"/>
                    <a:pt x="1332" y="280"/>
                  </a:cubicBezTo>
                  <a:cubicBezTo>
                    <a:pt x="1334" y="282"/>
                    <a:pt x="1339" y="281"/>
                    <a:pt x="1342" y="280"/>
                  </a:cubicBezTo>
                  <a:cubicBezTo>
                    <a:pt x="1344" y="279"/>
                    <a:pt x="1352" y="276"/>
                    <a:pt x="1353" y="274"/>
                  </a:cubicBezTo>
                  <a:cubicBezTo>
                    <a:pt x="1354" y="272"/>
                    <a:pt x="1353" y="271"/>
                    <a:pt x="1355" y="270"/>
                  </a:cubicBezTo>
                  <a:cubicBezTo>
                    <a:pt x="1358" y="269"/>
                    <a:pt x="1356" y="266"/>
                    <a:pt x="1354" y="265"/>
                  </a:cubicBezTo>
                  <a:cubicBezTo>
                    <a:pt x="1352" y="264"/>
                    <a:pt x="1352" y="261"/>
                    <a:pt x="1354" y="261"/>
                  </a:cubicBezTo>
                  <a:cubicBezTo>
                    <a:pt x="1357" y="261"/>
                    <a:pt x="1356" y="258"/>
                    <a:pt x="1358" y="258"/>
                  </a:cubicBezTo>
                  <a:cubicBezTo>
                    <a:pt x="1359" y="258"/>
                    <a:pt x="1359" y="259"/>
                    <a:pt x="1362" y="258"/>
                  </a:cubicBezTo>
                  <a:cubicBezTo>
                    <a:pt x="1365" y="256"/>
                    <a:pt x="1362" y="260"/>
                    <a:pt x="1361" y="262"/>
                  </a:cubicBezTo>
                  <a:cubicBezTo>
                    <a:pt x="1360" y="265"/>
                    <a:pt x="1363" y="267"/>
                    <a:pt x="1364" y="268"/>
                  </a:cubicBezTo>
                  <a:cubicBezTo>
                    <a:pt x="1364" y="269"/>
                    <a:pt x="1370" y="270"/>
                    <a:pt x="1373" y="268"/>
                  </a:cubicBezTo>
                  <a:cubicBezTo>
                    <a:pt x="1376" y="267"/>
                    <a:pt x="1385" y="270"/>
                    <a:pt x="1386" y="272"/>
                  </a:cubicBezTo>
                  <a:cubicBezTo>
                    <a:pt x="1386" y="275"/>
                    <a:pt x="1388" y="278"/>
                    <a:pt x="1392" y="280"/>
                  </a:cubicBezTo>
                  <a:cubicBezTo>
                    <a:pt x="1396" y="282"/>
                    <a:pt x="1399" y="281"/>
                    <a:pt x="1400" y="283"/>
                  </a:cubicBezTo>
                  <a:cubicBezTo>
                    <a:pt x="1401" y="285"/>
                    <a:pt x="1402" y="286"/>
                    <a:pt x="1405" y="285"/>
                  </a:cubicBezTo>
                  <a:cubicBezTo>
                    <a:pt x="1407" y="285"/>
                    <a:pt x="1408" y="287"/>
                    <a:pt x="1410" y="286"/>
                  </a:cubicBezTo>
                  <a:cubicBezTo>
                    <a:pt x="1411" y="284"/>
                    <a:pt x="1412" y="286"/>
                    <a:pt x="1414" y="285"/>
                  </a:cubicBezTo>
                  <a:cubicBezTo>
                    <a:pt x="1416" y="283"/>
                    <a:pt x="1410" y="281"/>
                    <a:pt x="1411" y="280"/>
                  </a:cubicBezTo>
                  <a:cubicBezTo>
                    <a:pt x="1411" y="278"/>
                    <a:pt x="1413" y="281"/>
                    <a:pt x="1415" y="281"/>
                  </a:cubicBezTo>
                  <a:cubicBezTo>
                    <a:pt x="1417" y="281"/>
                    <a:pt x="1414" y="277"/>
                    <a:pt x="1416" y="277"/>
                  </a:cubicBezTo>
                  <a:cubicBezTo>
                    <a:pt x="1417" y="276"/>
                    <a:pt x="1416" y="269"/>
                    <a:pt x="1414" y="269"/>
                  </a:cubicBezTo>
                  <a:cubicBezTo>
                    <a:pt x="1413" y="268"/>
                    <a:pt x="1414" y="265"/>
                    <a:pt x="1417" y="268"/>
                  </a:cubicBezTo>
                  <a:cubicBezTo>
                    <a:pt x="1420" y="270"/>
                    <a:pt x="1424" y="270"/>
                    <a:pt x="1426" y="270"/>
                  </a:cubicBezTo>
                  <a:cubicBezTo>
                    <a:pt x="1428" y="270"/>
                    <a:pt x="1426" y="268"/>
                    <a:pt x="1424" y="267"/>
                  </a:cubicBezTo>
                  <a:cubicBezTo>
                    <a:pt x="1422" y="267"/>
                    <a:pt x="1425" y="265"/>
                    <a:pt x="1426" y="266"/>
                  </a:cubicBezTo>
                  <a:cubicBezTo>
                    <a:pt x="1428" y="268"/>
                    <a:pt x="1431" y="268"/>
                    <a:pt x="1431" y="267"/>
                  </a:cubicBezTo>
                  <a:cubicBezTo>
                    <a:pt x="1431" y="265"/>
                    <a:pt x="1433" y="262"/>
                    <a:pt x="1435" y="262"/>
                  </a:cubicBezTo>
                  <a:cubicBezTo>
                    <a:pt x="1438" y="262"/>
                    <a:pt x="1439" y="261"/>
                    <a:pt x="1436" y="260"/>
                  </a:cubicBezTo>
                  <a:close/>
                  <a:moveTo>
                    <a:pt x="742" y="423"/>
                  </a:moveTo>
                  <a:cubicBezTo>
                    <a:pt x="735" y="430"/>
                    <a:pt x="721" y="431"/>
                    <a:pt x="721" y="436"/>
                  </a:cubicBezTo>
                  <a:cubicBezTo>
                    <a:pt x="721" y="442"/>
                    <a:pt x="703" y="444"/>
                    <a:pt x="702" y="442"/>
                  </a:cubicBezTo>
                  <a:cubicBezTo>
                    <a:pt x="701" y="440"/>
                    <a:pt x="715" y="439"/>
                    <a:pt x="718" y="432"/>
                  </a:cubicBezTo>
                  <a:cubicBezTo>
                    <a:pt x="721" y="424"/>
                    <a:pt x="734" y="421"/>
                    <a:pt x="740" y="411"/>
                  </a:cubicBezTo>
                  <a:cubicBezTo>
                    <a:pt x="745" y="404"/>
                    <a:pt x="749" y="393"/>
                    <a:pt x="751" y="393"/>
                  </a:cubicBezTo>
                  <a:cubicBezTo>
                    <a:pt x="754" y="394"/>
                    <a:pt x="749" y="417"/>
                    <a:pt x="742" y="423"/>
                  </a:cubicBezTo>
                  <a:close/>
                  <a:moveTo>
                    <a:pt x="774" y="131"/>
                  </a:moveTo>
                  <a:cubicBezTo>
                    <a:pt x="773" y="133"/>
                    <a:pt x="767" y="133"/>
                    <a:pt x="769" y="135"/>
                  </a:cubicBezTo>
                  <a:cubicBezTo>
                    <a:pt x="771" y="138"/>
                    <a:pt x="784" y="136"/>
                    <a:pt x="784" y="132"/>
                  </a:cubicBezTo>
                  <a:cubicBezTo>
                    <a:pt x="784" y="128"/>
                    <a:pt x="775" y="129"/>
                    <a:pt x="774" y="131"/>
                  </a:cubicBezTo>
                  <a:close/>
                  <a:moveTo>
                    <a:pt x="320" y="8"/>
                  </a:moveTo>
                  <a:cubicBezTo>
                    <a:pt x="326" y="8"/>
                    <a:pt x="324" y="4"/>
                    <a:pt x="328" y="5"/>
                  </a:cubicBezTo>
                  <a:cubicBezTo>
                    <a:pt x="332" y="5"/>
                    <a:pt x="338" y="5"/>
                    <a:pt x="336" y="2"/>
                  </a:cubicBezTo>
                  <a:cubicBezTo>
                    <a:pt x="334" y="0"/>
                    <a:pt x="319" y="1"/>
                    <a:pt x="321" y="3"/>
                  </a:cubicBezTo>
                  <a:cubicBezTo>
                    <a:pt x="322" y="5"/>
                    <a:pt x="309" y="4"/>
                    <a:pt x="309" y="5"/>
                  </a:cubicBezTo>
                  <a:cubicBezTo>
                    <a:pt x="310" y="6"/>
                    <a:pt x="314" y="8"/>
                    <a:pt x="320" y="8"/>
                  </a:cubicBezTo>
                  <a:close/>
                  <a:moveTo>
                    <a:pt x="289" y="25"/>
                  </a:moveTo>
                  <a:cubicBezTo>
                    <a:pt x="289" y="21"/>
                    <a:pt x="276" y="25"/>
                    <a:pt x="279" y="26"/>
                  </a:cubicBezTo>
                  <a:cubicBezTo>
                    <a:pt x="281" y="27"/>
                    <a:pt x="289" y="29"/>
                    <a:pt x="289" y="25"/>
                  </a:cubicBezTo>
                  <a:close/>
                  <a:moveTo>
                    <a:pt x="321" y="21"/>
                  </a:moveTo>
                  <a:cubicBezTo>
                    <a:pt x="322" y="23"/>
                    <a:pt x="320" y="24"/>
                    <a:pt x="315" y="24"/>
                  </a:cubicBezTo>
                  <a:cubicBezTo>
                    <a:pt x="310" y="24"/>
                    <a:pt x="308" y="26"/>
                    <a:pt x="310" y="29"/>
                  </a:cubicBezTo>
                  <a:cubicBezTo>
                    <a:pt x="313" y="31"/>
                    <a:pt x="326" y="30"/>
                    <a:pt x="329" y="27"/>
                  </a:cubicBezTo>
                  <a:cubicBezTo>
                    <a:pt x="331" y="24"/>
                    <a:pt x="337" y="27"/>
                    <a:pt x="338" y="24"/>
                  </a:cubicBezTo>
                  <a:cubicBezTo>
                    <a:pt x="339" y="21"/>
                    <a:pt x="321" y="19"/>
                    <a:pt x="321" y="21"/>
                  </a:cubicBezTo>
                  <a:close/>
                  <a:moveTo>
                    <a:pt x="364" y="17"/>
                  </a:moveTo>
                  <a:cubicBezTo>
                    <a:pt x="366" y="14"/>
                    <a:pt x="361" y="14"/>
                    <a:pt x="360" y="12"/>
                  </a:cubicBezTo>
                  <a:cubicBezTo>
                    <a:pt x="360" y="10"/>
                    <a:pt x="346" y="9"/>
                    <a:pt x="347" y="12"/>
                  </a:cubicBezTo>
                  <a:cubicBezTo>
                    <a:pt x="347" y="14"/>
                    <a:pt x="337" y="17"/>
                    <a:pt x="340" y="20"/>
                  </a:cubicBezTo>
                  <a:cubicBezTo>
                    <a:pt x="346" y="24"/>
                    <a:pt x="362" y="19"/>
                    <a:pt x="364" y="17"/>
                  </a:cubicBezTo>
                  <a:close/>
                  <a:moveTo>
                    <a:pt x="324" y="13"/>
                  </a:moveTo>
                  <a:cubicBezTo>
                    <a:pt x="325" y="7"/>
                    <a:pt x="316" y="12"/>
                    <a:pt x="310" y="9"/>
                  </a:cubicBezTo>
                  <a:cubicBezTo>
                    <a:pt x="304" y="6"/>
                    <a:pt x="300" y="6"/>
                    <a:pt x="304" y="10"/>
                  </a:cubicBezTo>
                  <a:cubicBezTo>
                    <a:pt x="306" y="12"/>
                    <a:pt x="293" y="13"/>
                    <a:pt x="295" y="15"/>
                  </a:cubicBezTo>
                  <a:cubicBezTo>
                    <a:pt x="300" y="20"/>
                    <a:pt x="324" y="18"/>
                    <a:pt x="324" y="13"/>
                  </a:cubicBezTo>
                  <a:close/>
                  <a:moveTo>
                    <a:pt x="287" y="151"/>
                  </a:moveTo>
                  <a:cubicBezTo>
                    <a:pt x="288" y="153"/>
                    <a:pt x="286" y="155"/>
                    <a:pt x="281" y="155"/>
                  </a:cubicBezTo>
                  <a:cubicBezTo>
                    <a:pt x="277" y="155"/>
                    <a:pt x="284" y="158"/>
                    <a:pt x="284" y="161"/>
                  </a:cubicBezTo>
                  <a:cubicBezTo>
                    <a:pt x="285" y="164"/>
                    <a:pt x="279" y="162"/>
                    <a:pt x="279" y="166"/>
                  </a:cubicBezTo>
                  <a:cubicBezTo>
                    <a:pt x="279" y="170"/>
                    <a:pt x="270" y="166"/>
                    <a:pt x="269" y="171"/>
                  </a:cubicBezTo>
                  <a:cubicBezTo>
                    <a:pt x="267" y="177"/>
                    <a:pt x="273" y="176"/>
                    <a:pt x="277" y="176"/>
                  </a:cubicBezTo>
                  <a:cubicBezTo>
                    <a:pt x="281" y="177"/>
                    <a:pt x="276" y="180"/>
                    <a:pt x="279" y="182"/>
                  </a:cubicBezTo>
                  <a:cubicBezTo>
                    <a:pt x="282" y="185"/>
                    <a:pt x="284" y="184"/>
                    <a:pt x="282" y="180"/>
                  </a:cubicBezTo>
                  <a:cubicBezTo>
                    <a:pt x="280" y="176"/>
                    <a:pt x="292" y="181"/>
                    <a:pt x="289" y="184"/>
                  </a:cubicBezTo>
                  <a:cubicBezTo>
                    <a:pt x="285" y="188"/>
                    <a:pt x="295" y="190"/>
                    <a:pt x="299" y="190"/>
                  </a:cubicBezTo>
                  <a:cubicBezTo>
                    <a:pt x="304" y="191"/>
                    <a:pt x="321" y="194"/>
                    <a:pt x="321" y="190"/>
                  </a:cubicBezTo>
                  <a:cubicBezTo>
                    <a:pt x="321" y="188"/>
                    <a:pt x="315" y="186"/>
                    <a:pt x="310" y="180"/>
                  </a:cubicBezTo>
                  <a:cubicBezTo>
                    <a:pt x="305" y="175"/>
                    <a:pt x="301" y="166"/>
                    <a:pt x="307" y="162"/>
                  </a:cubicBezTo>
                  <a:cubicBezTo>
                    <a:pt x="313" y="158"/>
                    <a:pt x="308" y="157"/>
                    <a:pt x="314" y="152"/>
                  </a:cubicBezTo>
                  <a:cubicBezTo>
                    <a:pt x="319" y="148"/>
                    <a:pt x="316" y="144"/>
                    <a:pt x="321" y="144"/>
                  </a:cubicBezTo>
                  <a:cubicBezTo>
                    <a:pt x="326" y="143"/>
                    <a:pt x="320" y="139"/>
                    <a:pt x="325" y="138"/>
                  </a:cubicBezTo>
                  <a:cubicBezTo>
                    <a:pt x="330" y="137"/>
                    <a:pt x="331" y="132"/>
                    <a:pt x="331" y="130"/>
                  </a:cubicBezTo>
                  <a:cubicBezTo>
                    <a:pt x="330" y="128"/>
                    <a:pt x="336" y="130"/>
                    <a:pt x="339" y="127"/>
                  </a:cubicBezTo>
                  <a:cubicBezTo>
                    <a:pt x="341" y="124"/>
                    <a:pt x="348" y="126"/>
                    <a:pt x="350" y="122"/>
                  </a:cubicBezTo>
                  <a:cubicBezTo>
                    <a:pt x="352" y="118"/>
                    <a:pt x="380" y="108"/>
                    <a:pt x="397" y="104"/>
                  </a:cubicBezTo>
                  <a:cubicBezTo>
                    <a:pt x="413" y="100"/>
                    <a:pt x="424" y="94"/>
                    <a:pt x="418" y="89"/>
                  </a:cubicBezTo>
                  <a:cubicBezTo>
                    <a:pt x="413" y="85"/>
                    <a:pt x="396" y="91"/>
                    <a:pt x="392" y="94"/>
                  </a:cubicBezTo>
                  <a:cubicBezTo>
                    <a:pt x="388" y="97"/>
                    <a:pt x="383" y="95"/>
                    <a:pt x="379" y="97"/>
                  </a:cubicBezTo>
                  <a:cubicBezTo>
                    <a:pt x="375" y="100"/>
                    <a:pt x="366" y="102"/>
                    <a:pt x="362" y="99"/>
                  </a:cubicBezTo>
                  <a:cubicBezTo>
                    <a:pt x="358" y="96"/>
                    <a:pt x="353" y="102"/>
                    <a:pt x="350" y="102"/>
                  </a:cubicBezTo>
                  <a:cubicBezTo>
                    <a:pt x="346" y="102"/>
                    <a:pt x="343" y="105"/>
                    <a:pt x="339" y="105"/>
                  </a:cubicBezTo>
                  <a:cubicBezTo>
                    <a:pt x="336" y="105"/>
                    <a:pt x="329" y="108"/>
                    <a:pt x="328" y="110"/>
                  </a:cubicBezTo>
                  <a:cubicBezTo>
                    <a:pt x="328" y="112"/>
                    <a:pt x="322" y="111"/>
                    <a:pt x="322" y="114"/>
                  </a:cubicBezTo>
                  <a:cubicBezTo>
                    <a:pt x="322" y="116"/>
                    <a:pt x="317" y="118"/>
                    <a:pt x="314" y="116"/>
                  </a:cubicBezTo>
                  <a:cubicBezTo>
                    <a:pt x="312" y="114"/>
                    <a:pt x="309" y="119"/>
                    <a:pt x="313" y="122"/>
                  </a:cubicBezTo>
                  <a:cubicBezTo>
                    <a:pt x="316" y="125"/>
                    <a:pt x="306" y="125"/>
                    <a:pt x="308" y="127"/>
                  </a:cubicBezTo>
                  <a:cubicBezTo>
                    <a:pt x="310" y="129"/>
                    <a:pt x="304" y="130"/>
                    <a:pt x="305" y="133"/>
                  </a:cubicBezTo>
                  <a:cubicBezTo>
                    <a:pt x="307" y="135"/>
                    <a:pt x="302" y="136"/>
                    <a:pt x="298" y="136"/>
                  </a:cubicBezTo>
                  <a:cubicBezTo>
                    <a:pt x="294" y="137"/>
                    <a:pt x="292" y="142"/>
                    <a:pt x="297" y="142"/>
                  </a:cubicBezTo>
                  <a:cubicBezTo>
                    <a:pt x="302" y="143"/>
                    <a:pt x="294" y="143"/>
                    <a:pt x="295" y="147"/>
                  </a:cubicBezTo>
                  <a:cubicBezTo>
                    <a:pt x="295" y="151"/>
                    <a:pt x="287" y="148"/>
                    <a:pt x="287" y="151"/>
                  </a:cubicBezTo>
                  <a:close/>
                </a:path>
              </a:pathLst>
            </a:custGeom>
            <a:grp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447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CFFF5-3192-4349-94DD-FDA98C4B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8D67D43-8511-4723-9A82-ABE28399B3A5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83C8B-3D50-4DDB-9A98-9FA8142B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361B9-EC25-4BD4-BE7E-56B487BC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9E047C-2C33-4FDD-B8C6-1468A37953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93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423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192F3D0-6987-4613-AD0A-0265B1B87895}"/>
              </a:ext>
            </a:extLst>
          </p:cNvPr>
          <p:cNvSpPr/>
          <p:nvPr/>
        </p:nvSpPr>
        <p:spPr>
          <a:xfrm>
            <a:off x="3242539" y="1409700"/>
            <a:ext cx="1612234" cy="1059336"/>
          </a:xfrm>
          <a:prstGeom prst="roundRect">
            <a:avLst>
              <a:gd name="adj" fmla="val 272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098B5A9F-04F9-46FD-919E-3926B4B7F71A}"/>
              </a:ext>
            </a:extLst>
          </p:cNvPr>
          <p:cNvSpPr/>
          <p:nvPr/>
        </p:nvSpPr>
        <p:spPr>
          <a:xfrm>
            <a:off x="3242539" y="2572861"/>
            <a:ext cx="1612234" cy="1059336"/>
          </a:xfrm>
          <a:prstGeom prst="roundRect">
            <a:avLst>
              <a:gd name="adj" fmla="val 272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4745A6C-E7B9-4D25-9480-56E8929DFFF0}"/>
              </a:ext>
            </a:extLst>
          </p:cNvPr>
          <p:cNvSpPr/>
          <p:nvPr/>
        </p:nvSpPr>
        <p:spPr>
          <a:xfrm>
            <a:off x="3242539" y="3736022"/>
            <a:ext cx="1612234" cy="1059336"/>
          </a:xfrm>
          <a:prstGeom prst="roundRect">
            <a:avLst>
              <a:gd name="adj" fmla="val 272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7EE5E9A-B7AE-418B-85AC-ED2B10B3EC6A}"/>
              </a:ext>
            </a:extLst>
          </p:cNvPr>
          <p:cNvSpPr/>
          <p:nvPr/>
        </p:nvSpPr>
        <p:spPr>
          <a:xfrm>
            <a:off x="3242539" y="4899182"/>
            <a:ext cx="1612234" cy="1059336"/>
          </a:xfrm>
          <a:prstGeom prst="roundRect">
            <a:avLst>
              <a:gd name="adj" fmla="val 272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498643C-9BC0-4A0B-8D01-BA40C40E1714}"/>
              </a:ext>
            </a:extLst>
          </p:cNvPr>
          <p:cNvSpPr/>
          <p:nvPr/>
        </p:nvSpPr>
        <p:spPr>
          <a:xfrm flipH="1">
            <a:off x="3914554" y="1600815"/>
            <a:ext cx="926464" cy="67710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100</a:t>
            </a: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Lato" panose="020F0502020204030203" pitchFamily="34" charset="0"/>
              </a:rPr>
              <a:t>Days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F683810-9BDC-45CF-8892-8AD9F27091AC}"/>
              </a:ext>
            </a:extLst>
          </p:cNvPr>
          <p:cNvSpPr/>
          <p:nvPr/>
        </p:nvSpPr>
        <p:spPr>
          <a:xfrm flipH="1">
            <a:off x="3914554" y="2763975"/>
            <a:ext cx="926464" cy="67710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75</a:t>
            </a: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Lato" panose="020F0502020204030203" pitchFamily="34" charset="0"/>
              </a:rPr>
              <a:t>Days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E9AB6E-AF31-4F8D-82F9-AA2CEE392425}"/>
              </a:ext>
            </a:extLst>
          </p:cNvPr>
          <p:cNvSpPr/>
          <p:nvPr/>
        </p:nvSpPr>
        <p:spPr>
          <a:xfrm flipH="1">
            <a:off x="3914554" y="3927135"/>
            <a:ext cx="926464" cy="67710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50</a:t>
            </a: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Lato" panose="020F0502020204030203" pitchFamily="34" charset="0"/>
              </a:rPr>
              <a:t>Days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2999741-CD4B-4DF9-8594-B42237FDDEEC}"/>
              </a:ext>
            </a:extLst>
          </p:cNvPr>
          <p:cNvSpPr/>
          <p:nvPr/>
        </p:nvSpPr>
        <p:spPr>
          <a:xfrm flipH="1">
            <a:off x="3914554" y="5090296"/>
            <a:ext cx="926464" cy="67710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25</a:t>
            </a: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Days</a:t>
            </a:r>
            <a:endParaRPr lang="en-US" dirty="0">
              <a:solidFill>
                <a:schemeClr val="bg1"/>
              </a:solidFill>
              <a:latin typeface="Lato" panose="020F050202020403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FA70D9-C905-485C-8B94-3BE2537E8603}"/>
              </a:ext>
            </a:extLst>
          </p:cNvPr>
          <p:cNvSpPr/>
          <p:nvPr/>
        </p:nvSpPr>
        <p:spPr>
          <a:xfrm>
            <a:off x="609600" y="1409700"/>
            <a:ext cx="2534903" cy="4548818"/>
          </a:xfrm>
          <a:prstGeom prst="roundRect">
            <a:avLst>
              <a:gd name="adj" fmla="val 223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DA6F21-EA94-424D-A78F-FE64A71DF7A3}"/>
              </a:ext>
            </a:extLst>
          </p:cNvPr>
          <p:cNvSpPr/>
          <p:nvPr/>
        </p:nvSpPr>
        <p:spPr>
          <a:xfrm flipH="1">
            <a:off x="859593" y="3616322"/>
            <a:ext cx="2034916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Target Regions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6C3E41-631A-4905-8D36-A78BAAE1FCC8}"/>
              </a:ext>
            </a:extLst>
          </p:cNvPr>
          <p:cNvSpPr/>
          <p:nvPr/>
        </p:nvSpPr>
        <p:spPr>
          <a:xfrm flipH="1">
            <a:off x="859593" y="3931088"/>
            <a:ext cx="2034917" cy="711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bg1"/>
                </a:solidFill>
                <a:cs typeface="Segoe UI Light" panose="020B0502040204020203" pitchFamily="34" charset="0"/>
              </a:rPr>
              <a:t>South</a:t>
            </a:r>
          </a:p>
          <a:p>
            <a:pPr marL="17145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bg1"/>
                </a:solidFill>
                <a:cs typeface="Segoe UI Light" panose="020B0502040204020203" pitchFamily="34" charset="0"/>
              </a:rPr>
              <a:t>North</a:t>
            </a:r>
          </a:p>
          <a:p>
            <a:pPr marL="17145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bg1"/>
                </a:solidFill>
                <a:cs typeface="Segoe UI Light" panose="020B0502040204020203" pitchFamily="34" charset="0"/>
              </a:rPr>
              <a:t>East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CD392B-2A53-42C1-B49E-44F2360AD603}"/>
              </a:ext>
            </a:extLst>
          </p:cNvPr>
          <p:cNvSpPr/>
          <p:nvPr/>
        </p:nvSpPr>
        <p:spPr>
          <a:xfrm flipH="1">
            <a:off x="859592" y="1571544"/>
            <a:ext cx="2034919" cy="760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20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Set  Goals on 100 Days Plan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74B410-1ECD-438B-9C3D-915F87EC519F}"/>
              </a:ext>
            </a:extLst>
          </p:cNvPr>
          <p:cNvSpPr/>
          <p:nvPr/>
        </p:nvSpPr>
        <p:spPr>
          <a:xfrm>
            <a:off x="859592" y="4799820"/>
            <a:ext cx="957930" cy="900192"/>
          </a:xfrm>
          <a:prstGeom prst="roundRect">
            <a:avLst>
              <a:gd name="adj" fmla="val 272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2E0D296-DE55-4529-98D6-5CFB27390E36}"/>
              </a:ext>
            </a:extLst>
          </p:cNvPr>
          <p:cNvSpPr/>
          <p:nvPr/>
        </p:nvSpPr>
        <p:spPr>
          <a:xfrm>
            <a:off x="1936578" y="4799820"/>
            <a:ext cx="957930" cy="900192"/>
          </a:xfrm>
          <a:prstGeom prst="roundRect">
            <a:avLst>
              <a:gd name="adj" fmla="val 272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49EE68-0207-4D07-B79A-D8484AEE506F}"/>
              </a:ext>
            </a:extLst>
          </p:cNvPr>
          <p:cNvSpPr/>
          <p:nvPr/>
        </p:nvSpPr>
        <p:spPr>
          <a:xfrm flipH="1">
            <a:off x="944704" y="5143383"/>
            <a:ext cx="787707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88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%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Segoe UI Light" panose="020B0502040204020203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8BB0BE6-5029-4E1B-8006-DF0C69E697F9}"/>
              </a:ext>
            </a:extLst>
          </p:cNvPr>
          <p:cNvSpPr/>
          <p:nvPr/>
        </p:nvSpPr>
        <p:spPr>
          <a:xfrm flipH="1">
            <a:off x="943918" y="5392932"/>
            <a:ext cx="789279" cy="215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defRPr/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Prepare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B57406FE-FB95-4FB0-93D5-581AF30DEEA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443" y="4922721"/>
            <a:ext cx="223725" cy="22372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8C7CABC-BF55-4A19-AFC7-3CDEF4F52E0F}"/>
              </a:ext>
            </a:extLst>
          </p:cNvPr>
          <p:cNvSpPr/>
          <p:nvPr/>
        </p:nvSpPr>
        <p:spPr>
          <a:xfrm flipH="1">
            <a:off x="2021690" y="5143383"/>
            <a:ext cx="787707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72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%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Segoe UI Light" panose="020B050204020402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053B4C-2B08-49CC-8A4F-1AE4C4758145}"/>
              </a:ext>
            </a:extLst>
          </p:cNvPr>
          <p:cNvSpPr/>
          <p:nvPr/>
        </p:nvSpPr>
        <p:spPr>
          <a:xfrm flipH="1">
            <a:off x="2020904" y="5392932"/>
            <a:ext cx="789279" cy="215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defRPr/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Launching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7B8C5C82-0E8C-4560-930B-1C7C6F2C266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1920" y="4922721"/>
            <a:ext cx="223725" cy="22372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21C6AF5-A62C-4E1F-B772-D116504F3C50}"/>
              </a:ext>
            </a:extLst>
          </p:cNvPr>
          <p:cNvSpPr/>
          <p:nvPr/>
        </p:nvSpPr>
        <p:spPr>
          <a:xfrm flipH="1">
            <a:off x="859591" y="2469037"/>
            <a:ext cx="2034921" cy="711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bg1"/>
                </a:solidFill>
                <a:cs typeface="Segoe UI Light" panose="020B0502040204020203" pitchFamily="34" charset="0"/>
              </a:rPr>
              <a:t>100 days plan breaks down the goals to achieve in phases within 100 days </a:t>
            </a:r>
          </a:p>
        </p:txBody>
      </p:sp>
      <p:sp>
        <p:nvSpPr>
          <p:cNvPr id="91" name="Arrow: Up 90">
            <a:extLst>
              <a:ext uri="{FF2B5EF4-FFF2-40B4-BE49-F238E27FC236}">
                <a16:creationId xmlns:a16="http://schemas.microsoft.com/office/drawing/2014/main" id="{64063145-A67D-41F6-AC26-1954AF9692DD}"/>
              </a:ext>
            </a:extLst>
          </p:cNvPr>
          <p:cNvSpPr/>
          <p:nvPr/>
        </p:nvSpPr>
        <p:spPr>
          <a:xfrm>
            <a:off x="3475018" y="1829721"/>
            <a:ext cx="258598" cy="3746717"/>
          </a:xfrm>
          <a:prstGeom prst="upArrow">
            <a:avLst>
              <a:gd name="adj1" fmla="val 57059"/>
              <a:gd name="adj2" fmla="val 52353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4DFC698-C28F-46C0-AD6A-26A11B2D8642}"/>
              </a:ext>
            </a:extLst>
          </p:cNvPr>
          <p:cNvSpPr/>
          <p:nvPr/>
        </p:nvSpPr>
        <p:spPr>
          <a:xfrm flipH="1">
            <a:off x="4949575" y="1514955"/>
            <a:ext cx="4186579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Market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064FF79-5AA4-4D16-A973-D4F3708052E7}"/>
              </a:ext>
            </a:extLst>
          </p:cNvPr>
          <p:cNvSpPr/>
          <p:nvPr/>
        </p:nvSpPr>
        <p:spPr>
          <a:xfrm flipH="1">
            <a:off x="4949571" y="1862365"/>
            <a:ext cx="4186583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Broadcast your market. Find a succinct way to describe what’s unique about your business.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7CB6848-60BD-4AE1-8478-7E3E3A0D2501}"/>
              </a:ext>
            </a:extLst>
          </p:cNvPr>
          <p:cNvSpPr/>
          <p:nvPr/>
        </p:nvSpPr>
        <p:spPr>
          <a:xfrm flipH="1">
            <a:off x="4949575" y="2678115"/>
            <a:ext cx="4186579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Brand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8E610CA-ED72-4051-BFFB-C9E01C847AB4}"/>
              </a:ext>
            </a:extLst>
          </p:cNvPr>
          <p:cNvSpPr/>
          <p:nvPr/>
        </p:nvSpPr>
        <p:spPr>
          <a:xfrm flipH="1">
            <a:off x="4949571" y="3025525"/>
            <a:ext cx="4186583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Create a brand that is efficient, targeted and simple should use minimal words and a clean visual style.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98C33FD-B810-43A0-ADEC-4B95D7981337}"/>
              </a:ext>
            </a:extLst>
          </p:cNvPr>
          <p:cNvSpPr/>
          <p:nvPr/>
        </p:nvSpPr>
        <p:spPr>
          <a:xfrm flipH="1">
            <a:off x="4949575" y="3841275"/>
            <a:ext cx="4186579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Explain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7FADBC7-6F45-4172-A802-3A617E5D5789}"/>
              </a:ext>
            </a:extLst>
          </p:cNvPr>
          <p:cNvSpPr/>
          <p:nvPr/>
        </p:nvSpPr>
        <p:spPr>
          <a:xfrm flipH="1">
            <a:off x="4949571" y="4188685"/>
            <a:ext cx="4186583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Think about how you can quantify any results of using your product or service.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A5CA9E0-8E3E-4FBA-9AC5-A600A90A3E8C}"/>
              </a:ext>
            </a:extLst>
          </p:cNvPr>
          <p:cNvSpPr/>
          <p:nvPr/>
        </p:nvSpPr>
        <p:spPr>
          <a:xfrm flipH="1">
            <a:off x="4949575" y="5004436"/>
            <a:ext cx="4186579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Build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26D0E12-A7D8-4683-B4EB-FA661B7C6D23}"/>
              </a:ext>
            </a:extLst>
          </p:cNvPr>
          <p:cNvSpPr/>
          <p:nvPr/>
        </p:nvSpPr>
        <p:spPr>
          <a:xfrm flipH="1">
            <a:off x="4949571" y="5351846"/>
            <a:ext cx="4186583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The first phase of product definition needs to be based on the concrete details of what is realistic to do.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20E93AF-F86B-4904-85E7-8303AA7F1DCD}"/>
              </a:ext>
            </a:extLst>
          </p:cNvPr>
          <p:cNvCxnSpPr>
            <a:cxnSpLocks/>
          </p:cNvCxnSpPr>
          <p:nvPr/>
        </p:nvCxnSpPr>
        <p:spPr>
          <a:xfrm>
            <a:off x="9239761" y="1409700"/>
            <a:ext cx="0" cy="454881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338DF9C1-03B3-48BE-8DAC-3DA3069B3093}"/>
              </a:ext>
            </a:extLst>
          </p:cNvPr>
          <p:cNvSpPr/>
          <p:nvPr/>
        </p:nvSpPr>
        <p:spPr>
          <a:xfrm>
            <a:off x="9471260" y="1409700"/>
            <a:ext cx="2111140" cy="1437009"/>
          </a:xfrm>
          <a:prstGeom prst="roundRect">
            <a:avLst>
              <a:gd name="adj" fmla="val 5883"/>
            </a:avLst>
          </a:prstGeom>
          <a:solidFill>
            <a:schemeClr val="accent2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6E33EF-EB76-4A37-8E19-68291BEC7144}"/>
              </a:ext>
            </a:extLst>
          </p:cNvPr>
          <p:cNvGrpSpPr/>
          <p:nvPr/>
        </p:nvGrpSpPr>
        <p:grpSpPr>
          <a:xfrm>
            <a:off x="9619087" y="1620053"/>
            <a:ext cx="1815487" cy="1016303"/>
            <a:chOff x="9619087" y="1605400"/>
            <a:chExt cx="1815487" cy="1016303"/>
          </a:xfrm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066AC8A8-BED5-43A9-8AA6-094A479BD08E}"/>
                </a:ext>
              </a:extLst>
            </p:cNvPr>
            <p:cNvSpPr/>
            <p:nvPr/>
          </p:nvSpPr>
          <p:spPr>
            <a:xfrm flipH="1">
              <a:off x="9619087" y="1605400"/>
              <a:ext cx="1815486" cy="34663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lvl="0">
                <a:lnSpc>
                  <a:spcPct val="114000"/>
                </a:lnSpc>
                <a:defRPr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cs typeface="Segoe UI Light" panose="020B0502040204020203" pitchFamily="34" charset="0"/>
                </a:rPr>
                <a:t>Points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A8540D7-3CD0-4E09-A07C-F80E19B3B978}"/>
                </a:ext>
              </a:extLst>
            </p:cNvPr>
            <p:cNvSpPr/>
            <p:nvPr/>
          </p:nvSpPr>
          <p:spPr>
            <a:xfrm flipH="1">
              <a:off x="9619087" y="2043340"/>
              <a:ext cx="1815487" cy="5783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lvl="0" indent="-171450">
                <a:lnSpc>
                  <a:spcPct val="114000"/>
                </a:lnSpc>
                <a:spcAft>
                  <a:spcPts val="600"/>
                </a:spcAft>
                <a:buFont typeface="Courier New" panose="02070309020205020404" pitchFamily="49" charset="0"/>
                <a:buChar char="o"/>
                <a:defRPr/>
              </a:pPr>
              <a:r>
                <a:rPr lang="en-US" sz="1200" dirty="0">
                  <a:solidFill>
                    <a:schemeClr val="bg1"/>
                  </a:solidFill>
                  <a:cs typeface="Segoe UI Light" panose="020B0502040204020203" pitchFamily="34" charset="0"/>
                </a:rPr>
                <a:t>Advertisement</a:t>
              </a:r>
            </a:p>
            <a:p>
              <a:pPr marL="171450" lvl="0" indent="-171450">
                <a:lnSpc>
                  <a:spcPct val="114000"/>
                </a:lnSpc>
                <a:spcAft>
                  <a:spcPts val="600"/>
                </a:spcAft>
                <a:buFont typeface="Courier New" panose="02070309020205020404" pitchFamily="49" charset="0"/>
                <a:buChar char="o"/>
                <a:defRPr/>
              </a:pPr>
              <a:r>
                <a:rPr lang="en-US" sz="1200" dirty="0">
                  <a:solidFill>
                    <a:schemeClr val="bg1"/>
                  </a:solidFill>
                  <a:cs typeface="Segoe UI Light" panose="020B0502040204020203" pitchFamily="34" charset="0"/>
                </a:rPr>
                <a:t>Branding</a:t>
              </a:r>
            </a:p>
          </p:txBody>
        </p:sp>
      </p:grp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904FE03-73CF-4C2C-AB2C-262235171CFC}"/>
              </a:ext>
            </a:extLst>
          </p:cNvPr>
          <p:cNvSpPr/>
          <p:nvPr/>
        </p:nvSpPr>
        <p:spPr>
          <a:xfrm>
            <a:off x="9471260" y="2965604"/>
            <a:ext cx="2111140" cy="1437009"/>
          </a:xfrm>
          <a:prstGeom prst="roundRect">
            <a:avLst>
              <a:gd name="adj" fmla="val 5883"/>
            </a:avLst>
          </a:prstGeom>
          <a:solidFill>
            <a:schemeClr val="bg1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9138B54-7676-425B-8B11-659FC4539C83}"/>
              </a:ext>
            </a:extLst>
          </p:cNvPr>
          <p:cNvSpPr/>
          <p:nvPr/>
        </p:nvSpPr>
        <p:spPr>
          <a:xfrm flipH="1">
            <a:off x="9619087" y="3175957"/>
            <a:ext cx="1815486" cy="34663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Points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4D28933-4469-4F92-88AB-9A6EB00C7882}"/>
              </a:ext>
            </a:extLst>
          </p:cNvPr>
          <p:cNvSpPr/>
          <p:nvPr/>
        </p:nvSpPr>
        <p:spPr>
          <a:xfrm flipH="1">
            <a:off x="9619087" y="3613897"/>
            <a:ext cx="1815487" cy="578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Value Proposition</a:t>
            </a:r>
          </a:p>
          <a:p>
            <a:pPr marL="171450" lvl="0" indent="-171450">
              <a:lnSpc>
                <a:spcPct val="114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Benefits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25F2E71-8CBB-4881-9993-C01686253326}"/>
              </a:ext>
            </a:extLst>
          </p:cNvPr>
          <p:cNvSpPr/>
          <p:nvPr/>
        </p:nvSpPr>
        <p:spPr>
          <a:xfrm>
            <a:off x="9471260" y="4521509"/>
            <a:ext cx="2111140" cy="1437009"/>
          </a:xfrm>
          <a:prstGeom prst="roundRect">
            <a:avLst>
              <a:gd name="adj" fmla="val 5883"/>
            </a:avLst>
          </a:prstGeom>
          <a:solidFill>
            <a:schemeClr val="bg1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DA204D4-3194-492A-95EA-541180F4517C}"/>
              </a:ext>
            </a:extLst>
          </p:cNvPr>
          <p:cNvSpPr/>
          <p:nvPr/>
        </p:nvSpPr>
        <p:spPr>
          <a:xfrm flipH="1">
            <a:off x="9619087" y="4731862"/>
            <a:ext cx="1815486" cy="34663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Points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0CF61B6-4F25-4C71-9DE7-22CCA8A72C8A}"/>
              </a:ext>
            </a:extLst>
          </p:cNvPr>
          <p:cNvSpPr/>
          <p:nvPr/>
        </p:nvSpPr>
        <p:spPr>
          <a:xfrm flipH="1">
            <a:off x="9619087" y="5169802"/>
            <a:ext cx="1815487" cy="578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Products</a:t>
            </a:r>
          </a:p>
          <a:p>
            <a:pPr marL="171450" lvl="0" indent="-171450">
              <a:lnSpc>
                <a:spcPct val="114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Services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B328BD-56DF-4ED4-9684-B1C1D9694C39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100 DAY </a:t>
            </a:r>
            <a:r>
              <a:rPr lang="en-GB" sz="3200" b="1" dirty="0">
                <a:solidFill>
                  <a:srgbClr val="1AF1A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4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81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D4C3601D-C4B2-453C-A083-549A28182525}"/>
              </a:ext>
            </a:extLst>
          </p:cNvPr>
          <p:cNvGrpSpPr/>
          <p:nvPr/>
        </p:nvGrpSpPr>
        <p:grpSpPr>
          <a:xfrm>
            <a:off x="1528451" y="1443785"/>
            <a:ext cx="9867117" cy="4074354"/>
            <a:chOff x="1136175" y="1564640"/>
            <a:chExt cx="10033950" cy="438912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F2A2501-1E19-4E86-B0D0-03E11EF64090}"/>
                </a:ext>
              </a:extLst>
            </p:cNvPr>
            <p:cNvCxnSpPr>
              <a:cxnSpLocks/>
            </p:cNvCxnSpPr>
            <p:nvPr/>
          </p:nvCxnSpPr>
          <p:spPr>
            <a:xfrm>
              <a:off x="1136175" y="1564640"/>
              <a:ext cx="0" cy="438912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2118217-BDA5-4072-AF5E-C62C04AC03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6175" y="5946195"/>
              <a:ext cx="10033950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7A43E3A-3C6A-452C-BDD0-64C9E5590BF4}"/>
              </a:ext>
            </a:extLst>
          </p:cNvPr>
          <p:cNvSpPr/>
          <p:nvPr/>
        </p:nvSpPr>
        <p:spPr>
          <a:xfrm flipH="1">
            <a:off x="796432" y="4488402"/>
            <a:ext cx="582533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10%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AC364-4FA7-4505-BEC0-3B5EBD33910C}"/>
              </a:ext>
            </a:extLst>
          </p:cNvPr>
          <p:cNvSpPr/>
          <p:nvPr/>
        </p:nvSpPr>
        <p:spPr>
          <a:xfrm flipH="1">
            <a:off x="796432" y="3783313"/>
            <a:ext cx="582533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4000"/>
              </a:lnSpc>
              <a:defRPr/>
            </a:pP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2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CC77CC-2CCE-4860-AEBC-50E217413802}"/>
              </a:ext>
            </a:extLst>
          </p:cNvPr>
          <p:cNvSpPr/>
          <p:nvPr/>
        </p:nvSpPr>
        <p:spPr>
          <a:xfrm flipH="1">
            <a:off x="796432" y="3078224"/>
            <a:ext cx="582533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4000"/>
              </a:lnSpc>
              <a:defRPr/>
            </a:pP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4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9C384D-7924-4D5D-B7D3-8B9258ADE5C8}"/>
              </a:ext>
            </a:extLst>
          </p:cNvPr>
          <p:cNvSpPr/>
          <p:nvPr/>
        </p:nvSpPr>
        <p:spPr>
          <a:xfrm flipH="1">
            <a:off x="796432" y="2373135"/>
            <a:ext cx="582533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4000"/>
              </a:lnSpc>
              <a:defRPr/>
            </a:pP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8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3677F7-DCE6-4955-8E0B-15EA49FEDCDF}"/>
              </a:ext>
            </a:extLst>
          </p:cNvPr>
          <p:cNvSpPr/>
          <p:nvPr/>
        </p:nvSpPr>
        <p:spPr>
          <a:xfrm flipH="1">
            <a:off x="796432" y="1668046"/>
            <a:ext cx="582533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4000"/>
              </a:lnSpc>
              <a:defRPr/>
            </a:pP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10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FF7D7-C08B-4FB3-A1F8-BAA6B143DA4B}"/>
              </a:ext>
            </a:extLst>
          </p:cNvPr>
          <p:cNvSpPr/>
          <p:nvPr/>
        </p:nvSpPr>
        <p:spPr>
          <a:xfrm flipH="1">
            <a:off x="3252617" y="5645220"/>
            <a:ext cx="534857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2-4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F16068-146A-48E2-B460-685512030F70}"/>
              </a:ext>
            </a:extLst>
          </p:cNvPr>
          <p:cNvSpPr/>
          <p:nvPr/>
        </p:nvSpPr>
        <p:spPr>
          <a:xfrm flipH="1">
            <a:off x="4976783" y="5645220"/>
            <a:ext cx="534857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4-5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32B7A4-D6BD-4147-914C-CE956AE915BB}"/>
              </a:ext>
            </a:extLst>
          </p:cNvPr>
          <p:cNvSpPr/>
          <p:nvPr/>
        </p:nvSpPr>
        <p:spPr>
          <a:xfrm flipH="1">
            <a:off x="6700949" y="5645220"/>
            <a:ext cx="534857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3-4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98CC4E-8302-4650-9C33-41AF11B8C0D0}"/>
              </a:ext>
            </a:extLst>
          </p:cNvPr>
          <p:cNvSpPr/>
          <p:nvPr/>
        </p:nvSpPr>
        <p:spPr>
          <a:xfrm flipH="1">
            <a:off x="8425115" y="5645220"/>
            <a:ext cx="534857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3-5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AED2E8-2A72-448E-A106-7CA0E5ED9A21}"/>
              </a:ext>
            </a:extLst>
          </p:cNvPr>
          <p:cNvSpPr/>
          <p:nvPr/>
        </p:nvSpPr>
        <p:spPr>
          <a:xfrm flipH="1">
            <a:off x="10149279" y="5645220"/>
            <a:ext cx="534857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2-6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4D37FD-3E30-4E8A-8FA3-D1F0267B7946}"/>
              </a:ext>
            </a:extLst>
          </p:cNvPr>
          <p:cNvSpPr/>
          <p:nvPr/>
        </p:nvSpPr>
        <p:spPr>
          <a:xfrm flipH="1">
            <a:off x="796432" y="5193491"/>
            <a:ext cx="582533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4000"/>
              </a:lnSpc>
              <a:defRPr/>
            </a:pPr>
            <a:r>
              <a:rPr lang="id-ID" sz="1400" b="1" dirty="0">
                <a:solidFill>
                  <a:schemeClr val="accent1">
                    <a:lumMod val="7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0%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Lato" panose="020F0502020204030203" pitchFamily="34" charset="0"/>
              <a:cs typeface="Segoe UI Light" panose="020B0502040204020203" pitchFamily="34" charset="0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E8AD3C02-4217-46BB-9929-77E2012B2EB7}"/>
              </a:ext>
            </a:extLst>
          </p:cNvPr>
          <p:cNvSpPr/>
          <p:nvPr/>
        </p:nvSpPr>
        <p:spPr>
          <a:xfrm>
            <a:off x="1808317" y="3624914"/>
            <a:ext cx="1713846" cy="1683828"/>
          </a:xfrm>
          <a:prstGeom prst="roundRect">
            <a:avLst>
              <a:gd name="adj" fmla="val 3424"/>
            </a:avLst>
          </a:prstGeom>
          <a:solidFill>
            <a:schemeClr val="accent5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5B58A415-0EB5-4363-8238-FB69735760EE}"/>
              </a:ext>
            </a:extLst>
          </p:cNvPr>
          <p:cNvSpPr/>
          <p:nvPr/>
        </p:nvSpPr>
        <p:spPr>
          <a:xfrm>
            <a:off x="1808316" y="3530747"/>
            <a:ext cx="1088625" cy="3278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Phase 1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F578C9A-2445-4773-9321-892C3AA03359}"/>
              </a:ext>
            </a:extLst>
          </p:cNvPr>
          <p:cNvGrpSpPr/>
          <p:nvPr/>
        </p:nvGrpSpPr>
        <p:grpSpPr>
          <a:xfrm>
            <a:off x="1872774" y="3999214"/>
            <a:ext cx="1620003" cy="1289855"/>
            <a:chOff x="1647330" y="4120069"/>
            <a:chExt cx="1620003" cy="12898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9BA2F76-9AD4-4E7C-9753-574A757014AC}"/>
                </a:ext>
              </a:extLst>
            </p:cNvPr>
            <p:cNvSpPr/>
            <p:nvPr/>
          </p:nvSpPr>
          <p:spPr>
            <a:xfrm flipH="1">
              <a:off x="1647330" y="4120069"/>
              <a:ext cx="1620003" cy="3147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14000"/>
                </a:lnSpc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Lato" panose="020F0502020204030203" pitchFamily="34" charset="0"/>
                  <a:cs typeface="Segoe UI Light" panose="020B0502040204020203" pitchFamily="34" charset="0"/>
                </a:rPr>
                <a:t>Market Research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A2ADA6DB-E916-4BE0-9CA1-5A5526DB0286}"/>
                </a:ext>
              </a:extLst>
            </p:cNvPr>
            <p:cNvSpPr/>
            <p:nvPr/>
          </p:nvSpPr>
          <p:spPr>
            <a:xfrm flipH="1">
              <a:off x="1647330" y="4487492"/>
              <a:ext cx="1620003" cy="9224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140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cs typeface="Segoe UI Light" panose="020B0502040204020203" pitchFamily="34" charset="0"/>
                </a:rPr>
                <a:t>The team has conducted an extensive market research</a:t>
              </a:r>
            </a:p>
          </p:txBody>
        </p:sp>
      </p:grpSp>
      <p:sp>
        <p:nvSpPr>
          <p:cNvPr id="98" name="Speech Bubble: Rectangle with Corners Rounded 97">
            <a:extLst>
              <a:ext uri="{FF2B5EF4-FFF2-40B4-BE49-F238E27FC236}">
                <a16:creationId xmlns:a16="http://schemas.microsoft.com/office/drawing/2014/main" id="{0D6B53A3-8B5B-44CE-83E8-5C5727D0FE6D}"/>
              </a:ext>
            </a:extLst>
          </p:cNvPr>
          <p:cNvSpPr/>
          <p:nvPr/>
        </p:nvSpPr>
        <p:spPr>
          <a:xfrm>
            <a:off x="2305186" y="3120266"/>
            <a:ext cx="1215297" cy="290284"/>
          </a:xfrm>
          <a:prstGeom prst="wedgeRoundRectCallout">
            <a:avLst>
              <a:gd name="adj1" fmla="val 21392"/>
              <a:gd name="adj2" fmla="val 8007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chemeClr val="bg1"/>
                </a:solidFill>
                <a:latin typeface="Lato" panose="020F0502020204030203" pitchFamily="34" charset="0"/>
                <a:cs typeface="Heebo Black" panose="00000A00000000000000" pitchFamily="2" charset="-79"/>
              </a:rPr>
              <a:t>Complete</a:t>
            </a:r>
            <a:r>
              <a:rPr lang="en-US" sz="1050" b="1" dirty="0">
                <a:solidFill>
                  <a:schemeClr val="bg1"/>
                </a:solidFill>
                <a:latin typeface="Lato" panose="020F0502020204030203" pitchFamily="34" charset="0"/>
                <a:cs typeface="Heebo Black" panose="00000A00000000000000" pitchFamily="2" charset="-79"/>
              </a:rPr>
              <a:t> 100%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AAF1FBF-3B64-451D-9D1B-F9C49A4AAAAB}"/>
              </a:ext>
            </a:extLst>
          </p:cNvPr>
          <p:cNvSpPr/>
          <p:nvPr/>
        </p:nvSpPr>
        <p:spPr>
          <a:xfrm>
            <a:off x="3741800" y="3183891"/>
            <a:ext cx="1713846" cy="1683828"/>
          </a:xfrm>
          <a:prstGeom prst="roundRect">
            <a:avLst>
              <a:gd name="adj" fmla="val 3424"/>
            </a:avLst>
          </a:prstGeom>
          <a:solidFill>
            <a:schemeClr val="accent3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7605F1C-90B4-49BB-A03A-ABF5AE4F12ED}"/>
              </a:ext>
            </a:extLst>
          </p:cNvPr>
          <p:cNvSpPr/>
          <p:nvPr/>
        </p:nvSpPr>
        <p:spPr>
          <a:xfrm>
            <a:off x="3741799" y="3089724"/>
            <a:ext cx="1088625" cy="3278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Phase </a:t>
            </a:r>
            <a:r>
              <a:rPr lang="id-ID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2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Lato" panose="020F050202020403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C11AF05-5453-48C0-9D0A-DA9C4B7F66BC}"/>
              </a:ext>
            </a:extLst>
          </p:cNvPr>
          <p:cNvGrpSpPr/>
          <p:nvPr/>
        </p:nvGrpSpPr>
        <p:grpSpPr>
          <a:xfrm>
            <a:off x="3806257" y="3558191"/>
            <a:ext cx="1620003" cy="1079349"/>
            <a:chOff x="1647330" y="4120069"/>
            <a:chExt cx="1620003" cy="1079349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C26A4CF3-FA80-45D3-804A-4B17ABE0E345}"/>
                </a:ext>
              </a:extLst>
            </p:cNvPr>
            <p:cNvSpPr/>
            <p:nvPr/>
          </p:nvSpPr>
          <p:spPr>
            <a:xfrm flipH="1">
              <a:off x="1647330" y="4120069"/>
              <a:ext cx="1620003" cy="3147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14000"/>
                </a:lnSpc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Lato" panose="020F0502020204030203" pitchFamily="34" charset="0"/>
                  <a:cs typeface="Segoe UI Light" panose="020B0502040204020203" pitchFamily="34" charset="0"/>
                </a:rPr>
                <a:t>Prototype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382E228-F989-4CC3-89E4-553B6BE4E54D}"/>
                </a:ext>
              </a:extLst>
            </p:cNvPr>
            <p:cNvSpPr/>
            <p:nvPr/>
          </p:nvSpPr>
          <p:spPr>
            <a:xfrm flipH="1">
              <a:off x="1647330" y="4487492"/>
              <a:ext cx="1620003" cy="7119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140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cs typeface="Segoe UI Light" panose="020B0502040204020203" pitchFamily="34" charset="0"/>
                </a:rPr>
                <a:t>The prototype design of the product is currently in the works</a:t>
              </a:r>
            </a:p>
          </p:txBody>
        </p:sp>
      </p:grpSp>
      <p:sp>
        <p:nvSpPr>
          <p:cNvPr id="105" name="Speech Bubble: Rectangle with Corners Rounded 104">
            <a:extLst>
              <a:ext uri="{FF2B5EF4-FFF2-40B4-BE49-F238E27FC236}">
                <a16:creationId xmlns:a16="http://schemas.microsoft.com/office/drawing/2014/main" id="{0E1ADFB5-7E88-4588-9AEC-976FF893A9B2}"/>
              </a:ext>
            </a:extLst>
          </p:cNvPr>
          <p:cNvSpPr/>
          <p:nvPr/>
        </p:nvSpPr>
        <p:spPr>
          <a:xfrm>
            <a:off x="4238669" y="2679243"/>
            <a:ext cx="1215297" cy="290284"/>
          </a:xfrm>
          <a:prstGeom prst="wedgeRoundRectCallout">
            <a:avLst>
              <a:gd name="adj1" fmla="val 21392"/>
              <a:gd name="adj2" fmla="val 8007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chemeClr val="bg1"/>
                </a:solidFill>
                <a:latin typeface="Lato" panose="020F0502020204030203" pitchFamily="34" charset="0"/>
                <a:cs typeface="Heebo Black" panose="00000A00000000000000" pitchFamily="2" charset="-79"/>
              </a:rPr>
              <a:t>Complete</a:t>
            </a:r>
            <a:r>
              <a:rPr lang="en-US" sz="1050" b="1" dirty="0">
                <a:solidFill>
                  <a:schemeClr val="bg1"/>
                </a:solidFill>
                <a:latin typeface="Lato" panose="020F0502020204030203" pitchFamily="34" charset="0"/>
                <a:cs typeface="Heebo Black" panose="00000A00000000000000" pitchFamily="2" charset="-79"/>
              </a:rPr>
              <a:t> </a:t>
            </a:r>
            <a:r>
              <a:rPr lang="id-ID" sz="1050" b="1" dirty="0">
                <a:solidFill>
                  <a:schemeClr val="bg1"/>
                </a:solidFill>
                <a:latin typeface="Lato" panose="020F0502020204030203" pitchFamily="34" charset="0"/>
                <a:cs typeface="Heebo Black" panose="00000A00000000000000" pitchFamily="2" charset="-79"/>
              </a:rPr>
              <a:t>80</a:t>
            </a:r>
            <a:r>
              <a:rPr lang="en-US" sz="1050" b="1" dirty="0">
                <a:solidFill>
                  <a:schemeClr val="bg1"/>
                </a:solidFill>
                <a:latin typeface="Lato" panose="020F0502020204030203" pitchFamily="34" charset="0"/>
                <a:cs typeface="Heebo Black" panose="00000A00000000000000" pitchFamily="2" charset="-79"/>
              </a:rPr>
              <a:t>%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BD80B6FF-AD7D-4A14-90D8-8F695EADB18E}"/>
              </a:ext>
            </a:extLst>
          </p:cNvPr>
          <p:cNvSpPr/>
          <p:nvPr/>
        </p:nvSpPr>
        <p:spPr>
          <a:xfrm>
            <a:off x="5675283" y="2742869"/>
            <a:ext cx="1713846" cy="1683828"/>
          </a:xfrm>
          <a:prstGeom prst="roundRect">
            <a:avLst>
              <a:gd name="adj" fmla="val 3424"/>
            </a:avLst>
          </a:prstGeom>
          <a:solidFill>
            <a:schemeClr val="accent4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F01361C-289C-4D0D-B698-96DD4B94AF1A}"/>
              </a:ext>
            </a:extLst>
          </p:cNvPr>
          <p:cNvSpPr/>
          <p:nvPr/>
        </p:nvSpPr>
        <p:spPr>
          <a:xfrm>
            <a:off x="5675282" y="2648702"/>
            <a:ext cx="1088625" cy="3278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Phase </a:t>
            </a:r>
            <a:r>
              <a:rPr lang="id-ID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3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Lato" panose="020F050202020403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C81E380-6DEF-481F-B35E-21C7C2559C45}"/>
              </a:ext>
            </a:extLst>
          </p:cNvPr>
          <p:cNvSpPr/>
          <p:nvPr/>
        </p:nvSpPr>
        <p:spPr>
          <a:xfrm flipH="1">
            <a:off x="5739740" y="3117169"/>
            <a:ext cx="1620003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Testing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A55C14E-9302-4B54-9CB3-9BBF4E86D459}"/>
              </a:ext>
            </a:extLst>
          </p:cNvPr>
          <p:cNvSpPr/>
          <p:nvPr/>
        </p:nvSpPr>
        <p:spPr>
          <a:xfrm flipH="1">
            <a:off x="5739740" y="3484592"/>
            <a:ext cx="1620003" cy="711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bg1"/>
                </a:solidFill>
                <a:cs typeface="Segoe UI Light" panose="020B0502040204020203" pitchFamily="34" charset="0"/>
              </a:rPr>
              <a:t>Upon completion of the prototype, a demo session will be held</a:t>
            </a:r>
          </a:p>
        </p:txBody>
      </p:sp>
      <p:sp>
        <p:nvSpPr>
          <p:cNvPr id="58" name="Speech Bubble: Rectangle with Corners Rounded 57">
            <a:extLst>
              <a:ext uri="{FF2B5EF4-FFF2-40B4-BE49-F238E27FC236}">
                <a16:creationId xmlns:a16="http://schemas.microsoft.com/office/drawing/2014/main" id="{BAE529D1-A81A-4F1B-BF18-DBF8204BB43C}"/>
              </a:ext>
            </a:extLst>
          </p:cNvPr>
          <p:cNvSpPr/>
          <p:nvPr/>
        </p:nvSpPr>
        <p:spPr>
          <a:xfrm>
            <a:off x="8107315" y="4176544"/>
            <a:ext cx="1215297" cy="290284"/>
          </a:xfrm>
          <a:prstGeom prst="wedgeRoundRectCallout">
            <a:avLst>
              <a:gd name="adj1" fmla="val 20870"/>
              <a:gd name="adj2" fmla="val -71957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chemeClr val="bg1"/>
                </a:solidFill>
                <a:latin typeface="Lato" panose="020F0502020204030203" pitchFamily="34" charset="0"/>
                <a:cs typeface="Heebo Black" panose="00000A00000000000000" pitchFamily="2" charset="-79"/>
              </a:rPr>
              <a:t>COMING SOON</a:t>
            </a:r>
            <a:endParaRPr lang="en-US" sz="1050" b="1" dirty="0">
              <a:solidFill>
                <a:schemeClr val="bg1"/>
              </a:solidFill>
              <a:latin typeface="Lato" panose="020F0502020204030203" pitchFamily="34" charset="0"/>
              <a:cs typeface="Heebo Black" panose="00000A00000000000000" pitchFamily="2" charset="-79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2D46AC8E-02CF-484A-805A-BAEA31C718E2}"/>
              </a:ext>
            </a:extLst>
          </p:cNvPr>
          <p:cNvSpPr/>
          <p:nvPr/>
        </p:nvSpPr>
        <p:spPr>
          <a:xfrm>
            <a:off x="7608766" y="2301847"/>
            <a:ext cx="1713846" cy="1683828"/>
          </a:xfrm>
          <a:prstGeom prst="roundRect">
            <a:avLst>
              <a:gd name="adj" fmla="val 3424"/>
            </a:avLst>
          </a:prstGeom>
          <a:solidFill>
            <a:schemeClr val="accent5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84409ECB-9FA4-430D-B4EE-87268A15822A}"/>
              </a:ext>
            </a:extLst>
          </p:cNvPr>
          <p:cNvSpPr/>
          <p:nvPr/>
        </p:nvSpPr>
        <p:spPr>
          <a:xfrm>
            <a:off x="7608765" y="2207680"/>
            <a:ext cx="1088625" cy="3278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Phase </a:t>
            </a:r>
            <a:r>
              <a:rPr lang="id-ID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4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Lato" panose="020F050202020403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82837B6-50FE-4B84-BAE8-56439FBC9EA0}"/>
              </a:ext>
            </a:extLst>
          </p:cNvPr>
          <p:cNvSpPr/>
          <p:nvPr/>
        </p:nvSpPr>
        <p:spPr>
          <a:xfrm flipH="1">
            <a:off x="7673223" y="2676147"/>
            <a:ext cx="1620003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Modification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6F4328B-E0DF-412C-8950-ABBCF3CF85D9}"/>
              </a:ext>
            </a:extLst>
          </p:cNvPr>
          <p:cNvSpPr/>
          <p:nvPr/>
        </p:nvSpPr>
        <p:spPr>
          <a:xfrm flipH="1">
            <a:off x="7673223" y="3043570"/>
            <a:ext cx="1620003" cy="92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bg1"/>
                </a:solidFill>
                <a:cs typeface="Segoe UI Light" panose="020B0502040204020203" pitchFamily="34" charset="0"/>
              </a:rPr>
              <a:t>Necessary modifications will be done after the testing phase</a:t>
            </a:r>
          </a:p>
        </p:txBody>
      </p:sp>
      <p:sp>
        <p:nvSpPr>
          <p:cNvPr id="139" name="Speech Bubble: Rectangle with Corners Rounded 138">
            <a:extLst>
              <a:ext uri="{FF2B5EF4-FFF2-40B4-BE49-F238E27FC236}">
                <a16:creationId xmlns:a16="http://schemas.microsoft.com/office/drawing/2014/main" id="{C7178CE6-35D4-42A5-88EC-CE394784A69E}"/>
              </a:ext>
            </a:extLst>
          </p:cNvPr>
          <p:cNvSpPr/>
          <p:nvPr/>
        </p:nvSpPr>
        <p:spPr>
          <a:xfrm>
            <a:off x="10040799" y="3735522"/>
            <a:ext cx="1215297" cy="290284"/>
          </a:xfrm>
          <a:prstGeom prst="wedgeRoundRectCallout">
            <a:avLst>
              <a:gd name="adj1" fmla="val 20870"/>
              <a:gd name="adj2" fmla="val -71957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chemeClr val="bg1"/>
                </a:solidFill>
                <a:latin typeface="Lato" panose="020F0502020204030203" pitchFamily="34" charset="0"/>
                <a:cs typeface="Heebo Black" panose="00000A00000000000000" pitchFamily="2" charset="-79"/>
              </a:rPr>
              <a:t>COMING SOON</a:t>
            </a:r>
            <a:endParaRPr lang="en-US" sz="1050" b="1" dirty="0">
              <a:solidFill>
                <a:schemeClr val="bg1"/>
              </a:solidFill>
              <a:latin typeface="Lato" panose="020F0502020204030203" pitchFamily="34" charset="0"/>
              <a:cs typeface="Heebo Black" panose="00000A00000000000000" pitchFamily="2" charset="-79"/>
            </a:endParaRP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BF692B80-37FB-4004-8185-1356A1C1FA3C}"/>
              </a:ext>
            </a:extLst>
          </p:cNvPr>
          <p:cNvSpPr/>
          <p:nvPr/>
        </p:nvSpPr>
        <p:spPr>
          <a:xfrm>
            <a:off x="9542250" y="1860825"/>
            <a:ext cx="1713846" cy="1683828"/>
          </a:xfrm>
          <a:prstGeom prst="roundRect">
            <a:avLst>
              <a:gd name="adj" fmla="val 3424"/>
            </a:avLst>
          </a:prstGeom>
          <a:solidFill>
            <a:schemeClr val="accent3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384843A3-0CB3-41FD-8BD3-51EB618F196B}"/>
              </a:ext>
            </a:extLst>
          </p:cNvPr>
          <p:cNvSpPr/>
          <p:nvPr/>
        </p:nvSpPr>
        <p:spPr>
          <a:xfrm>
            <a:off x="9542249" y="1766658"/>
            <a:ext cx="1088625" cy="3278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Phase </a:t>
            </a:r>
            <a:r>
              <a:rPr lang="id-ID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5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Lato" panose="020F050202020403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13D67AAC-DD20-4D1F-ADEE-611F0FCC4D22}"/>
              </a:ext>
            </a:extLst>
          </p:cNvPr>
          <p:cNvGrpSpPr/>
          <p:nvPr/>
        </p:nvGrpSpPr>
        <p:grpSpPr>
          <a:xfrm>
            <a:off x="9606707" y="2235125"/>
            <a:ext cx="1620003" cy="868842"/>
            <a:chOff x="1647330" y="4120069"/>
            <a:chExt cx="1620003" cy="868842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68CA5E6-B357-4603-8CC8-37C11515A4B7}"/>
                </a:ext>
              </a:extLst>
            </p:cNvPr>
            <p:cNvSpPr/>
            <p:nvPr/>
          </p:nvSpPr>
          <p:spPr>
            <a:xfrm flipH="1">
              <a:off x="1647330" y="4120069"/>
              <a:ext cx="1620003" cy="3147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14000"/>
                </a:lnSpc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Lato" panose="020F0502020204030203" pitchFamily="34" charset="0"/>
                  <a:cs typeface="Segoe UI Light" panose="020B0502040204020203" pitchFamily="34" charset="0"/>
                </a:rPr>
                <a:t>Launch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3426B27-4937-4F1B-A449-22534A5CC201}"/>
                </a:ext>
              </a:extLst>
            </p:cNvPr>
            <p:cNvSpPr/>
            <p:nvPr/>
          </p:nvSpPr>
          <p:spPr>
            <a:xfrm flipH="1">
              <a:off x="1647330" y="4487492"/>
              <a:ext cx="1620003" cy="5014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140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cs typeface="Segoe UI Light" panose="020B0502040204020203" pitchFamily="34" charset="0"/>
                </a:rPr>
                <a:t>The product will be launched afterwards</a:t>
              </a:r>
            </a:p>
          </p:txBody>
        </p: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50951F5-85B3-48D1-8794-B7F0228C9EFD}"/>
              </a:ext>
            </a:extLst>
          </p:cNvPr>
          <p:cNvSpPr/>
          <p:nvPr/>
        </p:nvSpPr>
        <p:spPr>
          <a:xfrm flipH="1">
            <a:off x="1528451" y="5645220"/>
            <a:ext cx="534857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0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Lato" panose="020F0502020204030203" pitchFamily="34" charset="0"/>
              <a:cs typeface="Segoe UI Light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B328BD-56DF-4ED4-9684-B1C1D9694C39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100 DAY </a:t>
            </a:r>
            <a:r>
              <a:rPr lang="en-GB" sz="3200" b="1" dirty="0">
                <a:solidFill>
                  <a:srgbClr val="1AF1A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482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0969058-B5AA-46E0-8C38-F7D3FA1F4E80}"/>
              </a:ext>
            </a:extLst>
          </p:cNvPr>
          <p:cNvSpPr/>
          <p:nvPr/>
        </p:nvSpPr>
        <p:spPr>
          <a:xfrm>
            <a:off x="609600" y="2567876"/>
            <a:ext cx="10972800" cy="3566225"/>
          </a:xfrm>
          <a:custGeom>
            <a:avLst/>
            <a:gdLst>
              <a:gd name="connsiteX0" fmla="*/ 10972800 w 10972800"/>
              <a:gd name="connsiteY0" fmla="*/ 0 h 3566225"/>
              <a:gd name="connsiteX1" fmla="*/ 10972800 w 10972800"/>
              <a:gd name="connsiteY1" fmla="*/ 3566225 h 3566225"/>
              <a:gd name="connsiteX2" fmla="*/ 0 w 10972800"/>
              <a:gd name="connsiteY2" fmla="*/ 3566225 h 3566225"/>
              <a:gd name="connsiteX3" fmla="*/ 0 w 10972800"/>
              <a:gd name="connsiteY3" fmla="*/ 2780883 h 3566225"/>
              <a:gd name="connsiteX4" fmla="*/ 10972800 w 10972800"/>
              <a:gd name="connsiteY4" fmla="*/ 0 h 356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2800" h="3566225">
                <a:moveTo>
                  <a:pt x="10972800" y="0"/>
                </a:moveTo>
                <a:lnTo>
                  <a:pt x="10972800" y="3566225"/>
                </a:lnTo>
                <a:lnTo>
                  <a:pt x="0" y="3566225"/>
                </a:lnTo>
                <a:lnTo>
                  <a:pt x="0" y="2780883"/>
                </a:lnTo>
                <a:lnTo>
                  <a:pt x="109728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CC0F71-9A67-4390-83D8-39D52571FF0F}"/>
              </a:ext>
            </a:extLst>
          </p:cNvPr>
          <p:cNvCxnSpPr>
            <a:cxnSpLocks/>
          </p:cNvCxnSpPr>
          <p:nvPr/>
        </p:nvCxnSpPr>
        <p:spPr>
          <a:xfrm flipH="1">
            <a:off x="669112" y="4537925"/>
            <a:ext cx="2624544" cy="6651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E8370F-943B-4198-B5B6-7CC6D6DFA59C}"/>
              </a:ext>
            </a:extLst>
          </p:cNvPr>
          <p:cNvCxnSpPr>
            <a:cxnSpLocks/>
          </p:cNvCxnSpPr>
          <p:nvPr/>
        </p:nvCxnSpPr>
        <p:spPr>
          <a:xfrm flipH="1">
            <a:off x="3432027" y="3824917"/>
            <a:ext cx="2624544" cy="6651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718BD3-2E93-4C88-899C-42CAA251FF93}"/>
              </a:ext>
            </a:extLst>
          </p:cNvPr>
          <p:cNvCxnSpPr>
            <a:cxnSpLocks/>
          </p:cNvCxnSpPr>
          <p:nvPr/>
        </p:nvCxnSpPr>
        <p:spPr>
          <a:xfrm flipH="1">
            <a:off x="6194942" y="3111908"/>
            <a:ext cx="2624544" cy="6651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084793-03A1-4CA8-972A-907E2DA51351}"/>
              </a:ext>
            </a:extLst>
          </p:cNvPr>
          <p:cNvCxnSpPr>
            <a:cxnSpLocks/>
          </p:cNvCxnSpPr>
          <p:nvPr/>
        </p:nvCxnSpPr>
        <p:spPr>
          <a:xfrm flipH="1">
            <a:off x="8957856" y="2398899"/>
            <a:ext cx="2624544" cy="6651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9BA6B9-0DD0-4C6A-A581-30A603B7946A}"/>
              </a:ext>
            </a:extLst>
          </p:cNvPr>
          <p:cNvCxnSpPr>
            <a:cxnSpLocks/>
          </p:cNvCxnSpPr>
          <p:nvPr/>
        </p:nvCxnSpPr>
        <p:spPr>
          <a:xfrm>
            <a:off x="3293656" y="4739908"/>
            <a:ext cx="0" cy="1356092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75DB79-FDA6-4A0A-A0F6-A270AAFD1884}"/>
              </a:ext>
            </a:extLst>
          </p:cNvPr>
          <p:cNvCxnSpPr>
            <a:cxnSpLocks/>
          </p:cNvCxnSpPr>
          <p:nvPr/>
        </p:nvCxnSpPr>
        <p:spPr>
          <a:xfrm>
            <a:off x="6056571" y="4087258"/>
            <a:ext cx="0" cy="2008742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06B2D47-3BCB-4F8A-8EC4-E830FAE01FCC}"/>
              </a:ext>
            </a:extLst>
          </p:cNvPr>
          <p:cNvCxnSpPr>
            <a:cxnSpLocks/>
          </p:cNvCxnSpPr>
          <p:nvPr/>
        </p:nvCxnSpPr>
        <p:spPr>
          <a:xfrm>
            <a:off x="8819486" y="3429000"/>
            <a:ext cx="0" cy="266700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C998CC5C-F1DD-4CC8-A26E-A3525C3E1189}"/>
              </a:ext>
            </a:extLst>
          </p:cNvPr>
          <p:cNvSpPr/>
          <p:nvPr/>
        </p:nvSpPr>
        <p:spPr>
          <a:xfrm rot="20700000" flipH="1">
            <a:off x="1453899" y="4471709"/>
            <a:ext cx="1054975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25 Days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F90CC97-F188-4329-B2F9-F5A857DCB9B0}"/>
              </a:ext>
            </a:extLst>
          </p:cNvPr>
          <p:cNvSpPr/>
          <p:nvPr/>
        </p:nvSpPr>
        <p:spPr>
          <a:xfrm rot="20700000" flipH="1">
            <a:off x="4216813" y="3752275"/>
            <a:ext cx="1054975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50 Days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0E6EBB0-84B6-4090-A8B3-3B2F69B8C627}"/>
              </a:ext>
            </a:extLst>
          </p:cNvPr>
          <p:cNvSpPr/>
          <p:nvPr/>
        </p:nvSpPr>
        <p:spPr>
          <a:xfrm rot="20700000" flipH="1">
            <a:off x="6979728" y="3049008"/>
            <a:ext cx="1054975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75 Days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891B98C-CC3A-4212-B69C-20DB0C243781}"/>
              </a:ext>
            </a:extLst>
          </p:cNvPr>
          <p:cNvSpPr/>
          <p:nvPr/>
        </p:nvSpPr>
        <p:spPr>
          <a:xfrm rot="20700000" flipH="1">
            <a:off x="9742642" y="2333886"/>
            <a:ext cx="1054975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100 Days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049924-2AF0-4471-9317-EEBFD465CCC4}"/>
              </a:ext>
            </a:extLst>
          </p:cNvPr>
          <p:cNvSpPr/>
          <p:nvPr/>
        </p:nvSpPr>
        <p:spPr>
          <a:xfrm flipH="1">
            <a:off x="1102999" y="5707837"/>
            <a:ext cx="1776115" cy="346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Independence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EED2B78-CE8A-4268-91EF-79D8000F3D58}"/>
              </a:ext>
            </a:extLst>
          </p:cNvPr>
          <p:cNvSpPr/>
          <p:nvPr/>
        </p:nvSpPr>
        <p:spPr>
          <a:xfrm flipH="1">
            <a:off x="3787055" y="5382786"/>
            <a:ext cx="1776115" cy="346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Objectivity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D4F43B7-7C9E-44FE-A4C6-0331770005E1}"/>
              </a:ext>
            </a:extLst>
          </p:cNvPr>
          <p:cNvSpPr/>
          <p:nvPr/>
        </p:nvSpPr>
        <p:spPr>
          <a:xfrm flipH="1">
            <a:off x="6523793" y="5099469"/>
            <a:ext cx="1776115" cy="346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Fraud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90DC06-887E-49E0-831D-74D2ED0B6C29}"/>
              </a:ext>
            </a:extLst>
          </p:cNvPr>
          <p:cNvSpPr/>
          <p:nvPr/>
        </p:nvSpPr>
        <p:spPr>
          <a:xfrm flipH="1">
            <a:off x="9312881" y="4739908"/>
            <a:ext cx="1776115" cy="346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Competence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417DDE84-AA26-41A2-B030-2A2D85EE3D0D}"/>
              </a:ext>
            </a:extLst>
          </p:cNvPr>
          <p:cNvSpPr/>
          <p:nvPr/>
        </p:nvSpPr>
        <p:spPr>
          <a:xfrm>
            <a:off x="863037" y="2673744"/>
            <a:ext cx="1088625" cy="32782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defRPr/>
            </a:pPr>
            <a:r>
              <a:rPr lang="en-US" sz="1200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Phase 1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39CDC660-D2FE-4CC2-B3A8-EBF1554F18E2}"/>
              </a:ext>
            </a:extLst>
          </p:cNvPr>
          <p:cNvSpPr/>
          <p:nvPr/>
        </p:nvSpPr>
        <p:spPr>
          <a:xfrm>
            <a:off x="3499825" y="2200300"/>
            <a:ext cx="1088625" cy="32782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defRPr/>
            </a:pPr>
            <a:r>
              <a:rPr lang="en-US" sz="1200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Phase 2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F4B0A104-C40B-45A2-A552-A556FAA3D316}"/>
              </a:ext>
            </a:extLst>
          </p:cNvPr>
          <p:cNvSpPr/>
          <p:nvPr/>
        </p:nvSpPr>
        <p:spPr>
          <a:xfrm>
            <a:off x="6244346" y="1480940"/>
            <a:ext cx="1088625" cy="32782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defRPr/>
            </a:pPr>
            <a:r>
              <a:rPr lang="en-US" sz="1200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Phase 3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03C5E9A-688D-4956-8637-3E7A42696019}"/>
              </a:ext>
            </a:extLst>
          </p:cNvPr>
          <p:cNvSpPr/>
          <p:nvPr/>
        </p:nvSpPr>
        <p:spPr>
          <a:xfrm flipH="1">
            <a:off x="832227" y="3119715"/>
            <a:ext cx="2038009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First 25 Days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E134502F-1D68-43A0-97F4-845F878BEF07}"/>
              </a:ext>
            </a:extLst>
          </p:cNvPr>
          <p:cNvSpPr/>
          <p:nvPr/>
        </p:nvSpPr>
        <p:spPr>
          <a:xfrm flipH="1">
            <a:off x="832227" y="3455317"/>
            <a:ext cx="2038010" cy="711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Study and revised all about the Independence of Internal Auditors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08059DF-BB05-40E5-8905-DE1F885EE76A}"/>
              </a:ext>
            </a:extLst>
          </p:cNvPr>
          <p:cNvSpPr/>
          <p:nvPr/>
        </p:nvSpPr>
        <p:spPr>
          <a:xfrm flipH="1">
            <a:off x="3469015" y="2604912"/>
            <a:ext cx="2038009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Next 25 Days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D0AD9A9-70C4-4A60-B1D3-0136AEE92325}"/>
              </a:ext>
            </a:extLst>
          </p:cNvPr>
          <p:cNvSpPr/>
          <p:nvPr/>
        </p:nvSpPr>
        <p:spPr>
          <a:xfrm flipH="1">
            <a:off x="3469014" y="2940514"/>
            <a:ext cx="2038010" cy="711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Study and revised all about the expected Objectivity of Internal Auditors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7FA36EE2-BBB7-4954-9226-E8FD8D99638D}"/>
              </a:ext>
            </a:extLst>
          </p:cNvPr>
          <p:cNvSpPr/>
          <p:nvPr/>
        </p:nvSpPr>
        <p:spPr>
          <a:xfrm flipH="1">
            <a:off x="6213536" y="1885608"/>
            <a:ext cx="2038009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Next 25 Days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DDD7FD80-918F-435E-BCC5-468D77086306}"/>
              </a:ext>
            </a:extLst>
          </p:cNvPr>
          <p:cNvSpPr/>
          <p:nvPr/>
        </p:nvSpPr>
        <p:spPr>
          <a:xfrm flipH="1">
            <a:off x="6213535" y="2221210"/>
            <a:ext cx="2038010" cy="711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Study and revised about the role of Internal Auditors in Fraud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3885996-F07E-4540-AC4B-25C1C9748331}"/>
              </a:ext>
            </a:extLst>
          </p:cNvPr>
          <p:cNvSpPr/>
          <p:nvPr/>
        </p:nvSpPr>
        <p:spPr>
          <a:xfrm>
            <a:off x="9081797" y="859416"/>
            <a:ext cx="1088625" cy="32782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defRPr/>
            </a:pPr>
            <a:r>
              <a:rPr lang="en-US" sz="1200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Final Phase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919B2D-AB6B-46E3-9A4E-4047836D7CD7}"/>
              </a:ext>
            </a:extLst>
          </p:cNvPr>
          <p:cNvSpPr/>
          <p:nvPr/>
        </p:nvSpPr>
        <p:spPr>
          <a:xfrm flipH="1">
            <a:off x="9050987" y="1303026"/>
            <a:ext cx="2038009" cy="31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Last 25 Days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D42D3E5-951A-47EA-9F73-A3BDD6872CED}"/>
              </a:ext>
            </a:extLst>
          </p:cNvPr>
          <p:cNvSpPr/>
          <p:nvPr/>
        </p:nvSpPr>
        <p:spPr>
          <a:xfrm flipH="1">
            <a:off x="9050986" y="1638628"/>
            <a:ext cx="2038010" cy="711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Segoe UI Light" panose="020B0502040204020203" pitchFamily="34" charset="0"/>
              </a:rPr>
              <a:t>Study and revised all about the required competence of Internal Auditors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74516968-DCB9-48F3-A667-012DED6B226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7150" y="5190649"/>
            <a:ext cx="427812" cy="42781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03343F77-05F4-4815-80F3-B4825E69126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4935" y="4775601"/>
            <a:ext cx="560354" cy="560354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034A3106-1284-4B25-8390-21C49156223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0253" y="4430750"/>
            <a:ext cx="503202" cy="5032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07C82FD2-2E88-4139-9233-B08C4992D4C4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24788" y="4202406"/>
            <a:ext cx="352308" cy="35230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CB328BD-56DF-4ED4-9684-B1C1D9694C39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100 DAY </a:t>
            </a:r>
            <a:r>
              <a:rPr lang="en-GB" sz="3200" b="1" dirty="0">
                <a:solidFill>
                  <a:srgbClr val="1AF1A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3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487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46711EB3-0225-4AF8-9A5A-4118EFDB45C4}"/>
              </a:ext>
            </a:extLst>
          </p:cNvPr>
          <p:cNvGrpSpPr/>
          <p:nvPr/>
        </p:nvGrpSpPr>
        <p:grpSpPr>
          <a:xfrm>
            <a:off x="771349" y="2584817"/>
            <a:ext cx="97974" cy="2483700"/>
            <a:chOff x="771349" y="2794679"/>
            <a:chExt cx="97974" cy="2483700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E3215EB-CD18-486A-BBE5-08CECAA3D8A4}"/>
                </a:ext>
              </a:extLst>
            </p:cNvPr>
            <p:cNvCxnSpPr>
              <a:cxnSpLocks/>
              <a:endCxn id="86" idx="0"/>
            </p:cNvCxnSpPr>
            <p:nvPr/>
          </p:nvCxnSpPr>
          <p:spPr>
            <a:xfrm>
              <a:off x="820336" y="2794679"/>
              <a:ext cx="0" cy="2385726"/>
            </a:xfrm>
            <a:prstGeom prst="line">
              <a:avLst/>
            </a:prstGeom>
            <a:ln w="15875" cap="rnd">
              <a:solidFill>
                <a:schemeClr val="bg1">
                  <a:lumMod val="75000"/>
                  <a:alpha val="19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574FD0B-6259-4231-9286-B978FE007BC6}"/>
                </a:ext>
              </a:extLst>
            </p:cNvPr>
            <p:cNvSpPr/>
            <p:nvPr/>
          </p:nvSpPr>
          <p:spPr>
            <a:xfrm>
              <a:off x="771349" y="3138939"/>
              <a:ext cx="97974" cy="9797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AF49B49-98EA-45A1-922E-05E450D0DC88}"/>
                </a:ext>
              </a:extLst>
            </p:cNvPr>
            <p:cNvSpPr/>
            <p:nvPr/>
          </p:nvSpPr>
          <p:spPr>
            <a:xfrm>
              <a:off x="771349" y="4178639"/>
              <a:ext cx="97974" cy="9797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429D15E-BC14-4996-BB37-C80A24C9431E}"/>
                </a:ext>
              </a:extLst>
            </p:cNvPr>
            <p:cNvSpPr/>
            <p:nvPr/>
          </p:nvSpPr>
          <p:spPr>
            <a:xfrm>
              <a:off x="771349" y="5180405"/>
              <a:ext cx="97974" cy="9797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A5844B1-D105-4264-83F2-14DBA2675B6D}"/>
              </a:ext>
            </a:extLst>
          </p:cNvPr>
          <p:cNvGrpSpPr/>
          <p:nvPr/>
        </p:nvGrpSpPr>
        <p:grpSpPr>
          <a:xfrm>
            <a:off x="3502658" y="2584817"/>
            <a:ext cx="97974" cy="2483700"/>
            <a:chOff x="771349" y="2794679"/>
            <a:chExt cx="97974" cy="2483700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F240BA7-83A2-4B62-8194-6C8CECC8B88D}"/>
                </a:ext>
              </a:extLst>
            </p:cNvPr>
            <p:cNvCxnSpPr>
              <a:cxnSpLocks/>
              <a:endCxn id="93" idx="0"/>
            </p:cNvCxnSpPr>
            <p:nvPr/>
          </p:nvCxnSpPr>
          <p:spPr>
            <a:xfrm>
              <a:off x="820336" y="2794679"/>
              <a:ext cx="0" cy="2385726"/>
            </a:xfrm>
            <a:prstGeom prst="line">
              <a:avLst/>
            </a:prstGeom>
            <a:ln w="15875" cap="rnd">
              <a:solidFill>
                <a:schemeClr val="bg1">
                  <a:lumMod val="75000"/>
                  <a:alpha val="19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3469D6B-79F2-4AA5-9685-76072BFDA771}"/>
                </a:ext>
              </a:extLst>
            </p:cNvPr>
            <p:cNvSpPr/>
            <p:nvPr/>
          </p:nvSpPr>
          <p:spPr>
            <a:xfrm>
              <a:off x="771349" y="3138939"/>
              <a:ext cx="97974" cy="979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D45071C-10F8-4145-9399-6C7FEC9D5F51}"/>
                </a:ext>
              </a:extLst>
            </p:cNvPr>
            <p:cNvSpPr/>
            <p:nvPr/>
          </p:nvSpPr>
          <p:spPr>
            <a:xfrm>
              <a:off x="771349" y="4178639"/>
              <a:ext cx="97974" cy="979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B8DAF37-0BD9-4A70-8FB5-D0497BDD6493}"/>
                </a:ext>
              </a:extLst>
            </p:cNvPr>
            <p:cNvSpPr/>
            <p:nvPr/>
          </p:nvSpPr>
          <p:spPr>
            <a:xfrm>
              <a:off x="771349" y="5180405"/>
              <a:ext cx="97974" cy="979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C263314-25A0-4CEE-BD00-29E9B6446436}"/>
              </a:ext>
            </a:extLst>
          </p:cNvPr>
          <p:cNvGrpSpPr/>
          <p:nvPr/>
        </p:nvGrpSpPr>
        <p:grpSpPr>
          <a:xfrm>
            <a:off x="6233967" y="2584817"/>
            <a:ext cx="97974" cy="2483700"/>
            <a:chOff x="771349" y="2794679"/>
            <a:chExt cx="97974" cy="2483700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190F5B7-BD24-44AC-A621-B7A05C4E1D07}"/>
                </a:ext>
              </a:extLst>
            </p:cNvPr>
            <p:cNvCxnSpPr>
              <a:cxnSpLocks/>
              <a:endCxn id="98" idx="0"/>
            </p:cNvCxnSpPr>
            <p:nvPr/>
          </p:nvCxnSpPr>
          <p:spPr>
            <a:xfrm>
              <a:off x="820336" y="2794679"/>
              <a:ext cx="0" cy="2385726"/>
            </a:xfrm>
            <a:prstGeom prst="line">
              <a:avLst/>
            </a:prstGeom>
            <a:ln w="15875" cap="rnd">
              <a:solidFill>
                <a:schemeClr val="bg1">
                  <a:lumMod val="75000"/>
                  <a:alpha val="19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EFAE9762-347A-473C-AE94-126C32B08950}"/>
                </a:ext>
              </a:extLst>
            </p:cNvPr>
            <p:cNvSpPr/>
            <p:nvPr/>
          </p:nvSpPr>
          <p:spPr>
            <a:xfrm>
              <a:off x="771349" y="3138939"/>
              <a:ext cx="97974" cy="9797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122D64E-20D2-45A1-8CF1-BC95D9A36700}"/>
                </a:ext>
              </a:extLst>
            </p:cNvPr>
            <p:cNvSpPr/>
            <p:nvPr/>
          </p:nvSpPr>
          <p:spPr>
            <a:xfrm>
              <a:off x="771349" y="4178639"/>
              <a:ext cx="97974" cy="9797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904DB92-2332-44E1-B026-28A6C57C1727}"/>
                </a:ext>
              </a:extLst>
            </p:cNvPr>
            <p:cNvSpPr/>
            <p:nvPr/>
          </p:nvSpPr>
          <p:spPr>
            <a:xfrm>
              <a:off x="771349" y="5180405"/>
              <a:ext cx="97974" cy="9797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E885510-36FD-4584-83F6-C5C6C59C2063}"/>
              </a:ext>
            </a:extLst>
          </p:cNvPr>
          <p:cNvGrpSpPr/>
          <p:nvPr/>
        </p:nvGrpSpPr>
        <p:grpSpPr>
          <a:xfrm>
            <a:off x="8965275" y="2584817"/>
            <a:ext cx="97974" cy="2483700"/>
            <a:chOff x="771349" y="2794679"/>
            <a:chExt cx="97974" cy="2483700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653EDED-CD88-45DF-83B8-F58C77DD18B3}"/>
                </a:ext>
              </a:extLst>
            </p:cNvPr>
            <p:cNvCxnSpPr>
              <a:cxnSpLocks/>
              <a:endCxn id="103" idx="0"/>
            </p:cNvCxnSpPr>
            <p:nvPr/>
          </p:nvCxnSpPr>
          <p:spPr>
            <a:xfrm>
              <a:off x="820336" y="2794679"/>
              <a:ext cx="0" cy="2385726"/>
            </a:xfrm>
            <a:prstGeom prst="line">
              <a:avLst/>
            </a:prstGeom>
            <a:ln w="15875" cap="rnd">
              <a:solidFill>
                <a:schemeClr val="bg1">
                  <a:lumMod val="75000"/>
                  <a:alpha val="19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2FA06B2-4A1D-49C2-AB6B-3922E66DC99A}"/>
                </a:ext>
              </a:extLst>
            </p:cNvPr>
            <p:cNvSpPr/>
            <p:nvPr/>
          </p:nvSpPr>
          <p:spPr>
            <a:xfrm>
              <a:off x="771349" y="3138939"/>
              <a:ext cx="97974" cy="9797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632F2DEB-269A-49D4-B116-097404C26EE9}"/>
                </a:ext>
              </a:extLst>
            </p:cNvPr>
            <p:cNvSpPr/>
            <p:nvPr/>
          </p:nvSpPr>
          <p:spPr>
            <a:xfrm>
              <a:off x="771349" y="4178639"/>
              <a:ext cx="97974" cy="9797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73F8B4F-22B0-42FD-A07E-56A912861D70}"/>
                </a:ext>
              </a:extLst>
            </p:cNvPr>
            <p:cNvSpPr/>
            <p:nvPr/>
          </p:nvSpPr>
          <p:spPr>
            <a:xfrm>
              <a:off x="771349" y="5180405"/>
              <a:ext cx="97974" cy="9797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Arrow: Up 3">
            <a:extLst>
              <a:ext uri="{FF2B5EF4-FFF2-40B4-BE49-F238E27FC236}">
                <a16:creationId xmlns:a16="http://schemas.microsoft.com/office/drawing/2014/main" id="{1BE20E59-2549-4086-843A-04D0874C0C0B}"/>
              </a:ext>
            </a:extLst>
          </p:cNvPr>
          <p:cNvSpPr/>
          <p:nvPr/>
        </p:nvSpPr>
        <p:spPr>
          <a:xfrm rot="5400000">
            <a:off x="6019754" y="-3894507"/>
            <a:ext cx="152487" cy="10972801"/>
          </a:xfrm>
          <a:prstGeom prst="upArrow">
            <a:avLst>
              <a:gd name="adj1" fmla="val 54369"/>
              <a:gd name="adj2" fmla="val 8494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C6BE700-92C4-429B-8B10-257F38BE3441}"/>
              </a:ext>
            </a:extLst>
          </p:cNvPr>
          <p:cNvSpPr/>
          <p:nvPr/>
        </p:nvSpPr>
        <p:spPr>
          <a:xfrm flipV="1">
            <a:off x="4377516" y="1632911"/>
            <a:ext cx="283502" cy="11091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9C9822CC-866A-4B63-B004-3A15659C2017}"/>
              </a:ext>
            </a:extLst>
          </p:cNvPr>
          <p:cNvSpPr/>
          <p:nvPr/>
        </p:nvSpPr>
        <p:spPr>
          <a:xfrm flipV="1">
            <a:off x="9840133" y="1632911"/>
            <a:ext cx="283502" cy="11091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515ECED-5B4A-4A2C-90B9-613B857E02CE}"/>
              </a:ext>
            </a:extLst>
          </p:cNvPr>
          <p:cNvSpPr/>
          <p:nvPr/>
        </p:nvSpPr>
        <p:spPr>
          <a:xfrm flipV="1">
            <a:off x="1646207" y="1632911"/>
            <a:ext cx="283502" cy="11091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47FEB9-7FC5-4CAE-8183-FA0996FC0605}"/>
              </a:ext>
            </a:extLst>
          </p:cNvPr>
          <p:cNvSpPr/>
          <p:nvPr/>
        </p:nvSpPr>
        <p:spPr>
          <a:xfrm>
            <a:off x="609599" y="1906059"/>
            <a:ext cx="2356718" cy="76560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5A9AAE-38CF-49CD-A9B5-1F86CFEB1C8D}"/>
              </a:ext>
            </a:extLst>
          </p:cNvPr>
          <p:cNvSpPr/>
          <p:nvPr/>
        </p:nvSpPr>
        <p:spPr>
          <a:xfrm>
            <a:off x="675505" y="1971349"/>
            <a:ext cx="635029" cy="6350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9F55878-1D6A-4CAA-A841-D09944FE17F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336" y="2116180"/>
            <a:ext cx="345366" cy="34536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218EDEE-5DAB-4662-A399-2AC706A94337}"/>
              </a:ext>
            </a:extLst>
          </p:cNvPr>
          <p:cNvSpPr/>
          <p:nvPr/>
        </p:nvSpPr>
        <p:spPr>
          <a:xfrm flipH="1">
            <a:off x="1310532" y="2115547"/>
            <a:ext cx="1376768" cy="346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Prepare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6D2F1D-F34E-408C-AEAD-B87A3191D180}"/>
              </a:ext>
            </a:extLst>
          </p:cNvPr>
          <p:cNvSpPr/>
          <p:nvPr/>
        </p:nvSpPr>
        <p:spPr>
          <a:xfrm>
            <a:off x="3340908" y="1906059"/>
            <a:ext cx="2356718" cy="76560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5AE273-4991-4643-9C7A-E084B4EBDF17}"/>
              </a:ext>
            </a:extLst>
          </p:cNvPr>
          <p:cNvSpPr/>
          <p:nvPr/>
        </p:nvSpPr>
        <p:spPr>
          <a:xfrm>
            <a:off x="3406814" y="1971349"/>
            <a:ext cx="635029" cy="6350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EB14178F-640D-4E8B-9318-3D3363CFC08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1645" y="2116180"/>
            <a:ext cx="345366" cy="34536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5D96C7A-7A34-41F5-ACDA-0F07A1189188}"/>
              </a:ext>
            </a:extLst>
          </p:cNvPr>
          <p:cNvSpPr/>
          <p:nvPr/>
        </p:nvSpPr>
        <p:spPr>
          <a:xfrm flipH="1">
            <a:off x="4041841" y="2115547"/>
            <a:ext cx="1376768" cy="346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Days 1-30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7274B45A-FA8D-4C1F-B6AF-73971EB9D06C}"/>
              </a:ext>
            </a:extLst>
          </p:cNvPr>
          <p:cNvSpPr/>
          <p:nvPr/>
        </p:nvSpPr>
        <p:spPr>
          <a:xfrm flipV="1">
            <a:off x="7108825" y="1632911"/>
            <a:ext cx="283502" cy="11091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5514A3-32D0-4713-A9EE-A21265C95180}"/>
              </a:ext>
            </a:extLst>
          </p:cNvPr>
          <p:cNvSpPr/>
          <p:nvPr/>
        </p:nvSpPr>
        <p:spPr>
          <a:xfrm>
            <a:off x="6072217" y="1906059"/>
            <a:ext cx="2356718" cy="76560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7D3A42-A312-475D-A64A-285EC9D9E6B2}"/>
              </a:ext>
            </a:extLst>
          </p:cNvPr>
          <p:cNvSpPr/>
          <p:nvPr/>
        </p:nvSpPr>
        <p:spPr>
          <a:xfrm>
            <a:off x="6138123" y="1971349"/>
            <a:ext cx="635029" cy="6350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42DF3CA7-F589-47AE-9B3E-ACB8729071C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76944" y="2110170"/>
            <a:ext cx="357386" cy="35738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841F82C-E573-4A4D-8653-2B6D6F439D68}"/>
              </a:ext>
            </a:extLst>
          </p:cNvPr>
          <p:cNvSpPr/>
          <p:nvPr/>
        </p:nvSpPr>
        <p:spPr>
          <a:xfrm flipH="1">
            <a:off x="6770331" y="2115547"/>
            <a:ext cx="1376768" cy="346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Days 30-60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EFF0F60-D732-4BF1-B49D-FCBAD766E418}"/>
              </a:ext>
            </a:extLst>
          </p:cNvPr>
          <p:cNvSpPr/>
          <p:nvPr/>
        </p:nvSpPr>
        <p:spPr>
          <a:xfrm>
            <a:off x="8803525" y="1906059"/>
            <a:ext cx="2356718" cy="765609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278EFE7-22E0-457A-899E-2C98CA0C1248}"/>
              </a:ext>
            </a:extLst>
          </p:cNvPr>
          <p:cNvSpPr/>
          <p:nvPr/>
        </p:nvSpPr>
        <p:spPr>
          <a:xfrm>
            <a:off x="8869431" y="1971349"/>
            <a:ext cx="635029" cy="6350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5F8F707-8927-4F1E-9632-9CFF457F5B0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08252" y="2110170"/>
            <a:ext cx="357386" cy="35738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130B903-989A-4B81-ABDB-0859A0AA6EDA}"/>
              </a:ext>
            </a:extLst>
          </p:cNvPr>
          <p:cNvSpPr/>
          <p:nvPr/>
        </p:nvSpPr>
        <p:spPr>
          <a:xfrm flipH="1">
            <a:off x="9501639" y="2115547"/>
            <a:ext cx="1376768" cy="346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Days 60-100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A27356-D959-4B5D-B717-63899B94C524}"/>
              </a:ext>
            </a:extLst>
          </p:cNvPr>
          <p:cNvSpPr/>
          <p:nvPr/>
        </p:nvSpPr>
        <p:spPr>
          <a:xfrm flipH="1">
            <a:off x="889351" y="2824165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A 1 – Post Advert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5AE4A1-37B8-4606-BC77-564DA739CF2E}"/>
              </a:ext>
            </a:extLst>
          </p:cNvPr>
          <p:cNvSpPr/>
          <p:nvPr/>
        </p:nvSpPr>
        <p:spPr>
          <a:xfrm flipH="1">
            <a:off x="889351" y="3112691"/>
            <a:ext cx="2076966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Post job adverts on the company’s website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9D0FF1-C275-4B29-945D-81F7BADA542D}"/>
              </a:ext>
            </a:extLst>
          </p:cNvPr>
          <p:cNvSpPr/>
          <p:nvPr/>
        </p:nvSpPr>
        <p:spPr>
          <a:xfrm flipH="1">
            <a:off x="889351" y="3866748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B 1 – Onboarding 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F730CAD-0E76-46F5-9C34-9DBDDD774696}"/>
              </a:ext>
            </a:extLst>
          </p:cNvPr>
          <p:cNvSpPr/>
          <p:nvPr/>
        </p:nvSpPr>
        <p:spPr>
          <a:xfrm flipH="1">
            <a:off x="889351" y="4155274"/>
            <a:ext cx="2076966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Welcome new staff to the company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BA44559-B4D0-48CA-8CE8-24C680FA680C}"/>
              </a:ext>
            </a:extLst>
          </p:cNvPr>
          <p:cNvSpPr/>
          <p:nvPr/>
        </p:nvSpPr>
        <p:spPr>
          <a:xfrm flipH="1">
            <a:off x="889351" y="4909330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C 1 - Job Description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F6D29FE-BD38-40E3-B691-B85564A2CD96}"/>
              </a:ext>
            </a:extLst>
          </p:cNvPr>
          <p:cNvSpPr/>
          <p:nvPr/>
        </p:nvSpPr>
        <p:spPr>
          <a:xfrm flipH="1">
            <a:off x="889351" y="5197856"/>
            <a:ext cx="2076966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Present staff with the requirements of their roles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6A12B43-9050-4F61-A4BF-C1D2A9C12042}"/>
              </a:ext>
            </a:extLst>
          </p:cNvPr>
          <p:cNvCxnSpPr>
            <a:cxnSpLocks/>
          </p:cNvCxnSpPr>
          <p:nvPr/>
        </p:nvCxnSpPr>
        <p:spPr>
          <a:xfrm flipH="1">
            <a:off x="992652" y="3740429"/>
            <a:ext cx="1973665" cy="0"/>
          </a:xfrm>
          <a:prstGeom prst="line">
            <a:avLst/>
          </a:prstGeom>
          <a:ln w="15875" cap="rnd">
            <a:solidFill>
              <a:schemeClr val="bg1">
                <a:lumMod val="75000"/>
                <a:alpha val="19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3C4AE88-3BC8-4B76-B5DD-E59D0948226D}"/>
              </a:ext>
            </a:extLst>
          </p:cNvPr>
          <p:cNvCxnSpPr>
            <a:cxnSpLocks/>
          </p:cNvCxnSpPr>
          <p:nvPr/>
        </p:nvCxnSpPr>
        <p:spPr>
          <a:xfrm flipH="1">
            <a:off x="992652" y="4783012"/>
            <a:ext cx="1973665" cy="0"/>
          </a:xfrm>
          <a:prstGeom prst="line">
            <a:avLst/>
          </a:prstGeom>
          <a:ln w="15875" cap="rnd">
            <a:solidFill>
              <a:schemeClr val="bg1">
                <a:lumMod val="75000"/>
                <a:alpha val="19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72A1F1D6-0BDB-48F7-B7A6-3F8632F8BCA3}"/>
              </a:ext>
            </a:extLst>
          </p:cNvPr>
          <p:cNvSpPr/>
          <p:nvPr/>
        </p:nvSpPr>
        <p:spPr>
          <a:xfrm flipH="1">
            <a:off x="3620660" y="2824165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A 2 – Shortlist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FC08751-1A85-4950-8692-0829C6C0050F}"/>
              </a:ext>
            </a:extLst>
          </p:cNvPr>
          <p:cNvSpPr/>
          <p:nvPr/>
        </p:nvSpPr>
        <p:spPr>
          <a:xfrm flipH="1">
            <a:off x="3620660" y="3112691"/>
            <a:ext cx="2076966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Shortlist qualified candidates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87F789-A533-48DA-B930-0AE3C6D98090}"/>
              </a:ext>
            </a:extLst>
          </p:cNvPr>
          <p:cNvSpPr/>
          <p:nvPr/>
        </p:nvSpPr>
        <p:spPr>
          <a:xfrm flipH="1">
            <a:off x="3620660" y="3866748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B 2 – Orientation 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688A197-A621-41AB-BE49-FE38140E0707}"/>
              </a:ext>
            </a:extLst>
          </p:cNvPr>
          <p:cNvSpPr/>
          <p:nvPr/>
        </p:nvSpPr>
        <p:spPr>
          <a:xfrm flipH="1">
            <a:off x="3620659" y="4155274"/>
            <a:ext cx="2288387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After the onboarding, organize new staff for induction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60E4BF2-D278-4B0B-A927-21B87AB09365}"/>
              </a:ext>
            </a:extLst>
          </p:cNvPr>
          <p:cNvSpPr/>
          <p:nvPr/>
        </p:nvSpPr>
        <p:spPr>
          <a:xfrm flipH="1">
            <a:off x="3620660" y="4909330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C 2 – KPIs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449F635-FCCC-4D35-9303-A478206A6573}"/>
              </a:ext>
            </a:extLst>
          </p:cNvPr>
          <p:cNvSpPr/>
          <p:nvPr/>
        </p:nvSpPr>
        <p:spPr>
          <a:xfrm flipH="1">
            <a:off x="3620660" y="5197856"/>
            <a:ext cx="2076966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Agree how performances will be measured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C685387-D78A-4D0B-8504-73F7631873E0}"/>
              </a:ext>
            </a:extLst>
          </p:cNvPr>
          <p:cNvCxnSpPr>
            <a:cxnSpLocks/>
          </p:cNvCxnSpPr>
          <p:nvPr/>
        </p:nvCxnSpPr>
        <p:spPr>
          <a:xfrm flipH="1">
            <a:off x="3723961" y="3740429"/>
            <a:ext cx="1973665" cy="0"/>
          </a:xfrm>
          <a:prstGeom prst="line">
            <a:avLst/>
          </a:prstGeom>
          <a:ln w="15875" cap="rnd">
            <a:solidFill>
              <a:schemeClr val="bg1">
                <a:lumMod val="75000"/>
                <a:alpha val="19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BB57C40-245A-4E7A-B502-7EA9688EC595}"/>
              </a:ext>
            </a:extLst>
          </p:cNvPr>
          <p:cNvCxnSpPr>
            <a:cxnSpLocks/>
          </p:cNvCxnSpPr>
          <p:nvPr/>
        </p:nvCxnSpPr>
        <p:spPr>
          <a:xfrm flipH="1">
            <a:off x="3723961" y="4783012"/>
            <a:ext cx="1973665" cy="0"/>
          </a:xfrm>
          <a:prstGeom prst="line">
            <a:avLst/>
          </a:prstGeom>
          <a:ln w="15875" cap="rnd">
            <a:solidFill>
              <a:schemeClr val="bg1">
                <a:lumMod val="75000"/>
                <a:alpha val="19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52E12C44-4CBF-4E9D-920B-7E006C4575D3}"/>
              </a:ext>
            </a:extLst>
          </p:cNvPr>
          <p:cNvSpPr/>
          <p:nvPr/>
        </p:nvSpPr>
        <p:spPr>
          <a:xfrm flipH="1">
            <a:off x="6351969" y="2824165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A 3 – Interviews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246760B-CCC2-49B6-9B7D-C26B9334336A}"/>
              </a:ext>
            </a:extLst>
          </p:cNvPr>
          <p:cNvSpPr/>
          <p:nvPr/>
        </p:nvSpPr>
        <p:spPr>
          <a:xfrm flipH="1">
            <a:off x="6351969" y="3112691"/>
            <a:ext cx="2076966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Conduct 2 interviews for shortlisted candidates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22E993C-90F6-4B5C-9DB5-6765762503A0}"/>
              </a:ext>
            </a:extLst>
          </p:cNvPr>
          <p:cNvSpPr/>
          <p:nvPr/>
        </p:nvSpPr>
        <p:spPr>
          <a:xfrm flipH="1">
            <a:off x="6351969" y="3866748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B 3 – Trip 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FE15E17-EE97-4A8C-A94F-518BF5F616A2}"/>
              </a:ext>
            </a:extLst>
          </p:cNvPr>
          <p:cNvSpPr/>
          <p:nvPr/>
        </p:nvSpPr>
        <p:spPr>
          <a:xfrm flipH="1">
            <a:off x="6351969" y="4155274"/>
            <a:ext cx="2076966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Facilitate a trip for the new hires for bonding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84FD2DC-C55B-4CB2-ACF9-8E5570A1E763}"/>
              </a:ext>
            </a:extLst>
          </p:cNvPr>
          <p:cNvSpPr/>
          <p:nvPr/>
        </p:nvSpPr>
        <p:spPr>
          <a:xfrm flipH="1">
            <a:off x="6351969" y="4909330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C 3 – Commence Jobs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0E1DD9D-A350-4C5E-AB2F-6D9E385130AB}"/>
              </a:ext>
            </a:extLst>
          </p:cNvPr>
          <p:cNvSpPr/>
          <p:nvPr/>
        </p:nvSpPr>
        <p:spPr>
          <a:xfrm flipH="1">
            <a:off x="6351969" y="5197856"/>
            <a:ext cx="2076966" cy="711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New hires should commence work and produce results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44FA0C-6711-47BC-8F38-3CC4D84D2A62}"/>
              </a:ext>
            </a:extLst>
          </p:cNvPr>
          <p:cNvCxnSpPr>
            <a:cxnSpLocks/>
          </p:cNvCxnSpPr>
          <p:nvPr/>
        </p:nvCxnSpPr>
        <p:spPr>
          <a:xfrm flipH="1">
            <a:off x="6455270" y="3740429"/>
            <a:ext cx="1973665" cy="0"/>
          </a:xfrm>
          <a:prstGeom prst="line">
            <a:avLst/>
          </a:prstGeom>
          <a:ln w="15875" cap="rnd">
            <a:solidFill>
              <a:schemeClr val="bg1">
                <a:lumMod val="75000"/>
                <a:alpha val="19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24382E8-299A-4F27-AF36-E9C333AE3716}"/>
              </a:ext>
            </a:extLst>
          </p:cNvPr>
          <p:cNvCxnSpPr>
            <a:cxnSpLocks/>
          </p:cNvCxnSpPr>
          <p:nvPr/>
        </p:nvCxnSpPr>
        <p:spPr>
          <a:xfrm flipH="1">
            <a:off x="6455270" y="4783012"/>
            <a:ext cx="1973665" cy="0"/>
          </a:xfrm>
          <a:prstGeom prst="line">
            <a:avLst/>
          </a:prstGeom>
          <a:ln w="15875" cap="rnd">
            <a:solidFill>
              <a:schemeClr val="bg1">
                <a:lumMod val="75000"/>
                <a:alpha val="19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FE4EFFC0-2ACD-4445-8F0C-6A0DC5F3252E}"/>
              </a:ext>
            </a:extLst>
          </p:cNvPr>
          <p:cNvSpPr/>
          <p:nvPr/>
        </p:nvSpPr>
        <p:spPr>
          <a:xfrm flipH="1">
            <a:off x="9083277" y="2824165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A 4 – Recruitment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A10FEC8-118F-4594-8986-48DCA8C8C36F}"/>
              </a:ext>
            </a:extLst>
          </p:cNvPr>
          <p:cNvSpPr/>
          <p:nvPr/>
        </p:nvSpPr>
        <p:spPr>
          <a:xfrm flipH="1">
            <a:off x="9083277" y="3112691"/>
            <a:ext cx="2096992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Offer employment letters to the successful candidates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B9CCD07-26AA-4AE8-A6F3-C8BC46AF8CB1}"/>
              </a:ext>
            </a:extLst>
          </p:cNvPr>
          <p:cNvSpPr/>
          <p:nvPr/>
        </p:nvSpPr>
        <p:spPr>
          <a:xfrm flipH="1">
            <a:off x="9083277" y="3866748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B 4 – Job Posting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8713F04-901D-4237-A49F-DAAE19888186}"/>
              </a:ext>
            </a:extLst>
          </p:cNvPr>
          <p:cNvSpPr/>
          <p:nvPr/>
        </p:nvSpPr>
        <p:spPr>
          <a:xfrm flipH="1">
            <a:off x="9083277" y="4155274"/>
            <a:ext cx="2076966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Post staff to their respective job roles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F690B00-A79A-465D-B5DC-88AE9F3BC8ED}"/>
              </a:ext>
            </a:extLst>
          </p:cNvPr>
          <p:cNvSpPr/>
          <p:nvPr/>
        </p:nvSpPr>
        <p:spPr>
          <a:xfrm flipH="1">
            <a:off x="9083277" y="4909330"/>
            <a:ext cx="2076965" cy="283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cs typeface="Segoe UI Light" panose="020B0502040204020203" pitchFamily="34" charset="0"/>
              </a:rPr>
              <a:t>Task C 4 – Monitor 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341C7A8-FC55-48D9-962F-C999D8657BF6}"/>
              </a:ext>
            </a:extLst>
          </p:cNvPr>
          <p:cNvSpPr/>
          <p:nvPr/>
        </p:nvSpPr>
        <p:spPr>
          <a:xfrm flipH="1">
            <a:off x="9083277" y="5197856"/>
            <a:ext cx="2076966" cy="501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14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 Light" panose="020B0502040204020203" pitchFamily="34" charset="0"/>
              </a:rPr>
              <a:t>Provide necessary support to staff and monitor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B7BAAC0-9CD1-41CC-954F-D9ECFFE972CA}"/>
              </a:ext>
            </a:extLst>
          </p:cNvPr>
          <p:cNvCxnSpPr>
            <a:cxnSpLocks/>
          </p:cNvCxnSpPr>
          <p:nvPr/>
        </p:nvCxnSpPr>
        <p:spPr>
          <a:xfrm flipH="1">
            <a:off x="9186578" y="3740429"/>
            <a:ext cx="1973665" cy="0"/>
          </a:xfrm>
          <a:prstGeom prst="line">
            <a:avLst/>
          </a:prstGeom>
          <a:ln w="15875" cap="rnd">
            <a:solidFill>
              <a:schemeClr val="bg1">
                <a:lumMod val="75000"/>
                <a:alpha val="19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14E0B22-4A51-45CB-A241-456F1AF539AB}"/>
              </a:ext>
            </a:extLst>
          </p:cNvPr>
          <p:cNvCxnSpPr>
            <a:cxnSpLocks/>
          </p:cNvCxnSpPr>
          <p:nvPr/>
        </p:nvCxnSpPr>
        <p:spPr>
          <a:xfrm flipH="1">
            <a:off x="9186578" y="4783012"/>
            <a:ext cx="1973665" cy="0"/>
          </a:xfrm>
          <a:prstGeom prst="line">
            <a:avLst/>
          </a:prstGeom>
          <a:ln w="15875" cap="rnd">
            <a:solidFill>
              <a:schemeClr val="bg1">
                <a:lumMod val="75000"/>
                <a:alpha val="19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4CB328BD-56DF-4ED4-9684-B1C1D9694C39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100 DAY </a:t>
            </a:r>
            <a:r>
              <a:rPr lang="en-GB" sz="3200" b="1" dirty="0">
                <a:solidFill>
                  <a:srgbClr val="1AF1A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04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4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979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A36D0B-4A46-4B47-972F-349FEB653E23}"/>
              </a:ext>
            </a:extLst>
          </p:cNvPr>
          <p:cNvSpPr txBox="1"/>
          <p:nvPr/>
        </p:nvSpPr>
        <p:spPr>
          <a:xfrm>
            <a:off x="506747" y="601983"/>
            <a:ext cx="5513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100 DAY </a:t>
            </a:r>
            <a:r>
              <a:rPr lang="en-GB" sz="3200" b="1" dirty="0">
                <a:solidFill>
                  <a:srgbClr val="1AF1A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</a:t>
            </a:r>
          </a:p>
        </p:txBody>
      </p:sp>
      <p:grpSp>
        <p:nvGrpSpPr>
          <p:cNvPr id="190" name="Group 189"/>
          <p:cNvGrpSpPr/>
          <p:nvPr/>
        </p:nvGrpSpPr>
        <p:grpSpPr>
          <a:xfrm>
            <a:off x="2518300" y="2754085"/>
            <a:ext cx="8660235" cy="1783680"/>
            <a:chOff x="2138394" y="2754085"/>
            <a:chExt cx="9166914" cy="1783680"/>
          </a:xfrm>
          <a:gradFill flip="none" rotWithShape="1">
            <a:gsLst>
              <a:gs pos="0">
                <a:schemeClr val="accent1"/>
              </a:gs>
              <a:gs pos="66000">
                <a:schemeClr val="accent1">
                  <a:lumMod val="75000"/>
                </a:schemeClr>
              </a:gs>
            </a:gsLst>
            <a:path path="circle">
              <a:fillToRect l="100000" b="100000"/>
            </a:path>
            <a:tileRect t="-100000" r="-100000"/>
          </a:gradFill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D847DFB1-209E-4A14-B16B-E4462584A9DD}"/>
                </a:ext>
              </a:extLst>
            </p:cNvPr>
            <p:cNvSpPr/>
            <p:nvPr/>
          </p:nvSpPr>
          <p:spPr>
            <a:xfrm>
              <a:off x="2138394" y="2995659"/>
              <a:ext cx="9166914" cy="1542106"/>
            </a:xfrm>
            <a:prstGeom prst="rect">
              <a:avLst/>
            </a:prstGeom>
            <a:grpFill/>
            <a:ln>
              <a:noFill/>
            </a:ln>
            <a:effectLst>
              <a:outerShdw blurRad="635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Ins="72000" rtlCol="0" anchor="ctr"/>
            <a:lstStyle/>
            <a:p>
              <a:pPr algn="ctr"/>
              <a:endPara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9" name="Isosceles Triangle 188"/>
            <p:cNvSpPr/>
            <p:nvPr/>
          </p:nvSpPr>
          <p:spPr>
            <a:xfrm>
              <a:off x="2659740" y="2754085"/>
              <a:ext cx="280224" cy="241573"/>
            </a:xfrm>
            <a:prstGeom prst="triangle">
              <a:avLst/>
            </a:prstGeom>
            <a:grpFill/>
            <a:ln>
              <a:noFill/>
            </a:ln>
            <a:effectLst>
              <a:outerShdw blurRad="635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Ins="72000" rtlCol="0" anchor="ctr"/>
            <a:lstStyle/>
            <a:p>
              <a:pPr algn="ctr"/>
              <a:endParaRPr lang="id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545DF49-6021-4D99-A988-E401E0976C5F}"/>
              </a:ext>
            </a:extLst>
          </p:cNvPr>
          <p:cNvGrpSpPr/>
          <p:nvPr/>
        </p:nvGrpSpPr>
        <p:grpSpPr>
          <a:xfrm>
            <a:off x="2731852" y="3171128"/>
            <a:ext cx="8233130" cy="1111095"/>
            <a:chOff x="2731852" y="3171128"/>
            <a:chExt cx="8233130" cy="1111095"/>
          </a:xfrm>
        </p:grpSpPr>
        <p:grpSp>
          <p:nvGrpSpPr>
            <p:cNvPr id="196" name="Group 195"/>
            <p:cNvGrpSpPr/>
            <p:nvPr/>
          </p:nvGrpSpPr>
          <p:grpSpPr>
            <a:xfrm>
              <a:off x="5405044" y="3251201"/>
              <a:ext cx="2886745" cy="1031022"/>
              <a:chOff x="5194031" y="2995658"/>
              <a:chExt cx="3055638" cy="1542107"/>
            </a:xfrm>
          </p:grpSpPr>
          <p:cxnSp>
            <p:nvCxnSpPr>
              <p:cNvPr id="193" name="Straight Connector 192"/>
              <p:cNvCxnSpPr/>
              <p:nvPr/>
            </p:nvCxnSpPr>
            <p:spPr>
              <a:xfrm>
                <a:off x="5194031" y="2995658"/>
                <a:ext cx="0" cy="1542107"/>
              </a:xfrm>
              <a:prstGeom prst="line">
                <a:avLst/>
              </a:prstGeom>
              <a:ln>
                <a:solidFill>
                  <a:schemeClr val="bg1"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/>
              <p:cNvCxnSpPr/>
              <p:nvPr/>
            </p:nvCxnSpPr>
            <p:spPr>
              <a:xfrm>
                <a:off x="8249669" y="2995658"/>
                <a:ext cx="0" cy="1542107"/>
              </a:xfrm>
              <a:prstGeom prst="line">
                <a:avLst/>
              </a:prstGeom>
              <a:ln>
                <a:solidFill>
                  <a:schemeClr val="bg1"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9" name="Group 198"/>
            <p:cNvGrpSpPr/>
            <p:nvPr/>
          </p:nvGrpSpPr>
          <p:grpSpPr>
            <a:xfrm>
              <a:off x="2731852" y="3171128"/>
              <a:ext cx="2459640" cy="974582"/>
              <a:chOff x="2364440" y="3178138"/>
              <a:chExt cx="2603545" cy="974582"/>
            </a:xfrm>
          </p:grpSpPr>
          <p:sp>
            <p:nvSpPr>
              <p:cNvPr id="197" name="TextBox 196"/>
              <p:cNvSpPr txBox="1"/>
              <p:nvPr/>
            </p:nvSpPr>
            <p:spPr>
              <a:xfrm>
                <a:off x="3005763" y="3178138"/>
                <a:ext cx="1320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solidFill>
                      <a:schemeClr val="bg1"/>
                    </a:solidFill>
                    <a:latin typeface="Lato Black" panose="020F0A02020204030203" pitchFamily="34" charset="0"/>
                  </a:rPr>
                  <a:t>Priority 1</a:t>
                </a:r>
              </a:p>
            </p:txBody>
          </p:sp>
          <p:sp>
            <p:nvSpPr>
              <p:cNvPr id="198" name="TextBox 197"/>
              <p:cNvSpPr txBox="1"/>
              <p:nvPr/>
            </p:nvSpPr>
            <p:spPr>
              <a:xfrm>
                <a:off x="2364440" y="3575639"/>
                <a:ext cx="2603545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bg1"/>
                    </a:solidFill>
                  </a:rPr>
                  <a:t>Meet with key stakeholders within the industry to showcase the products to them for review and feedbacks</a:t>
                </a:r>
              </a:p>
            </p:txBody>
          </p:sp>
        </p:grpSp>
        <p:grpSp>
          <p:nvGrpSpPr>
            <p:cNvPr id="206" name="Group 205"/>
            <p:cNvGrpSpPr/>
            <p:nvPr/>
          </p:nvGrpSpPr>
          <p:grpSpPr>
            <a:xfrm>
              <a:off x="5622589" y="3171128"/>
              <a:ext cx="2459640" cy="812999"/>
              <a:chOff x="2364440" y="3178138"/>
              <a:chExt cx="2603545" cy="812999"/>
            </a:xfrm>
          </p:grpSpPr>
          <p:sp>
            <p:nvSpPr>
              <p:cNvPr id="207" name="TextBox 206"/>
              <p:cNvSpPr txBox="1"/>
              <p:nvPr/>
            </p:nvSpPr>
            <p:spPr>
              <a:xfrm>
                <a:off x="3005763" y="3178138"/>
                <a:ext cx="1320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solidFill>
                      <a:schemeClr val="bg1"/>
                    </a:solidFill>
                    <a:latin typeface="Lato Black" panose="020F0A02020204030203" pitchFamily="34" charset="0"/>
                  </a:rPr>
                  <a:t>Priority 2</a:t>
                </a:r>
              </a:p>
            </p:txBody>
          </p:sp>
          <p:sp>
            <p:nvSpPr>
              <p:cNvPr id="208" name="TextBox 207"/>
              <p:cNvSpPr txBox="1"/>
              <p:nvPr/>
            </p:nvSpPr>
            <p:spPr>
              <a:xfrm>
                <a:off x="2364440" y="3575639"/>
                <a:ext cx="260354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bg1"/>
                    </a:solidFill>
                  </a:rPr>
                  <a:t>Organize a week long mega launch across the 4 regions </a:t>
                </a:r>
              </a:p>
            </p:txBody>
          </p:sp>
        </p:grpSp>
        <p:grpSp>
          <p:nvGrpSpPr>
            <p:cNvPr id="209" name="Group 208"/>
            <p:cNvGrpSpPr/>
            <p:nvPr/>
          </p:nvGrpSpPr>
          <p:grpSpPr>
            <a:xfrm>
              <a:off x="8505342" y="3171128"/>
              <a:ext cx="2459640" cy="974582"/>
              <a:chOff x="2364440" y="3178138"/>
              <a:chExt cx="2603545" cy="974582"/>
            </a:xfrm>
          </p:grpSpPr>
          <p:sp>
            <p:nvSpPr>
              <p:cNvPr id="210" name="TextBox 209"/>
              <p:cNvSpPr txBox="1"/>
              <p:nvPr/>
            </p:nvSpPr>
            <p:spPr>
              <a:xfrm>
                <a:off x="3005763" y="3178138"/>
                <a:ext cx="1320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solidFill>
                      <a:schemeClr val="bg1"/>
                    </a:solidFill>
                    <a:latin typeface="Lato Black" panose="020F0A02020204030203" pitchFamily="34" charset="0"/>
                  </a:rPr>
                  <a:t>Priority 3</a:t>
                </a:r>
              </a:p>
            </p:txBody>
          </p:sp>
          <p:sp>
            <p:nvSpPr>
              <p:cNvPr id="211" name="TextBox 210"/>
              <p:cNvSpPr txBox="1"/>
              <p:nvPr/>
            </p:nvSpPr>
            <p:spPr>
              <a:xfrm>
                <a:off x="2364440" y="3575639"/>
                <a:ext cx="2603545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bg1"/>
                    </a:solidFill>
                  </a:rPr>
                  <a:t>Aggressive marketing campaigns and sales across the 4 regions to achieve a sales target of 3,000 products</a:t>
                </a: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159B086-1F48-435E-B89B-B1453B6AC97A}"/>
              </a:ext>
            </a:extLst>
          </p:cNvPr>
          <p:cNvGrpSpPr/>
          <p:nvPr/>
        </p:nvGrpSpPr>
        <p:grpSpPr>
          <a:xfrm>
            <a:off x="2518299" y="4640663"/>
            <a:ext cx="8660236" cy="1324483"/>
            <a:chOff x="2518299" y="4640663"/>
            <a:chExt cx="8660236" cy="1324483"/>
          </a:xfrm>
        </p:grpSpPr>
        <p:sp>
          <p:nvSpPr>
            <p:cNvPr id="212" name="Oval 64">
              <a:extLst>
                <a:ext uri="{FF2B5EF4-FFF2-40B4-BE49-F238E27FC236}">
                  <a16:creationId xmlns:a16="http://schemas.microsoft.com/office/drawing/2014/main" id="{2B65EAA7-1FF7-42FD-8C0E-4CEFC6319994}"/>
                </a:ext>
              </a:extLst>
            </p:cNvPr>
            <p:cNvSpPr/>
            <p:nvPr/>
          </p:nvSpPr>
          <p:spPr>
            <a:xfrm>
              <a:off x="2518299" y="4640663"/>
              <a:ext cx="2093117" cy="1324483"/>
            </a:xfrm>
            <a:prstGeom prst="roundRect">
              <a:avLst>
                <a:gd name="adj" fmla="val 310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Oval 64">
              <a:extLst>
                <a:ext uri="{FF2B5EF4-FFF2-40B4-BE49-F238E27FC236}">
                  <a16:creationId xmlns:a16="http://schemas.microsoft.com/office/drawing/2014/main" id="{2B65EAA7-1FF7-42FD-8C0E-4CEFC6319994}"/>
                </a:ext>
              </a:extLst>
            </p:cNvPr>
            <p:cNvSpPr/>
            <p:nvPr/>
          </p:nvSpPr>
          <p:spPr>
            <a:xfrm>
              <a:off x="4707338" y="4640663"/>
              <a:ext cx="2093117" cy="1324483"/>
            </a:xfrm>
            <a:prstGeom prst="roundRect">
              <a:avLst>
                <a:gd name="adj" fmla="val 310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Oval 64">
              <a:extLst>
                <a:ext uri="{FF2B5EF4-FFF2-40B4-BE49-F238E27FC236}">
                  <a16:creationId xmlns:a16="http://schemas.microsoft.com/office/drawing/2014/main" id="{2B65EAA7-1FF7-42FD-8C0E-4CEFC6319994}"/>
                </a:ext>
              </a:extLst>
            </p:cNvPr>
            <p:cNvSpPr/>
            <p:nvPr/>
          </p:nvSpPr>
          <p:spPr>
            <a:xfrm>
              <a:off x="6896378" y="4640663"/>
              <a:ext cx="2093117" cy="1324483"/>
            </a:xfrm>
            <a:prstGeom prst="roundRect">
              <a:avLst>
                <a:gd name="adj" fmla="val 310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" name="Oval 64">
              <a:extLst>
                <a:ext uri="{FF2B5EF4-FFF2-40B4-BE49-F238E27FC236}">
                  <a16:creationId xmlns:a16="http://schemas.microsoft.com/office/drawing/2014/main" id="{2B65EAA7-1FF7-42FD-8C0E-4CEFC6319994}"/>
                </a:ext>
              </a:extLst>
            </p:cNvPr>
            <p:cNvSpPr/>
            <p:nvPr/>
          </p:nvSpPr>
          <p:spPr>
            <a:xfrm>
              <a:off x="9085418" y="4640663"/>
              <a:ext cx="2093117" cy="1324483"/>
            </a:xfrm>
            <a:prstGeom prst="roundRect">
              <a:avLst>
                <a:gd name="adj" fmla="val 310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2731851" y="4740750"/>
              <a:ext cx="16660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 dirty="0">
                  <a:latin typeface="Lato Black" panose="020F0A02020204030203" pitchFamily="34" charset="0"/>
                </a:rPr>
                <a:t>Learning Goals</a:t>
              </a: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2731850" y="5454097"/>
              <a:ext cx="16660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Train all staff about the new product</a:t>
              </a: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3218039" y="5119315"/>
              <a:ext cx="6936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2000" b="1" dirty="0">
                  <a:solidFill>
                    <a:schemeClr val="accent3"/>
                  </a:solidFill>
                </a:rPr>
                <a:t>3.5</a:t>
              </a:r>
            </a:p>
          </p:txBody>
        </p:sp>
        <p:cxnSp>
          <p:nvCxnSpPr>
            <p:cNvPr id="222" name="Straight Connector 221"/>
            <p:cNvCxnSpPr/>
            <p:nvPr/>
          </p:nvCxnSpPr>
          <p:spPr>
            <a:xfrm>
              <a:off x="2712394" y="5084943"/>
              <a:ext cx="170492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TextBox 225"/>
            <p:cNvSpPr txBox="1"/>
            <p:nvPr/>
          </p:nvSpPr>
          <p:spPr>
            <a:xfrm>
              <a:off x="4920890" y="4740750"/>
              <a:ext cx="16660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 dirty="0">
                  <a:latin typeface="Lato Black" panose="020F0A02020204030203" pitchFamily="34" charset="0"/>
                </a:rPr>
                <a:t>People Goals</a:t>
              </a: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4920889" y="5454097"/>
              <a:ext cx="16660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Pay staff commission for every referral</a:t>
              </a:r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4251627" y="5119315"/>
              <a:ext cx="30045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2000" b="1" dirty="0">
                  <a:solidFill>
                    <a:schemeClr val="accent3"/>
                  </a:solidFill>
                </a:rPr>
                <a:t>5 </a:t>
              </a:r>
              <a:r>
                <a:rPr lang="id-ID" sz="1400" b="1" dirty="0">
                  <a:solidFill>
                    <a:schemeClr val="accent3"/>
                  </a:solidFill>
                </a:rPr>
                <a:t>Key Engagements</a:t>
              </a:r>
            </a:p>
          </p:txBody>
        </p:sp>
        <p:cxnSp>
          <p:nvCxnSpPr>
            <p:cNvPr id="229" name="Straight Connector 228"/>
            <p:cNvCxnSpPr/>
            <p:nvPr/>
          </p:nvCxnSpPr>
          <p:spPr>
            <a:xfrm>
              <a:off x="4901433" y="5084943"/>
              <a:ext cx="170492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TextBox 230"/>
            <p:cNvSpPr txBox="1"/>
            <p:nvPr/>
          </p:nvSpPr>
          <p:spPr>
            <a:xfrm>
              <a:off x="7109930" y="4740750"/>
              <a:ext cx="16660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 dirty="0">
                  <a:latin typeface="Lato Black" panose="020F0A02020204030203" pitchFamily="34" charset="0"/>
                </a:rPr>
                <a:t>Performance Goals</a:t>
              </a: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7109929" y="5454097"/>
              <a:ext cx="16660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Maintain not less than 5% on cost savings</a:t>
              </a: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6719277" y="5119315"/>
              <a:ext cx="2447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2000" b="1" dirty="0">
                  <a:solidFill>
                    <a:schemeClr val="accent3"/>
                  </a:solidFill>
                </a:rPr>
                <a:t>5% </a:t>
              </a:r>
              <a:r>
                <a:rPr lang="id-ID" sz="1400" b="1" dirty="0">
                  <a:solidFill>
                    <a:schemeClr val="accent3"/>
                  </a:solidFill>
                </a:rPr>
                <a:t>Cost Savings</a:t>
              </a:r>
            </a:p>
          </p:txBody>
        </p:sp>
        <p:cxnSp>
          <p:nvCxnSpPr>
            <p:cNvPr id="234" name="Straight Connector 233"/>
            <p:cNvCxnSpPr/>
            <p:nvPr/>
          </p:nvCxnSpPr>
          <p:spPr>
            <a:xfrm>
              <a:off x="7090474" y="5084943"/>
              <a:ext cx="170492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TextBox 240"/>
            <p:cNvSpPr txBox="1"/>
            <p:nvPr/>
          </p:nvSpPr>
          <p:spPr>
            <a:xfrm>
              <a:off x="9298969" y="4740750"/>
              <a:ext cx="16660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 dirty="0">
                  <a:latin typeface="Lato Black" panose="020F0A02020204030203" pitchFamily="34" charset="0"/>
                </a:rPr>
                <a:t>P</a:t>
              </a:r>
              <a:r>
                <a:rPr lang="en-US" sz="1200" dirty="0" err="1">
                  <a:latin typeface="Lato Black" panose="020F0A02020204030203" pitchFamily="34" charset="0"/>
                </a:rPr>
                <a:t>roduction</a:t>
              </a:r>
              <a:r>
                <a:rPr lang="id-ID" sz="1200" dirty="0">
                  <a:latin typeface="Lato Black" panose="020F0A02020204030203" pitchFamily="34" charset="0"/>
                </a:rPr>
                <a:t> Goals</a:t>
              </a: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9298968" y="5454097"/>
              <a:ext cx="16660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Ensure production time is reduced by 1.5 hours</a:t>
              </a: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9785157" y="5119315"/>
              <a:ext cx="6936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2000" b="1" dirty="0">
                  <a:solidFill>
                    <a:schemeClr val="accent3"/>
                  </a:solidFill>
                </a:rPr>
                <a:t>4.5</a:t>
              </a:r>
            </a:p>
          </p:txBody>
        </p:sp>
        <p:cxnSp>
          <p:nvCxnSpPr>
            <p:cNvPr id="244" name="Straight Connector 243"/>
            <p:cNvCxnSpPr/>
            <p:nvPr/>
          </p:nvCxnSpPr>
          <p:spPr>
            <a:xfrm>
              <a:off x="9279512" y="5084943"/>
              <a:ext cx="170492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" name="Rectangle 184"/>
          <p:cNvSpPr/>
          <p:nvPr/>
        </p:nvSpPr>
        <p:spPr>
          <a:xfrm>
            <a:off x="1013464" y="1705823"/>
            <a:ext cx="10165072" cy="8418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10" name="Group 9"/>
          <p:cNvGrpSpPr/>
          <p:nvPr/>
        </p:nvGrpSpPr>
        <p:grpSpPr>
          <a:xfrm>
            <a:off x="8368115" y="1878503"/>
            <a:ext cx="2792900" cy="509065"/>
            <a:chOff x="8368115" y="1878503"/>
            <a:chExt cx="2792900" cy="509065"/>
          </a:xfrm>
        </p:grpSpPr>
        <p:grpSp>
          <p:nvGrpSpPr>
            <p:cNvPr id="273" name="Group 272"/>
            <p:cNvGrpSpPr/>
            <p:nvPr/>
          </p:nvGrpSpPr>
          <p:grpSpPr>
            <a:xfrm>
              <a:off x="10798728" y="1878503"/>
              <a:ext cx="0" cy="509065"/>
              <a:chOff x="9560719" y="2088357"/>
              <a:chExt cx="0" cy="438626"/>
            </a:xfrm>
          </p:grpSpPr>
          <p:cxnSp>
            <p:nvCxnSpPr>
              <p:cNvPr id="377" name="Straight Connector 376"/>
              <p:cNvCxnSpPr/>
              <p:nvPr/>
            </p:nvCxnSpPr>
            <p:spPr>
              <a:xfrm flipV="1">
                <a:off x="9560719" y="2088357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/>
              <p:cNvCxnSpPr/>
              <p:nvPr/>
            </p:nvCxnSpPr>
            <p:spPr>
              <a:xfrm flipV="1">
                <a:off x="9560719" y="2405063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5" name="TextBox 274"/>
            <p:cNvSpPr txBox="1"/>
            <p:nvPr/>
          </p:nvSpPr>
          <p:spPr>
            <a:xfrm>
              <a:off x="10449705" y="2001368"/>
              <a:ext cx="7113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/>
                <a:t>10</a:t>
              </a:r>
              <a:r>
                <a:rPr lang="id-ID" sz="1200" b="1" dirty="0"/>
                <a:t>0</a:t>
              </a:r>
            </a:p>
          </p:txBody>
        </p:sp>
        <p:grpSp>
          <p:nvGrpSpPr>
            <p:cNvPr id="361" name="Group 360"/>
            <p:cNvGrpSpPr/>
            <p:nvPr/>
          </p:nvGrpSpPr>
          <p:grpSpPr>
            <a:xfrm>
              <a:off x="10555370" y="1878503"/>
              <a:ext cx="0" cy="509065"/>
              <a:chOff x="9384507" y="2088357"/>
              <a:chExt cx="0" cy="438626"/>
            </a:xfrm>
          </p:grpSpPr>
          <p:cxnSp>
            <p:nvCxnSpPr>
              <p:cNvPr id="375" name="Straight Connector 374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2" name="Group 361"/>
            <p:cNvGrpSpPr/>
            <p:nvPr/>
          </p:nvGrpSpPr>
          <p:grpSpPr>
            <a:xfrm>
              <a:off x="10312010" y="1878503"/>
              <a:ext cx="0" cy="509065"/>
              <a:chOff x="9384507" y="2088357"/>
              <a:chExt cx="0" cy="438626"/>
            </a:xfrm>
          </p:grpSpPr>
          <p:cxnSp>
            <p:nvCxnSpPr>
              <p:cNvPr id="373" name="Straight Connector 372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3" name="Group 362"/>
            <p:cNvGrpSpPr/>
            <p:nvPr/>
          </p:nvGrpSpPr>
          <p:grpSpPr>
            <a:xfrm>
              <a:off x="10068651" y="1878503"/>
              <a:ext cx="0" cy="509065"/>
              <a:chOff x="9384507" y="2088357"/>
              <a:chExt cx="0" cy="438626"/>
            </a:xfrm>
          </p:grpSpPr>
          <p:cxnSp>
            <p:nvCxnSpPr>
              <p:cNvPr id="371" name="Straight Connector 370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Straight Connector 371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4" name="Group 363"/>
            <p:cNvGrpSpPr/>
            <p:nvPr/>
          </p:nvGrpSpPr>
          <p:grpSpPr>
            <a:xfrm>
              <a:off x="9825291" y="1878503"/>
              <a:ext cx="0" cy="509065"/>
              <a:chOff x="9384507" y="2088357"/>
              <a:chExt cx="0" cy="438626"/>
            </a:xfrm>
          </p:grpSpPr>
          <p:cxnSp>
            <p:nvCxnSpPr>
              <p:cNvPr id="369" name="Straight Connector 368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369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5" name="Group 364"/>
            <p:cNvGrpSpPr/>
            <p:nvPr/>
          </p:nvGrpSpPr>
          <p:grpSpPr>
            <a:xfrm>
              <a:off x="9581932" y="1878503"/>
              <a:ext cx="0" cy="509065"/>
              <a:chOff x="9560719" y="2088357"/>
              <a:chExt cx="0" cy="438626"/>
            </a:xfrm>
          </p:grpSpPr>
          <p:cxnSp>
            <p:nvCxnSpPr>
              <p:cNvPr id="367" name="Straight Connector 366"/>
              <p:cNvCxnSpPr/>
              <p:nvPr/>
            </p:nvCxnSpPr>
            <p:spPr>
              <a:xfrm flipV="1">
                <a:off x="9560719" y="2088357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367"/>
              <p:cNvCxnSpPr/>
              <p:nvPr/>
            </p:nvCxnSpPr>
            <p:spPr>
              <a:xfrm flipV="1">
                <a:off x="9560719" y="2405063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6" name="TextBox 365"/>
            <p:cNvSpPr txBox="1"/>
            <p:nvPr/>
          </p:nvSpPr>
          <p:spPr>
            <a:xfrm>
              <a:off x="9220894" y="2001368"/>
              <a:ext cx="7113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 b="1" dirty="0"/>
                <a:t>80</a:t>
              </a:r>
            </a:p>
          </p:txBody>
        </p:sp>
        <p:grpSp>
          <p:nvGrpSpPr>
            <p:cNvPr id="345" name="Group 344"/>
            <p:cNvGrpSpPr/>
            <p:nvPr/>
          </p:nvGrpSpPr>
          <p:grpSpPr>
            <a:xfrm>
              <a:off x="9341553" y="1878503"/>
              <a:ext cx="0" cy="509065"/>
              <a:chOff x="9384507" y="2088357"/>
              <a:chExt cx="0" cy="438626"/>
            </a:xfrm>
          </p:grpSpPr>
          <p:cxnSp>
            <p:nvCxnSpPr>
              <p:cNvPr id="359" name="Straight Connector 358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6" name="Group 345"/>
            <p:cNvGrpSpPr/>
            <p:nvPr/>
          </p:nvGrpSpPr>
          <p:grpSpPr>
            <a:xfrm>
              <a:off x="9098193" y="1878503"/>
              <a:ext cx="0" cy="509065"/>
              <a:chOff x="9384507" y="2088357"/>
              <a:chExt cx="0" cy="438626"/>
            </a:xfrm>
          </p:grpSpPr>
          <p:cxnSp>
            <p:nvCxnSpPr>
              <p:cNvPr id="357" name="Straight Connector 356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7" name="Group 346"/>
            <p:cNvGrpSpPr/>
            <p:nvPr/>
          </p:nvGrpSpPr>
          <p:grpSpPr>
            <a:xfrm>
              <a:off x="8854834" y="1878503"/>
              <a:ext cx="0" cy="509065"/>
              <a:chOff x="9384507" y="2088357"/>
              <a:chExt cx="0" cy="438626"/>
            </a:xfrm>
          </p:grpSpPr>
          <p:cxnSp>
            <p:nvCxnSpPr>
              <p:cNvPr id="355" name="Straight Connector 354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8" name="Group 347"/>
            <p:cNvGrpSpPr/>
            <p:nvPr/>
          </p:nvGrpSpPr>
          <p:grpSpPr>
            <a:xfrm>
              <a:off x="8611474" y="1878503"/>
              <a:ext cx="0" cy="509065"/>
              <a:chOff x="9384507" y="2088357"/>
              <a:chExt cx="0" cy="438626"/>
            </a:xfrm>
          </p:grpSpPr>
          <p:cxnSp>
            <p:nvCxnSpPr>
              <p:cNvPr id="353" name="Straight Connector 352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9" name="Group 348"/>
            <p:cNvGrpSpPr/>
            <p:nvPr/>
          </p:nvGrpSpPr>
          <p:grpSpPr>
            <a:xfrm>
              <a:off x="8368115" y="1878503"/>
              <a:ext cx="0" cy="509065"/>
              <a:chOff x="9560719" y="2088357"/>
              <a:chExt cx="0" cy="438626"/>
            </a:xfrm>
          </p:grpSpPr>
          <p:cxnSp>
            <p:nvCxnSpPr>
              <p:cNvPr id="351" name="Straight Connector 350"/>
              <p:cNvCxnSpPr/>
              <p:nvPr/>
            </p:nvCxnSpPr>
            <p:spPr>
              <a:xfrm flipV="1">
                <a:off x="9560719" y="2088357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Straight Connector 351"/>
              <p:cNvCxnSpPr/>
              <p:nvPr/>
            </p:nvCxnSpPr>
            <p:spPr>
              <a:xfrm flipV="1">
                <a:off x="9560719" y="2405063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0" name="TextBox 349"/>
          <p:cNvSpPr txBox="1"/>
          <p:nvPr/>
        </p:nvSpPr>
        <p:spPr>
          <a:xfrm>
            <a:off x="8007077" y="2001368"/>
            <a:ext cx="711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dirty="0"/>
              <a:t>70</a:t>
            </a:r>
          </a:p>
        </p:txBody>
      </p:sp>
      <p:grpSp>
        <p:nvGrpSpPr>
          <p:cNvPr id="329" name="Group 328"/>
          <p:cNvGrpSpPr/>
          <p:nvPr/>
        </p:nvGrpSpPr>
        <p:grpSpPr>
          <a:xfrm>
            <a:off x="8127737" y="1878503"/>
            <a:ext cx="0" cy="509065"/>
            <a:chOff x="9384507" y="2088357"/>
            <a:chExt cx="0" cy="438626"/>
          </a:xfrm>
        </p:grpSpPr>
        <p:cxnSp>
          <p:nvCxnSpPr>
            <p:cNvPr id="343" name="Straight Connector 342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0" name="Group 329"/>
          <p:cNvGrpSpPr/>
          <p:nvPr/>
        </p:nvGrpSpPr>
        <p:grpSpPr>
          <a:xfrm>
            <a:off x="7884377" y="1878503"/>
            <a:ext cx="0" cy="509065"/>
            <a:chOff x="9384507" y="2088357"/>
            <a:chExt cx="0" cy="438626"/>
          </a:xfrm>
        </p:grpSpPr>
        <p:cxnSp>
          <p:nvCxnSpPr>
            <p:cNvPr id="341" name="Straight Connector 340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1" name="Group 330"/>
          <p:cNvGrpSpPr/>
          <p:nvPr/>
        </p:nvGrpSpPr>
        <p:grpSpPr>
          <a:xfrm>
            <a:off x="7641018" y="1878503"/>
            <a:ext cx="0" cy="509065"/>
            <a:chOff x="9384507" y="2088357"/>
            <a:chExt cx="0" cy="438626"/>
          </a:xfrm>
        </p:grpSpPr>
        <p:cxnSp>
          <p:nvCxnSpPr>
            <p:cNvPr id="339" name="Straight Connector 338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2" name="Group 331"/>
          <p:cNvGrpSpPr/>
          <p:nvPr/>
        </p:nvGrpSpPr>
        <p:grpSpPr>
          <a:xfrm>
            <a:off x="7397658" y="1878503"/>
            <a:ext cx="0" cy="509065"/>
            <a:chOff x="9384507" y="2088357"/>
            <a:chExt cx="0" cy="438626"/>
          </a:xfrm>
        </p:grpSpPr>
        <p:cxnSp>
          <p:nvCxnSpPr>
            <p:cNvPr id="337" name="Straight Connector 336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3" name="Group 332"/>
          <p:cNvGrpSpPr/>
          <p:nvPr/>
        </p:nvGrpSpPr>
        <p:grpSpPr>
          <a:xfrm>
            <a:off x="7154299" y="1878503"/>
            <a:ext cx="0" cy="509065"/>
            <a:chOff x="9560719" y="2088357"/>
            <a:chExt cx="0" cy="438626"/>
          </a:xfrm>
        </p:grpSpPr>
        <p:cxnSp>
          <p:nvCxnSpPr>
            <p:cNvPr id="335" name="Straight Connector 334"/>
            <p:cNvCxnSpPr/>
            <p:nvPr/>
          </p:nvCxnSpPr>
          <p:spPr>
            <a:xfrm flipV="1">
              <a:off x="9560719" y="2088357"/>
              <a:ext cx="0" cy="1219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/>
            <p:cNvCxnSpPr/>
            <p:nvPr/>
          </p:nvCxnSpPr>
          <p:spPr>
            <a:xfrm flipV="1">
              <a:off x="9560719" y="2405063"/>
              <a:ext cx="0" cy="1219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4" name="TextBox 333"/>
          <p:cNvSpPr txBox="1"/>
          <p:nvPr/>
        </p:nvSpPr>
        <p:spPr>
          <a:xfrm>
            <a:off x="6793261" y="2001368"/>
            <a:ext cx="711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dirty="0"/>
              <a:t>60</a:t>
            </a:r>
          </a:p>
        </p:txBody>
      </p:sp>
      <p:grpSp>
        <p:nvGrpSpPr>
          <p:cNvPr id="313" name="Group 312"/>
          <p:cNvGrpSpPr/>
          <p:nvPr/>
        </p:nvGrpSpPr>
        <p:grpSpPr>
          <a:xfrm>
            <a:off x="6913920" y="1878503"/>
            <a:ext cx="0" cy="509065"/>
            <a:chOff x="9384507" y="2088357"/>
            <a:chExt cx="0" cy="438626"/>
          </a:xfrm>
        </p:grpSpPr>
        <p:cxnSp>
          <p:nvCxnSpPr>
            <p:cNvPr id="327" name="Straight Connector 326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4" name="Group 313"/>
          <p:cNvGrpSpPr/>
          <p:nvPr/>
        </p:nvGrpSpPr>
        <p:grpSpPr>
          <a:xfrm>
            <a:off x="6670560" y="1878503"/>
            <a:ext cx="0" cy="509065"/>
            <a:chOff x="9384507" y="2088357"/>
            <a:chExt cx="0" cy="438626"/>
          </a:xfrm>
        </p:grpSpPr>
        <p:cxnSp>
          <p:nvCxnSpPr>
            <p:cNvPr id="325" name="Straight Connector 324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Group 314"/>
          <p:cNvGrpSpPr/>
          <p:nvPr/>
        </p:nvGrpSpPr>
        <p:grpSpPr>
          <a:xfrm>
            <a:off x="6427201" y="1878503"/>
            <a:ext cx="0" cy="509065"/>
            <a:chOff x="9384507" y="2088357"/>
            <a:chExt cx="0" cy="438626"/>
          </a:xfrm>
        </p:grpSpPr>
        <p:cxnSp>
          <p:nvCxnSpPr>
            <p:cNvPr id="323" name="Straight Connector 322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6" name="Group 315"/>
          <p:cNvGrpSpPr/>
          <p:nvPr/>
        </p:nvGrpSpPr>
        <p:grpSpPr>
          <a:xfrm>
            <a:off x="6183841" y="1878503"/>
            <a:ext cx="0" cy="509065"/>
            <a:chOff x="9384507" y="2088357"/>
            <a:chExt cx="0" cy="438626"/>
          </a:xfrm>
        </p:grpSpPr>
        <p:cxnSp>
          <p:nvCxnSpPr>
            <p:cNvPr id="321" name="Straight Connector 320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7" name="Group 316"/>
          <p:cNvGrpSpPr/>
          <p:nvPr/>
        </p:nvGrpSpPr>
        <p:grpSpPr>
          <a:xfrm>
            <a:off x="5940482" y="1878503"/>
            <a:ext cx="0" cy="509065"/>
            <a:chOff x="9560719" y="2088357"/>
            <a:chExt cx="0" cy="438626"/>
          </a:xfrm>
        </p:grpSpPr>
        <p:cxnSp>
          <p:nvCxnSpPr>
            <p:cNvPr id="319" name="Straight Connector 318"/>
            <p:cNvCxnSpPr/>
            <p:nvPr/>
          </p:nvCxnSpPr>
          <p:spPr>
            <a:xfrm flipV="1">
              <a:off x="9560719" y="2088357"/>
              <a:ext cx="0" cy="1219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/>
            <p:nvPr/>
          </p:nvCxnSpPr>
          <p:spPr>
            <a:xfrm flipV="1">
              <a:off x="9560719" y="2405063"/>
              <a:ext cx="0" cy="1219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8" name="TextBox 317"/>
          <p:cNvSpPr txBox="1"/>
          <p:nvPr/>
        </p:nvSpPr>
        <p:spPr>
          <a:xfrm>
            <a:off x="5579444" y="2001368"/>
            <a:ext cx="711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dirty="0"/>
              <a:t>50</a:t>
            </a:r>
          </a:p>
        </p:txBody>
      </p:sp>
      <p:grpSp>
        <p:nvGrpSpPr>
          <p:cNvPr id="297" name="Group 296"/>
          <p:cNvGrpSpPr/>
          <p:nvPr/>
        </p:nvGrpSpPr>
        <p:grpSpPr>
          <a:xfrm>
            <a:off x="5700103" y="1878503"/>
            <a:ext cx="0" cy="509065"/>
            <a:chOff x="9384507" y="2088357"/>
            <a:chExt cx="0" cy="438626"/>
          </a:xfrm>
        </p:grpSpPr>
        <p:cxnSp>
          <p:nvCxnSpPr>
            <p:cNvPr id="311" name="Straight Connector 310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8" name="Group 297"/>
          <p:cNvGrpSpPr/>
          <p:nvPr/>
        </p:nvGrpSpPr>
        <p:grpSpPr>
          <a:xfrm>
            <a:off x="5456743" y="1878503"/>
            <a:ext cx="0" cy="509065"/>
            <a:chOff x="9384507" y="2088357"/>
            <a:chExt cx="0" cy="438626"/>
          </a:xfrm>
        </p:grpSpPr>
        <p:cxnSp>
          <p:nvCxnSpPr>
            <p:cNvPr id="309" name="Straight Connector 308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9" name="Group 298"/>
          <p:cNvGrpSpPr/>
          <p:nvPr/>
        </p:nvGrpSpPr>
        <p:grpSpPr>
          <a:xfrm>
            <a:off x="5213384" y="1878503"/>
            <a:ext cx="0" cy="509065"/>
            <a:chOff x="9384507" y="2088357"/>
            <a:chExt cx="0" cy="438626"/>
          </a:xfrm>
        </p:grpSpPr>
        <p:cxnSp>
          <p:nvCxnSpPr>
            <p:cNvPr id="307" name="Straight Connector 306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0" name="Group 299"/>
          <p:cNvGrpSpPr/>
          <p:nvPr/>
        </p:nvGrpSpPr>
        <p:grpSpPr>
          <a:xfrm>
            <a:off x="4970024" y="1878503"/>
            <a:ext cx="0" cy="509065"/>
            <a:chOff x="9384507" y="2088357"/>
            <a:chExt cx="0" cy="438626"/>
          </a:xfrm>
        </p:grpSpPr>
        <p:cxnSp>
          <p:nvCxnSpPr>
            <p:cNvPr id="305" name="Straight Connector 304"/>
            <p:cNvCxnSpPr/>
            <p:nvPr/>
          </p:nvCxnSpPr>
          <p:spPr>
            <a:xfrm flipV="1">
              <a:off x="9384507" y="2088357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/>
          </p:nvCxnSpPr>
          <p:spPr>
            <a:xfrm flipV="1">
              <a:off x="9384507" y="2462690"/>
              <a:ext cx="0" cy="64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Group 300"/>
          <p:cNvGrpSpPr/>
          <p:nvPr/>
        </p:nvGrpSpPr>
        <p:grpSpPr>
          <a:xfrm>
            <a:off x="4726665" y="1878503"/>
            <a:ext cx="0" cy="509065"/>
            <a:chOff x="9560719" y="2088357"/>
            <a:chExt cx="0" cy="438626"/>
          </a:xfrm>
        </p:grpSpPr>
        <p:cxnSp>
          <p:nvCxnSpPr>
            <p:cNvPr id="303" name="Straight Connector 302"/>
            <p:cNvCxnSpPr/>
            <p:nvPr/>
          </p:nvCxnSpPr>
          <p:spPr>
            <a:xfrm flipV="1">
              <a:off x="9560719" y="2088357"/>
              <a:ext cx="0" cy="1219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/>
          </p:nvCxnSpPr>
          <p:spPr>
            <a:xfrm flipV="1">
              <a:off x="9560719" y="2405063"/>
              <a:ext cx="0" cy="1219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2" name="TextBox 301"/>
          <p:cNvSpPr txBox="1"/>
          <p:nvPr/>
        </p:nvSpPr>
        <p:spPr>
          <a:xfrm>
            <a:off x="4365627" y="2001368"/>
            <a:ext cx="711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dirty="0"/>
              <a:t>40</a:t>
            </a:r>
          </a:p>
        </p:txBody>
      </p:sp>
      <p:grpSp>
        <p:nvGrpSpPr>
          <p:cNvPr id="401" name="Group 400"/>
          <p:cNvGrpSpPr/>
          <p:nvPr/>
        </p:nvGrpSpPr>
        <p:grpSpPr>
          <a:xfrm>
            <a:off x="1028269" y="1861658"/>
            <a:ext cx="1334476" cy="509065"/>
            <a:chOff x="8427498" y="2088357"/>
            <a:chExt cx="958438" cy="438626"/>
          </a:xfrm>
        </p:grpSpPr>
        <p:grpSp>
          <p:nvGrpSpPr>
            <p:cNvPr id="402" name="Group 401"/>
            <p:cNvGrpSpPr/>
            <p:nvPr/>
          </p:nvGrpSpPr>
          <p:grpSpPr>
            <a:xfrm>
              <a:off x="9385936" y="2088357"/>
              <a:ext cx="0" cy="438626"/>
              <a:chOff x="9384507" y="2088357"/>
              <a:chExt cx="0" cy="438626"/>
            </a:xfrm>
          </p:grpSpPr>
          <p:cxnSp>
            <p:nvCxnSpPr>
              <p:cNvPr id="416" name="Straight Connector 415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7" name="Straight Connector 416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3" name="Group 402"/>
            <p:cNvGrpSpPr/>
            <p:nvPr/>
          </p:nvGrpSpPr>
          <p:grpSpPr>
            <a:xfrm>
              <a:off x="9211152" y="2088357"/>
              <a:ext cx="0" cy="438626"/>
              <a:chOff x="9384507" y="2088357"/>
              <a:chExt cx="0" cy="438626"/>
            </a:xfrm>
          </p:grpSpPr>
          <p:cxnSp>
            <p:nvCxnSpPr>
              <p:cNvPr id="414" name="Straight Connector 413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Straight Connector 414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4" name="Group 403"/>
            <p:cNvGrpSpPr/>
            <p:nvPr/>
          </p:nvGrpSpPr>
          <p:grpSpPr>
            <a:xfrm>
              <a:off x="9036368" y="2088357"/>
              <a:ext cx="0" cy="438626"/>
              <a:chOff x="9384507" y="2088357"/>
              <a:chExt cx="0" cy="438626"/>
            </a:xfrm>
          </p:grpSpPr>
          <p:cxnSp>
            <p:nvCxnSpPr>
              <p:cNvPr id="412" name="Straight Connector 411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5" name="Group 404"/>
            <p:cNvGrpSpPr/>
            <p:nvPr/>
          </p:nvGrpSpPr>
          <p:grpSpPr>
            <a:xfrm>
              <a:off x="8861584" y="2088357"/>
              <a:ext cx="0" cy="438626"/>
              <a:chOff x="9384507" y="2088357"/>
              <a:chExt cx="0" cy="438626"/>
            </a:xfrm>
          </p:grpSpPr>
          <p:cxnSp>
            <p:nvCxnSpPr>
              <p:cNvPr id="410" name="Straight Connector 409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6" name="Group 405"/>
            <p:cNvGrpSpPr/>
            <p:nvPr/>
          </p:nvGrpSpPr>
          <p:grpSpPr>
            <a:xfrm>
              <a:off x="8686800" y="2088357"/>
              <a:ext cx="0" cy="438626"/>
              <a:chOff x="9560719" y="2088357"/>
              <a:chExt cx="0" cy="438626"/>
            </a:xfrm>
          </p:grpSpPr>
          <p:cxnSp>
            <p:nvCxnSpPr>
              <p:cNvPr id="408" name="Straight Connector 407"/>
              <p:cNvCxnSpPr/>
              <p:nvPr/>
            </p:nvCxnSpPr>
            <p:spPr>
              <a:xfrm flipV="1">
                <a:off x="9560719" y="2088357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Straight Connector 408"/>
              <p:cNvCxnSpPr/>
              <p:nvPr/>
            </p:nvCxnSpPr>
            <p:spPr>
              <a:xfrm flipV="1">
                <a:off x="9560719" y="2405063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7" name="TextBox 406"/>
            <p:cNvSpPr txBox="1"/>
            <p:nvPr/>
          </p:nvSpPr>
          <p:spPr>
            <a:xfrm>
              <a:off x="8427498" y="2194221"/>
              <a:ext cx="510872" cy="2386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 b="1" dirty="0"/>
                <a:t>10</a:t>
              </a:r>
            </a:p>
          </p:txBody>
        </p:sp>
      </p:grpSp>
      <p:sp>
        <p:nvSpPr>
          <p:cNvPr id="419" name="Oval 418"/>
          <p:cNvSpPr/>
          <p:nvPr/>
        </p:nvSpPr>
        <p:spPr>
          <a:xfrm>
            <a:off x="2824105" y="1295823"/>
            <a:ext cx="1406980" cy="14069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302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260" name="Group 259"/>
          <p:cNvGrpSpPr/>
          <p:nvPr/>
        </p:nvGrpSpPr>
        <p:grpSpPr>
          <a:xfrm>
            <a:off x="2952938" y="1669272"/>
            <a:ext cx="1149314" cy="660082"/>
            <a:chOff x="8368115" y="1878503"/>
            <a:chExt cx="2430613" cy="509065"/>
          </a:xfrm>
        </p:grpSpPr>
        <p:grpSp>
          <p:nvGrpSpPr>
            <p:cNvPr id="261" name="Group 260"/>
            <p:cNvGrpSpPr/>
            <p:nvPr/>
          </p:nvGrpSpPr>
          <p:grpSpPr>
            <a:xfrm>
              <a:off x="10798728" y="1878503"/>
              <a:ext cx="0" cy="509065"/>
              <a:chOff x="9560719" y="2088357"/>
              <a:chExt cx="0" cy="438626"/>
            </a:xfrm>
          </p:grpSpPr>
          <p:cxnSp>
            <p:nvCxnSpPr>
              <p:cNvPr id="386" name="Straight Connector 385"/>
              <p:cNvCxnSpPr/>
              <p:nvPr/>
            </p:nvCxnSpPr>
            <p:spPr>
              <a:xfrm flipV="1">
                <a:off x="9560719" y="2088357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/>
              <p:cNvCxnSpPr/>
              <p:nvPr/>
            </p:nvCxnSpPr>
            <p:spPr>
              <a:xfrm flipV="1">
                <a:off x="9560719" y="2405063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3" name="Group 262"/>
            <p:cNvGrpSpPr/>
            <p:nvPr/>
          </p:nvGrpSpPr>
          <p:grpSpPr>
            <a:xfrm>
              <a:off x="10555370" y="1878503"/>
              <a:ext cx="0" cy="509065"/>
              <a:chOff x="9384507" y="2088357"/>
              <a:chExt cx="0" cy="438626"/>
            </a:xfrm>
          </p:grpSpPr>
          <p:cxnSp>
            <p:nvCxnSpPr>
              <p:cNvPr id="384" name="Straight Connector 383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4" name="Group 263"/>
            <p:cNvGrpSpPr/>
            <p:nvPr/>
          </p:nvGrpSpPr>
          <p:grpSpPr>
            <a:xfrm>
              <a:off x="10312010" y="1878503"/>
              <a:ext cx="0" cy="509065"/>
              <a:chOff x="9384507" y="2088357"/>
              <a:chExt cx="0" cy="438626"/>
            </a:xfrm>
          </p:grpSpPr>
          <p:cxnSp>
            <p:nvCxnSpPr>
              <p:cNvPr id="379" name="Straight Connector 378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5" name="Group 264"/>
            <p:cNvGrpSpPr/>
            <p:nvPr/>
          </p:nvGrpSpPr>
          <p:grpSpPr>
            <a:xfrm>
              <a:off x="10068651" y="1878503"/>
              <a:ext cx="0" cy="509065"/>
              <a:chOff x="9384507" y="2088357"/>
              <a:chExt cx="0" cy="438626"/>
            </a:xfrm>
          </p:grpSpPr>
          <p:cxnSp>
            <p:nvCxnSpPr>
              <p:cNvPr id="295" name="Straight Connector 294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6" name="Group 265"/>
            <p:cNvGrpSpPr/>
            <p:nvPr/>
          </p:nvGrpSpPr>
          <p:grpSpPr>
            <a:xfrm>
              <a:off x="9825291" y="1878503"/>
              <a:ext cx="0" cy="509065"/>
              <a:chOff x="9384507" y="2088357"/>
              <a:chExt cx="0" cy="438626"/>
            </a:xfrm>
          </p:grpSpPr>
          <p:cxnSp>
            <p:nvCxnSpPr>
              <p:cNvPr id="293" name="Straight Connector 292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7" name="Group 266"/>
            <p:cNvGrpSpPr/>
            <p:nvPr/>
          </p:nvGrpSpPr>
          <p:grpSpPr>
            <a:xfrm>
              <a:off x="9581932" y="1878503"/>
              <a:ext cx="0" cy="509065"/>
              <a:chOff x="9560719" y="2088357"/>
              <a:chExt cx="0" cy="438626"/>
            </a:xfrm>
          </p:grpSpPr>
          <p:cxnSp>
            <p:nvCxnSpPr>
              <p:cNvPr id="291" name="Straight Connector 290"/>
              <p:cNvCxnSpPr/>
              <p:nvPr/>
            </p:nvCxnSpPr>
            <p:spPr>
              <a:xfrm flipV="1">
                <a:off x="9560719" y="2088357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/>
              <p:cNvCxnSpPr/>
              <p:nvPr/>
            </p:nvCxnSpPr>
            <p:spPr>
              <a:xfrm flipV="1">
                <a:off x="9560719" y="2405063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8" name="TextBox 267"/>
            <p:cNvSpPr txBox="1"/>
            <p:nvPr/>
          </p:nvSpPr>
          <p:spPr>
            <a:xfrm>
              <a:off x="8618466" y="2001368"/>
              <a:ext cx="19161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600" b="1" dirty="0"/>
                <a:t>30 Day</a:t>
              </a:r>
            </a:p>
          </p:txBody>
        </p:sp>
        <p:grpSp>
          <p:nvGrpSpPr>
            <p:cNvPr id="269" name="Group 268"/>
            <p:cNvGrpSpPr/>
            <p:nvPr/>
          </p:nvGrpSpPr>
          <p:grpSpPr>
            <a:xfrm>
              <a:off x="9341553" y="1878503"/>
              <a:ext cx="0" cy="509065"/>
              <a:chOff x="9384507" y="2088357"/>
              <a:chExt cx="0" cy="438626"/>
            </a:xfrm>
          </p:grpSpPr>
          <p:cxnSp>
            <p:nvCxnSpPr>
              <p:cNvPr id="289" name="Straight Connector 288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0" name="Group 269"/>
            <p:cNvGrpSpPr/>
            <p:nvPr/>
          </p:nvGrpSpPr>
          <p:grpSpPr>
            <a:xfrm>
              <a:off x="9098193" y="1878503"/>
              <a:ext cx="0" cy="509065"/>
              <a:chOff x="9384507" y="2088357"/>
              <a:chExt cx="0" cy="438626"/>
            </a:xfrm>
          </p:grpSpPr>
          <p:cxnSp>
            <p:nvCxnSpPr>
              <p:cNvPr id="287" name="Straight Connector 286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1" name="Group 270"/>
            <p:cNvGrpSpPr/>
            <p:nvPr/>
          </p:nvGrpSpPr>
          <p:grpSpPr>
            <a:xfrm>
              <a:off x="8854834" y="1878503"/>
              <a:ext cx="0" cy="509065"/>
              <a:chOff x="9384507" y="2088357"/>
              <a:chExt cx="0" cy="438626"/>
            </a:xfrm>
          </p:grpSpPr>
          <p:cxnSp>
            <p:nvCxnSpPr>
              <p:cNvPr id="285" name="Straight Connector 284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2" name="Group 271"/>
            <p:cNvGrpSpPr/>
            <p:nvPr/>
          </p:nvGrpSpPr>
          <p:grpSpPr>
            <a:xfrm>
              <a:off x="8611474" y="1878503"/>
              <a:ext cx="0" cy="509065"/>
              <a:chOff x="9384507" y="2088357"/>
              <a:chExt cx="0" cy="438626"/>
            </a:xfrm>
          </p:grpSpPr>
          <p:cxnSp>
            <p:nvCxnSpPr>
              <p:cNvPr id="283" name="Straight Connector 282"/>
              <p:cNvCxnSpPr/>
              <p:nvPr/>
            </p:nvCxnSpPr>
            <p:spPr>
              <a:xfrm flipV="1">
                <a:off x="9384507" y="2088357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/>
              <p:cNvCxnSpPr/>
              <p:nvPr/>
            </p:nvCxnSpPr>
            <p:spPr>
              <a:xfrm flipV="1">
                <a:off x="9384507" y="2462690"/>
                <a:ext cx="0" cy="64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0" name="Group 279"/>
            <p:cNvGrpSpPr/>
            <p:nvPr/>
          </p:nvGrpSpPr>
          <p:grpSpPr>
            <a:xfrm>
              <a:off x="8368115" y="1878503"/>
              <a:ext cx="0" cy="509065"/>
              <a:chOff x="9560719" y="2088357"/>
              <a:chExt cx="0" cy="438626"/>
            </a:xfrm>
          </p:grpSpPr>
          <p:cxnSp>
            <p:nvCxnSpPr>
              <p:cNvPr id="281" name="Straight Connector 280"/>
              <p:cNvCxnSpPr/>
              <p:nvPr/>
            </p:nvCxnSpPr>
            <p:spPr>
              <a:xfrm flipV="1">
                <a:off x="9560719" y="2088357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/>
              <p:cNvCxnSpPr/>
              <p:nvPr/>
            </p:nvCxnSpPr>
            <p:spPr>
              <a:xfrm flipV="1">
                <a:off x="9560719" y="2405063"/>
                <a:ext cx="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F7F89A7-01AC-4721-9DF0-2688148546DC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91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5</a:t>
            </a:r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07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B04A01-8948-4A4B-B0AB-30B88299C860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A36D0B-4A46-4B47-972F-349FEB653E23}"/>
              </a:ext>
            </a:extLst>
          </p:cNvPr>
          <p:cNvSpPr txBox="1"/>
          <p:nvPr/>
        </p:nvSpPr>
        <p:spPr>
          <a:xfrm>
            <a:off x="506747" y="601983"/>
            <a:ext cx="5513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100 DAY </a:t>
            </a:r>
            <a:r>
              <a:rPr lang="en-GB" sz="3200" b="1" dirty="0">
                <a:solidFill>
                  <a:srgbClr val="1AF1A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</a:t>
            </a:r>
          </a:p>
        </p:txBody>
      </p:sp>
      <p:sp>
        <p:nvSpPr>
          <p:cNvPr id="23" name="Round Same Side Corner Rectangle 22"/>
          <p:cNvSpPr/>
          <p:nvPr/>
        </p:nvSpPr>
        <p:spPr>
          <a:xfrm rot="5400000" flipH="1">
            <a:off x="6356202" y="-2268017"/>
            <a:ext cx="1407692" cy="8875610"/>
          </a:xfrm>
          <a:prstGeom prst="round2SameRect">
            <a:avLst>
              <a:gd name="adj1" fmla="val 715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4" name="Round Same Side Corner Rectangle 23"/>
          <p:cNvSpPr/>
          <p:nvPr/>
        </p:nvSpPr>
        <p:spPr>
          <a:xfrm rot="5400000" flipH="1">
            <a:off x="6356202" y="-708029"/>
            <a:ext cx="1407692" cy="8875610"/>
          </a:xfrm>
          <a:prstGeom prst="round2SameRect">
            <a:avLst>
              <a:gd name="adj1" fmla="val 715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Round Same Side Corner Rectangle 24"/>
          <p:cNvSpPr/>
          <p:nvPr/>
        </p:nvSpPr>
        <p:spPr>
          <a:xfrm rot="5400000" flipH="1">
            <a:off x="6356202" y="852750"/>
            <a:ext cx="1407692" cy="8875610"/>
          </a:xfrm>
          <a:prstGeom prst="round2SameRect">
            <a:avLst>
              <a:gd name="adj1" fmla="val 715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B852B41-29F7-4DAB-89EE-0D1E5EE39100}"/>
              </a:ext>
            </a:extLst>
          </p:cNvPr>
          <p:cNvGrpSpPr/>
          <p:nvPr/>
        </p:nvGrpSpPr>
        <p:grpSpPr>
          <a:xfrm>
            <a:off x="694150" y="1465943"/>
            <a:ext cx="1770743" cy="4528457"/>
            <a:chOff x="694150" y="1465943"/>
            <a:chExt cx="1770743" cy="4528457"/>
          </a:xfrm>
        </p:grpSpPr>
        <p:sp>
          <p:nvSpPr>
            <p:cNvPr id="5" name="Round Same Side Corner Rectangle 4"/>
            <p:cNvSpPr/>
            <p:nvPr/>
          </p:nvSpPr>
          <p:spPr>
            <a:xfrm rot="16200000">
              <a:off x="875676" y="1284417"/>
              <a:ext cx="1407692" cy="1770743"/>
            </a:xfrm>
            <a:prstGeom prst="round2SameRect">
              <a:avLst>
                <a:gd name="adj1" fmla="val 7153"/>
                <a:gd name="adj2" fmla="val 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461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20" name="Round Same Side Corner Rectangle 19"/>
            <p:cNvSpPr/>
            <p:nvPr/>
          </p:nvSpPr>
          <p:spPr>
            <a:xfrm rot="16200000">
              <a:off x="875676" y="2844404"/>
              <a:ext cx="1407692" cy="1770743"/>
            </a:xfrm>
            <a:prstGeom prst="round2SameRect">
              <a:avLst>
                <a:gd name="adj1" fmla="val 7153"/>
                <a:gd name="adj2" fmla="val 0"/>
              </a:avLst>
            </a:prstGeom>
            <a:solidFill>
              <a:schemeClr val="accent3"/>
            </a:solidFill>
            <a:ln>
              <a:noFill/>
            </a:ln>
            <a:effectLst>
              <a:outerShdw blurRad="5461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21" name="Round Same Side Corner Rectangle 20"/>
            <p:cNvSpPr/>
            <p:nvPr/>
          </p:nvSpPr>
          <p:spPr>
            <a:xfrm rot="16200000">
              <a:off x="875676" y="4405182"/>
              <a:ext cx="1407692" cy="1770743"/>
            </a:xfrm>
            <a:prstGeom prst="round2SameRect">
              <a:avLst>
                <a:gd name="adj1" fmla="val 7153"/>
                <a:gd name="adj2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461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43533" y="1631179"/>
              <a:ext cx="87197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400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30 </a:t>
              </a:r>
              <a:r>
                <a:rPr lang="id-ID" sz="2400" dirty="0">
                  <a:solidFill>
                    <a:schemeClr val="bg1"/>
                  </a:solidFill>
                </a:rPr>
                <a:t>Days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43533" y="3191166"/>
              <a:ext cx="87197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400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60 </a:t>
              </a:r>
              <a:r>
                <a:rPr lang="id-ID" sz="2400" dirty="0">
                  <a:solidFill>
                    <a:schemeClr val="bg1"/>
                  </a:solidFill>
                </a:rPr>
                <a:t>Days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98289" y="4751944"/>
              <a:ext cx="115768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10</a:t>
              </a:r>
              <a:r>
                <a:rPr lang="id-ID" sz="400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0 </a:t>
              </a:r>
              <a:r>
                <a:rPr lang="id-ID" sz="2400" dirty="0">
                  <a:solidFill>
                    <a:schemeClr val="bg1"/>
                  </a:solidFill>
                </a:rPr>
                <a:t>Days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1A97A84-8E21-4AD0-A6E3-41D19D3DFCB2}"/>
              </a:ext>
            </a:extLst>
          </p:cNvPr>
          <p:cNvGrpSpPr/>
          <p:nvPr/>
        </p:nvGrpSpPr>
        <p:grpSpPr>
          <a:xfrm>
            <a:off x="2928991" y="1602003"/>
            <a:ext cx="3869857" cy="4264029"/>
            <a:chOff x="2840091" y="1602003"/>
            <a:chExt cx="3869857" cy="4264029"/>
          </a:xfrm>
        </p:grpSpPr>
        <p:sp>
          <p:nvSpPr>
            <p:cNvPr id="19" name="TextBox 18"/>
            <p:cNvSpPr txBox="1"/>
            <p:nvPr/>
          </p:nvSpPr>
          <p:spPr>
            <a:xfrm>
              <a:off x="2840091" y="1602003"/>
              <a:ext cx="20505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Lato Black" panose="020F0A02020204030203" pitchFamily="34" charset="0"/>
                </a:rPr>
                <a:t>Learn</a:t>
              </a:r>
              <a:endParaRPr lang="id-ID" sz="1600" b="1" dirty="0">
                <a:latin typeface="Lato Black" panose="020F0A02020204030203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40091" y="1937354"/>
              <a:ext cx="386985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Conduct a complete social media audit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Create social media editorial calendar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Create reference document </a:t>
              </a:r>
              <a:endParaRPr lang="id-ID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11" name="Straight Connector 10"/>
            <p:cNvCxnSpPr>
              <a:cxnSpLocks/>
            </p:cNvCxnSpPr>
            <p:nvPr/>
          </p:nvCxnSpPr>
          <p:spPr>
            <a:xfrm>
              <a:off x="4890655" y="1773382"/>
              <a:ext cx="149744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2840091" y="3154010"/>
              <a:ext cx="20505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Lato Black" panose="020F0A02020204030203" pitchFamily="34" charset="0"/>
                </a:rPr>
                <a:t>Implement </a:t>
              </a:r>
              <a:endParaRPr lang="id-ID" sz="1600" b="1" dirty="0">
                <a:latin typeface="Lato Black" panose="020F0A02020204030203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840091" y="3489361"/>
              <a:ext cx="386985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Launch reviewed and revised social media content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Launch new social media channels (if applicable)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Update current social media channels</a:t>
              </a:r>
              <a:endParaRPr lang="id-ID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29" name="Straight Connector 28"/>
            <p:cNvCxnSpPr>
              <a:cxnSpLocks/>
            </p:cNvCxnSpPr>
            <p:nvPr/>
          </p:nvCxnSpPr>
          <p:spPr>
            <a:xfrm>
              <a:off x="4890655" y="3325389"/>
              <a:ext cx="149744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2840091" y="4730462"/>
              <a:ext cx="20505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Lato Black" panose="020F0A02020204030203" pitchFamily="34" charset="0"/>
                </a:rPr>
                <a:t>Optimize</a:t>
              </a:r>
              <a:endParaRPr lang="id-ID" sz="1600" b="1" dirty="0">
                <a:latin typeface="Lato Black" panose="020F0A02020204030203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840091" y="5065813"/>
              <a:ext cx="386985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Identify opportunities for new types of content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Create a spreadsheet of potential influencers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Explore social media ad</a:t>
              </a:r>
              <a:endParaRPr lang="id-ID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36" name="Straight Connector 35"/>
            <p:cNvCxnSpPr>
              <a:cxnSpLocks/>
            </p:cNvCxnSpPr>
            <p:nvPr/>
          </p:nvCxnSpPr>
          <p:spPr>
            <a:xfrm>
              <a:off x="4890655" y="4901841"/>
              <a:ext cx="149744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E3BBB5E-4D48-49C9-A782-C6F975A24E94}"/>
              </a:ext>
            </a:extLst>
          </p:cNvPr>
          <p:cNvGrpSpPr/>
          <p:nvPr/>
        </p:nvGrpSpPr>
        <p:grpSpPr>
          <a:xfrm>
            <a:off x="6856714" y="1602003"/>
            <a:ext cx="3869857" cy="4264029"/>
            <a:chOff x="2840091" y="1602003"/>
            <a:chExt cx="3869857" cy="4264029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1358ECE-231A-4AAA-9BDA-B903989416A4}"/>
                </a:ext>
              </a:extLst>
            </p:cNvPr>
            <p:cNvSpPr txBox="1"/>
            <p:nvPr/>
          </p:nvSpPr>
          <p:spPr>
            <a:xfrm>
              <a:off x="2840091" y="1602003"/>
              <a:ext cx="20505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Lato Black" panose="020F0A02020204030203" pitchFamily="34" charset="0"/>
                </a:rPr>
                <a:t>Learn</a:t>
              </a:r>
              <a:endParaRPr lang="id-ID" sz="1600" b="1" dirty="0">
                <a:latin typeface="Lato Black" panose="020F0A0202020403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0E16751-DB49-4810-8B55-9524376F644D}"/>
                </a:ext>
              </a:extLst>
            </p:cNvPr>
            <p:cNvSpPr txBox="1"/>
            <p:nvPr/>
          </p:nvSpPr>
          <p:spPr>
            <a:xfrm>
              <a:off x="2840091" y="1937354"/>
              <a:ext cx="386985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Create a deck of social media best practices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Mock up the first two weeks of potential content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Mock up a monthly report</a:t>
              </a:r>
              <a:endParaRPr lang="id-ID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D1354BA-0F06-469F-9DB9-1292F3394402}"/>
                </a:ext>
              </a:extLst>
            </p:cNvPr>
            <p:cNvCxnSpPr>
              <a:cxnSpLocks/>
            </p:cNvCxnSpPr>
            <p:nvPr/>
          </p:nvCxnSpPr>
          <p:spPr>
            <a:xfrm>
              <a:off x="4890655" y="1773382"/>
              <a:ext cx="149744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FC2CC56-F63D-4D5E-92E9-19E37A29D0C0}"/>
                </a:ext>
              </a:extLst>
            </p:cNvPr>
            <p:cNvSpPr txBox="1"/>
            <p:nvPr/>
          </p:nvSpPr>
          <p:spPr>
            <a:xfrm>
              <a:off x="2840091" y="3154010"/>
              <a:ext cx="20505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Lato Black" panose="020F0A02020204030203" pitchFamily="34" charset="0"/>
                </a:rPr>
                <a:t>Implement</a:t>
              </a:r>
              <a:endParaRPr lang="id-ID" sz="1600" b="1" dirty="0">
                <a:latin typeface="Lato Black" panose="020F0A02020204030203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01BAC94-4CA8-41EB-8F5A-4E2961D328A4}"/>
                </a:ext>
              </a:extLst>
            </p:cNvPr>
            <p:cNvSpPr txBox="1"/>
            <p:nvPr/>
          </p:nvSpPr>
          <p:spPr>
            <a:xfrm>
              <a:off x="2840091" y="3489361"/>
              <a:ext cx="386985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Plan and launch social media campaign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Report on first 30 days worth of metrics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Set monthly and quarterly goals</a:t>
              </a:r>
              <a:endParaRPr lang="id-ID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27042E4-1982-4592-AC91-A9867BEFCBBC}"/>
                </a:ext>
              </a:extLst>
            </p:cNvPr>
            <p:cNvCxnSpPr>
              <a:cxnSpLocks/>
            </p:cNvCxnSpPr>
            <p:nvPr/>
          </p:nvCxnSpPr>
          <p:spPr>
            <a:xfrm>
              <a:off x="4890655" y="3325389"/>
              <a:ext cx="149744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236962F-BC43-4CA4-9759-188B59A9AE74}"/>
                </a:ext>
              </a:extLst>
            </p:cNvPr>
            <p:cNvSpPr txBox="1"/>
            <p:nvPr/>
          </p:nvSpPr>
          <p:spPr>
            <a:xfrm>
              <a:off x="2840091" y="4730462"/>
              <a:ext cx="20505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Lato Black" panose="020F0A02020204030203" pitchFamily="34" charset="0"/>
                </a:rPr>
                <a:t>Optimize</a:t>
              </a:r>
              <a:endParaRPr lang="id-ID" sz="1600" b="1" dirty="0">
                <a:latin typeface="Lato Black" panose="020F0A02020204030203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2E037B9-F657-4268-8C7E-16AE190C6AB7}"/>
                </a:ext>
              </a:extLst>
            </p:cNvPr>
            <p:cNvSpPr txBox="1"/>
            <p:nvPr/>
          </p:nvSpPr>
          <p:spPr>
            <a:xfrm>
              <a:off x="2840091" y="5065813"/>
              <a:ext cx="386985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Explore on e-mail marketing ad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Report on the first 60 days </a:t>
              </a:r>
            </a:p>
            <a:p>
              <a:pPr marL="285750" indent="-285750"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Review and continue monitoring</a:t>
              </a:r>
              <a:endParaRPr lang="id-ID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3C1431C-B908-4919-89BB-7F6FBF898293}"/>
                </a:ext>
              </a:extLst>
            </p:cNvPr>
            <p:cNvCxnSpPr>
              <a:cxnSpLocks/>
            </p:cNvCxnSpPr>
            <p:nvPr/>
          </p:nvCxnSpPr>
          <p:spPr>
            <a:xfrm>
              <a:off x="4890655" y="4901841"/>
              <a:ext cx="149744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ound Same Side Corner Rectangle 4">
            <a:extLst>
              <a:ext uri="{FF2B5EF4-FFF2-40B4-BE49-F238E27FC236}">
                <a16:creationId xmlns:a16="http://schemas.microsoft.com/office/drawing/2014/main" id="{CF6FDDDA-8308-49AB-9409-8D84C793CF95}"/>
              </a:ext>
            </a:extLst>
          </p:cNvPr>
          <p:cNvSpPr/>
          <p:nvPr/>
        </p:nvSpPr>
        <p:spPr>
          <a:xfrm rot="5400000" flipH="1">
            <a:off x="10453878" y="1819764"/>
            <a:ext cx="1407692" cy="700050"/>
          </a:xfrm>
          <a:prstGeom prst="round2SameRect">
            <a:avLst>
              <a:gd name="adj1" fmla="val 7153"/>
              <a:gd name="adj2" fmla="val 0"/>
            </a:avLst>
          </a:prstGeom>
          <a:solidFill>
            <a:schemeClr val="accent5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Lato Black" panose="020F0A02020204030203" pitchFamily="34" charset="0"/>
              </a:rPr>
              <a:t>Uncertified</a:t>
            </a:r>
            <a:endParaRPr lang="id-ID" sz="1400" b="1" dirty="0">
              <a:latin typeface="Lato Black" panose="020F0A02020204030203" pitchFamily="34" charset="0"/>
            </a:endParaRPr>
          </a:p>
        </p:txBody>
      </p:sp>
      <p:sp>
        <p:nvSpPr>
          <p:cNvPr id="63" name="Round Same Side Corner Rectangle 19">
            <a:extLst>
              <a:ext uri="{FF2B5EF4-FFF2-40B4-BE49-F238E27FC236}">
                <a16:creationId xmlns:a16="http://schemas.microsoft.com/office/drawing/2014/main" id="{5C5AE90F-3153-4D72-94D6-67216E840C45}"/>
              </a:ext>
            </a:extLst>
          </p:cNvPr>
          <p:cNvSpPr/>
          <p:nvPr/>
        </p:nvSpPr>
        <p:spPr>
          <a:xfrm rot="5400000" flipH="1">
            <a:off x="10453878" y="3379751"/>
            <a:ext cx="1407692" cy="700050"/>
          </a:xfrm>
          <a:prstGeom prst="round2SameRect">
            <a:avLst>
              <a:gd name="adj1" fmla="val 7153"/>
              <a:gd name="adj2" fmla="val 0"/>
            </a:avLst>
          </a:prstGeom>
          <a:solidFill>
            <a:schemeClr val="accent3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Lato Black" panose="020F0A02020204030203" pitchFamily="34" charset="0"/>
              </a:rPr>
              <a:t>Assess</a:t>
            </a:r>
            <a:endParaRPr lang="id-ID" sz="1400" b="1" dirty="0">
              <a:latin typeface="Lato Black" panose="020F0A02020204030203" pitchFamily="34" charset="0"/>
            </a:endParaRPr>
          </a:p>
        </p:txBody>
      </p:sp>
      <p:sp>
        <p:nvSpPr>
          <p:cNvPr id="64" name="Round Same Side Corner Rectangle 20">
            <a:extLst>
              <a:ext uri="{FF2B5EF4-FFF2-40B4-BE49-F238E27FC236}">
                <a16:creationId xmlns:a16="http://schemas.microsoft.com/office/drawing/2014/main" id="{87FD788D-12E0-4211-9445-0996722DA6EA}"/>
              </a:ext>
            </a:extLst>
          </p:cNvPr>
          <p:cNvSpPr/>
          <p:nvPr/>
        </p:nvSpPr>
        <p:spPr>
          <a:xfrm rot="5400000" flipH="1">
            <a:off x="10453878" y="4940529"/>
            <a:ext cx="1407692" cy="700050"/>
          </a:xfrm>
          <a:prstGeom prst="round2SameRect">
            <a:avLst>
              <a:gd name="adj1" fmla="val 7153"/>
              <a:gd name="adj2" fmla="val 0"/>
            </a:avLst>
          </a:prstGeom>
          <a:solidFill>
            <a:schemeClr val="accent4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Lato Black" panose="020F0A02020204030203" pitchFamily="34" charset="0"/>
              </a:rPr>
              <a:t>Implement</a:t>
            </a:r>
            <a:endParaRPr lang="id-ID" sz="1400" b="1" dirty="0">
              <a:latin typeface="Lato Black" panose="020F0A0202020403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454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4FFDE361-9D77-4C0A-9550-481B3475AA4F}"/>
              </a:ext>
            </a:extLst>
          </p:cNvPr>
          <p:cNvGrpSpPr/>
          <p:nvPr/>
        </p:nvGrpSpPr>
        <p:grpSpPr>
          <a:xfrm>
            <a:off x="2835797" y="1933184"/>
            <a:ext cx="8660236" cy="1914708"/>
            <a:chOff x="3000900" y="1618344"/>
            <a:chExt cx="8660236" cy="446588"/>
          </a:xfrm>
          <a:solidFill>
            <a:schemeClr val="bg1"/>
          </a:solidFill>
        </p:grpSpPr>
        <p:sp>
          <p:nvSpPr>
            <p:cNvPr id="54" name="Round Same Side Corner Rectangle 4">
              <a:extLst>
                <a:ext uri="{FF2B5EF4-FFF2-40B4-BE49-F238E27FC236}">
                  <a16:creationId xmlns:a16="http://schemas.microsoft.com/office/drawing/2014/main" id="{33BAF9EC-0840-473F-9FFF-23EAF3A38EB0}"/>
                </a:ext>
              </a:extLst>
            </p:cNvPr>
            <p:cNvSpPr/>
            <p:nvPr/>
          </p:nvSpPr>
          <p:spPr>
            <a:xfrm rot="16200000">
              <a:off x="4178180" y="441064"/>
              <a:ext cx="446588" cy="2801148"/>
            </a:xfrm>
            <a:prstGeom prst="rect">
              <a:avLst/>
            </a:prstGeom>
            <a:grpFill/>
            <a:ln>
              <a:noFill/>
            </a:ln>
            <a:effectLst>
              <a:outerShdw blurRad="5461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55" name="Round Same Side Corner Rectangle 19">
              <a:extLst>
                <a:ext uri="{FF2B5EF4-FFF2-40B4-BE49-F238E27FC236}">
                  <a16:creationId xmlns:a16="http://schemas.microsoft.com/office/drawing/2014/main" id="{A0072CF6-94E6-4793-99C5-8802B0E1A93A}"/>
                </a:ext>
              </a:extLst>
            </p:cNvPr>
            <p:cNvSpPr/>
            <p:nvPr/>
          </p:nvSpPr>
          <p:spPr>
            <a:xfrm rot="16200000">
              <a:off x="7133125" y="441064"/>
              <a:ext cx="446588" cy="2801148"/>
            </a:xfrm>
            <a:prstGeom prst="rect">
              <a:avLst/>
            </a:prstGeom>
            <a:grpFill/>
            <a:ln>
              <a:noFill/>
            </a:ln>
            <a:effectLst>
              <a:outerShdw blurRad="5461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56" name="Round Same Side Corner Rectangle 20">
              <a:extLst>
                <a:ext uri="{FF2B5EF4-FFF2-40B4-BE49-F238E27FC236}">
                  <a16:creationId xmlns:a16="http://schemas.microsoft.com/office/drawing/2014/main" id="{19BBB799-BDAC-4E78-9837-D737303F7AF9}"/>
                </a:ext>
              </a:extLst>
            </p:cNvPr>
            <p:cNvSpPr/>
            <p:nvPr/>
          </p:nvSpPr>
          <p:spPr>
            <a:xfrm rot="16200000">
              <a:off x="10037268" y="441064"/>
              <a:ext cx="446588" cy="2801148"/>
            </a:xfrm>
            <a:prstGeom prst="rect">
              <a:avLst/>
            </a:prstGeom>
            <a:grpFill/>
            <a:ln>
              <a:noFill/>
            </a:ln>
            <a:effectLst>
              <a:outerShdw blurRad="5461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475006B-D222-4787-9EDC-8EF3ADA666F6}"/>
              </a:ext>
            </a:extLst>
          </p:cNvPr>
          <p:cNvGrpSpPr/>
          <p:nvPr/>
        </p:nvGrpSpPr>
        <p:grpSpPr>
          <a:xfrm>
            <a:off x="2848499" y="4640663"/>
            <a:ext cx="8660236" cy="1521744"/>
            <a:chOff x="2518299" y="4640663"/>
            <a:chExt cx="8660236" cy="1324483"/>
          </a:xfrm>
        </p:grpSpPr>
        <p:sp>
          <p:nvSpPr>
            <p:cNvPr id="6" name="Oval 64">
              <a:extLst>
                <a:ext uri="{FF2B5EF4-FFF2-40B4-BE49-F238E27FC236}">
                  <a16:creationId xmlns:a16="http://schemas.microsoft.com/office/drawing/2014/main" id="{5B79732F-2798-4D4E-A034-B4FE50B19E96}"/>
                </a:ext>
              </a:extLst>
            </p:cNvPr>
            <p:cNvSpPr/>
            <p:nvPr/>
          </p:nvSpPr>
          <p:spPr>
            <a:xfrm>
              <a:off x="2518299" y="4640663"/>
              <a:ext cx="2093117" cy="1324483"/>
            </a:xfrm>
            <a:prstGeom prst="roundRect">
              <a:avLst>
                <a:gd name="adj" fmla="val 310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7" name="Oval 64">
              <a:extLst>
                <a:ext uri="{FF2B5EF4-FFF2-40B4-BE49-F238E27FC236}">
                  <a16:creationId xmlns:a16="http://schemas.microsoft.com/office/drawing/2014/main" id="{35C6A574-0129-4D3E-B3FB-B00E4045232B}"/>
                </a:ext>
              </a:extLst>
            </p:cNvPr>
            <p:cNvSpPr/>
            <p:nvPr/>
          </p:nvSpPr>
          <p:spPr>
            <a:xfrm>
              <a:off x="4707338" y="4640663"/>
              <a:ext cx="2093117" cy="1324483"/>
            </a:xfrm>
            <a:prstGeom prst="roundRect">
              <a:avLst>
                <a:gd name="adj" fmla="val 310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8" name="Oval 64">
              <a:extLst>
                <a:ext uri="{FF2B5EF4-FFF2-40B4-BE49-F238E27FC236}">
                  <a16:creationId xmlns:a16="http://schemas.microsoft.com/office/drawing/2014/main" id="{3EDB16B9-58FB-4748-AB46-7BFF0C74D681}"/>
                </a:ext>
              </a:extLst>
            </p:cNvPr>
            <p:cNvSpPr/>
            <p:nvPr/>
          </p:nvSpPr>
          <p:spPr>
            <a:xfrm>
              <a:off x="6896378" y="4640663"/>
              <a:ext cx="2093117" cy="1324483"/>
            </a:xfrm>
            <a:prstGeom prst="roundRect">
              <a:avLst>
                <a:gd name="adj" fmla="val 310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9" name="Oval 64">
              <a:extLst>
                <a:ext uri="{FF2B5EF4-FFF2-40B4-BE49-F238E27FC236}">
                  <a16:creationId xmlns:a16="http://schemas.microsoft.com/office/drawing/2014/main" id="{9CCEF053-5D3D-417E-80C0-6ECB60733661}"/>
                </a:ext>
              </a:extLst>
            </p:cNvPr>
            <p:cNvSpPr/>
            <p:nvPr/>
          </p:nvSpPr>
          <p:spPr>
            <a:xfrm>
              <a:off x="9085418" y="4640663"/>
              <a:ext cx="2093117" cy="1324483"/>
            </a:xfrm>
            <a:prstGeom prst="roundRect">
              <a:avLst>
                <a:gd name="adj" fmla="val 310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FE53E4-734E-4AB0-8A8E-436AEEB4F4EE}"/>
                </a:ext>
              </a:extLst>
            </p:cNvPr>
            <p:cNvSpPr txBox="1"/>
            <p:nvPr/>
          </p:nvSpPr>
          <p:spPr>
            <a:xfrm>
              <a:off x="2731851" y="4740750"/>
              <a:ext cx="16660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400" dirty="0">
                  <a:latin typeface="Lato Black" panose="020F0A02020204030203" pitchFamily="34" charset="0"/>
                </a:rPr>
                <a:t>Learning Goals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3ADF05-AD27-4ED1-8597-CA8F711F7DA7}"/>
                </a:ext>
              </a:extLst>
            </p:cNvPr>
            <p:cNvSpPr txBox="1"/>
            <p:nvPr/>
          </p:nvSpPr>
          <p:spPr>
            <a:xfrm>
              <a:off x="2689051" y="5454097"/>
              <a:ext cx="1751612" cy="361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Development of sales personnel</a:t>
              </a:r>
              <a:endParaRPr lang="id-ID" sz="105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3985B4-A179-4C81-88E2-489B9C6CDCCA}"/>
                </a:ext>
              </a:extLst>
            </p:cNvPr>
            <p:cNvSpPr txBox="1"/>
            <p:nvPr/>
          </p:nvSpPr>
          <p:spPr>
            <a:xfrm>
              <a:off x="3218039" y="5119315"/>
              <a:ext cx="693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2400" b="1" dirty="0">
                  <a:solidFill>
                    <a:schemeClr val="accent3"/>
                  </a:solidFill>
                </a:rPr>
                <a:t>3.5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40F2C0B-3C27-4E62-B71B-0A1113ED3044}"/>
                </a:ext>
              </a:extLst>
            </p:cNvPr>
            <p:cNvCxnSpPr/>
            <p:nvPr/>
          </p:nvCxnSpPr>
          <p:spPr>
            <a:xfrm>
              <a:off x="2712394" y="5084943"/>
              <a:ext cx="170492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4E2A84-9194-43AE-9ACC-67E424BDACA2}"/>
                </a:ext>
              </a:extLst>
            </p:cNvPr>
            <p:cNvSpPr txBox="1"/>
            <p:nvPr/>
          </p:nvSpPr>
          <p:spPr>
            <a:xfrm>
              <a:off x="4920890" y="4740750"/>
              <a:ext cx="16660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400" dirty="0">
                  <a:latin typeface="Lato Black" panose="020F0A02020204030203" pitchFamily="34" charset="0"/>
                </a:rPr>
                <a:t>People Goals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1CD33CF-994E-4457-8BC2-D559E7A92B5E}"/>
                </a:ext>
              </a:extLst>
            </p:cNvPr>
            <p:cNvSpPr txBox="1"/>
            <p:nvPr/>
          </p:nvSpPr>
          <p:spPr>
            <a:xfrm>
              <a:off x="4878090" y="5454097"/>
              <a:ext cx="1751612" cy="502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Ensure consistent key engagements on social media</a:t>
              </a:r>
              <a:endParaRPr lang="id-ID" sz="105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534346-60FC-418F-A280-D6C4F774943E}"/>
                </a:ext>
              </a:extLst>
            </p:cNvPr>
            <p:cNvSpPr txBox="1"/>
            <p:nvPr/>
          </p:nvSpPr>
          <p:spPr>
            <a:xfrm>
              <a:off x="4251627" y="5119315"/>
              <a:ext cx="3004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2400" b="1" dirty="0">
                  <a:solidFill>
                    <a:schemeClr val="accent3"/>
                  </a:solidFill>
                </a:rPr>
                <a:t>5 </a:t>
              </a:r>
              <a:r>
                <a:rPr lang="id-ID" sz="1600" b="1" dirty="0">
                  <a:solidFill>
                    <a:schemeClr val="accent3"/>
                  </a:solidFill>
                </a:rPr>
                <a:t>Key Engagements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9BD86DE-D0D0-440D-8BCE-D885140DBF04}"/>
                </a:ext>
              </a:extLst>
            </p:cNvPr>
            <p:cNvCxnSpPr/>
            <p:nvPr/>
          </p:nvCxnSpPr>
          <p:spPr>
            <a:xfrm>
              <a:off x="4901433" y="5084943"/>
              <a:ext cx="170492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CE3EF3-715A-49B0-9A6A-1F20E05E9DFD}"/>
                </a:ext>
              </a:extLst>
            </p:cNvPr>
            <p:cNvSpPr txBox="1"/>
            <p:nvPr/>
          </p:nvSpPr>
          <p:spPr>
            <a:xfrm>
              <a:off x="7014008" y="4740750"/>
              <a:ext cx="18578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400" dirty="0">
                  <a:latin typeface="Lato Black" panose="020F0A02020204030203" pitchFamily="34" charset="0"/>
                </a:rPr>
                <a:t>Performance Goals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9023C8-316F-49E2-90E2-3700D30DFD23}"/>
                </a:ext>
              </a:extLst>
            </p:cNvPr>
            <p:cNvSpPr txBox="1"/>
            <p:nvPr/>
          </p:nvSpPr>
          <p:spPr>
            <a:xfrm>
              <a:off x="7067130" y="5454097"/>
              <a:ext cx="1751612" cy="361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Save cost on sales by 5% within 7 months </a:t>
              </a:r>
              <a:endParaRPr lang="id-ID" sz="105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D51E84-DA84-4E1D-9341-E7C800C95D4D}"/>
                </a:ext>
              </a:extLst>
            </p:cNvPr>
            <p:cNvSpPr txBox="1"/>
            <p:nvPr/>
          </p:nvSpPr>
          <p:spPr>
            <a:xfrm>
              <a:off x="6719277" y="5119315"/>
              <a:ext cx="2447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2400" b="1" dirty="0">
                  <a:solidFill>
                    <a:schemeClr val="accent3"/>
                  </a:solidFill>
                </a:rPr>
                <a:t>5% </a:t>
              </a:r>
              <a:r>
                <a:rPr lang="id-ID" sz="1600" b="1" dirty="0">
                  <a:solidFill>
                    <a:schemeClr val="accent3"/>
                  </a:solidFill>
                </a:rPr>
                <a:t>Cost Savings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CE9D2EE-D776-43ED-ACCA-BAE95BD58CB3}"/>
                </a:ext>
              </a:extLst>
            </p:cNvPr>
            <p:cNvCxnSpPr/>
            <p:nvPr/>
          </p:nvCxnSpPr>
          <p:spPr>
            <a:xfrm>
              <a:off x="7090474" y="5084943"/>
              <a:ext cx="170492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B7E0F1A-0F0C-4494-979D-3DAE0481F2EF}"/>
                </a:ext>
              </a:extLst>
            </p:cNvPr>
            <p:cNvSpPr txBox="1"/>
            <p:nvPr/>
          </p:nvSpPr>
          <p:spPr>
            <a:xfrm>
              <a:off x="9298969" y="4740750"/>
              <a:ext cx="16660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400" dirty="0">
                  <a:latin typeface="Lato Black" panose="020F0A02020204030203" pitchFamily="34" charset="0"/>
                </a:rPr>
                <a:t>Personal Goals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9EBABA-E2DB-49AD-99FC-113296733443}"/>
                </a:ext>
              </a:extLst>
            </p:cNvPr>
            <p:cNvSpPr txBox="1"/>
            <p:nvPr/>
          </p:nvSpPr>
          <p:spPr>
            <a:xfrm>
              <a:off x="9256169" y="5454097"/>
              <a:ext cx="1751612" cy="361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Onboard 5 new sales personnel within 5 months</a:t>
              </a:r>
              <a:endParaRPr lang="id-ID" sz="105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269624F-D8FB-4AB6-8C10-CC2B794A5269}"/>
                </a:ext>
              </a:extLst>
            </p:cNvPr>
            <p:cNvSpPr txBox="1"/>
            <p:nvPr/>
          </p:nvSpPr>
          <p:spPr>
            <a:xfrm>
              <a:off x="9785157" y="5119315"/>
              <a:ext cx="693634" cy="401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2400" b="1" dirty="0">
                  <a:solidFill>
                    <a:schemeClr val="accent3"/>
                  </a:solidFill>
                </a:rPr>
                <a:t>5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BA59477-AF50-4501-A47A-CEA4ECB9C215}"/>
                </a:ext>
              </a:extLst>
            </p:cNvPr>
            <p:cNvCxnSpPr/>
            <p:nvPr/>
          </p:nvCxnSpPr>
          <p:spPr>
            <a:xfrm>
              <a:off x="9279512" y="5084943"/>
              <a:ext cx="170492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F03398B-6D6F-40E6-991F-9851903F3212}"/>
              </a:ext>
            </a:extLst>
          </p:cNvPr>
          <p:cNvGrpSpPr/>
          <p:nvPr/>
        </p:nvGrpSpPr>
        <p:grpSpPr>
          <a:xfrm>
            <a:off x="2848500" y="1465942"/>
            <a:ext cx="8660236" cy="2381952"/>
            <a:chOff x="2848500" y="2679699"/>
            <a:chExt cx="8660236" cy="1382538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A0C5802-2C80-42CE-87FF-00DCDBCB46A7}"/>
                </a:ext>
              </a:extLst>
            </p:cNvPr>
            <p:cNvGrpSpPr/>
            <p:nvPr/>
          </p:nvGrpSpPr>
          <p:grpSpPr>
            <a:xfrm>
              <a:off x="2848500" y="2679699"/>
              <a:ext cx="2801148" cy="1248993"/>
              <a:chOff x="2848500" y="2679699"/>
              <a:chExt cx="2801148" cy="1248993"/>
            </a:xfrm>
          </p:grpSpPr>
          <p:sp>
            <p:nvSpPr>
              <p:cNvPr id="39" name="Round Same Side Corner Rectangle 4">
                <a:extLst>
                  <a:ext uri="{FF2B5EF4-FFF2-40B4-BE49-F238E27FC236}">
                    <a16:creationId xmlns:a16="http://schemas.microsoft.com/office/drawing/2014/main" id="{F6F2827B-3079-4BB3-9993-6000B707A9DB}"/>
                  </a:ext>
                </a:extLst>
              </p:cNvPr>
              <p:cNvSpPr/>
              <p:nvPr/>
            </p:nvSpPr>
            <p:spPr>
              <a:xfrm rot="16200000">
                <a:off x="4073316" y="1454883"/>
                <a:ext cx="351515" cy="2801148"/>
              </a:xfrm>
              <a:prstGeom prst="roundRect">
                <a:avLst>
                  <a:gd name="adj" fmla="val 7645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5461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14F74DE-E1DA-4417-9319-4CD7ADE8E002}"/>
                  </a:ext>
                </a:extLst>
              </p:cNvPr>
              <p:cNvGrpSpPr/>
              <p:nvPr/>
            </p:nvGrpSpPr>
            <p:grpSpPr>
              <a:xfrm>
                <a:off x="3019253" y="2737372"/>
                <a:ext cx="2459640" cy="1191320"/>
                <a:chOff x="2364440" y="2964368"/>
                <a:chExt cx="2603545" cy="1191320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E2939A1-B7EB-4BBA-BF93-F595B225CDC3}"/>
                    </a:ext>
                  </a:extLst>
                </p:cNvPr>
                <p:cNvSpPr txBox="1"/>
                <p:nvPr/>
              </p:nvSpPr>
              <p:spPr>
                <a:xfrm>
                  <a:off x="3005763" y="2964368"/>
                  <a:ext cx="1320900" cy="2143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  <a:latin typeface="Lato Black" panose="020F0A02020204030203" pitchFamily="34" charset="0"/>
                    </a:rPr>
                    <a:t>LEARN</a:t>
                  </a:r>
                  <a:endParaRPr lang="id-ID" dirty="0">
                    <a:solidFill>
                      <a:schemeClr val="bg1"/>
                    </a:solidFill>
                    <a:latin typeface="Lato Black" panose="020F0A02020204030203" pitchFamily="34" charset="0"/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A037710-363E-40C7-A4C6-4B972AE52383}"/>
                    </a:ext>
                  </a:extLst>
                </p:cNvPr>
                <p:cNvSpPr txBox="1"/>
                <p:nvPr/>
              </p:nvSpPr>
              <p:spPr>
                <a:xfrm>
                  <a:off x="2364440" y="3325010"/>
                  <a:ext cx="2603545" cy="830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 algn="ctr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Review the state of the territory. Their priorities and expectations</a:t>
                  </a:r>
                </a:p>
                <a:p>
                  <a:pPr marL="171450" indent="-171450" algn="ctr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Undergo training. Learn their policies and procedures to ensure compliance</a:t>
                  </a:r>
                </a:p>
                <a:p>
                  <a:pPr marL="171450" indent="-171450" algn="ctr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Learn the administrative tasks required and the deadlines</a:t>
                  </a: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F35051F-995E-45AD-825A-130E83CD6E78}"/>
                </a:ext>
              </a:extLst>
            </p:cNvPr>
            <p:cNvGrpSpPr/>
            <p:nvPr/>
          </p:nvGrpSpPr>
          <p:grpSpPr>
            <a:xfrm>
              <a:off x="5760644" y="2679699"/>
              <a:ext cx="2886745" cy="1382538"/>
              <a:chOff x="5760644" y="2679699"/>
              <a:chExt cx="2886745" cy="1382538"/>
            </a:xfrm>
          </p:grpSpPr>
          <p:sp>
            <p:nvSpPr>
              <p:cNvPr id="40" name="Round Same Side Corner Rectangle 19">
                <a:extLst>
                  <a:ext uri="{FF2B5EF4-FFF2-40B4-BE49-F238E27FC236}">
                    <a16:creationId xmlns:a16="http://schemas.microsoft.com/office/drawing/2014/main" id="{3BE0D820-CFE7-440D-82CF-1817A194DCD9}"/>
                  </a:ext>
                </a:extLst>
              </p:cNvPr>
              <p:cNvSpPr/>
              <p:nvPr/>
            </p:nvSpPr>
            <p:spPr>
              <a:xfrm rot="16200000">
                <a:off x="7028259" y="1454883"/>
                <a:ext cx="351515" cy="2801148"/>
              </a:xfrm>
              <a:prstGeom prst="roundRect">
                <a:avLst>
                  <a:gd name="adj" fmla="val 7645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5461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A9E3CDD-E7A0-4260-A5A8-91F5E9968019}"/>
                  </a:ext>
                </a:extLst>
              </p:cNvPr>
              <p:cNvGrpSpPr/>
              <p:nvPr/>
            </p:nvGrpSpPr>
            <p:grpSpPr>
              <a:xfrm>
                <a:off x="5760644" y="3031215"/>
                <a:ext cx="2886745" cy="1031022"/>
                <a:chOff x="5194031" y="2995658"/>
                <a:chExt cx="3055638" cy="1542107"/>
              </a:xfrm>
            </p:grpSpPr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F6E930B9-9518-4B17-9228-7690A6299F71}"/>
                    </a:ext>
                  </a:extLst>
                </p:cNvPr>
                <p:cNvCxnSpPr/>
                <p:nvPr/>
              </p:nvCxnSpPr>
              <p:spPr>
                <a:xfrm>
                  <a:off x="5194031" y="2995658"/>
                  <a:ext cx="0" cy="1542107"/>
                </a:xfrm>
                <a:prstGeom prst="line">
                  <a:avLst/>
                </a:prstGeom>
                <a:ln>
                  <a:solidFill>
                    <a:schemeClr val="bg1">
                      <a:alpha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374545AB-3A9A-4C9D-9510-0C8DB90BEEF8}"/>
                    </a:ext>
                  </a:extLst>
                </p:cNvPr>
                <p:cNvCxnSpPr/>
                <p:nvPr/>
              </p:nvCxnSpPr>
              <p:spPr>
                <a:xfrm>
                  <a:off x="8249669" y="2995658"/>
                  <a:ext cx="0" cy="1542107"/>
                </a:xfrm>
                <a:prstGeom prst="line">
                  <a:avLst/>
                </a:prstGeom>
                <a:ln>
                  <a:solidFill>
                    <a:schemeClr val="bg1">
                      <a:alpha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FF4459CC-120C-4708-A4BA-2D194EECE7D2}"/>
                  </a:ext>
                </a:extLst>
              </p:cNvPr>
              <p:cNvGrpSpPr/>
              <p:nvPr/>
            </p:nvGrpSpPr>
            <p:grpSpPr>
              <a:xfrm>
                <a:off x="5974196" y="2737372"/>
                <a:ext cx="2459640" cy="1235980"/>
                <a:chOff x="2364440" y="2964368"/>
                <a:chExt cx="2603545" cy="1235980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4807EDA-7F04-41CE-8C4A-9DEC772369B0}"/>
                    </a:ext>
                  </a:extLst>
                </p:cNvPr>
                <p:cNvSpPr txBox="1"/>
                <p:nvPr/>
              </p:nvSpPr>
              <p:spPr>
                <a:xfrm>
                  <a:off x="3005763" y="2964368"/>
                  <a:ext cx="1320900" cy="2143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  <a:latin typeface="Lato Black" panose="020F0A02020204030203" pitchFamily="34" charset="0"/>
                    </a:rPr>
                    <a:t>EXECUTE</a:t>
                  </a:r>
                  <a:endParaRPr lang="id-ID" dirty="0">
                    <a:solidFill>
                      <a:schemeClr val="bg1"/>
                    </a:solidFill>
                    <a:latin typeface="Lato Black" panose="020F0A02020204030203" pitchFamily="34" charset="0"/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D4A1936-C037-4A5E-8820-746B01B64883}"/>
                    </a:ext>
                  </a:extLst>
                </p:cNvPr>
                <p:cNvSpPr txBox="1"/>
                <p:nvPr/>
              </p:nvSpPr>
              <p:spPr>
                <a:xfrm>
                  <a:off x="2364440" y="3325010"/>
                  <a:ext cx="2603545" cy="8753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 algn="ctr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Schedule meetings with the key accounts or prescribers</a:t>
                  </a:r>
                </a:p>
                <a:p>
                  <a:pPr marL="171450" indent="-171450" algn="ctr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Continue to improve all your routing plan</a:t>
                  </a:r>
                </a:p>
                <a:p>
                  <a:pPr marL="171450" indent="-171450" algn="ctr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Continue to communicate with managers</a:t>
                  </a:r>
                </a:p>
                <a:p>
                  <a:pPr marL="171450" indent="-171450" algn="ctr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Review business plan</a:t>
                  </a:r>
                </a:p>
              </p:txBody>
            </p:sp>
          </p:grp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47E7118-70B8-4874-8418-6A4ED1D4640D}"/>
                </a:ext>
              </a:extLst>
            </p:cNvPr>
            <p:cNvGrpSpPr/>
            <p:nvPr/>
          </p:nvGrpSpPr>
          <p:grpSpPr>
            <a:xfrm>
              <a:off x="8707588" y="2679699"/>
              <a:ext cx="2801148" cy="1293653"/>
              <a:chOff x="8707588" y="2679699"/>
              <a:chExt cx="2801148" cy="1293653"/>
            </a:xfrm>
          </p:grpSpPr>
          <p:sp>
            <p:nvSpPr>
              <p:cNvPr id="41" name="Round Same Side Corner Rectangle 20">
                <a:extLst>
                  <a:ext uri="{FF2B5EF4-FFF2-40B4-BE49-F238E27FC236}">
                    <a16:creationId xmlns:a16="http://schemas.microsoft.com/office/drawing/2014/main" id="{3F730D4A-F2FF-4B40-BA4C-E45A6EC14638}"/>
                  </a:ext>
                </a:extLst>
              </p:cNvPr>
              <p:cNvSpPr/>
              <p:nvPr/>
            </p:nvSpPr>
            <p:spPr>
              <a:xfrm rot="16200000">
                <a:off x="9932404" y="1454883"/>
                <a:ext cx="351515" cy="2801148"/>
              </a:xfrm>
              <a:prstGeom prst="roundRect">
                <a:avLst>
                  <a:gd name="adj" fmla="val 7645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5461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CE9C58F0-5F2F-4238-92BD-927EC3447129}"/>
                  </a:ext>
                </a:extLst>
              </p:cNvPr>
              <p:cNvGrpSpPr/>
              <p:nvPr/>
            </p:nvGrpSpPr>
            <p:grpSpPr>
              <a:xfrm>
                <a:off x="8878341" y="2737372"/>
                <a:ext cx="2459640" cy="1235980"/>
                <a:chOff x="2364440" y="2964368"/>
                <a:chExt cx="2603545" cy="1235980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D8A23E8-3EBA-4124-88E8-C53AEE66F474}"/>
                    </a:ext>
                  </a:extLst>
                </p:cNvPr>
                <p:cNvSpPr txBox="1"/>
                <p:nvPr/>
              </p:nvSpPr>
              <p:spPr>
                <a:xfrm>
                  <a:off x="2936256" y="2964368"/>
                  <a:ext cx="1495046" cy="2143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  <a:latin typeface="Lato Black" panose="020F0A02020204030203" pitchFamily="34" charset="0"/>
                    </a:rPr>
                    <a:t>OPTIMIZE</a:t>
                  </a:r>
                  <a:endParaRPr lang="id-ID" dirty="0">
                    <a:solidFill>
                      <a:schemeClr val="bg1"/>
                    </a:solidFill>
                    <a:latin typeface="Lato Black" panose="020F0A02020204030203" pitchFamily="34" charset="0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1C9F5CD-625B-4CD7-8B87-D44A55B4429A}"/>
                    </a:ext>
                  </a:extLst>
                </p:cNvPr>
                <p:cNvSpPr txBox="1"/>
                <p:nvPr/>
              </p:nvSpPr>
              <p:spPr>
                <a:xfrm>
                  <a:off x="2364440" y="3325010"/>
                  <a:ext cx="2603545" cy="8753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 algn="ctr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Identify new opportunities to increase the business</a:t>
                  </a:r>
                </a:p>
                <a:p>
                  <a:pPr marL="171450" indent="-171450" algn="ctr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Improve all the aspect that you need in order to make a sale</a:t>
                  </a:r>
                </a:p>
                <a:p>
                  <a:pPr marL="171450" indent="-171450" algn="ctr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Create a report of progress at the end of 90 days</a:t>
                  </a:r>
                </a:p>
                <a:p>
                  <a:pPr marL="171450" indent="-171450" algn="ctr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Exceed your sales goal</a:t>
                  </a:r>
                </a:p>
              </p:txBody>
            </p:sp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EE9850E-AD7D-4246-A4D7-0C7849D670D5}"/>
              </a:ext>
            </a:extLst>
          </p:cNvPr>
          <p:cNvGrpSpPr/>
          <p:nvPr/>
        </p:nvGrpSpPr>
        <p:grpSpPr>
          <a:xfrm>
            <a:off x="694151" y="1465943"/>
            <a:ext cx="1401353" cy="4528457"/>
            <a:chOff x="694151" y="1465943"/>
            <a:chExt cx="1401353" cy="4528457"/>
          </a:xfrm>
        </p:grpSpPr>
        <p:sp>
          <p:nvSpPr>
            <p:cNvPr id="44" name="Round Same Side Corner Rectangle 4">
              <a:extLst>
                <a:ext uri="{FF2B5EF4-FFF2-40B4-BE49-F238E27FC236}">
                  <a16:creationId xmlns:a16="http://schemas.microsoft.com/office/drawing/2014/main" id="{2E071C32-E3C0-4001-A2CD-A314B0EFDAC0}"/>
                </a:ext>
              </a:extLst>
            </p:cNvPr>
            <p:cNvSpPr/>
            <p:nvPr/>
          </p:nvSpPr>
          <p:spPr>
            <a:xfrm rot="16200000">
              <a:off x="690981" y="1469113"/>
              <a:ext cx="1407692" cy="1401351"/>
            </a:xfrm>
            <a:prstGeom prst="round2SameRect">
              <a:avLst>
                <a:gd name="adj1" fmla="val 7153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461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45" name="Round Same Side Corner Rectangle 19">
              <a:extLst>
                <a:ext uri="{FF2B5EF4-FFF2-40B4-BE49-F238E27FC236}">
                  <a16:creationId xmlns:a16="http://schemas.microsoft.com/office/drawing/2014/main" id="{988B3579-7D2A-4331-9340-82492C976632}"/>
                </a:ext>
              </a:extLst>
            </p:cNvPr>
            <p:cNvSpPr/>
            <p:nvPr/>
          </p:nvSpPr>
          <p:spPr>
            <a:xfrm rot="16200000">
              <a:off x="690982" y="3029100"/>
              <a:ext cx="1407692" cy="1401352"/>
            </a:xfrm>
            <a:prstGeom prst="round2SameRect">
              <a:avLst>
                <a:gd name="adj1" fmla="val 7153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461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46" name="Round Same Side Corner Rectangle 20">
              <a:extLst>
                <a:ext uri="{FF2B5EF4-FFF2-40B4-BE49-F238E27FC236}">
                  <a16:creationId xmlns:a16="http://schemas.microsoft.com/office/drawing/2014/main" id="{C0C3F11D-E9FF-4606-9988-F48D1356E260}"/>
                </a:ext>
              </a:extLst>
            </p:cNvPr>
            <p:cNvSpPr/>
            <p:nvPr/>
          </p:nvSpPr>
          <p:spPr>
            <a:xfrm rot="16200000">
              <a:off x="690981" y="4589878"/>
              <a:ext cx="1407692" cy="1401351"/>
            </a:xfrm>
            <a:prstGeom prst="round2SameRect">
              <a:avLst>
                <a:gd name="adj1" fmla="val 7153"/>
                <a:gd name="adj2" fmla="val 0"/>
              </a:avLst>
            </a:prstGeom>
            <a:solidFill>
              <a:schemeClr val="accent3"/>
            </a:solidFill>
            <a:ln>
              <a:noFill/>
            </a:ln>
            <a:effectLst>
              <a:outerShdw blurRad="5461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BF25F40-1F2E-4A69-803A-812EB020572C}"/>
                </a:ext>
              </a:extLst>
            </p:cNvPr>
            <p:cNvSpPr txBox="1"/>
            <p:nvPr/>
          </p:nvSpPr>
          <p:spPr>
            <a:xfrm>
              <a:off x="965733" y="1631179"/>
              <a:ext cx="87197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400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30 </a:t>
              </a:r>
              <a:r>
                <a:rPr lang="id-ID" sz="2400" dirty="0">
                  <a:solidFill>
                    <a:schemeClr val="bg1"/>
                  </a:solidFill>
                </a:rPr>
                <a:t>Days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6304E95-558B-4C92-9F67-7CF7B9D5A609}"/>
                </a:ext>
              </a:extLst>
            </p:cNvPr>
            <p:cNvSpPr txBox="1"/>
            <p:nvPr/>
          </p:nvSpPr>
          <p:spPr>
            <a:xfrm>
              <a:off x="965733" y="3191166"/>
              <a:ext cx="87197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400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60 </a:t>
              </a:r>
              <a:r>
                <a:rPr lang="id-ID" sz="2400" dirty="0">
                  <a:solidFill>
                    <a:schemeClr val="bg1"/>
                  </a:solidFill>
                </a:rPr>
                <a:t>Days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6588818-E0AC-451B-8C7E-7969E7AB3835}"/>
                </a:ext>
              </a:extLst>
            </p:cNvPr>
            <p:cNvSpPr txBox="1"/>
            <p:nvPr/>
          </p:nvSpPr>
          <p:spPr>
            <a:xfrm>
              <a:off x="965733" y="4751944"/>
              <a:ext cx="87197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9</a:t>
              </a:r>
              <a:r>
                <a:rPr lang="id-ID" sz="400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0 </a:t>
              </a:r>
              <a:r>
                <a:rPr lang="id-ID" sz="2400" dirty="0">
                  <a:solidFill>
                    <a:schemeClr val="bg1"/>
                  </a:solidFill>
                </a:rPr>
                <a:t>Days</a:t>
              </a:r>
            </a:p>
          </p:txBody>
        </p:sp>
      </p:grp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56561DF1-8A9D-468F-A162-F494B00CD50B}"/>
              </a:ext>
            </a:extLst>
          </p:cNvPr>
          <p:cNvCxnSpPr>
            <a:stCxn id="39" idx="0"/>
            <a:endCxn id="6" idx="1"/>
          </p:cNvCxnSpPr>
          <p:nvPr/>
        </p:nvCxnSpPr>
        <p:spPr>
          <a:xfrm rot="10800000" flipV="1">
            <a:off x="2848500" y="1768753"/>
            <a:ext cx="1" cy="3632781"/>
          </a:xfrm>
          <a:prstGeom prst="bentConnector3">
            <a:avLst>
              <a:gd name="adj1" fmla="val 22860100000"/>
            </a:avLst>
          </a:prstGeom>
          <a:ln w="349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FA7A957-9677-44CA-A62B-36EB8A1E32E1}"/>
              </a:ext>
            </a:extLst>
          </p:cNvPr>
          <p:cNvCxnSpPr/>
          <p:nvPr/>
        </p:nvCxnSpPr>
        <p:spPr>
          <a:xfrm flipH="1">
            <a:off x="2095503" y="5151112"/>
            <a:ext cx="507997" cy="0"/>
          </a:xfrm>
          <a:prstGeom prst="straightConnector1">
            <a:avLst/>
          </a:prstGeom>
          <a:ln w="34925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 Same Side Corner Rectangle 4">
            <a:extLst>
              <a:ext uri="{FF2B5EF4-FFF2-40B4-BE49-F238E27FC236}">
                <a16:creationId xmlns:a16="http://schemas.microsoft.com/office/drawing/2014/main" id="{13C00B92-C4CB-47A3-AE8C-F03C557FE125}"/>
              </a:ext>
            </a:extLst>
          </p:cNvPr>
          <p:cNvSpPr/>
          <p:nvPr/>
        </p:nvSpPr>
        <p:spPr>
          <a:xfrm rot="16200000">
            <a:off x="6907053" y="-52299"/>
            <a:ext cx="530423" cy="8647529"/>
          </a:xfrm>
          <a:prstGeom prst="roundRect">
            <a:avLst>
              <a:gd name="adj" fmla="val 7645"/>
            </a:avLst>
          </a:prstGeom>
          <a:solidFill>
            <a:schemeClr val="accent3"/>
          </a:solidFill>
          <a:ln>
            <a:noFill/>
          </a:ln>
          <a:effectLst>
            <a:outerShdw blurRad="546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A02020204030203" pitchFamily="34" charset="0"/>
              </a:rPr>
              <a:t>Key Success Metrics</a:t>
            </a:r>
            <a:endParaRPr lang="id-ID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87C98F6-1302-4AA0-B5DA-2F543F7E4374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6A56579-7DD1-4BEB-BA10-FDF41FBB747D}"/>
              </a:ext>
            </a:extLst>
          </p:cNvPr>
          <p:cNvSpPr txBox="1"/>
          <p:nvPr/>
        </p:nvSpPr>
        <p:spPr>
          <a:xfrm>
            <a:off x="506747" y="601983"/>
            <a:ext cx="5513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100 DAY </a:t>
            </a:r>
            <a:r>
              <a:rPr lang="en-GB" sz="3200" b="1" dirty="0">
                <a:solidFill>
                  <a:srgbClr val="1AF1A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7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42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>
            <a:extLst>
              <a:ext uri="{FF2B5EF4-FFF2-40B4-BE49-F238E27FC236}">
                <a16:creationId xmlns:a16="http://schemas.microsoft.com/office/drawing/2014/main" id="{D760DBE0-399B-40B1-90C0-F81ADF6381CD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100 DAY </a:t>
            </a:r>
            <a:r>
              <a:rPr lang="en-GB" sz="3200" b="1" dirty="0">
                <a:solidFill>
                  <a:srgbClr val="1AF1A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CC1C5C1-5F5A-45C9-A14A-5176130CF562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2ECC571-2D36-415A-AF12-4743BA6F8850}"/>
              </a:ext>
            </a:extLst>
          </p:cNvPr>
          <p:cNvGrpSpPr/>
          <p:nvPr/>
        </p:nvGrpSpPr>
        <p:grpSpPr>
          <a:xfrm>
            <a:off x="626277" y="1312331"/>
            <a:ext cx="11199139" cy="4955427"/>
            <a:chOff x="542732" y="1245213"/>
            <a:chExt cx="11370198" cy="503111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B362E41-C5E4-404D-9DB3-9E5E5606EEA9}"/>
                </a:ext>
              </a:extLst>
            </p:cNvPr>
            <p:cNvGrpSpPr/>
            <p:nvPr/>
          </p:nvGrpSpPr>
          <p:grpSpPr>
            <a:xfrm>
              <a:off x="6193737" y="1456301"/>
              <a:ext cx="1566598" cy="1344593"/>
              <a:chOff x="6193737" y="1456301"/>
              <a:chExt cx="1566598" cy="1344593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996E8C1-E8EE-4871-AA77-4B4BCCF63919}"/>
                  </a:ext>
                </a:extLst>
              </p:cNvPr>
              <p:cNvGrpSpPr/>
              <p:nvPr/>
            </p:nvGrpSpPr>
            <p:grpSpPr>
              <a:xfrm>
                <a:off x="6193737" y="1456301"/>
                <a:ext cx="1566598" cy="1344593"/>
                <a:chOff x="6193737" y="1303901"/>
                <a:chExt cx="1566598" cy="1344593"/>
              </a:xfrm>
            </p:grpSpPr>
            <p:sp>
              <p:nvSpPr>
                <p:cNvPr id="7" name="Freeform 629">
                  <a:extLst>
                    <a:ext uri="{FF2B5EF4-FFF2-40B4-BE49-F238E27FC236}">
                      <a16:creationId xmlns:a16="http://schemas.microsoft.com/office/drawing/2014/main" id="{CF61424C-62AD-4841-8B1A-6C8606D784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93737" y="1620852"/>
                  <a:ext cx="224797" cy="261100"/>
                </a:xfrm>
                <a:custGeom>
                  <a:avLst/>
                  <a:gdLst>
                    <a:gd name="T0" fmla="*/ 53 w 68"/>
                    <a:gd name="T1" fmla="*/ 30 h 79"/>
                    <a:gd name="T2" fmla="*/ 0 w 68"/>
                    <a:gd name="T3" fmla="*/ 0 h 79"/>
                    <a:gd name="T4" fmla="*/ 0 w 68"/>
                    <a:gd name="T5" fmla="*/ 26 h 79"/>
                    <a:gd name="T6" fmla="*/ 53 w 68"/>
                    <a:gd name="T7" fmla="*/ 56 h 79"/>
                    <a:gd name="T8" fmla="*/ 68 w 68"/>
                    <a:gd name="T9" fmla="*/ 79 h 79"/>
                    <a:gd name="T10" fmla="*/ 68 w 68"/>
                    <a:gd name="T11" fmla="*/ 53 h 79"/>
                    <a:gd name="T12" fmla="*/ 53 w 68"/>
                    <a:gd name="T13" fmla="*/ 30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8" h="79">
                      <a:moveTo>
                        <a:pt x="53" y="3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53" y="56"/>
                        <a:pt x="53" y="56"/>
                        <a:pt x="53" y="56"/>
                      </a:cubicBezTo>
                      <a:cubicBezTo>
                        <a:pt x="62" y="61"/>
                        <a:pt x="68" y="70"/>
                        <a:pt x="68" y="79"/>
                      </a:cubicBezTo>
                      <a:cubicBezTo>
                        <a:pt x="68" y="53"/>
                        <a:pt x="68" y="53"/>
                        <a:pt x="68" y="53"/>
                      </a:cubicBezTo>
                      <a:cubicBezTo>
                        <a:pt x="68" y="44"/>
                        <a:pt x="62" y="35"/>
                        <a:pt x="53" y="3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" name="Freeform 633">
                  <a:extLst>
                    <a:ext uri="{FF2B5EF4-FFF2-40B4-BE49-F238E27FC236}">
                      <a16:creationId xmlns:a16="http://schemas.microsoft.com/office/drawing/2014/main" id="{8555E357-C4D8-4D1F-ACE8-5133D75261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96440" y="1905688"/>
                  <a:ext cx="263893" cy="319743"/>
                </a:xfrm>
                <a:custGeom>
                  <a:avLst/>
                  <a:gdLst>
                    <a:gd name="T0" fmla="*/ 189 w 189"/>
                    <a:gd name="T1" fmla="*/ 0 h 229"/>
                    <a:gd name="T2" fmla="*/ 189 w 189"/>
                    <a:gd name="T3" fmla="*/ 61 h 229"/>
                    <a:gd name="T4" fmla="*/ 0 w 189"/>
                    <a:gd name="T5" fmla="*/ 229 h 229"/>
                    <a:gd name="T6" fmla="*/ 0 w 189"/>
                    <a:gd name="T7" fmla="*/ 165 h 229"/>
                    <a:gd name="T8" fmla="*/ 189 w 189"/>
                    <a:gd name="T9" fmla="*/ 0 h 2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9" h="229">
                      <a:moveTo>
                        <a:pt x="189" y="0"/>
                      </a:moveTo>
                      <a:lnTo>
                        <a:pt x="189" y="61"/>
                      </a:lnTo>
                      <a:lnTo>
                        <a:pt x="0" y="229"/>
                      </a:lnTo>
                      <a:lnTo>
                        <a:pt x="0" y="165"/>
                      </a:lnTo>
                      <a:lnTo>
                        <a:pt x="189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" name="Freeform 636">
                  <a:extLst>
                    <a:ext uri="{FF2B5EF4-FFF2-40B4-BE49-F238E27FC236}">
                      <a16:creationId xmlns:a16="http://schemas.microsoft.com/office/drawing/2014/main" id="{D19B0214-8FA8-4DCC-B5EF-A1B7C0BB3C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98173" y="2314790"/>
                  <a:ext cx="247137" cy="113097"/>
                </a:xfrm>
                <a:custGeom>
                  <a:avLst/>
                  <a:gdLst>
                    <a:gd name="T0" fmla="*/ 177 w 177"/>
                    <a:gd name="T1" fmla="*/ 19 h 81"/>
                    <a:gd name="T2" fmla="*/ 177 w 177"/>
                    <a:gd name="T3" fmla="*/ 81 h 81"/>
                    <a:gd name="T4" fmla="*/ 0 w 177"/>
                    <a:gd name="T5" fmla="*/ 62 h 81"/>
                    <a:gd name="T6" fmla="*/ 0 w 177"/>
                    <a:gd name="T7" fmla="*/ 0 h 81"/>
                    <a:gd name="T8" fmla="*/ 177 w 177"/>
                    <a:gd name="T9" fmla="*/ 19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7" h="81">
                      <a:moveTo>
                        <a:pt x="177" y="19"/>
                      </a:moveTo>
                      <a:lnTo>
                        <a:pt x="177" y="81"/>
                      </a:lnTo>
                      <a:lnTo>
                        <a:pt x="0" y="62"/>
                      </a:lnTo>
                      <a:lnTo>
                        <a:pt x="0" y="0"/>
                      </a:lnTo>
                      <a:lnTo>
                        <a:pt x="177" y="19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" name="Freeform 640">
                  <a:extLst>
                    <a:ext uri="{FF2B5EF4-FFF2-40B4-BE49-F238E27FC236}">
                      <a16:creationId xmlns:a16="http://schemas.microsoft.com/office/drawing/2014/main" id="{D784B71D-051F-44DB-A831-EE9C886B7F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93739" y="1303901"/>
                  <a:ext cx="1566596" cy="1255233"/>
                </a:xfrm>
                <a:custGeom>
                  <a:avLst/>
                  <a:gdLst>
                    <a:gd name="T0" fmla="*/ 0 w 474"/>
                    <a:gd name="T1" fmla="*/ 0 h 380"/>
                    <a:gd name="T2" fmla="*/ 250 w 474"/>
                    <a:gd name="T3" fmla="*/ 49 h 380"/>
                    <a:gd name="T4" fmla="*/ 474 w 474"/>
                    <a:gd name="T5" fmla="*/ 182 h 380"/>
                    <a:gd name="T6" fmla="*/ 394 w 474"/>
                    <a:gd name="T7" fmla="*/ 252 h 380"/>
                    <a:gd name="T8" fmla="*/ 409 w 474"/>
                    <a:gd name="T9" fmla="*/ 314 h 380"/>
                    <a:gd name="T10" fmla="*/ 334 w 474"/>
                    <a:gd name="T11" fmla="*/ 306 h 380"/>
                    <a:gd name="T12" fmla="*/ 250 w 474"/>
                    <a:gd name="T13" fmla="*/ 380 h 380"/>
                    <a:gd name="T14" fmla="*/ 0 w 474"/>
                    <a:gd name="T15" fmla="*/ 281 h 380"/>
                    <a:gd name="T16" fmla="*/ 0 w 474"/>
                    <a:gd name="T17" fmla="*/ 202 h 380"/>
                    <a:gd name="T18" fmla="*/ 53 w 474"/>
                    <a:gd name="T19" fmla="*/ 172 h 380"/>
                    <a:gd name="T20" fmla="*/ 68 w 474"/>
                    <a:gd name="T21" fmla="*/ 149 h 380"/>
                    <a:gd name="T22" fmla="*/ 53 w 474"/>
                    <a:gd name="T23" fmla="*/ 126 h 380"/>
                    <a:gd name="T24" fmla="*/ 0 w 474"/>
                    <a:gd name="T25" fmla="*/ 96 h 380"/>
                    <a:gd name="T26" fmla="*/ 0 w 474"/>
                    <a:gd name="T27" fmla="*/ 0 h 3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74" h="380">
                      <a:moveTo>
                        <a:pt x="0" y="0"/>
                      </a:moveTo>
                      <a:cubicBezTo>
                        <a:pt x="86" y="3"/>
                        <a:pt x="170" y="19"/>
                        <a:pt x="250" y="49"/>
                      </a:cubicBezTo>
                      <a:cubicBezTo>
                        <a:pt x="334" y="80"/>
                        <a:pt x="409" y="125"/>
                        <a:pt x="474" y="182"/>
                      </a:cubicBezTo>
                      <a:cubicBezTo>
                        <a:pt x="394" y="252"/>
                        <a:pt x="394" y="252"/>
                        <a:pt x="394" y="252"/>
                      </a:cubicBezTo>
                      <a:cubicBezTo>
                        <a:pt x="409" y="314"/>
                        <a:pt x="409" y="314"/>
                        <a:pt x="409" y="314"/>
                      </a:cubicBezTo>
                      <a:cubicBezTo>
                        <a:pt x="334" y="306"/>
                        <a:pt x="334" y="306"/>
                        <a:pt x="334" y="306"/>
                      </a:cubicBezTo>
                      <a:cubicBezTo>
                        <a:pt x="250" y="380"/>
                        <a:pt x="250" y="380"/>
                        <a:pt x="250" y="380"/>
                      </a:cubicBezTo>
                      <a:cubicBezTo>
                        <a:pt x="184" y="324"/>
                        <a:pt x="97" y="287"/>
                        <a:pt x="0" y="281"/>
                      </a:cubicBezTo>
                      <a:cubicBezTo>
                        <a:pt x="0" y="202"/>
                        <a:pt x="0" y="202"/>
                        <a:pt x="0" y="202"/>
                      </a:cubicBezTo>
                      <a:cubicBezTo>
                        <a:pt x="53" y="172"/>
                        <a:pt x="53" y="172"/>
                        <a:pt x="53" y="172"/>
                      </a:cubicBezTo>
                      <a:cubicBezTo>
                        <a:pt x="62" y="167"/>
                        <a:pt x="68" y="158"/>
                        <a:pt x="68" y="149"/>
                      </a:cubicBezTo>
                      <a:cubicBezTo>
                        <a:pt x="68" y="140"/>
                        <a:pt x="62" y="131"/>
                        <a:pt x="53" y="126"/>
                      </a:cubicBezTo>
                      <a:cubicBezTo>
                        <a:pt x="0" y="96"/>
                        <a:pt x="0" y="96"/>
                        <a:pt x="0" y="9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Freeform 641">
                  <a:extLst>
                    <a:ext uri="{FF2B5EF4-FFF2-40B4-BE49-F238E27FC236}">
                      <a16:creationId xmlns:a16="http://schemas.microsoft.com/office/drawing/2014/main" id="{6EF239CE-4F97-4F96-8697-938B5D147D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20323" y="2314789"/>
                  <a:ext cx="277855" cy="333705"/>
                </a:xfrm>
                <a:custGeom>
                  <a:avLst/>
                  <a:gdLst>
                    <a:gd name="T0" fmla="*/ 199 w 199"/>
                    <a:gd name="T1" fmla="*/ 0 h 239"/>
                    <a:gd name="T2" fmla="*/ 199 w 199"/>
                    <a:gd name="T3" fmla="*/ 62 h 239"/>
                    <a:gd name="T4" fmla="*/ 0 w 199"/>
                    <a:gd name="T5" fmla="*/ 239 h 239"/>
                    <a:gd name="T6" fmla="*/ 0 w 199"/>
                    <a:gd name="T7" fmla="*/ 175 h 239"/>
                    <a:gd name="T8" fmla="*/ 199 w 199"/>
                    <a:gd name="T9" fmla="*/ 0 h 2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9" h="239">
                      <a:moveTo>
                        <a:pt x="199" y="0"/>
                      </a:moveTo>
                      <a:lnTo>
                        <a:pt x="199" y="62"/>
                      </a:lnTo>
                      <a:lnTo>
                        <a:pt x="0" y="239"/>
                      </a:lnTo>
                      <a:lnTo>
                        <a:pt x="0" y="175"/>
                      </a:lnTo>
                      <a:lnTo>
                        <a:pt x="199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Freeform 642">
                  <a:extLst>
                    <a:ext uri="{FF2B5EF4-FFF2-40B4-BE49-F238E27FC236}">
                      <a16:creationId xmlns:a16="http://schemas.microsoft.com/office/drawing/2014/main" id="{27E36154-CB4D-4DFB-8296-7ADA886DAF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93741" y="2232409"/>
                  <a:ext cx="826582" cy="416083"/>
                </a:xfrm>
                <a:custGeom>
                  <a:avLst/>
                  <a:gdLst>
                    <a:gd name="T0" fmla="*/ 250 w 250"/>
                    <a:gd name="T1" fmla="*/ 99 h 126"/>
                    <a:gd name="T2" fmla="*/ 250 w 250"/>
                    <a:gd name="T3" fmla="*/ 126 h 126"/>
                    <a:gd name="T4" fmla="*/ 0 w 250"/>
                    <a:gd name="T5" fmla="*/ 26 h 126"/>
                    <a:gd name="T6" fmla="*/ 0 w 250"/>
                    <a:gd name="T7" fmla="*/ 0 h 126"/>
                    <a:gd name="T8" fmla="*/ 250 w 250"/>
                    <a:gd name="T9" fmla="*/ 99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0" h="126">
                      <a:moveTo>
                        <a:pt x="250" y="99"/>
                      </a:moveTo>
                      <a:cubicBezTo>
                        <a:pt x="250" y="126"/>
                        <a:pt x="250" y="126"/>
                        <a:pt x="250" y="126"/>
                      </a:cubicBezTo>
                      <a:cubicBezTo>
                        <a:pt x="184" y="69"/>
                        <a:pt x="97" y="32"/>
                        <a:pt x="0" y="26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97" y="6"/>
                        <a:pt x="184" y="43"/>
                        <a:pt x="250" y="99"/>
                      </a:cubicBezTo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A00AE6-9460-40F8-B8A4-3A044578CF9F}"/>
                  </a:ext>
                </a:extLst>
              </p:cNvPr>
              <p:cNvSpPr txBox="1"/>
              <p:nvPr/>
            </p:nvSpPr>
            <p:spPr>
              <a:xfrm>
                <a:off x="6340994" y="1792862"/>
                <a:ext cx="105743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  <a:scene3d>
                  <a:camera prst="perspectiveRelaxed">
                    <a:rot lat="20400000" lon="0" rev="0"/>
                  </a:camera>
                  <a:lightRig rig="threePt" dir="t"/>
                </a:scene3d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rPr>
                  <a:t>01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96E8FE-8531-4EB2-9A81-87AF265BF2FC}"/>
                </a:ext>
              </a:extLst>
            </p:cNvPr>
            <p:cNvGrpSpPr/>
            <p:nvPr/>
          </p:nvGrpSpPr>
          <p:grpSpPr>
            <a:xfrm>
              <a:off x="7088740" y="2120918"/>
              <a:ext cx="1368327" cy="1658749"/>
              <a:chOff x="7088740" y="2120918"/>
              <a:chExt cx="1368327" cy="1658749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6CD8BE5-EC9B-456A-990E-94B6E2D7A10F}"/>
                  </a:ext>
                </a:extLst>
              </p:cNvPr>
              <p:cNvGrpSpPr/>
              <p:nvPr/>
            </p:nvGrpSpPr>
            <p:grpSpPr>
              <a:xfrm>
                <a:off x="7088740" y="2120918"/>
                <a:ext cx="1368327" cy="1658749"/>
                <a:chOff x="7088740" y="1968518"/>
                <a:chExt cx="1368327" cy="1658749"/>
              </a:xfrm>
            </p:grpSpPr>
            <p:sp>
              <p:nvSpPr>
                <p:cNvPr id="16" name="Freeform 635">
                  <a:extLst>
                    <a:ext uri="{FF2B5EF4-FFF2-40B4-BE49-F238E27FC236}">
                      <a16:creationId xmlns:a16="http://schemas.microsoft.com/office/drawing/2014/main" id="{DFD18CDB-8458-41AF-810F-8983F26C3D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10938" y="2162598"/>
                  <a:ext cx="40492" cy="251325"/>
                </a:xfrm>
                <a:custGeom>
                  <a:avLst/>
                  <a:gdLst>
                    <a:gd name="T0" fmla="*/ 12 w 12"/>
                    <a:gd name="T1" fmla="*/ 50 h 76"/>
                    <a:gd name="T2" fmla="*/ 12 w 12"/>
                    <a:gd name="T3" fmla="*/ 76 h 76"/>
                    <a:gd name="T4" fmla="*/ 5 w 12"/>
                    <a:gd name="T5" fmla="*/ 41 h 76"/>
                    <a:gd name="T6" fmla="*/ 0 w 12"/>
                    <a:gd name="T7" fmla="*/ 26 h 76"/>
                    <a:gd name="T8" fmla="*/ 0 w 12"/>
                    <a:gd name="T9" fmla="*/ 0 h 76"/>
                    <a:gd name="T10" fmla="*/ 5 w 12"/>
                    <a:gd name="T11" fmla="*/ 14 h 76"/>
                    <a:gd name="T12" fmla="*/ 12 w 12"/>
                    <a:gd name="T13" fmla="*/ 5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" h="76">
                      <a:moveTo>
                        <a:pt x="12" y="50"/>
                      </a:moveTo>
                      <a:cubicBezTo>
                        <a:pt x="12" y="76"/>
                        <a:pt x="12" y="76"/>
                        <a:pt x="12" y="76"/>
                      </a:cubicBezTo>
                      <a:cubicBezTo>
                        <a:pt x="12" y="66"/>
                        <a:pt x="9" y="54"/>
                        <a:pt x="5" y="41"/>
                      </a:cubicBezTo>
                      <a:cubicBezTo>
                        <a:pt x="3" y="36"/>
                        <a:pt x="2" y="31"/>
                        <a:pt x="0" y="26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4"/>
                        <a:pt x="3" y="9"/>
                        <a:pt x="5" y="14"/>
                      </a:cubicBezTo>
                      <a:cubicBezTo>
                        <a:pt x="9" y="28"/>
                        <a:pt x="12" y="40"/>
                        <a:pt x="12" y="50"/>
                      </a:cubicBezTo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Rectangle 649">
                  <a:extLst>
                    <a:ext uri="{FF2B5EF4-FFF2-40B4-BE49-F238E27FC236}">
                      <a16:creationId xmlns:a16="http://schemas.microsoft.com/office/drawing/2014/main" id="{1E8C34FD-6C64-4787-8D1F-30EC348A72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91249" y="3375942"/>
                  <a:ext cx="365818" cy="86568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Rectangle 650">
                  <a:extLst>
                    <a:ext uri="{FF2B5EF4-FFF2-40B4-BE49-F238E27FC236}">
                      <a16:creationId xmlns:a16="http://schemas.microsoft.com/office/drawing/2014/main" id="{AE5D9448-BA34-464E-906C-EEA464074E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9878" y="3375942"/>
                  <a:ext cx="446800" cy="86568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Freeform 651">
                  <a:extLst>
                    <a:ext uri="{FF2B5EF4-FFF2-40B4-BE49-F238E27FC236}">
                      <a16:creationId xmlns:a16="http://schemas.microsoft.com/office/drawing/2014/main" id="{6608E0C7-A368-4619-8B83-E2F4FA657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88740" y="2626154"/>
                  <a:ext cx="321138" cy="836357"/>
                </a:xfrm>
                <a:custGeom>
                  <a:avLst/>
                  <a:gdLst>
                    <a:gd name="T0" fmla="*/ 97 w 97"/>
                    <a:gd name="T1" fmla="*/ 227 h 253"/>
                    <a:gd name="T2" fmla="*/ 97 w 97"/>
                    <a:gd name="T3" fmla="*/ 253 h 253"/>
                    <a:gd name="T4" fmla="*/ 0 w 97"/>
                    <a:gd name="T5" fmla="*/ 27 h 253"/>
                    <a:gd name="T6" fmla="*/ 0 w 97"/>
                    <a:gd name="T7" fmla="*/ 0 h 253"/>
                    <a:gd name="T8" fmla="*/ 97 w 97"/>
                    <a:gd name="T9" fmla="*/ 227 h 2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7" h="253">
                      <a:moveTo>
                        <a:pt x="97" y="227"/>
                      </a:moveTo>
                      <a:cubicBezTo>
                        <a:pt x="97" y="253"/>
                        <a:pt x="97" y="253"/>
                        <a:pt x="97" y="253"/>
                      </a:cubicBezTo>
                      <a:cubicBezTo>
                        <a:pt x="96" y="167"/>
                        <a:pt x="60" y="88"/>
                        <a:pt x="0" y="27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60" y="61"/>
                        <a:pt x="96" y="141"/>
                        <a:pt x="97" y="227"/>
                      </a:cubicBezTo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" name="Freeform 652">
                  <a:extLst>
                    <a:ext uri="{FF2B5EF4-FFF2-40B4-BE49-F238E27FC236}">
                      <a16:creationId xmlns:a16="http://schemas.microsoft.com/office/drawing/2014/main" id="{63B93BDE-3AB0-4F82-A951-6374BE5524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88740" y="1968518"/>
                  <a:ext cx="1368327" cy="1573578"/>
                </a:xfrm>
                <a:custGeom>
                  <a:avLst/>
                  <a:gdLst>
                    <a:gd name="T0" fmla="*/ 224 w 414"/>
                    <a:gd name="T1" fmla="*/ 0 h 476"/>
                    <a:gd name="T2" fmla="*/ 358 w 414"/>
                    <a:gd name="T3" fmla="*/ 183 h 476"/>
                    <a:gd name="T4" fmla="*/ 414 w 414"/>
                    <a:gd name="T5" fmla="*/ 426 h 476"/>
                    <a:gd name="T6" fmla="*/ 303 w 414"/>
                    <a:gd name="T7" fmla="*/ 426 h 476"/>
                    <a:gd name="T8" fmla="*/ 268 w 414"/>
                    <a:gd name="T9" fmla="*/ 476 h 476"/>
                    <a:gd name="T10" fmla="*/ 232 w 414"/>
                    <a:gd name="T11" fmla="*/ 426 h 476"/>
                    <a:gd name="T12" fmla="*/ 97 w 414"/>
                    <a:gd name="T13" fmla="*/ 426 h 476"/>
                    <a:gd name="T14" fmla="*/ 0 w 414"/>
                    <a:gd name="T15" fmla="*/ 199 h 476"/>
                    <a:gd name="T16" fmla="*/ 73 w 414"/>
                    <a:gd name="T17" fmla="*/ 135 h 476"/>
                    <a:gd name="T18" fmla="*/ 131 w 414"/>
                    <a:gd name="T19" fmla="*/ 142 h 476"/>
                    <a:gd name="T20" fmla="*/ 160 w 414"/>
                    <a:gd name="T21" fmla="*/ 132 h 476"/>
                    <a:gd name="T22" fmla="*/ 163 w 414"/>
                    <a:gd name="T23" fmla="*/ 73 h 476"/>
                    <a:gd name="T24" fmla="*/ 158 w 414"/>
                    <a:gd name="T25" fmla="*/ 59 h 476"/>
                    <a:gd name="T26" fmla="*/ 224 w 414"/>
                    <a:gd name="T27" fmla="*/ 0 h 4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14" h="476">
                      <a:moveTo>
                        <a:pt x="224" y="0"/>
                      </a:moveTo>
                      <a:cubicBezTo>
                        <a:pt x="281" y="54"/>
                        <a:pt x="326" y="115"/>
                        <a:pt x="358" y="183"/>
                      </a:cubicBezTo>
                      <a:cubicBezTo>
                        <a:pt x="395" y="260"/>
                        <a:pt x="414" y="342"/>
                        <a:pt x="414" y="426"/>
                      </a:cubicBezTo>
                      <a:cubicBezTo>
                        <a:pt x="303" y="426"/>
                        <a:pt x="303" y="426"/>
                        <a:pt x="303" y="426"/>
                      </a:cubicBezTo>
                      <a:cubicBezTo>
                        <a:pt x="268" y="476"/>
                        <a:pt x="268" y="476"/>
                        <a:pt x="268" y="476"/>
                      </a:cubicBezTo>
                      <a:cubicBezTo>
                        <a:pt x="232" y="426"/>
                        <a:pt x="232" y="426"/>
                        <a:pt x="232" y="426"/>
                      </a:cubicBezTo>
                      <a:cubicBezTo>
                        <a:pt x="97" y="426"/>
                        <a:pt x="97" y="426"/>
                        <a:pt x="97" y="426"/>
                      </a:cubicBezTo>
                      <a:cubicBezTo>
                        <a:pt x="96" y="340"/>
                        <a:pt x="60" y="260"/>
                        <a:pt x="0" y="199"/>
                      </a:cubicBezTo>
                      <a:cubicBezTo>
                        <a:pt x="73" y="135"/>
                        <a:pt x="73" y="135"/>
                        <a:pt x="73" y="135"/>
                      </a:cubicBezTo>
                      <a:cubicBezTo>
                        <a:pt x="90" y="138"/>
                        <a:pt x="116" y="142"/>
                        <a:pt x="131" y="142"/>
                      </a:cubicBezTo>
                      <a:cubicBezTo>
                        <a:pt x="136" y="142"/>
                        <a:pt x="149" y="142"/>
                        <a:pt x="160" y="132"/>
                      </a:cubicBezTo>
                      <a:cubicBezTo>
                        <a:pt x="175" y="119"/>
                        <a:pt x="171" y="100"/>
                        <a:pt x="163" y="73"/>
                      </a:cubicBezTo>
                      <a:cubicBezTo>
                        <a:pt x="161" y="68"/>
                        <a:pt x="160" y="63"/>
                        <a:pt x="158" y="59"/>
                      </a:cubicBezTo>
                      <a:lnTo>
                        <a:pt x="22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Freeform 653">
                  <a:extLst>
                    <a:ext uri="{FF2B5EF4-FFF2-40B4-BE49-F238E27FC236}">
                      <a16:creationId xmlns:a16="http://schemas.microsoft.com/office/drawing/2014/main" id="{BED101BD-B92B-4981-86EE-B9D3BB4A90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56679" y="3375942"/>
                  <a:ext cx="118682" cy="251325"/>
                </a:xfrm>
                <a:custGeom>
                  <a:avLst/>
                  <a:gdLst>
                    <a:gd name="T0" fmla="*/ 85 w 85"/>
                    <a:gd name="T1" fmla="*/ 119 h 180"/>
                    <a:gd name="T2" fmla="*/ 85 w 85"/>
                    <a:gd name="T3" fmla="*/ 180 h 180"/>
                    <a:gd name="T4" fmla="*/ 0 w 85"/>
                    <a:gd name="T5" fmla="*/ 62 h 180"/>
                    <a:gd name="T6" fmla="*/ 0 w 85"/>
                    <a:gd name="T7" fmla="*/ 0 h 180"/>
                    <a:gd name="T8" fmla="*/ 85 w 85"/>
                    <a:gd name="T9" fmla="*/ 119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" h="180">
                      <a:moveTo>
                        <a:pt x="85" y="119"/>
                      </a:moveTo>
                      <a:lnTo>
                        <a:pt x="85" y="180"/>
                      </a:lnTo>
                      <a:lnTo>
                        <a:pt x="0" y="62"/>
                      </a:lnTo>
                      <a:lnTo>
                        <a:pt x="0" y="0"/>
                      </a:lnTo>
                      <a:lnTo>
                        <a:pt x="85" y="119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" name="Freeform 654">
                  <a:extLst>
                    <a:ext uri="{FF2B5EF4-FFF2-40B4-BE49-F238E27FC236}">
                      <a16:creationId xmlns:a16="http://schemas.microsoft.com/office/drawing/2014/main" id="{A9B61356-C5F5-4BBE-9825-31D25B1B4F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5360" y="3375942"/>
                  <a:ext cx="115890" cy="251325"/>
                </a:xfrm>
                <a:custGeom>
                  <a:avLst/>
                  <a:gdLst>
                    <a:gd name="T0" fmla="*/ 83 w 83"/>
                    <a:gd name="T1" fmla="*/ 0 h 180"/>
                    <a:gd name="T2" fmla="*/ 83 w 83"/>
                    <a:gd name="T3" fmla="*/ 62 h 180"/>
                    <a:gd name="T4" fmla="*/ 0 w 83"/>
                    <a:gd name="T5" fmla="*/ 180 h 180"/>
                    <a:gd name="T6" fmla="*/ 0 w 83"/>
                    <a:gd name="T7" fmla="*/ 119 h 180"/>
                    <a:gd name="T8" fmla="*/ 83 w 83"/>
                    <a:gd name="T9" fmla="*/ 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3" h="180">
                      <a:moveTo>
                        <a:pt x="83" y="0"/>
                      </a:moveTo>
                      <a:lnTo>
                        <a:pt x="83" y="62"/>
                      </a:lnTo>
                      <a:lnTo>
                        <a:pt x="0" y="180"/>
                      </a:lnTo>
                      <a:lnTo>
                        <a:pt x="0" y="119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F309F2-FF05-472C-BE05-45EF3D2C5F1F}"/>
                  </a:ext>
                </a:extLst>
              </p:cNvPr>
              <p:cNvSpPr txBox="1"/>
              <p:nvPr/>
            </p:nvSpPr>
            <p:spPr>
              <a:xfrm>
                <a:off x="7273453" y="2675130"/>
                <a:ext cx="105743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  <a:scene3d>
                  <a:camera prst="perspectiveRelaxed">
                    <a:rot lat="20400000" lon="0" rev="0"/>
                  </a:camera>
                  <a:lightRig rig="threePt" dir="t"/>
                </a:scene3d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rPr>
                  <a:t>02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EF54A79-10EF-4B56-B4B4-062F545FD59D}"/>
                </a:ext>
              </a:extLst>
            </p:cNvPr>
            <p:cNvGrpSpPr/>
            <p:nvPr/>
          </p:nvGrpSpPr>
          <p:grpSpPr>
            <a:xfrm>
              <a:off x="7039871" y="3620498"/>
              <a:ext cx="1417197" cy="1461877"/>
              <a:chOff x="7039871" y="3620498"/>
              <a:chExt cx="1417197" cy="1461877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E1B1590-A724-4998-9A3E-4244BA4329CE}"/>
                  </a:ext>
                </a:extLst>
              </p:cNvPr>
              <p:cNvGrpSpPr/>
              <p:nvPr/>
            </p:nvGrpSpPr>
            <p:grpSpPr>
              <a:xfrm>
                <a:off x="7039871" y="3620498"/>
                <a:ext cx="1417197" cy="1461877"/>
                <a:chOff x="7039871" y="3468098"/>
                <a:chExt cx="1417197" cy="1461877"/>
              </a:xfrm>
            </p:grpSpPr>
            <p:sp>
              <p:nvSpPr>
                <p:cNvPr id="26" name="Freeform 657">
                  <a:extLst>
                    <a:ext uri="{FF2B5EF4-FFF2-40B4-BE49-F238E27FC236}">
                      <a16:creationId xmlns:a16="http://schemas.microsoft.com/office/drawing/2014/main" id="{7EDD8088-8872-49C8-9ED9-C73E149E53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39871" y="4189961"/>
                  <a:ext cx="300194" cy="350459"/>
                </a:xfrm>
                <a:custGeom>
                  <a:avLst/>
                  <a:gdLst>
                    <a:gd name="T0" fmla="*/ 215 w 215"/>
                    <a:gd name="T1" fmla="*/ 189 h 251"/>
                    <a:gd name="T2" fmla="*/ 215 w 215"/>
                    <a:gd name="T3" fmla="*/ 251 h 251"/>
                    <a:gd name="T4" fmla="*/ 0 w 215"/>
                    <a:gd name="T5" fmla="*/ 61 h 251"/>
                    <a:gd name="T6" fmla="*/ 0 w 215"/>
                    <a:gd name="T7" fmla="*/ 0 h 251"/>
                    <a:gd name="T8" fmla="*/ 215 w 215"/>
                    <a:gd name="T9" fmla="*/ 189 h 2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5" h="251">
                      <a:moveTo>
                        <a:pt x="215" y="189"/>
                      </a:moveTo>
                      <a:lnTo>
                        <a:pt x="215" y="251"/>
                      </a:lnTo>
                      <a:lnTo>
                        <a:pt x="0" y="61"/>
                      </a:lnTo>
                      <a:lnTo>
                        <a:pt x="0" y="0"/>
                      </a:lnTo>
                      <a:lnTo>
                        <a:pt x="215" y="189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7" name="Freeform 660">
                  <a:extLst>
                    <a:ext uri="{FF2B5EF4-FFF2-40B4-BE49-F238E27FC236}">
                      <a16:creationId xmlns:a16="http://schemas.microsoft.com/office/drawing/2014/main" id="{828329F6-29E3-424A-98DB-D4FE9351F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84215" y="4618611"/>
                  <a:ext cx="244345" cy="135437"/>
                </a:xfrm>
                <a:custGeom>
                  <a:avLst/>
                  <a:gdLst>
                    <a:gd name="T0" fmla="*/ 175 w 175"/>
                    <a:gd name="T1" fmla="*/ 0 h 97"/>
                    <a:gd name="T2" fmla="*/ 175 w 175"/>
                    <a:gd name="T3" fmla="*/ 64 h 97"/>
                    <a:gd name="T4" fmla="*/ 0 w 175"/>
                    <a:gd name="T5" fmla="*/ 97 h 97"/>
                    <a:gd name="T6" fmla="*/ 0 w 175"/>
                    <a:gd name="T7" fmla="*/ 36 h 97"/>
                    <a:gd name="T8" fmla="*/ 175 w 175"/>
                    <a:gd name="T9" fmla="*/ 0 h 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5" h="97">
                      <a:moveTo>
                        <a:pt x="175" y="0"/>
                      </a:moveTo>
                      <a:lnTo>
                        <a:pt x="175" y="64"/>
                      </a:lnTo>
                      <a:lnTo>
                        <a:pt x="0" y="97"/>
                      </a:lnTo>
                      <a:lnTo>
                        <a:pt x="0" y="36"/>
                      </a:lnTo>
                      <a:lnTo>
                        <a:pt x="175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8" name="Freeform 667">
                  <a:extLst>
                    <a:ext uri="{FF2B5EF4-FFF2-40B4-BE49-F238E27FC236}">
                      <a16:creationId xmlns:a16="http://schemas.microsoft.com/office/drawing/2014/main" id="{0C5C2178-D3AA-4981-899C-CA26EE6FDB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39871" y="3468098"/>
                  <a:ext cx="1417197" cy="1375309"/>
                </a:xfrm>
                <a:custGeom>
                  <a:avLst/>
                  <a:gdLst>
                    <a:gd name="T0" fmla="*/ 111 w 429"/>
                    <a:gd name="T1" fmla="*/ 0 h 416"/>
                    <a:gd name="T2" fmla="*/ 230 w 429"/>
                    <a:gd name="T3" fmla="*/ 0 h 416"/>
                    <a:gd name="T4" fmla="*/ 256 w 429"/>
                    <a:gd name="T5" fmla="*/ 36 h 416"/>
                    <a:gd name="T6" fmla="*/ 283 w 429"/>
                    <a:gd name="T7" fmla="*/ 49 h 416"/>
                    <a:gd name="T8" fmla="*/ 309 w 429"/>
                    <a:gd name="T9" fmla="*/ 36 h 416"/>
                    <a:gd name="T10" fmla="*/ 335 w 429"/>
                    <a:gd name="T11" fmla="*/ 0 h 416"/>
                    <a:gd name="T12" fmla="*/ 429 w 429"/>
                    <a:gd name="T13" fmla="*/ 0 h 416"/>
                    <a:gd name="T14" fmla="*/ 373 w 429"/>
                    <a:gd name="T15" fmla="*/ 220 h 416"/>
                    <a:gd name="T16" fmla="*/ 225 w 429"/>
                    <a:gd name="T17" fmla="*/ 416 h 416"/>
                    <a:gd name="T18" fmla="*/ 148 w 429"/>
                    <a:gd name="T19" fmla="*/ 348 h 416"/>
                    <a:gd name="T20" fmla="*/ 74 w 429"/>
                    <a:gd name="T21" fmla="*/ 363 h 416"/>
                    <a:gd name="T22" fmla="*/ 91 w 429"/>
                    <a:gd name="T23" fmla="*/ 298 h 416"/>
                    <a:gd name="T24" fmla="*/ 0 w 429"/>
                    <a:gd name="T25" fmla="*/ 218 h 416"/>
                    <a:gd name="T26" fmla="*/ 111 w 429"/>
                    <a:gd name="T27" fmla="*/ 0 h 4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29" h="416">
                      <a:moveTo>
                        <a:pt x="111" y="0"/>
                      </a:moveTo>
                      <a:cubicBezTo>
                        <a:pt x="230" y="0"/>
                        <a:pt x="230" y="0"/>
                        <a:pt x="230" y="0"/>
                      </a:cubicBezTo>
                      <a:cubicBezTo>
                        <a:pt x="256" y="36"/>
                        <a:pt x="256" y="36"/>
                        <a:pt x="256" y="36"/>
                      </a:cubicBezTo>
                      <a:cubicBezTo>
                        <a:pt x="262" y="44"/>
                        <a:pt x="272" y="49"/>
                        <a:pt x="283" y="49"/>
                      </a:cubicBezTo>
                      <a:cubicBezTo>
                        <a:pt x="293" y="49"/>
                        <a:pt x="303" y="44"/>
                        <a:pt x="309" y="36"/>
                      </a:cubicBezTo>
                      <a:cubicBezTo>
                        <a:pt x="335" y="0"/>
                        <a:pt x="335" y="0"/>
                        <a:pt x="335" y="0"/>
                      </a:cubicBezTo>
                      <a:cubicBezTo>
                        <a:pt x="429" y="0"/>
                        <a:pt x="429" y="0"/>
                        <a:pt x="429" y="0"/>
                      </a:cubicBezTo>
                      <a:cubicBezTo>
                        <a:pt x="425" y="76"/>
                        <a:pt x="407" y="150"/>
                        <a:pt x="373" y="220"/>
                      </a:cubicBezTo>
                      <a:cubicBezTo>
                        <a:pt x="338" y="293"/>
                        <a:pt x="288" y="359"/>
                        <a:pt x="225" y="416"/>
                      </a:cubicBezTo>
                      <a:cubicBezTo>
                        <a:pt x="148" y="348"/>
                        <a:pt x="148" y="348"/>
                        <a:pt x="148" y="348"/>
                      </a:cubicBezTo>
                      <a:cubicBezTo>
                        <a:pt x="74" y="363"/>
                        <a:pt x="74" y="363"/>
                        <a:pt x="74" y="363"/>
                      </a:cubicBezTo>
                      <a:cubicBezTo>
                        <a:pt x="91" y="298"/>
                        <a:pt x="91" y="298"/>
                        <a:pt x="91" y="298"/>
                      </a:cubicBezTo>
                      <a:cubicBezTo>
                        <a:pt x="0" y="218"/>
                        <a:pt x="0" y="218"/>
                        <a:pt x="0" y="218"/>
                      </a:cubicBezTo>
                      <a:cubicBezTo>
                        <a:pt x="63" y="161"/>
                        <a:pt x="104" y="84"/>
                        <a:pt x="11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" name="Freeform 668">
                  <a:extLst>
                    <a:ext uri="{FF2B5EF4-FFF2-40B4-BE49-F238E27FC236}">
                      <a16:creationId xmlns:a16="http://schemas.microsoft.com/office/drawing/2014/main" id="{5B47397A-D58E-47C5-969A-BA49E84BBD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4074" y="3468098"/>
                  <a:ext cx="672993" cy="1461877"/>
                </a:xfrm>
                <a:custGeom>
                  <a:avLst/>
                  <a:gdLst>
                    <a:gd name="T0" fmla="*/ 203 w 204"/>
                    <a:gd name="T1" fmla="*/ 18 h 442"/>
                    <a:gd name="T2" fmla="*/ 202 w 204"/>
                    <a:gd name="T3" fmla="*/ 30 h 442"/>
                    <a:gd name="T4" fmla="*/ 200 w 204"/>
                    <a:gd name="T5" fmla="*/ 44 h 442"/>
                    <a:gd name="T6" fmla="*/ 198 w 204"/>
                    <a:gd name="T7" fmla="*/ 57 h 442"/>
                    <a:gd name="T8" fmla="*/ 196 w 204"/>
                    <a:gd name="T9" fmla="*/ 71 h 442"/>
                    <a:gd name="T10" fmla="*/ 193 w 204"/>
                    <a:gd name="T11" fmla="*/ 86 h 442"/>
                    <a:gd name="T12" fmla="*/ 190 w 204"/>
                    <a:gd name="T13" fmla="*/ 102 h 442"/>
                    <a:gd name="T14" fmla="*/ 186 w 204"/>
                    <a:gd name="T15" fmla="*/ 116 h 442"/>
                    <a:gd name="T16" fmla="*/ 183 w 204"/>
                    <a:gd name="T17" fmla="*/ 129 h 442"/>
                    <a:gd name="T18" fmla="*/ 179 w 204"/>
                    <a:gd name="T19" fmla="*/ 143 h 442"/>
                    <a:gd name="T20" fmla="*/ 174 w 204"/>
                    <a:gd name="T21" fmla="*/ 156 h 442"/>
                    <a:gd name="T22" fmla="*/ 170 w 204"/>
                    <a:gd name="T23" fmla="*/ 169 h 442"/>
                    <a:gd name="T24" fmla="*/ 165 w 204"/>
                    <a:gd name="T25" fmla="*/ 182 h 442"/>
                    <a:gd name="T26" fmla="*/ 160 w 204"/>
                    <a:gd name="T27" fmla="*/ 194 h 442"/>
                    <a:gd name="T28" fmla="*/ 154 w 204"/>
                    <a:gd name="T29" fmla="*/ 207 h 442"/>
                    <a:gd name="T30" fmla="*/ 140 w 204"/>
                    <a:gd name="T31" fmla="*/ 237 h 442"/>
                    <a:gd name="T32" fmla="*/ 129 w 204"/>
                    <a:gd name="T33" fmla="*/ 256 h 442"/>
                    <a:gd name="T34" fmla="*/ 125 w 204"/>
                    <a:gd name="T35" fmla="*/ 263 h 442"/>
                    <a:gd name="T36" fmla="*/ 118 w 204"/>
                    <a:gd name="T37" fmla="*/ 276 h 442"/>
                    <a:gd name="T38" fmla="*/ 110 w 204"/>
                    <a:gd name="T39" fmla="*/ 288 h 442"/>
                    <a:gd name="T40" fmla="*/ 102 w 204"/>
                    <a:gd name="T41" fmla="*/ 300 h 442"/>
                    <a:gd name="T42" fmla="*/ 92 w 204"/>
                    <a:gd name="T43" fmla="*/ 313 h 442"/>
                    <a:gd name="T44" fmla="*/ 83 w 204"/>
                    <a:gd name="T45" fmla="*/ 327 h 442"/>
                    <a:gd name="T46" fmla="*/ 73 w 204"/>
                    <a:gd name="T47" fmla="*/ 338 h 442"/>
                    <a:gd name="T48" fmla="*/ 64 w 204"/>
                    <a:gd name="T49" fmla="*/ 349 h 442"/>
                    <a:gd name="T50" fmla="*/ 55 w 204"/>
                    <a:gd name="T51" fmla="*/ 360 h 442"/>
                    <a:gd name="T52" fmla="*/ 42 w 204"/>
                    <a:gd name="T53" fmla="*/ 374 h 442"/>
                    <a:gd name="T54" fmla="*/ 32 w 204"/>
                    <a:gd name="T55" fmla="*/ 385 h 442"/>
                    <a:gd name="T56" fmla="*/ 21 w 204"/>
                    <a:gd name="T57" fmla="*/ 396 h 442"/>
                    <a:gd name="T58" fmla="*/ 10 w 204"/>
                    <a:gd name="T59" fmla="*/ 406 h 442"/>
                    <a:gd name="T60" fmla="*/ 0 w 204"/>
                    <a:gd name="T61" fmla="*/ 442 h 442"/>
                    <a:gd name="T62" fmla="*/ 14 w 204"/>
                    <a:gd name="T63" fmla="*/ 429 h 442"/>
                    <a:gd name="T64" fmla="*/ 25 w 204"/>
                    <a:gd name="T65" fmla="*/ 418 h 442"/>
                    <a:gd name="T66" fmla="*/ 35 w 204"/>
                    <a:gd name="T67" fmla="*/ 408 h 442"/>
                    <a:gd name="T68" fmla="*/ 45 w 204"/>
                    <a:gd name="T69" fmla="*/ 397 h 442"/>
                    <a:gd name="T70" fmla="*/ 57 w 204"/>
                    <a:gd name="T71" fmla="*/ 384 h 442"/>
                    <a:gd name="T72" fmla="*/ 67 w 204"/>
                    <a:gd name="T73" fmla="*/ 372 h 442"/>
                    <a:gd name="T74" fmla="*/ 77 w 204"/>
                    <a:gd name="T75" fmla="*/ 360 h 442"/>
                    <a:gd name="T76" fmla="*/ 86 w 204"/>
                    <a:gd name="T77" fmla="*/ 349 h 442"/>
                    <a:gd name="T78" fmla="*/ 94 w 204"/>
                    <a:gd name="T79" fmla="*/ 338 h 442"/>
                    <a:gd name="T80" fmla="*/ 104 w 204"/>
                    <a:gd name="T81" fmla="*/ 322 h 442"/>
                    <a:gd name="T82" fmla="*/ 113 w 204"/>
                    <a:gd name="T83" fmla="*/ 310 h 442"/>
                    <a:gd name="T84" fmla="*/ 120 w 204"/>
                    <a:gd name="T85" fmla="*/ 298 h 442"/>
                    <a:gd name="T86" fmla="*/ 128 w 204"/>
                    <a:gd name="T87" fmla="*/ 285 h 442"/>
                    <a:gd name="T88" fmla="*/ 129 w 204"/>
                    <a:gd name="T89" fmla="*/ 282 h 442"/>
                    <a:gd name="T90" fmla="*/ 140 w 204"/>
                    <a:gd name="T91" fmla="*/ 263 h 442"/>
                    <a:gd name="T92" fmla="*/ 154 w 204"/>
                    <a:gd name="T93" fmla="*/ 233 h 442"/>
                    <a:gd name="T94" fmla="*/ 160 w 204"/>
                    <a:gd name="T95" fmla="*/ 221 h 442"/>
                    <a:gd name="T96" fmla="*/ 165 w 204"/>
                    <a:gd name="T97" fmla="*/ 208 h 442"/>
                    <a:gd name="T98" fmla="*/ 170 w 204"/>
                    <a:gd name="T99" fmla="*/ 195 h 442"/>
                    <a:gd name="T100" fmla="*/ 174 w 204"/>
                    <a:gd name="T101" fmla="*/ 182 h 442"/>
                    <a:gd name="T102" fmla="*/ 179 w 204"/>
                    <a:gd name="T103" fmla="*/ 169 h 442"/>
                    <a:gd name="T104" fmla="*/ 183 w 204"/>
                    <a:gd name="T105" fmla="*/ 156 h 442"/>
                    <a:gd name="T106" fmla="*/ 186 w 204"/>
                    <a:gd name="T107" fmla="*/ 142 h 442"/>
                    <a:gd name="T108" fmla="*/ 190 w 204"/>
                    <a:gd name="T109" fmla="*/ 128 h 442"/>
                    <a:gd name="T110" fmla="*/ 193 w 204"/>
                    <a:gd name="T111" fmla="*/ 112 h 442"/>
                    <a:gd name="T112" fmla="*/ 196 w 204"/>
                    <a:gd name="T113" fmla="*/ 97 h 442"/>
                    <a:gd name="T114" fmla="*/ 198 w 204"/>
                    <a:gd name="T115" fmla="*/ 84 h 442"/>
                    <a:gd name="T116" fmla="*/ 200 w 204"/>
                    <a:gd name="T117" fmla="*/ 70 h 442"/>
                    <a:gd name="T118" fmla="*/ 202 w 204"/>
                    <a:gd name="T119" fmla="*/ 57 h 442"/>
                    <a:gd name="T120" fmla="*/ 203 w 204"/>
                    <a:gd name="T121" fmla="*/ 46 h 442"/>
                    <a:gd name="T122" fmla="*/ 204 w 204"/>
                    <a:gd name="T123" fmla="*/ 26 h 4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204" h="442">
                      <a:moveTo>
                        <a:pt x="204" y="0"/>
                      </a:moveTo>
                      <a:cubicBezTo>
                        <a:pt x="204" y="6"/>
                        <a:pt x="203" y="12"/>
                        <a:pt x="203" y="18"/>
                      </a:cubicBezTo>
                      <a:cubicBezTo>
                        <a:pt x="203" y="20"/>
                        <a:pt x="202" y="22"/>
                        <a:pt x="202" y="24"/>
                      </a:cubicBezTo>
                      <a:cubicBezTo>
                        <a:pt x="202" y="26"/>
                        <a:pt x="202" y="28"/>
                        <a:pt x="202" y="30"/>
                      </a:cubicBezTo>
                      <a:cubicBezTo>
                        <a:pt x="201" y="33"/>
                        <a:pt x="201" y="36"/>
                        <a:pt x="201" y="38"/>
                      </a:cubicBezTo>
                      <a:cubicBezTo>
                        <a:pt x="201" y="40"/>
                        <a:pt x="200" y="42"/>
                        <a:pt x="200" y="44"/>
                      </a:cubicBezTo>
                      <a:cubicBezTo>
                        <a:pt x="200" y="47"/>
                        <a:pt x="199" y="49"/>
                        <a:pt x="199" y="52"/>
                      </a:cubicBezTo>
                      <a:cubicBezTo>
                        <a:pt x="199" y="54"/>
                        <a:pt x="199" y="56"/>
                        <a:pt x="198" y="57"/>
                      </a:cubicBezTo>
                      <a:cubicBezTo>
                        <a:pt x="198" y="60"/>
                        <a:pt x="197" y="64"/>
                        <a:pt x="197" y="67"/>
                      </a:cubicBezTo>
                      <a:cubicBezTo>
                        <a:pt x="197" y="68"/>
                        <a:pt x="196" y="69"/>
                        <a:pt x="196" y="71"/>
                      </a:cubicBezTo>
                      <a:cubicBezTo>
                        <a:pt x="195" y="75"/>
                        <a:pt x="195" y="80"/>
                        <a:pt x="194" y="84"/>
                      </a:cubicBezTo>
                      <a:cubicBezTo>
                        <a:pt x="194" y="85"/>
                        <a:pt x="193" y="85"/>
                        <a:pt x="193" y="86"/>
                      </a:cubicBezTo>
                      <a:cubicBezTo>
                        <a:pt x="193" y="90"/>
                        <a:pt x="192" y="94"/>
                        <a:pt x="191" y="97"/>
                      </a:cubicBezTo>
                      <a:cubicBezTo>
                        <a:pt x="190" y="99"/>
                        <a:pt x="190" y="101"/>
                        <a:pt x="190" y="102"/>
                      </a:cubicBezTo>
                      <a:cubicBezTo>
                        <a:pt x="189" y="105"/>
                        <a:pt x="188" y="108"/>
                        <a:pt x="188" y="111"/>
                      </a:cubicBezTo>
                      <a:cubicBezTo>
                        <a:pt x="187" y="112"/>
                        <a:pt x="187" y="114"/>
                        <a:pt x="186" y="116"/>
                      </a:cubicBezTo>
                      <a:cubicBezTo>
                        <a:pt x="186" y="119"/>
                        <a:pt x="185" y="121"/>
                        <a:pt x="184" y="124"/>
                      </a:cubicBezTo>
                      <a:cubicBezTo>
                        <a:pt x="184" y="126"/>
                        <a:pt x="183" y="128"/>
                        <a:pt x="183" y="129"/>
                      </a:cubicBezTo>
                      <a:cubicBezTo>
                        <a:pt x="182" y="132"/>
                        <a:pt x="181" y="134"/>
                        <a:pt x="180" y="137"/>
                      </a:cubicBezTo>
                      <a:cubicBezTo>
                        <a:pt x="180" y="139"/>
                        <a:pt x="179" y="141"/>
                        <a:pt x="179" y="143"/>
                      </a:cubicBezTo>
                      <a:cubicBezTo>
                        <a:pt x="178" y="145"/>
                        <a:pt x="177" y="148"/>
                        <a:pt x="176" y="150"/>
                      </a:cubicBezTo>
                      <a:cubicBezTo>
                        <a:pt x="176" y="152"/>
                        <a:pt x="175" y="154"/>
                        <a:pt x="174" y="156"/>
                      </a:cubicBezTo>
                      <a:cubicBezTo>
                        <a:pt x="174" y="158"/>
                        <a:pt x="173" y="161"/>
                        <a:pt x="172" y="163"/>
                      </a:cubicBezTo>
                      <a:cubicBezTo>
                        <a:pt x="171" y="165"/>
                        <a:pt x="171" y="167"/>
                        <a:pt x="170" y="169"/>
                      </a:cubicBezTo>
                      <a:cubicBezTo>
                        <a:pt x="169" y="171"/>
                        <a:pt x="168" y="174"/>
                        <a:pt x="167" y="176"/>
                      </a:cubicBezTo>
                      <a:cubicBezTo>
                        <a:pt x="166" y="178"/>
                        <a:pt x="166" y="180"/>
                        <a:pt x="165" y="182"/>
                      </a:cubicBezTo>
                      <a:cubicBezTo>
                        <a:pt x="164" y="184"/>
                        <a:pt x="163" y="187"/>
                        <a:pt x="162" y="189"/>
                      </a:cubicBezTo>
                      <a:cubicBezTo>
                        <a:pt x="161" y="191"/>
                        <a:pt x="160" y="193"/>
                        <a:pt x="160" y="194"/>
                      </a:cubicBezTo>
                      <a:cubicBezTo>
                        <a:pt x="159" y="197"/>
                        <a:pt x="157" y="200"/>
                        <a:pt x="156" y="203"/>
                      </a:cubicBezTo>
                      <a:cubicBezTo>
                        <a:pt x="155" y="204"/>
                        <a:pt x="155" y="206"/>
                        <a:pt x="154" y="207"/>
                      </a:cubicBezTo>
                      <a:cubicBezTo>
                        <a:pt x="152" y="211"/>
                        <a:pt x="150" y="215"/>
                        <a:pt x="148" y="220"/>
                      </a:cubicBezTo>
                      <a:cubicBezTo>
                        <a:pt x="146" y="225"/>
                        <a:pt x="143" y="231"/>
                        <a:pt x="140" y="237"/>
                      </a:cubicBezTo>
                      <a:cubicBezTo>
                        <a:pt x="139" y="238"/>
                        <a:pt x="138" y="240"/>
                        <a:pt x="137" y="242"/>
                      </a:cubicBezTo>
                      <a:cubicBezTo>
                        <a:pt x="135" y="246"/>
                        <a:pt x="132" y="251"/>
                        <a:pt x="129" y="256"/>
                      </a:cubicBezTo>
                      <a:cubicBezTo>
                        <a:pt x="129" y="257"/>
                        <a:pt x="128" y="258"/>
                        <a:pt x="128" y="259"/>
                      </a:cubicBezTo>
                      <a:cubicBezTo>
                        <a:pt x="127" y="260"/>
                        <a:pt x="126" y="262"/>
                        <a:pt x="125" y="263"/>
                      </a:cubicBezTo>
                      <a:cubicBezTo>
                        <a:pt x="124" y="266"/>
                        <a:pt x="122" y="269"/>
                        <a:pt x="120" y="271"/>
                      </a:cubicBezTo>
                      <a:cubicBezTo>
                        <a:pt x="119" y="273"/>
                        <a:pt x="119" y="274"/>
                        <a:pt x="118" y="276"/>
                      </a:cubicBezTo>
                      <a:cubicBezTo>
                        <a:pt x="116" y="278"/>
                        <a:pt x="114" y="281"/>
                        <a:pt x="113" y="284"/>
                      </a:cubicBezTo>
                      <a:cubicBezTo>
                        <a:pt x="112" y="285"/>
                        <a:pt x="111" y="286"/>
                        <a:pt x="110" y="288"/>
                      </a:cubicBezTo>
                      <a:cubicBezTo>
                        <a:pt x="108" y="291"/>
                        <a:pt x="106" y="293"/>
                        <a:pt x="104" y="296"/>
                      </a:cubicBezTo>
                      <a:cubicBezTo>
                        <a:pt x="104" y="297"/>
                        <a:pt x="103" y="299"/>
                        <a:pt x="102" y="300"/>
                      </a:cubicBezTo>
                      <a:cubicBezTo>
                        <a:pt x="99" y="304"/>
                        <a:pt x="97" y="307"/>
                        <a:pt x="94" y="311"/>
                      </a:cubicBezTo>
                      <a:cubicBezTo>
                        <a:pt x="93" y="312"/>
                        <a:pt x="93" y="313"/>
                        <a:pt x="92" y="313"/>
                      </a:cubicBezTo>
                      <a:cubicBezTo>
                        <a:pt x="90" y="316"/>
                        <a:pt x="88" y="320"/>
                        <a:pt x="86" y="323"/>
                      </a:cubicBezTo>
                      <a:cubicBezTo>
                        <a:pt x="85" y="324"/>
                        <a:pt x="84" y="325"/>
                        <a:pt x="83" y="327"/>
                      </a:cubicBezTo>
                      <a:cubicBezTo>
                        <a:pt x="81" y="329"/>
                        <a:pt x="79" y="332"/>
                        <a:pt x="77" y="334"/>
                      </a:cubicBezTo>
                      <a:cubicBezTo>
                        <a:pt x="76" y="336"/>
                        <a:pt x="75" y="337"/>
                        <a:pt x="73" y="338"/>
                      </a:cubicBezTo>
                      <a:cubicBezTo>
                        <a:pt x="71" y="341"/>
                        <a:pt x="69" y="343"/>
                        <a:pt x="67" y="346"/>
                      </a:cubicBezTo>
                      <a:cubicBezTo>
                        <a:pt x="66" y="347"/>
                        <a:pt x="65" y="348"/>
                        <a:pt x="64" y="349"/>
                      </a:cubicBezTo>
                      <a:cubicBezTo>
                        <a:pt x="62" y="352"/>
                        <a:pt x="59" y="355"/>
                        <a:pt x="57" y="358"/>
                      </a:cubicBezTo>
                      <a:cubicBezTo>
                        <a:pt x="56" y="359"/>
                        <a:pt x="56" y="360"/>
                        <a:pt x="55" y="360"/>
                      </a:cubicBezTo>
                      <a:cubicBezTo>
                        <a:pt x="52" y="364"/>
                        <a:pt x="48" y="368"/>
                        <a:pt x="45" y="371"/>
                      </a:cubicBezTo>
                      <a:cubicBezTo>
                        <a:pt x="44" y="372"/>
                        <a:pt x="43" y="373"/>
                        <a:pt x="42" y="374"/>
                      </a:cubicBezTo>
                      <a:cubicBezTo>
                        <a:pt x="40" y="377"/>
                        <a:pt x="38" y="379"/>
                        <a:pt x="35" y="382"/>
                      </a:cubicBezTo>
                      <a:cubicBezTo>
                        <a:pt x="34" y="383"/>
                        <a:pt x="33" y="384"/>
                        <a:pt x="32" y="385"/>
                      </a:cubicBezTo>
                      <a:cubicBezTo>
                        <a:pt x="29" y="388"/>
                        <a:pt x="27" y="390"/>
                        <a:pt x="25" y="392"/>
                      </a:cubicBezTo>
                      <a:cubicBezTo>
                        <a:pt x="24" y="393"/>
                        <a:pt x="22" y="395"/>
                        <a:pt x="21" y="396"/>
                      </a:cubicBezTo>
                      <a:cubicBezTo>
                        <a:pt x="19" y="398"/>
                        <a:pt x="16" y="401"/>
                        <a:pt x="14" y="403"/>
                      </a:cubicBezTo>
                      <a:cubicBezTo>
                        <a:pt x="13" y="404"/>
                        <a:pt x="12" y="405"/>
                        <a:pt x="10" y="406"/>
                      </a:cubicBezTo>
                      <a:cubicBezTo>
                        <a:pt x="7" y="409"/>
                        <a:pt x="3" y="413"/>
                        <a:pt x="0" y="416"/>
                      </a:cubicBezTo>
                      <a:cubicBezTo>
                        <a:pt x="0" y="442"/>
                        <a:pt x="0" y="442"/>
                        <a:pt x="0" y="442"/>
                      </a:cubicBezTo>
                      <a:cubicBezTo>
                        <a:pt x="3" y="439"/>
                        <a:pt x="7" y="436"/>
                        <a:pt x="10" y="432"/>
                      </a:cubicBezTo>
                      <a:cubicBezTo>
                        <a:pt x="12" y="431"/>
                        <a:pt x="13" y="430"/>
                        <a:pt x="14" y="429"/>
                      </a:cubicBezTo>
                      <a:cubicBezTo>
                        <a:pt x="16" y="427"/>
                        <a:pt x="19" y="425"/>
                        <a:pt x="21" y="422"/>
                      </a:cubicBezTo>
                      <a:cubicBezTo>
                        <a:pt x="22" y="421"/>
                        <a:pt x="24" y="420"/>
                        <a:pt x="25" y="418"/>
                      </a:cubicBezTo>
                      <a:cubicBezTo>
                        <a:pt x="27" y="416"/>
                        <a:pt x="29" y="414"/>
                        <a:pt x="32" y="412"/>
                      </a:cubicBezTo>
                      <a:cubicBezTo>
                        <a:pt x="33" y="410"/>
                        <a:pt x="34" y="409"/>
                        <a:pt x="35" y="408"/>
                      </a:cubicBezTo>
                      <a:cubicBezTo>
                        <a:pt x="38" y="405"/>
                        <a:pt x="40" y="403"/>
                        <a:pt x="42" y="400"/>
                      </a:cubicBezTo>
                      <a:cubicBezTo>
                        <a:pt x="43" y="399"/>
                        <a:pt x="44" y="398"/>
                        <a:pt x="45" y="397"/>
                      </a:cubicBezTo>
                      <a:cubicBezTo>
                        <a:pt x="48" y="394"/>
                        <a:pt x="52" y="390"/>
                        <a:pt x="55" y="387"/>
                      </a:cubicBezTo>
                      <a:cubicBezTo>
                        <a:pt x="56" y="386"/>
                        <a:pt x="56" y="385"/>
                        <a:pt x="57" y="384"/>
                      </a:cubicBezTo>
                      <a:cubicBezTo>
                        <a:pt x="59" y="381"/>
                        <a:pt x="62" y="379"/>
                        <a:pt x="64" y="376"/>
                      </a:cubicBezTo>
                      <a:cubicBezTo>
                        <a:pt x="65" y="374"/>
                        <a:pt x="66" y="373"/>
                        <a:pt x="67" y="372"/>
                      </a:cubicBezTo>
                      <a:cubicBezTo>
                        <a:pt x="69" y="369"/>
                        <a:pt x="71" y="367"/>
                        <a:pt x="73" y="365"/>
                      </a:cubicBezTo>
                      <a:cubicBezTo>
                        <a:pt x="75" y="363"/>
                        <a:pt x="76" y="362"/>
                        <a:pt x="77" y="360"/>
                      </a:cubicBezTo>
                      <a:cubicBezTo>
                        <a:pt x="79" y="358"/>
                        <a:pt x="81" y="355"/>
                        <a:pt x="82" y="353"/>
                      </a:cubicBezTo>
                      <a:cubicBezTo>
                        <a:pt x="84" y="352"/>
                        <a:pt x="85" y="350"/>
                        <a:pt x="86" y="349"/>
                      </a:cubicBezTo>
                      <a:cubicBezTo>
                        <a:pt x="88" y="346"/>
                        <a:pt x="90" y="343"/>
                        <a:pt x="92" y="340"/>
                      </a:cubicBezTo>
                      <a:cubicBezTo>
                        <a:pt x="93" y="339"/>
                        <a:pt x="93" y="338"/>
                        <a:pt x="94" y="338"/>
                      </a:cubicBezTo>
                      <a:cubicBezTo>
                        <a:pt x="97" y="334"/>
                        <a:pt x="99" y="330"/>
                        <a:pt x="102" y="326"/>
                      </a:cubicBezTo>
                      <a:cubicBezTo>
                        <a:pt x="103" y="325"/>
                        <a:pt x="104" y="324"/>
                        <a:pt x="104" y="322"/>
                      </a:cubicBezTo>
                      <a:cubicBezTo>
                        <a:pt x="106" y="320"/>
                        <a:pt x="108" y="317"/>
                        <a:pt x="110" y="314"/>
                      </a:cubicBezTo>
                      <a:cubicBezTo>
                        <a:pt x="111" y="313"/>
                        <a:pt x="112" y="311"/>
                        <a:pt x="113" y="310"/>
                      </a:cubicBezTo>
                      <a:cubicBezTo>
                        <a:pt x="114" y="307"/>
                        <a:pt x="116" y="305"/>
                        <a:pt x="118" y="302"/>
                      </a:cubicBezTo>
                      <a:cubicBezTo>
                        <a:pt x="118" y="301"/>
                        <a:pt x="119" y="299"/>
                        <a:pt x="120" y="298"/>
                      </a:cubicBezTo>
                      <a:cubicBezTo>
                        <a:pt x="122" y="295"/>
                        <a:pt x="124" y="292"/>
                        <a:pt x="125" y="289"/>
                      </a:cubicBezTo>
                      <a:cubicBezTo>
                        <a:pt x="126" y="288"/>
                        <a:pt x="127" y="287"/>
                        <a:pt x="128" y="285"/>
                      </a:cubicBezTo>
                      <a:cubicBezTo>
                        <a:pt x="128" y="285"/>
                        <a:pt x="128" y="285"/>
                        <a:pt x="128" y="284"/>
                      </a:cubicBezTo>
                      <a:cubicBezTo>
                        <a:pt x="129" y="284"/>
                        <a:pt x="129" y="283"/>
                        <a:pt x="129" y="282"/>
                      </a:cubicBezTo>
                      <a:cubicBezTo>
                        <a:pt x="132" y="277"/>
                        <a:pt x="135" y="273"/>
                        <a:pt x="137" y="268"/>
                      </a:cubicBezTo>
                      <a:cubicBezTo>
                        <a:pt x="138" y="266"/>
                        <a:pt x="139" y="265"/>
                        <a:pt x="140" y="263"/>
                      </a:cubicBezTo>
                      <a:cubicBezTo>
                        <a:pt x="143" y="257"/>
                        <a:pt x="146" y="252"/>
                        <a:pt x="148" y="246"/>
                      </a:cubicBezTo>
                      <a:cubicBezTo>
                        <a:pt x="150" y="242"/>
                        <a:pt x="152" y="237"/>
                        <a:pt x="154" y="233"/>
                      </a:cubicBezTo>
                      <a:cubicBezTo>
                        <a:pt x="155" y="232"/>
                        <a:pt x="155" y="230"/>
                        <a:pt x="156" y="229"/>
                      </a:cubicBezTo>
                      <a:cubicBezTo>
                        <a:pt x="157" y="226"/>
                        <a:pt x="159" y="223"/>
                        <a:pt x="160" y="221"/>
                      </a:cubicBezTo>
                      <a:cubicBezTo>
                        <a:pt x="160" y="219"/>
                        <a:pt x="161" y="217"/>
                        <a:pt x="162" y="215"/>
                      </a:cubicBezTo>
                      <a:cubicBezTo>
                        <a:pt x="163" y="213"/>
                        <a:pt x="164" y="210"/>
                        <a:pt x="165" y="208"/>
                      </a:cubicBezTo>
                      <a:cubicBezTo>
                        <a:pt x="166" y="206"/>
                        <a:pt x="166" y="204"/>
                        <a:pt x="167" y="202"/>
                      </a:cubicBezTo>
                      <a:cubicBezTo>
                        <a:pt x="168" y="200"/>
                        <a:pt x="169" y="197"/>
                        <a:pt x="170" y="195"/>
                      </a:cubicBezTo>
                      <a:cubicBezTo>
                        <a:pt x="171" y="193"/>
                        <a:pt x="171" y="191"/>
                        <a:pt x="172" y="189"/>
                      </a:cubicBezTo>
                      <a:cubicBezTo>
                        <a:pt x="173" y="187"/>
                        <a:pt x="174" y="184"/>
                        <a:pt x="174" y="182"/>
                      </a:cubicBezTo>
                      <a:cubicBezTo>
                        <a:pt x="175" y="180"/>
                        <a:pt x="176" y="178"/>
                        <a:pt x="176" y="176"/>
                      </a:cubicBezTo>
                      <a:cubicBezTo>
                        <a:pt x="177" y="174"/>
                        <a:pt x="178" y="171"/>
                        <a:pt x="179" y="169"/>
                      </a:cubicBezTo>
                      <a:cubicBezTo>
                        <a:pt x="179" y="167"/>
                        <a:pt x="180" y="165"/>
                        <a:pt x="180" y="163"/>
                      </a:cubicBezTo>
                      <a:cubicBezTo>
                        <a:pt x="181" y="161"/>
                        <a:pt x="182" y="158"/>
                        <a:pt x="183" y="156"/>
                      </a:cubicBezTo>
                      <a:cubicBezTo>
                        <a:pt x="183" y="154"/>
                        <a:pt x="184" y="152"/>
                        <a:pt x="184" y="150"/>
                      </a:cubicBezTo>
                      <a:cubicBezTo>
                        <a:pt x="185" y="147"/>
                        <a:pt x="186" y="145"/>
                        <a:pt x="186" y="142"/>
                      </a:cubicBezTo>
                      <a:cubicBezTo>
                        <a:pt x="187" y="140"/>
                        <a:pt x="187" y="139"/>
                        <a:pt x="188" y="137"/>
                      </a:cubicBezTo>
                      <a:cubicBezTo>
                        <a:pt x="188" y="134"/>
                        <a:pt x="189" y="131"/>
                        <a:pt x="190" y="128"/>
                      </a:cubicBezTo>
                      <a:cubicBezTo>
                        <a:pt x="190" y="127"/>
                        <a:pt x="190" y="125"/>
                        <a:pt x="191" y="124"/>
                      </a:cubicBezTo>
                      <a:cubicBezTo>
                        <a:pt x="192" y="120"/>
                        <a:pt x="193" y="116"/>
                        <a:pt x="193" y="112"/>
                      </a:cubicBezTo>
                      <a:cubicBezTo>
                        <a:pt x="193" y="111"/>
                        <a:pt x="194" y="111"/>
                        <a:pt x="194" y="110"/>
                      </a:cubicBezTo>
                      <a:cubicBezTo>
                        <a:pt x="195" y="106"/>
                        <a:pt x="195" y="102"/>
                        <a:pt x="196" y="97"/>
                      </a:cubicBezTo>
                      <a:cubicBezTo>
                        <a:pt x="196" y="96"/>
                        <a:pt x="197" y="94"/>
                        <a:pt x="197" y="93"/>
                      </a:cubicBezTo>
                      <a:cubicBezTo>
                        <a:pt x="197" y="90"/>
                        <a:pt x="198" y="87"/>
                        <a:pt x="198" y="84"/>
                      </a:cubicBezTo>
                      <a:cubicBezTo>
                        <a:pt x="199" y="82"/>
                        <a:pt x="199" y="80"/>
                        <a:pt x="199" y="78"/>
                      </a:cubicBezTo>
                      <a:cubicBezTo>
                        <a:pt x="199" y="76"/>
                        <a:pt x="200" y="73"/>
                        <a:pt x="200" y="70"/>
                      </a:cubicBezTo>
                      <a:cubicBezTo>
                        <a:pt x="200" y="68"/>
                        <a:pt x="201" y="66"/>
                        <a:pt x="201" y="65"/>
                      </a:cubicBezTo>
                      <a:cubicBezTo>
                        <a:pt x="201" y="62"/>
                        <a:pt x="201" y="59"/>
                        <a:pt x="202" y="57"/>
                      </a:cubicBezTo>
                      <a:cubicBezTo>
                        <a:pt x="202" y="55"/>
                        <a:pt x="202" y="53"/>
                        <a:pt x="202" y="51"/>
                      </a:cubicBezTo>
                      <a:cubicBezTo>
                        <a:pt x="202" y="49"/>
                        <a:pt x="202" y="48"/>
                        <a:pt x="203" y="46"/>
                      </a:cubicBezTo>
                      <a:cubicBezTo>
                        <a:pt x="203" y="46"/>
                        <a:pt x="203" y="45"/>
                        <a:pt x="203" y="44"/>
                      </a:cubicBezTo>
                      <a:cubicBezTo>
                        <a:pt x="203" y="38"/>
                        <a:pt x="204" y="32"/>
                        <a:pt x="204" y="26"/>
                      </a:cubicBezTo>
                      <a:lnTo>
                        <a:pt x="204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" name="Freeform 669">
                  <a:extLst>
                    <a:ext uri="{FF2B5EF4-FFF2-40B4-BE49-F238E27FC236}">
                      <a16:creationId xmlns:a16="http://schemas.microsoft.com/office/drawing/2014/main" id="{1E56F056-549D-4798-9F21-3FCA6A0C82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8560" y="4618611"/>
                  <a:ext cx="255515" cy="311364"/>
                </a:xfrm>
                <a:custGeom>
                  <a:avLst/>
                  <a:gdLst>
                    <a:gd name="T0" fmla="*/ 183 w 183"/>
                    <a:gd name="T1" fmla="*/ 161 h 223"/>
                    <a:gd name="T2" fmla="*/ 183 w 183"/>
                    <a:gd name="T3" fmla="*/ 223 h 223"/>
                    <a:gd name="T4" fmla="*/ 0 w 183"/>
                    <a:gd name="T5" fmla="*/ 64 h 223"/>
                    <a:gd name="T6" fmla="*/ 0 w 183"/>
                    <a:gd name="T7" fmla="*/ 0 h 223"/>
                    <a:gd name="T8" fmla="*/ 183 w 183"/>
                    <a:gd name="T9" fmla="*/ 161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3" h="223">
                      <a:moveTo>
                        <a:pt x="183" y="161"/>
                      </a:moveTo>
                      <a:lnTo>
                        <a:pt x="183" y="223"/>
                      </a:lnTo>
                      <a:lnTo>
                        <a:pt x="0" y="64"/>
                      </a:lnTo>
                      <a:lnTo>
                        <a:pt x="0" y="0"/>
                      </a:lnTo>
                      <a:lnTo>
                        <a:pt x="183" y="161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0F0F49-AC04-49A1-8124-A65E42BBA440}"/>
                  </a:ext>
                </a:extLst>
              </p:cNvPr>
              <p:cNvSpPr txBox="1"/>
              <p:nvPr/>
            </p:nvSpPr>
            <p:spPr>
              <a:xfrm>
                <a:off x="7245884" y="3930187"/>
                <a:ext cx="105743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  <a:scene3d>
                  <a:camera prst="perspectiveRelaxed">
                    <a:rot lat="20400000" lon="0" rev="0"/>
                  </a:camera>
                  <a:lightRig rig="threePt" dir="t"/>
                </a:scene3d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rPr>
                  <a:t>03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7E053FB-47FC-4DCA-BCD6-3B04D740EE70}"/>
                </a:ext>
              </a:extLst>
            </p:cNvPr>
            <p:cNvGrpSpPr/>
            <p:nvPr/>
          </p:nvGrpSpPr>
          <p:grpSpPr>
            <a:xfrm>
              <a:off x="5886566" y="4405192"/>
              <a:ext cx="1820713" cy="1301308"/>
              <a:chOff x="5886566" y="4405192"/>
              <a:chExt cx="1820713" cy="130130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76E672C5-DA4C-4CB9-898B-01E4B1C0B9BE}"/>
                  </a:ext>
                </a:extLst>
              </p:cNvPr>
              <p:cNvGrpSpPr/>
              <p:nvPr/>
            </p:nvGrpSpPr>
            <p:grpSpPr>
              <a:xfrm>
                <a:off x="5886566" y="4405192"/>
                <a:ext cx="1820713" cy="1301308"/>
                <a:chOff x="5886566" y="4252792"/>
                <a:chExt cx="1820713" cy="1301308"/>
              </a:xfrm>
            </p:grpSpPr>
            <p:sp>
              <p:nvSpPr>
                <p:cNvPr id="34" name="Freeform 659">
                  <a:extLst>
                    <a:ext uri="{FF2B5EF4-FFF2-40B4-BE49-F238E27FC236}">
                      <a16:creationId xmlns:a16="http://schemas.microsoft.com/office/drawing/2014/main" id="{60F40CC3-5C56-4251-9F49-9CB24512B1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85081" y="4483174"/>
                  <a:ext cx="40492" cy="251326"/>
                </a:xfrm>
                <a:custGeom>
                  <a:avLst/>
                  <a:gdLst>
                    <a:gd name="T0" fmla="*/ 29 w 29"/>
                    <a:gd name="T1" fmla="*/ 0 h 180"/>
                    <a:gd name="T2" fmla="*/ 29 w 29"/>
                    <a:gd name="T3" fmla="*/ 62 h 180"/>
                    <a:gd name="T4" fmla="*/ 0 w 29"/>
                    <a:gd name="T5" fmla="*/ 180 h 180"/>
                    <a:gd name="T6" fmla="*/ 0 w 29"/>
                    <a:gd name="T7" fmla="*/ 119 h 180"/>
                    <a:gd name="T8" fmla="*/ 29 w 29"/>
                    <a:gd name="T9" fmla="*/ 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180">
                      <a:moveTo>
                        <a:pt x="29" y="0"/>
                      </a:moveTo>
                      <a:lnTo>
                        <a:pt x="29" y="62"/>
                      </a:lnTo>
                      <a:lnTo>
                        <a:pt x="0" y="180"/>
                      </a:lnTo>
                      <a:lnTo>
                        <a:pt x="0" y="119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" name="Freeform 671">
                  <a:extLst>
                    <a:ext uri="{FF2B5EF4-FFF2-40B4-BE49-F238E27FC236}">
                      <a16:creationId xmlns:a16="http://schemas.microsoft.com/office/drawing/2014/main" id="{74BF98C3-C7CD-48F9-8AD5-230C60B672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86566" y="4983032"/>
                  <a:ext cx="205250" cy="201060"/>
                </a:xfrm>
                <a:custGeom>
                  <a:avLst/>
                  <a:gdLst>
                    <a:gd name="T0" fmla="*/ 147 w 147"/>
                    <a:gd name="T1" fmla="*/ 83 h 144"/>
                    <a:gd name="T2" fmla="*/ 147 w 147"/>
                    <a:gd name="T3" fmla="*/ 144 h 144"/>
                    <a:gd name="T4" fmla="*/ 0 w 147"/>
                    <a:gd name="T5" fmla="*/ 61 h 144"/>
                    <a:gd name="T6" fmla="*/ 0 w 147"/>
                    <a:gd name="T7" fmla="*/ 0 h 144"/>
                    <a:gd name="T8" fmla="*/ 147 w 147"/>
                    <a:gd name="T9" fmla="*/ 83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144">
                      <a:moveTo>
                        <a:pt x="147" y="83"/>
                      </a:moveTo>
                      <a:lnTo>
                        <a:pt x="147" y="144"/>
                      </a:lnTo>
                      <a:lnTo>
                        <a:pt x="0" y="61"/>
                      </a:lnTo>
                      <a:lnTo>
                        <a:pt x="0" y="0"/>
                      </a:lnTo>
                      <a:lnTo>
                        <a:pt x="147" y="83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" name="Freeform 674">
                  <a:extLst>
                    <a:ext uri="{FF2B5EF4-FFF2-40B4-BE49-F238E27FC236}">
                      <a16:creationId xmlns:a16="http://schemas.microsoft.com/office/drawing/2014/main" id="{29C4D1A7-05DB-4E62-A8BE-75B33BB4D6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86566" y="4252792"/>
                  <a:ext cx="1820713" cy="1213344"/>
                </a:xfrm>
                <a:custGeom>
                  <a:avLst/>
                  <a:gdLst>
                    <a:gd name="T0" fmla="*/ 326 w 551"/>
                    <a:gd name="T1" fmla="*/ 0 h 367"/>
                    <a:gd name="T2" fmla="*/ 405 w 551"/>
                    <a:gd name="T3" fmla="*/ 70 h 367"/>
                    <a:gd name="T4" fmla="*/ 393 w 551"/>
                    <a:gd name="T5" fmla="*/ 120 h 367"/>
                    <a:gd name="T6" fmla="*/ 401 w 551"/>
                    <a:gd name="T7" fmla="*/ 145 h 367"/>
                    <a:gd name="T8" fmla="*/ 423 w 551"/>
                    <a:gd name="T9" fmla="*/ 154 h 367"/>
                    <a:gd name="T10" fmla="*/ 430 w 551"/>
                    <a:gd name="T11" fmla="*/ 153 h 367"/>
                    <a:gd name="T12" fmla="*/ 487 w 551"/>
                    <a:gd name="T13" fmla="*/ 142 h 367"/>
                    <a:gd name="T14" fmla="*/ 551 w 551"/>
                    <a:gd name="T15" fmla="*/ 198 h 367"/>
                    <a:gd name="T16" fmla="*/ 343 w 551"/>
                    <a:gd name="T17" fmla="*/ 318 h 367"/>
                    <a:gd name="T18" fmla="*/ 65 w 551"/>
                    <a:gd name="T19" fmla="*/ 367 h 367"/>
                    <a:gd name="T20" fmla="*/ 62 w 551"/>
                    <a:gd name="T21" fmla="*/ 367 h 367"/>
                    <a:gd name="T22" fmla="*/ 62 w 551"/>
                    <a:gd name="T23" fmla="*/ 256 h 367"/>
                    <a:gd name="T24" fmla="*/ 0 w 551"/>
                    <a:gd name="T25" fmla="*/ 221 h 367"/>
                    <a:gd name="T26" fmla="*/ 62 w 551"/>
                    <a:gd name="T27" fmla="*/ 186 h 367"/>
                    <a:gd name="T28" fmla="*/ 62 w 551"/>
                    <a:gd name="T29" fmla="*/ 87 h 367"/>
                    <a:gd name="T30" fmla="*/ 65 w 551"/>
                    <a:gd name="T31" fmla="*/ 87 h 367"/>
                    <a:gd name="T32" fmla="*/ 326 w 551"/>
                    <a:gd name="T33" fmla="*/ 0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51" h="367">
                      <a:moveTo>
                        <a:pt x="326" y="0"/>
                      </a:moveTo>
                      <a:cubicBezTo>
                        <a:pt x="405" y="70"/>
                        <a:pt x="405" y="70"/>
                        <a:pt x="405" y="70"/>
                      </a:cubicBezTo>
                      <a:cubicBezTo>
                        <a:pt x="393" y="120"/>
                        <a:pt x="393" y="120"/>
                        <a:pt x="393" y="120"/>
                      </a:cubicBezTo>
                      <a:cubicBezTo>
                        <a:pt x="390" y="129"/>
                        <a:pt x="394" y="139"/>
                        <a:pt x="401" y="145"/>
                      </a:cubicBezTo>
                      <a:cubicBezTo>
                        <a:pt x="407" y="151"/>
                        <a:pt x="415" y="154"/>
                        <a:pt x="423" y="154"/>
                      </a:cubicBezTo>
                      <a:cubicBezTo>
                        <a:pt x="425" y="154"/>
                        <a:pt x="428" y="153"/>
                        <a:pt x="430" y="153"/>
                      </a:cubicBezTo>
                      <a:cubicBezTo>
                        <a:pt x="487" y="142"/>
                        <a:pt x="487" y="142"/>
                        <a:pt x="487" y="142"/>
                      </a:cubicBezTo>
                      <a:cubicBezTo>
                        <a:pt x="551" y="198"/>
                        <a:pt x="551" y="198"/>
                        <a:pt x="551" y="198"/>
                      </a:cubicBezTo>
                      <a:cubicBezTo>
                        <a:pt x="490" y="249"/>
                        <a:pt x="420" y="289"/>
                        <a:pt x="343" y="318"/>
                      </a:cubicBezTo>
                      <a:cubicBezTo>
                        <a:pt x="255" y="351"/>
                        <a:pt x="161" y="367"/>
                        <a:pt x="65" y="367"/>
                      </a:cubicBezTo>
                      <a:cubicBezTo>
                        <a:pt x="64" y="367"/>
                        <a:pt x="63" y="367"/>
                        <a:pt x="62" y="367"/>
                      </a:cubicBezTo>
                      <a:cubicBezTo>
                        <a:pt x="62" y="256"/>
                        <a:pt x="62" y="256"/>
                        <a:pt x="62" y="256"/>
                      </a:cubicBezTo>
                      <a:cubicBezTo>
                        <a:pt x="0" y="221"/>
                        <a:pt x="0" y="221"/>
                        <a:pt x="0" y="221"/>
                      </a:cubicBezTo>
                      <a:cubicBezTo>
                        <a:pt x="62" y="186"/>
                        <a:pt x="62" y="186"/>
                        <a:pt x="62" y="186"/>
                      </a:cubicBezTo>
                      <a:cubicBezTo>
                        <a:pt x="62" y="87"/>
                        <a:pt x="62" y="87"/>
                        <a:pt x="62" y="87"/>
                      </a:cubicBezTo>
                      <a:cubicBezTo>
                        <a:pt x="63" y="87"/>
                        <a:pt x="64" y="87"/>
                        <a:pt x="65" y="87"/>
                      </a:cubicBezTo>
                      <a:cubicBezTo>
                        <a:pt x="165" y="87"/>
                        <a:pt x="256" y="54"/>
                        <a:pt x="32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" name="Freeform 105">
                  <a:extLst>
                    <a:ext uri="{FF2B5EF4-FFF2-40B4-BE49-F238E27FC236}">
                      <a16:creationId xmlns:a16="http://schemas.microsoft.com/office/drawing/2014/main" id="{A8510F2D-43AF-4099-B6B0-830B908C03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91815" y="4906238"/>
                  <a:ext cx="1615464" cy="647862"/>
                </a:xfrm>
                <a:custGeom>
                  <a:avLst/>
                  <a:gdLst>
                    <a:gd name="connsiteX0" fmla="*/ 1686492 w 1686492"/>
                    <a:gd name="connsiteY0" fmla="*/ 0 h 676347"/>
                    <a:gd name="connsiteX1" fmla="*/ 1686492 w 1686492"/>
                    <a:gd name="connsiteY1" fmla="*/ 93642 h 676347"/>
                    <a:gd name="connsiteX2" fmla="*/ 1676288 w 1686492"/>
                    <a:gd name="connsiteY2" fmla="*/ 100578 h 676347"/>
                    <a:gd name="connsiteX3" fmla="*/ 1676288 w 1686492"/>
                    <a:gd name="connsiteY3" fmla="*/ 99944 h 676347"/>
                    <a:gd name="connsiteX4" fmla="*/ 1183059 w 1686492"/>
                    <a:gd name="connsiteY4" fmla="*/ 414032 h 676347"/>
                    <a:gd name="connsiteX5" fmla="*/ 969212 w 1686492"/>
                    <a:gd name="connsiteY5" fmla="*/ 503771 h 676347"/>
                    <a:gd name="connsiteX6" fmla="*/ 603601 w 1686492"/>
                    <a:gd name="connsiteY6" fmla="*/ 610768 h 676347"/>
                    <a:gd name="connsiteX7" fmla="*/ 10347 w 1686492"/>
                    <a:gd name="connsiteY7" fmla="*/ 676347 h 676347"/>
                    <a:gd name="connsiteX8" fmla="*/ 0 w 1686492"/>
                    <a:gd name="connsiteY8" fmla="*/ 676347 h 676347"/>
                    <a:gd name="connsiteX9" fmla="*/ 0 w 1686492"/>
                    <a:gd name="connsiteY9" fmla="*/ 583156 h 676347"/>
                    <a:gd name="connsiteX10" fmla="*/ 10347 w 1686492"/>
                    <a:gd name="connsiteY10" fmla="*/ 583156 h 676347"/>
                    <a:gd name="connsiteX11" fmla="*/ 603601 w 1686492"/>
                    <a:gd name="connsiteY11" fmla="*/ 521029 h 676347"/>
                    <a:gd name="connsiteX12" fmla="*/ 969212 w 1686492"/>
                    <a:gd name="connsiteY12" fmla="*/ 414032 h 676347"/>
                    <a:gd name="connsiteX13" fmla="*/ 1183059 w 1686492"/>
                    <a:gd name="connsiteY13" fmla="*/ 320841 h 676347"/>
                    <a:gd name="connsiteX14" fmla="*/ 1676288 w 1686492"/>
                    <a:gd name="connsiteY14" fmla="*/ 10204 h 676347"/>
                    <a:gd name="connsiteX15" fmla="*/ 1676288 w 1686492"/>
                    <a:gd name="connsiteY15" fmla="*/ 10405 h 676347"/>
                    <a:gd name="connsiteX16" fmla="*/ 1686492 w 1686492"/>
                    <a:gd name="connsiteY16" fmla="*/ 0 h 676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686492" h="676347">
                      <a:moveTo>
                        <a:pt x="1686492" y="0"/>
                      </a:moveTo>
                      <a:cubicBezTo>
                        <a:pt x="1686492" y="93642"/>
                        <a:pt x="1686492" y="93642"/>
                        <a:pt x="1686492" y="93642"/>
                      </a:cubicBezTo>
                      <a:cubicBezTo>
                        <a:pt x="1683091" y="93642"/>
                        <a:pt x="1679690" y="97110"/>
                        <a:pt x="1676288" y="100578"/>
                      </a:cubicBezTo>
                      <a:lnTo>
                        <a:pt x="1676288" y="99944"/>
                      </a:lnTo>
                      <a:cubicBezTo>
                        <a:pt x="1527974" y="224198"/>
                        <a:pt x="1362415" y="327744"/>
                        <a:pt x="1183059" y="414032"/>
                      </a:cubicBezTo>
                      <a:cubicBezTo>
                        <a:pt x="1114076" y="445096"/>
                        <a:pt x="1041644" y="476159"/>
                        <a:pt x="969212" y="503771"/>
                      </a:cubicBezTo>
                      <a:cubicBezTo>
                        <a:pt x="848491" y="548641"/>
                        <a:pt x="727771" y="583156"/>
                        <a:pt x="603601" y="610768"/>
                      </a:cubicBezTo>
                      <a:cubicBezTo>
                        <a:pt x="410449" y="652187"/>
                        <a:pt x="213847" y="676347"/>
                        <a:pt x="10347" y="676347"/>
                      </a:cubicBezTo>
                      <a:cubicBezTo>
                        <a:pt x="6898" y="676347"/>
                        <a:pt x="3449" y="676347"/>
                        <a:pt x="0" y="676347"/>
                      </a:cubicBezTo>
                      <a:cubicBezTo>
                        <a:pt x="0" y="676347"/>
                        <a:pt x="0" y="676347"/>
                        <a:pt x="0" y="583156"/>
                      </a:cubicBezTo>
                      <a:cubicBezTo>
                        <a:pt x="3449" y="583156"/>
                        <a:pt x="6898" y="583156"/>
                        <a:pt x="10347" y="583156"/>
                      </a:cubicBezTo>
                      <a:cubicBezTo>
                        <a:pt x="213847" y="583156"/>
                        <a:pt x="410449" y="562447"/>
                        <a:pt x="603601" y="521029"/>
                      </a:cubicBezTo>
                      <a:cubicBezTo>
                        <a:pt x="727771" y="493417"/>
                        <a:pt x="848491" y="458902"/>
                        <a:pt x="969212" y="414032"/>
                      </a:cubicBezTo>
                      <a:cubicBezTo>
                        <a:pt x="1041644" y="386420"/>
                        <a:pt x="1114076" y="355356"/>
                        <a:pt x="1183059" y="320841"/>
                      </a:cubicBezTo>
                      <a:cubicBezTo>
                        <a:pt x="1362415" y="238004"/>
                        <a:pt x="1527974" y="131007"/>
                        <a:pt x="1676288" y="10204"/>
                      </a:cubicBezTo>
                      <a:lnTo>
                        <a:pt x="1676288" y="10405"/>
                      </a:lnTo>
                      <a:cubicBezTo>
                        <a:pt x="1679690" y="6937"/>
                        <a:pt x="1683091" y="3468"/>
                        <a:pt x="1686492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6350">
                  <a:noFill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C5408F3-3E67-41DC-B625-9C205B6EF505}"/>
                  </a:ext>
                </a:extLst>
              </p:cNvPr>
              <p:cNvSpPr txBox="1"/>
              <p:nvPr/>
            </p:nvSpPr>
            <p:spPr>
              <a:xfrm>
                <a:off x="6187940" y="4719549"/>
                <a:ext cx="105743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  <a:scene3d>
                  <a:camera prst="perspectiveRelaxed">
                    <a:rot lat="20400000" lon="0" rev="0"/>
                  </a:camera>
                  <a:lightRig rig="threePt" dir="t"/>
                </a:scene3d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rPr>
                  <a:t>04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03A7381-07DE-44E2-BF6F-62EFCC947E2A}"/>
                </a:ext>
              </a:extLst>
            </p:cNvPr>
            <p:cNvGrpSpPr/>
            <p:nvPr/>
          </p:nvGrpSpPr>
          <p:grpSpPr>
            <a:xfrm>
              <a:off x="4488912" y="1456300"/>
              <a:ext cx="1820715" cy="1302704"/>
              <a:chOff x="4488912" y="1456300"/>
              <a:chExt cx="1820715" cy="1302704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ECDC884B-6404-43FE-B414-AF7B1785FE49}"/>
                  </a:ext>
                </a:extLst>
              </p:cNvPr>
              <p:cNvGrpSpPr/>
              <p:nvPr/>
            </p:nvGrpSpPr>
            <p:grpSpPr>
              <a:xfrm>
                <a:off x="4488912" y="1456300"/>
                <a:ext cx="1820715" cy="1302704"/>
                <a:chOff x="4488912" y="1303900"/>
                <a:chExt cx="1820715" cy="1302704"/>
              </a:xfrm>
            </p:grpSpPr>
            <p:sp>
              <p:nvSpPr>
                <p:cNvPr id="41" name="Freeform 630">
                  <a:extLst>
                    <a:ext uri="{FF2B5EF4-FFF2-40B4-BE49-F238E27FC236}">
                      <a16:creationId xmlns:a16="http://schemas.microsoft.com/office/drawing/2014/main" id="{0AAE884D-2ACF-473D-A9FB-A405272C4F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04377" y="1792589"/>
                  <a:ext cx="205250" cy="205250"/>
                </a:xfrm>
                <a:custGeom>
                  <a:avLst/>
                  <a:gdLst>
                    <a:gd name="T0" fmla="*/ 147 w 147"/>
                    <a:gd name="T1" fmla="*/ 0 h 147"/>
                    <a:gd name="T2" fmla="*/ 147 w 147"/>
                    <a:gd name="T3" fmla="*/ 64 h 147"/>
                    <a:gd name="T4" fmla="*/ 0 w 147"/>
                    <a:gd name="T5" fmla="*/ 147 h 147"/>
                    <a:gd name="T6" fmla="*/ 0 w 147"/>
                    <a:gd name="T7" fmla="*/ 83 h 147"/>
                    <a:gd name="T8" fmla="*/ 147 w 147"/>
                    <a:gd name="T9" fmla="*/ 0 h 1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147">
                      <a:moveTo>
                        <a:pt x="147" y="0"/>
                      </a:moveTo>
                      <a:lnTo>
                        <a:pt x="147" y="64"/>
                      </a:lnTo>
                      <a:lnTo>
                        <a:pt x="0" y="147"/>
                      </a:lnTo>
                      <a:lnTo>
                        <a:pt x="0" y="83"/>
                      </a:lnTo>
                      <a:lnTo>
                        <a:pt x="147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" name="Freeform 631">
                  <a:extLst>
                    <a:ext uri="{FF2B5EF4-FFF2-40B4-BE49-F238E27FC236}">
                      <a16:creationId xmlns:a16="http://schemas.microsoft.com/office/drawing/2014/main" id="{858B4380-659C-45DF-9F5E-98ED829AFD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8912" y="1862401"/>
                  <a:ext cx="210834" cy="273666"/>
                </a:xfrm>
                <a:custGeom>
                  <a:avLst/>
                  <a:gdLst>
                    <a:gd name="T0" fmla="*/ 151 w 151"/>
                    <a:gd name="T1" fmla="*/ 135 h 196"/>
                    <a:gd name="T2" fmla="*/ 151 w 151"/>
                    <a:gd name="T3" fmla="*/ 196 h 196"/>
                    <a:gd name="T4" fmla="*/ 0 w 151"/>
                    <a:gd name="T5" fmla="*/ 61 h 196"/>
                    <a:gd name="T6" fmla="*/ 0 w 151"/>
                    <a:gd name="T7" fmla="*/ 0 h 196"/>
                    <a:gd name="T8" fmla="*/ 151 w 151"/>
                    <a:gd name="T9" fmla="*/ 135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1" h="196">
                      <a:moveTo>
                        <a:pt x="151" y="135"/>
                      </a:moveTo>
                      <a:lnTo>
                        <a:pt x="151" y="196"/>
                      </a:lnTo>
                      <a:lnTo>
                        <a:pt x="0" y="61"/>
                      </a:lnTo>
                      <a:lnTo>
                        <a:pt x="0" y="0"/>
                      </a:lnTo>
                      <a:lnTo>
                        <a:pt x="151" y="135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3" name="Freeform 632">
                  <a:extLst>
                    <a:ext uri="{FF2B5EF4-FFF2-40B4-BE49-F238E27FC236}">
                      <a16:creationId xmlns:a16="http://schemas.microsoft.com/office/drawing/2014/main" id="{89085C9E-7973-4E5A-AAC3-F9CDC5992B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9746" y="2010404"/>
                  <a:ext cx="314158" cy="175928"/>
                </a:xfrm>
                <a:custGeom>
                  <a:avLst/>
                  <a:gdLst>
                    <a:gd name="T0" fmla="*/ 86 w 95"/>
                    <a:gd name="T1" fmla="*/ 8 h 53"/>
                    <a:gd name="T2" fmla="*/ 64 w 95"/>
                    <a:gd name="T3" fmla="*/ 0 h 53"/>
                    <a:gd name="T4" fmla="*/ 57 w 95"/>
                    <a:gd name="T5" fmla="*/ 0 h 53"/>
                    <a:gd name="T6" fmla="*/ 0 w 95"/>
                    <a:gd name="T7" fmla="*/ 12 h 53"/>
                    <a:gd name="T8" fmla="*/ 0 w 95"/>
                    <a:gd name="T9" fmla="*/ 38 h 53"/>
                    <a:gd name="T10" fmla="*/ 57 w 95"/>
                    <a:gd name="T11" fmla="*/ 27 h 53"/>
                    <a:gd name="T12" fmla="*/ 64 w 95"/>
                    <a:gd name="T13" fmla="*/ 26 h 53"/>
                    <a:gd name="T14" fmla="*/ 86 w 95"/>
                    <a:gd name="T15" fmla="*/ 34 h 53"/>
                    <a:gd name="T16" fmla="*/ 95 w 95"/>
                    <a:gd name="T17" fmla="*/ 53 h 53"/>
                    <a:gd name="T18" fmla="*/ 95 w 95"/>
                    <a:gd name="T19" fmla="*/ 27 h 53"/>
                    <a:gd name="T20" fmla="*/ 86 w 95"/>
                    <a:gd name="T21" fmla="*/ 8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95" h="53">
                      <a:moveTo>
                        <a:pt x="86" y="8"/>
                      </a:moveTo>
                      <a:cubicBezTo>
                        <a:pt x="80" y="2"/>
                        <a:pt x="72" y="0"/>
                        <a:pt x="64" y="0"/>
                      </a:cubicBezTo>
                      <a:cubicBezTo>
                        <a:pt x="61" y="0"/>
                        <a:pt x="59" y="0"/>
                        <a:pt x="57" y="0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57" y="27"/>
                        <a:pt x="57" y="27"/>
                        <a:pt x="57" y="27"/>
                      </a:cubicBezTo>
                      <a:cubicBezTo>
                        <a:pt x="59" y="26"/>
                        <a:pt x="61" y="26"/>
                        <a:pt x="64" y="26"/>
                      </a:cubicBezTo>
                      <a:cubicBezTo>
                        <a:pt x="72" y="26"/>
                        <a:pt x="80" y="29"/>
                        <a:pt x="86" y="34"/>
                      </a:cubicBezTo>
                      <a:cubicBezTo>
                        <a:pt x="92" y="39"/>
                        <a:pt x="95" y="46"/>
                        <a:pt x="95" y="53"/>
                      </a:cubicBezTo>
                      <a:cubicBezTo>
                        <a:pt x="95" y="27"/>
                        <a:pt x="95" y="27"/>
                        <a:pt x="95" y="27"/>
                      </a:cubicBezTo>
                      <a:cubicBezTo>
                        <a:pt x="95" y="20"/>
                        <a:pt x="92" y="13"/>
                        <a:pt x="86" y="8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4" name="Freeform 637">
                  <a:extLst>
                    <a:ext uri="{FF2B5EF4-FFF2-40B4-BE49-F238E27FC236}">
                      <a16:creationId xmlns:a16="http://schemas.microsoft.com/office/drawing/2014/main" id="{54D9F6FC-7B79-4D57-8022-6552F2C065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1719" y="2229616"/>
                  <a:ext cx="872659" cy="376988"/>
                </a:xfrm>
                <a:custGeom>
                  <a:avLst/>
                  <a:gdLst>
                    <a:gd name="T0" fmla="*/ 244 w 264"/>
                    <a:gd name="T1" fmla="*/ 1 h 114"/>
                    <a:gd name="T2" fmla="*/ 224 w 264"/>
                    <a:gd name="T3" fmla="*/ 2 h 114"/>
                    <a:gd name="T4" fmla="*/ 208 w 264"/>
                    <a:gd name="T5" fmla="*/ 3 h 114"/>
                    <a:gd name="T6" fmla="*/ 188 w 264"/>
                    <a:gd name="T7" fmla="*/ 6 h 114"/>
                    <a:gd name="T8" fmla="*/ 172 w 264"/>
                    <a:gd name="T9" fmla="*/ 9 h 114"/>
                    <a:gd name="T10" fmla="*/ 166 w 264"/>
                    <a:gd name="T11" fmla="*/ 10 h 114"/>
                    <a:gd name="T12" fmla="*/ 151 w 264"/>
                    <a:gd name="T13" fmla="*/ 14 h 114"/>
                    <a:gd name="T14" fmla="*/ 134 w 264"/>
                    <a:gd name="T15" fmla="*/ 19 h 114"/>
                    <a:gd name="T16" fmla="*/ 119 w 264"/>
                    <a:gd name="T17" fmla="*/ 24 h 114"/>
                    <a:gd name="T18" fmla="*/ 100 w 264"/>
                    <a:gd name="T19" fmla="*/ 30 h 114"/>
                    <a:gd name="T20" fmla="*/ 86 w 264"/>
                    <a:gd name="T21" fmla="*/ 36 h 114"/>
                    <a:gd name="T22" fmla="*/ 72 w 264"/>
                    <a:gd name="T23" fmla="*/ 43 h 114"/>
                    <a:gd name="T24" fmla="*/ 58 w 264"/>
                    <a:gd name="T25" fmla="*/ 50 h 114"/>
                    <a:gd name="T26" fmla="*/ 42 w 264"/>
                    <a:gd name="T27" fmla="*/ 59 h 114"/>
                    <a:gd name="T28" fmla="*/ 28 w 264"/>
                    <a:gd name="T29" fmla="*/ 67 h 114"/>
                    <a:gd name="T30" fmla="*/ 14 w 264"/>
                    <a:gd name="T31" fmla="*/ 77 h 114"/>
                    <a:gd name="T32" fmla="*/ 0 w 264"/>
                    <a:gd name="T33" fmla="*/ 87 h 114"/>
                    <a:gd name="T34" fmla="*/ 12 w 264"/>
                    <a:gd name="T35" fmla="*/ 105 h 114"/>
                    <a:gd name="T36" fmla="*/ 27 w 264"/>
                    <a:gd name="T37" fmla="*/ 95 h 114"/>
                    <a:gd name="T38" fmla="*/ 40 w 264"/>
                    <a:gd name="T39" fmla="*/ 86 h 114"/>
                    <a:gd name="T40" fmla="*/ 55 w 264"/>
                    <a:gd name="T41" fmla="*/ 78 h 114"/>
                    <a:gd name="T42" fmla="*/ 70 w 264"/>
                    <a:gd name="T43" fmla="*/ 70 h 114"/>
                    <a:gd name="T44" fmla="*/ 86 w 264"/>
                    <a:gd name="T45" fmla="*/ 63 h 114"/>
                    <a:gd name="T46" fmla="*/ 100 w 264"/>
                    <a:gd name="T47" fmla="*/ 57 h 114"/>
                    <a:gd name="T48" fmla="*/ 119 w 264"/>
                    <a:gd name="T49" fmla="*/ 50 h 114"/>
                    <a:gd name="T50" fmla="*/ 134 w 264"/>
                    <a:gd name="T51" fmla="*/ 45 h 114"/>
                    <a:gd name="T52" fmla="*/ 151 w 264"/>
                    <a:gd name="T53" fmla="*/ 40 h 114"/>
                    <a:gd name="T54" fmla="*/ 169 w 264"/>
                    <a:gd name="T55" fmla="*/ 36 h 114"/>
                    <a:gd name="T56" fmla="*/ 186 w 264"/>
                    <a:gd name="T57" fmla="*/ 33 h 114"/>
                    <a:gd name="T58" fmla="*/ 204 w 264"/>
                    <a:gd name="T59" fmla="*/ 30 h 114"/>
                    <a:gd name="T60" fmla="*/ 223 w 264"/>
                    <a:gd name="T61" fmla="*/ 28 h 114"/>
                    <a:gd name="T62" fmla="*/ 240 w 264"/>
                    <a:gd name="T63" fmla="*/ 27 h 114"/>
                    <a:gd name="T64" fmla="*/ 261 w 264"/>
                    <a:gd name="T65" fmla="*/ 27 h 114"/>
                    <a:gd name="T66" fmla="*/ 264 w 264"/>
                    <a:gd name="T67" fmla="*/ 0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264" h="114">
                      <a:moveTo>
                        <a:pt x="261" y="0"/>
                      </a:moveTo>
                      <a:cubicBezTo>
                        <a:pt x="255" y="0"/>
                        <a:pt x="250" y="0"/>
                        <a:pt x="244" y="1"/>
                      </a:cubicBezTo>
                      <a:cubicBezTo>
                        <a:pt x="243" y="1"/>
                        <a:pt x="242" y="1"/>
                        <a:pt x="240" y="1"/>
                      </a:cubicBezTo>
                      <a:cubicBezTo>
                        <a:pt x="235" y="1"/>
                        <a:pt x="229" y="1"/>
                        <a:pt x="224" y="2"/>
                      </a:cubicBezTo>
                      <a:cubicBezTo>
                        <a:pt x="224" y="2"/>
                        <a:pt x="223" y="2"/>
                        <a:pt x="223" y="2"/>
                      </a:cubicBezTo>
                      <a:cubicBezTo>
                        <a:pt x="218" y="2"/>
                        <a:pt x="213" y="3"/>
                        <a:pt x="208" y="3"/>
                      </a:cubicBezTo>
                      <a:cubicBezTo>
                        <a:pt x="206" y="4"/>
                        <a:pt x="205" y="4"/>
                        <a:pt x="204" y="4"/>
                      </a:cubicBezTo>
                      <a:cubicBezTo>
                        <a:pt x="199" y="5"/>
                        <a:pt x="193" y="5"/>
                        <a:pt x="188" y="6"/>
                      </a:cubicBezTo>
                      <a:cubicBezTo>
                        <a:pt x="188" y="6"/>
                        <a:pt x="187" y="6"/>
                        <a:pt x="186" y="7"/>
                      </a:cubicBezTo>
                      <a:cubicBezTo>
                        <a:pt x="182" y="7"/>
                        <a:pt x="177" y="8"/>
                        <a:pt x="172" y="9"/>
                      </a:cubicBezTo>
                      <a:cubicBezTo>
                        <a:pt x="171" y="9"/>
                        <a:pt x="170" y="10"/>
                        <a:pt x="169" y="10"/>
                      </a:cubicBezTo>
                      <a:cubicBezTo>
                        <a:pt x="168" y="10"/>
                        <a:pt x="167" y="10"/>
                        <a:pt x="166" y="10"/>
                      </a:cubicBezTo>
                      <a:cubicBezTo>
                        <a:pt x="162" y="11"/>
                        <a:pt x="157" y="12"/>
                        <a:pt x="153" y="13"/>
                      </a:cubicBezTo>
                      <a:cubicBezTo>
                        <a:pt x="153" y="14"/>
                        <a:pt x="152" y="14"/>
                        <a:pt x="151" y="14"/>
                      </a:cubicBezTo>
                      <a:cubicBezTo>
                        <a:pt x="147" y="15"/>
                        <a:pt x="142" y="16"/>
                        <a:pt x="138" y="18"/>
                      </a:cubicBezTo>
                      <a:cubicBezTo>
                        <a:pt x="136" y="18"/>
                        <a:pt x="135" y="18"/>
                        <a:pt x="134" y="19"/>
                      </a:cubicBezTo>
                      <a:cubicBezTo>
                        <a:pt x="129" y="20"/>
                        <a:pt x="125" y="22"/>
                        <a:pt x="121" y="23"/>
                      </a:cubicBezTo>
                      <a:cubicBezTo>
                        <a:pt x="120" y="23"/>
                        <a:pt x="119" y="23"/>
                        <a:pt x="119" y="24"/>
                      </a:cubicBezTo>
                      <a:cubicBezTo>
                        <a:pt x="114" y="25"/>
                        <a:pt x="109" y="27"/>
                        <a:pt x="104" y="29"/>
                      </a:cubicBezTo>
                      <a:cubicBezTo>
                        <a:pt x="103" y="29"/>
                        <a:pt x="102" y="30"/>
                        <a:pt x="100" y="30"/>
                      </a:cubicBezTo>
                      <a:cubicBezTo>
                        <a:pt x="97" y="32"/>
                        <a:pt x="93" y="33"/>
                        <a:pt x="89" y="35"/>
                      </a:cubicBezTo>
                      <a:cubicBezTo>
                        <a:pt x="88" y="36"/>
                        <a:pt x="87" y="36"/>
                        <a:pt x="86" y="36"/>
                      </a:cubicBezTo>
                      <a:cubicBezTo>
                        <a:pt x="81" y="38"/>
                        <a:pt x="77" y="40"/>
                        <a:pt x="73" y="42"/>
                      </a:cubicBezTo>
                      <a:cubicBezTo>
                        <a:pt x="73" y="42"/>
                        <a:pt x="72" y="43"/>
                        <a:pt x="72" y="43"/>
                      </a:cubicBezTo>
                      <a:cubicBezTo>
                        <a:pt x="71" y="43"/>
                        <a:pt x="70" y="44"/>
                        <a:pt x="70" y="44"/>
                      </a:cubicBezTo>
                      <a:cubicBezTo>
                        <a:pt x="66" y="46"/>
                        <a:pt x="62" y="48"/>
                        <a:pt x="58" y="50"/>
                      </a:cubicBezTo>
                      <a:cubicBezTo>
                        <a:pt x="57" y="50"/>
                        <a:pt x="56" y="51"/>
                        <a:pt x="55" y="51"/>
                      </a:cubicBezTo>
                      <a:cubicBezTo>
                        <a:pt x="51" y="54"/>
                        <a:pt x="47" y="56"/>
                        <a:pt x="42" y="59"/>
                      </a:cubicBezTo>
                      <a:cubicBezTo>
                        <a:pt x="41" y="59"/>
                        <a:pt x="41" y="60"/>
                        <a:pt x="40" y="60"/>
                      </a:cubicBezTo>
                      <a:cubicBezTo>
                        <a:pt x="36" y="62"/>
                        <a:pt x="32" y="65"/>
                        <a:pt x="28" y="67"/>
                      </a:cubicBezTo>
                      <a:cubicBezTo>
                        <a:pt x="28" y="68"/>
                        <a:pt x="27" y="68"/>
                        <a:pt x="27" y="68"/>
                      </a:cubicBezTo>
                      <a:cubicBezTo>
                        <a:pt x="22" y="71"/>
                        <a:pt x="18" y="74"/>
                        <a:pt x="14" y="77"/>
                      </a:cubicBezTo>
                      <a:cubicBezTo>
                        <a:pt x="14" y="77"/>
                        <a:pt x="13" y="78"/>
                        <a:pt x="12" y="78"/>
                      </a:cubicBezTo>
                      <a:cubicBezTo>
                        <a:pt x="8" y="81"/>
                        <a:pt x="4" y="84"/>
                        <a:pt x="0" y="87"/>
                      </a:cubicBezTo>
                      <a:cubicBezTo>
                        <a:pt x="0" y="114"/>
                        <a:pt x="0" y="114"/>
                        <a:pt x="0" y="114"/>
                      </a:cubicBezTo>
                      <a:cubicBezTo>
                        <a:pt x="4" y="111"/>
                        <a:pt x="8" y="108"/>
                        <a:pt x="12" y="105"/>
                      </a:cubicBezTo>
                      <a:cubicBezTo>
                        <a:pt x="13" y="104"/>
                        <a:pt x="14" y="103"/>
                        <a:pt x="14" y="103"/>
                      </a:cubicBezTo>
                      <a:cubicBezTo>
                        <a:pt x="18" y="100"/>
                        <a:pt x="22" y="97"/>
                        <a:pt x="27" y="95"/>
                      </a:cubicBezTo>
                      <a:cubicBezTo>
                        <a:pt x="27" y="94"/>
                        <a:pt x="28" y="94"/>
                        <a:pt x="28" y="94"/>
                      </a:cubicBezTo>
                      <a:cubicBezTo>
                        <a:pt x="32" y="91"/>
                        <a:pt x="36" y="89"/>
                        <a:pt x="40" y="86"/>
                      </a:cubicBezTo>
                      <a:cubicBezTo>
                        <a:pt x="41" y="86"/>
                        <a:pt x="41" y="85"/>
                        <a:pt x="42" y="85"/>
                      </a:cubicBezTo>
                      <a:cubicBezTo>
                        <a:pt x="47" y="82"/>
                        <a:pt x="51" y="80"/>
                        <a:pt x="55" y="78"/>
                      </a:cubicBezTo>
                      <a:cubicBezTo>
                        <a:pt x="56" y="77"/>
                        <a:pt x="57" y="77"/>
                        <a:pt x="58" y="76"/>
                      </a:cubicBezTo>
                      <a:cubicBezTo>
                        <a:pt x="62" y="74"/>
                        <a:pt x="66" y="72"/>
                        <a:pt x="70" y="70"/>
                      </a:cubicBezTo>
                      <a:cubicBezTo>
                        <a:pt x="70" y="70"/>
                        <a:pt x="71" y="69"/>
                        <a:pt x="72" y="69"/>
                      </a:cubicBezTo>
                      <a:cubicBezTo>
                        <a:pt x="76" y="67"/>
                        <a:pt x="81" y="65"/>
                        <a:pt x="86" y="63"/>
                      </a:cubicBezTo>
                      <a:cubicBezTo>
                        <a:pt x="87" y="62"/>
                        <a:pt x="88" y="62"/>
                        <a:pt x="89" y="61"/>
                      </a:cubicBezTo>
                      <a:cubicBezTo>
                        <a:pt x="93" y="60"/>
                        <a:pt x="97" y="58"/>
                        <a:pt x="100" y="57"/>
                      </a:cubicBezTo>
                      <a:cubicBezTo>
                        <a:pt x="102" y="56"/>
                        <a:pt x="103" y="56"/>
                        <a:pt x="104" y="55"/>
                      </a:cubicBezTo>
                      <a:cubicBezTo>
                        <a:pt x="109" y="53"/>
                        <a:pt x="114" y="52"/>
                        <a:pt x="119" y="50"/>
                      </a:cubicBezTo>
                      <a:cubicBezTo>
                        <a:pt x="119" y="50"/>
                        <a:pt x="120" y="49"/>
                        <a:pt x="121" y="49"/>
                      </a:cubicBezTo>
                      <a:cubicBezTo>
                        <a:pt x="125" y="48"/>
                        <a:pt x="129" y="46"/>
                        <a:pt x="134" y="45"/>
                      </a:cubicBezTo>
                      <a:cubicBezTo>
                        <a:pt x="135" y="45"/>
                        <a:pt x="136" y="44"/>
                        <a:pt x="138" y="44"/>
                      </a:cubicBezTo>
                      <a:cubicBezTo>
                        <a:pt x="142" y="43"/>
                        <a:pt x="147" y="41"/>
                        <a:pt x="151" y="40"/>
                      </a:cubicBezTo>
                      <a:cubicBezTo>
                        <a:pt x="152" y="40"/>
                        <a:pt x="153" y="40"/>
                        <a:pt x="153" y="40"/>
                      </a:cubicBezTo>
                      <a:cubicBezTo>
                        <a:pt x="158" y="38"/>
                        <a:pt x="163" y="37"/>
                        <a:pt x="169" y="36"/>
                      </a:cubicBezTo>
                      <a:cubicBezTo>
                        <a:pt x="170" y="36"/>
                        <a:pt x="171" y="36"/>
                        <a:pt x="172" y="35"/>
                      </a:cubicBezTo>
                      <a:cubicBezTo>
                        <a:pt x="177" y="34"/>
                        <a:pt x="182" y="34"/>
                        <a:pt x="186" y="33"/>
                      </a:cubicBezTo>
                      <a:cubicBezTo>
                        <a:pt x="187" y="33"/>
                        <a:pt x="188" y="33"/>
                        <a:pt x="188" y="32"/>
                      </a:cubicBezTo>
                      <a:cubicBezTo>
                        <a:pt x="193" y="32"/>
                        <a:pt x="199" y="31"/>
                        <a:pt x="204" y="30"/>
                      </a:cubicBezTo>
                      <a:cubicBezTo>
                        <a:pt x="205" y="30"/>
                        <a:pt x="207" y="30"/>
                        <a:pt x="208" y="30"/>
                      </a:cubicBezTo>
                      <a:cubicBezTo>
                        <a:pt x="213" y="29"/>
                        <a:pt x="218" y="29"/>
                        <a:pt x="223" y="28"/>
                      </a:cubicBezTo>
                      <a:cubicBezTo>
                        <a:pt x="223" y="28"/>
                        <a:pt x="224" y="28"/>
                        <a:pt x="224" y="28"/>
                      </a:cubicBezTo>
                      <a:cubicBezTo>
                        <a:pt x="229" y="28"/>
                        <a:pt x="235" y="27"/>
                        <a:pt x="240" y="27"/>
                      </a:cubicBezTo>
                      <a:cubicBezTo>
                        <a:pt x="242" y="27"/>
                        <a:pt x="243" y="27"/>
                        <a:pt x="244" y="27"/>
                      </a:cubicBezTo>
                      <a:cubicBezTo>
                        <a:pt x="250" y="27"/>
                        <a:pt x="255" y="27"/>
                        <a:pt x="261" y="27"/>
                      </a:cubicBezTo>
                      <a:cubicBezTo>
                        <a:pt x="262" y="27"/>
                        <a:pt x="263" y="27"/>
                        <a:pt x="264" y="27"/>
                      </a:cubicBezTo>
                      <a:cubicBezTo>
                        <a:pt x="264" y="0"/>
                        <a:pt x="264" y="0"/>
                        <a:pt x="264" y="0"/>
                      </a:cubicBezTo>
                      <a:cubicBezTo>
                        <a:pt x="263" y="0"/>
                        <a:pt x="262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" name="Freeform 638">
                  <a:extLst>
                    <a:ext uri="{FF2B5EF4-FFF2-40B4-BE49-F238E27FC236}">
                      <a16:creationId xmlns:a16="http://schemas.microsoft.com/office/drawing/2014/main" id="{918F35CB-2721-45FA-AE5E-7326A774E3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0620" y="2285465"/>
                  <a:ext cx="261100" cy="321139"/>
                </a:xfrm>
                <a:custGeom>
                  <a:avLst/>
                  <a:gdLst>
                    <a:gd name="T0" fmla="*/ 187 w 187"/>
                    <a:gd name="T1" fmla="*/ 166 h 230"/>
                    <a:gd name="T2" fmla="*/ 187 w 187"/>
                    <a:gd name="T3" fmla="*/ 230 h 230"/>
                    <a:gd name="T4" fmla="*/ 0 w 187"/>
                    <a:gd name="T5" fmla="*/ 64 h 230"/>
                    <a:gd name="T6" fmla="*/ 0 w 187"/>
                    <a:gd name="T7" fmla="*/ 0 h 230"/>
                    <a:gd name="T8" fmla="*/ 187 w 187"/>
                    <a:gd name="T9" fmla="*/ 166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7" h="230">
                      <a:moveTo>
                        <a:pt x="187" y="166"/>
                      </a:moveTo>
                      <a:lnTo>
                        <a:pt x="187" y="230"/>
                      </a:lnTo>
                      <a:lnTo>
                        <a:pt x="0" y="64"/>
                      </a:lnTo>
                      <a:lnTo>
                        <a:pt x="0" y="0"/>
                      </a:lnTo>
                      <a:lnTo>
                        <a:pt x="187" y="166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6" name="Freeform 639">
                  <a:extLst>
                    <a:ext uri="{FF2B5EF4-FFF2-40B4-BE49-F238E27FC236}">
                      <a16:creationId xmlns:a16="http://schemas.microsoft.com/office/drawing/2014/main" id="{088FA163-C569-42ED-8A06-60E25008BA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8912" y="1303900"/>
                  <a:ext cx="1820714" cy="1213344"/>
                </a:xfrm>
                <a:custGeom>
                  <a:avLst/>
                  <a:gdLst>
                    <a:gd name="T0" fmla="*/ 486 w 551"/>
                    <a:gd name="T1" fmla="*/ 0 h 367"/>
                    <a:gd name="T2" fmla="*/ 489 w 551"/>
                    <a:gd name="T3" fmla="*/ 0 h 367"/>
                    <a:gd name="T4" fmla="*/ 489 w 551"/>
                    <a:gd name="T5" fmla="*/ 113 h 367"/>
                    <a:gd name="T6" fmla="*/ 551 w 551"/>
                    <a:gd name="T7" fmla="*/ 148 h 367"/>
                    <a:gd name="T8" fmla="*/ 489 w 551"/>
                    <a:gd name="T9" fmla="*/ 183 h 367"/>
                    <a:gd name="T10" fmla="*/ 489 w 551"/>
                    <a:gd name="T11" fmla="*/ 280 h 367"/>
                    <a:gd name="T12" fmla="*/ 486 w 551"/>
                    <a:gd name="T13" fmla="*/ 280 h 367"/>
                    <a:gd name="T14" fmla="*/ 225 w 551"/>
                    <a:gd name="T15" fmla="*/ 367 h 367"/>
                    <a:gd name="T16" fmla="*/ 146 w 551"/>
                    <a:gd name="T17" fmla="*/ 297 h 367"/>
                    <a:gd name="T18" fmla="*/ 158 w 551"/>
                    <a:gd name="T19" fmla="*/ 247 h 367"/>
                    <a:gd name="T20" fmla="*/ 150 w 551"/>
                    <a:gd name="T21" fmla="*/ 222 h 367"/>
                    <a:gd name="T22" fmla="*/ 128 w 551"/>
                    <a:gd name="T23" fmla="*/ 214 h 367"/>
                    <a:gd name="T24" fmla="*/ 121 w 551"/>
                    <a:gd name="T25" fmla="*/ 214 h 367"/>
                    <a:gd name="T26" fmla="*/ 64 w 551"/>
                    <a:gd name="T27" fmla="*/ 226 h 367"/>
                    <a:gd name="T28" fmla="*/ 0 w 551"/>
                    <a:gd name="T29" fmla="*/ 169 h 367"/>
                    <a:gd name="T30" fmla="*/ 208 w 551"/>
                    <a:gd name="T31" fmla="*/ 49 h 367"/>
                    <a:gd name="T32" fmla="*/ 486 w 551"/>
                    <a:gd name="T33" fmla="*/ 0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51" h="367">
                      <a:moveTo>
                        <a:pt x="486" y="0"/>
                      </a:moveTo>
                      <a:cubicBezTo>
                        <a:pt x="487" y="0"/>
                        <a:pt x="488" y="0"/>
                        <a:pt x="489" y="0"/>
                      </a:cubicBezTo>
                      <a:cubicBezTo>
                        <a:pt x="489" y="113"/>
                        <a:pt x="489" y="113"/>
                        <a:pt x="489" y="113"/>
                      </a:cubicBezTo>
                      <a:cubicBezTo>
                        <a:pt x="551" y="148"/>
                        <a:pt x="551" y="148"/>
                        <a:pt x="551" y="148"/>
                      </a:cubicBezTo>
                      <a:cubicBezTo>
                        <a:pt x="489" y="183"/>
                        <a:pt x="489" y="183"/>
                        <a:pt x="489" y="183"/>
                      </a:cubicBezTo>
                      <a:cubicBezTo>
                        <a:pt x="489" y="280"/>
                        <a:pt x="489" y="280"/>
                        <a:pt x="489" y="280"/>
                      </a:cubicBezTo>
                      <a:cubicBezTo>
                        <a:pt x="488" y="280"/>
                        <a:pt x="487" y="280"/>
                        <a:pt x="486" y="280"/>
                      </a:cubicBezTo>
                      <a:cubicBezTo>
                        <a:pt x="386" y="280"/>
                        <a:pt x="295" y="313"/>
                        <a:pt x="225" y="367"/>
                      </a:cubicBezTo>
                      <a:cubicBezTo>
                        <a:pt x="146" y="297"/>
                        <a:pt x="146" y="297"/>
                        <a:pt x="146" y="297"/>
                      </a:cubicBezTo>
                      <a:cubicBezTo>
                        <a:pt x="158" y="247"/>
                        <a:pt x="158" y="247"/>
                        <a:pt x="158" y="247"/>
                      </a:cubicBezTo>
                      <a:cubicBezTo>
                        <a:pt x="161" y="238"/>
                        <a:pt x="157" y="228"/>
                        <a:pt x="150" y="222"/>
                      </a:cubicBezTo>
                      <a:cubicBezTo>
                        <a:pt x="144" y="216"/>
                        <a:pt x="136" y="214"/>
                        <a:pt x="128" y="214"/>
                      </a:cubicBezTo>
                      <a:cubicBezTo>
                        <a:pt x="125" y="214"/>
                        <a:pt x="123" y="214"/>
                        <a:pt x="121" y="214"/>
                      </a:cubicBezTo>
                      <a:cubicBezTo>
                        <a:pt x="64" y="226"/>
                        <a:pt x="64" y="226"/>
                        <a:pt x="64" y="226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61" y="118"/>
                        <a:pt x="131" y="78"/>
                        <a:pt x="208" y="49"/>
                      </a:cubicBezTo>
                      <a:cubicBezTo>
                        <a:pt x="296" y="17"/>
                        <a:pt x="390" y="0"/>
                        <a:pt x="48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4B576B1-0666-46C3-B50D-21C2AEC26D31}"/>
                  </a:ext>
                </a:extLst>
              </p:cNvPr>
              <p:cNvSpPr txBox="1"/>
              <p:nvPr/>
            </p:nvSpPr>
            <p:spPr>
              <a:xfrm>
                <a:off x="4993029" y="1748693"/>
                <a:ext cx="105743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  <a:scene3d>
                  <a:camera prst="perspectiveRelaxed">
                    <a:rot lat="20400000" lon="0" rev="0"/>
                  </a:camera>
                  <a:lightRig rig="threePt" dir="t"/>
                </a:scene3d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rPr>
                  <a:t>08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2C35FF5-F979-4DE3-91F6-808D870AD5FF}"/>
                </a:ext>
              </a:extLst>
            </p:cNvPr>
            <p:cNvGrpSpPr/>
            <p:nvPr/>
          </p:nvGrpSpPr>
          <p:grpSpPr>
            <a:xfrm>
              <a:off x="3737726" y="2077634"/>
              <a:ext cx="1418592" cy="1464670"/>
              <a:chOff x="3737726" y="2077634"/>
              <a:chExt cx="1418592" cy="1464670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A6B7663-6AB9-4360-81B0-1B4EE9C604A5}"/>
                  </a:ext>
                </a:extLst>
              </p:cNvPr>
              <p:cNvGrpSpPr/>
              <p:nvPr/>
            </p:nvGrpSpPr>
            <p:grpSpPr>
              <a:xfrm>
                <a:off x="3737726" y="2077634"/>
                <a:ext cx="1418592" cy="1464670"/>
                <a:chOff x="3737726" y="1925234"/>
                <a:chExt cx="1418592" cy="1464670"/>
              </a:xfrm>
            </p:grpSpPr>
            <p:sp>
              <p:nvSpPr>
                <p:cNvPr id="50" name="Freeform 634">
                  <a:extLst>
                    <a:ext uri="{FF2B5EF4-FFF2-40B4-BE49-F238E27FC236}">
                      <a16:creationId xmlns:a16="http://schemas.microsoft.com/office/drawing/2014/main" id="{26D0F31E-BF4B-4B87-8663-3DB9871C23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4727" y="2099766"/>
                  <a:ext cx="57247" cy="301591"/>
                </a:xfrm>
                <a:custGeom>
                  <a:avLst/>
                  <a:gdLst>
                    <a:gd name="T0" fmla="*/ 41 w 41"/>
                    <a:gd name="T1" fmla="*/ 0 h 216"/>
                    <a:gd name="T2" fmla="*/ 41 w 41"/>
                    <a:gd name="T3" fmla="*/ 62 h 216"/>
                    <a:gd name="T4" fmla="*/ 0 w 41"/>
                    <a:gd name="T5" fmla="*/ 216 h 216"/>
                    <a:gd name="T6" fmla="*/ 0 w 41"/>
                    <a:gd name="T7" fmla="*/ 154 h 216"/>
                    <a:gd name="T8" fmla="*/ 41 w 41"/>
                    <a:gd name="T9" fmla="*/ 0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216">
                      <a:moveTo>
                        <a:pt x="41" y="0"/>
                      </a:moveTo>
                      <a:lnTo>
                        <a:pt x="41" y="62"/>
                      </a:lnTo>
                      <a:lnTo>
                        <a:pt x="0" y="216"/>
                      </a:lnTo>
                      <a:lnTo>
                        <a:pt x="0" y="154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1" name="Rectangle 643">
                  <a:extLst>
                    <a:ext uri="{FF2B5EF4-FFF2-40B4-BE49-F238E27FC236}">
                      <a16:creationId xmlns:a16="http://schemas.microsoft.com/office/drawing/2014/main" id="{E3B210FE-22F0-48A6-97BF-41BB912352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7726" y="3300544"/>
                  <a:ext cx="311365" cy="893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2" name="Freeform 644">
                  <a:extLst>
                    <a:ext uri="{FF2B5EF4-FFF2-40B4-BE49-F238E27FC236}">
                      <a16:creationId xmlns:a16="http://schemas.microsoft.com/office/drawing/2014/main" id="{2F55940F-232F-4708-9B20-65C1E466F3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49091" y="3138578"/>
                  <a:ext cx="346270" cy="251326"/>
                </a:xfrm>
                <a:custGeom>
                  <a:avLst/>
                  <a:gdLst>
                    <a:gd name="T0" fmla="*/ 79 w 105"/>
                    <a:gd name="T1" fmla="*/ 13 h 76"/>
                    <a:gd name="T2" fmla="*/ 52 w 105"/>
                    <a:gd name="T3" fmla="*/ 0 h 76"/>
                    <a:gd name="T4" fmla="*/ 48 w 105"/>
                    <a:gd name="T5" fmla="*/ 0 h 76"/>
                    <a:gd name="T6" fmla="*/ 47 w 105"/>
                    <a:gd name="T7" fmla="*/ 0 h 76"/>
                    <a:gd name="T8" fmla="*/ 45 w 105"/>
                    <a:gd name="T9" fmla="*/ 1 h 76"/>
                    <a:gd name="T10" fmla="*/ 45 w 105"/>
                    <a:gd name="T11" fmla="*/ 1 h 76"/>
                    <a:gd name="T12" fmla="*/ 45 w 105"/>
                    <a:gd name="T13" fmla="*/ 1 h 76"/>
                    <a:gd name="T14" fmla="*/ 45 w 105"/>
                    <a:gd name="T15" fmla="*/ 1 h 76"/>
                    <a:gd name="T16" fmla="*/ 45 w 105"/>
                    <a:gd name="T17" fmla="*/ 1 h 76"/>
                    <a:gd name="T18" fmla="*/ 43 w 105"/>
                    <a:gd name="T19" fmla="*/ 1 h 76"/>
                    <a:gd name="T20" fmla="*/ 41 w 105"/>
                    <a:gd name="T21" fmla="*/ 2 h 76"/>
                    <a:gd name="T22" fmla="*/ 39 w 105"/>
                    <a:gd name="T23" fmla="*/ 3 h 76"/>
                    <a:gd name="T24" fmla="*/ 37 w 105"/>
                    <a:gd name="T25" fmla="*/ 3 h 76"/>
                    <a:gd name="T26" fmla="*/ 37 w 105"/>
                    <a:gd name="T27" fmla="*/ 3 h 76"/>
                    <a:gd name="T28" fmla="*/ 36 w 105"/>
                    <a:gd name="T29" fmla="*/ 4 h 76"/>
                    <a:gd name="T30" fmla="*/ 34 w 105"/>
                    <a:gd name="T31" fmla="*/ 5 h 76"/>
                    <a:gd name="T32" fmla="*/ 33 w 105"/>
                    <a:gd name="T33" fmla="*/ 6 h 76"/>
                    <a:gd name="T34" fmla="*/ 31 w 105"/>
                    <a:gd name="T35" fmla="*/ 7 h 76"/>
                    <a:gd name="T36" fmla="*/ 31 w 105"/>
                    <a:gd name="T37" fmla="*/ 7 h 76"/>
                    <a:gd name="T38" fmla="*/ 29 w 105"/>
                    <a:gd name="T39" fmla="*/ 9 h 76"/>
                    <a:gd name="T40" fmla="*/ 28 w 105"/>
                    <a:gd name="T41" fmla="*/ 10 h 76"/>
                    <a:gd name="T42" fmla="*/ 26 w 105"/>
                    <a:gd name="T43" fmla="*/ 13 h 76"/>
                    <a:gd name="T44" fmla="*/ 0 w 105"/>
                    <a:gd name="T45" fmla="*/ 49 h 76"/>
                    <a:gd name="T46" fmla="*/ 0 w 105"/>
                    <a:gd name="T47" fmla="*/ 76 h 76"/>
                    <a:gd name="T48" fmla="*/ 26 w 105"/>
                    <a:gd name="T49" fmla="*/ 39 h 76"/>
                    <a:gd name="T50" fmla="*/ 28 w 105"/>
                    <a:gd name="T51" fmla="*/ 36 h 76"/>
                    <a:gd name="T52" fmla="*/ 29 w 105"/>
                    <a:gd name="T53" fmla="*/ 35 h 76"/>
                    <a:gd name="T54" fmla="*/ 31 w 105"/>
                    <a:gd name="T55" fmla="*/ 34 h 76"/>
                    <a:gd name="T56" fmla="*/ 33 w 105"/>
                    <a:gd name="T57" fmla="*/ 33 h 76"/>
                    <a:gd name="T58" fmla="*/ 34 w 105"/>
                    <a:gd name="T59" fmla="*/ 31 h 76"/>
                    <a:gd name="T60" fmla="*/ 36 w 105"/>
                    <a:gd name="T61" fmla="*/ 30 h 76"/>
                    <a:gd name="T62" fmla="*/ 37 w 105"/>
                    <a:gd name="T63" fmla="*/ 30 h 76"/>
                    <a:gd name="T64" fmla="*/ 39 w 105"/>
                    <a:gd name="T65" fmla="*/ 29 h 76"/>
                    <a:gd name="T66" fmla="*/ 41 w 105"/>
                    <a:gd name="T67" fmla="*/ 28 h 76"/>
                    <a:gd name="T68" fmla="*/ 42 w 105"/>
                    <a:gd name="T69" fmla="*/ 28 h 76"/>
                    <a:gd name="T70" fmla="*/ 45 w 105"/>
                    <a:gd name="T71" fmla="*/ 27 h 76"/>
                    <a:gd name="T72" fmla="*/ 47 w 105"/>
                    <a:gd name="T73" fmla="*/ 27 h 76"/>
                    <a:gd name="T74" fmla="*/ 48 w 105"/>
                    <a:gd name="T75" fmla="*/ 26 h 76"/>
                    <a:gd name="T76" fmla="*/ 52 w 105"/>
                    <a:gd name="T77" fmla="*/ 26 h 76"/>
                    <a:gd name="T78" fmla="*/ 79 w 105"/>
                    <a:gd name="T79" fmla="*/ 39 h 76"/>
                    <a:gd name="T80" fmla="*/ 105 w 105"/>
                    <a:gd name="T81" fmla="*/ 76 h 76"/>
                    <a:gd name="T82" fmla="*/ 105 w 105"/>
                    <a:gd name="T83" fmla="*/ 49 h 76"/>
                    <a:gd name="T84" fmla="*/ 79 w 105"/>
                    <a:gd name="T85" fmla="*/ 13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05" h="76">
                      <a:moveTo>
                        <a:pt x="79" y="13"/>
                      </a:moveTo>
                      <a:cubicBezTo>
                        <a:pt x="73" y="5"/>
                        <a:pt x="63" y="0"/>
                        <a:pt x="52" y="0"/>
                      </a:cubicBezTo>
                      <a:cubicBezTo>
                        <a:pt x="51" y="0"/>
                        <a:pt x="50" y="0"/>
                        <a:pt x="48" y="0"/>
                      </a:cubicBezTo>
                      <a:cubicBezTo>
                        <a:pt x="48" y="0"/>
                        <a:pt x="48" y="0"/>
                        <a:pt x="47" y="0"/>
                      </a:cubicBezTo>
                      <a:cubicBezTo>
                        <a:pt x="46" y="0"/>
                        <a:pt x="46" y="1"/>
                        <a:pt x="45" y="1"/>
                      </a:cubicBezTo>
                      <a:cubicBezTo>
                        <a:pt x="45" y="1"/>
                        <a:pt x="45" y="1"/>
                        <a:pt x="45" y="1"/>
                      </a:cubicBezTo>
                      <a:cubicBezTo>
                        <a:pt x="45" y="1"/>
                        <a:pt x="45" y="1"/>
                        <a:pt x="45" y="1"/>
                      </a:cubicBezTo>
                      <a:cubicBezTo>
                        <a:pt x="45" y="1"/>
                        <a:pt x="45" y="1"/>
                        <a:pt x="45" y="1"/>
                      </a:cubicBezTo>
                      <a:cubicBezTo>
                        <a:pt x="45" y="1"/>
                        <a:pt x="45" y="1"/>
                        <a:pt x="45" y="1"/>
                      </a:cubicBezTo>
                      <a:cubicBezTo>
                        <a:pt x="44" y="1"/>
                        <a:pt x="43" y="1"/>
                        <a:pt x="43" y="1"/>
                      </a:cubicBezTo>
                      <a:cubicBezTo>
                        <a:pt x="42" y="2"/>
                        <a:pt x="41" y="2"/>
                        <a:pt x="41" y="2"/>
                      </a:cubicBezTo>
                      <a:cubicBezTo>
                        <a:pt x="40" y="2"/>
                        <a:pt x="40" y="2"/>
                        <a:pt x="39" y="3"/>
                      </a:cubicBezTo>
                      <a:cubicBezTo>
                        <a:pt x="38" y="3"/>
                        <a:pt x="38" y="3"/>
                        <a:pt x="37" y="3"/>
                      </a:cubicBezTo>
                      <a:cubicBezTo>
                        <a:pt x="37" y="3"/>
                        <a:pt x="37" y="3"/>
                        <a:pt x="37" y="3"/>
                      </a:cubicBezTo>
                      <a:cubicBezTo>
                        <a:pt x="37" y="4"/>
                        <a:pt x="36" y="4"/>
                        <a:pt x="36" y="4"/>
                      </a:cubicBezTo>
                      <a:cubicBezTo>
                        <a:pt x="35" y="4"/>
                        <a:pt x="35" y="5"/>
                        <a:pt x="34" y="5"/>
                      </a:cubicBezTo>
                      <a:cubicBezTo>
                        <a:pt x="34" y="5"/>
                        <a:pt x="33" y="6"/>
                        <a:pt x="33" y="6"/>
                      </a:cubicBezTo>
                      <a:cubicBezTo>
                        <a:pt x="32" y="6"/>
                        <a:pt x="32" y="7"/>
                        <a:pt x="31" y="7"/>
                      </a:cubicBezTo>
                      <a:cubicBezTo>
                        <a:pt x="31" y="7"/>
                        <a:pt x="31" y="7"/>
                        <a:pt x="31" y="7"/>
                      </a:cubicBezTo>
                      <a:cubicBezTo>
                        <a:pt x="31" y="8"/>
                        <a:pt x="30" y="8"/>
                        <a:pt x="29" y="9"/>
                      </a:cubicBezTo>
                      <a:cubicBezTo>
                        <a:pt x="29" y="9"/>
                        <a:pt x="29" y="10"/>
                        <a:pt x="28" y="10"/>
                      </a:cubicBezTo>
                      <a:cubicBezTo>
                        <a:pt x="28" y="11"/>
                        <a:pt x="27" y="12"/>
                        <a:pt x="26" y="13"/>
                      </a:cubicBezTo>
                      <a:cubicBezTo>
                        <a:pt x="0" y="49"/>
                        <a:pt x="0" y="49"/>
                        <a:pt x="0" y="49"/>
                      </a:cubicBezTo>
                      <a:cubicBezTo>
                        <a:pt x="0" y="76"/>
                        <a:pt x="0" y="76"/>
                        <a:pt x="0" y="76"/>
                      </a:cubicBezTo>
                      <a:cubicBezTo>
                        <a:pt x="26" y="39"/>
                        <a:pt x="26" y="39"/>
                        <a:pt x="26" y="39"/>
                      </a:cubicBezTo>
                      <a:cubicBezTo>
                        <a:pt x="27" y="38"/>
                        <a:pt x="28" y="37"/>
                        <a:pt x="28" y="36"/>
                      </a:cubicBezTo>
                      <a:cubicBezTo>
                        <a:pt x="29" y="36"/>
                        <a:pt x="29" y="36"/>
                        <a:pt x="29" y="35"/>
                      </a:cubicBezTo>
                      <a:cubicBezTo>
                        <a:pt x="30" y="35"/>
                        <a:pt x="30" y="34"/>
                        <a:pt x="31" y="34"/>
                      </a:cubicBezTo>
                      <a:cubicBezTo>
                        <a:pt x="32" y="33"/>
                        <a:pt x="32" y="33"/>
                        <a:pt x="33" y="33"/>
                      </a:cubicBezTo>
                      <a:cubicBezTo>
                        <a:pt x="33" y="32"/>
                        <a:pt x="34" y="32"/>
                        <a:pt x="34" y="31"/>
                      </a:cubicBezTo>
                      <a:cubicBezTo>
                        <a:pt x="35" y="31"/>
                        <a:pt x="35" y="31"/>
                        <a:pt x="36" y="30"/>
                      </a:cubicBezTo>
                      <a:cubicBezTo>
                        <a:pt x="36" y="30"/>
                        <a:pt x="37" y="30"/>
                        <a:pt x="37" y="30"/>
                      </a:cubicBezTo>
                      <a:cubicBezTo>
                        <a:pt x="38" y="29"/>
                        <a:pt x="38" y="29"/>
                        <a:pt x="39" y="29"/>
                      </a:cubicBezTo>
                      <a:cubicBezTo>
                        <a:pt x="40" y="29"/>
                        <a:pt x="40" y="28"/>
                        <a:pt x="41" y="28"/>
                      </a:cubicBezTo>
                      <a:cubicBezTo>
                        <a:pt x="41" y="28"/>
                        <a:pt x="42" y="28"/>
                        <a:pt x="42" y="28"/>
                      </a:cubicBezTo>
                      <a:cubicBezTo>
                        <a:pt x="43" y="27"/>
                        <a:pt x="44" y="27"/>
                        <a:pt x="45" y="27"/>
                      </a:cubicBezTo>
                      <a:cubicBezTo>
                        <a:pt x="45" y="27"/>
                        <a:pt x="46" y="27"/>
                        <a:pt x="47" y="27"/>
                      </a:cubicBezTo>
                      <a:cubicBezTo>
                        <a:pt x="48" y="27"/>
                        <a:pt x="48" y="27"/>
                        <a:pt x="48" y="26"/>
                      </a:cubicBezTo>
                      <a:cubicBezTo>
                        <a:pt x="50" y="26"/>
                        <a:pt x="51" y="26"/>
                        <a:pt x="52" y="26"/>
                      </a:cubicBezTo>
                      <a:cubicBezTo>
                        <a:pt x="63" y="26"/>
                        <a:pt x="73" y="31"/>
                        <a:pt x="79" y="39"/>
                      </a:cubicBezTo>
                      <a:cubicBezTo>
                        <a:pt x="105" y="76"/>
                        <a:pt x="105" y="76"/>
                        <a:pt x="105" y="76"/>
                      </a:cubicBezTo>
                      <a:cubicBezTo>
                        <a:pt x="105" y="49"/>
                        <a:pt x="105" y="49"/>
                        <a:pt x="105" y="49"/>
                      </a:cubicBezTo>
                      <a:lnTo>
                        <a:pt x="79" y="13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Freeform 645">
                  <a:extLst>
                    <a:ext uri="{FF2B5EF4-FFF2-40B4-BE49-F238E27FC236}">
                      <a16:creationId xmlns:a16="http://schemas.microsoft.com/office/drawing/2014/main" id="{971D3C55-B803-4697-A7E1-198755550E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37726" y="1925234"/>
                  <a:ext cx="1418592" cy="1375311"/>
                </a:xfrm>
                <a:custGeom>
                  <a:avLst/>
                  <a:gdLst>
                    <a:gd name="T0" fmla="*/ 204 w 429"/>
                    <a:gd name="T1" fmla="*/ 0 h 416"/>
                    <a:gd name="T2" fmla="*/ 281 w 429"/>
                    <a:gd name="T3" fmla="*/ 68 h 416"/>
                    <a:gd name="T4" fmla="*/ 355 w 429"/>
                    <a:gd name="T5" fmla="*/ 53 h 416"/>
                    <a:gd name="T6" fmla="*/ 338 w 429"/>
                    <a:gd name="T7" fmla="*/ 118 h 416"/>
                    <a:gd name="T8" fmla="*/ 429 w 429"/>
                    <a:gd name="T9" fmla="*/ 198 h 416"/>
                    <a:gd name="T10" fmla="*/ 318 w 429"/>
                    <a:gd name="T11" fmla="*/ 416 h 416"/>
                    <a:gd name="T12" fmla="*/ 199 w 429"/>
                    <a:gd name="T13" fmla="*/ 416 h 416"/>
                    <a:gd name="T14" fmla="*/ 173 w 429"/>
                    <a:gd name="T15" fmla="*/ 380 h 416"/>
                    <a:gd name="T16" fmla="*/ 146 w 429"/>
                    <a:gd name="T17" fmla="*/ 367 h 416"/>
                    <a:gd name="T18" fmla="*/ 120 w 429"/>
                    <a:gd name="T19" fmla="*/ 380 h 416"/>
                    <a:gd name="T20" fmla="*/ 94 w 429"/>
                    <a:gd name="T21" fmla="*/ 416 h 416"/>
                    <a:gd name="T22" fmla="*/ 0 w 429"/>
                    <a:gd name="T23" fmla="*/ 416 h 416"/>
                    <a:gd name="T24" fmla="*/ 56 w 429"/>
                    <a:gd name="T25" fmla="*/ 197 h 416"/>
                    <a:gd name="T26" fmla="*/ 204 w 429"/>
                    <a:gd name="T27" fmla="*/ 0 h 4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29" h="416">
                      <a:moveTo>
                        <a:pt x="204" y="0"/>
                      </a:moveTo>
                      <a:cubicBezTo>
                        <a:pt x="281" y="68"/>
                        <a:pt x="281" y="68"/>
                        <a:pt x="281" y="68"/>
                      </a:cubicBezTo>
                      <a:cubicBezTo>
                        <a:pt x="355" y="53"/>
                        <a:pt x="355" y="53"/>
                        <a:pt x="355" y="53"/>
                      </a:cubicBezTo>
                      <a:cubicBezTo>
                        <a:pt x="338" y="118"/>
                        <a:pt x="338" y="118"/>
                        <a:pt x="338" y="118"/>
                      </a:cubicBezTo>
                      <a:cubicBezTo>
                        <a:pt x="429" y="198"/>
                        <a:pt x="429" y="198"/>
                        <a:pt x="429" y="198"/>
                      </a:cubicBezTo>
                      <a:cubicBezTo>
                        <a:pt x="366" y="256"/>
                        <a:pt x="325" y="332"/>
                        <a:pt x="318" y="416"/>
                      </a:cubicBezTo>
                      <a:cubicBezTo>
                        <a:pt x="199" y="416"/>
                        <a:pt x="199" y="416"/>
                        <a:pt x="199" y="416"/>
                      </a:cubicBezTo>
                      <a:cubicBezTo>
                        <a:pt x="173" y="380"/>
                        <a:pt x="173" y="380"/>
                        <a:pt x="173" y="380"/>
                      </a:cubicBezTo>
                      <a:cubicBezTo>
                        <a:pt x="167" y="372"/>
                        <a:pt x="157" y="367"/>
                        <a:pt x="146" y="367"/>
                      </a:cubicBezTo>
                      <a:cubicBezTo>
                        <a:pt x="136" y="367"/>
                        <a:pt x="126" y="372"/>
                        <a:pt x="120" y="380"/>
                      </a:cubicBezTo>
                      <a:cubicBezTo>
                        <a:pt x="94" y="416"/>
                        <a:pt x="94" y="416"/>
                        <a:pt x="94" y="416"/>
                      </a:cubicBezTo>
                      <a:cubicBezTo>
                        <a:pt x="0" y="416"/>
                        <a:pt x="0" y="416"/>
                        <a:pt x="0" y="416"/>
                      </a:cubicBezTo>
                      <a:cubicBezTo>
                        <a:pt x="3" y="340"/>
                        <a:pt x="22" y="267"/>
                        <a:pt x="56" y="197"/>
                      </a:cubicBezTo>
                      <a:cubicBezTo>
                        <a:pt x="91" y="123"/>
                        <a:pt x="141" y="57"/>
                        <a:pt x="20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4" name="Freeform 104">
                  <a:extLst>
                    <a:ext uri="{FF2B5EF4-FFF2-40B4-BE49-F238E27FC236}">
                      <a16:creationId xmlns:a16="http://schemas.microsoft.com/office/drawing/2014/main" id="{42090B38-EB73-4E2B-945C-A6CBC7A9D0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9104" y="2580076"/>
                  <a:ext cx="367214" cy="809827"/>
                </a:xfrm>
                <a:custGeom>
                  <a:avLst/>
                  <a:gdLst>
                    <a:gd name="connsiteX0" fmla="*/ 383359 w 383359"/>
                    <a:gd name="connsiteY0" fmla="*/ 0 h 845432"/>
                    <a:gd name="connsiteX1" fmla="*/ 383359 w 383359"/>
                    <a:gd name="connsiteY1" fmla="*/ 92993 h 845432"/>
                    <a:gd name="connsiteX2" fmla="*/ 191837 w 383359"/>
                    <a:gd name="connsiteY2" fmla="*/ 308522 h 845432"/>
                    <a:gd name="connsiteX3" fmla="*/ 141392 w 383359"/>
                    <a:gd name="connsiteY3" fmla="*/ 389190 h 845432"/>
                    <a:gd name="connsiteX4" fmla="*/ 141392 w 383359"/>
                    <a:gd name="connsiteY4" fmla="*/ 389984 h 845432"/>
                    <a:gd name="connsiteX5" fmla="*/ 0 w 383359"/>
                    <a:gd name="connsiteY5" fmla="*/ 845432 h 845432"/>
                    <a:gd name="connsiteX6" fmla="*/ 0 w 383359"/>
                    <a:gd name="connsiteY6" fmla="*/ 752272 h 845432"/>
                    <a:gd name="connsiteX7" fmla="*/ 87777 w 383359"/>
                    <a:gd name="connsiteY7" fmla="*/ 406319 h 845432"/>
                    <a:gd name="connsiteX8" fmla="*/ 141391 w 383359"/>
                    <a:gd name="connsiteY8" fmla="*/ 300276 h 845432"/>
                    <a:gd name="connsiteX9" fmla="*/ 141391 w 383359"/>
                    <a:gd name="connsiteY9" fmla="*/ 299643 h 845432"/>
                    <a:gd name="connsiteX10" fmla="*/ 383359 w 383359"/>
                    <a:gd name="connsiteY10" fmla="*/ 0 h 845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83359" h="845432">
                      <a:moveTo>
                        <a:pt x="383359" y="0"/>
                      </a:moveTo>
                      <a:cubicBezTo>
                        <a:pt x="383359" y="92993"/>
                        <a:pt x="383359" y="92993"/>
                        <a:pt x="383359" y="92993"/>
                      </a:cubicBezTo>
                      <a:cubicBezTo>
                        <a:pt x="310769" y="157571"/>
                        <a:pt x="245956" y="229898"/>
                        <a:pt x="191837" y="308522"/>
                      </a:cubicBezTo>
                      <a:lnTo>
                        <a:pt x="141392" y="389190"/>
                      </a:lnTo>
                      <a:lnTo>
                        <a:pt x="141392" y="389984"/>
                      </a:lnTo>
                      <a:cubicBezTo>
                        <a:pt x="62074" y="527998"/>
                        <a:pt x="13794" y="683265"/>
                        <a:pt x="0" y="845432"/>
                      </a:cubicBezTo>
                      <a:cubicBezTo>
                        <a:pt x="0" y="752272"/>
                        <a:pt x="0" y="752272"/>
                        <a:pt x="0" y="752272"/>
                      </a:cubicBezTo>
                      <a:cubicBezTo>
                        <a:pt x="10346" y="630647"/>
                        <a:pt x="40090" y="514844"/>
                        <a:pt x="87777" y="406319"/>
                      </a:cubicBezTo>
                      <a:lnTo>
                        <a:pt x="141391" y="300276"/>
                      </a:lnTo>
                      <a:lnTo>
                        <a:pt x="141391" y="299643"/>
                      </a:lnTo>
                      <a:cubicBezTo>
                        <a:pt x="203612" y="189429"/>
                        <a:pt x="286572" y="89549"/>
                        <a:pt x="383359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5" name="Rectangle 648">
                  <a:extLst>
                    <a:ext uri="{FF2B5EF4-FFF2-40B4-BE49-F238E27FC236}">
                      <a16:creationId xmlns:a16="http://schemas.microsoft.com/office/drawing/2014/main" id="{17AE2BBE-1318-45B9-A20C-27C93EB60C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95361" y="3300544"/>
                  <a:ext cx="393743" cy="893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FAFBEC7-3949-4A18-8A3F-166BF819472F}"/>
                  </a:ext>
                </a:extLst>
              </p:cNvPr>
              <p:cNvSpPr txBox="1"/>
              <p:nvPr/>
            </p:nvSpPr>
            <p:spPr>
              <a:xfrm>
                <a:off x="3963012" y="2554040"/>
                <a:ext cx="105743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  <a:scene3d>
                  <a:camera prst="perspectiveRelaxed">
                    <a:rot lat="20400000" lon="0" rev="0"/>
                  </a:camera>
                  <a:lightRig rig="threePt" dir="t"/>
                </a:scene3d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rPr>
                  <a:t>07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CB05111-D7F1-40F2-B9E0-EBF43909C677}"/>
                </a:ext>
              </a:extLst>
            </p:cNvPr>
            <p:cNvGrpSpPr/>
            <p:nvPr/>
          </p:nvGrpSpPr>
          <p:grpSpPr>
            <a:xfrm>
              <a:off x="3734932" y="3383129"/>
              <a:ext cx="1371120" cy="1655956"/>
              <a:chOff x="3734932" y="3383129"/>
              <a:chExt cx="1371120" cy="165595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DCC6F697-EC58-4423-AC98-0DDB4492EE83}"/>
                  </a:ext>
                </a:extLst>
              </p:cNvPr>
              <p:cNvGrpSpPr/>
              <p:nvPr/>
            </p:nvGrpSpPr>
            <p:grpSpPr>
              <a:xfrm>
                <a:off x="3734932" y="3383129"/>
                <a:ext cx="1371120" cy="1655956"/>
                <a:chOff x="3734932" y="3230729"/>
                <a:chExt cx="1371120" cy="1655956"/>
              </a:xfrm>
            </p:grpSpPr>
            <p:sp>
              <p:nvSpPr>
                <p:cNvPr id="59" name="Freeform 655">
                  <a:extLst>
                    <a:ext uri="{FF2B5EF4-FFF2-40B4-BE49-F238E27FC236}">
                      <a16:creationId xmlns:a16="http://schemas.microsoft.com/office/drawing/2014/main" id="{78E04F6D-FD9F-4CD0-B02C-E92D80BF66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5897" y="4142483"/>
                  <a:ext cx="240155" cy="301591"/>
                </a:xfrm>
                <a:custGeom>
                  <a:avLst/>
                  <a:gdLst>
                    <a:gd name="T0" fmla="*/ 172 w 172"/>
                    <a:gd name="T1" fmla="*/ 0 h 216"/>
                    <a:gd name="T2" fmla="*/ 172 w 172"/>
                    <a:gd name="T3" fmla="*/ 62 h 216"/>
                    <a:gd name="T4" fmla="*/ 0 w 172"/>
                    <a:gd name="T5" fmla="*/ 216 h 216"/>
                    <a:gd name="T6" fmla="*/ 0 w 172"/>
                    <a:gd name="T7" fmla="*/ 152 h 216"/>
                    <a:gd name="T8" fmla="*/ 172 w 172"/>
                    <a:gd name="T9" fmla="*/ 0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2" h="216">
                      <a:moveTo>
                        <a:pt x="172" y="0"/>
                      </a:moveTo>
                      <a:lnTo>
                        <a:pt x="172" y="62"/>
                      </a:lnTo>
                      <a:lnTo>
                        <a:pt x="0" y="216"/>
                      </a:lnTo>
                      <a:lnTo>
                        <a:pt x="0" y="15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" name="Freeform 656">
                  <a:extLst>
                    <a:ext uri="{FF2B5EF4-FFF2-40B4-BE49-F238E27FC236}">
                      <a16:creationId xmlns:a16="http://schemas.microsoft.com/office/drawing/2014/main" id="{0865932F-B703-45DB-8F49-E9A4B5A351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44758" y="4330976"/>
                  <a:ext cx="321139" cy="198268"/>
                </a:xfrm>
                <a:custGeom>
                  <a:avLst/>
                  <a:gdLst>
                    <a:gd name="T0" fmla="*/ 37 w 97"/>
                    <a:gd name="T1" fmla="*/ 1 h 60"/>
                    <a:gd name="T2" fmla="*/ 34 w 97"/>
                    <a:gd name="T3" fmla="*/ 1 h 60"/>
                    <a:gd name="T4" fmla="*/ 31 w 97"/>
                    <a:gd name="T5" fmla="*/ 1 h 60"/>
                    <a:gd name="T6" fmla="*/ 27 w 97"/>
                    <a:gd name="T7" fmla="*/ 2 h 60"/>
                    <a:gd name="T8" fmla="*/ 26 w 97"/>
                    <a:gd name="T9" fmla="*/ 2 h 60"/>
                    <a:gd name="T10" fmla="*/ 21 w 97"/>
                    <a:gd name="T11" fmla="*/ 3 h 60"/>
                    <a:gd name="T12" fmla="*/ 18 w 97"/>
                    <a:gd name="T13" fmla="*/ 5 h 60"/>
                    <a:gd name="T14" fmla="*/ 14 w 97"/>
                    <a:gd name="T15" fmla="*/ 7 h 60"/>
                    <a:gd name="T16" fmla="*/ 10 w 97"/>
                    <a:gd name="T17" fmla="*/ 10 h 60"/>
                    <a:gd name="T18" fmla="*/ 7 w 97"/>
                    <a:gd name="T19" fmla="*/ 13 h 60"/>
                    <a:gd name="T20" fmla="*/ 5 w 97"/>
                    <a:gd name="T21" fmla="*/ 15 h 60"/>
                    <a:gd name="T22" fmla="*/ 4 w 97"/>
                    <a:gd name="T23" fmla="*/ 18 h 60"/>
                    <a:gd name="T24" fmla="*/ 3 w 97"/>
                    <a:gd name="T25" fmla="*/ 20 h 60"/>
                    <a:gd name="T26" fmla="*/ 1 w 97"/>
                    <a:gd name="T27" fmla="*/ 23 h 60"/>
                    <a:gd name="T28" fmla="*/ 1 w 97"/>
                    <a:gd name="T29" fmla="*/ 27 h 60"/>
                    <a:gd name="T30" fmla="*/ 0 w 97"/>
                    <a:gd name="T31" fmla="*/ 30 h 60"/>
                    <a:gd name="T32" fmla="*/ 0 w 97"/>
                    <a:gd name="T33" fmla="*/ 33 h 60"/>
                    <a:gd name="T34" fmla="*/ 0 w 97"/>
                    <a:gd name="T35" fmla="*/ 56 h 60"/>
                    <a:gd name="T36" fmla="*/ 1 w 97"/>
                    <a:gd name="T37" fmla="*/ 53 h 60"/>
                    <a:gd name="T38" fmla="*/ 1 w 97"/>
                    <a:gd name="T39" fmla="*/ 50 h 60"/>
                    <a:gd name="T40" fmla="*/ 3 w 97"/>
                    <a:gd name="T41" fmla="*/ 47 h 60"/>
                    <a:gd name="T42" fmla="*/ 4 w 97"/>
                    <a:gd name="T43" fmla="*/ 44 h 60"/>
                    <a:gd name="T44" fmla="*/ 6 w 97"/>
                    <a:gd name="T45" fmla="*/ 41 h 60"/>
                    <a:gd name="T46" fmla="*/ 8 w 97"/>
                    <a:gd name="T47" fmla="*/ 38 h 60"/>
                    <a:gd name="T48" fmla="*/ 14 w 97"/>
                    <a:gd name="T49" fmla="*/ 33 h 60"/>
                    <a:gd name="T50" fmla="*/ 18 w 97"/>
                    <a:gd name="T51" fmla="*/ 31 h 60"/>
                    <a:gd name="T52" fmla="*/ 23 w 97"/>
                    <a:gd name="T53" fmla="*/ 29 h 60"/>
                    <a:gd name="T54" fmla="*/ 27 w 97"/>
                    <a:gd name="T55" fmla="*/ 28 h 60"/>
                    <a:gd name="T56" fmla="*/ 31 w 97"/>
                    <a:gd name="T57" fmla="*/ 27 h 60"/>
                    <a:gd name="T58" fmla="*/ 34 w 97"/>
                    <a:gd name="T59" fmla="*/ 27 h 60"/>
                    <a:gd name="T60" fmla="*/ 37 w 97"/>
                    <a:gd name="T61" fmla="*/ 27 h 60"/>
                    <a:gd name="T62" fmla="*/ 97 w 97"/>
                    <a:gd name="T63" fmla="*/ 34 h 60"/>
                    <a:gd name="T64" fmla="*/ 39 w 97"/>
                    <a:gd name="T6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97" h="60">
                      <a:moveTo>
                        <a:pt x="39" y="0"/>
                      </a:moveTo>
                      <a:cubicBezTo>
                        <a:pt x="39" y="0"/>
                        <a:pt x="38" y="0"/>
                        <a:pt x="37" y="1"/>
                      </a:cubicBezTo>
                      <a:cubicBezTo>
                        <a:pt x="37" y="1"/>
                        <a:pt x="36" y="1"/>
                        <a:pt x="36" y="1"/>
                      </a:cubicBezTo>
                      <a:cubicBezTo>
                        <a:pt x="35" y="1"/>
                        <a:pt x="35" y="1"/>
                        <a:pt x="34" y="1"/>
                      </a:cubicBezTo>
                      <a:cubicBezTo>
                        <a:pt x="34" y="1"/>
                        <a:pt x="33" y="1"/>
                        <a:pt x="33" y="1"/>
                      </a:cubicBezTo>
                      <a:cubicBezTo>
                        <a:pt x="32" y="1"/>
                        <a:pt x="31" y="1"/>
                        <a:pt x="31" y="1"/>
                      </a:cubicBezTo>
                      <a:cubicBezTo>
                        <a:pt x="30" y="1"/>
                        <a:pt x="30" y="1"/>
                        <a:pt x="29" y="1"/>
                      </a:cubicBezTo>
                      <a:cubicBezTo>
                        <a:pt x="28" y="1"/>
                        <a:pt x="28" y="1"/>
                        <a:pt x="27" y="2"/>
                      </a:cubicBezTo>
                      <a:cubicBezTo>
                        <a:pt x="27" y="2"/>
                        <a:pt x="27" y="2"/>
                        <a:pt x="27" y="2"/>
                      </a:cubicBezTo>
                      <a:cubicBezTo>
                        <a:pt x="26" y="2"/>
                        <a:pt x="26" y="2"/>
                        <a:pt x="26" y="2"/>
                      </a:cubicBezTo>
                      <a:cubicBezTo>
                        <a:pt x="25" y="2"/>
                        <a:pt x="24" y="2"/>
                        <a:pt x="23" y="3"/>
                      </a:cubicBezTo>
                      <a:cubicBezTo>
                        <a:pt x="22" y="3"/>
                        <a:pt x="22" y="3"/>
                        <a:pt x="21" y="3"/>
                      </a:cubicBezTo>
                      <a:cubicBezTo>
                        <a:pt x="20" y="4"/>
                        <a:pt x="19" y="4"/>
                        <a:pt x="18" y="5"/>
                      </a:cubicBezTo>
                      <a:cubicBezTo>
                        <a:pt x="18" y="5"/>
                        <a:pt x="18" y="5"/>
                        <a:pt x="18" y="5"/>
                      </a:cubicBezTo>
                      <a:cubicBezTo>
                        <a:pt x="17" y="5"/>
                        <a:pt x="16" y="6"/>
                        <a:pt x="14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3" y="8"/>
                        <a:pt x="12" y="8"/>
                        <a:pt x="11" y="9"/>
                      </a:cubicBezTo>
                      <a:cubicBezTo>
                        <a:pt x="11" y="9"/>
                        <a:pt x="11" y="9"/>
                        <a:pt x="10" y="10"/>
                      </a:cubicBezTo>
                      <a:cubicBezTo>
                        <a:pt x="9" y="10"/>
                        <a:pt x="9" y="11"/>
                        <a:pt x="8" y="12"/>
                      </a:cubicBezTo>
                      <a:cubicBezTo>
                        <a:pt x="8" y="12"/>
                        <a:pt x="8" y="12"/>
                        <a:pt x="7" y="13"/>
                      </a:cubicBezTo>
                      <a:cubicBezTo>
                        <a:pt x="7" y="13"/>
                        <a:pt x="6" y="14"/>
                        <a:pt x="6" y="14"/>
                      </a:cubicBezTo>
                      <a:cubicBezTo>
                        <a:pt x="6" y="15"/>
                        <a:pt x="6" y="15"/>
                        <a:pt x="5" y="15"/>
                      </a:cubicBezTo>
                      <a:cubicBezTo>
                        <a:pt x="5" y="16"/>
                        <a:pt x="4" y="17"/>
                        <a:pt x="4" y="17"/>
                      </a:cubicBezTo>
                      <a:cubicBezTo>
                        <a:pt x="4" y="17"/>
                        <a:pt x="4" y="17"/>
                        <a:pt x="4" y="18"/>
                      </a:cubicBezTo>
                      <a:cubicBezTo>
                        <a:pt x="4" y="18"/>
                        <a:pt x="3" y="19"/>
                        <a:pt x="3" y="19"/>
                      </a:cubicBezTo>
                      <a:cubicBezTo>
                        <a:pt x="3" y="19"/>
                        <a:pt x="3" y="20"/>
                        <a:pt x="3" y="20"/>
                      </a:cubicBezTo>
                      <a:cubicBezTo>
                        <a:pt x="2" y="21"/>
                        <a:pt x="2" y="21"/>
                        <a:pt x="2" y="22"/>
                      </a:cubicBezTo>
                      <a:cubicBezTo>
                        <a:pt x="2" y="22"/>
                        <a:pt x="2" y="23"/>
                        <a:pt x="1" y="23"/>
                      </a:cubicBezTo>
                      <a:cubicBezTo>
                        <a:pt x="1" y="24"/>
                        <a:pt x="1" y="25"/>
                        <a:pt x="1" y="25"/>
                      </a:cubicBezTo>
                      <a:cubicBezTo>
                        <a:pt x="1" y="26"/>
                        <a:pt x="1" y="26"/>
                        <a:pt x="1" y="27"/>
                      </a:cubicBezTo>
                      <a:cubicBezTo>
                        <a:pt x="1" y="27"/>
                        <a:pt x="1" y="28"/>
                        <a:pt x="0" y="29"/>
                      </a:cubicBezTo>
                      <a:cubicBezTo>
                        <a:pt x="0" y="29"/>
                        <a:pt x="0" y="29"/>
                        <a:pt x="0" y="30"/>
                      </a:cubicBezTo>
                      <a:cubicBezTo>
                        <a:pt x="0" y="30"/>
                        <a:pt x="0" y="30"/>
                        <a:pt x="0" y="30"/>
                      </a:cubicBezTo>
                      <a:cubicBezTo>
                        <a:pt x="0" y="31"/>
                        <a:pt x="0" y="32"/>
                        <a:pt x="0" y="33"/>
                      </a:cubicBezTo>
                      <a:cubicBezTo>
                        <a:pt x="0" y="60"/>
                        <a:pt x="0" y="60"/>
                        <a:pt x="0" y="60"/>
                      </a:cubicBezTo>
                      <a:cubicBezTo>
                        <a:pt x="0" y="58"/>
                        <a:pt x="0" y="57"/>
                        <a:pt x="0" y="56"/>
                      </a:cubicBezTo>
                      <a:cubicBezTo>
                        <a:pt x="0" y="56"/>
                        <a:pt x="0" y="55"/>
                        <a:pt x="0" y="55"/>
                      </a:cubicBezTo>
                      <a:cubicBezTo>
                        <a:pt x="1" y="54"/>
                        <a:pt x="1" y="54"/>
                        <a:pt x="1" y="53"/>
                      </a:cubicBezTo>
                      <a:cubicBezTo>
                        <a:pt x="1" y="52"/>
                        <a:pt x="1" y="52"/>
                        <a:pt x="1" y="51"/>
                      </a:cubicBezTo>
                      <a:cubicBezTo>
                        <a:pt x="1" y="51"/>
                        <a:pt x="1" y="50"/>
                        <a:pt x="1" y="50"/>
                      </a:cubicBezTo>
                      <a:cubicBezTo>
                        <a:pt x="2" y="49"/>
                        <a:pt x="2" y="49"/>
                        <a:pt x="2" y="48"/>
                      </a:cubicBezTo>
                      <a:cubicBezTo>
                        <a:pt x="2" y="48"/>
                        <a:pt x="2" y="47"/>
                        <a:pt x="3" y="47"/>
                      </a:cubicBezTo>
                      <a:cubicBezTo>
                        <a:pt x="3" y="46"/>
                        <a:pt x="3" y="46"/>
                        <a:pt x="3" y="45"/>
                      </a:cubicBezTo>
                      <a:cubicBezTo>
                        <a:pt x="3" y="45"/>
                        <a:pt x="4" y="44"/>
                        <a:pt x="4" y="44"/>
                      </a:cubicBezTo>
                      <a:cubicBezTo>
                        <a:pt x="4" y="43"/>
                        <a:pt x="5" y="42"/>
                        <a:pt x="5" y="41"/>
                      </a:cubicBezTo>
                      <a:cubicBezTo>
                        <a:pt x="6" y="41"/>
                        <a:pt x="6" y="41"/>
                        <a:pt x="6" y="41"/>
                      </a:cubicBezTo>
                      <a:cubicBezTo>
                        <a:pt x="6" y="40"/>
                        <a:pt x="7" y="40"/>
                        <a:pt x="7" y="39"/>
                      </a:cubicBezTo>
                      <a:cubicBezTo>
                        <a:pt x="8" y="39"/>
                        <a:pt x="8" y="38"/>
                        <a:pt x="8" y="38"/>
                      </a:cubicBezTo>
                      <a:cubicBezTo>
                        <a:pt x="9" y="37"/>
                        <a:pt x="9" y="37"/>
                        <a:pt x="10" y="36"/>
                      </a:cubicBezTo>
                      <a:cubicBezTo>
                        <a:pt x="11" y="35"/>
                        <a:pt x="13" y="34"/>
                        <a:pt x="14" y="33"/>
                      </a:cubicBezTo>
                      <a:cubicBezTo>
                        <a:pt x="14" y="33"/>
                        <a:pt x="14" y="33"/>
                        <a:pt x="14" y="33"/>
                      </a:cubicBezTo>
                      <a:cubicBezTo>
                        <a:pt x="16" y="32"/>
                        <a:pt x="17" y="31"/>
                        <a:pt x="18" y="31"/>
                      </a:cubicBezTo>
                      <a:cubicBezTo>
                        <a:pt x="19" y="30"/>
                        <a:pt x="20" y="30"/>
                        <a:pt x="21" y="30"/>
                      </a:cubicBezTo>
                      <a:cubicBezTo>
                        <a:pt x="22" y="29"/>
                        <a:pt x="22" y="29"/>
                        <a:pt x="23" y="29"/>
                      </a:cubicBezTo>
                      <a:cubicBezTo>
                        <a:pt x="24" y="29"/>
                        <a:pt x="25" y="28"/>
                        <a:pt x="26" y="28"/>
                      </a:cubicBezTo>
                      <a:cubicBezTo>
                        <a:pt x="26" y="28"/>
                        <a:pt x="26" y="28"/>
                        <a:pt x="27" y="28"/>
                      </a:cubicBezTo>
                      <a:cubicBezTo>
                        <a:pt x="28" y="28"/>
                        <a:pt x="28" y="28"/>
                        <a:pt x="29" y="28"/>
                      </a:cubicBezTo>
                      <a:cubicBezTo>
                        <a:pt x="30" y="27"/>
                        <a:pt x="30" y="27"/>
                        <a:pt x="31" y="27"/>
                      </a:cubicBezTo>
                      <a:cubicBezTo>
                        <a:pt x="31" y="27"/>
                        <a:pt x="32" y="27"/>
                        <a:pt x="33" y="27"/>
                      </a:cubicBezTo>
                      <a:cubicBezTo>
                        <a:pt x="33" y="27"/>
                        <a:pt x="34" y="27"/>
                        <a:pt x="34" y="27"/>
                      </a:cubicBezTo>
                      <a:cubicBezTo>
                        <a:pt x="35" y="27"/>
                        <a:pt x="35" y="27"/>
                        <a:pt x="36" y="27"/>
                      </a:cubicBezTo>
                      <a:cubicBezTo>
                        <a:pt x="36" y="27"/>
                        <a:pt x="37" y="27"/>
                        <a:pt x="37" y="27"/>
                      </a:cubicBezTo>
                      <a:cubicBezTo>
                        <a:pt x="38" y="27"/>
                        <a:pt x="39" y="27"/>
                        <a:pt x="39" y="27"/>
                      </a:cubicBezTo>
                      <a:cubicBezTo>
                        <a:pt x="54" y="27"/>
                        <a:pt x="80" y="31"/>
                        <a:pt x="97" y="34"/>
                      </a:cubicBezTo>
                      <a:cubicBezTo>
                        <a:pt x="97" y="7"/>
                        <a:pt x="97" y="7"/>
                        <a:pt x="97" y="7"/>
                      </a:cubicBezTo>
                      <a:cubicBezTo>
                        <a:pt x="80" y="4"/>
                        <a:pt x="54" y="0"/>
                        <a:pt x="39" y="0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1" name="Freeform 664">
                  <a:extLst>
                    <a:ext uri="{FF2B5EF4-FFF2-40B4-BE49-F238E27FC236}">
                      <a16:creationId xmlns:a16="http://schemas.microsoft.com/office/drawing/2014/main" id="{3335E361-4E4E-4A5F-A623-CFC0B35B80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63246" y="4606038"/>
                  <a:ext cx="220608" cy="280647"/>
                </a:xfrm>
                <a:custGeom>
                  <a:avLst/>
                  <a:gdLst>
                    <a:gd name="T0" fmla="*/ 158 w 158"/>
                    <a:gd name="T1" fmla="*/ 0 h 201"/>
                    <a:gd name="T2" fmla="*/ 158 w 158"/>
                    <a:gd name="T3" fmla="*/ 61 h 201"/>
                    <a:gd name="T4" fmla="*/ 0 w 158"/>
                    <a:gd name="T5" fmla="*/ 201 h 201"/>
                    <a:gd name="T6" fmla="*/ 0 w 158"/>
                    <a:gd name="T7" fmla="*/ 140 h 201"/>
                    <a:gd name="T8" fmla="*/ 158 w 158"/>
                    <a:gd name="T9" fmla="*/ 0 h 2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8" h="201">
                      <a:moveTo>
                        <a:pt x="158" y="0"/>
                      </a:moveTo>
                      <a:lnTo>
                        <a:pt x="158" y="61"/>
                      </a:lnTo>
                      <a:lnTo>
                        <a:pt x="0" y="201"/>
                      </a:lnTo>
                      <a:lnTo>
                        <a:pt x="0" y="140"/>
                      </a:lnTo>
                      <a:lnTo>
                        <a:pt x="158" y="0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" name="Freeform 665">
                  <a:extLst>
                    <a:ext uri="{FF2B5EF4-FFF2-40B4-BE49-F238E27FC236}">
                      <a16:creationId xmlns:a16="http://schemas.microsoft.com/office/drawing/2014/main" id="{2C58C82D-E186-4F9E-98B4-2830A61443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34932" y="3230729"/>
                  <a:ext cx="1371120" cy="1570784"/>
                </a:xfrm>
                <a:custGeom>
                  <a:avLst/>
                  <a:gdLst>
                    <a:gd name="T0" fmla="*/ 147 w 415"/>
                    <a:gd name="T1" fmla="*/ 0 h 475"/>
                    <a:gd name="T2" fmla="*/ 183 w 415"/>
                    <a:gd name="T3" fmla="*/ 49 h 475"/>
                    <a:gd name="T4" fmla="*/ 318 w 415"/>
                    <a:gd name="T5" fmla="*/ 49 h 475"/>
                    <a:gd name="T6" fmla="*/ 415 w 415"/>
                    <a:gd name="T7" fmla="*/ 276 h 475"/>
                    <a:gd name="T8" fmla="*/ 342 w 415"/>
                    <a:gd name="T9" fmla="*/ 340 h 475"/>
                    <a:gd name="T10" fmla="*/ 284 w 415"/>
                    <a:gd name="T11" fmla="*/ 333 h 475"/>
                    <a:gd name="T12" fmla="*/ 255 w 415"/>
                    <a:gd name="T13" fmla="*/ 343 h 475"/>
                    <a:gd name="T14" fmla="*/ 252 w 415"/>
                    <a:gd name="T15" fmla="*/ 402 h 475"/>
                    <a:gd name="T16" fmla="*/ 257 w 415"/>
                    <a:gd name="T17" fmla="*/ 416 h 475"/>
                    <a:gd name="T18" fmla="*/ 190 w 415"/>
                    <a:gd name="T19" fmla="*/ 475 h 475"/>
                    <a:gd name="T20" fmla="*/ 57 w 415"/>
                    <a:gd name="T21" fmla="*/ 292 h 475"/>
                    <a:gd name="T22" fmla="*/ 0 w 415"/>
                    <a:gd name="T23" fmla="*/ 49 h 475"/>
                    <a:gd name="T24" fmla="*/ 112 w 415"/>
                    <a:gd name="T25" fmla="*/ 49 h 475"/>
                    <a:gd name="T26" fmla="*/ 147 w 415"/>
                    <a:gd name="T27" fmla="*/ 0 h 4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15" h="475">
                      <a:moveTo>
                        <a:pt x="147" y="0"/>
                      </a:moveTo>
                      <a:cubicBezTo>
                        <a:pt x="183" y="49"/>
                        <a:pt x="183" y="49"/>
                        <a:pt x="183" y="49"/>
                      </a:cubicBezTo>
                      <a:cubicBezTo>
                        <a:pt x="318" y="49"/>
                        <a:pt x="318" y="49"/>
                        <a:pt x="318" y="49"/>
                      </a:cubicBezTo>
                      <a:cubicBezTo>
                        <a:pt x="319" y="136"/>
                        <a:pt x="355" y="215"/>
                        <a:pt x="415" y="276"/>
                      </a:cubicBezTo>
                      <a:cubicBezTo>
                        <a:pt x="342" y="340"/>
                        <a:pt x="342" y="340"/>
                        <a:pt x="342" y="340"/>
                      </a:cubicBezTo>
                      <a:cubicBezTo>
                        <a:pt x="325" y="337"/>
                        <a:pt x="299" y="333"/>
                        <a:pt x="284" y="333"/>
                      </a:cubicBezTo>
                      <a:cubicBezTo>
                        <a:pt x="279" y="333"/>
                        <a:pt x="266" y="333"/>
                        <a:pt x="255" y="343"/>
                      </a:cubicBezTo>
                      <a:cubicBezTo>
                        <a:pt x="240" y="356"/>
                        <a:pt x="244" y="375"/>
                        <a:pt x="252" y="402"/>
                      </a:cubicBezTo>
                      <a:cubicBezTo>
                        <a:pt x="254" y="407"/>
                        <a:pt x="255" y="412"/>
                        <a:pt x="257" y="416"/>
                      </a:cubicBezTo>
                      <a:cubicBezTo>
                        <a:pt x="190" y="475"/>
                        <a:pt x="190" y="475"/>
                        <a:pt x="190" y="475"/>
                      </a:cubicBezTo>
                      <a:cubicBezTo>
                        <a:pt x="134" y="421"/>
                        <a:pt x="89" y="360"/>
                        <a:pt x="57" y="292"/>
                      </a:cubicBezTo>
                      <a:cubicBezTo>
                        <a:pt x="20" y="215"/>
                        <a:pt x="1" y="133"/>
                        <a:pt x="0" y="49"/>
                      </a:cubicBezTo>
                      <a:cubicBezTo>
                        <a:pt x="112" y="49"/>
                        <a:pt x="112" y="49"/>
                        <a:pt x="112" y="49"/>
                      </a:cubicBezTo>
                      <a:lnTo>
                        <a:pt x="14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3" name="Freeform 666">
                  <a:extLst>
                    <a:ext uri="{FF2B5EF4-FFF2-40B4-BE49-F238E27FC236}">
                      <a16:creationId xmlns:a16="http://schemas.microsoft.com/office/drawing/2014/main" id="{E81489DD-325A-44F9-9C94-F2CAE00C65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34932" y="3392694"/>
                  <a:ext cx="628314" cy="1493990"/>
                </a:xfrm>
                <a:custGeom>
                  <a:avLst/>
                  <a:gdLst>
                    <a:gd name="T0" fmla="*/ 190 w 190"/>
                    <a:gd name="T1" fmla="*/ 426 h 452"/>
                    <a:gd name="T2" fmla="*/ 190 w 190"/>
                    <a:gd name="T3" fmla="*/ 452 h 452"/>
                    <a:gd name="T4" fmla="*/ 57 w 190"/>
                    <a:gd name="T5" fmla="*/ 269 h 452"/>
                    <a:gd name="T6" fmla="*/ 0 w 190"/>
                    <a:gd name="T7" fmla="*/ 26 h 452"/>
                    <a:gd name="T8" fmla="*/ 0 w 190"/>
                    <a:gd name="T9" fmla="*/ 0 h 452"/>
                    <a:gd name="T10" fmla="*/ 57 w 190"/>
                    <a:gd name="T11" fmla="*/ 243 h 452"/>
                    <a:gd name="T12" fmla="*/ 190 w 190"/>
                    <a:gd name="T13" fmla="*/ 426 h 4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0" h="452">
                      <a:moveTo>
                        <a:pt x="190" y="426"/>
                      </a:moveTo>
                      <a:cubicBezTo>
                        <a:pt x="190" y="452"/>
                        <a:pt x="190" y="452"/>
                        <a:pt x="190" y="452"/>
                      </a:cubicBezTo>
                      <a:cubicBezTo>
                        <a:pt x="134" y="398"/>
                        <a:pt x="89" y="337"/>
                        <a:pt x="57" y="269"/>
                      </a:cubicBezTo>
                      <a:cubicBezTo>
                        <a:pt x="20" y="192"/>
                        <a:pt x="1" y="111"/>
                        <a:pt x="0" y="26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84"/>
                        <a:pt x="20" y="166"/>
                        <a:pt x="57" y="243"/>
                      </a:cubicBezTo>
                      <a:cubicBezTo>
                        <a:pt x="89" y="311"/>
                        <a:pt x="134" y="372"/>
                        <a:pt x="190" y="426"/>
                      </a:cubicBezTo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8FFF5AB-3914-443B-8B32-FD7160F352A4}"/>
                  </a:ext>
                </a:extLst>
              </p:cNvPr>
              <p:cNvSpPr txBox="1"/>
              <p:nvPr/>
            </p:nvSpPr>
            <p:spPr>
              <a:xfrm>
                <a:off x="3872453" y="3749993"/>
                <a:ext cx="105743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  <a:scene3d>
                  <a:camera prst="perspectiveRelaxed">
                    <a:rot lat="20400000" lon="0" rev="0"/>
                  </a:camera>
                  <a:lightRig rig="threePt" dir="t"/>
                </a:scene3d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rPr>
                  <a:t>06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297F109-11CD-4925-B702-9ADAB62A2283}"/>
                </a:ext>
              </a:extLst>
            </p:cNvPr>
            <p:cNvGrpSpPr/>
            <p:nvPr/>
          </p:nvGrpSpPr>
          <p:grpSpPr>
            <a:xfrm>
              <a:off x="4435857" y="4361907"/>
              <a:ext cx="1566596" cy="1344591"/>
              <a:chOff x="4435857" y="4361907"/>
              <a:chExt cx="1566596" cy="1344591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782F359D-1204-4A9B-AEA3-7FFABE1FFC8E}"/>
                  </a:ext>
                </a:extLst>
              </p:cNvPr>
              <p:cNvGrpSpPr/>
              <p:nvPr/>
            </p:nvGrpSpPr>
            <p:grpSpPr>
              <a:xfrm>
                <a:off x="4435857" y="4361907"/>
                <a:ext cx="1566596" cy="1344591"/>
                <a:chOff x="4435857" y="4209507"/>
                <a:chExt cx="1566596" cy="1344591"/>
              </a:xfrm>
            </p:grpSpPr>
            <p:sp>
              <p:nvSpPr>
                <p:cNvPr id="67" name="Freeform 658">
                  <a:extLst>
                    <a:ext uri="{FF2B5EF4-FFF2-40B4-BE49-F238E27FC236}">
                      <a16:creationId xmlns:a16="http://schemas.microsoft.com/office/drawing/2014/main" id="{0EDCAC97-8BBD-47B2-82F7-8139DAC1E2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0880" y="4427322"/>
                  <a:ext cx="48869" cy="290421"/>
                </a:xfrm>
                <a:custGeom>
                  <a:avLst/>
                  <a:gdLst>
                    <a:gd name="T0" fmla="*/ 35 w 35"/>
                    <a:gd name="T1" fmla="*/ 147 h 208"/>
                    <a:gd name="T2" fmla="*/ 35 w 35"/>
                    <a:gd name="T3" fmla="*/ 208 h 208"/>
                    <a:gd name="T4" fmla="*/ 0 w 35"/>
                    <a:gd name="T5" fmla="*/ 62 h 208"/>
                    <a:gd name="T6" fmla="*/ 0 w 35"/>
                    <a:gd name="T7" fmla="*/ 0 h 208"/>
                    <a:gd name="T8" fmla="*/ 35 w 35"/>
                    <a:gd name="T9" fmla="*/ 147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208">
                      <a:moveTo>
                        <a:pt x="35" y="147"/>
                      </a:moveTo>
                      <a:lnTo>
                        <a:pt x="35" y="208"/>
                      </a:lnTo>
                      <a:lnTo>
                        <a:pt x="0" y="62"/>
                      </a:lnTo>
                      <a:lnTo>
                        <a:pt x="0" y="0"/>
                      </a:lnTo>
                      <a:lnTo>
                        <a:pt x="35" y="147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8" name="Freeform 670">
                  <a:extLst>
                    <a:ext uri="{FF2B5EF4-FFF2-40B4-BE49-F238E27FC236}">
                      <a16:creationId xmlns:a16="http://schemas.microsoft.com/office/drawing/2014/main" id="{CB1EA916-0FCC-4CAD-AF03-67439C2E2E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77656" y="4797329"/>
                  <a:ext cx="224797" cy="261100"/>
                </a:xfrm>
                <a:custGeom>
                  <a:avLst/>
                  <a:gdLst>
                    <a:gd name="T0" fmla="*/ 15 w 68"/>
                    <a:gd name="T1" fmla="*/ 30 h 79"/>
                    <a:gd name="T2" fmla="*/ 11 w 68"/>
                    <a:gd name="T3" fmla="*/ 33 h 79"/>
                    <a:gd name="T4" fmla="*/ 10 w 68"/>
                    <a:gd name="T5" fmla="*/ 33 h 79"/>
                    <a:gd name="T6" fmla="*/ 10 w 68"/>
                    <a:gd name="T7" fmla="*/ 33 h 79"/>
                    <a:gd name="T8" fmla="*/ 7 w 68"/>
                    <a:gd name="T9" fmla="*/ 36 h 79"/>
                    <a:gd name="T10" fmla="*/ 6 w 68"/>
                    <a:gd name="T11" fmla="*/ 37 h 79"/>
                    <a:gd name="T12" fmla="*/ 4 w 68"/>
                    <a:gd name="T13" fmla="*/ 40 h 79"/>
                    <a:gd name="T14" fmla="*/ 3 w 68"/>
                    <a:gd name="T15" fmla="*/ 41 h 79"/>
                    <a:gd name="T16" fmla="*/ 3 w 68"/>
                    <a:gd name="T17" fmla="*/ 43 h 79"/>
                    <a:gd name="T18" fmla="*/ 2 w 68"/>
                    <a:gd name="T19" fmla="*/ 43 h 79"/>
                    <a:gd name="T20" fmla="*/ 1 w 68"/>
                    <a:gd name="T21" fmla="*/ 46 h 79"/>
                    <a:gd name="T22" fmla="*/ 1 w 68"/>
                    <a:gd name="T23" fmla="*/ 47 h 79"/>
                    <a:gd name="T24" fmla="*/ 0 w 68"/>
                    <a:gd name="T25" fmla="*/ 49 h 79"/>
                    <a:gd name="T26" fmla="*/ 0 w 68"/>
                    <a:gd name="T27" fmla="*/ 50 h 79"/>
                    <a:gd name="T28" fmla="*/ 0 w 68"/>
                    <a:gd name="T29" fmla="*/ 51 h 79"/>
                    <a:gd name="T30" fmla="*/ 0 w 68"/>
                    <a:gd name="T31" fmla="*/ 53 h 79"/>
                    <a:gd name="T32" fmla="*/ 0 w 68"/>
                    <a:gd name="T33" fmla="*/ 79 h 79"/>
                    <a:gd name="T34" fmla="*/ 0 w 68"/>
                    <a:gd name="T35" fmla="*/ 77 h 79"/>
                    <a:gd name="T36" fmla="*/ 0 w 68"/>
                    <a:gd name="T37" fmla="*/ 75 h 79"/>
                    <a:gd name="T38" fmla="*/ 1 w 68"/>
                    <a:gd name="T39" fmla="*/ 73 h 79"/>
                    <a:gd name="T40" fmla="*/ 1 w 68"/>
                    <a:gd name="T41" fmla="*/ 72 h 79"/>
                    <a:gd name="T42" fmla="*/ 2 w 68"/>
                    <a:gd name="T43" fmla="*/ 69 h 79"/>
                    <a:gd name="T44" fmla="*/ 3 w 68"/>
                    <a:gd name="T45" fmla="*/ 69 h 79"/>
                    <a:gd name="T46" fmla="*/ 4 w 68"/>
                    <a:gd name="T47" fmla="*/ 67 h 79"/>
                    <a:gd name="T48" fmla="*/ 6 w 68"/>
                    <a:gd name="T49" fmla="*/ 63 h 79"/>
                    <a:gd name="T50" fmla="*/ 7 w 68"/>
                    <a:gd name="T51" fmla="*/ 62 h 79"/>
                    <a:gd name="T52" fmla="*/ 10 w 68"/>
                    <a:gd name="T53" fmla="*/ 60 h 79"/>
                    <a:gd name="T54" fmla="*/ 11 w 68"/>
                    <a:gd name="T55" fmla="*/ 59 h 79"/>
                    <a:gd name="T56" fmla="*/ 15 w 68"/>
                    <a:gd name="T57" fmla="*/ 56 h 79"/>
                    <a:gd name="T58" fmla="*/ 68 w 68"/>
                    <a:gd name="T59" fmla="*/ 26 h 79"/>
                    <a:gd name="T60" fmla="*/ 68 w 68"/>
                    <a:gd name="T61" fmla="*/ 0 h 79"/>
                    <a:gd name="T62" fmla="*/ 15 w 68"/>
                    <a:gd name="T63" fmla="*/ 30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68" h="79">
                      <a:moveTo>
                        <a:pt x="15" y="30"/>
                      </a:moveTo>
                      <a:cubicBezTo>
                        <a:pt x="13" y="31"/>
                        <a:pt x="12" y="32"/>
                        <a:pt x="11" y="33"/>
                      </a:cubicBezTo>
                      <a:cubicBezTo>
                        <a:pt x="10" y="33"/>
                        <a:pt x="10" y="33"/>
                        <a:pt x="10" y="33"/>
                      </a:cubicBezTo>
                      <a:cubicBezTo>
                        <a:pt x="10" y="33"/>
                        <a:pt x="10" y="33"/>
                        <a:pt x="10" y="33"/>
                      </a:cubicBezTo>
                      <a:cubicBezTo>
                        <a:pt x="9" y="34"/>
                        <a:pt x="8" y="35"/>
                        <a:pt x="7" y="36"/>
                      </a:cubicBezTo>
                      <a:cubicBezTo>
                        <a:pt x="7" y="36"/>
                        <a:pt x="6" y="37"/>
                        <a:pt x="6" y="37"/>
                      </a:cubicBezTo>
                      <a:cubicBezTo>
                        <a:pt x="5" y="38"/>
                        <a:pt x="4" y="39"/>
                        <a:pt x="4" y="40"/>
                      </a:cubicBezTo>
                      <a:cubicBezTo>
                        <a:pt x="4" y="41"/>
                        <a:pt x="3" y="41"/>
                        <a:pt x="3" y="41"/>
                      </a:cubicBezTo>
                      <a:cubicBezTo>
                        <a:pt x="3" y="41"/>
                        <a:pt x="3" y="42"/>
                        <a:pt x="3" y="43"/>
                      </a:cubicBezTo>
                      <a:cubicBezTo>
                        <a:pt x="2" y="43"/>
                        <a:pt x="2" y="43"/>
                        <a:pt x="2" y="43"/>
                      </a:cubicBezTo>
                      <a:cubicBezTo>
                        <a:pt x="2" y="44"/>
                        <a:pt x="1" y="45"/>
                        <a:pt x="1" y="46"/>
                      </a:cubicBezTo>
                      <a:cubicBezTo>
                        <a:pt x="1" y="46"/>
                        <a:pt x="1" y="47"/>
                        <a:pt x="1" y="47"/>
                      </a:cubicBezTo>
                      <a:cubicBezTo>
                        <a:pt x="1" y="48"/>
                        <a:pt x="1" y="48"/>
                        <a:pt x="0" y="49"/>
                      </a:cubicBezTo>
                      <a:cubicBezTo>
                        <a:pt x="0" y="50"/>
                        <a:pt x="0" y="50"/>
                        <a:pt x="0" y="50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52"/>
                        <a:pt x="0" y="53"/>
                        <a:pt x="0" y="53"/>
                      </a:cubicBezTo>
                      <a:cubicBezTo>
                        <a:pt x="0" y="79"/>
                        <a:pt x="0" y="79"/>
                        <a:pt x="0" y="79"/>
                      </a:cubicBezTo>
                      <a:cubicBezTo>
                        <a:pt x="0" y="79"/>
                        <a:pt x="0" y="78"/>
                        <a:pt x="0" y="77"/>
                      </a:cubicBezTo>
                      <a:cubicBezTo>
                        <a:pt x="0" y="76"/>
                        <a:pt x="0" y="76"/>
                        <a:pt x="0" y="75"/>
                      </a:cubicBezTo>
                      <a:cubicBezTo>
                        <a:pt x="1" y="75"/>
                        <a:pt x="1" y="74"/>
                        <a:pt x="1" y="73"/>
                      </a:cubicBezTo>
                      <a:cubicBezTo>
                        <a:pt x="1" y="73"/>
                        <a:pt x="1" y="73"/>
                        <a:pt x="1" y="72"/>
                      </a:cubicBezTo>
                      <a:cubicBezTo>
                        <a:pt x="1" y="71"/>
                        <a:pt x="2" y="70"/>
                        <a:pt x="2" y="69"/>
                      </a:cubicBezTo>
                      <a:cubicBezTo>
                        <a:pt x="2" y="69"/>
                        <a:pt x="2" y="69"/>
                        <a:pt x="3" y="69"/>
                      </a:cubicBezTo>
                      <a:cubicBezTo>
                        <a:pt x="3" y="68"/>
                        <a:pt x="3" y="67"/>
                        <a:pt x="4" y="67"/>
                      </a:cubicBezTo>
                      <a:cubicBezTo>
                        <a:pt x="4" y="65"/>
                        <a:pt x="5" y="64"/>
                        <a:pt x="6" y="63"/>
                      </a:cubicBezTo>
                      <a:cubicBezTo>
                        <a:pt x="6" y="63"/>
                        <a:pt x="7" y="63"/>
                        <a:pt x="7" y="62"/>
                      </a:cubicBezTo>
                      <a:cubicBezTo>
                        <a:pt x="8" y="62"/>
                        <a:pt x="9" y="61"/>
                        <a:pt x="10" y="60"/>
                      </a:cubicBezTo>
                      <a:cubicBezTo>
                        <a:pt x="10" y="59"/>
                        <a:pt x="10" y="59"/>
                        <a:pt x="11" y="59"/>
                      </a:cubicBezTo>
                      <a:cubicBezTo>
                        <a:pt x="12" y="58"/>
                        <a:pt x="13" y="57"/>
                        <a:pt x="15" y="56"/>
                      </a:cubicBezTo>
                      <a:cubicBezTo>
                        <a:pt x="68" y="26"/>
                        <a:pt x="68" y="26"/>
                        <a:pt x="68" y="26"/>
                      </a:cubicBezTo>
                      <a:cubicBezTo>
                        <a:pt x="68" y="0"/>
                        <a:pt x="68" y="0"/>
                        <a:pt x="68" y="0"/>
                      </a:cubicBezTo>
                      <a:lnTo>
                        <a:pt x="15" y="30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9" name="Freeform 672">
                  <a:extLst>
                    <a:ext uri="{FF2B5EF4-FFF2-40B4-BE49-F238E27FC236}">
                      <a16:creationId xmlns:a16="http://schemas.microsoft.com/office/drawing/2014/main" id="{DB462A32-DE5C-4DE5-AF92-0F382C757A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35857" y="4209507"/>
                  <a:ext cx="1566595" cy="1256628"/>
                </a:xfrm>
                <a:custGeom>
                  <a:avLst/>
                  <a:gdLst>
                    <a:gd name="T0" fmla="*/ 224 w 474"/>
                    <a:gd name="T1" fmla="*/ 0 h 380"/>
                    <a:gd name="T2" fmla="*/ 474 w 474"/>
                    <a:gd name="T3" fmla="*/ 100 h 380"/>
                    <a:gd name="T4" fmla="*/ 474 w 474"/>
                    <a:gd name="T5" fmla="*/ 178 h 380"/>
                    <a:gd name="T6" fmla="*/ 421 w 474"/>
                    <a:gd name="T7" fmla="*/ 208 h 380"/>
                    <a:gd name="T8" fmla="*/ 406 w 474"/>
                    <a:gd name="T9" fmla="*/ 231 h 380"/>
                    <a:gd name="T10" fmla="*/ 421 w 474"/>
                    <a:gd name="T11" fmla="*/ 254 h 380"/>
                    <a:gd name="T12" fmla="*/ 474 w 474"/>
                    <a:gd name="T13" fmla="*/ 284 h 380"/>
                    <a:gd name="T14" fmla="*/ 474 w 474"/>
                    <a:gd name="T15" fmla="*/ 380 h 380"/>
                    <a:gd name="T16" fmla="*/ 224 w 474"/>
                    <a:gd name="T17" fmla="*/ 331 h 380"/>
                    <a:gd name="T18" fmla="*/ 0 w 474"/>
                    <a:gd name="T19" fmla="*/ 199 h 380"/>
                    <a:gd name="T20" fmla="*/ 80 w 474"/>
                    <a:gd name="T21" fmla="*/ 128 h 380"/>
                    <a:gd name="T22" fmla="*/ 65 w 474"/>
                    <a:gd name="T23" fmla="*/ 66 h 380"/>
                    <a:gd name="T24" fmla="*/ 140 w 474"/>
                    <a:gd name="T25" fmla="*/ 74 h 380"/>
                    <a:gd name="T26" fmla="*/ 224 w 474"/>
                    <a:gd name="T27" fmla="*/ 0 h 3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74" h="380">
                      <a:moveTo>
                        <a:pt x="224" y="0"/>
                      </a:moveTo>
                      <a:cubicBezTo>
                        <a:pt x="289" y="57"/>
                        <a:pt x="377" y="94"/>
                        <a:pt x="474" y="100"/>
                      </a:cubicBezTo>
                      <a:cubicBezTo>
                        <a:pt x="474" y="178"/>
                        <a:pt x="474" y="178"/>
                        <a:pt x="474" y="178"/>
                      </a:cubicBezTo>
                      <a:cubicBezTo>
                        <a:pt x="421" y="208"/>
                        <a:pt x="421" y="208"/>
                        <a:pt x="421" y="208"/>
                      </a:cubicBezTo>
                      <a:cubicBezTo>
                        <a:pt x="412" y="213"/>
                        <a:pt x="406" y="222"/>
                        <a:pt x="406" y="231"/>
                      </a:cubicBezTo>
                      <a:cubicBezTo>
                        <a:pt x="406" y="241"/>
                        <a:pt x="412" y="249"/>
                        <a:pt x="421" y="254"/>
                      </a:cubicBezTo>
                      <a:cubicBezTo>
                        <a:pt x="474" y="284"/>
                        <a:pt x="474" y="284"/>
                        <a:pt x="474" y="284"/>
                      </a:cubicBezTo>
                      <a:cubicBezTo>
                        <a:pt x="474" y="380"/>
                        <a:pt x="474" y="380"/>
                        <a:pt x="474" y="380"/>
                      </a:cubicBezTo>
                      <a:cubicBezTo>
                        <a:pt x="387" y="377"/>
                        <a:pt x="304" y="361"/>
                        <a:pt x="224" y="331"/>
                      </a:cubicBezTo>
                      <a:cubicBezTo>
                        <a:pt x="140" y="300"/>
                        <a:pt x="65" y="255"/>
                        <a:pt x="0" y="199"/>
                      </a:cubicBezTo>
                      <a:cubicBezTo>
                        <a:pt x="80" y="128"/>
                        <a:pt x="80" y="128"/>
                        <a:pt x="80" y="128"/>
                      </a:cubicBezTo>
                      <a:cubicBezTo>
                        <a:pt x="65" y="66"/>
                        <a:pt x="65" y="66"/>
                        <a:pt x="65" y="66"/>
                      </a:cubicBezTo>
                      <a:cubicBezTo>
                        <a:pt x="140" y="74"/>
                        <a:pt x="140" y="74"/>
                        <a:pt x="140" y="74"/>
                      </a:cubicBezTo>
                      <a:lnTo>
                        <a:pt x="22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0" name="Freeform 673">
                  <a:extLst>
                    <a:ext uri="{FF2B5EF4-FFF2-40B4-BE49-F238E27FC236}">
                      <a16:creationId xmlns:a16="http://schemas.microsoft.com/office/drawing/2014/main" id="{500B6938-4CC1-497A-A931-4BA9524347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35857" y="4867142"/>
                  <a:ext cx="1566595" cy="686956"/>
                </a:xfrm>
                <a:custGeom>
                  <a:avLst/>
                  <a:gdLst>
                    <a:gd name="T0" fmla="*/ 474 w 474"/>
                    <a:gd name="T1" fmla="*/ 181 h 208"/>
                    <a:gd name="T2" fmla="*/ 474 w 474"/>
                    <a:gd name="T3" fmla="*/ 208 h 208"/>
                    <a:gd name="T4" fmla="*/ 224 w 474"/>
                    <a:gd name="T5" fmla="*/ 159 h 208"/>
                    <a:gd name="T6" fmla="*/ 0 w 474"/>
                    <a:gd name="T7" fmla="*/ 26 h 208"/>
                    <a:gd name="T8" fmla="*/ 0 w 474"/>
                    <a:gd name="T9" fmla="*/ 0 h 208"/>
                    <a:gd name="T10" fmla="*/ 224 w 474"/>
                    <a:gd name="T11" fmla="*/ 132 h 208"/>
                    <a:gd name="T12" fmla="*/ 474 w 474"/>
                    <a:gd name="T13" fmla="*/ 181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74" h="208">
                      <a:moveTo>
                        <a:pt x="474" y="181"/>
                      </a:moveTo>
                      <a:cubicBezTo>
                        <a:pt x="474" y="208"/>
                        <a:pt x="474" y="208"/>
                        <a:pt x="474" y="208"/>
                      </a:cubicBezTo>
                      <a:cubicBezTo>
                        <a:pt x="387" y="205"/>
                        <a:pt x="304" y="188"/>
                        <a:pt x="224" y="159"/>
                      </a:cubicBezTo>
                      <a:cubicBezTo>
                        <a:pt x="140" y="127"/>
                        <a:pt x="65" y="83"/>
                        <a:pt x="0" y="26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65" y="56"/>
                        <a:pt x="140" y="101"/>
                        <a:pt x="224" y="132"/>
                      </a:cubicBezTo>
                      <a:cubicBezTo>
                        <a:pt x="304" y="162"/>
                        <a:pt x="387" y="178"/>
                        <a:pt x="474" y="181"/>
                      </a:cubicBezTo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6350">
                  <a:noFill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B4951BE-2357-46BF-9B7D-633A235BC00F}"/>
                  </a:ext>
                </a:extLst>
              </p:cNvPr>
              <p:cNvSpPr txBox="1"/>
              <p:nvPr/>
            </p:nvSpPr>
            <p:spPr>
              <a:xfrm>
                <a:off x="4745609" y="4751084"/>
                <a:ext cx="105743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  <a:scene3d>
                  <a:camera prst="perspectiveRelaxed">
                    <a:rot lat="20400000" lon="0" rev="0"/>
                  </a:camera>
                  <a:lightRig rig="threePt" dir="t"/>
                </a:scene3d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rPr>
                  <a:t>05</a:t>
                </a:r>
              </a:p>
            </p:txBody>
          </p:sp>
        </p:grpSp>
        <p:sp>
          <p:nvSpPr>
            <p:cNvPr id="71" name="Text Placeholder 2">
              <a:extLst>
                <a:ext uri="{FF2B5EF4-FFF2-40B4-BE49-F238E27FC236}">
                  <a16:creationId xmlns:a16="http://schemas.microsoft.com/office/drawing/2014/main" id="{DD778A02-A2C2-4F8D-A402-A326B1CC70E0}"/>
                </a:ext>
              </a:extLst>
            </p:cNvPr>
            <p:cNvSpPr txBox="1">
              <a:spLocks/>
            </p:cNvSpPr>
            <p:nvPr/>
          </p:nvSpPr>
          <p:spPr>
            <a:xfrm>
              <a:off x="8543367" y="3945339"/>
              <a:ext cx="3369563" cy="96868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400" b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defRPr>
              </a:lvl1pPr>
              <a:lvl2pPr marL="1095566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/>
              </a:lvl2pPr>
              <a:lvl3pPr marL="1825943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/>
              </a:lvl3pPr>
              <a:lvl4pPr marL="2556320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4pPr>
              <a:lvl5pPr marL="3286697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5pPr>
              <a:lvl6pPr marL="4017074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6pPr>
              <a:lvl7pPr marL="4747451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7pPr>
              <a:lvl8pPr marL="5477828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8pPr>
              <a:lvl9pPr marL="6208205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9pPr>
            </a:lstStyle>
            <a:p>
              <a:r>
                <a:rPr lang="en-US" b="1" dirty="0"/>
                <a:t>Finance – </a:t>
              </a:r>
              <a:r>
                <a:rPr lang="en-US" dirty="0"/>
                <a:t>Knowing how you intend to finance your small business and outlining emergency financing options are important considerations for new business owners</a:t>
              </a:r>
              <a:endParaRPr lang="id-ID" dirty="0"/>
            </a:p>
          </p:txBody>
        </p:sp>
        <p:sp>
          <p:nvSpPr>
            <p:cNvPr id="72" name="Text Placeholder 2">
              <a:extLst>
                <a:ext uri="{FF2B5EF4-FFF2-40B4-BE49-F238E27FC236}">
                  <a16:creationId xmlns:a16="http://schemas.microsoft.com/office/drawing/2014/main" id="{F2E0E385-5380-4234-A50B-62189C30297D}"/>
                </a:ext>
              </a:extLst>
            </p:cNvPr>
            <p:cNvSpPr txBox="1">
              <a:spLocks/>
            </p:cNvSpPr>
            <p:nvPr/>
          </p:nvSpPr>
          <p:spPr>
            <a:xfrm>
              <a:off x="7749309" y="5307650"/>
              <a:ext cx="4096371" cy="96868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400" b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defRPr>
              </a:lvl1pPr>
              <a:lvl2pPr marL="1095566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/>
              </a:lvl2pPr>
              <a:lvl3pPr marL="1825943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/>
              </a:lvl3pPr>
              <a:lvl4pPr marL="2556320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4pPr>
              <a:lvl5pPr marL="3286697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5pPr>
              <a:lvl6pPr marL="4017074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6pPr>
              <a:lvl7pPr marL="4747451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7pPr>
              <a:lvl8pPr marL="5477828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8pPr>
              <a:lvl9pPr marL="6208205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9pPr>
            </a:lstStyle>
            <a:p>
              <a:r>
                <a:rPr lang="en-US" b="1" dirty="0"/>
                <a:t>Structure – </a:t>
              </a:r>
              <a:r>
                <a:rPr lang="en-US" dirty="0"/>
                <a:t>All businesses need a legal structure. The business entity you choose will impact owners’ liability, tax requirements and your ability to raise funds among other things</a:t>
              </a:r>
              <a:endParaRPr lang="id-ID" dirty="0"/>
            </a:p>
          </p:txBody>
        </p:sp>
        <p:sp>
          <p:nvSpPr>
            <p:cNvPr id="73" name="Text Placeholder 2">
              <a:extLst>
                <a:ext uri="{FF2B5EF4-FFF2-40B4-BE49-F238E27FC236}">
                  <a16:creationId xmlns:a16="http://schemas.microsoft.com/office/drawing/2014/main" id="{1351B468-9E71-465B-966F-294DF28691B3}"/>
                </a:ext>
              </a:extLst>
            </p:cNvPr>
            <p:cNvSpPr txBox="1">
              <a:spLocks/>
            </p:cNvSpPr>
            <p:nvPr/>
          </p:nvSpPr>
          <p:spPr>
            <a:xfrm>
              <a:off x="7749310" y="1245213"/>
              <a:ext cx="3899208" cy="74994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defRPr>
              </a:lvl1pPr>
              <a:lvl2pPr marL="1095566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/>
              </a:lvl2pPr>
              <a:lvl3pPr marL="1825943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/>
              </a:lvl3pPr>
              <a:lvl4pPr marL="2556320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4pPr>
              <a:lvl5pPr marL="3286697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5pPr>
              <a:lvl6pPr marL="4017074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6pPr>
              <a:lvl7pPr marL="4747451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7pPr>
              <a:lvl8pPr marL="5477828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8pPr>
              <a:lvl9pPr marL="6208205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9pPr>
            </a:lstStyle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Idea</a:t>
              </a:r>
              <a:r>
                <a:rPr 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– Every great business started with a great idea. If you want to launch a successful business, think about problems. </a:t>
              </a:r>
            </a:p>
          </p:txBody>
        </p:sp>
        <p:sp>
          <p:nvSpPr>
            <p:cNvPr id="74" name="Text Placeholder 2">
              <a:extLst>
                <a:ext uri="{FF2B5EF4-FFF2-40B4-BE49-F238E27FC236}">
                  <a16:creationId xmlns:a16="http://schemas.microsoft.com/office/drawing/2014/main" id="{09154FFF-F89E-40A3-93A1-21B700915F8B}"/>
                </a:ext>
              </a:extLst>
            </p:cNvPr>
            <p:cNvSpPr txBox="1">
              <a:spLocks/>
            </p:cNvSpPr>
            <p:nvPr/>
          </p:nvSpPr>
          <p:spPr>
            <a:xfrm>
              <a:off x="1104846" y="1245213"/>
              <a:ext cx="3337845" cy="74994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400" b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defRPr>
              </a:lvl1pPr>
              <a:lvl2pPr marL="1095566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/>
              </a:lvl2pPr>
              <a:lvl3pPr marL="1825943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/>
              </a:lvl3pPr>
              <a:lvl4pPr marL="2556320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4pPr>
              <a:lvl5pPr marL="3286697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5pPr>
              <a:lvl6pPr marL="4017074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6pPr>
              <a:lvl7pPr marL="4747451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7pPr>
              <a:lvl8pPr marL="5477828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8pPr>
              <a:lvl9pPr marL="6208205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9pPr>
            </a:lstStyle>
            <a:p>
              <a:pPr algn="r"/>
              <a:r>
                <a:rPr lang="en-US" b="1" dirty="0"/>
                <a:t>Launch – </a:t>
              </a:r>
              <a:r>
                <a:rPr lang="en-US" dirty="0"/>
                <a:t>You’re now ready to launch your small business! The work that you’ve put into the launch is just the beginning. </a:t>
              </a:r>
              <a:endParaRPr lang="id-ID" dirty="0"/>
            </a:p>
          </p:txBody>
        </p:sp>
        <p:sp>
          <p:nvSpPr>
            <p:cNvPr id="75" name="Text Placeholder 2">
              <a:extLst>
                <a:ext uri="{FF2B5EF4-FFF2-40B4-BE49-F238E27FC236}">
                  <a16:creationId xmlns:a16="http://schemas.microsoft.com/office/drawing/2014/main" id="{F1450CAF-28D5-4F10-8C13-C059D9460D67}"/>
                </a:ext>
              </a:extLst>
            </p:cNvPr>
            <p:cNvSpPr txBox="1">
              <a:spLocks/>
            </p:cNvSpPr>
            <p:nvPr/>
          </p:nvSpPr>
          <p:spPr>
            <a:xfrm>
              <a:off x="542732" y="3945339"/>
              <a:ext cx="3105903" cy="96868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400" b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defRPr>
              </a:lvl1pPr>
              <a:lvl2pPr marL="1095566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/>
              </a:lvl2pPr>
              <a:lvl3pPr marL="1825943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/>
              </a:lvl3pPr>
              <a:lvl4pPr marL="2556320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4pPr>
              <a:lvl5pPr marL="3286697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5pPr>
              <a:lvl6pPr marL="4017074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6pPr>
              <a:lvl7pPr marL="4747451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7pPr>
              <a:lvl8pPr marL="5477828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8pPr>
              <a:lvl9pPr marL="6208205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9pPr>
            </a:lstStyle>
            <a:p>
              <a:pPr algn="r"/>
              <a:r>
                <a:rPr lang="en-US" b="1" dirty="0"/>
                <a:t>Branding – </a:t>
              </a:r>
              <a:r>
                <a:rPr lang="en-US" dirty="0"/>
                <a:t>New businesses live or die by their ability to build and maintain a positive brand in the industry within which they operate.</a:t>
              </a:r>
            </a:p>
          </p:txBody>
        </p:sp>
        <p:sp>
          <p:nvSpPr>
            <p:cNvPr id="76" name="Text Placeholder 2">
              <a:extLst>
                <a:ext uri="{FF2B5EF4-FFF2-40B4-BE49-F238E27FC236}">
                  <a16:creationId xmlns:a16="http://schemas.microsoft.com/office/drawing/2014/main" id="{20A79582-4088-42BA-B254-8BD00DF6F37F}"/>
                </a:ext>
              </a:extLst>
            </p:cNvPr>
            <p:cNvSpPr txBox="1">
              <a:spLocks/>
            </p:cNvSpPr>
            <p:nvPr/>
          </p:nvSpPr>
          <p:spPr>
            <a:xfrm>
              <a:off x="1336788" y="5307650"/>
              <a:ext cx="3105903" cy="74994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400" b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defRPr>
              </a:lvl1pPr>
              <a:lvl2pPr marL="1095566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/>
              </a:lvl2pPr>
              <a:lvl3pPr marL="1825943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/>
              </a:lvl3pPr>
              <a:lvl4pPr marL="2556320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4pPr>
              <a:lvl5pPr marL="3286697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5pPr>
              <a:lvl6pPr marL="4017074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6pPr>
              <a:lvl7pPr marL="4747451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7pPr>
              <a:lvl8pPr marL="5477828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8pPr>
              <a:lvl9pPr marL="6208205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9pPr>
            </a:lstStyle>
            <a:p>
              <a:pPr algn="r"/>
              <a:r>
                <a:rPr lang="en-US" b="1" dirty="0"/>
                <a:t>Location – </a:t>
              </a:r>
              <a:r>
                <a:rPr lang="en-US" dirty="0"/>
                <a:t>Your business location will depend on the type of business you intend to launch</a:t>
              </a:r>
              <a:endParaRPr lang="id-ID" dirty="0"/>
            </a:p>
          </p:txBody>
        </p:sp>
        <p:sp>
          <p:nvSpPr>
            <p:cNvPr id="77" name="Text Placeholder 2">
              <a:extLst>
                <a:ext uri="{FF2B5EF4-FFF2-40B4-BE49-F238E27FC236}">
                  <a16:creationId xmlns:a16="http://schemas.microsoft.com/office/drawing/2014/main" id="{9744B866-7E2F-44FC-846E-1EA5409EAFBB}"/>
                </a:ext>
              </a:extLst>
            </p:cNvPr>
            <p:cNvSpPr txBox="1">
              <a:spLocks/>
            </p:cNvSpPr>
            <p:nvPr/>
          </p:nvSpPr>
          <p:spPr>
            <a:xfrm>
              <a:off x="8543367" y="2517539"/>
              <a:ext cx="3105151" cy="118741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400" b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defRPr>
              </a:lvl1pPr>
              <a:lvl2pPr marL="1095566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/>
              </a:lvl2pPr>
              <a:lvl3pPr marL="1825943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/>
              </a:lvl3pPr>
              <a:lvl4pPr marL="2556320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4pPr>
              <a:lvl5pPr marL="3286697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5pPr>
              <a:lvl6pPr marL="4017074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6pPr>
              <a:lvl7pPr marL="4747451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7pPr>
              <a:lvl8pPr marL="5477828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8pPr>
              <a:lvl9pPr marL="6208205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9pPr>
            </a:lstStyle>
            <a:p>
              <a:r>
                <a:rPr lang="en-US" b="1" dirty="0"/>
                <a:t>Business Plan – </a:t>
              </a:r>
              <a:r>
                <a:rPr lang="en-US" dirty="0"/>
                <a:t>A business plan is a documented execution strategy that describes not only the intentions of your business but the formula by which it will grow</a:t>
              </a:r>
              <a:endParaRPr lang="id-ID" dirty="0"/>
            </a:p>
          </p:txBody>
        </p:sp>
        <p:sp>
          <p:nvSpPr>
            <p:cNvPr id="78" name="Text Placeholder 2">
              <a:extLst>
                <a:ext uri="{FF2B5EF4-FFF2-40B4-BE49-F238E27FC236}">
                  <a16:creationId xmlns:a16="http://schemas.microsoft.com/office/drawing/2014/main" id="{3834D894-7DE3-472A-A2AF-0D6366FE3051}"/>
                </a:ext>
              </a:extLst>
            </p:cNvPr>
            <p:cNvSpPr txBox="1">
              <a:spLocks/>
            </p:cNvSpPr>
            <p:nvPr/>
          </p:nvSpPr>
          <p:spPr>
            <a:xfrm>
              <a:off x="542732" y="2517539"/>
              <a:ext cx="3105903" cy="96868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400" b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defRPr>
              </a:lvl1pPr>
              <a:lvl2pPr marL="1095566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/>
              </a:lvl2pPr>
              <a:lvl3pPr marL="1825943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/>
              </a:lvl3pPr>
              <a:lvl4pPr marL="2556320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4pPr>
              <a:lvl5pPr marL="3286697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5pPr>
              <a:lvl6pPr marL="4017074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6pPr>
              <a:lvl7pPr marL="4747451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7pPr>
              <a:lvl8pPr marL="5477828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8pPr>
              <a:lvl9pPr marL="6208205" indent="-365189" defTabSz="1460754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/>
              </a:lvl9pPr>
            </a:lstStyle>
            <a:p>
              <a:pPr algn="r"/>
              <a:r>
                <a:rPr lang="en-US" b="1" dirty="0"/>
                <a:t>Team – </a:t>
              </a:r>
              <a:r>
                <a:rPr lang="en-US" dirty="0"/>
                <a:t>Time to get people to support you in your business. In all likelihood, you’ll need to hire employees before you launch your small business</a:t>
              </a:r>
              <a:endParaRPr lang="id-ID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3EF3CE5-850A-44B6-914A-5E65F55974CD}"/>
                </a:ext>
              </a:extLst>
            </p:cNvPr>
            <p:cNvSpPr txBox="1"/>
            <p:nvPr/>
          </p:nvSpPr>
          <p:spPr>
            <a:xfrm>
              <a:off x="4887401" y="2903630"/>
              <a:ext cx="2451824" cy="121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dirty="0">
                  <a:solidFill>
                    <a:srgbClr val="595959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Starting </a:t>
              </a:r>
            </a:p>
            <a:p>
              <a:pPr algn="ctr"/>
              <a:r>
                <a:rPr lang="en-GB" sz="3600" b="1" dirty="0">
                  <a:solidFill>
                    <a:srgbClr val="595959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Business</a:t>
              </a:r>
              <a:endParaRPr lang="en-GB" sz="3600" b="1" dirty="0">
                <a:solidFill>
                  <a:srgbClr val="1AF1A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89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8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36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8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1AF1AD"/>
      </a:accent1>
      <a:accent2>
        <a:srgbClr val="B1EA1C"/>
      </a:accent2>
      <a:accent3>
        <a:srgbClr val="4663F2"/>
      </a:accent3>
      <a:accent4>
        <a:srgbClr val="4B9FFE"/>
      </a:accent4>
      <a:accent5>
        <a:srgbClr val="9267FF"/>
      </a:accent5>
      <a:accent6>
        <a:srgbClr val="67CFFF"/>
      </a:accent6>
      <a:hlink>
        <a:srgbClr val="F68A1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3206</TotalTime>
  <Words>1260</Words>
  <Application>Microsoft Office PowerPoint</Application>
  <PresentationFormat>Widescreen</PresentationFormat>
  <Paragraphs>238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Courier New</vt:lpstr>
      <vt:lpstr>Lato</vt:lpstr>
      <vt:lpstr>Lato Black</vt:lpstr>
      <vt:lpstr>Open Sans Bold</vt:lpstr>
      <vt:lpstr>Poppins Light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Hussain</dc:creator>
  <cp:lastModifiedBy>Avi S Outlook</cp:lastModifiedBy>
  <cp:revision>334</cp:revision>
  <dcterms:created xsi:type="dcterms:W3CDTF">2019-01-04T08:23:10Z</dcterms:created>
  <dcterms:modified xsi:type="dcterms:W3CDTF">2026-03-02T06:24:26Z</dcterms:modified>
</cp:coreProperties>
</file>