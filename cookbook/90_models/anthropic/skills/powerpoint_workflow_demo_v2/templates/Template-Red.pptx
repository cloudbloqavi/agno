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30B26DA5-DBB3-4EA7-8FDE-534EEA965BF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27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69F13A3-74F0-47BD-950D-131E1AADD4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6677" y="1388679"/>
            <a:ext cx="3545931" cy="4235670"/>
          </a:xfrm>
          <a:custGeom>
            <a:avLst/>
            <a:gdLst>
              <a:gd name="connsiteX0" fmla="*/ 39395 w 3545931"/>
              <a:gd name="connsiteY0" fmla="*/ 0 h 4235670"/>
              <a:gd name="connsiteX1" fmla="*/ 3506536 w 3545931"/>
              <a:gd name="connsiteY1" fmla="*/ 0 h 4235670"/>
              <a:gd name="connsiteX2" fmla="*/ 3545931 w 3545931"/>
              <a:gd name="connsiteY2" fmla="*/ 39395 h 4235670"/>
              <a:gd name="connsiteX3" fmla="*/ 3545931 w 3545931"/>
              <a:gd name="connsiteY3" fmla="*/ 4196275 h 4235670"/>
              <a:gd name="connsiteX4" fmla="*/ 3506536 w 3545931"/>
              <a:gd name="connsiteY4" fmla="*/ 4235670 h 4235670"/>
              <a:gd name="connsiteX5" fmla="*/ 39395 w 3545931"/>
              <a:gd name="connsiteY5" fmla="*/ 4235670 h 4235670"/>
              <a:gd name="connsiteX6" fmla="*/ 0 w 3545931"/>
              <a:gd name="connsiteY6" fmla="*/ 4196275 h 4235670"/>
              <a:gd name="connsiteX7" fmla="*/ 0 w 3545931"/>
              <a:gd name="connsiteY7" fmla="*/ 39395 h 4235670"/>
              <a:gd name="connsiteX8" fmla="*/ 39395 w 3545931"/>
              <a:gd name="connsiteY8" fmla="*/ 0 h 4235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5931" h="4235670">
                <a:moveTo>
                  <a:pt x="39395" y="0"/>
                </a:moveTo>
                <a:lnTo>
                  <a:pt x="3506536" y="0"/>
                </a:lnTo>
                <a:cubicBezTo>
                  <a:pt x="3528293" y="0"/>
                  <a:pt x="3545931" y="17638"/>
                  <a:pt x="3545931" y="39395"/>
                </a:cubicBezTo>
                <a:lnTo>
                  <a:pt x="3545931" y="4196275"/>
                </a:lnTo>
                <a:cubicBezTo>
                  <a:pt x="3545931" y="4218032"/>
                  <a:pt x="3528293" y="4235670"/>
                  <a:pt x="3506536" y="4235670"/>
                </a:cubicBezTo>
                <a:lnTo>
                  <a:pt x="39395" y="4235670"/>
                </a:lnTo>
                <a:cubicBezTo>
                  <a:pt x="17638" y="4235670"/>
                  <a:pt x="0" y="4218032"/>
                  <a:pt x="0" y="4196275"/>
                </a:cubicBezTo>
                <a:lnTo>
                  <a:pt x="0" y="39395"/>
                </a:lnTo>
                <a:cubicBezTo>
                  <a:pt x="0" y="17638"/>
                  <a:pt x="17638" y="0"/>
                  <a:pt x="3939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90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CF277F81-097A-4B59-8349-27E7AF3210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64397" y="1130301"/>
            <a:ext cx="4221672" cy="500669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8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14">
            <a:extLst>
              <a:ext uri="{FF2B5EF4-FFF2-40B4-BE49-F238E27FC236}">
                <a16:creationId xmlns:a16="http://schemas.microsoft.com/office/drawing/2014/main" id="{6CF68E6F-54CA-410D-A9ED-7C18744B3D44}"/>
              </a:ext>
            </a:extLst>
          </p:cNvPr>
          <p:cNvSpPr/>
          <p:nvPr userDrawn="1"/>
        </p:nvSpPr>
        <p:spPr>
          <a:xfrm>
            <a:off x="7348502" y="1035949"/>
            <a:ext cx="4817125" cy="5883560"/>
          </a:xfrm>
          <a:custGeom>
            <a:avLst/>
            <a:gdLst>
              <a:gd name="connsiteX0" fmla="*/ 0 w 3219332"/>
              <a:gd name="connsiteY0" fmla="*/ 5572735 h 5572735"/>
              <a:gd name="connsiteX1" fmla="*/ 1022074 w 3219332"/>
              <a:gd name="connsiteY1" fmla="*/ 0 h 5572735"/>
              <a:gd name="connsiteX2" fmla="*/ 2197258 w 3219332"/>
              <a:gd name="connsiteY2" fmla="*/ 0 h 5572735"/>
              <a:gd name="connsiteX3" fmla="*/ 3219332 w 3219332"/>
              <a:gd name="connsiteY3" fmla="*/ 5572735 h 5572735"/>
              <a:gd name="connsiteX4" fmla="*/ 0 w 3219332"/>
              <a:gd name="connsiteY4" fmla="*/ 5572735 h 5572735"/>
              <a:gd name="connsiteX0" fmla="*/ 0 w 4152982"/>
              <a:gd name="connsiteY0" fmla="*/ 5563110 h 5572735"/>
              <a:gd name="connsiteX1" fmla="*/ 1955724 w 4152982"/>
              <a:gd name="connsiteY1" fmla="*/ 0 h 5572735"/>
              <a:gd name="connsiteX2" fmla="*/ 3130908 w 4152982"/>
              <a:gd name="connsiteY2" fmla="*/ 0 h 5572735"/>
              <a:gd name="connsiteX3" fmla="*/ 4152982 w 4152982"/>
              <a:gd name="connsiteY3" fmla="*/ 5572735 h 5572735"/>
              <a:gd name="connsiteX4" fmla="*/ 0 w 4152982"/>
              <a:gd name="connsiteY4" fmla="*/ 5563110 h 5572735"/>
              <a:gd name="connsiteX0" fmla="*/ 0 w 4817125"/>
              <a:gd name="connsiteY0" fmla="*/ 5563110 h 5563110"/>
              <a:gd name="connsiteX1" fmla="*/ 1955724 w 4817125"/>
              <a:gd name="connsiteY1" fmla="*/ 0 h 5563110"/>
              <a:gd name="connsiteX2" fmla="*/ 3130908 w 4817125"/>
              <a:gd name="connsiteY2" fmla="*/ 0 h 5563110"/>
              <a:gd name="connsiteX3" fmla="*/ 4817125 w 4817125"/>
              <a:gd name="connsiteY3" fmla="*/ 5563110 h 5563110"/>
              <a:gd name="connsiteX4" fmla="*/ 0 w 4817125"/>
              <a:gd name="connsiteY4" fmla="*/ 5563110 h 5563110"/>
              <a:gd name="connsiteX0" fmla="*/ 0 w 4874877"/>
              <a:gd name="connsiteY0" fmla="*/ 5563110 h 5601611"/>
              <a:gd name="connsiteX1" fmla="*/ 1955724 w 4874877"/>
              <a:gd name="connsiteY1" fmla="*/ 0 h 5601611"/>
              <a:gd name="connsiteX2" fmla="*/ 3130908 w 4874877"/>
              <a:gd name="connsiteY2" fmla="*/ 0 h 5601611"/>
              <a:gd name="connsiteX3" fmla="*/ 4874877 w 4874877"/>
              <a:gd name="connsiteY3" fmla="*/ 5601611 h 5601611"/>
              <a:gd name="connsiteX4" fmla="*/ 0 w 4874877"/>
              <a:gd name="connsiteY4" fmla="*/ 5563110 h 5601611"/>
              <a:gd name="connsiteX0" fmla="*/ 0 w 4817125"/>
              <a:gd name="connsiteY0" fmla="*/ 5563110 h 5563110"/>
              <a:gd name="connsiteX1" fmla="*/ 1955724 w 4817125"/>
              <a:gd name="connsiteY1" fmla="*/ 0 h 5563110"/>
              <a:gd name="connsiteX2" fmla="*/ 3130908 w 4817125"/>
              <a:gd name="connsiteY2" fmla="*/ 0 h 5563110"/>
              <a:gd name="connsiteX3" fmla="*/ 4817125 w 4817125"/>
              <a:gd name="connsiteY3" fmla="*/ 5563110 h 5563110"/>
              <a:gd name="connsiteX4" fmla="*/ 0 w 4817125"/>
              <a:gd name="connsiteY4" fmla="*/ 5563110 h 5563110"/>
              <a:gd name="connsiteX0" fmla="*/ 0 w 4817125"/>
              <a:gd name="connsiteY0" fmla="*/ 5563110 h 5563110"/>
              <a:gd name="connsiteX1" fmla="*/ 1955724 w 4817125"/>
              <a:gd name="connsiteY1" fmla="*/ 0 h 5563110"/>
              <a:gd name="connsiteX2" fmla="*/ 3130908 w 4817125"/>
              <a:gd name="connsiteY2" fmla="*/ 0 h 5563110"/>
              <a:gd name="connsiteX3" fmla="*/ 4817125 w 4817125"/>
              <a:gd name="connsiteY3" fmla="*/ 5563110 h 5563110"/>
              <a:gd name="connsiteX4" fmla="*/ 0 w 4817125"/>
              <a:gd name="connsiteY4" fmla="*/ 5563110 h 556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7125" h="5563110">
                <a:moveTo>
                  <a:pt x="0" y="5563110"/>
                </a:moveTo>
                <a:lnTo>
                  <a:pt x="1955724" y="0"/>
                </a:lnTo>
                <a:lnTo>
                  <a:pt x="3130908" y="0"/>
                </a:lnTo>
                <a:lnTo>
                  <a:pt x="4817125" y="5563110"/>
                </a:lnTo>
                <a:lnTo>
                  <a:pt x="0" y="5563110"/>
                </a:lnTo>
                <a:close/>
              </a:path>
            </a:pathLst>
          </a:custGeom>
          <a:solidFill>
            <a:schemeClr val="bg1">
              <a:lumMod val="9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43B6966-36A9-444C-BE9E-D311C457B7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31088" y="1366345"/>
            <a:ext cx="4733925" cy="549165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50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EF628D1-AFFE-464A-836A-3FE84F4999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6676" y="1219201"/>
            <a:ext cx="2396360" cy="2396360"/>
          </a:xfrm>
          <a:custGeom>
            <a:avLst/>
            <a:gdLst>
              <a:gd name="connsiteX0" fmla="*/ 1198180 w 2396360"/>
              <a:gd name="connsiteY0" fmla="*/ 0 h 2396360"/>
              <a:gd name="connsiteX1" fmla="*/ 2396360 w 2396360"/>
              <a:gd name="connsiteY1" fmla="*/ 1198180 h 2396360"/>
              <a:gd name="connsiteX2" fmla="*/ 1198180 w 2396360"/>
              <a:gd name="connsiteY2" fmla="*/ 2396360 h 2396360"/>
              <a:gd name="connsiteX3" fmla="*/ 0 w 2396360"/>
              <a:gd name="connsiteY3" fmla="*/ 1198180 h 2396360"/>
              <a:gd name="connsiteX4" fmla="*/ 1198180 w 2396360"/>
              <a:gd name="connsiteY4" fmla="*/ 0 h 239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6360" h="2396360">
                <a:moveTo>
                  <a:pt x="1198180" y="0"/>
                </a:moveTo>
                <a:cubicBezTo>
                  <a:pt x="1859917" y="0"/>
                  <a:pt x="2396360" y="536443"/>
                  <a:pt x="2396360" y="1198180"/>
                </a:cubicBezTo>
                <a:cubicBezTo>
                  <a:pt x="2396360" y="1859917"/>
                  <a:pt x="1859917" y="2396360"/>
                  <a:pt x="1198180" y="2396360"/>
                </a:cubicBezTo>
                <a:cubicBezTo>
                  <a:pt x="536443" y="2396360"/>
                  <a:pt x="0" y="1859917"/>
                  <a:pt x="0" y="1198180"/>
                </a:cubicBezTo>
                <a:cubicBezTo>
                  <a:pt x="0" y="536443"/>
                  <a:pt x="536443" y="0"/>
                  <a:pt x="119818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35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1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58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40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9386949-3911-47D8-9F2F-D164DF343FAD}"/>
              </a:ext>
            </a:extLst>
          </p:cNvPr>
          <p:cNvSpPr/>
          <p:nvPr/>
        </p:nvSpPr>
        <p:spPr>
          <a:xfrm>
            <a:off x="1020611" y="4959845"/>
            <a:ext cx="3302955" cy="885891"/>
          </a:xfrm>
          <a:prstGeom prst="roundRect">
            <a:avLst>
              <a:gd name="adj" fmla="val 5299"/>
            </a:avLst>
          </a:prstGeom>
          <a:solidFill>
            <a:schemeClr val="accent5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2565DA-6EE9-425A-8603-55B850D7DCF3}"/>
              </a:ext>
            </a:extLst>
          </p:cNvPr>
          <p:cNvSpPr/>
          <p:nvPr/>
        </p:nvSpPr>
        <p:spPr>
          <a:xfrm>
            <a:off x="1020611" y="1858070"/>
            <a:ext cx="3302955" cy="885891"/>
          </a:xfrm>
          <a:prstGeom prst="roundRect">
            <a:avLst>
              <a:gd name="adj" fmla="val 5299"/>
            </a:avLst>
          </a:prstGeom>
          <a:solidFill>
            <a:schemeClr val="accent1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DC12AD8-5D1D-4FBB-BA5E-189A3255CC4A}"/>
              </a:ext>
            </a:extLst>
          </p:cNvPr>
          <p:cNvSpPr/>
          <p:nvPr/>
        </p:nvSpPr>
        <p:spPr>
          <a:xfrm>
            <a:off x="1020611" y="2891995"/>
            <a:ext cx="3302955" cy="885891"/>
          </a:xfrm>
          <a:prstGeom prst="roundRect">
            <a:avLst>
              <a:gd name="adj" fmla="val 6123"/>
            </a:avLst>
          </a:prstGeom>
          <a:solidFill>
            <a:schemeClr val="accent5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1CF6CB-F5DC-4BBF-AC24-D079FB67AF90}"/>
              </a:ext>
            </a:extLst>
          </p:cNvPr>
          <p:cNvSpPr/>
          <p:nvPr/>
        </p:nvSpPr>
        <p:spPr>
          <a:xfrm>
            <a:off x="1020611" y="3925920"/>
            <a:ext cx="3302955" cy="885891"/>
          </a:xfrm>
          <a:prstGeom prst="roundRect">
            <a:avLst>
              <a:gd name="adj" fmla="val 6123"/>
            </a:avLst>
          </a:prstGeom>
          <a:solidFill>
            <a:schemeClr val="accent1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3EB076-4CAE-4F9A-A1A2-701576A346EB}"/>
              </a:ext>
            </a:extLst>
          </p:cNvPr>
          <p:cNvGrpSpPr/>
          <p:nvPr/>
        </p:nvGrpSpPr>
        <p:grpSpPr>
          <a:xfrm>
            <a:off x="4143893" y="2121343"/>
            <a:ext cx="359345" cy="359345"/>
            <a:chOff x="5907232" y="2294399"/>
            <a:chExt cx="440402" cy="4404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8EC3E5-E7EA-4D2B-9CE5-FA12D48341A3}"/>
                </a:ext>
              </a:extLst>
            </p:cNvPr>
            <p:cNvSpPr/>
            <p:nvPr/>
          </p:nvSpPr>
          <p:spPr>
            <a:xfrm>
              <a:off x="5907232" y="2294399"/>
              <a:ext cx="440402" cy="4404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876300" dist="101600" dir="27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 46">
              <a:extLst>
                <a:ext uri="{FF2B5EF4-FFF2-40B4-BE49-F238E27FC236}">
                  <a16:creationId xmlns:a16="http://schemas.microsoft.com/office/drawing/2014/main" id="{31BA970C-D8D2-455A-968E-C35CBBCAA9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082553" y="2415272"/>
              <a:ext cx="89760" cy="1986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6011E8-34F2-4852-970D-54E4B8884F88}"/>
              </a:ext>
            </a:extLst>
          </p:cNvPr>
          <p:cNvGrpSpPr/>
          <p:nvPr/>
        </p:nvGrpSpPr>
        <p:grpSpPr>
          <a:xfrm>
            <a:off x="4143893" y="3155268"/>
            <a:ext cx="359345" cy="359345"/>
            <a:chOff x="5907232" y="2294399"/>
            <a:chExt cx="440402" cy="44040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1226E86-0A2C-403B-AE06-67973B121262}"/>
                </a:ext>
              </a:extLst>
            </p:cNvPr>
            <p:cNvSpPr/>
            <p:nvPr/>
          </p:nvSpPr>
          <p:spPr>
            <a:xfrm>
              <a:off x="5907232" y="2294399"/>
              <a:ext cx="440402" cy="4404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876300" dist="101600" dir="27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46">
              <a:extLst>
                <a:ext uri="{FF2B5EF4-FFF2-40B4-BE49-F238E27FC236}">
                  <a16:creationId xmlns:a16="http://schemas.microsoft.com/office/drawing/2014/main" id="{C68131A9-A4A6-4DF0-BFB0-CBBD3220461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082553" y="2415272"/>
              <a:ext cx="89760" cy="1986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5B24AE-B889-4D31-BF23-A0F9F7871C8E}"/>
              </a:ext>
            </a:extLst>
          </p:cNvPr>
          <p:cNvGrpSpPr/>
          <p:nvPr/>
        </p:nvGrpSpPr>
        <p:grpSpPr>
          <a:xfrm>
            <a:off x="4143893" y="4189193"/>
            <a:ext cx="359345" cy="359345"/>
            <a:chOff x="5907232" y="2294399"/>
            <a:chExt cx="440402" cy="44040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945328D-1B09-469F-84F6-A9E60333CA18}"/>
                </a:ext>
              </a:extLst>
            </p:cNvPr>
            <p:cNvSpPr/>
            <p:nvPr/>
          </p:nvSpPr>
          <p:spPr>
            <a:xfrm>
              <a:off x="5907232" y="2294399"/>
              <a:ext cx="440402" cy="4404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876300" dist="101600" dir="27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46">
              <a:extLst>
                <a:ext uri="{FF2B5EF4-FFF2-40B4-BE49-F238E27FC236}">
                  <a16:creationId xmlns:a16="http://schemas.microsoft.com/office/drawing/2014/main" id="{4F2B5DFB-D4DB-417E-83A9-DD802B26BE9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082553" y="2415272"/>
              <a:ext cx="89760" cy="1986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7C9445-9885-48AA-866A-3868C62D153C}"/>
              </a:ext>
            </a:extLst>
          </p:cNvPr>
          <p:cNvGrpSpPr/>
          <p:nvPr/>
        </p:nvGrpSpPr>
        <p:grpSpPr>
          <a:xfrm>
            <a:off x="4143893" y="5223119"/>
            <a:ext cx="359345" cy="359345"/>
            <a:chOff x="5907232" y="2294399"/>
            <a:chExt cx="440402" cy="44040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48C5730-3853-4390-BAC5-625310339D5D}"/>
                </a:ext>
              </a:extLst>
            </p:cNvPr>
            <p:cNvSpPr/>
            <p:nvPr/>
          </p:nvSpPr>
          <p:spPr>
            <a:xfrm>
              <a:off x="5907232" y="2294399"/>
              <a:ext cx="440402" cy="4404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876300" dist="101600" dir="27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46">
              <a:extLst>
                <a:ext uri="{FF2B5EF4-FFF2-40B4-BE49-F238E27FC236}">
                  <a16:creationId xmlns:a16="http://schemas.microsoft.com/office/drawing/2014/main" id="{D160287F-F20E-4279-B921-DEBB34237C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082553" y="2415272"/>
              <a:ext cx="89760" cy="1986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A02184B-B9D5-4CB8-85DE-1F5ED835418C}"/>
              </a:ext>
            </a:extLst>
          </p:cNvPr>
          <p:cNvSpPr txBox="1"/>
          <p:nvPr/>
        </p:nvSpPr>
        <p:spPr>
          <a:xfrm>
            <a:off x="4984224" y="1419598"/>
            <a:ext cx="112009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Phases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AA2FA7-CB1D-45E0-AAC6-0D6D0CEB6C09}"/>
              </a:ext>
            </a:extLst>
          </p:cNvPr>
          <p:cNvSpPr txBox="1"/>
          <p:nvPr/>
        </p:nvSpPr>
        <p:spPr>
          <a:xfrm>
            <a:off x="7266831" y="1419598"/>
            <a:ext cx="112009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Duration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01E41E-8815-4A41-BD1A-6298CC50DA82}"/>
              </a:ext>
            </a:extLst>
          </p:cNvPr>
          <p:cNvSpPr txBox="1"/>
          <p:nvPr/>
        </p:nvSpPr>
        <p:spPr>
          <a:xfrm>
            <a:off x="9549439" y="1419598"/>
            <a:ext cx="112009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Number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B28F7D-1212-4588-9878-CD4738FD3637}"/>
              </a:ext>
            </a:extLst>
          </p:cNvPr>
          <p:cNvSpPr/>
          <p:nvPr/>
        </p:nvSpPr>
        <p:spPr>
          <a:xfrm>
            <a:off x="9047586" y="1858070"/>
            <a:ext cx="2123803" cy="3987667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3DEAB6-DBD1-4DB7-A136-EB1EBF354E55}"/>
              </a:ext>
            </a:extLst>
          </p:cNvPr>
          <p:cNvSpPr/>
          <p:nvPr/>
        </p:nvSpPr>
        <p:spPr>
          <a:xfrm>
            <a:off x="9213797" y="2031711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661739-7753-4C23-9B9C-79E451366AE7}"/>
              </a:ext>
            </a:extLst>
          </p:cNvPr>
          <p:cNvSpPr/>
          <p:nvPr/>
        </p:nvSpPr>
        <p:spPr>
          <a:xfrm>
            <a:off x="6764978" y="1858070"/>
            <a:ext cx="2123803" cy="3987667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7333D1-9837-47A6-9413-9C796DD82E25}"/>
              </a:ext>
            </a:extLst>
          </p:cNvPr>
          <p:cNvSpPr/>
          <p:nvPr/>
        </p:nvSpPr>
        <p:spPr>
          <a:xfrm>
            <a:off x="6931189" y="2031711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1 day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 days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0054D9-59A7-4744-9142-F666088740B5}"/>
              </a:ext>
            </a:extLst>
          </p:cNvPr>
          <p:cNvSpPr/>
          <p:nvPr/>
        </p:nvSpPr>
        <p:spPr>
          <a:xfrm>
            <a:off x="4482370" y="1858070"/>
            <a:ext cx="2123803" cy="3987667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>
            <a:noFill/>
          </a:ln>
          <a:effectLst>
            <a:outerShdw blurRad="876300" dist="101600" dir="27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D52B19-0B28-4BD9-B1B4-40ACC9A2EF16}"/>
              </a:ext>
            </a:extLst>
          </p:cNvPr>
          <p:cNvSpPr/>
          <p:nvPr/>
        </p:nvSpPr>
        <p:spPr>
          <a:xfrm>
            <a:off x="4648581" y="2031711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Kick off meeting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Strategy session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F1C0B8-5634-4196-8D02-D574EB6F35CA}"/>
              </a:ext>
            </a:extLst>
          </p:cNvPr>
          <p:cNvSpPr/>
          <p:nvPr/>
        </p:nvSpPr>
        <p:spPr>
          <a:xfrm>
            <a:off x="4648581" y="4099561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Demo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Launch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81D7126-194A-4904-9638-8B54AA79CEC0}"/>
              </a:ext>
            </a:extLst>
          </p:cNvPr>
          <p:cNvSpPr/>
          <p:nvPr/>
        </p:nvSpPr>
        <p:spPr>
          <a:xfrm>
            <a:off x="4648581" y="3065636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Web development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UI/UX design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993813-6972-4B81-BAAE-11AC3789B839}"/>
              </a:ext>
            </a:extLst>
          </p:cNvPr>
          <p:cNvSpPr/>
          <p:nvPr/>
        </p:nvSpPr>
        <p:spPr>
          <a:xfrm>
            <a:off x="4648581" y="5133486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Client Feedback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Modification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EC7A7BD-C2B9-4B86-BE2D-9B2604FB4C68}"/>
              </a:ext>
            </a:extLst>
          </p:cNvPr>
          <p:cNvCxnSpPr>
            <a:cxnSpLocks/>
          </p:cNvCxnSpPr>
          <p:nvPr/>
        </p:nvCxnSpPr>
        <p:spPr>
          <a:xfrm>
            <a:off x="4709711" y="2817978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9A0680-0328-4F73-A8E3-5C1FBAB7D6F5}"/>
              </a:ext>
            </a:extLst>
          </p:cNvPr>
          <p:cNvCxnSpPr>
            <a:cxnSpLocks/>
          </p:cNvCxnSpPr>
          <p:nvPr/>
        </p:nvCxnSpPr>
        <p:spPr>
          <a:xfrm>
            <a:off x="4709711" y="3851903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E0F2705-FD7B-4CC2-8CA8-C0AE6B1100C1}"/>
              </a:ext>
            </a:extLst>
          </p:cNvPr>
          <p:cNvCxnSpPr>
            <a:cxnSpLocks/>
          </p:cNvCxnSpPr>
          <p:nvPr/>
        </p:nvCxnSpPr>
        <p:spPr>
          <a:xfrm>
            <a:off x="4709711" y="4885828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75A557E-7E41-4121-9F22-C55783A44181}"/>
              </a:ext>
            </a:extLst>
          </p:cNvPr>
          <p:cNvCxnSpPr>
            <a:cxnSpLocks/>
          </p:cNvCxnSpPr>
          <p:nvPr/>
        </p:nvCxnSpPr>
        <p:spPr>
          <a:xfrm>
            <a:off x="6992319" y="2817978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D4EB905-1139-4460-A958-F72DB6AE929B}"/>
              </a:ext>
            </a:extLst>
          </p:cNvPr>
          <p:cNvCxnSpPr>
            <a:cxnSpLocks/>
          </p:cNvCxnSpPr>
          <p:nvPr/>
        </p:nvCxnSpPr>
        <p:spPr>
          <a:xfrm>
            <a:off x="6992319" y="3851903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2FC3A2B-8388-4684-A871-4342EFE9DA81}"/>
              </a:ext>
            </a:extLst>
          </p:cNvPr>
          <p:cNvCxnSpPr>
            <a:cxnSpLocks/>
          </p:cNvCxnSpPr>
          <p:nvPr/>
        </p:nvCxnSpPr>
        <p:spPr>
          <a:xfrm>
            <a:off x="6992319" y="4885828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13A6CD7-42E8-4D2D-A92A-1332FC93BDB7}"/>
              </a:ext>
            </a:extLst>
          </p:cNvPr>
          <p:cNvCxnSpPr>
            <a:cxnSpLocks/>
          </p:cNvCxnSpPr>
          <p:nvPr/>
        </p:nvCxnSpPr>
        <p:spPr>
          <a:xfrm>
            <a:off x="9274927" y="2817978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76B39E9-24E4-4C22-B2E5-F6D4D5743C50}"/>
              </a:ext>
            </a:extLst>
          </p:cNvPr>
          <p:cNvCxnSpPr>
            <a:cxnSpLocks/>
          </p:cNvCxnSpPr>
          <p:nvPr/>
        </p:nvCxnSpPr>
        <p:spPr>
          <a:xfrm>
            <a:off x="9274927" y="3851903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9120CF-203E-468E-A20D-B7AC5722DE4A}"/>
              </a:ext>
            </a:extLst>
          </p:cNvPr>
          <p:cNvCxnSpPr>
            <a:cxnSpLocks/>
          </p:cNvCxnSpPr>
          <p:nvPr/>
        </p:nvCxnSpPr>
        <p:spPr>
          <a:xfrm>
            <a:off x="9274927" y="4885828"/>
            <a:ext cx="166912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DA9B9F4-4AF2-450A-B9CF-B49E53DCEC0C}"/>
              </a:ext>
            </a:extLst>
          </p:cNvPr>
          <p:cNvSpPr/>
          <p:nvPr/>
        </p:nvSpPr>
        <p:spPr>
          <a:xfrm>
            <a:off x="9213797" y="3065636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45F358-5F43-4EB4-A30F-23379F005781}"/>
              </a:ext>
            </a:extLst>
          </p:cNvPr>
          <p:cNvSpPr/>
          <p:nvPr/>
        </p:nvSpPr>
        <p:spPr>
          <a:xfrm>
            <a:off x="6931189" y="3065636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8 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9 days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341AD85-B053-4297-AE94-F01D54B510DD}"/>
              </a:ext>
            </a:extLst>
          </p:cNvPr>
          <p:cNvSpPr/>
          <p:nvPr/>
        </p:nvSpPr>
        <p:spPr>
          <a:xfrm>
            <a:off x="9213797" y="4099561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672B9A9-A53D-45C2-8186-CCA78FE9BBCC}"/>
              </a:ext>
            </a:extLst>
          </p:cNvPr>
          <p:cNvSpPr/>
          <p:nvPr/>
        </p:nvSpPr>
        <p:spPr>
          <a:xfrm>
            <a:off x="6931189" y="4099561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 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1 day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E4B610F-3224-4A36-9B5B-A765FCC76401}"/>
              </a:ext>
            </a:extLst>
          </p:cNvPr>
          <p:cNvSpPr/>
          <p:nvPr/>
        </p:nvSpPr>
        <p:spPr>
          <a:xfrm>
            <a:off x="9213797" y="5133486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DABE0B0-F3F2-48F3-9970-792C621DCAA3}"/>
              </a:ext>
            </a:extLst>
          </p:cNvPr>
          <p:cNvSpPr/>
          <p:nvPr/>
        </p:nvSpPr>
        <p:spPr>
          <a:xfrm>
            <a:off x="6931189" y="5133486"/>
            <a:ext cx="1791381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2 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5 days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A2218E-4042-4E35-88E2-D62B66ACCE14}"/>
              </a:ext>
            </a:extLst>
          </p:cNvPr>
          <p:cNvSpPr txBox="1"/>
          <p:nvPr/>
        </p:nvSpPr>
        <p:spPr>
          <a:xfrm>
            <a:off x="1791478" y="2147127"/>
            <a:ext cx="197419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Planning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DF345C4-FB68-454A-BEDA-970108B2A5CB}"/>
              </a:ext>
            </a:extLst>
          </p:cNvPr>
          <p:cNvSpPr txBox="1"/>
          <p:nvPr/>
        </p:nvSpPr>
        <p:spPr>
          <a:xfrm>
            <a:off x="1791478" y="3181052"/>
            <a:ext cx="197419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Design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4BBD54-3524-421B-9A6E-C41135303F70}"/>
              </a:ext>
            </a:extLst>
          </p:cNvPr>
          <p:cNvSpPr txBox="1"/>
          <p:nvPr/>
        </p:nvSpPr>
        <p:spPr>
          <a:xfrm>
            <a:off x="1791478" y="4214977"/>
            <a:ext cx="197419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Presentation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351F21-963E-4E82-B679-A43E1631190E}"/>
              </a:ext>
            </a:extLst>
          </p:cNvPr>
          <p:cNvSpPr txBox="1"/>
          <p:nvPr/>
        </p:nvSpPr>
        <p:spPr>
          <a:xfrm>
            <a:off x="1791478" y="5248902"/>
            <a:ext cx="197419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Post Review</a:t>
            </a:r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2C697C68-D1C9-4354-9DAE-3B2886DE1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181052"/>
            <a:ext cx="307778" cy="30777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22F695A8-B6E9-42E6-94D1-D561E2E2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5459" y="4190258"/>
            <a:ext cx="357214" cy="357214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A660F7C4-2B89-4BE8-AF08-DDF0D7615A20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805" y="5245253"/>
            <a:ext cx="315074" cy="315074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EDE1C168-1F79-423F-8C5B-8C6463BCF8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2147127"/>
            <a:ext cx="307778" cy="307778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CB328BD-56DF-4ED4-9684-B1C1D9694C3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PROJECT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6E"/>
                </a:solidFill>
                <a:effectLst/>
                <a:uLnTx/>
                <a:uFillTx/>
                <a:latin typeface="Lato Black" panose="020F0502020204030203" pitchFamily="34" charset="0"/>
                <a:ea typeface="+mn-ea"/>
                <a:cs typeface="+mn-cs"/>
              </a:rPr>
              <a:t>BUDGET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FF006E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FF006E"/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F8558E-EF2B-5AFC-3BB8-56DCC4303AFA}"/>
              </a:ext>
            </a:extLst>
          </p:cNvPr>
          <p:cNvSpPr/>
          <p:nvPr/>
        </p:nvSpPr>
        <p:spPr>
          <a:xfrm>
            <a:off x="10636390" y="117258"/>
            <a:ext cx="1260000" cy="28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9208087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3_Office Theme">
  <a:themeElements>
    <a:clrScheme name="Custom 128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006E"/>
      </a:accent1>
      <a:accent2>
        <a:srgbClr val="FF4F9A"/>
      </a:accent2>
      <a:accent3>
        <a:srgbClr val="CD486B"/>
      </a:accent3>
      <a:accent4>
        <a:srgbClr val="D66885"/>
      </a:accent4>
      <a:accent5>
        <a:srgbClr val="FBAD50"/>
      </a:accent5>
      <a:accent6>
        <a:srgbClr val="FCC27C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6627D4-E511-4D7F-A201-94A583846853}">
  <we:reference id="wa200010001" version="1.0.0.0" store="en-GB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 Black</vt:lpstr>
      <vt:lpstr>Proxima Nova</vt:lpstr>
      <vt:lpstr>3_Office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Hussain</dc:creator>
  <cp:lastModifiedBy>Avijit Samanta</cp:lastModifiedBy>
  <cp:revision>2</cp:revision>
  <dcterms:created xsi:type="dcterms:W3CDTF">2026-03-09T15:31:11Z</dcterms:created>
  <dcterms:modified xsi:type="dcterms:W3CDTF">2026-03-12T09:56:29Z</dcterms:modified>
</cp:coreProperties>
</file>