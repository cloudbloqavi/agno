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60" r:id="rId3"/>
    <p:sldId id="262" r:id="rId4"/>
    <p:sldId id="261" r:id="rId5"/>
    <p:sldId id="263" r:id="rId6"/>
    <p:sldId id="265" r:id="rId7"/>
    <p:sldId id="256" r:id="rId8"/>
    <p:sldId id="257" r:id="rId9"/>
    <p:sldId id="258" r:id="rId10"/>
    <p:sldId id="259" r:id="rId11"/>
    <p:sldId id="264" r:id="rId12"/>
  </p:sldIdLst>
  <p:sldSz cx="12192000" cy="6858000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Lato Black" panose="020F0502020204030203" pitchFamily="34" charset="0"/>
      <p:bold r:id="rId18"/>
      <p:boldItalic r:id="rId19"/>
    </p:embeddedFont>
    <p:embeddedFont>
      <p:font typeface="Open Sans Light" panose="020B03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01">
          <p15:clr>
            <a:srgbClr val="A4A3A4"/>
          </p15:clr>
        </p15:guide>
        <p15:guide id="2" orient="horz" pos="2122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mJ9KulZxIUxTn+fwYWmzg3LNi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8100CD-77F5-41CA-97A1-57B9A1EEABEE}">
  <a:tblStyle styleId="{358100CD-77F5-41CA-97A1-57B9A1EEAB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7E8"/>
          </a:solidFill>
        </a:fill>
      </a:tcStyle>
    </a:wholeTbl>
    <a:band1H>
      <a:tcTxStyle/>
      <a:tcStyle>
        <a:tcBdr/>
        <a:fill>
          <a:solidFill>
            <a:srgbClr val="F5CC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5CC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74" autoAdjust="0"/>
  </p:normalViewPr>
  <p:slideViewPr>
    <p:cSldViewPr snapToGrid="0">
      <p:cViewPr varScale="1">
        <p:scale>
          <a:sx n="102" d="100"/>
          <a:sy n="102" d="100"/>
        </p:scale>
        <p:origin x="918" y="318"/>
      </p:cViewPr>
      <p:guideLst>
        <p:guide pos="3801"/>
        <p:guide orient="horz" pos="21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"/>
          <p:cNvSpPr/>
          <p:nvPr/>
        </p:nvSpPr>
        <p:spPr>
          <a:xfrm>
            <a:off x="838250" y="1538707"/>
            <a:ext cx="10726733" cy="4774462"/>
          </a:xfrm>
          <a:prstGeom prst="roundRect">
            <a:avLst>
              <a:gd name="adj" fmla="val 3265"/>
            </a:avLst>
          </a:prstGeom>
          <a:gradFill>
            <a:gsLst>
              <a:gs pos="0">
                <a:srgbClr val="F2F2F2"/>
              </a:gs>
              <a:gs pos="100000">
                <a:srgbClr val="F2F2F2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5"/>
          <p:cNvGrpSpPr/>
          <p:nvPr/>
        </p:nvGrpSpPr>
        <p:grpSpPr>
          <a:xfrm>
            <a:off x="4455196" y="1349318"/>
            <a:ext cx="5357402" cy="4841297"/>
            <a:chOff x="4455196" y="1569085"/>
            <a:chExt cx="5357402" cy="4621530"/>
          </a:xfrm>
        </p:grpSpPr>
        <p:cxnSp>
          <p:nvCxnSpPr>
            <p:cNvPr id="257" name="Google Shape;257;p5"/>
            <p:cNvCxnSpPr/>
            <p:nvPr/>
          </p:nvCxnSpPr>
          <p:spPr>
            <a:xfrm>
              <a:off x="4455196" y="1569085"/>
              <a:ext cx="0" cy="462153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8" name="Google Shape;258;p5"/>
            <p:cNvCxnSpPr/>
            <p:nvPr/>
          </p:nvCxnSpPr>
          <p:spPr>
            <a:xfrm>
              <a:off x="6240997" y="1569085"/>
              <a:ext cx="0" cy="462153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9" name="Google Shape;259;p5"/>
            <p:cNvCxnSpPr/>
            <p:nvPr/>
          </p:nvCxnSpPr>
          <p:spPr>
            <a:xfrm>
              <a:off x="8026798" y="1569085"/>
              <a:ext cx="0" cy="462153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0" name="Google Shape;260;p5"/>
            <p:cNvCxnSpPr/>
            <p:nvPr/>
          </p:nvCxnSpPr>
          <p:spPr>
            <a:xfrm>
              <a:off x="9812598" y="1569085"/>
              <a:ext cx="0" cy="462153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1" name="Google Shape;261;p5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 dirty="0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 dirty="0"/>
          </a:p>
        </p:txBody>
      </p:sp>
      <p:cxnSp>
        <p:nvCxnSpPr>
          <p:cNvPr id="262" name="Google Shape;262;p5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5"/>
          <p:cNvSpPr/>
          <p:nvPr/>
        </p:nvSpPr>
        <p:spPr>
          <a:xfrm>
            <a:off x="633730" y="1554480"/>
            <a:ext cx="2073869" cy="1425575"/>
          </a:xfrm>
          <a:prstGeom prst="roundRect">
            <a:avLst>
              <a:gd name="adj" fmla="val 801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633730" y="3117215"/>
            <a:ext cx="2073869" cy="1425575"/>
          </a:xfrm>
          <a:prstGeom prst="roundRect">
            <a:avLst>
              <a:gd name="adj" fmla="val 8017"/>
            </a:avLst>
          </a:prstGeom>
          <a:solidFill>
            <a:schemeClr val="accent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633730" y="4679950"/>
            <a:ext cx="2073869" cy="1425575"/>
          </a:xfrm>
          <a:prstGeom prst="roundRect">
            <a:avLst>
              <a:gd name="adj" fmla="val 801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3138514" y="1139208"/>
            <a:ext cx="12178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Q2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2022</a:t>
            </a:r>
            <a:endParaRPr lang="en-US" sz="1800" dirty="0"/>
          </a:p>
        </p:txBody>
      </p:sp>
      <p:sp>
        <p:nvSpPr>
          <p:cNvPr id="271" name="Google Shape;271;p5"/>
          <p:cNvSpPr txBox="1"/>
          <p:nvPr/>
        </p:nvSpPr>
        <p:spPr>
          <a:xfrm>
            <a:off x="4723998" y="1131588"/>
            <a:ext cx="12178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Q3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2022</a:t>
            </a:r>
            <a:endParaRPr lang="en-US" sz="1800" dirty="0"/>
          </a:p>
        </p:txBody>
      </p:sp>
      <p:sp>
        <p:nvSpPr>
          <p:cNvPr id="272" name="Google Shape;272;p5"/>
          <p:cNvSpPr txBox="1"/>
          <p:nvPr/>
        </p:nvSpPr>
        <p:spPr>
          <a:xfrm>
            <a:off x="6552699" y="1131588"/>
            <a:ext cx="12178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Q4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2022</a:t>
            </a:r>
            <a:endParaRPr lang="en-US" sz="1800" dirty="0"/>
          </a:p>
        </p:txBody>
      </p:sp>
      <p:sp>
        <p:nvSpPr>
          <p:cNvPr id="273" name="Google Shape;273;p5"/>
          <p:cNvSpPr txBox="1"/>
          <p:nvPr/>
        </p:nvSpPr>
        <p:spPr>
          <a:xfrm>
            <a:off x="8314288" y="1135398"/>
            <a:ext cx="12178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Q1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2023</a:t>
            </a:r>
            <a:endParaRPr lang="en-US" sz="1800" dirty="0"/>
          </a:p>
        </p:txBody>
      </p:sp>
      <p:sp>
        <p:nvSpPr>
          <p:cNvPr id="274" name="Google Shape;274;p5"/>
          <p:cNvSpPr txBox="1"/>
          <p:nvPr/>
        </p:nvSpPr>
        <p:spPr>
          <a:xfrm>
            <a:off x="10081325" y="1137303"/>
            <a:ext cx="1195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Q2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2023</a:t>
            </a:r>
            <a:endParaRPr dirty="0"/>
          </a:p>
        </p:txBody>
      </p:sp>
      <p:sp>
        <p:nvSpPr>
          <p:cNvPr id="275" name="Google Shape;275;p5"/>
          <p:cNvSpPr/>
          <p:nvPr/>
        </p:nvSpPr>
        <p:spPr>
          <a:xfrm>
            <a:off x="3192145" y="1569085"/>
            <a:ext cx="276606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57B9D">
                  <a:alpha val="0"/>
                </a:srgbClr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7228840" y="1569085"/>
            <a:ext cx="411480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57B9D">
                  <a:alpha val="0"/>
                </a:srgbClr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4987290" y="2355850"/>
            <a:ext cx="4125595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57B9D">
                  <a:alpha val="0"/>
                </a:srgbClr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3192145" y="3188970"/>
            <a:ext cx="276606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649ABB">
                  <a:alpha val="0"/>
                </a:srgbClr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7563485" y="3179445"/>
            <a:ext cx="354965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649ABB">
                  <a:alpha val="0"/>
                </a:srgbClr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5178425" y="3966845"/>
            <a:ext cx="593471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649ABB">
                  <a:alpha val="0"/>
                </a:srgbClr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3192145" y="4679950"/>
            <a:ext cx="276606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3946">
                  <a:alpha val="0"/>
                </a:srgb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7563485" y="4667885"/>
            <a:ext cx="3778885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3946">
                  <a:alpha val="0"/>
                </a:srgb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5178425" y="5595620"/>
            <a:ext cx="4072255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3946">
                  <a:alpha val="0"/>
                </a:srgb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 txBox="1"/>
          <p:nvPr/>
        </p:nvSpPr>
        <p:spPr>
          <a:xfrm>
            <a:off x="856187" y="2099950"/>
            <a:ext cx="1652270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 GROWTH</a:t>
            </a:r>
            <a:endParaRPr dirty="0"/>
          </a:p>
        </p:txBody>
      </p:sp>
      <p:grpSp>
        <p:nvGrpSpPr>
          <p:cNvPr id="287" name="Google Shape;287;p5"/>
          <p:cNvGrpSpPr/>
          <p:nvPr/>
        </p:nvGrpSpPr>
        <p:grpSpPr>
          <a:xfrm>
            <a:off x="3324860" y="1918335"/>
            <a:ext cx="2026285" cy="376555"/>
            <a:chOff x="5236" y="3021"/>
            <a:chExt cx="3191" cy="593"/>
          </a:xfrm>
        </p:grpSpPr>
        <p:grpSp>
          <p:nvGrpSpPr>
            <p:cNvPr id="288" name="Google Shape;288;p5"/>
            <p:cNvGrpSpPr/>
            <p:nvPr/>
          </p:nvGrpSpPr>
          <p:grpSpPr>
            <a:xfrm>
              <a:off x="5236" y="3021"/>
              <a:ext cx="1239" cy="586"/>
              <a:chOff x="4996" y="3021"/>
              <a:chExt cx="1239" cy="586"/>
            </a:xfrm>
          </p:grpSpPr>
          <p:sp>
            <p:nvSpPr>
              <p:cNvPr id="289" name="Google Shape;28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 SAVE</a:t>
                </a:r>
                <a:endParaRPr dirty="0"/>
              </a:p>
            </p:txBody>
          </p:sp>
        </p:grpSp>
        <p:grpSp>
          <p:nvGrpSpPr>
            <p:cNvPr id="291" name="Google Shape;291;p5"/>
            <p:cNvGrpSpPr/>
            <p:nvPr/>
          </p:nvGrpSpPr>
          <p:grpSpPr>
            <a:xfrm>
              <a:off x="7188" y="3026"/>
              <a:ext cx="1239" cy="588"/>
              <a:chOff x="4996" y="3021"/>
              <a:chExt cx="1239" cy="588"/>
            </a:xfrm>
          </p:grpSpPr>
          <p:sp>
            <p:nvSpPr>
              <p:cNvPr id="292" name="Google Shape;29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5"/>
              <p:cNvSpPr txBox="1"/>
              <p:nvPr/>
            </p:nvSpPr>
            <p:spPr>
              <a:xfrm>
                <a:off x="4996" y="3221"/>
                <a:ext cx="1239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 SYNC</a:t>
                </a:r>
                <a:endParaRPr dirty="0"/>
              </a:p>
            </p:txBody>
          </p:sp>
        </p:grpSp>
      </p:grpSp>
      <p:grpSp>
        <p:nvGrpSpPr>
          <p:cNvPr id="294" name="Google Shape;294;p5"/>
          <p:cNvGrpSpPr/>
          <p:nvPr/>
        </p:nvGrpSpPr>
        <p:grpSpPr>
          <a:xfrm>
            <a:off x="7196455" y="1917700"/>
            <a:ext cx="3658870" cy="373380"/>
            <a:chOff x="11333" y="3020"/>
            <a:chExt cx="5762" cy="588"/>
          </a:xfrm>
        </p:grpSpPr>
        <p:grpSp>
          <p:nvGrpSpPr>
            <p:cNvPr id="295" name="Google Shape;295;p5"/>
            <p:cNvGrpSpPr/>
            <p:nvPr/>
          </p:nvGrpSpPr>
          <p:grpSpPr>
            <a:xfrm>
              <a:off x="11333" y="3020"/>
              <a:ext cx="2344" cy="588"/>
              <a:chOff x="4109" y="3021"/>
              <a:chExt cx="2344" cy="588"/>
            </a:xfrm>
          </p:grpSpPr>
          <p:sp>
            <p:nvSpPr>
              <p:cNvPr id="296" name="Google Shape;296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5"/>
              <p:cNvSpPr txBox="1"/>
              <p:nvPr/>
            </p:nvSpPr>
            <p:spPr>
              <a:xfrm>
                <a:off x="4109" y="3221"/>
                <a:ext cx="234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NAVIGATION OPTIONS</a:t>
                </a:r>
                <a:endParaRPr dirty="0"/>
              </a:p>
            </p:txBody>
          </p:sp>
        </p:grpSp>
        <p:grpSp>
          <p:nvGrpSpPr>
            <p:cNvPr id="298" name="Google Shape;298;p5"/>
            <p:cNvGrpSpPr/>
            <p:nvPr/>
          </p:nvGrpSpPr>
          <p:grpSpPr>
            <a:xfrm>
              <a:off x="14004" y="3020"/>
              <a:ext cx="1239" cy="586"/>
              <a:chOff x="4996" y="3021"/>
              <a:chExt cx="1239" cy="586"/>
            </a:xfrm>
          </p:grpSpPr>
          <p:sp>
            <p:nvSpPr>
              <p:cNvPr id="299" name="Google Shape;29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TRACKING</a:t>
                </a:r>
                <a:endParaRPr dirty="0"/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15856" y="3020"/>
              <a:ext cx="1239" cy="586"/>
              <a:chOff x="4996" y="3021"/>
              <a:chExt cx="1239" cy="586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REAL TIME</a:t>
                </a:r>
                <a:endParaRPr dirty="0"/>
              </a:p>
            </p:txBody>
          </p:sp>
        </p:grpSp>
      </p:grpSp>
      <p:sp>
        <p:nvSpPr>
          <p:cNvPr id="304" name="Google Shape;304;p5"/>
          <p:cNvSpPr txBox="1"/>
          <p:nvPr/>
        </p:nvSpPr>
        <p:spPr>
          <a:xfrm>
            <a:off x="4390968" y="1695450"/>
            <a:ext cx="131577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RELEASE</a:t>
            </a:r>
            <a:endParaRPr dirty="0"/>
          </a:p>
        </p:txBody>
      </p:sp>
      <p:sp>
        <p:nvSpPr>
          <p:cNvPr id="305" name="Google Shape;305;p5"/>
          <p:cNvSpPr txBox="1"/>
          <p:nvPr/>
        </p:nvSpPr>
        <p:spPr>
          <a:xfrm>
            <a:off x="9575151" y="1701800"/>
            <a:ext cx="1454799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DEPLOYMENT</a:t>
            </a:r>
            <a:endParaRPr dirty="0"/>
          </a:p>
        </p:txBody>
      </p:sp>
      <p:sp>
        <p:nvSpPr>
          <p:cNvPr id="306" name="Google Shape;306;p5"/>
          <p:cNvSpPr txBox="1"/>
          <p:nvPr/>
        </p:nvSpPr>
        <p:spPr>
          <a:xfrm>
            <a:off x="7806690" y="2488565"/>
            <a:ext cx="961390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THEME</a:t>
            </a:r>
            <a:endParaRPr/>
          </a:p>
        </p:txBody>
      </p:sp>
      <p:grpSp>
        <p:nvGrpSpPr>
          <p:cNvPr id="307" name="Google Shape;307;p5"/>
          <p:cNvGrpSpPr/>
          <p:nvPr/>
        </p:nvGrpSpPr>
        <p:grpSpPr>
          <a:xfrm>
            <a:off x="5210810" y="2733675"/>
            <a:ext cx="3387725" cy="373380"/>
            <a:chOff x="11760" y="3020"/>
            <a:chExt cx="5335" cy="588"/>
          </a:xfrm>
        </p:grpSpPr>
        <p:grpSp>
          <p:nvGrpSpPr>
            <p:cNvPr id="308" name="Google Shape;308;p5"/>
            <p:cNvGrpSpPr/>
            <p:nvPr/>
          </p:nvGrpSpPr>
          <p:grpSpPr>
            <a:xfrm>
              <a:off x="11760" y="3020"/>
              <a:ext cx="1699" cy="588"/>
              <a:chOff x="4536" y="3021"/>
              <a:chExt cx="1699" cy="588"/>
            </a:xfrm>
          </p:grpSpPr>
          <p:sp>
            <p:nvSpPr>
              <p:cNvPr id="309" name="Google Shape;30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5"/>
              <p:cNvSpPr txBox="1"/>
              <p:nvPr/>
            </p:nvSpPr>
            <p:spPr>
              <a:xfrm>
                <a:off x="4536" y="3221"/>
                <a:ext cx="1699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SINGLE SIGN ON</a:t>
                </a:r>
                <a:endParaRPr dirty="0"/>
              </a:p>
            </p:txBody>
          </p:sp>
        </p:grpSp>
        <p:grpSp>
          <p:nvGrpSpPr>
            <p:cNvPr id="311" name="Google Shape;311;p5"/>
            <p:cNvGrpSpPr/>
            <p:nvPr/>
          </p:nvGrpSpPr>
          <p:grpSpPr>
            <a:xfrm>
              <a:off x="14004" y="3020"/>
              <a:ext cx="1239" cy="586"/>
              <a:chOff x="4996" y="3021"/>
              <a:chExt cx="1239" cy="586"/>
            </a:xfrm>
          </p:grpSpPr>
          <p:sp>
            <p:nvSpPr>
              <p:cNvPr id="312" name="Google Shape;31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BACK UP</a:t>
                </a:r>
                <a:endParaRPr dirty="0"/>
              </a:p>
            </p:txBody>
          </p:sp>
        </p:grpSp>
        <p:grpSp>
          <p:nvGrpSpPr>
            <p:cNvPr id="314" name="Google Shape;314;p5"/>
            <p:cNvGrpSpPr/>
            <p:nvPr/>
          </p:nvGrpSpPr>
          <p:grpSpPr>
            <a:xfrm>
              <a:off x="15856" y="3020"/>
              <a:ext cx="1239" cy="586"/>
              <a:chOff x="4996" y="3021"/>
              <a:chExt cx="1239" cy="586"/>
            </a:xfrm>
          </p:grpSpPr>
          <p:sp>
            <p:nvSpPr>
              <p:cNvPr id="315" name="Google Shape;315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REVIEW</a:t>
                </a:r>
                <a:endParaRPr dirty="0"/>
              </a:p>
            </p:txBody>
          </p:sp>
        </p:grpSp>
      </p:grpSp>
      <p:grpSp>
        <p:nvGrpSpPr>
          <p:cNvPr id="317" name="Google Shape;317;p5"/>
          <p:cNvGrpSpPr/>
          <p:nvPr/>
        </p:nvGrpSpPr>
        <p:grpSpPr>
          <a:xfrm>
            <a:off x="3249295" y="3517265"/>
            <a:ext cx="2381250" cy="376555"/>
            <a:chOff x="4769" y="3021"/>
            <a:chExt cx="3750" cy="593"/>
          </a:xfrm>
        </p:grpSpPr>
        <p:grpSp>
          <p:nvGrpSpPr>
            <p:cNvPr id="318" name="Google Shape;318;p5"/>
            <p:cNvGrpSpPr/>
            <p:nvPr/>
          </p:nvGrpSpPr>
          <p:grpSpPr>
            <a:xfrm>
              <a:off x="4769" y="3021"/>
              <a:ext cx="1706" cy="588"/>
              <a:chOff x="4529" y="3021"/>
              <a:chExt cx="1706" cy="588"/>
            </a:xfrm>
          </p:grpSpPr>
          <p:sp>
            <p:nvSpPr>
              <p:cNvPr id="319" name="Google Shape;31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5"/>
              <p:cNvSpPr txBox="1"/>
              <p:nvPr/>
            </p:nvSpPr>
            <p:spPr>
              <a:xfrm>
                <a:off x="4529" y="3221"/>
                <a:ext cx="1706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GEO LOCATIONS</a:t>
                </a:r>
                <a:endParaRPr dirty="0"/>
              </a:p>
            </p:txBody>
          </p:sp>
        </p:grpSp>
        <p:grpSp>
          <p:nvGrpSpPr>
            <p:cNvPr id="321" name="Google Shape;321;p5"/>
            <p:cNvGrpSpPr/>
            <p:nvPr/>
          </p:nvGrpSpPr>
          <p:grpSpPr>
            <a:xfrm>
              <a:off x="6685" y="3026"/>
              <a:ext cx="1834" cy="588"/>
              <a:chOff x="4493" y="3021"/>
              <a:chExt cx="1834" cy="588"/>
            </a:xfrm>
          </p:grpSpPr>
          <p:sp>
            <p:nvSpPr>
              <p:cNvPr id="322" name="Google Shape;32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5"/>
              <p:cNvSpPr txBox="1"/>
              <p:nvPr/>
            </p:nvSpPr>
            <p:spPr>
              <a:xfrm>
                <a:off x="4493" y="3221"/>
                <a:ext cx="183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LARGER DATASETS</a:t>
                </a:r>
                <a:endParaRPr dirty="0"/>
              </a:p>
            </p:txBody>
          </p:sp>
        </p:grpSp>
      </p:grpSp>
      <p:grpSp>
        <p:nvGrpSpPr>
          <p:cNvPr id="324" name="Google Shape;324;p5"/>
          <p:cNvGrpSpPr/>
          <p:nvPr/>
        </p:nvGrpSpPr>
        <p:grpSpPr>
          <a:xfrm>
            <a:off x="7061200" y="3520440"/>
            <a:ext cx="3095625" cy="373380"/>
            <a:chOff x="12220" y="3020"/>
            <a:chExt cx="4875" cy="588"/>
          </a:xfrm>
        </p:grpSpPr>
        <p:grpSp>
          <p:nvGrpSpPr>
            <p:cNvPr id="325" name="Google Shape;325;p5"/>
            <p:cNvGrpSpPr/>
            <p:nvPr/>
          </p:nvGrpSpPr>
          <p:grpSpPr>
            <a:xfrm>
              <a:off x="12220" y="3020"/>
              <a:ext cx="1239" cy="586"/>
              <a:chOff x="4996" y="3021"/>
              <a:chExt cx="1239" cy="586"/>
            </a:xfrm>
          </p:grpSpPr>
          <p:sp>
            <p:nvSpPr>
              <p:cNvPr id="326" name="Google Shape;326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TRACKING</a:t>
                </a:r>
                <a:endParaRPr dirty="0"/>
              </a:p>
            </p:txBody>
          </p:sp>
        </p:grpSp>
        <p:grpSp>
          <p:nvGrpSpPr>
            <p:cNvPr id="328" name="Google Shape;328;p5"/>
            <p:cNvGrpSpPr/>
            <p:nvPr/>
          </p:nvGrpSpPr>
          <p:grpSpPr>
            <a:xfrm>
              <a:off x="13913" y="3020"/>
              <a:ext cx="1990" cy="588"/>
              <a:chOff x="4905" y="3021"/>
              <a:chExt cx="1990" cy="588"/>
            </a:xfrm>
          </p:grpSpPr>
          <p:sp>
            <p:nvSpPr>
              <p:cNvPr id="329" name="Google Shape;32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5"/>
              <p:cNvSpPr txBox="1"/>
              <p:nvPr/>
            </p:nvSpPr>
            <p:spPr>
              <a:xfrm>
                <a:off x="4905" y="3221"/>
                <a:ext cx="1990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OFFLINE SUPPORT</a:t>
                </a:r>
                <a:endParaRPr dirty="0"/>
              </a:p>
            </p:txBody>
          </p:sp>
        </p:grpSp>
        <p:grpSp>
          <p:nvGrpSpPr>
            <p:cNvPr id="331" name="Google Shape;331;p5"/>
            <p:cNvGrpSpPr/>
            <p:nvPr/>
          </p:nvGrpSpPr>
          <p:grpSpPr>
            <a:xfrm>
              <a:off x="15856" y="3020"/>
              <a:ext cx="1239" cy="586"/>
              <a:chOff x="4996" y="3021"/>
              <a:chExt cx="1239" cy="586"/>
            </a:xfrm>
          </p:grpSpPr>
          <p:sp>
            <p:nvSpPr>
              <p:cNvPr id="332" name="Google Shape;33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ISSUE MAP</a:t>
                </a:r>
                <a:endParaRPr dirty="0"/>
              </a:p>
            </p:txBody>
          </p:sp>
        </p:grpSp>
      </p:grpSp>
      <p:sp>
        <p:nvSpPr>
          <p:cNvPr id="334" name="Google Shape;334;p5"/>
          <p:cNvSpPr txBox="1"/>
          <p:nvPr/>
        </p:nvSpPr>
        <p:spPr>
          <a:xfrm>
            <a:off x="4409440" y="3321685"/>
            <a:ext cx="1250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RELEASE</a:t>
            </a:r>
            <a:endParaRPr lang="en-US" sz="1000" dirty="0"/>
          </a:p>
        </p:txBody>
      </p:sp>
      <p:sp>
        <p:nvSpPr>
          <p:cNvPr id="335" name="Google Shape;335;p5"/>
          <p:cNvSpPr txBox="1"/>
          <p:nvPr/>
        </p:nvSpPr>
        <p:spPr>
          <a:xfrm>
            <a:off x="9508313" y="3312160"/>
            <a:ext cx="134701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DEPLOYMENT</a:t>
            </a:r>
            <a:endParaRPr lang="en-US" sz="1000" dirty="0"/>
          </a:p>
        </p:txBody>
      </p:sp>
      <p:sp>
        <p:nvSpPr>
          <p:cNvPr id="336" name="Google Shape;336;p5"/>
          <p:cNvSpPr txBox="1"/>
          <p:nvPr/>
        </p:nvSpPr>
        <p:spPr>
          <a:xfrm>
            <a:off x="9893935" y="4098925"/>
            <a:ext cx="961390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THEME</a:t>
            </a:r>
            <a:endParaRPr dirty="0"/>
          </a:p>
        </p:txBody>
      </p:sp>
      <p:grpSp>
        <p:nvGrpSpPr>
          <p:cNvPr id="337" name="Google Shape;337;p5"/>
          <p:cNvGrpSpPr/>
          <p:nvPr/>
        </p:nvGrpSpPr>
        <p:grpSpPr>
          <a:xfrm>
            <a:off x="6605270" y="4295775"/>
            <a:ext cx="3289300" cy="373380"/>
            <a:chOff x="11915" y="3020"/>
            <a:chExt cx="5180" cy="588"/>
          </a:xfrm>
        </p:grpSpPr>
        <p:grpSp>
          <p:nvGrpSpPr>
            <p:cNvPr id="338" name="Google Shape;338;p5"/>
            <p:cNvGrpSpPr/>
            <p:nvPr/>
          </p:nvGrpSpPr>
          <p:grpSpPr>
            <a:xfrm>
              <a:off x="11915" y="3020"/>
              <a:ext cx="1664" cy="588"/>
              <a:chOff x="4691" y="3021"/>
              <a:chExt cx="1664" cy="588"/>
            </a:xfrm>
          </p:grpSpPr>
          <p:sp>
            <p:nvSpPr>
              <p:cNvPr id="339" name="Google Shape;33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5"/>
              <p:cNvSpPr txBox="1"/>
              <p:nvPr/>
            </p:nvSpPr>
            <p:spPr>
              <a:xfrm>
                <a:off x="4691" y="3221"/>
                <a:ext cx="166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EXECUTIVE VIEW</a:t>
                </a:r>
                <a:endParaRPr dirty="0"/>
              </a:p>
            </p:txBody>
          </p:sp>
        </p:grpSp>
        <p:grpSp>
          <p:nvGrpSpPr>
            <p:cNvPr id="341" name="Google Shape;341;p5"/>
            <p:cNvGrpSpPr/>
            <p:nvPr/>
          </p:nvGrpSpPr>
          <p:grpSpPr>
            <a:xfrm>
              <a:off x="14004" y="3020"/>
              <a:ext cx="1239" cy="586"/>
              <a:chOff x="4996" y="3021"/>
              <a:chExt cx="1239" cy="586"/>
            </a:xfrm>
          </p:grpSpPr>
          <p:sp>
            <p:nvSpPr>
              <p:cNvPr id="342" name="Google Shape;34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SHARING</a:t>
                </a:r>
                <a:endParaRPr dirty="0"/>
              </a:p>
            </p:txBody>
          </p:sp>
        </p:grpSp>
        <p:grpSp>
          <p:nvGrpSpPr>
            <p:cNvPr id="344" name="Google Shape;344;p5"/>
            <p:cNvGrpSpPr/>
            <p:nvPr/>
          </p:nvGrpSpPr>
          <p:grpSpPr>
            <a:xfrm>
              <a:off x="15484" y="3020"/>
              <a:ext cx="1611" cy="588"/>
              <a:chOff x="4624" y="3021"/>
              <a:chExt cx="1611" cy="588"/>
            </a:xfrm>
          </p:grpSpPr>
          <p:sp>
            <p:nvSpPr>
              <p:cNvPr id="345" name="Google Shape;345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5"/>
              <p:cNvSpPr txBox="1"/>
              <p:nvPr/>
            </p:nvSpPr>
            <p:spPr>
              <a:xfrm>
                <a:off x="4624" y="3221"/>
                <a:ext cx="1611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INTERACTIONS</a:t>
                </a:r>
                <a:endParaRPr dirty="0"/>
              </a:p>
            </p:txBody>
          </p:sp>
        </p:grpSp>
      </p:grpSp>
      <p:grpSp>
        <p:nvGrpSpPr>
          <p:cNvPr id="347" name="Google Shape;347;p5"/>
          <p:cNvGrpSpPr/>
          <p:nvPr/>
        </p:nvGrpSpPr>
        <p:grpSpPr>
          <a:xfrm>
            <a:off x="7738745" y="4976495"/>
            <a:ext cx="3095625" cy="527050"/>
            <a:chOff x="12220" y="3020"/>
            <a:chExt cx="4875" cy="830"/>
          </a:xfrm>
        </p:grpSpPr>
        <p:grpSp>
          <p:nvGrpSpPr>
            <p:cNvPr id="348" name="Google Shape;348;p5"/>
            <p:cNvGrpSpPr/>
            <p:nvPr/>
          </p:nvGrpSpPr>
          <p:grpSpPr>
            <a:xfrm>
              <a:off x="12220" y="3020"/>
              <a:ext cx="1239" cy="830"/>
              <a:chOff x="4996" y="3021"/>
              <a:chExt cx="1239" cy="830"/>
            </a:xfrm>
          </p:grpSpPr>
          <p:sp>
            <p:nvSpPr>
              <p:cNvPr id="349" name="Google Shape;34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5"/>
              <p:cNvSpPr txBox="1"/>
              <p:nvPr/>
            </p:nvSpPr>
            <p:spPr>
              <a:xfrm>
                <a:off x="4996" y="3221"/>
                <a:ext cx="1239" cy="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CUSTOM COLOURS</a:t>
                </a:r>
                <a:endParaRPr dirty="0"/>
              </a:p>
            </p:txBody>
          </p:sp>
        </p:grpSp>
        <p:grpSp>
          <p:nvGrpSpPr>
            <p:cNvPr id="351" name="Google Shape;351;p5"/>
            <p:cNvGrpSpPr/>
            <p:nvPr/>
          </p:nvGrpSpPr>
          <p:grpSpPr>
            <a:xfrm>
              <a:off x="13776" y="3020"/>
              <a:ext cx="1555" cy="830"/>
              <a:chOff x="4768" y="3021"/>
              <a:chExt cx="1555" cy="830"/>
            </a:xfrm>
          </p:grpSpPr>
          <p:sp>
            <p:nvSpPr>
              <p:cNvPr id="352" name="Google Shape;35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5"/>
              <p:cNvSpPr txBox="1"/>
              <p:nvPr/>
            </p:nvSpPr>
            <p:spPr>
              <a:xfrm>
                <a:off x="4768" y="3221"/>
                <a:ext cx="1555" cy="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NEW LIKE NOTIFICATION</a:t>
                </a:r>
                <a:endParaRPr dirty="0"/>
              </a:p>
            </p:txBody>
          </p:sp>
        </p:grpSp>
        <p:grpSp>
          <p:nvGrpSpPr>
            <p:cNvPr id="354" name="Google Shape;354;p5"/>
            <p:cNvGrpSpPr/>
            <p:nvPr/>
          </p:nvGrpSpPr>
          <p:grpSpPr>
            <a:xfrm>
              <a:off x="15856" y="3020"/>
              <a:ext cx="1239" cy="586"/>
              <a:chOff x="4996" y="3021"/>
              <a:chExt cx="1239" cy="586"/>
            </a:xfrm>
          </p:grpSpPr>
          <p:sp>
            <p:nvSpPr>
              <p:cNvPr id="355" name="Google Shape;355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SHARING</a:t>
                </a:r>
                <a:endParaRPr dirty="0"/>
              </a:p>
            </p:txBody>
          </p:sp>
        </p:grpSp>
      </p:grpSp>
      <p:sp>
        <p:nvSpPr>
          <p:cNvPr id="357" name="Google Shape;357;p5"/>
          <p:cNvSpPr txBox="1"/>
          <p:nvPr/>
        </p:nvSpPr>
        <p:spPr>
          <a:xfrm>
            <a:off x="9679305" y="4799965"/>
            <a:ext cx="132969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DEPLOYMENT</a:t>
            </a:r>
            <a:endParaRPr lang="en-US" sz="1000" dirty="0"/>
          </a:p>
        </p:txBody>
      </p:sp>
      <p:sp>
        <p:nvSpPr>
          <p:cNvPr id="358" name="Google Shape;358;p5"/>
          <p:cNvSpPr txBox="1"/>
          <p:nvPr/>
        </p:nvSpPr>
        <p:spPr>
          <a:xfrm>
            <a:off x="7931785" y="5728335"/>
            <a:ext cx="961390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THEME</a:t>
            </a:r>
            <a:endParaRPr dirty="0"/>
          </a:p>
        </p:txBody>
      </p:sp>
      <p:sp>
        <p:nvSpPr>
          <p:cNvPr id="359" name="Google Shape;359;p5"/>
          <p:cNvSpPr txBox="1"/>
          <p:nvPr/>
        </p:nvSpPr>
        <p:spPr>
          <a:xfrm>
            <a:off x="4387742" y="4815205"/>
            <a:ext cx="126566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RELEASE</a:t>
            </a:r>
            <a:endParaRPr lang="en-US" sz="1000" dirty="0"/>
          </a:p>
        </p:txBody>
      </p:sp>
      <p:grpSp>
        <p:nvGrpSpPr>
          <p:cNvPr id="360" name="Google Shape;360;p5"/>
          <p:cNvGrpSpPr/>
          <p:nvPr/>
        </p:nvGrpSpPr>
        <p:grpSpPr>
          <a:xfrm>
            <a:off x="3208040" y="5038090"/>
            <a:ext cx="2295506" cy="375285"/>
            <a:chOff x="5236" y="3021"/>
            <a:chExt cx="3191" cy="591"/>
          </a:xfrm>
        </p:grpSpPr>
        <p:grpSp>
          <p:nvGrpSpPr>
            <p:cNvPr id="361" name="Google Shape;361;p5"/>
            <p:cNvGrpSpPr/>
            <p:nvPr/>
          </p:nvGrpSpPr>
          <p:grpSpPr>
            <a:xfrm>
              <a:off x="5236" y="3021"/>
              <a:ext cx="1341" cy="588"/>
              <a:chOff x="4996" y="3021"/>
              <a:chExt cx="1341" cy="588"/>
            </a:xfrm>
          </p:grpSpPr>
          <p:sp>
            <p:nvSpPr>
              <p:cNvPr id="362" name="Google Shape;36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5"/>
              <p:cNvSpPr txBox="1"/>
              <p:nvPr/>
            </p:nvSpPr>
            <p:spPr>
              <a:xfrm>
                <a:off x="4996" y="3221"/>
                <a:ext cx="1341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INTERACTIONS</a:t>
                </a:r>
                <a:endParaRPr dirty="0"/>
              </a:p>
            </p:txBody>
          </p:sp>
        </p:grpSp>
        <p:grpSp>
          <p:nvGrpSpPr>
            <p:cNvPr id="364" name="Google Shape;364;p5"/>
            <p:cNvGrpSpPr/>
            <p:nvPr/>
          </p:nvGrpSpPr>
          <p:grpSpPr>
            <a:xfrm>
              <a:off x="7188" y="3026"/>
              <a:ext cx="1239" cy="586"/>
              <a:chOff x="4996" y="3021"/>
              <a:chExt cx="1239" cy="586"/>
            </a:xfrm>
          </p:grpSpPr>
          <p:sp>
            <p:nvSpPr>
              <p:cNvPr id="365" name="Google Shape;365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SHARING</a:t>
                </a:r>
                <a:endParaRPr dirty="0"/>
              </a:p>
            </p:txBody>
          </p:sp>
        </p:grpSp>
      </p:grpSp>
      <p:grpSp>
        <p:nvGrpSpPr>
          <p:cNvPr id="367" name="Google Shape;367;p5"/>
          <p:cNvGrpSpPr/>
          <p:nvPr/>
        </p:nvGrpSpPr>
        <p:grpSpPr>
          <a:xfrm>
            <a:off x="6398260" y="5941060"/>
            <a:ext cx="3446780" cy="376555"/>
            <a:chOff x="5086" y="3021"/>
            <a:chExt cx="5428" cy="593"/>
          </a:xfrm>
        </p:grpSpPr>
        <p:grpSp>
          <p:nvGrpSpPr>
            <p:cNvPr id="368" name="Google Shape;368;p5"/>
            <p:cNvGrpSpPr/>
            <p:nvPr/>
          </p:nvGrpSpPr>
          <p:grpSpPr>
            <a:xfrm>
              <a:off x="5086" y="3021"/>
              <a:ext cx="1497" cy="588"/>
              <a:chOff x="4846" y="3021"/>
              <a:chExt cx="1497" cy="588"/>
            </a:xfrm>
          </p:grpSpPr>
          <p:sp>
            <p:nvSpPr>
              <p:cNvPr id="369" name="Google Shape;36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5"/>
              <p:cNvSpPr txBox="1"/>
              <p:nvPr/>
            </p:nvSpPr>
            <p:spPr>
              <a:xfrm>
                <a:off x="4846" y="3221"/>
                <a:ext cx="1497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BACKGROUND</a:t>
                </a:r>
                <a:endParaRPr dirty="0"/>
              </a:p>
            </p:txBody>
          </p:sp>
        </p:grpSp>
        <p:grpSp>
          <p:nvGrpSpPr>
            <p:cNvPr id="371" name="Google Shape;371;p5"/>
            <p:cNvGrpSpPr/>
            <p:nvPr/>
          </p:nvGrpSpPr>
          <p:grpSpPr>
            <a:xfrm>
              <a:off x="7579" y="3026"/>
              <a:ext cx="2935" cy="588"/>
              <a:chOff x="5387" y="3021"/>
              <a:chExt cx="2935" cy="588"/>
            </a:xfrm>
          </p:grpSpPr>
          <p:sp>
            <p:nvSpPr>
              <p:cNvPr id="372" name="Google Shape;37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5"/>
              <p:cNvSpPr txBox="1"/>
              <p:nvPr/>
            </p:nvSpPr>
            <p:spPr>
              <a:xfrm>
                <a:off x="5387" y="3221"/>
                <a:ext cx="2935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PERFORMANCE IMPROVEMENT</a:t>
                </a:r>
                <a:endParaRPr dirty="0"/>
              </a:p>
            </p:txBody>
          </p:sp>
        </p:grpSp>
      </p:grpSp>
      <p:sp>
        <p:nvSpPr>
          <p:cNvPr id="375" name="Google Shape;375;p5"/>
          <p:cNvSpPr txBox="1"/>
          <p:nvPr/>
        </p:nvSpPr>
        <p:spPr>
          <a:xfrm>
            <a:off x="831020" y="3680727"/>
            <a:ext cx="165227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dirty="0"/>
          </a:p>
        </p:txBody>
      </p:sp>
      <p:sp>
        <p:nvSpPr>
          <p:cNvPr id="378" name="Google Shape;378;p5"/>
          <p:cNvSpPr txBox="1"/>
          <p:nvPr/>
        </p:nvSpPr>
        <p:spPr>
          <a:xfrm>
            <a:off x="729842" y="5251417"/>
            <a:ext cx="1900385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REDUCE CHURN</a:t>
            </a:r>
            <a:endParaRPr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22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430" name="Google Shape;430;p7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35" name="Google Shape;435;p7"/>
          <p:cNvGrpSpPr/>
          <p:nvPr/>
        </p:nvGrpSpPr>
        <p:grpSpPr>
          <a:xfrm>
            <a:off x="1670050" y="5991225"/>
            <a:ext cx="9895205" cy="275590"/>
            <a:chOff x="2630" y="9195"/>
            <a:chExt cx="15583" cy="434"/>
          </a:xfrm>
        </p:grpSpPr>
        <p:sp>
          <p:nvSpPr>
            <p:cNvPr id="436" name="Google Shape;436;p7"/>
            <p:cNvSpPr/>
            <p:nvPr/>
          </p:nvSpPr>
          <p:spPr>
            <a:xfrm rot="5400000">
              <a:off x="10227" y="1620"/>
              <a:ext cx="389" cy="15583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7"/>
            <p:cNvSpPr txBox="1"/>
            <p:nvPr/>
          </p:nvSpPr>
          <p:spPr>
            <a:xfrm>
              <a:off x="2810" y="9195"/>
              <a:ext cx="15285" cy="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Ongoing Leadership Involvement</a:t>
              </a:r>
              <a:endParaRPr dirty="0"/>
            </a:p>
          </p:txBody>
        </p:sp>
      </p:grpSp>
      <p:grpSp>
        <p:nvGrpSpPr>
          <p:cNvPr id="438" name="Google Shape;438;p7"/>
          <p:cNvGrpSpPr/>
          <p:nvPr/>
        </p:nvGrpSpPr>
        <p:grpSpPr>
          <a:xfrm>
            <a:off x="618807" y="1561465"/>
            <a:ext cx="275590" cy="4368165"/>
            <a:chOff x="974" y="2418"/>
            <a:chExt cx="434" cy="6800"/>
          </a:xfrm>
        </p:grpSpPr>
        <p:sp>
          <p:nvSpPr>
            <p:cNvPr id="439" name="Google Shape;439;p7"/>
            <p:cNvSpPr/>
            <p:nvPr/>
          </p:nvSpPr>
          <p:spPr>
            <a:xfrm>
              <a:off x="998" y="2418"/>
              <a:ext cx="387" cy="6800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7"/>
            <p:cNvSpPr txBox="1"/>
            <p:nvPr/>
          </p:nvSpPr>
          <p:spPr>
            <a:xfrm rot="-5400000">
              <a:off x="-98" y="5610"/>
              <a:ext cx="2579" cy="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Onging Communication</a:t>
              </a:r>
              <a:endParaRPr/>
            </a:p>
          </p:txBody>
        </p:sp>
      </p:grpSp>
      <p:grpSp>
        <p:nvGrpSpPr>
          <p:cNvPr id="441" name="Google Shape;441;p7"/>
          <p:cNvGrpSpPr/>
          <p:nvPr/>
        </p:nvGrpSpPr>
        <p:grpSpPr>
          <a:xfrm>
            <a:off x="2075180" y="1381760"/>
            <a:ext cx="1644015" cy="337185"/>
            <a:chOff x="3268" y="1902"/>
            <a:chExt cx="2589" cy="531"/>
          </a:xfrm>
        </p:grpSpPr>
        <p:sp>
          <p:nvSpPr>
            <p:cNvPr id="442" name="Google Shape;442;p7"/>
            <p:cNvSpPr/>
            <p:nvPr/>
          </p:nvSpPr>
          <p:spPr>
            <a:xfrm rot="5400000">
              <a:off x="4344" y="873"/>
              <a:ext cx="437" cy="2589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7"/>
            <p:cNvSpPr txBox="1"/>
            <p:nvPr/>
          </p:nvSpPr>
          <p:spPr>
            <a:xfrm>
              <a:off x="3615" y="1902"/>
              <a:ext cx="1896" cy="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PHASE</a:t>
              </a:r>
              <a:endParaRPr/>
            </a:p>
          </p:txBody>
        </p:sp>
      </p:grpSp>
      <p:grpSp>
        <p:nvGrpSpPr>
          <p:cNvPr id="444" name="Google Shape;444;p7"/>
          <p:cNvGrpSpPr/>
          <p:nvPr/>
        </p:nvGrpSpPr>
        <p:grpSpPr>
          <a:xfrm>
            <a:off x="5003800" y="1381760"/>
            <a:ext cx="1644015" cy="337185"/>
            <a:chOff x="6831" y="1902"/>
            <a:chExt cx="2589" cy="531"/>
          </a:xfrm>
        </p:grpSpPr>
        <p:sp>
          <p:nvSpPr>
            <p:cNvPr id="445" name="Google Shape;445;p7"/>
            <p:cNvSpPr/>
            <p:nvPr/>
          </p:nvSpPr>
          <p:spPr>
            <a:xfrm rot="5400000">
              <a:off x="7907" y="873"/>
              <a:ext cx="437" cy="2589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7"/>
            <p:cNvSpPr txBox="1"/>
            <p:nvPr/>
          </p:nvSpPr>
          <p:spPr>
            <a:xfrm>
              <a:off x="7178" y="1902"/>
              <a:ext cx="1896" cy="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ACTIVITIES</a:t>
              </a:r>
              <a:endParaRPr/>
            </a:p>
          </p:txBody>
        </p:sp>
      </p:grpSp>
      <p:grpSp>
        <p:nvGrpSpPr>
          <p:cNvPr id="447" name="Google Shape;447;p7"/>
          <p:cNvGrpSpPr/>
          <p:nvPr/>
        </p:nvGrpSpPr>
        <p:grpSpPr>
          <a:xfrm>
            <a:off x="7933055" y="1367790"/>
            <a:ext cx="1644015" cy="337185"/>
            <a:chOff x="10394" y="1907"/>
            <a:chExt cx="2589" cy="531"/>
          </a:xfrm>
        </p:grpSpPr>
        <p:sp>
          <p:nvSpPr>
            <p:cNvPr id="448" name="Google Shape;448;p7"/>
            <p:cNvSpPr/>
            <p:nvPr/>
          </p:nvSpPr>
          <p:spPr>
            <a:xfrm rot="5400000">
              <a:off x="11470" y="873"/>
              <a:ext cx="437" cy="2589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7"/>
            <p:cNvSpPr txBox="1"/>
            <p:nvPr/>
          </p:nvSpPr>
          <p:spPr>
            <a:xfrm>
              <a:off x="10740" y="1907"/>
              <a:ext cx="1896" cy="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OUTCOMES</a:t>
              </a:r>
              <a:endParaRPr/>
            </a:p>
          </p:txBody>
        </p:sp>
      </p:grpSp>
      <p:grpSp>
        <p:nvGrpSpPr>
          <p:cNvPr id="450" name="Google Shape;450;p7"/>
          <p:cNvGrpSpPr/>
          <p:nvPr/>
        </p:nvGrpSpPr>
        <p:grpSpPr>
          <a:xfrm>
            <a:off x="1068070" y="1818640"/>
            <a:ext cx="9490710" cy="782955"/>
            <a:chOff x="1068070" y="1501140"/>
            <a:chExt cx="9490710" cy="782955"/>
          </a:xfrm>
        </p:grpSpPr>
        <p:sp>
          <p:nvSpPr>
            <p:cNvPr id="451" name="Google Shape;451;p7"/>
            <p:cNvSpPr/>
            <p:nvPr/>
          </p:nvSpPr>
          <p:spPr>
            <a:xfrm>
              <a:off x="1068070" y="1562100"/>
              <a:ext cx="508000" cy="66103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7"/>
            <p:cNvSpPr/>
            <p:nvPr/>
          </p:nvSpPr>
          <p:spPr>
            <a:xfrm rot="5400000">
              <a:off x="1565275" y="1824989"/>
              <a:ext cx="156845" cy="1352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4227195" y="1508125"/>
              <a:ext cx="3369945" cy="768985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4" name="Google Shape;454;p7"/>
            <p:cNvGrpSpPr/>
            <p:nvPr/>
          </p:nvGrpSpPr>
          <p:grpSpPr>
            <a:xfrm>
              <a:off x="2074545" y="1574482"/>
              <a:ext cx="1644650" cy="636270"/>
              <a:chOff x="3267" y="2497"/>
              <a:chExt cx="2590" cy="1002"/>
            </a:xfrm>
          </p:grpSpPr>
          <p:sp>
            <p:nvSpPr>
              <p:cNvPr id="455" name="Google Shape;455;p7"/>
              <p:cNvSpPr/>
              <p:nvPr/>
            </p:nvSpPr>
            <p:spPr>
              <a:xfrm rot="5400000">
                <a:off x="4061" y="1703"/>
                <a:ext cx="1002" cy="259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7"/>
              <p:cNvSpPr txBox="1"/>
              <p:nvPr/>
            </p:nvSpPr>
            <p:spPr>
              <a:xfrm>
                <a:off x="3343" y="2539"/>
                <a:ext cx="2438" cy="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Engage</a:t>
                </a:r>
                <a:endParaRPr/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Senior Leaders</a:t>
                </a:r>
                <a:endParaRPr/>
              </a:p>
            </p:txBody>
          </p:sp>
        </p:grpSp>
        <p:sp>
          <p:nvSpPr>
            <p:cNvPr id="457" name="Google Shape;457;p7"/>
            <p:cNvSpPr txBox="1"/>
            <p:nvPr/>
          </p:nvSpPr>
          <p:spPr>
            <a:xfrm>
              <a:off x="4321810" y="1538674"/>
              <a:ext cx="2637790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Direct reports formulation by CEO</a:t>
              </a:r>
              <a:endParaRPr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Strategic framing session</a:t>
              </a:r>
              <a:endParaRPr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Commitments and behaviors</a:t>
              </a:r>
              <a:endParaRPr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Regular reporting and recalitration </a:t>
              </a: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7806055" y="1501140"/>
              <a:ext cx="2752725" cy="782955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7"/>
            <p:cNvSpPr txBox="1"/>
            <p:nvPr/>
          </p:nvSpPr>
          <p:spPr>
            <a:xfrm>
              <a:off x="7860646" y="1539240"/>
              <a:ext cx="1879600" cy="706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Link to business outcomes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Establish leadership accountability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Updates are known</a:t>
              </a:r>
              <a:endParaRPr dirty="0"/>
            </a:p>
          </p:txBody>
        </p:sp>
        <p:sp>
          <p:nvSpPr>
            <p:cNvPr id="460" name="Google Shape;460;p7"/>
            <p:cNvSpPr txBox="1"/>
            <p:nvPr/>
          </p:nvSpPr>
          <p:spPr>
            <a:xfrm rot="-5400000">
              <a:off x="1008698" y="1770062"/>
              <a:ext cx="626745" cy="245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Month 1</a:t>
              </a:r>
              <a:endParaRPr/>
            </a:p>
          </p:txBody>
        </p:sp>
      </p:grpSp>
      <p:grpSp>
        <p:nvGrpSpPr>
          <p:cNvPr id="461" name="Google Shape;461;p7"/>
          <p:cNvGrpSpPr/>
          <p:nvPr/>
        </p:nvGrpSpPr>
        <p:grpSpPr>
          <a:xfrm>
            <a:off x="1068070" y="2709148"/>
            <a:ext cx="10067290" cy="782955"/>
            <a:chOff x="1068070" y="2326958"/>
            <a:chExt cx="10067290" cy="782955"/>
          </a:xfrm>
        </p:grpSpPr>
        <p:sp>
          <p:nvSpPr>
            <p:cNvPr id="462" name="Google Shape;462;p7"/>
            <p:cNvSpPr/>
            <p:nvPr/>
          </p:nvSpPr>
          <p:spPr>
            <a:xfrm>
              <a:off x="1068070" y="2387918"/>
              <a:ext cx="508000" cy="661035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3" name="Google Shape;463;p7"/>
            <p:cNvGrpSpPr/>
            <p:nvPr/>
          </p:nvGrpSpPr>
          <p:grpSpPr>
            <a:xfrm>
              <a:off x="2832100" y="2400300"/>
              <a:ext cx="1644650" cy="636270"/>
              <a:chOff x="4430" y="3832"/>
              <a:chExt cx="2590" cy="1002"/>
            </a:xfrm>
          </p:grpSpPr>
          <p:sp>
            <p:nvSpPr>
              <p:cNvPr id="464" name="Google Shape;464;p7"/>
              <p:cNvSpPr/>
              <p:nvPr/>
            </p:nvSpPr>
            <p:spPr>
              <a:xfrm rot="5400000">
                <a:off x="5224" y="3038"/>
                <a:ext cx="1002" cy="259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7"/>
              <p:cNvSpPr txBox="1"/>
              <p:nvPr/>
            </p:nvSpPr>
            <p:spPr>
              <a:xfrm>
                <a:off x="4477" y="3990"/>
                <a:ext cx="2496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Establish Executive Level Inclusion Council</a:t>
                </a:r>
                <a:endParaRPr dirty="0"/>
              </a:p>
            </p:txBody>
          </p:sp>
        </p:grpSp>
        <p:sp>
          <p:nvSpPr>
            <p:cNvPr id="466" name="Google Shape;466;p7"/>
            <p:cNvSpPr/>
            <p:nvPr/>
          </p:nvSpPr>
          <p:spPr>
            <a:xfrm>
              <a:off x="4932680" y="2333943"/>
              <a:ext cx="3369945" cy="768985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8382635" y="2326958"/>
              <a:ext cx="2752725" cy="782955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7"/>
            <p:cNvSpPr txBox="1"/>
            <p:nvPr/>
          </p:nvSpPr>
          <p:spPr>
            <a:xfrm>
              <a:off x="5027930" y="2364492"/>
              <a:ext cx="2637790" cy="553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Promote inclusion and diversity</a:t>
              </a: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cs typeface="Calibri"/>
                  <a:sym typeface="Calibri"/>
                </a:rPr>
                <a:t>Ensure recruitment process is fair</a:t>
              </a: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cs typeface="Calibri"/>
                  <a:sym typeface="Calibri"/>
                </a:rPr>
                <a:t>Ensure staff are rewarded duly</a:t>
              </a:r>
              <a:endParaRPr dirty="0"/>
            </a:p>
          </p:txBody>
        </p:sp>
        <p:sp>
          <p:nvSpPr>
            <p:cNvPr id="469" name="Google Shape;469;p7"/>
            <p:cNvSpPr txBox="1"/>
            <p:nvPr/>
          </p:nvSpPr>
          <p:spPr>
            <a:xfrm>
              <a:off x="8429625" y="2365058"/>
              <a:ext cx="2562860" cy="553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Company’s improved reputation</a:t>
              </a: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Best candidates are recruited</a:t>
              </a: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Staff are motivated</a:t>
              </a:r>
            </a:p>
          </p:txBody>
        </p:sp>
        <p:grpSp>
          <p:nvGrpSpPr>
            <p:cNvPr id="470" name="Google Shape;470;p7"/>
            <p:cNvGrpSpPr/>
            <p:nvPr/>
          </p:nvGrpSpPr>
          <p:grpSpPr>
            <a:xfrm>
              <a:off x="1199516" y="2405064"/>
              <a:ext cx="511809" cy="626745"/>
              <a:chOff x="1199516" y="2314258"/>
              <a:chExt cx="511809" cy="626745"/>
            </a:xfrm>
          </p:grpSpPr>
          <p:sp>
            <p:nvSpPr>
              <p:cNvPr id="471" name="Google Shape;471;p7"/>
              <p:cNvSpPr/>
              <p:nvPr/>
            </p:nvSpPr>
            <p:spPr>
              <a:xfrm rot="5400000">
                <a:off x="1565275" y="2560955"/>
                <a:ext cx="156845" cy="135255"/>
              </a:xfrm>
              <a:prstGeom prst="triangle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7"/>
              <p:cNvSpPr txBox="1"/>
              <p:nvPr/>
            </p:nvSpPr>
            <p:spPr>
              <a:xfrm rot="-5400000">
                <a:off x="1008698" y="2505075"/>
                <a:ext cx="626745" cy="245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 2</a:t>
                </a:r>
                <a:endParaRPr/>
              </a:p>
            </p:txBody>
          </p:sp>
        </p:grpSp>
      </p:grpSp>
      <p:grpSp>
        <p:nvGrpSpPr>
          <p:cNvPr id="473" name="Google Shape;473;p7"/>
          <p:cNvGrpSpPr/>
          <p:nvPr/>
        </p:nvGrpSpPr>
        <p:grpSpPr>
          <a:xfrm>
            <a:off x="1068070" y="3599656"/>
            <a:ext cx="10422255" cy="661035"/>
            <a:chOff x="1068070" y="3107309"/>
            <a:chExt cx="10422255" cy="661035"/>
          </a:xfrm>
        </p:grpSpPr>
        <p:grpSp>
          <p:nvGrpSpPr>
            <p:cNvPr id="474" name="Google Shape;474;p7"/>
            <p:cNvGrpSpPr/>
            <p:nvPr/>
          </p:nvGrpSpPr>
          <p:grpSpPr>
            <a:xfrm>
              <a:off x="3383280" y="3119691"/>
              <a:ext cx="8107045" cy="636270"/>
              <a:chOff x="3383280" y="3200908"/>
              <a:chExt cx="8107045" cy="636270"/>
            </a:xfrm>
          </p:grpSpPr>
          <p:grpSp>
            <p:nvGrpSpPr>
              <p:cNvPr id="475" name="Google Shape;475;p7"/>
              <p:cNvGrpSpPr/>
              <p:nvPr/>
            </p:nvGrpSpPr>
            <p:grpSpPr>
              <a:xfrm>
                <a:off x="3383280" y="3200908"/>
                <a:ext cx="1644650" cy="636270"/>
                <a:chOff x="4708" y="3832"/>
                <a:chExt cx="2590" cy="1002"/>
              </a:xfrm>
            </p:grpSpPr>
            <p:sp>
              <p:nvSpPr>
                <p:cNvPr id="476" name="Google Shape;476;p7"/>
                <p:cNvSpPr/>
                <p:nvPr/>
              </p:nvSpPr>
              <p:spPr>
                <a:xfrm rot="5400000">
                  <a:off x="5502" y="3038"/>
                  <a:ext cx="1002" cy="259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635000" dist="114300" dir="5400000" algn="t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7"/>
                <p:cNvSpPr txBox="1"/>
                <p:nvPr/>
              </p:nvSpPr>
              <p:spPr>
                <a:xfrm>
                  <a:off x="4755" y="3990"/>
                  <a:ext cx="2496" cy="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Develop Enterprise Wide Programs</a:t>
                  </a:r>
                  <a:endParaRPr/>
                </a:p>
              </p:txBody>
            </p:sp>
          </p:grpSp>
          <p:sp>
            <p:nvSpPr>
              <p:cNvPr id="478" name="Google Shape;478;p7"/>
              <p:cNvSpPr/>
              <p:nvPr/>
            </p:nvSpPr>
            <p:spPr>
              <a:xfrm>
                <a:off x="5224145" y="3203575"/>
                <a:ext cx="336994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7"/>
              <p:cNvSpPr/>
              <p:nvPr/>
            </p:nvSpPr>
            <p:spPr>
              <a:xfrm>
                <a:off x="8737600" y="3203575"/>
                <a:ext cx="275272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7"/>
              <p:cNvSpPr txBox="1"/>
              <p:nvPr/>
            </p:nvSpPr>
            <p:spPr>
              <a:xfrm>
                <a:off x="8761095" y="3242501"/>
                <a:ext cx="187960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Effective risk management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Work life balance 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Social activities </a:t>
                </a:r>
                <a:endParaRPr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7"/>
              <p:cNvSpPr txBox="1"/>
              <p:nvPr/>
            </p:nvSpPr>
            <p:spPr>
              <a:xfrm>
                <a:off x="5295265" y="3242501"/>
                <a:ext cx="263779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Risk management framework design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Plan for Soccer competition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Celebrate cultural day</a:t>
                </a:r>
                <a:endParaRPr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7"/>
            <p:cNvGrpSpPr/>
            <p:nvPr/>
          </p:nvGrpSpPr>
          <p:grpSpPr>
            <a:xfrm>
              <a:off x="1068070" y="3107309"/>
              <a:ext cx="643255" cy="661035"/>
              <a:chOff x="1068070" y="3038475"/>
              <a:chExt cx="643255" cy="661035"/>
            </a:xfrm>
          </p:grpSpPr>
          <p:sp>
            <p:nvSpPr>
              <p:cNvPr id="483" name="Google Shape;483;p7"/>
              <p:cNvSpPr/>
              <p:nvPr/>
            </p:nvSpPr>
            <p:spPr>
              <a:xfrm>
                <a:off x="1068070" y="3038475"/>
                <a:ext cx="508000" cy="661035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7"/>
              <p:cNvSpPr/>
              <p:nvPr/>
            </p:nvSpPr>
            <p:spPr>
              <a:xfrm rot="5400000">
                <a:off x="1565275" y="3301365"/>
                <a:ext cx="156845" cy="135255"/>
              </a:xfrm>
              <a:prstGeom prst="triangle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7"/>
              <p:cNvSpPr txBox="1"/>
              <p:nvPr/>
            </p:nvSpPr>
            <p:spPr>
              <a:xfrm rot="-5400000">
                <a:off x="1008698" y="3246120"/>
                <a:ext cx="626745" cy="245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 3</a:t>
                </a:r>
                <a:endParaRPr/>
              </a:p>
            </p:txBody>
          </p:sp>
        </p:grpSp>
      </p:grpSp>
      <p:grpSp>
        <p:nvGrpSpPr>
          <p:cNvPr id="486" name="Google Shape;486;p7"/>
          <p:cNvGrpSpPr/>
          <p:nvPr/>
        </p:nvGrpSpPr>
        <p:grpSpPr>
          <a:xfrm>
            <a:off x="1068070" y="4368244"/>
            <a:ext cx="10422255" cy="661035"/>
            <a:chOff x="1068070" y="3877834"/>
            <a:chExt cx="10422255" cy="661035"/>
          </a:xfrm>
        </p:grpSpPr>
        <p:grpSp>
          <p:nvGrpSpPr>
            <p:cNvPr id="487" name="Google Shape;487;p7"/>
            <p:cNvGrpSpPr/>
            <p:nvPr/>
          </p:nvGrpSpPr>
          <p:grpSpPr>
            <a:xfrm>
              <a:off x="3383280" y="3890216"/>
              <a:ext cx="8107045" cy="636270"/>
              <a:chOff x="3383280" y="3885882"/>
              <a:chExt cx="8107045" cy="636270"/>
            </a:xfrm>
          </p:grpSpPr>
          <p:grpSp>
            <p:nvGrpSpPr>
              <p:cNvPr id="488" name="Google Shape;488;p7"/>
              <p:cNvGrpSpPr/>
              <p:nvPr/>
            </p:nvGrpSpPr>
            <p:grpSpPr>
              <a:xfrm>
                <a:off x="3383280" y="3885882"/>
                <a:ext cx="1644650" cy="636270"/>
                <a:chOff x="4708" y="3832"/>
                <a:chExt cx="2590" cy="1002"/>
              </a:xfrm>
            </p:grpSpPr>
            <p:sp>
              <p:nvSpPr>
                <p:cNvPr id="489" name="Google Shape;489;p7"/>
                <p:cNvSpPr/>
                <p:nvPr/>
              </p:nvSpPr>
              <p:spPr>
                <a:xfrm rot="5400000">
                  <a:off x="5502" y="3038"/>
                  <a:ext cx="1002" cy="259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635000" dist="114300" dir="5400000" algn="t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7"/>
                <p:cNvSpPr txBox="1"/>
                <p:nvPr/>
              </p:nvSpPr>
              <p:spPr>
                <a:xfrm>
                  <a:off x="4755" y="3990"/>
                  <a:ext cx="2496" cy="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Implement Enterprise Wide Programs</a:t>
                  </a:r>
                  <a:endParaRPr/>
                </a:p>
              </p:txBody>
            </p:sp>
          </p:grpSp>
          <p:sp>
            <p:nvSpPr>
              <p:cNvPr id="491" name="Google Shape;491;p7"/>
              <p:cNvSpPr/>
              <p:nvPr/>
            </p:nvSpPr>
            <p:spPr>
              <a:xfrm>
                <a:off x="5224145" y="3888549"/>
                <a:ext cx="336994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7"/>
              <p:cNvSpPr/>
              <p:nvPr/>
            </p:nvSpPr>
            <p:spPr>
              <a:xfrm>
                <a:off x="8737600" y="3888549"/>
                <a:ext cx="275272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7"/>
              <p:cNvSpPr txBox="1"/>
              <p:nvPr/>
            </p:nvSpPr>
            <p:spPr>
              <a:xfrm>
                <a:off x="5285740" y="3927475"/>
                <a:ext cx="263779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indent="-171450"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Risk management framework deployment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Soccer competition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Cultural day</a:t>
                </a:r>
              </a:p>
            </p:txBody>
          </p:sp>
          <p:sp>
            <p:nvSpPr>
              <p:cNvPr id="494" name="Google Shape;494;p7"/>
              <p:cNvSpPr txBox="1"/>
              <p:nvPr/>
            </p:nvSpPr>
            <p:spPr>
              <a:xfrm>
                <a:off x="8761095" y="3927475"/>
                <a:ext cx="187960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indent="-171450"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Effective risk management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Work life balance 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Social activities </a:t>
                </a:r>
              </a:p>
            </p:txBody>
          </p:sp>
        </p:grpSp>
        <p:grpSp>
          <p:nvGrpSpPr>
            <p:cNvPr id="495" name="Google Shape;495;p7"/>
            <p:cNvGrpSpPr/>
            <p:nvPr/>
          </p:nvGrpSpPr>
          <p:grpSpPr>
            <a:xfrm>
              <a:off x="1068070" y="3877834"/>
              <a:ext cx="643255" cy="661035"/>
              <a:chOff x="1068070" y="3776980"/>
              <a:chExt cx="643255" cy="661035"/>
            </a:xfrm>
          </p:grpSpPr>
          <p:sp>
            <p:nvSpPr>
              <p:cNvPr id="496" name="Google Shape;496;p7"/>
              <p:cNvSpPr/>
              <p:nvPr/>
            </p:nvSpPr>
            <p:spPr>
              <a:xfrm>
                <a:off x="1068070" y="3776980"/>
                <a:ext cx="508000" cy="661035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7"/>
              <p:cNvSpPr/>
              <p:nvPr/>
            </p:nvSpPr>
            <p:spPr>
              <a:xfrm rot="5400000">
                <a:off x="1565275" y="4041775"/>
                <a:ext cx="156845" cy="135255"/>
              </a:xfrm>
              <a:prstGeom prst="triangle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7"/>
              <p:cNvSpPr txBox="1"/>
              <p:nvPr/>
            </p:nvSpPr>
            <p:spPr>
              <a:xfrm rot="-5400000">
                <a:off x="1008698" y="3987165"/>
                <a:ext cx="626745" cy="245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 4</a:t>
                </a:r>
                <a:endParaRPr/>
              </a:p>
            </p:txBody>
          </p:sp>
        </p:grpSp>
      </p:grpSp>
      <p:grpSp>
        <p:nvGrpSpPr>
          <p:cNvPr id="499" name="Google Shape;499;p7"/>
          <p:cNvGrpSpPr/>
          <p:nvPr/>
        </p:nvGrpSpPr>
        <p:grpSpPr>
          <a:xfrm>
            <a:off x="1068070" y="5136832"/>
            <a:ext cx="10422255" cy="661035"/>
            <a:chOff x="1068070" y="4781232"/>
            <a:chExt cx="10422255" cy="661035"/>
          </a:xfrm>
        </p:grpSpPr>
        <p:grpSp>
          <p:nvGrpSpPr>
            <p:cNvPr id="500" name="Google Shape;500;p7"/>
            <p:cNvGrpSpPr/>
            <p:nvPr/>
          </p:nvGrpSpPr>
          <p:grpSpPr>
            <a:xfrm>
              <a:off x="3383280" y="4805997"/>
              <a:ext cx="8107045" cy="636270"/>
              <a:chOff x="3383280" y="4602797"/>
              <a:chExt cx="8107045" cy="636270"/>
            </a:xfrm>
          </p:grpSpPr>
          <p:grpSp>
            <p:nvGrpSpPr>
              <p:cNvPr id="501" name="Google Shape;501;p7"/>
              <p:cNvGrpSpPr/>
              <p:nvPr/>
            </p:nvGrpSpPr>
            <p:grpSpPr>
              <a:xfrm>
                <a:off x="3383280" y="4602797"/>
                <a:ext cx="1644650" cy="636270"/>
                <a:chOff x="4708" y="3832"/>
                <a:chExt cx="2590" cy="1002"/>
              </a:xfrm>
            </p:grpSpPr>
            <p:sp>
              <p:nvSpPr>
                <p:cNvPr id="502" name="Google Shape;502;p7"/>
                <p:cNvSpPr/>
                <p:nvPr/>
              </p:nvSpPr>
              <p:spPr>
                <a:xfrm rot="5400000">
                  <a:off x="5502" y="3038"/>
                  <a:ext cx="1002" cy="259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635000" dist="114300" dir="5400000" algn="t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7"/>
                <p:cNvSpPr txBox="1"/>
                <p:nvPr/>
              </p:nvSpPr>
              <p:spPr>
                <a:xfrm>
                  <a:off x="4755" y="3990"/>
                  <a:ext cx="2496" cy="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Establish Operational Inclusion Council</a:t>
                  </a:r>
                  <a:endParaRPr/>
                </a:p>
              </p:txBody>
            </p:sp>
          </p:grpSp>
          <p:sp>
            <p:nvSpPr>
              <p:cNvPr id="504" name="Google Shape;504;p7"/>
              <p:cNvSpPr/>
              <p:nvPr/>
            </p:nvSpPr>
            <p:spPr>
              <a:xfrm>
                <a:off x="5224145" y="4605464"/>
                <a:ext cx="336994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7"/>
              <p:cNvSpPr/>
              <p:nvPr/>
            </p:nvSpPr>
            <p:spPr>
              <a:xfrm>
                <a:off x="8737600" y="4605464"/>
                <a:ext cx="275272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7"/>
              <p:cNvSpPr txBox="1"/>
              <p:nvPr/>
            </p:nvSpPr>
            <p:spPr>
              <a:xfrm>
                <a:off x="5351307" y="4644390"/>
                <a:ext cx="263779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Chartered by Executive Inclusion Council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Monthly Meetings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Ongoing Education</a:t>
                </a:r>
                <a:endParaRPr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7"/>
              <p:cNvSpPr txBox="1"/>
              <p:nvPr/>
            </p:nvSpPr>
            <p:spPr>
              <a:xfrm>
                <a:off x="8761095" y="4644390"/>
                <a:ext cx="187960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Promotes and encourages involvement at all levels for </a:t>
                </a:r>
                <a:r>
                  <a:rPr lang="en-US" sz="10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attainment of goals</a:t>
                </a:r>
                <a:endParaRPr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8" name="Google Shape;508;p7"/>
            <p:cNvGrpSpPr/>
            <p:nvPr/>
          </p:nvGrpSpPr>
          <p:grpSpPr>
            <a:xfrm>
              <a:off x="1068070" y="4781232"/>
              <a:ext cx="643255" cy="661035"/>
              <a:chOff x="1068070" y="4515485"/>
              <a:chExt cx="643255" cy="661035"/>
            </a:xfrm>
          </p:grpSpPr>
          <p:sp>
            <p:nvSpPr>
              <p:cNvPr id="509" name="Google Shape;509;p7"/>
              <p:cNvSpPr/>
              <p:nvPr/>
            </p:nvSpPr>
            <p:spPr>
              <a:xfrm>
                <a:off x="1068070" y="4515485"/>
                <a:ext cx="508000" cy="661035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7"/>
              <p:cNvSpPr/>
              <p:nvPr/>
            </p:nvSpPr>
            <p:spPr>
              <a:xfrm rot="5400000">
                <a:off x="1565275" y="4782185"/>
                <a:ext cx="156845" cy="135255"/>
              </a:xfrm>
              <a:prstGeom prst="triangle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7"/>
              <p:cNvSpPr txBox="1"/>
              <p:nvPr/>
            </p:nvSpPr>
            <p:spPr>
              <a:xfrm rot="-5400000">
                <a:off x="1008698" y="4728210"/>
                <a:ext cx="626745" cy="245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 5</a:t>
                </a:r>
                <a:endParaRPr/>
              </a:p>
            </p:txBody>
          </p:sp>
        </p:grpSp>
      </p:grpSp>
      <p:cxnSp>
        <p:nvCxnSpPr>
          <p:cNvPr id="512" name="Google Shape;512;p7"/>
          <p:cNvCxnSpPr>
            <a:endCxn id="464" idx="2"/>
          </p:cNvCxnSpPr>
          <p:nvPr/>
        </p:nvCxnSpPr>
        <p:spPr>
          <a:xfrm rot="-5400000" flipH="1">
            <a:off x="2339650" y="2608175"/>
            <a:ext cx="577200" cy="407700"/>
          </a:xfrm>
          <a:prstGeom prst="bentConnector2">
            <a:avLst/>
          </a:prstGeom>
          <a:noFill/>
          <a:ln w="60325" cap="flat" cmpd="sng">
            <a:solidFill>
              <a:srgbClr val="BFBFB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3" name="Google Shape;513;p7"/>
          <p:cNvCxnSpPr>
            <a:endCxn id="477" idx="1"/>
          </p:cNvCxnSpPr>
          <p:nvPr/>
        </p:nvCxnSpPr>
        <p:spPr>
          <a:xfrm rot="-5400000" flipH="1">
            <a:off x="2967025" y="3496456"/>
            <a:ext cx="544800" cy="347400"/>
          </a:xfrm>
          <a:prstGeom prst="bentConnector2">
            <a:avLst/>
          </a:prstGeom>
          <a:noFill/>
          <a:ln w="60325" cap="flat" cmpd="sng">
            <a:solidFill>
              <a:srgbClr val="BFBFB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88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385" name="Google Shape;385;p6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90" name="Google Shape;390;p6"/>
          <p:cNvGraphicFramePr/>
          <p:nvPr/>
        </p:nvGraphicFramePr>
        <p:xfrm>
          <a:off x="1191578" y="2535510"/>
          <a:ext cx="10401250" cy="3543300"/>
        </p:xfrm>
        <a:graphic>
          <a:graphicData uri="http://schemas.openxmlformats.org/drawingml/2006/table">
            <a:tbl>
              <a:tblPr firstRow="1" bandRow="1">
                <a:noFill/>
                <a:tableStyleId>{358100CD-77F5-41CA-97A1-57B9A1EEABEE}</a:tableStyleId>
              </a:tblPr>
              <a:tblGrid>
                <a:gridCol w="208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1" name="Google Shape;391;p6"/>
          <p:cNvSpPr/>
          <p:nvPr/>
        </p:nvSpPr>
        <p:spPr>
          <a:xfrm>
            <a:off x="599123" y="2536145"/>
            <a:ext cx="508000" cy="173291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/>
          <p:nvPr/>
        </p:nvSpPr>
        <p:spPr>
          <a:xfrm rot="5400000">
            <a:off x="1985328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"/>
          <p:cNvSpPr/>
          <p:nvPr/>
        </p:nvSpPr>
        <p:spPr>
          <a:xfrm rot="5400000">
            <a:off x="1892618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599123" y="4348435"/>
            <a:ext cx="508000" cy="17297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/>
          <p:nvPr/>
        </p:nvSpPr>
        <p:spPr>
          <a:xfrm rot="5400000">
            <a:off x="4089718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6"/>
          <p:cNvSpPr/>
          <p:nvPr/>
        </p:nvSpPr>
        <p:spPr>
          <a:xfrm rot="5400000">
            <a:off x="3997008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/>
          <p:nvPr/>
        </p:nvSpPr>
        <p:spPr>
          <a:xfrm rot="5400000">
            <a:off x="6194108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"/>
          <p:cNvSpPr/>
          <p:nvPr/>
        </p:nvSpPr>
        <p:spPr>
          <a:xfrm rot="5400000">
            <a:off x="6101398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/>
          <p:nvPr/>
        </p:nvSpPr>
        <p:spPr>
          <a:xfrm rot="5400000">
            <a:off x="8297863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6"/>
          <p:cNvSpPr/>
          <p:nvPr/>
        </p:nvSpPr>
        <p:spPr>
          <a:xfrm rot="5400000">
            <a:off x="8205153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 rot="5400000">
            <a:off x="10402253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/>
          <p:nvPr/>
        </p:nvSpPr>
        <p:spPr>
          <a:xfrm rot="5400000">
            <a:off x="10309543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"/>
          <p:cNvSpPr txBox="1"/>
          <p:nvPr/>
        </p:nvSpPr>
        <p:spPr>
          <a:xfrm>
            <a:off x="172755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01</a:t>
            </a:r>
            <a:endParaRPr/>
          </a:p>
        </p:txBody>
      </p:sp>
      <p:sp>
        <p:nvSpPr>
          <p:cNvPr id="404" name="Google Shape;404;p6"/>
          <p:cNvSpPr txBox="1"/>
          <p:nvPr/>
        </p:nvSpPr>
        <p:spPr>
          <a:xfrm>
            <a:off x="1331278" y="1882730"/>
            <a:ext cx="17043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ACCESS TO CARE AND COVERAGE</a:t>
            </a:r>
            <a:endParaRPr/>
          </a:p>
        </p:txBody>
      </p:sp>
      <p:sp>
        <p:nvSpPr>
          <p:cNvPr id="405" name="Google Shape;405;p6"/>
          <p:cNvSpPr txBox="1"/>
          <p:nvPr/>
        </p:nvSpPr>
        <p:spPr>
          <a:xfrm>
            <a:off x="383194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02</a:t>
            </a:r>
            <a:endParaRPr/>
          </a:p>
        </p:txBody>
      </p:sp>
      <p:sp>
        <p:nvSpPr>
          <p:cNvPr id="406" name="Google Shape;406;p6"/>
          <p:cNvSpPr txBox="1"/>
          <p:nvPr/>
        </p:nvSpPr>
        <p:spPr>
          <a:xfrm>
            <a:off x="3435668" y="1882730"/>
            <a:ext cx="17043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HEALTHY COMMUNITY DESIGN</a:t>
            </a:r>
            <a:endParaRPr/>
          </a:p>
        </p:txBody>
      </p:sp>
      <p:sp>
        <p:nvSpPr>
          <p:cNvPr id="407" name="Google Shape;407;p6"/>
          <p:cNvSpPr txBox="1"/>
          <p:nvPr/>
        </p:nvSpPr>
        <p:spPr>
          <a:xfrm>
            <a:off x="593633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03</a:t>
            </a:r>
            <a:endParaRPr/>
          </a:p>
        </p:txBody>
      </p:sp>
      <p:sp>
        <p:nvSpPr>
          <p:cNvPr id="408" name="Google Shape;408;p6"/>
          <p:cNvSpPr txBox="1"/>
          <p:nvPr/>
        </p:nvSpPr>
        <p:spPr>
          <a:xfrm>
            <a:off x="5540058" y="1882730"/>
            <a:ext cx="17043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COMMUNITY CAPACITY BUILDING</a:t>
            </a:r>
            <a:endParaRPr/>
          </a:p>
        </p:txBody>
      </p:sp>
      <p:sp>
        <p:nvSpPr>
          <p:cNvPr id="409" name="Google Shape;409;p6"/>
          <p:cNvSpPr txBox="1"/>
          <p:nvPr/>
        </p:nvSpPr>
        <p:spPr>
          <a:xfrm>
            <a:off x="804072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04</a:t>
            </a:r>
            <a:endParaRPr/>
          </a:p>
        </p:txBody>
      </p:sp>
      <p:sp>
        <p:nvSpPr>
          <p:cNvPr id="410" name="Google Shape;410;p6"/>
          <p:cNvSpPr txBox="1"/>
          <p:nvPr/>
        </p:nvSpPr>
        <p:spPr>
          <a:xfrm>
            <a:off x="7644448" y="1895430"/>
            <a:ext cx="17043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TRANSFORMATIVE GRANMAKING</a:t>
            </a:r>
            <a:endParaRPr/>
          </a:p>
        </p:txBody>
      </p:sp>
      <p:sp>
        <p:nvSpPr>
          <p:cNvPr id="411" name="Google Shape;411;p6"/>
          <p:cNvSpPr txBox="1"/>
          <p:nvPr/>
        </p:nvSpPr>
        <p:spPr>
          <a:xfrm>
            <a:off x="1014511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05</a:t>
            </a:r>
            <a:endParaRPr/>
          </a:p>
        </p:txBody>
      </p:sp>
      <p:sp>
        <p:nvSpPr>
          <p:cNvPr id="412" name="Google Shape;412;p6"/>
          <p:cNvSpPr txBox="1"/>
          <p:nvPr/>
        </p:nvSpPr>
        <p:spPr>
          <a:xfrm>
            <a:off x="9748838" y="1989410"/>
            <a:ext cx="1704340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CIVIC HEALTH</a:t>
            </a:r>
            <a:endParaRPr/>
          </a:p>
        </p:txBody>
      </p:sp>
      <p:sp>
        <p:nvSpPr>
          <p:cNvPr id="413" name="Google Shape;413;p6"/>
          <p:cNvSpPr txBox="1"/>
          <p:nvPr/>
        </p:nvSpPr>
        <p:spPr>
          <a:xfrm rot="-5400000">
            <a:off x="169083" y="3068737"/>
            <a:ext cx="139665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YEAR 2</a:t>
            </a:r>
            <a:endParaRPr dirty="0"/>
          </a:p>
        </p:txBody>
      </p:sp>
      <p:sp>
        <p:nvSpPr>
          <p:cNvPr id="414" name="Google Shape;414;p6"/>
          <p:cNvSpPr txBox="1"/>
          <p:nvPr/>
        </p:nvSpPr>
        <p:spPr>
          <a:xfrm rot="-5400000">
            <a:off x="165279" y="4915986"/>
            <a:ext cx="1375054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YEAR 1</a:t>
            </a:r>
            <a:endParaRPr dirty="0"/>
          </a:p>
        </p:txBody>
      </p:sp>
      <p:sp>
        <p:nvSpPr>
          <p:cNvPr id="415" name="Google Shape;415;p6"/>
          <p:cNvSpPr txBox="1"/>
          <p:nvPr/>
        </p:nvSpPr>
        <p:spPr>
          <a:xfrm>
            <a:off x="1276686" y="2554560"/>
            <a:ext cx="1844040" cy="854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partnership to connect to local services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and partners statewide</a:t>
            </a:r>
            <a:endParaRPr/>
          </a:p>
        </p:txBody>
      </p:sp>
      <p:sp>
        <p:nvSpPr>
          <p:cNvPr id="416" name="Google Shape;416;p6"/>
          <p:cNvSpPr txBox="1"/>
          <p:nvPr/>
        </p:nvSpPr>
        <p:spPr>
          <a:xfrm>
            <a:off x="3362330" y="2554560"/>
            <a:ext cx="1844040" cy="124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and strengthen stakeholders relationship to influence policies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Incubate community-based, collaborative cohorts</a:t>
            </a:r>
            <a:endParaRPr/>
          </a:p>
        </p:txBody>
      </p:sp>
      <p:sp>
        <p:nvSpPr>
          <p:cNvPr id="417" name="Google Shape;417;p6"/>
          <p:cNvSpPr txBox="1"/>
          <p:nvPr/>
        </p:nvSpPr>
        <p:spPr>
          <a:xfrm>
            <a:off x="5445130" y="2554560"/>
            <a:ext cx="1844040" cy="661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Strengthen technical assistance partnership systems and strategies</a:t>
            </a:r>
            <a:endParaRPr/>
          </a:p>
        </p:txBody>
      </p:sp>
      <p:sp>
        <p:nvSpPr>
          <p:cNvPr id="418" name="Google Shape;418;p6"/>
          <p:cNvSpPr txBox="1"/>
          <p:nvPr/>
        </p:nvSpPr>
        <p:spPr>
          <a:xfrm>
            <a:off x="7514282" y="2554560"/>
            <a:ext cx="1844040" cy="104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tiered grants 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Streamline processes and improve data collection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Engage in future collaboratives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"/>
          <p:cNvSpPr txBox="1"/>
          <p:nvPr/>
        </p:nvSpPr>
        <p:spPr>
          <a:xfrm>
            <a:off x="9624378" y="2540912"/>
            <a:ext cx="1844040" cy="104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Strengthen systems that increase community organizing and advocacy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 community participation and research</a:t>
            </a:r>
            <a:endParaRPr/>
          </a:p>
        </p:txBody>
      </p:sp>
      <p:sp>
        <p:nvSpPr>
          <p:cNvPr id="420" name="Google Shape;420;p6"/>
          <p:cNvSpPr txBox="1"/>
          <p:nvPr/>
        </p:nvSpPr>
        <p:spPr>
          <a:xfrm>
            <a:off x="1276686" y="4335735"/>
            <a:ext cx="1844040" cy="124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development of statewide infrastructure to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integration of automated work will upskilling current employees</a:t>
            </a:r>
            <a:endParaRPr/>
          </a:p>
        </p:txBody>
      </p:sp>
      <p:sp>
        <p:nvSpPr>
          <p:cNvPr id="421" name="Google Shape;421;p6"/>
          <p:cNvSpPr txBox="1"/>
          <p:nvPr/>
        </p:nvSpPr>
        <p:spPr>
          <a:xfrm>
            <a:off x="3362330" y="4335735"/>
            <a:ext cx="184404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Activate relationships to influence policy and changes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public health and built environment coalitions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place-based, cross-colaborative incubation</a:t>
            </a:r>
            <a:endParaRPr/>
          </a:p>
        </p:txBody>
      </p:sp>
      <p:sp>
        <p:nvSpPr>
          <p:cNvPr id="422" name="Google Shape;422;p6"/>
          <p:cNvSpPr txBox="1"/>
          <p:nvPr/>
        </p:nvSpPr>
        <p:spPr>
          <a:xfrm>
            <a:off x="5445130" y="4335735"/>
            <a:ext cx="1844040" cy="854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Boost capacity of community-based leaders, organizations and coalitions</a:t>
            </a:r>
            <a:endParaRPr/>
          </a:p>
        </p:txBody>
      </p:sp>
      <p:sp>
        <p:nvSpPr>
          <p:cNvPr id="423" name="Google Shape;423;p6"/>
          <p:cNvSpPr txBox="1"/>
          <p:nvPr/>
        </p:nvSpPr>
        <p:spPr>
          <a:xfrm>
            <a:off x="7514282" y="4335735"/>
            <a:ext cx="1844040" cy="854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Utilize community expertise to establish data-drive responsive grantmaking practices</a:t>
            </a:r>
            <a:endParaRPr/>
          </a:p>
        </p:txBody>
      </p:sp>
      <p:sp>
        <p:nvSpPr>
          <p:cNvPr id="424" name="Google Shape;424;p6"/>
          <p:cNvSpPr txBox="1"/>
          <p:nvPr/>
        </p:nvSpPr>
        <p:spPr>
          <a:xfrm>
            <a:off x="9624378" y="4335735"/>
            <a:ext cx="1844040" cy="124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resident, community and civic leadership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empowered voices to influence policies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 fair processes in civic institutions</a:t>
            </a: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3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"/>
          <p:cNvSpPr/>
          <p:nvPr/>
        </p:nvSpPr>
        <p:spPr>
          <a:xfrm>
            <a:off x="8112366" y="893762"/>
            <a:ext cx="4717369" cy="2808924"/>
          </a:xfrm>
          <a:prstGeom prst="roundRect">
            <a:avLst>
              <a:gd name="adj" fmla="val 5985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 txBox="1"/>
          <p:nvPr/>
        </p:nvSpPr>
        <p:spPr>
          <a:xfrm>
            <a:off x="506730" y="601980"/>
            <a:ext cx="5064125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520" name="Google Shape;520;p8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5" name="Google Shape;525;p8"/>
          <p:cNvSpPr/>
          <p:nvPr/>
        </p:nvSpPr>
        <p:spPr>
          <a:xfrm rot="5400000">
            <a:off x="1879698" y="765176"/>
            <a:ext cx="581660" cy="17367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8"/>
          <p:cNvSpPr/>
          <p:nvPr/>
        </p:nvSpPr>
        <p:spPr>
          <a:xfrm>
            <a:off x="720823" y="1924686"/>
            <a:ext cx="581660" cy="1397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8"/>
          <p:cNvSpPr/>
          <p:nvPr/>
        </p:nvSpPr>
        <p:spPr>
          <a:xfrm>
            <a:off x="720823" y="3308509"/>
            <a:ext cx="581660" cy="1397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8"/>
          <p:cNvSpPr/>
          <p:nvPr/>
        </p:nvSpPr>
        <p:spPr>
          <a:xfrm>
            <a:off x="720823" y="4718686"/>
            <a:ext cx="581660" cy="13970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9" name="Google Shape;529;p8"/>
          <p:cNvGraphicFramePr/>
          <p:nvPr/>
        </p:nvGraphicFramePr>
        <p:xfrm>
          <a:off x="1302483" y="1924686"/>
          <a:ext cx="5179725" cy="4192875"/>
        </p:xfrm>
        <a:graphic>
          <a:graphicData uri="http://schemas.openxmlformats.org/drawingml/2006/table">
            <a:tbl>
              <a:tblPr firstRow="1" bandRow="1">
                <a:noFill/>
                <a:tableStyleId>{358100CD-77F5-41CA-97A1-57B9A1EEABEE}</a:tableStyleId>
              </a:tblPr>
              <a:tblGrid>
                <a:gridCol w="172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0" name="Google Shape;530;p8"/>
          <p:cNvSpPr/>
          <p:nvPr/>
        </p:nvSpPr>
        <p:spPr>
          <a:xfrm rot="5400000">
            <a:off x="3601183" y="766446"/>
            <a:ext cx="581660" cy="173672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/>
          <p:nvPr/>
        </p:nvSpPr>
        <p:spPr>
          <a:xfrm rot="5400000">
            <a:off x="5322668" y="766446"/>
            <a:ext cx="581660" cy="1736725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8"/>
          <p:cNvSpPr txBox="1"/>
          <p:nvPr/>
        </p:nvSpPr>
        <p:spPr>
          <a:xfrm>
            <a:off x="1771113" y="1405256"/>
            <a:ext cx="8001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dirty="0"/>
          </a:p>
        </p:txBody>
      </p:sp>
      <p:sp>
        <p:nvSpPr>
          <p:cNvPr id="533" name="Google Shape;533;p8"/>
          <p:cNvSpPr txBox="1"/>
          <p:nvPr/>
        </p:nvSpPr>
        <p:spPr>
          <a:xfrm>
            <a:off x="3492598" y="1405256"/>
            <a:ext cx="8001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dirty="0"/>
          </a:p>
        </p:txBody>
      </p:sp>
      <p:sp>
        <p:nvSpPr>
          <p:cNvPr id="534" name="Google Shape;534;p8"/>
          <p:cNvSpPr txBox="1"/>
          <p:nvPr/>
        </p:nvSpPr>
        <p:spPr>
          <a:xfrm>
            <a:off x="5213448" y="1405256"/>
            <a:ext cx="8001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dirty="0"/>
          </a:p>
        </p:txBody>
      </p:sp>
      <p:sp>
        <p:nvSpPr>
          <p:cNvPr id="535" name="Google Shape;535;p8"/>
          <p:cNvSpPr txBox="1"/>
          <p:nvPr/>
        </p:nvSpPr>
        <p:spPr>
          <a:xfrm rot="-5400000">
            <a:off x="313083" y="5279391"/>
            <a:ext cx="1229360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Ensure Timelines</a:t>
            </a:r>
            <a:endParaRPr dirty="0"/>
          </a:p>
        </p:txBody>
      </p:sp>
      <p:sp>
        <p:nvSpPr>
          <p:cNvPr id="536" name="Google Shape;536;p8"/>
          <p:cNvSpPr txBox="1"/>
          <p:nvPr/>
        </p:nvSpPr>
        <p:spPr>
          <a:xfrm rot="-5400000">
            <a:off x="216246" y="3869214"/>
            <a:ext cx="1423035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 Action Plan</a:t>
            </a:r>
            <a:endParaRPr dirty="0"/>
          </a:p>
        </p:txBody>
      </p:sp>
      <p:sp>
        <p:nvSpPr>
          <p:cNvPr id="537" name="Google Shape;537;p8"/>
          <p:cNvSpPr txBox="1"/>
          <p:nvPr/>
        </p:nvSpPr>
        <p:spPr>
          <a:xfrm rot="-5400000">
            <a:off x="474327" y="2484687"/>
            <a:ext cx="10746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Defining Roles</a:t>
            </a:r>
            <a:endParaRPr dirty="0"/>
          </a:p>
        </p:txBody>
      </p:sp>
      <p:grpSp>
        <p:nvGrpSpPr>
          <p:cNvPr id="547" name="Google Shape;547;p8"/>
          <p:cNvGrpSpPr/>
          <p:nvPr/>
        </p:nvGrpSpPr>
        <p:grpSpPr>
          <a:xfrm>
            <a:off x="1414243" y="3863976"/>
            <a:ext cx="1513205" cy="787400"/>
            <a:chOff x="2275" y="3683"/>
            <a:chExt cx="2383" cy="1240"/>
          </a:xfrm>
        </p:grpSpPr>
        <p:sp>
          <p:nvSpPr>
            <p:cNvPr id="548" name="Google Shape;548;p8"/>
            <p:cNvSpPr txBox="1"/>
            <p:nvPr/>
          </p:nvSpPr>
          <p:spPr>
            <a:xfrm>
              <a:off x="2483" y="3683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Target</a:t>
              </a:r>
              <a:endParaRPr dirty="0"/>
            </a:p>
          </p:txBody>
        </p:sp>
        <p:sp>
          <p:nvSpPr>
            <p:cNvPr id="549" name="Google Shape;549;p8"/>
            <p:cNvSpPr txBox="1"/>
            <p:nvPr/>
          </p:nvSpPr>
          <p:spPr>
            <a:xfrm>
              <a:off x="2275" y="4293"/>
              <a:ext cx="2383" cy="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Reduce the company cost by 20% from 2018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" name="Google Shape;565;p8"/>
          <p:cNvSpPr/>
          <p:nvPr/>
        </p:nvSpPr>
        <p:spPr>
          <a:xfrm>
            <a:off x="1946770" y="2025780"/>
            <a:ext cx="442666" cy="442666"/>
          </a:xfrm>
          <a:custGeom>
            <a:avLst/>
            <a:gdLst/>
            <a:ahLst/>
            <a:cxnLst/>
            <a:rect l="l" t="t" r="r" b="b"/>
            <a:pathLst>
              <a:path w="183" h="183" extrusionOk="0">
                <a:moveTo>
                  <a:pt x="36" y="41"/>
                </a:moveTo>
                <a:cubicBezTo>
                  <a:pt x="30" y="36"/>
                  <a:pt x="30" y="36"/>
                  <a:pt x="30" y="36"/>
                </a:cubicBezTo>
                <a:cubicBezTo>
                  <a:pt x="17" y="52"/>
                  <a:pt x="18" y="75"/>
                  <a:pt x="33" y="90"/>
                </a:cubicBezTo>
                <a:cubicBezTo>
                  <a:pt x="38" y="84"/>
                  <a:pt x="38" y="84"/>
                  <a:pt x="38" y="84"/>
                </a:cubicBezTo>
                <a:cubicBezTo>
                  <a:pt x="27" y="72"/>
                  <a:pt x="26" y="54"/>
                  <a:pt x="36" y="41"/>
                </a:cubicBezTo>
                <a:close/>
                <a:moveTo>
                  <a:pt x="129" y="107"/>
                </a:moveTo>
                <a:cubicBezTo>
                  <a:pt x="120" y="115"/>
                  <a:pt x="120" y="115"/>
                  <a:pt x="120" y="115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22" y="76"/>
                  <a:pt x="121" y="43"/>
                  <a:pt x="101" y="22"/>
                </a:cubicBezTo>
                <a:cubicBezTo>
                  <a:pt x="79" y="0"/>
                  <a:pt x="43" y="0"/>
                  <a:pt x="21" y="22"/>
                </a:cubicBezTo>
                <a:cubicBezTo>
                  <a:pt x="0" y="44"/>
                  <a:pt x="0" y="79"/>
                  <a:pt x="21" y="101"/>
                </a:cubicBezTo>
                <a:cubicBezTo>
                  <a:pt x="42" y="122"/>
                  <a:pt x="76" y="123"/>
                  <a:pt x="98" y="104"/>
                </a:cubicBezTo>
                <a:cubicBezTo>
                  <a:pt x="115" y="121"/>
                  <a:pt x="115" y="121"/>
                  <a:pt x="115" y="121"/>
                </a:cubicBezTo>
                <a:cubicBezTo>
                  <a:pt x="106" y="129"/>
                  <a:pt x="106" y="129"/>
                  <a:pt x="106" y="129"/>
                </a:cubicBezTo>
                <a:cubicBezTo>
                  <a:pt x="160" y="183"/>
                  <a:pt x="160" y="183"/>
                  <a:pt x="160" y="183"/>
                </a:cubicBezTo>
                <a:cubicBezTo>
                  <a:pt x="183" y="160"/>
                  <a:pt x="183" y="160"/>
                  <a:pt x="183" y="160"/>
                </a:cubicBezTo>
                <a:lnTo>
                  <a:pt x="129" y="107"/>
                </a:lnTo>
                <a:close/>
                <a:moveTo>
                  <a:pt x="95" y="95"/>
                </a:moveTo>
                <a:cubicBezTo>
                  <a:pt x="95" y="95"/>
                  <a:pt x="95" y="95"/>
                  <a:pt x="95" y="95"/>
                </a:cubicBezTo>
                <a:cubicBezTo>
                  <a:pt x="76" y="114"/>
                  <a:pt x="46" y="114"/>
                  <a:pt x="27" y="95"/>
                </a:cubicBezTo>
                <a:cubicBezTo>
                  <a:pt x="8" y="77"/>
                  <a:pt x="8" y="46"/>
                  <a:pt x="27" y="27"/>
                </a:cubicBezTo>
                <a:cubicBezTo>
                  <a:pt x="46" y="9"/>
                  <a:pt x="76" y="9"/>
                  <a:pt x="95" y="27"/>
                </a:cubicBezTo>
                <a:cubicBezTo>
                  <a:pt x="114" y="46"/>
                  <a:pt x="114" y="77"/>
                  <a:pt x="95" y="95"/>
                </a:cubicBezTo>
                <a:close/>
                <a:moveTo>
                  <a:pt x="118" y="129"/>
                </a:moveTo>
                <a:cubicBezTo>
                  <a:pt x="129" y="118"/>
                  <a:pt x="129" y="118"/>
                  <a:pt x="129" y="118"/>
                </a:cubicBezTo>
                <a:cubicBezTo>
                  <a:pt x="171" y="160"/>
                  <a:pt x="171" y="160"/>
                  <a:pt x="171" y="160"/>
                </a:cubicBezTo>
                <a:cubicBezTo>
                  <a:pt x="160" y="172"/>
                  <a:pt x="160" y="172"/>
                  <a:pt x="160" y="172"/>
                </a:cubicBezTo>
                <a:lnTo>
                  <a:pt x="118" y="129"/>
                </a:ln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6" name="Google Shape;566;p8"/>
          <p:cNvGrpSpPr/>
          <p:nvPr/>
        </p:nvGrpSpPr>
        <p:grpSpPr>
          <a:xfrm>
            <a:off x="3710086" y="2056767"/>
            <a:ext cx="376238" cy="374650"/>
            <a:chOff x="4456113" y="3241676"/>
            <a:chExt cx="376238" cy="374650"/>
          </a:xfrm>
        </p:grpSpPr>
        <p:sp>
          <p:nvSpPr>
            <p:cNvPr id="567" name="Google Shape;567;p8"/>
            <p:cNvSpPr/>
            <p:nvPr/>
          </p:nvSpPr>
          <p:spPr>
            <a:xfrm>
              <a:off x="4456113" y="3241676"/>
              <a:ext cx="376238" cy="374650"/>
            </a:xfrm>
            <a:custGeom>
              <a:avLst/>
              <a:gdLst/>
              <a:ahLst/>
              <a:cxnLst/>
              <a:rect l="l" t="t" r="r" b="b"/>
              <a:pathLst>
                <a:path w="711" h="710" extrusionOk="0">
                  <a:moveTo>
                    <a:pt x="700" y="299"/>
                  </a:moveTo>
                  <a:lnTo>
                    <a:pt x="642" y="284"/>
                  </a:lnTo>
                  <a:lnTo>
                    <a:pt x="637" y="263"/>
                  </a:lnTo>
                  <a:lnTo>
                    <a:pt x="628" y="242"/>
                  </a:lnTo>
                  <a:lnTo>
                    <a:pt x="620" y="222"/>
                  </a:lnTo>
                  <a:lnTo>
                    <a:pt x="609" y="201"/>
                  </a:lnTo>
                  <a:lnTo>
                    <a:pt x="639" y="151"/>
                  </a:lnTo>
                  <a:lnTo>
                    <a:pt x="641" y="147"/>
                  </a:lnTo>
                  <a:lnTo>
                    <a:pt x="641" y="142"/>
                  </a:lnTo>
                  <a:lnTo>
                    <a:pt x="640" y="138"/>
                  </a:lnTo>
                  <a:lnTo>
                    <a:pt x="637" y="134"/>
                  </a:lnTo>
                  <a:lnTo>
                    <a:pt x="577" y="74"/>
                  </a:lnTo>
                  <a:lnTo>
                    <a:pt x="572" y="71"/>
                  </a:lnTo>
                  <a:lnTo>
                    <a:pt x="568" y="69"/>
                  </a:lnTo>
                  <a:lnTo>
                    <a:pt x="564" y="69"/>
                  </a:lnTo>
                  <a:lnTo>
                    <a:pt x="560" y="72"/>
                  </a:lnTo>
                  <a:lnTo>
                    <a:pt x="508" y="102"/>
                  </a:lnTo>
                  <a:lnTo>
                    <a:pt x="489" y="91"/>
                  </a:lnTo>
                  <a:lnTo>
                    <a:pt x="468" y="81"/>
                  </a:lnTo>
                  <a:lnTo>
                    <a:pt x="448" y="74"/>
                  </a:lnTo>
                  <a:lnTo>
                    <a:pt x="427" y="67"/>
                  </a:lnTo>
                  <a:lnTo>
                    <a:pt x="412" y="10"/>
                  </a:lnTo>
                  <a:lnTo>
                    <a:pt x="409" y="6"/>
                  </a:lnTo>
                  <a:lnTo>
                    <a:pt x="407" y="3"/>
                  </a:lnTo>
                  <a:lnTo>
                    <a:pt x="403" y="1"/>
                  </a:lnTo>
                  <a:lnTo>
                    <a:pt x="399" y="0"/>
                  </a:lnTo>
                  <a:lnTo>
                    <a:pt x="313" y="0"/>
                  </a:lnTo>
                  <a:lnTo>
                    <a:pt x="309" y="1"/>
                  </a:lnTo>
                  <a:lnTo>
                    <a:pt x="304" y="3"/>
                  </a:lnTo>
                  <a:lnTo>
                    <a:pt x="301" y="6"/>
                  </a:lnTo>
                  <a:lnTo>
                    <a:pt x="299" y="10"/>
                  </a:lnTo>
                  <a:lnTo>
                    <a:pt x="285" y="67"/>
                  </a:lnTo>
                  <a:lnTo>
                    <a:pt x="263" y="74"/>
                  </a:lnTo>
                  <a:lnTo>
                    <a:pt x="242" y="81"/>
                  </a:lnTo>
                  <a:lnTo>
                    <a:pt x="222" y="91"/>
                  </a:lnTo>
                  <a:lnTo>
                    <a:pt x="202" y="102"/>
                  </a:lnTo>
                  <a:lnTo>
                    <a:pt x="152" y="72"/>
                  </a:lnTo>
                  <a:lnTo>
                    <a:pt x="148" y="69"/>
                  </a:lnTo>
                  <a:lnTo>
                    <a:pt x="142" y="69"/>
                  </a:lnTo>
                  <a:lnTo>
                    <a:pt x="138" y="71"/>
                  </a:lnTo>
                  <a:lnTo>
                    <a:pt x="135" y="74"/>
                  </a:lnTo>
                  <a:lnTo>
                    <a:pt x="74" y="134"/>
                  </a:lnTo>
                  <a:lnTo>
                    <a:pt x="71" y="138"/>
                  </a:lnTo>
                  <a:lnTo>
                    <a:pt x="70" y="142"/>
                  </a:lnTo>
                  <a:lnTo>
                    <a:pt x="70" y="147"/>
                  </a:lnTo>
                  <a:lnTo>
                    <a:pt x="71" y="151"/>
                  </a:lnTo>
                  <a:lnTo>
                    <a:pt x="103" y="201"/>
                  </a:lnTo>
                  <a:lnTo>
                    <a:pt x="92" y="222"/>
                  </a:lnTo>
                  <a:lnTo>
                    <a:pt x="82" y="242"/>
                  </a:lnTo>
                  <a:lnTo>
                    <a:pt x="75" y="263"/>
                  </a:lnTo>
                  <a:lnTo>
                    <a:pt x="68" y="284"/>
                  </a:lnTo>
                  <a:lnTo>
                    <a:pt x="10" y="299"/>
                  </a:lnTo>
                  <a:lnTo>
                    <a:pt x="6" y="300"/>
                  </a:lnTo>
                  <a:lnTo>
                    <a:pt x="3" y="303"/>
                  </a:lnTo>
                  <a:lnTo>
                    <a:pt x="1" y="308"/>
                  </a:lnTo>
                  <a:lnTo>
                    <a:pt x="0" y="312"/>
                  </a:lnTo>
                  <a:lnTo>
                    <a:pt x="0" y="398"/>
                  </a:lnTo>
                  <a:lnTo>
                    <a:pt x="1" y="402"/>
                  </a:lnTo>
                  <a:lnTo>
                    <a:pt x="3" y="407"/>
                  </a:lnTo>
                  <a:lnTo>
                    <a:pt x="6" y="410"/>
                  </a:lnTo>
                  <a:lnTo>
                    <a:pt x="10" y="412"/>
                  </a:lnTo>
                  <a:lnTo>
                    <a:pt x="68" y="426"/>
                  </a:lnTo>
                  <a:lnTo>
                    <a:pt x="75" y="447"/>
                  </a:lnTo>
                  <a:lnTo>
                    <a:pt x="82" y="469"/>
                  </a:lnTo>
                  <a:lnTo>
                    <a:pt x="92" y="488"/>
                  </a:lnTo>
                  <a:lnTo>
                    <a:pt x="103" y="509"/>
                  </a:lnTo>
                  <a:lnTo>
                    <a:pt x="71" y="559"/>
                  </a:lnTo>
                  <a:lnTo>
                    <a:pt x="70" y="563"/>
                  </a:lnTo>
                  <a:lnTo>
                    <a:pt x="70" y="568"/>
                  </a:lnTo>
                  <a:lnTo>
                    <a:pt x="71" y="573"/>
                  </a:lnTo>
                  <a:lnTo>
                    <a:pt x="74" y="576"/>
                  </a:lnTo>
                  <a:lnTo>
                    <a:pt x="135" y="637"/>
                  </a:lnTo>
                  <a:lnTo>
                    <a:pt x="138" y="639"/>
                  </a:lnTo>
                  <a:lnTo>
                    <a:pt x="142" y="641"/>
                  </a:lnTo>
                  <a:lnTo>
                    <a:pt x="148" y="641"/>
                  </a:lnTo>
                  <a:lnTo>
                    <a:pt x="152" y="638"/>
                  </a:lnTo>
                  <a:lnTo>
                    <a:pt x="202" y="608"/>
                  </a:lnTo>
                  <a:lnTo>
                    <a:pt x="222" y="619"/>
                  </a:lnTo>
                  <a:lnTo>
                    <a:pt x="242" y="629"/>
                  </a:lnTo>
                  <a:lnTo>
                    <a:pt x="263" y="636"/>
                  </a:lnTo>
                  <a:lnTo>
                    <a:pt x="285" y="643"/>
                  </a:lnTo>
                  <a:lnTo>
                    <a:pt x="299" y="700"/>
                  </a:lnTo>
                  <a:lnTo>
                    <a:pt x="301" y="704"/>
                  </a:lnTo>
                  <a:lnTo>
                    <a:pt x="304" y="708"/>
                  </a:lnTo>
                  <a:lnTo>
                    <a:pt x="309" y="710"/>
                  </a:lnTo>
                  <a:lnTo>
                    <a:pt x="313" y="710"/>
                  </a:lnTo>
                  <a:lnTo>
                    <a:pt x="399" y="710"/>
                  </a:lnTo>
                  <a:lnTo>
                    <a:pt x="403" y="710"/>
                  </a:lnTo>
                  <a:lnTo>
                    <a:pt x="407" y="708"/>
                  </a:lnTo>
                  <a:lnTo>
                    <a:pt x="409" y="704"/>
                  </a:lnTo>
                  <a:lnTo>
                    <a:pt x="412" y="700"/>
                  </a:lnTo>
                  <a:lnTo>
                    <a:pt x="427" y="643"/>
                  </a:lnTo>
                  <a:lnTo>
                    <a:pt x="448" y="636"/>
                  </a:lnTo>
                  <a:lnTo>
                    <a:pt x="468" y="629"/>
                  </a:lnTo>
                  <a:lnTo>
                    <a:pt x="489" y="619"/>
                  </a:lnTo>
                  <a:lnTo>
                    <a:pt x="508" y="608"/>
                  </a:lnTo>
                  <a:lnTo>
                    <a:pt x="560" y="638"/>
                  </a:lnTo>
                  <a:lnTo>
                    <a:pt x="564" y="641"/>
                  </a:lnTo>
                  <a:lnTo>
                    <a:pt x="568" y="641"/>
                  </a:lnTo>
                  <a:lnTo>
                    <a:pt x="572" y="639"/>
                  </a:lnTo>
                  <a:lnTo>
                    <a:pt x="577" y="637"/>
                  </a:lnTo>
                  <a:lnTo>
                    <a:pt x="637" y="576"/>
                  </a:lnTo>
                  <a:lnTo>
                    <a:pt x="640" y="573"/>
                  </a:lnTo>
                  <a:lnTo>
                    <a:pt x="641" y="568"/>
                  </a:lnTo>
                  <a:lnTo>
                    <a:pt x="641" y="563"/>
                  </a:lnTo>
                  <a:lnTo>
                    <a:pt x="639" y="559"/>
                  </a:lnTo>
                  <a:lnTo>
                    <a:pt x="609" y="509"/>
                  </a:lnTo>
                  <a:lnTo>
                    <a:pt x="620" y="488"/>
                  </a:lnTo>
                  <a:lnTo>
                    <a:pt x="628" y="469"/>
                  </a:lnTo>
                  <a:lnTo>
                    <a:pt x="637" y="447"/>
                  </a:lnTo>
                  <a:lnTo>
                    <a:pt x="642" y="426"/>
                  </a:lnTo>
                  <a:lnTo>
                    <a:pt x="700" y="412"/>
                  </a:lnTo>
                  <a:lnTo>
                    <a:pt x="704" y="410"/>
                  </a:lnTo>
                  <a:lnTo>
                    <a:pt x="708" y="407"/>
                  </a:lnTo>
                  <a:lnTo>
                    <a:pt x="710" y="402"/>
                  </a:lnTo>
                  <a:lnTo>
                    <a:pt x="711" y="398"/>
                  </a:lnTo>
                  <a:lnTo>
                    <a:pt x="711" y="312"/>
                  </a:lnTo>
                  <a:lnTo>
                    <a:pt x="710" y="308"/>
                  </a:lnTo>
                  <a:lnTo>
                    <a:pt x="708" y="303"/>
                  </a:lnTo>
                  <a:lnTo>
                    <a:pt x="704" y="300"/>
                  </a:lnTo>
                  <a:lnTo>
                    <a:pt x="700" y="299"/>
                  </a:lnTo>
                  <a:close/>
                  <a:moveTo>
                    <a:pt x="683" y="387"/>
                  </a:moveTo>
                  <a:lnTo>
                    <a:pt x="627" y="401"/>
                  </a:lnTo>
                  <a:lnTo>
                    <a:pt x="624" y="402"/>
                  </a:lnTo>
                  <a:lnTo>
                    <a:pt x="621" y="404"/>
                  </a:lnTo>
                  <a:lnTo>
                    <a:pt x="619" y="408"/>
                  </a:lnTo>
                  <a:lnTo>
                    <a:pt x="618" y="412"/>
                  </a:lnTo>
                  <a:lnTo>
                    <a:pt x="614" y="424"/>
                  </a:lnTo>
                  <a:lnTo>
                    <a:pt x="611" y="434"/>
                  </a:lnTo>
                  <a:lnTo>
                    <a:pt x="608" y="446"/>
                  </a:lnTo>
                  <a:lnTo>
                    <a:pt x="604" y="458"/>
                  </a:lnTo>
                  <a:lnTo>
                    <a:pt x="598" y="469"/>
                  </a:lnTo>
                  <a:lnTo>
                    <a:pt x="593" y="480"/>
                  </a:lnTo>
                  <a:lnTo>
                    <a:pt x="587" y="490"/>
                  </a:lnTo>
                  <a:lnTo>
                    <a:pt x="581" y="501"/>
                  </a:lnTo>
                  <a:lnTo>
                    <a:pt x="579" y="504"/>
                  </a:lnTo>
                  <a:lnTo>
                    <a:pt x="578" y="507"/>
                  </a:lnTo>
                  <a:lnTo>
                    <a:pt x="579" y="512"/>
                  </a:lnTo>
                  <a:lnTo>
                    <a:pt x="580" y="515"/>
                  </a:lnTo>
                  <a:lnTo>
                    <a:pt x="610" y="564"/>
                  </a:lnTo>
                  <a:lnTo>
                    <a:pt x="565" y="609"/>
                  </a:lnTo>
                  <a:lnTo>
                    <a:pt x="516" y="580"/>
                  </a:lnTo>
                  <a:lnTo>
                    <a:pt x="512" y="578"/>
                  </a:lnTo>
                  <a:lnTo>
                    <a:pt x="508" y="578"/>
                  </a:lnTo>
                  <a:lnTo>
                    <a:pt x="505" y="578"/>
                  </a:lnTo>
                  <a:lnTo>
                    <a:pt x="501" y="580"/>
                  </a:lnTo>
                  <a:lnTo>
                    <a:pt x="491" y="587"/>
                  </a:lnTo>
                  <a:lnTo>
                    <a:pt x="480" y="592"/>
                  </a:lnTo>
                  <a:lnTo>
                    <a:pt x="469" y="598"/>
                  </a:lnTo>
                  <a:lnTo>
                    <a:pt x="458" y="603"/>
                  </a:lnTo>
                  <a:lnTo>
                    <a:pt x="447" y="607"/>
                  </a:lnTo>
                  <a:lnTo>
                    <a:pt x="435" y="612"/>
                  </a:lnTo>
                  <a:lnTo>
                    <a:pt x="423" y="615"/>
                  </a:lnTo>
                  <a:lnTo>
                    <a:pt x="412" y="617"/>
                  </a:lnTo>
                  <a:lnTo>
                    <a:pt x="408" y="618"/>
                  </a:lnTo>
                  <a:lnTo>
                    <a:pt x="405" y="621"/>
                  </a:lnTo>
                  <a:lnTo>
                    <a:pt x="403" y="623"/>
                  </a:lnTo>
                  <a:lnTo>
                    <a:pt x="401" y="628"/>
                  </a:lnTo>
                  <a:lnTo>
                    <a:pt x="388" y="682"/>
                  </a:lnTo>
                  <a:lnTo>
                    <a:pt x="324" y="682"/>
                  </a:lnTo>
                  <a:lnTo>
                    <a:pt x="310" y="628"/>
                  </a:lnTo>
                  <a:lnTo>
                    <a:pt x="309" y="623"/>
                  </a:lnTo>
                  <a:lnTo>
                    <a:pt x="306" y="621"/>
                  </a:lnTo>
                  <a:lnTo>
                    <a:pt x="303" y="618"/>
                  </a:lnTo>
                  <a:lnTo>
                    <a:pt x="299" y="617"/>
                  </a:lnTo>
                  <a:lnTo>
                    <a:pt x="287" y="615"/>
                  </a:lnTo>
                  <a:lnTo>
                    <a:pt x="275" y="612"/>
                  </a:lnTo>
                  <a:lnTo>
                    <a:pt x="265" y="607"/>
                  </a:lnTo>
                  <a:lnTo>
                    <a:pt x="253" y="603"/>
                  </a:lnTo>
                  <a:lnTo>
                    <a:pt x="242" y="598"/>
                  </a:lnTo>
                  <a:lnTo>
                    <a:pt x="231" y="592"/>
                  </a:lnTo>
                  <a:lnTo>
                    <a:pt x="221" y="587"/>
                  </a:lnTo>
                  <a:lnTo>
                    <a:pt x="210" y="580"/>
                  </a:lnTo>
                  <a:lnTo>
                    <a:pt x="207" y="578"/>
                  </a:lnTo>
                  <a:lnTo>
                    <a:pt x="202" y="578"/>
                  </a:lnTo>
                  <a:lnTo>
                    <a:pt x="199" y="578"/>
                  </a:lnTo>
                  <a:lnTo>
                    <a:pt x="196" y="580"/>
                  </a:lnTo>
                  <a:lnTo>
                    <a:pt x="147" y="609"/>
                  </a:lnTo>
                  <a:lnTo>
                    <a:pt x="101" y="564"/>
                  </a:lnTo>
                  <a:lnTo>
                    <a:pt x="130" y="515"/>
                  </a:lnTo>
                  <a:lnTo>
                    <a:pt x="133" y="512"/>
                  </a:lnTo>
                  <a:lnTo>
                    <a:pt x="133" y="507"/>
                  </a:lnTo>
                  <a:lnTo>
                    <a:pt x="132" y="504"/>
                  </a:lnTo>
                  <a:lnTo>
                    <a:pt x="130" y="501"/>
                  </a:lnTo>
                  <a:lnTo>
                    <a:pt x="124" y="490"/>
                  </a:lnTo>
                  <a:lnTo>
                    <a:pt x="119" y="480"/>
                  </a:lnTo>
                  <a:lnTo>
                    <a:pt x="112" y="469"/>
                  </a:lnTo>
                  <a:lnTo>
                    <a:pt x="108" y="458"/>
                  </a:lnTo>
                  <a:lnTo>
                    <a:pt x="104" y="446"/>
                  </a:lnTo>
                  <a:lnTo>
                    <a:pt x="99" y="434"/>
                  </a:lnTo>
                  <a:lnTo>
                    <a:pt x="96" y="424"/>
                  </a:lnTo>
                  <a:lnTo>
                    <a:pt x="94" y="412"/>
                  </a:lnTo>
                  <a:lnTo>
                    <a:pt x="92" y="408"/>
                  </a:lnTo>
                  <a:lnTo>
                    <a:pt x="90" y="404"/>
                  </a:lnTo>
                  <a:lnTo>
                    <a:pt x="86" y="402"/>
                  </a:lnTo>
                  <a:lnTo>
                    <a:pt x="83" y="401"/>
                  </a:lnTo>
                  <a:lnTo>
                    <a:pt x="27" y="387"/>
                  </a:lnTo>
                  <a:lnTo>
                    <a:pt x="27" y="323"/>
                  </a:lnTo>
                  <a:lnTo>
                    <a:pt x="83" y="309"/>
                  </a:lnTo>
                  <a:lnTo>
                    <a:pt x="86" y="308"/>
                  </a:lnTo>
                  <a:lnTo>
                    <a:pt x="90" y="306"/>
                  </a:lnTo>
                  <a:lnTo>
                    <a:pt x="92" y="302"/>
                  </a:lnTo>
                  <a:lnTo>
                    <a:pt x="94" y="299"/>
                  </a:lnTo>
                  <a:lnTo>
                    <a:pt x="96" y="287"/>
                  </a:lnTo>
                  <a:lnTo>
                    <a:pt x="99" y="276"/>
                  </a:lnTo>
                  <a:lnTo>
                    <a:pt x="104" y="264"/>
                  </a:lnTo>
                  <a:lnTo>
                    <a:pt x="108" y="252"/>
                  </a:lnTo>
                  <a:lnTo>
                    <a:pt x="112" y="241"/>
                  </a:lnTo>
                  <a:lnTo>
                    <a:pt x="119" y="230"/>
                  </a:lnTo>
                  <a:lnTo>
                    <a:pt x="124" y="220"/>
                  </a:lnTo>
                  <a:lnTo>
                    <a:pt x="130" y="210"/>
                  </a:lnTo>
                  <a:lnTo>
                    <a:pt x="132" y="206"/>
                  </a:lnTo>
                  <a:lnTo>
                    <a:pt x="133" y="203"/>
                  </a:lnTo>
                  <a:lnTo>
                    <a:pt x="133" y="198"/>
                  </a:lnTo>
                  <a:lnTo>
                    <a:pt x="130" y="195"/>
                  </a:lnTo>
                  <a:lnTo>
                    <a:pt x="101" y="146"/>
                  </a:lnTo>
                  <a:lnTo>
                    <a:pt x="147" y="101"/>
                  </a:lnTo>
                  <a:lnTo>
                    <a:pt x="196" y="130"/>
                  </a:lnTo>
                  <a:lnTo>
                    <a:pt x="199" y="132"/>
                  </a:lnTo>
                  <a:lnTo>
                    <a:pt x="202" y="132"/>
                  </a:lnTo>
                  <a:lnTo>
                    <a:pt x="207" y="132"/>
                  </a:lnTo>
                  <a:lnTo>
                    <a:pt x="210" y="130"/>
                  </a:lnTo>
                  <a:lnTo>
                    <a:pt x="221" y="123"/>
                  </a:lnTo>
                  <a:lnTo>
                    <a:pt x="231" y="118"/>
                  </a:lnTo>
                  <a:lnTo>
                    <a:pt x="242" y="112"/>
                  </a:lnTo>
                  <a:lnTo>
                    <a:pt x="253" y="107"/>
                  </a:lnTo>
                  <a:lnTo>
                    <a:pt x="265" y="103"/>
                  </a:lnTo>
                  <a:lnTo>
                    <a:pt x="275" y="99"/>
                  </a:lnTo>
                  <a:lnTo>
                    <a:pt x="287" y="95"/>
                  </a:lnTo>
                  <a:lnTo>
                    <a:pt x="299" y="93"/>
                  </a:lnTo>
                  <a:lnTo>
                    <a:pt x="303" y="92"/>
                  </a:lnTo>
                  <a:lnTo>
                    <a:pt x="306" y="90"/>
                  </a:lnTo>
                  <a:lnTo>
                    <a:pt x="309" y="87"/>
                  </a:lnTo>
                  <a:lnTo>
                    <a:pt x="310" y="82"/>
                  </a:lnTo>
                  <a:lnTo>
                    <a:pt x="324" y="28"/>
                  </a:lnTo>
                  <a:lnTo>
                    <a:pt x="388" y="28"/>
                  </a:lnTo>
                  <a:lnTo>
                    <a:pt x="401" y="82"/>
                  </a:lnTo>
                  <a:lnTo>
                    <a:pt x="403" y="87"/>
                  </a:lnTo>
                  <a:lnTo>
                    <a:pt x="405" y="90"/>
                  </a:lnTo>
                  <a:lnTo>
                    <a:pt x="408" y="92"/>
                  </a:lnTo>
                  <a:lnTo>
                    <a:pt x="412" y="93"/>
                  </a:lnTo>
                  <a:lnTo>
                    <a:pt x="423" y="95"/>
                  </a:lnTo>
                  <a:lnTo>
                    <a:pt x="435" y="99"/>
                  </a:lnTo>
                  <a:lnTo>
                    <a:pt x="447" y="103"/>
                  </a:lnTo>
                  <a:lnTo>
                    <a:pt x="458" y="107"/>
                  </a:lnTo>
                  <a:lnTo>
                    <a:pt x="469" y="112"/>
                  </a:lnTo>
                  <a:lnTo>
                    <a:pt x="480" y="118"/>
                  </a:lnTo>
                  <a:lnTo>
                    <a:pt x="491" y="123"/>
                  </a:lnTo>
                  <a:lnTo>
                    <a:pt x="501" y="130"/>
                  </a:lnTo>
                  <a:lnTo>
                    <a:pt x="505" y="132"/>
                  </a:lnTo>
                  <a:lnTo>
                    <a:pt x="508" y="132"/>
                  </a:lnTo>
                  <a:lnTo>
                    <a:pt x="512" y="132"/>
                  </a:lnTo>
                  <a:lnTo>
                    <a:pt x="516" y="130"/>
                  </a:lnTo>
                  <a:lnTo>
                    <a:pt x="565" y="101"/>
                  </a:lnTo>
                  <a:lnTo>
                    <a:pt x="610" y="146"/>
                  </a:lnTo>
                  <a:lnTo>
                    <a:pt x="580" y="195"/>
                  </a:lnTo>
                  <a:lnTo>
                    <a:pt x="579" y="198"/>
                  </a:lnTo>
                  <a:lnTo>
                    <a:pt x="578" y="203"/>
                  </a:lnTo>
                  <a:lnTo>
                    <a:pt x="579" y="206"/>
                  </a:lnTo>
                  <a:lnTo>
                    <a:pt x="581" y="210"/>
                  </a:lnTo>
                  <a:lnTo>
                    <a:pt x="587" y="220"/>
                  </a:lnTo>
                  <a:lnTo>
                    <a:pt x="593" y="230"/>
                  </a:lnTo>
                  <a:lnTo>
                    <a:pt x="598" y="241"/>
                  </a:lnTo>
                  <a:lnTo>
                    <a:pt x="604" y="252"/>
                  </a:lnTo>
                  <a:lnTo>
                    <a:pt x="608" y="264"/>
                  </a:lnTo>
                  <a:lnTo>
                    <a:pt x="611" y="276"/>
                  </a:lnTo>
                  <a:lnTo>
                    <a:pt x="614" y="287"/>
                  </a:lnTo>
                  <a:lnTo>
                    <a:pt x="618" y="299"/>
                  </a:lnTo>
                  <a:lnTo>
                    <a:pt x="619" y="302"/>
                  </a:lnTo>
                  <a:lnTo>
                    <a:pt x="621" y="306"/>
                  </a:lnTo>
                  <a:lnTo>
                    <a:pt x="624" y="308"/>
                  </a:lnTo>
                  <a:lnTo>
                    <a:pt x="627" y="309"/>
                  </a:lnTo>
                  <a:lnTo>
                    <a:pt x="683" y="323"/>
                  </a:lnTo>
                  <a:lnTo>
                    <a:pt x="683" y="38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8"/>
            <p:cNvSpPr/>
            <p:nvPr/>
          </p:nvSpPr>
          <p:spPr>
            <a:xfrm>
              <a:off x="4535488" y="3319463"/>
              <a:ext cx="219075" cy="219075"/>
            </a:xfrm>
            <a:custGeom>
              <a:avLst/>
              <a:gdLst/>
              <a:ahLst/>
              <a:cxnLst/>
              <a:rect l="l" t="t" r="r" b="b"/>
              <a:pathLst>
                <a:path w="416" h="416" extrusionOk="0">
                  <a:moveTo>
                    <a:pt x="208" y="0"/>
                  </a:moveTo>
                  <a:lnTo>
                    <a:pt x="195" y="0"/>
                  </a:lnTo>
                  <a:lnTo>
                    <a:pt x="183" y="1"/>
                  </a:lnTo>
                  <a:lnTo>
                    <a:pt x="171" y="3"/>
                  </a:lnTo>
                  <a:lnTo>
                    <a:pt x="161" y="5"/>
                  </a:lnTo>
                  <a:lnTo>
                    <a:pt x="149" y="8"/>
                  </a:lnTo>
                  <a:lnTo>
                    <a:pt x="137" y="12"/>
                  </a:lnTo>
                  <a:lnTo>
                    <a:pt x="126" y="16"/>
                  </a:lnTo>
                  <a:lnTo>
                    <a:pt x="115" y="21"/>
                  </a:lnTo>
                  <a:lnTo>
                    <a:pt x="111" y="24"/>
                  </a:lnTo>
                  <a:lnTo>
                    <a:pt x="108" y="29"/>
                  </a:lnTo>
                  <a:lnTo>
                    <a:pt x="108" y="34"/>
                  </a:lnTo>
                  <a:lnTo>
                    <a:pt x="109" y="39"/>
                  </a:lnTo>
                  <a:lnTo>
                    <a:pt x="112" y="44"/>
                  </a:lnTo>
                  <a:lnTo>
                    <a:pt x="117" y="47"/>
                  </a:lnTo>
                  <a:lnTo>
                    <a:pt x="122" y="48"/>
                  </a:lnTo>
                  <a:lnTo>
                    <a:pt x="127" y="46"/>
                  </a:lnTo>
                  <a:lnTo>
                    <a:pt x="137" y="42"/>
                  </a:lnTo>
                  <a:lnTo>
                    <a:pt x="147" y="38"/>
                  </a:lnTo>
                  <a:lnTo>
                    <a:pt x="156" y="35"/>
                  </a:lnTo>
                  <a:lnTo>
                    <a:pt x="166" y="32"/>
                  </a:lnTo>
                  <a:lnTo>
                    <a:pt x="177" y="30"/>
                  </a:lnTo>
                  <a:lnTo>
                    <a:pt x="186" y="29"/>
                  </a:lnTo>
                  <a:lnTo>
                    <a:pt x="197" y="28"/>
                  </a:lnTo>
                  <a:lnTo>
                    <a:pt x="208" y="28"/>
                  </a:lnTo>
                  <a:lnTo>
                    <a:pt x="226" y="29"/>
                  </a:lnTo>
                  <a:lnTo>
                    <a:pt x="244" y="31"/>
                  </a:lnTo>
                  <a:lnTo>
                    <a:pt x="261" y="35"/>
                  </a:lnTo>
                  <a:lnTo>
                    <a:pt x="277" y="42"/>
                  </a:lnTo>
                  <a:lnTo>
                    <a:pt x="294" y="49"/>
                  </a:lnTo>
                  <a:lnTo>
                    <a:pt x="309" y="59"/>
                  </a:lnTo>
                  <a:lnTo>
                    <a:pt x="323" y="68"/>
                  </a:lnTo>
                  <a:lnTo>
                    <a:pt x="335" y="80"/>
                  </a:lnTo>
                  <a:lnTo>
                    <a:pt x="347" y="93"/>
                  </a:lnTo>
                  <a:lnTo>
                    <a:pt x="357" y="107"/>
                  </a:lnTo>
                  <a:lnTo>
                    <a:pt x="367" y="122"/>
                  </a:lnTo>
                  <a:lnTo>
                    <a:pt x="374" y="138"/>
                  </a:lnTo>
                  <a:lnTo>
                    <a:pt x="379" y="154"/>
                  </a:lnTo>
                  <a:lnTo>
                    <a:pt x="385" y="171"/>
                  </a:lnTo>
                  <a:lnTo>
                    <a:pt x="387" y="190"/>
                  </a:lnTo>
                  <a:lnTo>
                    <a:pt x="388" y="208"/>
                  </a:lnTo>
                  <a:lnTo>
                    <a:pt x="387" y="226"/>
                  </a:lnTo>
                  <a:lnTo>
                    <a:pt x="385" y="245"/>
                  </a:lnTo>
                  <a:lnTo>
                    <a:pt x="379" y="262"/>
                  </a:lnTo>
                  <a:lnTo>
                    <a:pt x="374" y="278"/>
                  </a:lnTo>
                  <a:lnTo>
                    <a:pt x="367" y="294"/>
                  </a:lnTo>
                  <a:lnTo>
                    <a:pt x="357" y="309"/>
                  </a:lnTo>
                  <a:lnTo>
                    <a:pt x="347" y="323"/>
                  </a:lnTo>
                  <a:lnTo>
                    <a:pt x="335" y="336"/>
                  </a:lnTo>
                  <a:lnTo>
                    <a:pt x="323" y="348"/>
                  </a:lnTo>
                  <a:lnTo>
                    <a:pt x="309" y="358"/>
                  </a:lnTo>
                  <a:lnTo>
                    <a:pt x="294" y="367"/>
                  </a:lnTo>
                  <a:lnTo>
                    <a:pt x="277" y="374"/>
                  </a:lnTo>
                  <a:lnTo>
                    <a:pt x="261" y="381"/>
                  </a:lnTo>
                  <a:lnTo>
                    <a:pt x="244" y="385"/>
                  </a:lnTo>
                  <a:lnTo>
                    <a:pt x="226" y="387"/>
                  </a:lnTo>
                  <a:lnTo>
                    <a:pt x="208" y="388"/>
                  </a:lnTo>
                  <a:lnTo>
                    <a:pt x="189" y="387"/>
                  </a:lnTo>
                  <a:lnTo>
                    <a:pt x="171" y="385"/>
                  </a:lnTo>
                  <a:lnTo>
                    <a:pt x="154" y="381"/>
                  </a:lnTo>
                  <a:lnTo>
                    <a:pt x="137" y="374"/>
                  </a:lnTo>
                  <a:lnTo>
                    <a:pt x="122" y="367"/>
                  </a:lnTo>
                  <a:lnTo>
                    <a:pt x="107" y="358"/>
                  </a:lnTo>
                  <a:lnTo>
                    <a:pt x="93" y="348"/>
                  </a:lnTo>
                  <a:lnTo>
                    <a:pt x="80" y="336"/>
                  </a:lnTo>
                  <a:lnTo>
                    <a:pt x="68" y="323"/>
                  </a:lnTo>
                  <a:lnTo>
                    <a:pt x="58" y="309"/>
                  </a:lnTo>
                  <a:lnTo>
                    <a:pt x="49" y="294"/>
                  </a:lnTo>
                  <a:lnTo>
                    <a:pt x="41" y="278"/>
                  </a:lnTo>
                  <a:lnTo>
                    <a:pt x="35" y="262"/>
                  </a:lnTo>
                  <a:lnTo>
                    <a:pt x="31" y="245"/>
                  </a:lnTo>
                  <a:lnTo>
                    <a:pt x="27" y="226"/>
                  </a:lnTo>
                  <a:lnTo>
                    <a:pt x="27" y="208"/>
                  </a:lnTo>
                  <a:lnTo>
                    <a:pt x="27" y="196"/>
                  </a:lnTo>
                  <a:lnTo>
                    <a:pt x="29" y="184"/>
                  </a:lnTo>
                  <a:lnTo>
                    <a:pt x="31" y="173"/>
                  </a:lnTo>
                  <a:lnTo>
                    <a:pt x="33" y="161"/>
                  </a:lnTo>
                  <a:lnTo>
                    <a:pt x="37" y="149"/>
                  </a:lnTo>
                  <a:lnTo>
                    <a:pt x="41" y="138"/>
                  </a:lnTo>
                  <a:lnTo>
                    <a:pt x="46" y="126"/>
                  </a:lnTo>
                  <a:lnTo>
                    <a:pt x="52" y="117"/>
                  </a:lnTo>
                  <a:lnTo>
                    <a:pt x="54" y="111"/>
                  </a:lnTo>
                  <a:lnTo>
                    <a:pt x="53" y="106"/>
                  </a:lnTo>
                  <a:lnTo>
                    <a:pt x="51" y="101"/>
                  </a:lnTo>
                  <a:lnTo>
                    <a:pt x="47" y="97"/>
                  </a:lnTo>
                  <a:lnTo>
                    <a:pt x="41" y="95"/>
                  </a:lnTo>
                  <a:lnTo>
                    <a:pt x="37" y="95"/>
                  </a:lnTo>
                  <a:lnTo>
                    <a:pt x="32" y="98"/>
                  </a:lnTo>
                  <a:lnTo>
                    <a:pt x="29" y="102"/>
                  </a:lnTo>
                  <a:lnTo>
                    <a:pt x="21" y="115"/>
                  </a:lnTo>
                  <a:lnTo>
                    <a:pt x="16" y="126"/>
                  </a:lnTo>
                  <a:lnTo>
                    <a:pt x="10" y="139"/>
                  </a:lnTo>
                  <a:lnTo>
                    <a:pt x="7" y="153"/>
                  </a:lnTo>
                  <a:lnTo>
                    <a:pt x="4" y="166"/>
                  </a:lnTo>
                  <a:lnTo>
                    <a:pt x="1" y="180"/>
                  </a:lnTo>
                  <a:lnTo>
                    <a:pt x="0" y="194"/>
                  </a:lnTo>
                  <a:lnTo>
                    <a:pt x="0" y="208"/>
                  </a:lnTo>
                  <a:lnTo>
                    <a:pt x="1" y="229"/>
                  </a:lnTo>
                  <a:lnTo>
                    <a:pt x="4" y="250"/>
                  </a:lnTo>
                  <a:lnTo>
                    <a:pt x="8" y="270"/>
                  </a:lnTo>
                  <a:lnTo>
                    <a:pt x="16" y="290"/>
                  </a:lnTo>
                  <a:lnTo>
                    <a:pt x="24" y="307"/>
                  </a:lnTo>
                  <a:lnTo>
                    <a:pt x="35" y="324"/>
                  </a:lnTo>
                  <a:lnTo>
                    <a:pt x="47" y="340"/>
                  </a:lnTo>
                  <a:lnTo>
                    <a:pt x="61" y="355"/>
                  </a:lnTo>
                  <a:lnTo>
                    <a:pt x="75" y="369"/>
                  </a:lnTo>
                  <a:lnTo>
                    <a:pt x="91" y="381"/>
                  </a:lnTo>
                  <a:lnTo>
                    <a:pt x="108" y="392"/>
                  </a:lnTo>
                  <a:lnTo>
                    <a:pt x="126" y="400"/>
                  </a:lnTo>
                  <a:lnTo>
                    <a:pt x="146" y="407"/>
                  </a:lnTo>
                  <a:lnTo>
                    <a:pt x="166" y="412"/>
                  </a:lnTo>
                  <a:lnTo>
                    <a:pt x="186" y="415"/>
                  </a:lnTo>
                  <a:lnTo>
                    <a:pt x="208" y="416"/>
                  </a:lnTo>
                  <a:lnTo>
                    <a:pt x="229" y="415"/>
                  </a:lnTo>
                  <a:lnTo>
                    <a:pt x="250" y="412"/>
                  </a:lnTo>
                  <a:lnTo>
                    <a:pt x="269" y="407"/>
                  </a:lnTo>
                  <a:lnTo>
                    <a:pt x="288" y="400"/>
                  </a:lnTo>
                  <a:lnTo>
                    <a:pt x="306" y="392"/>
                  </a:lnTo>
                  <a:lnTo>
                    <a:pt x="324" y="381"/>
                  </a:lnTo>
                  <a:lnTo>
                    <a:pt x="340" y="369"/>
                  </a:lnTo>
                  <a:lnTo>
                    <a:pt x="355" y="355"/>
                  </a:lnTo>
                  <a:lnTo>
                    <a:pt x="368" y="340"/>
                  </a:lnTo>
                  <a:lnTo>
                    <a:pt x="380" y="324"/>
                  </a:lnTo>
                  <a:lnTo>
                    <a:pt x="390" y="307"/>
                  </a:lnTo>
                  <a:lnTo>
                    <a:pt x="400" y="290"/>
                  </a:lnTo>
                  <a:lnTo>
                    <a:pt x="406" y="270"/>
                  </a:lnTo>
                  <a:lnTo>
                    <a:pt x="412" y="250"/>
                  </a:lnTo>
                  <a:lnTo>
                    <a:pt x="415" y="229"/>
                  </a:lnTo>
                  <a:lnTo>
                    <a:pt x="416" y="208"/>
                  </a:lnTo>
                  <a:lnTo>
                    <a:pt x="415" y="187"/>
                  </a:lnTo>
                  <a:lnTo>
                    <a:pt x="412" y="166"/>
                  </a:lnTo>
                  <a:lnTo>
                    <a:pt x="406" y="146"/>
                  </a:lnTo>
                  <a:lnTo>
                    <a:pt x="400" y="127"/>
                  </a:lnTo>
                  <a:lnTo>
                    <a:pt x="390" y="109"/>
                  </a:lnTo>
                  <a:lnTo>
                    <a:pt x="380" y="92"/>
                  </a:lnTo>
                  <a:lnTo>
                    <a:pt x="368" y="76"/>
                  </a:lnTo>
                  <a:lnTo>
                    <a:pt x="355" y="61"/>
                  </a:lnTo>
                  <a:lnTo>
                    <a:pt x="340" y="47"/>
                  </a:lnTo>
                  <a:lnTo>
                    <a:pt x="324" y="35"/>
                  </a:lnTo>
                  <a:lnTo>
                    <a:pt x="306" y="24"/>
                  </a:lnTo>
                  <a:lnTo>
                    <a:pt x="288" y="16"/>
                  </a:lnTo>
                  <a:lnTo>
                    <a:pt x="269" y="9"/>
                  </a:lnTo>
                  <a:lnTo>
                    <a:pt x="250" y="4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8"/>
            <p:cNvSpPr/>
            <p:nvPr/>
          </p:nvSpPr>
          <p:spPr>
            <a:xfrm>
              <a:off x="4592638" y="3376613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200" h="200" extrusionOk="0">
                  <a:moveTo>
                    <a:pt x="100" y="0"/>
                  </a:moveTo>
                  <a:lnTo>
                    <a:pt x="89" y="0"/>
                  </a:lnTo>
                  <a:lnTo>
                    <a:pt x="79" y="2"/>
                  </a:lnTo>
                  <a:lnTo>
                    <a:pt x="70" y="4"/>
                  </a:lnTo>
                  <a:lnTo>
                    <a:pt x="61" y="8"/>
                  </a:lnTo>
                  <a:lnTo>
                    <a:pt x="51" y="12"/>
                  </a:lnTo>
                  <a:lnTo>
                    <a:pt x="44" y="17"/>
                  </a:lnTo>
                  <a:lnTo>
                    <a:pt x="36" y="23"/>
                  </a:lnTo>
                  <a:lnTo>
                    <a:pt x="29" y="29"/>
                  </a:lnTo>
                  <a:lnTo>
                    <a:pt x="22" y="37"/>
                  </a:lnTo>
                  <a:lnTo>
                    <a:pt x="17" y="44"/>
                  </a:lnTo>
                  <a:lnTo>
                    <a:pt x="12" y="53"/>
                  </a:lnTo>
                  <a:lnTo>
                    <a:pt x="7" y="61"/>
                  </a:lnTo>
                  <a:lnTo>
                    <a:pt x="4" y="70"/>
                  </a:lnTo>
                  <a:lnTo>
                    <a:pt x="1" y="80"/>
                  </a:lnTo>
                  <a:lnTo>
                    <a:pt x="0" y="90"/>
                  </a:lnTo>
                  <a:lnTo>
                    <a:pt x="0" y="100"/>
                  </a:lnTo>
                  <a:lnTo>
                    <a:pt x="0" y="111"/>
                  </a:lnTo>
                  <a:lnTo>
                    <a:pt x="1" y="120"/>
                  </a:lnTo>
                  <a:lnTo>
                    <a:pt x="4" y="130"/>
                  </a:lnTo>
                  <a:lnTo>
                    <a:pt x="7" y="139"/>
                  </a:lnTo>
                  <a:lnTo>
                    <a:pt x="12" y="147"/>
                  </a:lnTo>
                  <a:lnTo>
                    <a:pt x="17" y="156"/>
                  </a:lnTo>
                  <a:lnTo>
                    <a:pt x="22" y="163"/>
                  </a:lnTo>
                  <a:lnTo>
                    <a:pt x="29" y="171"/>
                  </a:lnTo>
                  <a:lnTo>
                    <a:pt x="36" y="177"/>
                  </a:lnTo>
                  <a:lnTo>
                    <a:pt x="44" y="183"/>
                  </a:lnTo>
                  <a:lnTo>
                    <a:pt x="51" y="188"/>
                  </a:lnTo>
                  <a:lnTo>
                    <a:pt x="61" y="192"/>
                  </a:lnTo>
                  <a:lnTo>
                    <a:pt x="70" y="196"/>
                  </a:lnTo>
                  <a:lnTo>
                    <a:pt x="79" y="198"/>
                  </a:lnTo>
                  <a:lnTo>
                    <a:pt x="89" y="200"/>
                  </a:lnTo>
                  <a:lnTo>
                    <a:pt x="100" y="200"/>
                  </a:lnTo>
                  <a:lnTo>
                    <a:pt x="109" y="200"/>
                  </a:lnTo>
                  <a:lnTo>
                    <a:pt x="120" y="198"/>
                  </a:lnTo>
                  <a:lnTo>
                    <a:pt x="129" y="196"/>
                  </a:lnTo>
                  <a:lnTo>
                    <a:pt x="138" y="192"/>
                  </a:lnTo>
                  <a:lnTo>
                    <a:pt x="147" y="188"/>
                  </a:lnTo>
                  <a:lnTo>
                    <a:pt x="156" y="183"/>
                  </a:lnTo>
                  <a:lnTo>
                    <a:pt x="163" y="177"/>
                  </a:lnTo>
                  <a:lnTo>
                    <a:pt x="171" y="171"/>
                  </a:lnTo>
                  <a:lnTo>
                    <a:pt x="177" y="163"/>
                  </a:lnTo>
                  <a:lnTo>
                    <a:pt x="182" y="156"/>
                  </a:lnTo>
                  <a:lnTo>
                    <a:pt x="188" y="147"/>
                  </a:lnTo>
                  <a:lnTo>
                    <a:pt x="192" y="139"/>
                  </a:lnTo>
                  <a:lnTo>
                    <a:pt x="195" y="130"/>
                  </a:lnTo>
                  <a:lnTo>
                    <a:pt x="197" y="120"/>
                  </a:lnTo>
                  <a:lnTo>
                    <a:pt x="198" y="111"/>
                  </a:lnTo>
                  <a:lnTo>
                    <a:pt x="200" y="100"/>
                  </a:lnTo>
                  <a:lnTo>
                    <a:pt x="198" y="90"/>
                  </a:lnTo>
                  <a:lnTo>
                    <a:pt x="197" y="80"/>
                  </a:lnTo>
                  <a:lnTo>
                    <a:pt x="195" y="70"/>
                  </a:lnTo>
                  <a:lnTo>
                    <a:pt x="192" y="61"/>
                  </a:lnTo>
                  <a:lnTo>
                    <a:pt x="188" y="53"/>
                  </a:lnTo>
                  <a:lnTo>
                    <a:pt x="182" y="44"/>
                  </a:lnTo>
                  <a:lnTo>
                    <a:pt x="177" y="37"/>
                  </a:lnTo>
                  <a:lnTo>
                    <a:pt x="171" y="29"/>
                  </a:lnTo>
                  <a:lnTo>
                    <a:pt x="163" y="23"/>
                  </a:lnTo>
                  <a:lnTo>
                    <a:pt x="156" y="17"/>
                  </a:lnTo>
                  <a:lnTo>
                    <a:pt x="147" y="12"/>
                  </a:lnTo>
                  <a:lnTo>
                    <a:pt x="138" y="8"/>
                  </a:lnTo>
                  <a:lnTo>
                    <a:pt x="129" y="4"/>
                  </a:lnTo>
                  <a:lnTo>
                    <a:pt x="120" y="2"/>
                  </a:lnTo>
                  <a:lnTo>
                    <a:pt x="109" y="0"/>
                  </a:lnTo>
                  <a:lnTo>
                    <a:pt x="100" y="0"/>
                  </a:lnTo>
                  <a:close/>
                  <a:moveTo>
                    <a:pt x="100" y="172"/>
                  </a:moveTo>
                  <a:lnTo>
                    <a:pt x="92" y="172"/>
                  </a:lnTo>
                  <a:lnTo>
                    <a:pt x="85" y="171"/>
                  </a:lnTo>
                  <a:lnTo>
                    <a:pt x="78" y="169"/>
                  </a:lnTo>
                  <a:lnTo>
                    <a:pt x="72" y="167"/>
                  </a:lnTo>
                  <a:lnTo>
                    <a:pt x="65" y="163"/>
                  </a:lnTo>
                  <a:lnTo>
                    <a:pt x="59" y="160"/>
                  </a:lnTo>
                  <a:lnTo>
                    <a:pt x="54" y="156"/>
                  </a:lnTo>
                  <a:lnTo>
                    <a:pt x="48" y="152"/>
                  </a:lnTo>
                  <a:lnTo>
                    <a:pt x="44" y="146"/>
                  </a:lnTo>
                  <a:lnTo>
                    <a:pt x="40" y="141"/>
                  </a:lnTo>
                  <a:lnTo>
                    <a:pt x="36" y="134"/>
                  </a:lnTo>
                  <a:lnTo>
                    <a:pt x="33" y="128"/>
                  </a:lnTo>
                  <a:lnTo>
                    <a:pt x="30" y="121"/>
                  </a:lnTo>
                  <a:lnTo>
                    <a:pt x="29" y="115"/>
                  </a:lnTo>
                  <a:lnTo>
                    <a:pt x="28" y="108"/>
                  </a:lnTo>
                  <a:lnTo>
                    <a:pt x="27" y="100"/>
                  </a:lnTo>
                  <a:lnTo>
                    <a:pt x="28" y="92"/>
                  </a:lnTo>
                  <a:lnTo>
                    <a:pt x="29" y="86"/>
                  </a:lnTo>
                  <a:lnTo>
                    <a:pt x="30" y="79"/>
                  </a:lnTo>
                  <a:lnTo>
                    <a:pt x="33" y="72"/>
                  </a:lnTo>
                  <a:lnTo>
                    <a:pt x="36" y="66"/>
                  </a:lnTo>
                  <a:lnTo>
                    <a:pt x="40" y="59"/>
                  </a:lnTo>
                  <a:lnTo>
                    <a:pt x="44" y="54"/>
                  </a:lnTo>
                  <a:lnTo>
                    <a:pt x="48" y="48"/>
                  </a:lnTo>
                  <a:lnTo>
                    <a:pt x="54" y="44"/>
                  </a:lnTo>
                  <a:lnTo>
                    <a:pt x="59" y="40"/>
                  </a:lnTo>
                  <a:lnTo>
                    <a:pt x="65" y="37"/>
                  </a:lnTo>
                  <a:lnTo>
                    <a:pt x="72" y="33"/>
                  </a:lnTo>
                  <a:lnTo>
                    <a:pt x="78" y="31"/>
                  </a:lnTo>
                  <a:lnTo>
                    <a:pt x="85" y="29"/>
                  </a:lnTo>
                  <a:lnTo>
                    <a:pt x="92" y="28"/>
                  </a:lnTo>
                  <a:lnTo>
                    <a:pt x="100" y="28"/>
                  </a:lnTo>
                  <a:lnTo>
                    <a:pt x="107" y="28"/>
                  </a:lnTo>
                  <a:lnTo>
                    <a:pt x="114" y="29"/>
                  </a:lnTo>
                  <a:lnTo>
                    <a:pt x="121" y="31"/>
                  </a:lnTo>
                  <a:lnTo>
                    <a:pt x="128" y="33"/>
                  </a:lnTo>
                  <a:lnTo>
                    <a:pt x="134" y="37"/>
                  </a:lnTo>
                  <a:lnTo>
                    <a:pt x="139" y="40"/>
                  </a:lnTo>
                  <a:lnTo>
                    <a:pt x="146" y="44"/>
                  </a:lnTo>
                  <a:lnTo>
                    <a:pt x="150" y="48"/>
                  </a:lnTo>
                  <a:lnTo>
                    <a:pt x="156" y="54"/>
                  </a:lnTo>
                  <a:lnTo>
                    <a:pt x="160" y="59"/>
                  </a:lnTo>
                  <a:lnTo>
                    <a:pt x="163" y="66"/>
                  </a:lnTo>
                  <a:lnTo>
                    <a:pt x="166" y="72"/>
                  </a:lnTo>
                  <a:lnTo>
                    <a:pt x="168" y="79"/>
                  </a:lnTo>
                  <a:lnTo>
                    <a:pt x="171" y="86"/>
                  </a:lnTo>
                  <a:lnTo>
                    <a:pt x="172" y="92"/>
                  </a:lnTo>
                  <a:lnTo>
                    <a:pt x="172" y="100"/>
                  </a:lnTo>
                  <a:lnTo>
                    <a:pt x="172" y="108"/>
                  </a:lnTo>
                  <a:lnTo>
                    <a:pt x="171" y="115"/>
                  </a:lnTo>
                  <a:lnTo>
                    <a:pt x="168" y="121"/>
                  </a:lnTo>
                  <a:lnTo>
                    <a:pt x="166" y="128"/>
                  </a:lnTo>
                  <a:lnTo>
                    <a:pt x="163" y="134"/>
                  </a:lnTo>
                  <a:lnTo>
                    <a:pt x="160" y="141"/>
                  </a:lnTo>
                  <a:lnTo>
                    <a:pt x="156" y="146"/>
                  </a:lnTo>
                  <a:lnTo>
                    <a:pt x="150" y="152"/>
                  </a:lnTo>
                  <a:lnTo>
                    <a:pt x="146" y="156"/>
                  </a:lnTo>
                  <a:lnTo>
                    <a:pt x="139" y="160"/>
                  </a:lnTo>
                  <a:lnTo>
                    <a:pt x="134" y="163"/>
                  </a:lnTo>
                  <a:lnTo>
                    <a:pt x="128" y="167"/>
                  </a:lnTo>
                  <a:lnTo>
                    <a:pt x="121" y="169"/>
                  </a:lnTo>
                  <a:lnTo>
                    <a:pt x="114" y="171"/>
                  </a:lnTo>
                  <a:lnTo>
                    <a:pt x="107" y="172"/>
                  </a:lnTo>
                  <a:lnTo>
                    <a:pt x="100" y="172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8"/>
            <p:cNvSpPr/>
            <p:nvPr/>
          </p:nvSpPr>
          <p:spPr>
            <a:xfrm>
              <a:off x="4567238" y="3346451"/>
              <a:ext cx="14288" cy="14288"/>
            </a:xfrm>
            <a:custGeom>
              <a:avLst/>
              <a:gdLst/>
              <a:ahLst/>
              <a:cxnLst/>
              <a:rect l="l" t="t" r="r" b="b"/>
              <a:pathLst>
                <a:path w="28" h="27" extrusionOk="0">
                  <a:moveTo>
                    <a:pt x="23" y="4"/>
                  </a:moveTo>
                  <a:lnTo>
                    <a:pt x="19" y="1"/>
                  </a:lnTo>
                  <a:lnTo>
                    <a:pt x="14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9"/>
                  </a:lnTo>
                  <a:lnTo>
                    <a:pt x="4" y="24"/>
                  </a:lnTo>
                  <a:lnTo>
                    <a:pt x="8" y="26"/>
                  </a:lnTo>
                  <a:lnTo>
                    <a:pt x="14" y="27"/>
                  </a:lnTo>
                  <a:lnTo>
                    <a:pt x="19" y="26"/>
                  </a:lnTo>
                  <a:lnTo>
                    <a:pt x="23" y="24"/>
                  </a:lnTo>
                  <a:lnTo>
                    <a:pt x="27" y="19"/>
                  </a:lnTo>
                  <a:lnTo>
                    <a:pt x="28" y="13"/>
                  </a:lnTo>
                  <a:lnTo>
                    <a:pt x="27" y="9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1" name="Google Shape;571;p8"/>
          <p:cNvSpPr/>
          <p:nvPr/>
        </p:nvSpPr>
        <p:spPr>
          <a:xfrm>
            <a:off x="5443953" y="2080896"/>
            <a:ext cx="339090" cy="350520"/>
          </a:xfrm>
          <a:custGeom>
            <a:avLst/>
            <a:gdLst/>
            <a:ahLst/>
            <a:cxnLst/>
            <a:rect l="l" t="t" r="r" b="b"/>
            <a:pathLst>
              <a:path w="188" h="192" extrusionOk="0">
                <a:moveTo>
                  <a:pt x="94" y="96"/>
                </a:moveTo>
                <a:cubicBezTo>
                  <a:pt x="147" y="96"/>
                  <a:pt x="188" y="75"/>
                  <a:pt x="188" y="48"/>
                </a:cubicBezTo>
                <a:cubicBezTo>
                  <a:pt x="188" y="21"/>
                  <a:pt x="147" y="0"/>
                  <a:pt x="94" y="0"/>
                </a:cubicBezTo>
                <a:cubicBezTo>
                  <a:pt x="41" y="0"/>
                  <a:pt x="0" y="21"/>
                  <a:pt x="0" y="48"/>
                </a:cubicBezTo>
                <a:cubicBezTo>
                  <a:pt x="0" y="75"/>
                  <a:pt x="41" y="96"/>
                  <a:pt x="94" y="96"/>
                </a:cubicBezTo>
                <a:close/>
                <a:moveTo>
                  <a:pt x="94" y="8"/>
                </a:moveTo>
                <a:cubicBezTo>
                  <a:pt x="141" y="8"/>
                  <a:pt x="180" y="26"/>
                  <a:pt x="180" y="48"/>
                </a:cubicBezTo>
                <a:cubicBezTo>
                  <a:pt x="180" y="70"/>
                  <a:pt x="141" y="88"/>
                  <a:pt x="94" y="88"/>
                </a:cubicBezTo>
                <a:cubicBezTo>
                  <a:pt x="47" y="88"/>
                  <a:pt x="8" y="70"/>
                  <a:pt x="8" y="48"/>
                </a:cubicBezTo>
                <a:cubicBezTo>
                  <a:pt x="8" y="26"/>
                  <a:pt x="47" y="8"/>
                  <a:pt x="94" y="8"/>
                </a:cubicBezTo>
                <a:close/>
                <a:moveTo>
                  <a:pt x="94" y="120"/>
                </a:moveTo>
                <a:cubicBezTo>
                  <a:pt x="47" y="120"/>
                  <a:pt x="8" y="102"/>
                  <a:pt x="8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07"/>
                  <a:pt x="41" y="128"/>
                  <a:pt x="94" y="128"/>
                </a:cubicBezTo>
                <a:cubicBezTo>
                  <a:pt x="147" y="128"/>
                  <a:pt x="188" y="107"/>
                  <a:pt x="188" y="80"/>
                </a:cubicBezTo>
                <a:cubicBezTo>
                  <a:pt x="180" y="80"/>
                  <a:pt x="180" y="80"/>
                  <a:pt x="180" y="80"/>
                </a:cubicBezTo>
                <a:cubicBezTo>
                  <a:pt x="180" y="102"/>
                  <a:pt x="141" y="120"/>
                  <a:pt x="94" y="120"/>
                </a:cubicBezTo>
                <a:close/>
                <a:moveTo>
                  <a:pt x="94" y="152"/>
                </a:moveTo>
                <a:cubicBezTo>
                  <a:pt x="47" y="152"/>
                  <a:pt x="8" y="134"/>
                  <a:pt x="8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9"/>
                  <a:pt x="41" y="160"/>
                  <a:pt x="94" y="160"/>
                </a:cubicBezTo>
                <a:cubicBezTo>
                  <a:pt x="147" y="160"/>
                  <a:pt x="188" y="139"/>
                  <a:pt x="188" y="112"/>
                </a:cubicBezTo>
                <a:cubicBezTo>
                  <a:pt x="180" y="112"/>
                  <a:pt x="180" y="112"/>
                  <a:pt x="180" y="112"/>
                </a:cubicBezTo>
                <a:cubicBezTo>
                  <a:pt x="180" y="134"/>
                  <a:pt x="141" y="152"/>
                  <a:pt x="94" y="152"/>
                </a:cubicBezTo>
                <a:close/>
                <a:moveTo>
                  <a:pt x="94" y="184"/>
                </a:moveTo>
                <a:cubicBezTo>
                  <a:pt x="47" y="184"/>
                  <a:pt x="8" y="166"/>
                  <a:pt x="8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71"/>
                  <a:pt x="41" y="192"/>
                  <a:pt x="94" y="192"/>
                </a:cubicBezTo>
                <a:cubicBezTo>
                  <a:pt x="147" y="192"/>
                  <a:pt x="188" y="171"/>
                  <a:pt x="188" y="144"/>
                </a:cubicBezTo>
                <a:cubicBezTo>
                  <a:pt x="180" y="144"/>
                  <a:pt x="180" y="144"/>
                  <a:pt x="180" y="144"/>
                </a:cubicBezTo>
                <a:cubicBezTo>
                  <a:pt x="180" y="166"/>
                  <a:pt x="141" y="184"/>
                  <a:pt x="94" y="184"/>
                </a:cubicBez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2" name="Google Shape;572;p8"/>
          <p:cNvGrpSpPr/>
          <p:nvPr/>
        </p:nvGrpSpPr>
        <p:grpSpPr>
          <a:xfrm>
            <a:off x="5458876" y="4848226"/>
            <a:ext cx="309245" cy="309245"/>
            <a:chOff x="3489326" y="4725988"/>
            <a:chExt cx="376238" cy="376238"/>
          </a:xfrm>
        </p:grpSpPr>
        <p:sp>
          <p:nvSpPr>
            <p:cNvPr id="573" name="Google Shape;573;p8"/>
            <p:cNvSpPr/>
            <p:nvPr/>
          </p:nvSpPr>
          <p:spPr>
            <a:xfrm>
              <a:off x="3660776" y="4927601"/>
              <a:ext cx="14288" cy="14288"/>
            </a:xfrm>
            <a:custGeom>
              <a:avLst/>
              <a:gdLst/>
              <a:ahLst/>
              <a:cxnLst/>
              <a:rect l="l" t="t" r="r" b="b"/>
              <a:pathLst>
                <a:path w="28" h="27" extrusionOk="0">
                  <a:moveTo>
                    <a:pt x="24" y="3"/>
                  </a:moveTo>
                  <a:lnTo>
                    <a:pt x="20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5" y="3"/>
                  </a:lnTo>
                  <a:lnTo>
                    <a:pt x="2" y="9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24"/>
                  </a:lnTo>
                  <a:lnTo>
                    <a:pt x="9" y="26"/>
                  </a:lnTo>
                  <a:lnTo>
                    <a:pt x="14" y="27"/>
                  </a:lnTo>
                  <a:lnTo>
                    <a:pt x="20" y="26"/>
                  </a:lnTo>
                  <a:lnTo>
                    <a:pt x="24" y="24"/>
                  </a:lnTo>
                  <a:lnTo>
                    <a:pt x="27" y="18"/>
                  </a:lnTo>
                  <a:lnTo>
                    <a:pt x="28" y="13"/>
                  </a:lnTo>
                  <a:lnTo>
                    <a:pt x="27" y="9"/>
                  </a:lnTo>
                  <a:lnTo>
                    <a:pt x="24" y="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8"/>
            <p:cNvSpPr/>
            <p:nvPr/>
          </p:nvSpPr>
          <p:spPr>
            <a:xfrm>
              <a:off x="3489326" y="4849813"/>
              <a:ext cx="376238" cy="128588"/>
            </a:xfrm>
            <a:custGeom>
              <a:avLst/>
              <a:gdLst/>
              <a:ahLst/>
              <a:cxnLst/>
              <a:rect l="l" t="t" r="r" b="b"/>
              <a:pathLst>
                <a:path w="712" h="245" extrusionOk="0">
                  <a:moveTo>
                    <a:pt x="659" y="70"/>
                  </a:moveTo>
                  <a:lnTo>
                    <a:pt x="625" y="70"/>
                  </a:lnTo>
                  <a:lnTo>
                    <a:pt x="622" y="62"/>
                  </a:lnTo>
                  <a:lnTo>
                    <a:pt x="617" y="55"/>
                  </a:lnTo>
                  <a:lnTo>
                    <a:pt x="612" y="48"/>
                  </a:lnTo>
                  <a:lnTo>
                    <a:pt x="607" y="42"/>
                  </a:lnTo>
                  <a:lnTo>
                    <a:pt x="601" y="35"/>
                  </a:lnTo>
                  <a:lnTo>
                    <a:pt x="595" y="30"/>
                  </a:lnTo>
                  <a:lnTo>
                    <a:pt x="588" y="25"/>
                  </a:lnTo>
                  <a:lnTo>
                    <a:pt x="581" y="19"/>
                  </a:lnTo>
                  <a:lnTo>
                    <a:pt x="573" y="15"/>
                  </a:lnTo>
                  <a:lnTo>
                    <a:pt x="566" y="12"/>
                  </a:lnTo>
                  <a:lnTo>
                    <a:pt x="558" y="9"/>
                  </a:lnTo>
                  <a:lnTo>
                    <a:pt x="550" y="5"/>
                  </a:lnTo>
                  <a:lnTo>
                    <a:pt x="541" y="3"/>
                  </a:lnTo>
                  <a:lnTo>
                    <a:pt x="533" y="2"/>
                  </a:lnTo>
                  <a:lnTo>
                    <a:pt x="524" y="1"/>
                  </a:lnTo>
                  <a:lnTo>
                    <a:pt x="515" y="0"/>
                  </a:lnTo>
                  <a:lnTo>
                    <a:pt x="506" y="1"/>
                  </a:lnTo>
                  <a:lnTo>
                    <a:pt x="497" y="2"/>
                  </a:lnTo>
                  <a:lnTo>
                    <a:pt x="489" y="3"/>
                  </a:lnTo>
                  <a:lnTo>
                    <a:pt x="480" y="5"/>
                  </a:lnTo>
                  <a:lnTo>
                    <a:pt x="472" y="9"/>
                  </a:lnTo>
                  <a:lnTo>
                    <a:pt x="464" y="12"/>
                  </a:lnTo>
                  <a:lnTo>
                    <a:pt x="456" y="15"/>
                  </a:lnTo>
                  <a:lnTo>
                    <a:pt x="449" y="19"/>
                  </a:lnTo>
                  <a:lnTo>
                    <a:pt x="442" y="25"/>
                  </a:lnTo>
                  <a:lnTo>
                    <a:pt x="436" y="30"/>
                  </a:lnTo>
                  <a:lnTo>
                    <a:pt x="430" y="35"/>
                  </a:lnTo>
                  <a:lnTo>
                    <a:pt x="424" y="42"/>
                  </a:lnTo>
                  <a:lnTo>
                    <a:pt x="419" y="48"/>
                  </a:lnTo>
                  <a:lnTo>
                    <a:pt x="413" y="55"/>
                  </a:lnTo>
                  <a:lnTo>
                    <a:pt x="409" y="62"/>
                  </a:lnTo>
                  <a:lnTo>
                    <a:pt x="405" y="70"/>
                  </a:lnTo>
                  <a:lnTo>
                    <a:pt x="54" y="70"/>
                  </a:lnTo>
                  <a:lnTo>
                    <a:pt x="43" y="71"/>
                  </a:lnTo>
                  <a:lnTo>
                    <a:pt x="33" y="74"/>
                  </a:lnTo>
                  <a:lnTo>
                    <a:pt x="24" y="78"/>
                  </a:lnTo>
                  <a:lnTo>
                    <a:pt x="16" y="85"/>
                  </a:lnTo>
                  <a:lnTo>
                    <a:pt x="10" y="93"/>
                  </a:lnTo>
                  <a:lnTo>
                    <a:pt x="5" y="102"/>
                  </a:lnTo>
                  <a:lnTo>
                    <a:pt x="1" y="112"/>
                  </a:lnTo>
                  <a:lnTo>
                    <a:pt x="0" y="122"/>
                  </a:lnTo>
                  <a:lnTo>
                    <a:pt x="1" y="133"/>
                  </a:lnTo>
                  <a:lnTo>
                    <a:pt x="5" y="143"/>
                  </a:lnTo>
                  <a:lnTo>
                    <a:pt x="10" y="152"/>
                  </a:lnTo>
                  <a:lnTo>
                    <a:pt x="16" y="160"/>
                  </a:lnTo>
                  <a:lnTo>
                    <a:pt x="24" y="166"/>
                  </a:lnTo>
                  <a:lnTo>
                    <a:pt x="33" y="172"/>
                  </a:lnTo>
                  <a:lnTo>
                    <a:pt x="43" y="174"/>
                  </a:lnTo>
                  <a:lnTo>
                    <a:pt x="54" y="175"/>
                  </a:lnTo>
                  <a:lnTo>
                    <a:pt x="276" y="175"/>
                  </a:lnTo>
                  <a:lnTo>
                    <a:pt x="281" y="174"/>
                  </a:lnTo>
                  <a:lnTo>
                    <a:pt x="286" y="172"/>
                  </a:lnTo>
                  <a:lnTo>
                    <a:pt x="289" y="167"/>
                  </a:lnTo>
                  <a:lnTo>
                    <a:pt x="290" y="161"/>
                  </a:lnTo>
                  <a:lnTo>
                    <a:pt x="289" y="156"/>
                  </a:lnTo>
                  <a:lnTo>
                    <a:pt x="286" y="151"/>
                  </a:lnTo>
                  <a:lnTo>
                    <a:pt x="281" y="149"/>
                  </a:lnTo>
                  <a:lnTo>
                    <a:pt x="276" y="148"/>
                  </a:lnTo>
                  <a:lnTo>
                    <a:pt x="54" y="148"/>
                  </a:lnTo>
                  <a:lnTo>
                    <a:pt x="49" y="147"/>
                  </a:lnTo>
                  <a:lnTo>
                    <a:pt x="43" y="146"/>
                  </a:lnTo>
                  <a:lnTo>
                    <a:pt x="39" y="144"/>
                  </a:lnTo>
                  <a:lnTo>
                    <a:pt x="36" y="141"/>
                  </a:lnTo>
                  <a:lnTo>
                    <a:pt x="33" y="136"/>
                  </a:lnTo>
                  <a:lnTo>
                    <a:pt x="30" y="132"/>
                  </a:lnTo>
                  <a:lnTo>
                    <a:pt x="29" y="128"/>
                  </a:lnTo>
                  <a:lnTo>
                    <a:pt x="28" y="122"/>
                  </a:lnTo>
                  <a:lnTo>
                    <a:pt x="29" y="118"/>
                  </a:lnTo>
                  <a:lnTo>
                    <a:pt x="30" y="113"/>
                  </a:lnTo>
                  <a:lnTo>
                    <a:pt x="33" y="108"/>
                  </a:lnTo>
                  <a:lnTo>
                    <a:pt x="36" y="105"/>
                  </a:lnTo>
                  <a:lnTo>
                    <a:pt x="39" y="102"/>
                  </a:lnTo>
                  <a:lnTo>
                    <a:pt x="43" y="100"/>
                  </a:lnTo>
                  <a:lnTo>
                    <a:pt x="49" y="98"/>
                  </a:lnTo>
                  <a:lnTo>
                    <a:pt x="54" y="98"/>
                  </a:lnTo>
                  <a:lnTo>
                    <a:pt x="395" y="98"/>
                  </a:lnTo>
                  <a:lnTo>
                    <a:pt x="394" y="109"/>
                  </a:lnTo>
                  <a:lnTo>
                    <a:pt x="393" y="122"/>
                  </a:lnTo>
                  <a:lnTo>
                    <a:pt x="393" y="135"/>
                  </a:lnTo>
                  <a:lnTo>
                    <a:pt x="395" y="147"/>
                  </a:lnTo>
                  <a:lnTo>
                    <a:pt x="398" y="159"/>
                  </a:lnTo>
                  <a:lnTo>
                    <a:pt x="403" y="171"/>
                  </a:lnTo>
                  <a:lnTo>
                    <a:pt x="408" y="180"/>
                  </a:lnTo>
                  <a:lnTo>
                    <a:pt x="413" y="191"/>
                  </a:lnTo>
                  <a:lnTo>
                    <a:pt x="421" y="201"/>
                  </a:lnTo>
                  <a:lnTo>
                    <a:pt x="428" y="209"/>
                  </a:lnTo>
                  <a:lnTo>
                    <a:pt x="437" y="217"/>
                  </a:lnTo>
                  <a:lnTo>
                    <a:pt x="447" y="224"/>
                  </a:lnTo>
                  <a:lnTo>
                    <a:pt x="457" y="230"/>
                  </a:lnTo>
                  <a:lnTo>
                    <a:pt x="467" y="235"/>
                  </a:lnTo>
                  <a:lnTo>
                    <a:pt x="479" y="239"/>
                  </a:lnTo>
                  <a:lnTo>
                    <a:pt x="491" y="243"/>
                  </a:lnTo>
                  <a:lnTo>
                    <a:pt x="502" y="245"/>
                  </a:lnTo>
                  <a:lnTo>
                    <a:pt x="515" y="245"/>
                  </a:lnTo>
                  <a:lnTo>
                    <a:pt x="524" y="245"/>
                  </a:lnTo>
                  <a:lnTo>
                    <a:pt x="533" y="244"/>
                  </a:lnTo>
                  <a:lnTo>
                    <a:pt x="541" y="241"/>
                  </a:lnTo>
                  <a:lnTo>
                    <a:pt x="550" y="239"/>
                  </a:lnTo>
                  <a:lnTo>
                    <a:pt x="558" y="237"/>
                  </a:lnTo>
                  <a:lnTo>
                    <a:pt x="566" y="234"/>
                  </a:lnTo>
                  <a:lnTo>
                    <a:pt x="573" y="230"/>
                  </a:lnTo>
                  <a:lnTo>
                    <a:pt x="581" y="225"/>
                  </a:lnTo>
                  <a:lnTo>
                    <a:pt x="588" y="221"/>
                  </a:lnTo>
                  <a:lnTo>
                    <a:pt x="595" y="216"/>
                  </a:lnTo>
                  <a:lnTo>
                    <a:pt x="601" y="209"/>
                  </a:lnTo>
                  <a:lnTo>
                    <a:pt x="607" y="204"/>
                  </a:lnTo>
                  <a:lnTo>
                    <a:pt x="612" y="197"/>
                  </a:lnTo>
                  <a:lnTo>
                    <a:pt x="617" y="190"/>
                  </a:lnTo>
                  <a:lnTo>
                    <a:pt x="622" y="182"/>
                  </a:lnTo>
                  <a:lnTo>
                    <a:pt x="625" y="175"/>
                  </a:lnTo>
                  <a:lnTo>
                    <a:pt x="659" y="175"/>
                  </a:lnTo>
                  <a:lnTo>
                    <a:pt x="670" y="174"/>
                  </a:lnTo>
                  <a:lnTo>
                    <a:pt x="679" y="172"/>
                  </a:lnTo>
                  <a:lnTo>
                    <a:pt x="688" y="166"/>
                  </a:lnTo>
                  <a:lnTo>
                    <a:pt x="696" y="160"/>
                  </a:lnTo>
                  <a:lnTo>
                    <a:pt x="702" y="152"/>
                  </a:lnTo>
                  <a:lnTo>
                    <a:pt x="707" y="143"/>
                  </a:lnTo>
                  <a:lnTo>
                    <a:pt x="711" y="133"/>
                  </a:lnTo>
                  <a:lnTo>
                    <a:pt x="712" y="122"/>
                  </a:lnTo>
                  <a:lnTo>
                    <a:pt x="711" y="112"/>
                  </a:lnTo>
                  <a:lnTo>
                    <a:pt x="707" y="102"/>
                  </a:lnTo>
                  <a:lnTo>
                    <a:pt x="702" y="93"/>
                  </a:lnTo>
                  <a:lnTo>
                    <a:pt x="696" y="85"/>
                  </a:lnTo>
                  <a:lnTo>
                    <a:pt x="688" y="78"/>
                  </a:lnTo>
                  <a:lnTo>
                    <a:pt x="679" y="74"/>
                  </a:lnTo>
                  <a:lnTo>
                    <a:pt x="670" y="71"/>
                  </a:lnTo>
                  <a:lnTo>
                    <a:pt x="659" y="70"/>
                  </a:lnTo>
                  <a:close/>
                  <a:moveTo>
                    <a:pt x="515" y="217"/>
                  </a:moveTo>
                  <a:lnTo>
                    <a:pt x="506" y="217"/>
                  </a:lnTo>
                  <a:lnTo>
                    <a:pt x="496" y="215"/>
                  </a:lnTo>
                  <a:lnTo>
                    <a:pt x="487" y="212"/>
                  </a:lnTo>
                  <a:lnTo>
                    <a:pt x="479" y="209"/>
                  </a:lnTo>
                  <a:lnTo>
                    <a:pt x="470" y="206"/>
                  </a:lnTo>
                  <a:lnTo>
                    <a:pt x="463" y="201"/>
                  </a:lnTo>
                  <a:lnTo>
                    <a:pt x="455" y="195"/>
                  </a:lnTo>
                  <a:lnTo>
                    <a:pt x="449" y="189"/>
                  </a:lnTo>
                  <a:lnTo>
                    <a:pt x="442" y="182"/>
                  </a:lnTo>
                  <a:lnTo>
                    <a:pt x="437" y="175"/>
                  </a:lnTo>
                  <a:lnTo>
                    <a:pt x="432" y="167"/>
                  </a:lnTo>
                  <a:lnTo>
                    <a:pt x="428" y="159"/>
                  </a:lnTo>
                  <a:lnTo>
                    <a:pt x="425" y="150"/>
                  </a:lnTo>
                  <a:lnTo>
                    <a:pt x="423" y="142"/>
                  </a:lnTo>
                  <a:lnTo>
                    <a:pt x="421" y="132"/>
                  </a:lnTo>
                  <a:lnTo>
                    <a:pt x="421" y="122"/>
                  </a:lnTo>
                  <a:lnTo>
                    <a:pt x="421" y="113"/>
                  </a:lnTo>
                  <a:lnTo>
                    <a:pt x="423" y="104"/>
                  </a:lnTo>
                  <a:lnTo>
                    <a:pt x="425" y="94"/>
                  </a:lnTo>
                  <a:lnTo>
                    <a:pt x="428" y="86"/>
                  </a:lnTo>
                  <a:lnTo>
                    <a:pt x="432" y="77"/>
                  </a:lnTo>
                  <a:lnTo>
                    <a:pt x="437" y="70"/>
                  </a:lnTo>
                  <a:lnTo>
                    <a:pt x="442" y="62"/>
                  </a:lnTo>
                  <a:lnTo>
                    <a:pt x="449" y="56"/>
                  </a:lnTo>
                  <a:lnTo>
                    <a:pt x="455" y="49"/>
                  </a:lnTo>
                  <a:lnTo>
                    <a:pt x="463" y="44"/>
                  </a:lnTo>
                  <a:lnTo>
                    <a:pt x="470" y="40"/>
                  </a:lnTo>
                  <a:lnTo>
                    <a:pt x="479" y="35"/>
                  </a:lnTo>
                  <a:lnTo>
                    <a:pt x="487" y="32"/>
                  </a:lnTo>
                  <a:lnTo>
                    <a:pt x="496" y="30"/>
                  </a:lnTo>
                  <a:lnTo>
                    <a:pt x="506" y="29"/>
                  </a:lnTo>
                  <a:lnTo>
                    <a:pt x="515" y="28"/>
                  </a:lnTo>
                  <a:lnTo>
                    <a:pt x="525" y="29"/>
                  </a:lnTo>
                  <a:lnTo>
                    <a:pt x="534" y="30"/>
                  </a:lnTo>
                  <a:lnTo>
                    <a:pt x="543" y="32"/>
                  </a:lnTo>
                  <a:lnTo>
                    <a:pt x="552" y="35"/>
                  </a:lnTo>
                  <a:lnTo>
                    <a:pt x="560" y="40"/>
                  </a:lnTo>
                  <a:lnTo>
                    <a:pt x="568" y="44"/>
                  </a:lnTo>
                  <a:lnTo>
                    <a:pt x="575" y="49"/>
                  </a:lnTo>
                  <a:lnTo>
                    <a:pt x="582" y="56"/>
                  </a:lnTo>
                  <a:lnTo>
                    <a:pt x="588" y="62"/>
                  </a:lnTo>
                  <a:lnTo>
                    <a:pt x="594" y="70"/>
                  </a:lnTo>
                  <a:lnTo>
                    <a:pt x="598" y="77"/>
                  </a:lnTo>
                  <a:lnTo>
                    <a:pt x="602" y="86"/>
                  </a:lnTo>
                  <a:lnTo>
                    <a:pt x="605" y="94"/>
                  </a:lnTo>
                  <a:lnTo>
                    <a:pt x="608" y="104"/>
                  </a:lnTo>
                  <a:lnTo>
                    <a:pt x="609" y="113"/>
                  </a:lnTo>
                  <a:lnTo>
                    <a:pt x="610" y="122"/>
                  </a:lnTo>
                  <a:lnTo>
                    <a:pt x="609" y="132"/>
                  </a:lnTo>
                  <a:lnTo>
                    <a:pt x="608" y="142"/>
                  </a:lnTo>
                  <a:lnTo>
                    <a:pt x="605" y="150"/>
                  </a:lnTo>
                  <a:lnTo>
                    <a:pt x="602" y="159"/>
                  </a:lnTo>
                  <a:lnTo>
                    <a:pt x="598" y="167"/>
                  </a:lnTo>
                  <a:lnTo>
                    <a:pt x="594" y="175"/>
                  </a:lnTo>
                  <a:lnTo>
                    <a:pt x="588" y="182"/>
                  </a:lnTo>
                  <a:lnTo>
                    <a:pt x="582" y="189"/>
                  </a:lnTo>
                  <a:lnTo>
                    <a:pt x="575" y="195"/>
                  </a:lnTo>
                  <a:lnTo>
                    <a:pt x="568" y="201"/>
                  </a:lnTo>
                  <a:lnTo>
                    <a:pt x="560" y="206"/>
                  </a:lnTo>
                  <a:lnTo>
                    <a:pt x="552" y="209"/>
                  </a:lnTo>
                  <a:lnTo>
                    <a:pt x="543" y="212"/>
                  </a:lnTo>
                  <a:lnTo>
                    <a:pt x="534" y="215"/>
                  </a:lnTo>
                  <a:lnTo>
                    <a:pt x="525" y="217"/>
                  </a:lnTo>
                  <a:lnTo>
                    <a:pt x="515" y="217"/>
                  </a:lnTo>
                  <a:close/>
                  <a:moveTo>
                    <a:pt x="659" y="148"/>
                  </a:moveTo>
                  <a:lnTo>
                    <a:pt x="634" y="148"/>
                  </a:lnTo>
                  <a:lnTo>
                    <a:pt x="637" y="135"/>
                  </a:lnTo>
                  <a:lnTo>
                    <a:pt x="638" y="122"/>
                  </a:lnTo>
                  <a:lnTo>
                    <a:pt x="637" y="109"/>
                  </a:lnTo>
                  <a:lnTo>
                    <a:pt x="634" y="98"/>
                  </a:lnTo>
                  <a:lnTo>
                    <a:pt x="659" y="98"/>
                  </a:lnTo>
                  <a:lnTo>
                    <a:pt x="663" y="98"/>
                  </a:lnTo>
                  <a:lnTo>
                    <a:pt x="669" y="100"/>
                  </a:lnTo>
                  <a:lnTo>
                    <a:pt x="673" y="102"/>
                  </a:lnTo>
                  <a:lnTo>
                    <a:pt x="676" y="105"/>
                  </a:lnTo>
                  <a:lnTo>
                    <a:pt x="679" y="108"/>
                  </a:lnTo>
                  <a:lnTo>
                    <a:pt x="682" y="113"/>
                  </a:lnTo>
                  <a:lnTo>
                    <a:pt x="683" y="118"/>
                  </a:lnTo>
                  <a:lnTo>
                    <a:pt x="684" y="122"/>
                  </a:lnTo>
                  <a:lnTo>
                    <a:pt x="683" y="128"/>
                  </a:lnTo>
                  <a:lnTo>
                    <a:pt x="682" y="132"/>
                  </a:lnTo>
                  <a:lnTo>
                    <a:pt x="679" y="136"/>
                  </a:lnTo>
                  <a:lnTo>
                    <a:pt x="676" y="141"/>
                  </a:lnTo>
                  <a:lnTo>
                    <a:pt x="673" y="144"/>
                  </a:lnTo>
                  <a:lnTo>
                    <a:pt x="669" y="146"/>
                  </a:lnTo>
                  <a:lnTo>
                    <a:pt x="663" y="147"/>
                  </a:lnTo>
                  <a:lnTo>
                    <a:pt x="659" y="14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8"/>
            <p:cNvSpPr/>
            <p:nvPr/>
          </p:nvSpPr>
          <p:spPr>
            <a:xfrm>
              <a:off x="3489326" y="4973638"/>
              <a:ext cx="376238" cy="128588"/>
            </a:xfrm>
            <a:custGeom>
              <a:avLst/>
              <a:gdLst/>
              <a:ahLst/>
              <a:cxnLst/>
              <a:rect l="l" t="t" r="r" b="b"/>
              <a:pathLst>
                <a:path w="712" h="245" extrusionOk="0">
                  <a:moveTo>
                    <a:pt x="659" y="70"/>
                  </a:moveTo>
                  <a:lnTo>
                    <a:pt x="342" y="70"/>
                  </a:lnTo>
                  <a:lnTo>
                    <a:pt x="338" y="62"/>
                  </a:lnTo>
                  <a:lnTo>
                    <a:pt x="333" y="55"/>
                  </a:lnTo>
                  <a:lnTo>
                    <a:pt x="329" y="47"/>
                  </a:lnTo>
                  <a:lnTo>
                    <a:pt x="323" y="41"/>
                  </a:lnTo>
                  <a:lnTo>
                    <a:pt x="317" y="35"/>
                  </a:lnTo>
                  <a:lnTo>
                    <a:pt x="311" y="29"/>
                  </a:lnTo>
                  <a:lnTo>
                    <a:pt x="304" y="24"/>
                  </a:lnTo>
                  <a:lnTo>
                    <a:pt x="298" y="19"/>
                  </a:lnTo>
                  <a:lnTo>
                    <a:pt x="290" y="15"/>
                  </a:lnTo>
                  <a:lnTo>
                    <a:pt x="283" y="11"/>
                  </a:lnTo>
                  <a:lnTo>
                    <a:pt x="275" y="7"/>
                  </a:lnTo>
                  <a:lnTo>
                    <a:pt x="266" y="5"/>
                  </a:lnTo>
                  <a:lnTo>
                    <a:pt x="258" y="2"/>
                  </a:lnTo>
                  <a:lnTo>
                    <a:pt x="249" y="1"/>
                  </a:lnTo>
                  <a:lnTo>
                    <a:pt x="241" y="0"/>
                  </a:lnTo>
                  <a:lnTo>
                    <a:pt x="231" y="0"/>
                  </a:lnTo>
                  <a:lnTo>
                    <a:pt x="222" y="0"/>
                  </a:lnTo>
                  <a:lnTo>
                    <a:pt x="214" y="1"/>
                  </a:lnTo>
                  <a:lnTo>
                    <a:pt x="205" y="2"/>
                  </a:lnTo>
                  <a:lnTo>
                    <a:pt x="197" y="5"/>
                  </a:lnTo>
                  <a:lnTo>
                    <a:pt x="188" y="7"/>
                  </a:lnTo>
                  <a:lnTo>
                    <a:pt x="181" y="11"/>
                  </a:lnTo>
                  <a:lnTo>
                    <a:pt x="173" y="15"/>
                  </a:lnTo>
                  <a:lnTo>
                    <a:pt x="166" y="19"/>
                  </a:lnTo>
                  <a:lnTo>
                    <a:pt x="158" y="24"/>
                  </a:lnTo>
                  <a:lnTo>
                    <a:pt x="152" y="29"/>
                  </a:lnTo>
                  <a:lnTo>
                    <a:pt x="146" y="35"/>
                  </a:lnTo>
                  <a:lnTo>
                    <a:pt x="140" y="41"/>
                  </a:lnTo>
                  <a:lnTo>
                    <a:pt x="134" y="47"/>
                  </a:lnTo>
                  <a:lnTo>
                    <a:pt x="129" y="55"/>
                  </a:lnTo>
                  <a:lnTo>
                    <a:pt x="125" y="62"/>
                  </a:lnTo>
                  <a:lnTo>
                    <a:pt x="122" y="70"/>
                  </a:lnTo>
                  <a:lnTo>
                    <a:pt x="54" y="70"/>
                  </a:lnTo>
                  <a:lnTo>
                    <a:pt x="43" y="71"/>
                  </a:lnTo>
                  <a:lnTo>
                    <a:pt x="33" y="73"/>
                  </a:lnTo>
                  <a:lnTo>
                    <a:pt x="24" y="78"/>
                  </a:lnTo>
                  <a:lnTo>
                    <a:pt x="16" y="85"/>
                  </a:lnTo>
                  <a:lnTo>
                    <a:pt x="10" y="92"/>
                  </a:lnTo>
                  <a:lnTo>
                    <a:pt x="5" y="102"/>
                  </a:lnTo>
                  <a:lnTo>
                    <a:pt x="1" y="112"/>
                  </a:lnTo>
                  <a:lnTo>
                    <a:pt x="0" y="122"/>
                  </a:lnTo>
                  <a:lnTo>
                    <a:pt x="1" y="133"/>
                  </a:lnTo>
                  <a:lnTo>
                    <a:pt x="5" y="143"/>
                  </a:lnTo>
                  <a:lnTo>
                    <a:pt x="10" y="151"/>
                  </a:lnTo>
                  <a:lnTo>
                    <a:pt x="16" y="160"/>
                  </a:lnTo>
                  <a:lnTo>
                    <a:pt x="24" y="166"/>
                  </a:lnTo>
                  <a:lnTo>
                    <a:pt x="33" y="171"/>
                  </a:lnTo>
                  <a:lnTo>
                    <a:pt x="43" y="174"/>
                  </a:lnTo>
                  <a:lnTo>
                    <a:pt x="54" y="175"/>
                  </a:lnTo>
                  <a:lnTo>
                    <a:pt x="122" y="175"/>
                  </a:lnTo>
                  <a:lnTo>
                    <a:pt x="125" y="182"/>
                  </a:lnTo>
                  <a:lnTo>
                    <a:pt x="130" y="190"/>
                  </a:lnTo>
                  <a:lnTo>
                    <a:pt x="134" y="196"/>
                  </a:lnTo>
                  <a:lnTo>
                    <a:pt x="140" y="203"/>
                  </a:lnTo>
                  <a:lnTo>
                    <a:pt x="146" y="209"/>
                  </a:lnTo>
                  <a:lnTo>
                    <a:pt x="152" y="215"/>
                  </a:lnTo>
                  <a:lnTo>
                    <a:pt x="159" y="220"/>
                  </a:lnTo>
                  <a:lnTo>
                    <a:pt x="166" y="225"/>
                  </a:lnTo>
                  <a:lnTo>
                    <a:pt x="173" y="230"/>
                  </a:lnTo>
                  <a:lnTo>
                    <a:pt x="181" y="233"/>
                  </a:lnTo>
                  <a:lnTo>
                    <a:pt x="188" y="236"/>
                  </a:lnTo>
                  <a:lnTo>
                    <a:pt x="197" y="239"/>
                  </a:lnTo>
                  <a:lnTo>
                    <a:pt x="205" y="242"/>
                  </a:lnTo>
                  <a:lnTo>
                    <a:pt x="214" y="243"/>
                  </a:lnTo>
                  <a:lnTo>
                    <a:pt x="222" y="244"/>
                  </a:lnTo>
                  <a:lnTo>
                    <a:pt x="231" y="245"/>
                  </a:lnTo>
                  <a:lnTo>
                    <a:pt x="241" y="244"/>
                  </a:lnTo>
                  <a:lnTo>
                    <a:pt x="249" y="243"/>
                  </a:lnTo>
                  <a:lnTo>
                    <a:pt x="258" y="242"/>
                  </a:lnTo>
                  <a:lnTo>
                    <a:pt x="266" y="239"/>
                  </a:lnTo>
                  <a:lnTo>
                    <a:pt x="275" y="236"/>
                  </a:lnTo>
                  <a:lnTo>
                    <a:pt x="283" y="233"/>
                  </a:lnTo>
                  <a:lnTo>
                    <a:pt x="290" y="230"/>
                  </a:lnTo>
                  <a:lnTo>
                    <a:pt x="298" y="225"/>
                  </a:lnTo>
                  <a:lnTo>
                    <a:pt x="304" y="220"/>
                  </a:lnTo>
                  <a:lnTo>
                    <a:pt x="310" y="215"/>
                  </a:lnTo>
                  <a:lnTo>
                    <a:pt x="317" y="209"/>
                  </a:lnTo>
                  <a:lnTo>
                    <a:pt x="323" y="203"/>
                  </a:lnTo>
                  <a:lnTo>
                    <a:pt x="329" y="196"/>
                  </a:lnTo>
                  <a:lnTo>
                    <a:pt x="333" y="190"/>
                  </a:lnTo>
                  <a:lnTo>
                    <a:pt x="337" y="182"/>
                  </a:lnTo>
                  <a:lnTo>
                    <a:pt x="342" y="175"/>
                  </a:lnTo>
                  <a:lnTo>
                    <a:pt x="659" y="175"/>
                  </a:lnTo>
                  <a:lnTo>
                    <a:pt x="670" y="174"/>
                  </a:lnTo>
                  <a:lnTo>
                    <a:pt x="679" y="171"/>
                  </a:lnTo>
                  <a:lnTo>
                    <a:pt x="688" y="166"/>
                  </a:lnTo>
                  <a:lnTo>
                    <a:pt x="696" y="160"/>
                  </a:lnTo>
                  <a:lnTo>
                    <a:pt x="702" y="151"/>
                  </a:lnTo>
                  <a:lnTo>
                    <a:pt x="707" y="143"/>
                  </a:lnTo>
                  <a:lnTo>
                    <a:pt x="711" y="133"/>
                  </a:lnTo>
                  <a:lnTo>
                    <a:pt x="712" y="122"/>
                  </a:lnTo>
                  <a:lnTo>
                    <a:pt x="711" y="112"/>
                  </a:lnTo>
                  <a:lnTo>
                    <a:pt x="707" y="102"/>
                  </a:lnTo>
                  <a:lnTo>
                    <a:pt x="702" y="92"/>
                  </a:lnTo>
                  <a:lnTo>
                    <a:pt x="696" y="85"/>
                  </a:lnTo>
                  <a:lnTo>
                    <a:pt x="688" y="78"/>
                  </a:lnTo>
                  <a:lnTo>
                    <a:pt x="679" y="73"/>
                  </a:lnTo>
                  <a:lnTo>
                    <a:pt x="670" y="71"/>
                  </a:lnTo>
                  <a:lnTo>
                    <a:pt x="659" y="70"/>
                  </a:lnTo>
                  <a:close/>
                  <a:moveTo>
                    <a:pt x="54" y="147"/>
                  </a:moveTo>
                  <a:lnTo>
                    <a:pt x="49" y="147"/>
                  </a:lnTo>
                  <a:lnTo>
                    <a:pt x="43" y="145"/>
                  </a:lnTo>
                  <a:lnTo>
                    <a:pt x="39" y="143"/>
                  </a:lnTo>
                  <a:lnTo>
                    <a:pt x="36" y="140"/>
                  </a:lnTo>
                  <a:lnTo>
                    <a:pt x="33" y="136"/>
                  </a:lnTo>
                  <a:lnTo>
                    <a:pt x="30" y="132"/>
                  </a:lnTo>
                  <a:lnTo>
                    <a:pt x="29" y="127"/>
                  </a:lnTo>
                  <a:lnTo>
                    <a:pt x="28" y="122"/>
                  </a:lnTo>
                  <a:lnTo>
                    <a:pt x="29" y="117"/>
                  </a:lnTo>
                  <a:lnTo>
                    <a:pt x="30" y="113"/>
                  </a:lnTo>
                  <a:lnTo>
                    <a:pt x="33" y="108"/>
                  </a:lnTo>
                  <a:lnTo>
                    <a:pt x="36" y="104"/>
                  </a:lnTo>
                  <a:lnTo>
                    <a:pt x="39" y="101"/>
                  </a:lnTo>
                  <a:lnTo>
                    <a:pt x="43" y="99"/>
                  </a:lnTo>
                  <a:lnTo>
                    <a:pt x="49" y="98"/>
                  </a:lnTo>
                  <a:lnTo>
                    <a:pt x="54" y="97"/>
                  </a:lnTo>
                  <a:lnTo>
                    <a:pt x="112" y="97"/>
                  </a:lnTo>
                  <a:lnTo>
                    <a:pt x="110" y="109"/>
                  </a:lnTo>
                  <a:lnTo>
                    <a:pt x="110" y="122"/>
                  </a:lnTo>
                  <a:lnTo>
                    <a:pt x="110" y="135"/>
                  </a:lnTo>
                  <a:lnTo>
                    <a:pt x="112" y="147"/>
                  </a:lnTo>
                  <a:lnTo>
                    <a:pt x="54" y="147"/>
                  </a:lnTo>
                  <a:close/>
                  <a:moveTo>
                    <a:pt x="231" y="217"/>
                  </a:moveTo>
                  <a:lnTo>
                    <a:pt x="221" y="216"/>
                  </a:lnTo>
                  <a:lnTo>
                    <a:pt x="213" y="215"/>
                  </a:lnTo>
                  <a:lnTo>
                    <a:pt x="203" y="213"/>
                  </a:lnTo>
                  <a:lnTo>
                    <a:pt x="195" y="209"/>
                  </a:lnTo>
                  <a:lnTo>
                    <a:pt x="187" y="205"/>
                  </a:lnTo>
                  <a:lnTo>
                    <a:pt x="178" y="201"/>
                  </a:lnTo>
                  <a:lnTo>
                    <a:pt x="171" y="195"/>
                  </a:lnTo>
                  <a:lnTo>
                    <a:pt x="165" y="189"/>
                  </a:lnTo>
                  <a:lnTo>
                    <a:pt x="159" y="182"/>
                  </a:lnTo>
                  <a:lnTo>
                    <a:pt x="153" y="175"/>
                  </a:lnTo>
                  <a:lnTo>
                    <a:pt x="148" y="167"/>
                  </a:lnTo>
                  <a:lnTo>
                    <a:pt x="144" y="159"/>
                  </a:lnTo>
                  <a:lnTo>
                    <a:pt x="141" y="150"/>
                  </a:lnTo>
                  <a:lnTo>
                    <a:pt x="139" y="141"/>
                  </a:lnTo>
                  <a:lnTo>
                    <a:pt x="138" y="132"/>
                  </a:lnTo>
                  <a:lnTo>
                    <a:pt x="137" y="122"/>
                  </a:lnTo>
                  <a:lnTo>
                    <a:pt x="138" y="113"/>
                  </a:lnTo>
                  <a:lnTo>
                    <a:pt x="139" y="103"/>
                  </a:lnTo>
                  <a:lnTo>
                    <a:pt x="141" y="93"/>
                  </a:lnTo>
                  <a:lnTo>
                    <a:pt x="144" y="85"/>
                  </a:lnTo>
                  <a:lnTo>
                    <a:pt x="148" y="77"/>
                  </a:lnTo>
                  <a:lnTo>
                    <a:pt x="153" y="69"/>
                  </a:lnTo>
                  <a:lnTo>
                    <a:pt x="159" y="62"/>
                  </a:lnTo>
                  <a:lnTo>
                    <a:pt x="165" y="55"/>
                  </a:lnTo>
                  <a:lnTo>
                    <a:pt x="171" y="49"/>
                  </a:lnTo>
                  <a:lnTo>
                    <a:pt x="178" y="44"/>
                  </a:lnTo>
                  <a:lnTo>
                    <a:pt x="187" y="39"/>
                  </a:lnTo>
                  <a:lnTo>
                    <a:pt x="195" y="35"/>
                  </a:lnTo>
                  <a:lnTo>
                    <a:pt x="203" y="32"/>
                  </a:lnTo>
                  <a:lnTo>
                    <a:pt x="213" y="29"/>
                  </a:lnTo>
                  <a:lnTo>
                    <a:pt x="221" y="28"/>
                  </a:lnTo>
                  <a:lnTo>
                    <a:pt x="231" y="28"/>
                  </a:lnTo>
                  <a:lnTo>
                    <a:pt x="241" y="28"/>
                  </a:lnTo>
                  <a:lnTo>
                    <a:pt x="250" y="29"/>
                  </a:lnTo>
                  <a:lnTo>
                    <a:pt x="260" y="32"/>
                  </a:lnTo>
                  <a:lnTo>
                    <a:pt x="269" y="35"/>
                  </a:lnTo>
                  <a:lnTo>
                    <a:pt x="276" y="39"/>
                  </a:lnTo>
                  <a:lnTo>
                    <a:pt x="285" y="44"/>
                  </a:lnTo>
                  <a:lnTo>
                    <a:pt x="291" y="49"/>
                  </a:lnTo>
                  <a:lnTo>
                    <a:pt x="299" y="55"/>
                  </a:lnTo>
                  <a:lnTo>
                    <a:pt x="304" y="62"/>
                  </a:lnTo>
                  <a:lnTo>
                    <a:pt x="309" y="69"/>
                  </a:lnTo>
                  <a:lnTo>
                    <a:pt x="315" y="77"/>
                  </a:lnTo>
                  <a:lnTo>
                    <a:pt x="318" y="85"/>
                  </a:lnTo>
                  <a:lnTo>
                    <a:pt x="321" y="93"/>
                  </a:lnTo>
                  <a:lnTo>
                    <a:pt x="324" y="103"/>
                  </a:lnTo>
                  <a:lnTo>
                    <a:pt x="325" y="113"/>
                  </a:lnTo>
                  <a:lnTo>
                    <a:pt x="325" y="122"/>
                  </a:lnTo>
                  <a:lnTo>
                    <a:pt x="325" y="132"/>
                  </a:lnTo>
                  <a:lnTo>
                    <a:pt x="324" y="141"/>
                  </a:lnTo>
                  <a:lnTo>
                    <a:pt x="321" y="150"/>
                  </a:lnTo>
                  <a:lnTo>
                    <a:pt x="318" y="159"/>
                  </a:lnTo>
                  <a:lnTo>
                    <a:pt x="315" y="167"/>
                  </a:lnTo>
                  <a:lnTo>
                    <a:pt x="309" y="175"/>
                  </a:lnTo>
                  <a:lnTo>
                    <a:pt x="304" y="182"/>
                  </a:lnTo>
                  <a:lnTo>
                    <a:pt x="299" y="189"/>
                  </a:lnTo>
                  <a:lnTo>
                    <a:pt x="291" y="195"/>
                  </a:lnTo>
                  <a:lnTo>
                    <a:pt x="285" y="201"/>
                  </a:lnTo>
                  <a:lnTo>
                    <a:pt x="276" y="205"/>
                  </a:lnTo>
                  <a:lnTo>
                    <a:pt x="269" y="209"/>
                  </a:lnTo>
                  <a:lnTo>
                    <a:pt x="260" y="213"/>
                  </a:lnTo>
                  <a:lnTo>
                    <a:pt x="250" y="215"/>
                  </a:lnTo>
                  <a:lnTo>
                    <a:pt x="241" y="216"/>
                  </a:lnTo>
                  <a:lnTo>
                    <a:pt x="231" y="217"/>
                  </a:lnTo>
                  <a:close/>
                  <a:moveTo>
                    <a:pt x="659" y="147"/>
                  </a:moveTo>
                  <a:lnTo>
                    <a:pt x="351" y="147"/>
                  </a:lnTo>
                  <a:lnTo>
                    <a:pt x="353" y="135"/>
                  </a:lnTo>
                  <a:lnTo>
                    <a:pt x="353" y="122"/>
                  </a:lnTo>
                  <a:lnTo>
                    <a:pt x="353" y="109"/>
                  </a:lnTo>
                  <a:lnTo>
                    <a:pt x="351" y="97"/>
                  </a:lnTo>
                  <a:lnTo>
                    <a:pt x="659" y="97"/>
                  </a:lnTo>
                  <a:lnTo>
                    <a:pt x="663" y="98"/>
                  </a:lnTo>
                  <a:lnTo>
                    <a:pt x="669" y="99"/>
                  </a:lnTo>
                  <a:lnTo>
                    <a:pt x="673" y="101"/>
                  </a:lnTo>
                  <a:lnTo>
                    <a:pt x="676" y="104"/>
                  </a:lnTo>
                  <a:lnTo>
                    <a:pt x="679" y="108"/>
                  </a:lnTo>
                  <a:lnTo>
                    <a:pt x="682" y="113"/>
                  </a:lnTo>
                  <a:lnTo>
                    <a:pt x="683" y="117"/>
                  </a:lnTo>
                  <a:lnTo>
                    <a:pt x="684" y="122"/>
                  </a:lnTo>
                  <a:lnTo>
                    <a:pt x="683" y="127"/>
                  </a:lnTo>
                  <a:lnTo>
                    <a:pt x="682" y="132"/>
                  </a:lnTo>
                  <a:lnTo>
                    <a:pt x="679" y="136"/>
                  </a:lnTo>
                  <a:lnTo>
                    <a:pt x="676" y="140"/>
                  </a:lnTo>
                  <a:lnTo>
                    <a:pt x="673" y="143"/>
                  </a:lnTo>
                  <a:lnTo>
                    <a:pt x="669" y="145"/>
                  </a:lnTo>
                  <a:lnTo>
                    <a:pt x="663" y="147"/>
                  </a:lnTo>
                  <a:lnTo>
                    <a:pt x="659" y="14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8"/>
            <p:cNvSpPr/>
            <p:nvPr/>
          </p:nvSpPr>
          <p:spPr>
            <a:xfrm>
              <a:off x="3738563" y="4762501"/>
              <a:ext cx="14288" cy="15875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4" y="3"/>
                  </a:moveTo>
                  <a:lnTo>
                    <a:pt x="20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5" y="3"/>
                  </a:lnTo>
                  <a:lnTo>
                    <a:pt x="1" y="8"/>
                  </a:lnTo>
                  <a:lnTo>
                    <a:pt x="0" y="14"/>
                  </a:lnTo>
                  <a:lnTo>
                    <a:pt x="1" y="19"/>
                  </a:lnTo>
                  <a:lnTo>
                    <a:pt x="5" y="23"/>
                  </a:lnTo>
                  <a:lnTo>
                    <a:pt x="9" y="27"/>
                  </a:lnTo>
                  <a:lnTo>
                    <a:pt x="14" y="28"/>
                  </a:lnTo>
                  <a:lnTo>
                    <a:pt x="20" y="27"/>
                  </a:lnTo>
                  <a:lnTo>
                    <a:pt x="24" y="23"/>
                  </a:lnTo>
                  <a:lnTo>
                    <a:pt x="27" y="19"/>
                  </a:lnTo>
                  <a:lnTo>
                    <a:pt x="28" y="14"/>
                  </a:lnTo>
                  <a:lnTo>
                    <a:pt x="27" y="8"/>
                  </a:lnTo>
                  <a:lnTo>
                    <a:pt x="24" y="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8"/>
            <p:cNvSpPr/>
            <p:nvPr/>
          </p:nvSpPr>
          <p:spPr>
            <a:xfrm>
              <a:off x="3489326" y="4725988"/>
              <a:ext cx="376238" cy="130175"/>
            </a:xfrm>
            <a:custGeom>
              <a:avLst/>
              <a:gdLst/>
              <a:ahLst/>
              <a:cxnLst/>
              <a:rect l="l" t="t" r="r" b="b"/>
              <a:pathLst>
                <a:path w="712" h="245" extrusionOk="0">
                  <a:moveTo>
                    <a:pt x="659" y="70"/>
                  </a:moveTo>
                  <a:lnTo>
                    <a:pt x="536" y="70"/>
                  </a:lnTo>
                  <a:lnTo>
                    <a:pt x="530" y="71"/>
                  </a:lnTo>
                  <a:lnTo>
                    <a:pt x="526" y="73"/>
                  </a:lnTo>
                  <a:lnTo>
                    <a:pt x="523" y="78"/>
                  </a:lnTo>
                  <a:lnTo>
                    <a:pt x="522" y="84"/>
                  </a:lnTo>
                  <a:lnTo>
                    <a:pt x="523" y="89"/>
                  </a:lnTo>
                  <a:lnTo>
                    <a:pt x="526" y="93"/>
                  </a:lnTo>
                  <a:lnTo>
                    <a:pt x="530" y="97"/>
                  </a:lnTo>
                  <a:lnTo>
                    <a:pt x="536" y="98"/>
                  </a:lnTo>
                  <a:lnTo>
                    <a:pt x="659" y="98"/>
                  </a:lnTo>
                  <a:lnTo>
                    <a:pt x="663" y="98"/>
                  </a:lnTo>
                  <a:lnTo>
                    <a:pt x="669" y="99"/>
                  </a:lnTo>
                  <a:lnTo>
                    <a:pt x="673" y="102"/>
                  </a:lnTo>
                  <a:lnTo>
                    <a:pt x="676" y="104"/>
                  </a:lnTo>
                  <a:lnTo>
                    <a:pt x="679" y="108"/>
                  </a:lnTo>
                  <a:lnTo>
                    <a:pt x="682" y="113"/>
                  </a:lnTo>
                  <a:lnTo>
                    <a:pt x="683" y="117"/>
                  </a:lnTo>
                  <a:lnTo>
                    <a:pt x="684" y="122"/>
                  </a:lnTo>
                  <a:lnTo>
                    <a:pt x="683" y="128"/>
                  </a:lnTo>
                  <a:lnTo>
                    <a:pt x="682" y="132"/>
                  </a:lnTo>
                  <a:lnTo>
                    <a:pt x="679" y="136"/>
                  </a:lnTo>
                  <a:lnTo>
                    <a:pt x="676" y="140"/>
                  </a:lnTo>
                  <a:lnTo>
                    <a:pt x="673" y="143"/>
                  </a:lnTo>
                  <a:lnTo>
                    <a:pt x="669" y="145"/>
                  </a:lnTo>
                  <a:lnTo>
                    <a:pt x="663" y="147"/>
                  </a:lnTo>
                  <a:lnTo>
                    <a:pt x="659" y="147"/>
                  </a:lnTo>
                  <a:lnTo>
                    <a:pt x="351" y="147"/>
                  </a:lnTo>
                  <a:lnTo>
                    <a:pt x="353" y="135"/>
                  </a:lnTo>
                  <a:lnTo>
                    <a:pt x="353" y="122"/>
                  </a:lnTo>
                  <a:lnTo>
                    <a:pt x="353" y="109"/>
                  </a:lnTo>
                  <a:lnTo>
                    <a:pt x="351" y="98"/>
                  </a:lnTo>
                  <a:lnTo>
                    <a:pt x="427" y="98"/>
                  </a:lnTo>
                  <a:lnTo>
                    <a:pt x="433" y="97"/>
                  </a:lnTo>
                  <a:lnTo>
                    <a:pt x="437" y="93"/>
                  </a:lnTo>
                  <a:lnTo>
                    <a:pt x="440" y="89"/>
                  </a:lnTo>
                  <a:lnTo>
                    <a:pt x="441" y="84"/>
                  </a:lnTo>
                  <a:lnTo>
                    <a:pt x="440" y="78"/>
                  </a:lnTo>
                  <a:lnTo>
                    <a:pt x="437" y="73"/>
                  </a:lnTo>
                  <a:lnTo>
                    <a:pt x="433" y="71"/>
                  </a:lnTo>
                  <a:lnTo>
                    <a:pt x="427" y="70"/>
                  </a:lnTo>
                  <a:lnTo>
                    <a:pt x="342" y="70"/>
                  </a:lnTo>
                  <a:lnTo>
                    <a:pt x="337" y="62"/>
                  </a:lnTo>
                  <a:lnTo>
                    <a:pt x="333" y="55"/>
                  </a:lnTo>
                  <a:lnTo>
                    <a:pt x="329" y="48"/>
                  </a:lnTo>
                  <a:lnTo>
                    <a:pt x="323" y="41"/>
                  </a:lnTo>
                  <a:lnTo>
                    <a:pt x="317" y="35"/>
                  </a:lnTo>
                  <a:lnTo>
                    <a:pt x="310" y="29"/>
                  </a:lnTo>
                  <a:lnTo>
                    <a:pt x="304" y="24"/>
                  </a:lnTo>
                  <a:lnTo>
                    <a:pt x="298" y="19"/>
                  </a:lnTo>
                  <a:lnTo>
                    <a:pt x="290" y="15"/>
                  </a:lnTo>
                  <a:lnTo>
                    <a:pt x="283" y="11"/>
                  </a:lnTo>
                  <a:lnTo>
                    <a:pt x="275" y="7"/>
                  </a:lnTo>
                  <a:lnTo>
                    <a:pt x="266" y="5"/>
                  </a:lnTo>
                  <a:lnTo>
                    <a:pt x="258" y="3"/>
                  </a:lnTo>
                  <a:lnTo>
                    <a:pt x="249" y="1"/>
                  </a:lnTo>
                  <a:lnTo>
                    <a:pt x="241" y="0"/>
                  </a:lnTo>
                  <a:lnTo>
                    <a:pt x="231" y="0"/>
                  </a:lnTo>
                  <a:lnTo>
                    <a:pt x="222" y="0"/>
                  </a:lnTo>
                  <a:lnTo>
                    <a:pt x="214" y="1"/>
                  </a:lnTo>
                  <a:lnTo>
                    <a:pt x="205" y="3"/>
                  </a:lnTo>
                  <a:lnTo>
                    <a:pt x="197" y="5"/>
                  </a:lnTo>
                  <a:lnTo>
                    <a:pt x="188" y="7"/>
                  </a:lnTo>
                  <a:lnTo>
                    <a:pt x="181" y="11"/>
                  </a:lnTo>
                  <a:lnTo>
                    <a:pt x="173" y="15"/>
                  </a:lnTo>
                  <a:lnTo>
                    <a:pt x="166" y="19"/>
                  </a:lnTo>
                  <a:lnTo>
                    <a:pt x="159" y="24"/>
                  </a:lnTo>
                  <a:lnTo>
                    <a:pt x="152" y="29"/>
                  </a:lnTo>
                  <a:lnTo>
                    <a:pt x="146" y="35"/>
                  </a:lnTo>
                  <a:lnTo>
                    <a:pt x="140" y="41"/>
                  </a:lnTo>
                  <a:lnTo>
                    <a:pt x="134" y="48"/>
                  </a:lnTo>
                  <a:lnTo>
                    <a:pt x="130" y="55"/>
                  </a:lnTo>
                  <a:lnTo>
                    <a:pt x="125" y="62"/>
                  </a:lnTo>
                  <a:lnTo>
                    <a:pt x="122" y="70"/>
                  </a:lnTo>
                  <a:lnTo>
                    <a:pt x="54" y="70"/>
                  </a:lnTo>
                  <a:lnTo>
                    <a:pt x="43" y="71"/>
                  </a:lnTo>
                  <a:lnTo>
                    <a:pt x="33" y="74"/>
                  </a:lnTo>
                  <a:lnTo>
                    <a:pt x="24" y="78"/>
                  </a:lnTo>
                  <a:lnTo>
                    <a:pt x="16" y="85"/>
                  </a:lnTo>
                  <a:lnTo>
                    <a:pt x="10" y="92"/>
                  </a:lnTo>
                  <a:lnTo>
                    <a:pt x="5" y="102"/>
                  </a:lnTo>
                  <a:lnTo>
                    <a:pt x="1" y="112"/>
                  </a:lnTo>
                  <a:lnTo>
                    <a:pt x="0" y="122"/>
                  </a:lnTo>
                  <a:lnTo>
                    <a:pt x="1" y="133"/>
                  </a:lnTo>
                  <a:lnTo>
                    <a:pt x="5" y="143"/>
                  </a:lnTo>
                  <a:lnTo>
                    <a:pt x="10" y="151"/>
                  </a:lnTo>
                  <a:lnTo>
                    <a:pt x="16" y="160"/>
                  </a:lnTo>
                  <a:lnTo>
                    <a:pt x="24" y="166"/>
                  </a:lnTo>
                  <a:lnTo>
                    <a:pt x="33" y="171"/>
                  </a:lnTo>
                  <a:lnTo>
                    <a:pt x="43" y="174"/>
                  </a:lnTo>
                  <a:lnTo>
                    <a:pt x="54" y="175"/>
                  </a:lnTo>
                  <a:lnTo>
                    <a:pt x="122" y="175"/>
                  </a:lnTo>
                  <a:lnTo>
                    <a:pt x="125" y="182"/>
                  </a:lnTo>
                  <a:lnTo>
                    <a:pt x="130" y="190"/>
                  </a:lnTo>
                  <a:lnTo>
                    <a:pt x="134" y="196"/>
                  </a:lnTo>
                  <a:lnTo>
                    <a:pt x="140" y="203"/>
                  </a:lnTo>
                  <a:lnTo>
                    <a:pt x="146" y="209"/>
                  </a:lnTo>
                  <a:lnTo>
                    <a:pt x="152" y="215"/>
                  </a:lnTo>
                  <a:lnTo>
                    <a:pt x="159" y="220"/>
                  </a:lnTo>
                  <a:lnTo>
                    <a:pt x="166" y="225"/>
                  </a:lnTo>
                  <a:lnTo>
                    <a:pt x="173" y="230"/>
                  </a:lnTo>
                  <a:lnTo>
                    <a:pt x="181" y="233"/>
                  </a:lnTo>
                  <a:lnTo>
                    <a:pt x="188" y="236"/>
                  </a:lnTo>
                  <a:lnTo>
                    <a:pt x="197" y="239"/>
                  </a:lnTo>
                  <a:lnTo>
                    <a:pt x="205" y="242"/>
                  </a:lnTo>
                  <a:lnTo>
                    <a:pt x="214" y="244"/>
                  </a:lnTo>
                  <a:lnTo>
                    <a:pt x="222" y="244"/>
                  </a:lnTo>
                  <a:lnTo>
                    <a:pt x="231" y="245"/>
                  </a:lnTo>
                  <a:lnTo>
                    <a:pt x="241" y="244"/>
                  </a:lnTo>
                  <a:lnTo>
                    <a:pt x="249" y="244"/>
                  </a:lnTo>
                  <a:lnTo>
                    <a:pt x="258" y="242"/>
                  </a:lnTo>
                  <a:lnTo>
                    <a:pt x="266" y="239"/>
                  </a:lnTo>
                  <a:lnTo>
                    <a:pt x="275" y="236"/>
                  </a:lnTo>
                  <a:lnTo>
                    <a:pt x="283" y="233"/>
                  </a:lnTo>
                  <a:lnTo>
                    <a:pt x="290" y="230"/>
                  </a:lnTo>
                  <a:lnTo>
                    <a:pt x="298" y="225"/>
                  </a:lnTo>
                  <a:lnTo>
                    <a:pt x="304" y="220"/>
                  </a:lnTo>
                  <a:lnTo>
                    <a:pt x="310" y="215"/>
                  </a:lnTo>
                  <a:lnTo>
                    <a:pt x="317" y="209"/>
                  </a:lnTo>
                  <a:lnTo>
                    <a:pt x="323" y="203"/>
                  </a:lnTo>
                  <a:lnTo>
                    <a:pt x="329" y="196"/>
                  </a:lnTo>
                  <a:lnTo>
                    <a:pt x="333" y="190"/>
                  </a:lnTo>
                  <a:lnTo>
                    <a:pt x="337" y="182"/>
                  </a:lnTo>
                  <a:lnTo>
                    <a:pt x="342" y="175"/>
                  </a:lnTo>
                  <a:lnTo>
                    <a:pt x="659" y="175"/>
                  </a:lnTo>
                  <a:lnTo>
                    <a:pt x="670" y="174"/>
                  </a:lnTo>
                  <a:lnTo>
                    <a:pt x="679" y="171"/>
                  </a:lnTo>
                  <a:lnTo>
                    <a:pt x="688" y="166"/>
                  </a:lnTo>
                  <a:lnTo>
                    <a:pt x="696" y="160"/>
                  </a:lnTo>
                  <a:lnTo>
                    <a:pt x="702" y="151"/>
                  </a:lnTo>
                  <a:lnTo>
                    <a:pt x="707" y="143"/>
                  </a:lnTo>
                  <a:lnTo>
                    <a:pt x="711" y="133"/>
                  </a:lnTo>
                  <a:lnTo>
                    <a:pt x="712" y="122"/>
                  </a:lnTo>
                  <a:lnTo>
                    <a:pt x="711" y="112"/>
                  </a:lnTo>
                  <a:lnTo>
                    <a:pt x="707" y="102"/>
                  </a:lnTo>
                  <a:lnTo>
                    <a:pt x="702" y="92"/>
                  </a:lnTo>
                  <a:lnTo>
                    <a:pt x="696" y="85"/>
                  </a:lnTo>
                  <a:lnTo>
                    <a:pt x="688" y="78"/>
                  </a:lnTo>
                  <a:lnTo>
                    <a:pt x="679" y="74"/>
                  </a:lnTo>
                  <a:lnTo>
                    <a:pt x="670" y="71"/>
                  </a:lnTo>
                  <a:lnTo>
                    <a:pt x="659" y="70"/>
                  </a:lnTo>
                  <a:close/>
                  <a:moveTo>
                    <a:pt x="112" y="147"/>
                  </a:moveTo>
                  <a:lnTo>
                    <a:pt x="54" y="147"/>
                  </a:lnTo>
                  <a:lnTo>
                    <a:pt x="49" y="147"/>
                  </a:lnTo>
                  <a:lnTo>
                    <a:pt x="43" y="145"/>
                  </a:lnTo>
                  <a:lnTo>
                    <a:pt x="39" y="143"/>
                  </a:lnTo>
                  <a:lnTo>
                    <a:pt x="36" y="140"/>
                  </a:lnTo>
                  <a:lnTo>
                    <a:pt x="33" y="136"/>
                  </a:lnTo>
                  <a:lnTo>
                    <a:pt x="30" y="132"/>
                  </a:lnTo>
                  <a:lnTo>
                    <a:pt x="29" y="128"/>
                  </a:lnTo>
                  <a:lnTo>
                    <a:pt x="28" y="122"/>
                  </a:lnTo>
                  <a:lnTo>
                    <a:pt x="29" y="117"/>
                  </a:lnTo>
                  <a:lnTo>
                    <a:pt x="30" y="113"/>
                  </a:lnTo>
                  <a:lnTo>
                    <a:pt x="33" y="108"/>
                  </a:lnTo>
                  <a:lnTo>
                    <a:pt x="36" y="104"/>
                  </a:lnTo>
                  <a:lnTo>
                    <a:pt x="39" y="102"/>
                  </a:lnTo>
                  <a:lnTo>
                    <a:pt x="43" y="99"/>
                  </a:lnTo>
                  <a:lnTo>
                    <a:pt x="49" y="98"/>
                  </a:lnTo>
                  <a:lnTo>
                    <a:pt x="54" y="98"/>
                  </a:lnTo>
                  <a:lnTo>
                    <a:pt x="112" y="98"/>
                  </a:lnTo>
                  <a:lnTo>
                    <a:pt x="110" y="109"/>
                  </a:lnTo>
                  <a:lnTo>
                    <a:pt x="110" y="122"/>
                  </a:lnTo>
                  <a:lnTo>
                    <a:pt x="110" y="135"/>
                  </a:lnTo>
                  <a:lnTo>
                    <a:pt x="112" y="147"/>
                  </a:lnTo>
                  <a:close/>
                  <a:moveTo>
                    <a:pt x="231" y="217"/>
                  </a:moveTo>
                  <a:lnTo>
                    <a:pt x="221" y="216"/>
                  </a:lnTo>
                  <a:lnTo>
                    <a:pt x="213" y="215"/>
                  </a:lnTo>
                  <a:lnTo>
                    <a:pt x="203" y="213"/>
                  </a:lnTo>
                  <a:lnTo>
                    <a:pt x="195" y="209"/>
                  </a:lnTo>
                  <a:lnTo>
                    <a:pt x="187" y="205"/>
                  </a:lnTo>
                  <a:lnTo>
                    <a:pt x="178" y="201"/>
                  </a:lnTo>
                  <a:lnTo>
                    <a:pt x="171" y="195"/>
                  </a:lnTo>
                  <a:lnTo>
                    <a:pt x="165" y="189"/>
                  </a:lnTo>
                  <a:lnTo>
                    <a:pt x="159" y="182"/>
                  </a:lnTo>
                  <a:lnTo>
                    <a:pt x="153" y="175"/>
                  </a:lnTo>
                  <a:lnTo>
                    <a:pt x="148" y="167"/>
                  </a:lnTo>
                  <a:lnTo>
                    <a:pt x="144" y="159"/>
                  </a:lnTo>
                  <a:lnTo>
                    <a:pt x="141" y="150"/>
                  </a:lnTo>
                  <a:lnTo>
                    <a:pt x="139" y="142"/>
                  </a:lnTo>
                  <a:lnTo>
                    <a:pt x="138" y="132"/>
                  </a:lnTo>
                  <a:lnTo>
                    <a:pt x="137" y="122"/>
                  </a:lnTo>
                  <a:lnTo>
                    <a:pt x="138" y="113"/>
                  </a:lnTo>
                  <a:lnTo>
                    <a:pt x="139" y="103"/>
                  </a:lnTo>
                  <a:lnTo>
                    <a:pt x="141" y="94"/>
                  </a:lnTo>
                  <a:lnTo>
                    <a:pt x="144" y="86"/>
                  </a:lnTo>
                  <a:lnTo>
                    <a:pt x="148" y="77"/>
                  </a:lnTo>
                  <a:lnTo>
                    <a:pt x="153" y="70"/>
                  </a:lnTo>
                  <a:lnTo>
                    <a:pt x="159" y="62"/>
                  </a:lnTo>
                  <a:lnTo>
                    <a:pt x="165" y="56"/>
                  </a:lnTo>
                  <a:lnTo>
                    <a:pt x="171" y="49"/>
                  </a:lnTo>
                  <a:lnTo>
                    <a:pt x="178" y="44"/>
                  </a:lnTo>
                  <a:lnTo>
                    <a:pt x="187" y="40"/>
                  </a:lnTo>
                  <a:lnTo>
                    <a:pt x="195" y="35"/>
                  </a:lnTo>
                  <a:lnTo>
                    <a:pt x="203" y="32"/>
                  </a:lnTo>
                  <a:lnTo>
                    <a:pt x="213" y="30"/>
                  </a:lnTo>
                  <a:lnTo>
                    <a:pt x="221" y="28"/>
                  </a:lnTo>
                  <a:lnTo>
                    <a:pt x="231" y="28"/>
                  </a:lnTo>
                  <a:lnTo>
                    <a:pt x="241" y="28"/>
                  </a:lnTo>
                  <a:lnTo>
                    <a:pt x="250" y="30"/>
                  </a:lnTo>
                  <a:lnTo>
                    <a:pt x="260" y="32"/>
                  </a:lnTo>
                  <a:lnTo>
                    <a:pt x="269" y="35"/>
                  </a:lnTo>
                  <a:lnTo>
                    <a:pt x="276" y="40"/>
                  </a:lnTo>
                  <a:lnTo>
                    <a:pt x="285" y="44"/>
                  </a:lnTo>
                  <a:lnTo>
                    <a:pt x="291" y="49"/>
                  </a:lnTo>
                  <a:lnTo>
                    <a:pt x="299" y="56"/>
                  </a:lnTo>
                  <a:lnTo>
                    <a:pt x="304" y="62"/>
                  </a:lnTo>
                  <a:lnTo>
                    <a:pt x="309" y="70"/>
                  </a:lnTo>
                  <a:lnTo>
                    <a:pt x="315" y="77"/>
                  </a:lnTo>
                  <a:lnTo>
                    <a:pt x="318" y="86"/>
                  </a:lnTo>
                  <a:lnTo>
                    <a:pt x="321" y="94"/>
                  </a:lnTo>
                  <a:lnTo>
                    <a:pt x="324" y="103"/>
                  </a:lnTo>
                  <a:lnTo>
                    <a:pt x="325" y="113"/>
                  </a:lnTo>
                  <a:lnTo>
                    <a:pt x="325" y="122"/>
                  </a:lnTo>
                  <a:lnTo>
                    <a:pt x="325" y="132"/>
                  </a:lnTo>
                  <a:lnTo>
                    <a:pt x="324" y="142"/>
                  </a:lnTo>
                  <a:lnTo>
                    <a:pt x="321" y="150"/>
                  </a:lnTo>
                  <a:lnTo>
                    <a:pt x="318" y="159"/>
                  </a:lnTo>
                  <a:lnTo>
                    <a:pt x="315" y="167"/>
                  </a:lnTo>
                  <a:lnTo>
                    <a:pt x="309" y="175"/>
                  </a:lnTo>
                  <a:lnTo>
                    <a:pt x="304" y="182"/>
                  </a:lnTo>
                  <a:lnTo>
                    <a:pt x="299" y="189"/>
                  </a:lnTo>
                  <a:lnTo>
                    <a:pt x="291" y="195"/>
                  </a:lnTo>
                  <a:lnTo>
                    <a:pt x="285" y="201"/>
                  </a:lnTo>
                  <a:lnTo>
                    <a:pt x="276" y="205"/>
                  </a:lnTo>
                  <a:lnTo>
                    <a:pt x="269" y="209"/>
                  </a:lnTo>
                  <a:lnTo>
                    <a:pt x="260" y="213"/>
                  </a:lnTo>
                  <a:lnTo>
                    <a:pt x="250" y="215"/>
                  </a:lnTo>
                  <a:lnTo>
                    <a:pt x="241" y="216"/>
                  </a:lnTo>
                  <a:lnTo>
                    <a:pt x="231" y="2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8"/>
          <p:cNvGrpSpPr/>
          <p:nvPr/>
        </p:nvGrpSpPr>
        <p:grpSpPr>
          <a:xfrm>
            <a:off x="3640236" y="3477262"/>
            <a:ext cx="376238" cy="376238"/>
            <a:chOff x="1554163" y="2508251"/>
            <a:chExt cx="376238" cy="376238"/>
          </a:xfrm>
        </p:grpSpPr>
        <p:sp>
          <p:nvSpPr>
            <p:cNvPr id="579" name="Google Shape;579;p8"/>
            <p:cNvSpPr/>
            <p:nvPr/>
          </p:nvSpPr>
          <p:spPr>
            <a:xfrm>
              <a:off x="1593851" y="2508251"/>
              <a:ext cx="336550" cy="327025"/>
            </a:xfrm>
            <a:custGeom>
              <a:avLst/>
              <a:gdLst/>
              <a:ahLst/>
              <a:cxnLst/>
              <a:rect l="l" t="t" r="r" b="b"/>
              <a:pathLst>
                <a:path w="636" h="618" extrusionOk="0">
                  <a:moveTo>
                    <a:pt x="629" y="2"/>
                  </a:moveTo>
                  <a:lnTo>
                    <a:pt x="626" y="1"/>
                  </a:lnTo>
                  <a:lnTo>
                    <a:pt x="621" y="0"/>
                  </a:lnTo>
                  <a:lnTo>
                    <a:pt x="618" y="1"/>
                  </a:lnTo>
                  <a:lnTo>
                    <a:pt x="615" y="2"/>
                  </a:lnTo>
                  <a:lnTo>
                    <a:pt x="361" y="152"/>
                  </a:lnTo>
                  <a:lnTo>
                    <a:pt x="356" y="156"/>
                  </a:lnTo>
                  <a:lnTo>
                    <a:pt x="354" y="161"/>
                  </a:lnTo>
                  <a:lnTo>
                    <a:pt x="354" y="166"/>
                  </a:lnTo>
                  <a:lnTo>
                    <a:pt x="355" y="172"/>
                  </a:lnTo>
                  <a:lnTo>
                    <a:pt x="360" y="176"/>
                  </a:lnTo>
                  <a:lnTo>
                    <a:pt x="364" y="178"/>
                  </a:lnTo>
                  <a:lnTo>
                    <a:pt x="369" y="178"/>
                  </a:lnTo>
                  <a:lnTo>
                    <a:pt x="375" y="176"/>
                  </a:lnTo>
                  <a:lnTo>
                    <a:pt x="557" y="68"/>
                  </a:lnTo>
                  <a:lnTo>
                    <a:pt x="217" y="422"/>
                  </a:lnTo>
                  <a:lnTo>
                    <a:pt x="48" y="369"/>
                  </a:lnTo>
                  <a:lnTo>
                    <a:pt x="268" y="239"/>
                  </a:lnTo>
                  <a:lnTo>
                    <a:pt x="273" y="235"/>
                  </a:lnTo>
                  <a:lnTo>
                    <a:pt x="275" y="231"/>
                  </a:lnTo>
                  <a:lnTo>
                    <a:pt x="276" y="225"/>
                  </a:lnTo>
                  <a:lnTo>
                    <a:pt x="274" y="220"/>
                  </a:lnTo>
                  <a:lnTo>
                    <a:pt x="269" y="216"/>
                  </a:lnTo>
                  <a:lnTo>
                    <a:pt x="265" y="213"/>
                  </a:lnTo>
                  <a:lnTo>
                    <a:pt x="260" y="213"/>
                  </a:lnTo>
                  <a:lnTo>
                    <a:pt x="254" y="216"/>
                  </a:lnTo>
                  <a:lnTo>
                    <a:pt x="7" y="362"/>
                  </a:lnTo>
                  <a:lnTo>
                    <a:pt x="3" y="364"/>
                  </a:lnTo>
                  <a:lnTo>
                    <a:pt x="1" y="368"/>
                  </a:lnTo>
                  <a:lnTo>
                    <a:pt x="0" y="371"/>
                  </a:lnTo>
                  <a:lnTo>
                    <a:pt x="0" y="375"/>
                  </a:lnTo>
                  <a:lnTo>
                    <a:pt x="1" y="379"/>
                  </a:lnTo>
                  <a:lnTo>
                    <a:pt x="3" y="383"/>
                  </a:lnTo>
                  <a:lnTo>
                    <a:pt x="7" y="385"/>
                  </a:lnTo>
                  <a:lnTo>
                    <a:pt x="10" y="387"/>
                  </a:lnTo>
                  <a:lnTo>
                    <a:pt x="211" y="448"/>
                  </a:lnTo>
                  <a:lnTo>
                    <a:pt x="301" y="611"/>
                  </a:lnTo>
                  <a:lnTo>
                    <a:pt x="301" y="612"/>
                  </a:lnTo>
                  <a:lnTo>
                    <a:pt x="302" y="612"/>
                  </a:lnTo>
                  <a:lnTo>
                    <a:pt x="304" y="615"/>
                  </a:lnTo>
                  <a:lnTo>
                    <a:pt x="308" y="617"/>
                  </a:lnTo>
                  <a:lnTo>
                    <a:pt x="310" y="618"/>
                  </a:lnTo>
                  <a:lnTo>
                    <a:pt x="313" y="618"/>
                  </a:lnTo>
                  <a:lnTo>
                    <a:pt x="318" y="617"/>
                  </a:lnTo>
                  <a:lnTo>
                    <a:pt x="323" y="614"/>
                  </a:lnTo>
                  <a:lnTo>
                    <a:pt x="425" y="514"/>
                  </a:lnTo>
                  <a:lnTo>
                    <a:pt x="618" y="573"/>
                  </a:lnTo>
                  <a:lnTo>
                    <a:pt x="620" y="573"/>
                  </a:lnTo>
                  <a:lnTo>
                    <a:pt x="622" y="574"/>
                  </a:lnTo>
                  <a:lnTo>
                    <a:pt x="627" y="573"/>
                  </a:lnTo>
                  <a:lnTo>
                    <a:pt x="630" y="571"/>
                  </a:lnTo>
                  <a:lnTo>
                    <a:pt x="632" y="569"/>
                  </a:lnTo>
                  <a:lnTo>
                    <a:pt x="634" y="566"/>
                  </a:lnTo>
                  <a:lnTo>
                    <a:pt x="635" y="563"/>
                  </a:lnTo>
                  <a:lnTo>
                    <a:pt x="636" y="560"/>
                  </a:lnTo>
                  <a:lnTo>
                    <a:pt x="636" y="14"/>
                  </a:lnTo>
                  <a:lnTo>
                    <a:pt x="635" y="10"/>
                  </a:lnTo>
                  <a:lnTo>
                    <a:pt x="634" y="7"/>
                  </a:lnTo>
                  <a:lnTo>
                    <a:pt x="632" y="4"/>
                  </a:lnTo>
                  <a:lnTo>
                    <a:pt x="629" y="2"/>
                  </a:lnTo>
                  <a:close/>
                  <a:moveTo>
                    <a:pt x="302" y="457"/>
                  </a:moveTo>
                  <a:lnTo>
                    <a:pt x="299" y="461"/>
                  </a:lnTo>
                  <a:lnTo>
                    <a:pt x="299" y="466"/>
                  </a:lnTo>
                  <a:lnTo>
                    <a:pt x="299" y="550"/>
                  </a:lnTo>
                  <a:lnTo>
                    <a:pt x="238" y="439"/>
                  </a:lnTo>
                  <a:lnTo>
                    <a:pt x="508" y="160"/>
                  </a:lnTo>
                  <a:lnTo>
                    <a:pt x="302" y="457"/>
                  </a:lnTo>
                  <a:close/>
                  <a:moveTo>
                    <a:pt x="327" y="571"/>
                  </a:moveTo>
                  <a:lnTo>
                    <a:pt x="327" y="484"/>
                  </a:lnTo>
                  <a:lnTo>
                    <a:pt x="395" y="504"/>
                  </a:lnTo>
                  <a:lnTo>
                    <a:pt x="327" y="571"/>
                  </a:lnTo>
                  <a:close/>
                  <a:moveTo>
                    <a:pt x="608" y="541"/>
                  </a:moveTo>
                  <a:lnTo>
                    <a:pt x="335" y="457"/>
                  </a:lnTo>
                  <a:lnTo>
                    <a:pt x="608" y="63"/>
                  </a:lnTo>
                  <a:lnTo>
                    <a:pt x="608" y="541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8"/>
            <p:cNvSpPr/>
            <p:nvPr/>
          </p:nvSpPr>
          <p:spPr>
            <a:xfrm>
              <a:off x="1593851" y="2762251"/>
              <a:ext cx="84138" cy="82550"/>
            </a:xfrm>
            <a:custGeom>
              <a:avLst/>
              <a:gdLst/>
              <a:ahLst/>
              <a:cxnLst/>
              <a:rect l="l" t="t" r="r" b="b"/>
              <a:pathLst>
                <a:path w="158" h="157" extrusionOk="0">
                  <a:moveTo>
                    <a:pt x="154" y="4"/>
                  </a:moveTo>
                  <a:lnTo>
                    <a:pt x="148" y="1"/>
                  </a:lnTo>
                  <a:lnTo>
                    <a:pt x="144" y="0"/>
                  </a:lnTo>
                  <a:lnTo>
                    <a:pt x="139" y="1"/>
                  </a:lnTo>
                  <a:lnTo>
                    <a:pt x="133" y="4"/>
                  </a:lnTo>
                  <a:lnTo>
                    <a:pt x="4" y="134"/>
                  </a:lnTo>
                  <a:lnTo>
                    <a:pt x="1" y="138"/>
                  </a:lnTo>
                  <a:lnTo>
                    <a:pt x="0" y="143"/>
                  </a:lnTo>
                  <a:lnTo>
                    <a:pt x="1" y="149"/>
                  </a:lnTo>
                  <a:lnTo>
                    <a:pt x="4" y="153"/>
                  </a:lnTo>
                  <a:lnTo>
                    <a:pt x="9" y="156"/>
                  </a:lnTo>
                  <a:lnTo>
                    <a:pt x="14" y="157"/>
                  </a:lnTo>
                  <a:lnTo>
                    <a:pt x="19" y="156"/>
                  </a:lnTo>
                  <a:lnTo>
                    <a:pt x="24" y="153"/>
                  </a:lnTo>
                  <a:lnTo>
                    <a:pt x="154" y="23"/>
                  </a:lnTo>
                  <a:lnTo>
                    <a:pt x="157" y="19"/>
                  </a:lnTo>
                  <a:lnTo>
                    <a:pt x="158" y="14"/>
                  </a:lnTo>
                  <a:lnTo>
                    <a:pt x="157" y="8"/>
                  </a:lnTo>
                  <a:lnTo>
                    <a:pt x="154" y="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8"/>
            <p:cNvSpPr/>
            <p:nvPr/>
          </p:nvSpPr>
          <p:spPr>
            <a:xfrm>
              <a:off x="1554163" y="285273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60" h="61" extrusionOk="0">
                  <a:moveTo>
                    <a:pt x="56" y="5"/>
                  </a:moveTo>
                  <a:lnTo>
                    <a:pt x="51" y="1"/>
                  </a:lnTo>
                  <a:lnTo>
                    <a:pt x="46" y="0"/>
                  </a:lnTo>
                  <a:lnTo>
                    <a:pt x="41" y="1"/>
                  </a:lnTo>
                  <a:lnTo>
                    <a:pt x="36" y="5"/>
                  </a:lnTo>
                  <a:lnTo>
                    <a:pt x="4" y="37"/>
                  </a:lnTo>
                  <a:lnTo>
                    <a:pt x="1" y="41"/>
                  </a:lnTo>
                  <a:lnTo>
                    <a:pt x="0" y="47"/>
                  </a:lnTo>
                  <a:lnTo>
                    <a:pt x="1" y="52"/>
                  </a:lnTo>
                  <a:lnTo>
                    <a:pt x="4" y="56"/>
                  </a:lnTo>
                  <a:lnTo>
                    <a:pt x="9" y="59"/>
                  </a:lnTo>
                  <a:lnTo>
                    <a:pt x="14" y="61"/>
                  </a:lnTo>
                  <a:lnTo>
                    <a:pt x="19" y="59"/>
                  </a:lnTo>
                  <a:lnTo>
                    <a:pt x="24" y="56"/>
                  </a:lnTo>
                  <a:lnTo>
                    <a:pt x="56" y="24"/>
                  </a:lnTo>
                  <a:lnTo>
                    <a:pt x="59" y="20"/>
                  </a:lnTo>
                  <a:lnTo>
                    <a:pt x="60" y="14"/>
                  </a:lnTo>
                  <a:lnTo>
                    <a:pt x="59" y="9"/>
                  </a:lnTo>
                  <a:lnTo>
                    <a:pt x="56" y="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8"/>
            <p:cNvSpPr/>
            <p:nvPr/>
          </p:nvSpPr>
          <p:spPr>
            <a:xfrm>
              <a:off x="1646238" y="2870201"/>
              <a:ext cx="14288" cy="14288"/>
            </a:xfrm>
            <a:custGeom>
              <a:avLst/>
              <a:gdLst/>
              <a:ahLst/>
              <a:cxnLst/>
              <a:rect l="l" t="t" r="r" b="b"/>
              <a:pathLst>
                <a:path w="28" h="27" extrusionOk="0">
                  <a:moveTo>
                    <a:pt x="24" y="4"/>
                  </a:moveTo>
                  <a:lnTo>
                    <a:pt x="19" y="1"/>
                  </a:lnTo>
                  <a:lnTo>
                    <a:pt x="14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1" y="8"/>
                  </a:lnTo>
                  <a:lnTo>
                    <a:pt x="0" y="13"/>
                  </a:lnTo>
                  <a:lnTo>
                    <a:pt x="1" y="19"/>
                  </a:lnTo>
                  <a:lnTo>
                    <a:pt x="4" y="23"/>
                  </a:lnTo>
                  <a:lnTo>
                    <a:pt x="8" y="26"/>
                  </a:lnTo>
                  <a:lnTo>
                    <a:pt x="14" y="27"/>
                  </a:lnTo>
                  <a:lnTo>
                    <a:pt x="19" y="26"/>
                  </a:lnTo>
                  <a:lnTo>
                    <a:pt x="24" y="23"/>
                  </a:lnTo>
                  <a:lnTo>
                    <a:pt x="27" y="19"/>
                  </a:lnTo>
                  <a:lnTo>
                    <a:pt x="28" y="13"/>
                  </a:lnTo>
                  <a:lnTo>
                    <a:pt x="27" y="8"/>
                  </a:lnTo>
                  <a:lnTo>
                    <a:pt x="24" y="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8"/>
            <p:cNvSpPr/>
            <p:nvPr/>
          </p:nvSpPr>
          <p:spPr>
            <a:xfrm>
              <a:off x="1665288" y="281463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92" y="5"/>
                  </a:moveTo>
                  <a:lnTo>
                    <a:pt x="88" y="2"/>
                  </a:lnTo>
                  <a:lnTo>
                    <a:pt x="83" y="0"/>
                  </a:lnTo>
                  <a:lnTo>
                    <a:pt x="77" y="2"/>
                  </a:lnTo>
                  <a:lnTo>
                    <a:pt x="73" y="5"/>
                  </a:lnTo>
                  <a:lnTo>
                    <a:pt x="5" y="73"/>
                  </a:lnTo>
                  <a:lnTo>
                    <a:pt x="1" y="78"/>
                  </a:lnTo>
                  <a:lnTo>
                    <a:pt x="0" y="83"/>
                  </a:lnTo>
                  <a:lnTo>
                    <a:pt x="1" y="89"/>
                  </a:lnTo>
                  <a:lnTo>
                    <a:pt x="5" y="93"/>
                  </a:lnTo>
                  <a:lnTo>
                    <a:pt x="9" y="96"/>
                  </a:lnTo>
                  <a:lnTo>
                    <a:pt x="14" y="97"/>
                  </a:lnTo>
                  <a:lnTo>
                    <a:pt x="20" y="96"/>
                  </a:lnTo>
                  <a:lnTo>
                    <a:pt x="24" y="93"/>
                  </a:lnTo>
                  <a:lnTo>
                    <a:pt x="92" y="24"/>
                  </a:lnTo>
                  <a:lnTo>
                    <a:pt x="96" y="20"/>
                  </a:lnTo>
                  <a:lnTo>
                    <a:pt x="97" y="14"/>
                  </a:lnTo>
                  <a:lnTo>
                    <a:pt x="96" y="9"/>
                  </a:lnTo>
                  <a:lnTo>
                    <a:pt x="92" y="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8"/>
            <p:cNvSpPr/>
            <p:nvPr/>
          </p:nvSpPr>
          <p:spPr>
            <a:xfrm>
              <a:off x="1789113" y="2811463"/>
              <a:ext cx="52388" cy="52388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94" y="4"/>
                  </a:moveTo>
                  <a:lnTo>
                    <a:pt x="88" y="1"/>
                  </a:lnTo>
                  <a:lnTo>
                    <a:pt x="84" y="0"/>
                  </a:lnTo>
                  <a:lnTo>
                    <a:pt x="79" y="1"/>
                  </a:lnTo>
                  <a:lnTo>
                    <a:pt x="73" y="4"/>
                  </a:lnTo>
                  <a:lnTo>
                    <a:pt x="5" y="73"/>
                  </a:lnTo>
                  <a:lnTo>
                    <a:pt x="1" y="77"/>
                  </a:lnTo>
                  <a:lnTo>
                    <a:pt x="0" y="83"/>
                  </a:lnTo>
                  <a:lnTo>
                    <a:pt x="1" y="88"/>
                  </a:lnTo>
                  <a:lnTo>
                    <a:pt x="5" y="92"/>
                  </a:lnTo>
                  <a:lnTo>
                    <a:pt x="9" y="96"/>
                  </a:lnTo>
                  <a:lnTo>
                    <a:pt x="14" y="97"/>
                  </a:lnTo>
                  <a:lnTo>
                    <a:pt x="20" y="96"/>
                  </a:lnTo>
                  <a:lnTo>
                    <a:pt x="25" y="92"/>
                  </a:lnTo>
                  <a:lnTo>
                    <a:pt x="94" y="24"/>
                  </a:lnTo>
                  <a:lnTo>
                    <a:pt x="97" y="19"/>
                  </a:lnTo>
                  <a:lnTo>
                    <a:pt x="97" y="14"/>
                  </a:lnTo>
                  <a:lnTo>
                    <a:pt x="97" y="9"/>
                  </a:lnTo>
                  <a:lnTo>
                    <a:pt x="94" y="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8"/>
            <p:cNvSpPr/>
            <p:nvPr/>
          </p:nvSpPr>
          <p:spPr>
            <a:xfrm>
              <a:off x="1749426" y="2606676"/>
              <a:ext cx="15875" cy="14288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4" y="5"/>
                  </a:moveTo>
                  <a:lnTo>
                    <a:pt x="19" y="2"/>
                  </a:lnTo>
                  <a:lnTo>
                    <a:pt x="14" y="0"/>
                  </a:lnTo>
                  <a:lnTo>
                    <a:pt x="9" y="2"/>
                  </a:lnTo>
                  <a:lnTo>
                    <a:pt x="4" y="5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4" y="24"/>
                  </a:lnTo>
                  <a:lnTo>
                    <a:pt x="9" y="27"/>
                  </a:lnTo>
                  <a:lnTo>
                    <a:pt x="14" y="28"/>
                  </a:lnTo>
                  <a:lnTo>
                    <a:pt x="19" y="27"/>
                  </a:lnTo>
                  <a:lnTo>
                    <a:pt x="24" y="24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7" y="9"/>
                  </a:lnTo>
                  <a:lnTo>
                    <a:pt x="24" y="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" name="Google Shape;586;p8"/>
          <p:cNvSpPr/>
          <p:nvPr/>
        </p:nvSpPr>
        <p:spPr>
          <a:xfrm>
            <a:off x="1902897" y="3467175"/>
            <a:ext cx="530138" cy="387001"/>
          </a:xfrm>
          <a:custGeom>
            <a:avLst/>
            <a:gdLst/>
            <a:ahLst/>
            <a:cxnLst/>
            <a:rect l="l" t="t" r="r" b="b"/>
            <a:pathLst>
              <a:path w="220" h="160" extrusionOk="0">
                <a:moveTo>
                  <a:pt x="200" y="0"/>
                </a:moveTo>
                <a:cubicBezTo>
                  <a:pt x="189" y="0"/>
                  <a:pt x="180" y="9"/>
                  <a:pt x="180" y="20"/>
                </a:cubicBezTo>
                <a:cubicBezTo>
                  <a:pt x="180" y="27"/>
                  <a:pt x="183" y="33"/>
                  <a:pt x="188" y="36"/>
                </a:cubicBezTo>
                <a:cubicBezTo>
                  <a:pt x="184" y="34"/>
                  <a:pt x="184" y="34"/>
                  <a:pt x="184" y="34"/>
                </a:cubicBezTo>
                <a:cubicBezTo>
                  <a:pt x="136" y="124"/>
                  <a:pt x="136" y="124"/>
                  <a:pt x="136" y="124"/>
                </a:cubicBezTo>
                <a:cubicBezTo>
                  <a:pt x="132" y="122"/>
                  <a:pt x="128" y="120"/>
                  <a:pt x="124" y="120"/>
                </a:cubicBezTo>
                <a:cubicBezTo>
                  <a:pt x="120" y="120"/>
                  <a:pt x="116" y="121"/>
                  <a:pt x="113" y="123"/>
                </a:cubicBezTo>
                <a:cubicBezTo>
                  <a:pt x="76" y="71"/>
                  <a:pt x="76" y="71"/>
                  <a:pt x="76" y="71"/>
                </a:cubicBezTo>
                <a:cubicBezTo>
                  <a:pt x="79" y="68"/>
                  <a:pt x="80" y="64"/>
                  <a:pt x="80" y="60"/>
                </a:cubicBezTo>
                <a:cubicBezTo>
                  <a:pt x="80" y="49"/>
                  <a:pt x="71" y="40"/>
                  <a:pt x="60" y="40"/>
                </a:cubicBezTo>
                <a:cubicBezTo>
                  <a:pt x="49" y="40"/>
                  <a:pt x="40" y="49"/>
                  <a:pt x="40" y="60"/>
                </a:cubicBezTo>
                <a:cubicBezTo>
                  <a:pt x="40" y="64"/>
                  <a:pt x="41" y="68"/>
                  <a:pt x="43" y="71"/>
                </a:cubicBezTo>
                <a:cubicBezTo>
                  <a:pt x="28" y="90"/>
                  <a:pt x="28" y="90"/>
                  <a:pt x="28" y="90"/>
                </a:cubicBezTo>
                <a:cubicBezTo>
                  <a:pt x="26" y="89"/>
                  <a:pt x="23" y="88"/>
                  <a:pt x="20" y="88"/>
                </a:cubicBezTo>
                <a:cubicBezTo>
                  <a:pt x="9" y="88"/>
                  <a:pt x="0" y="97"/>
                  <a:pt x="0" y="108"/>
                </a:cubicBezTo>
                <a:cubicBezTo>
                  <a:pt x="0" y="119"/>
                  <a:pt x="9" y="128"/>
                  <a:pt x="20" y="128"/>
                </a:cubicBezTo>
                <a:cubicBezTo>
                  <a:pt x="31" y="128"/>
                  <a:pt x="40" y="119"/>
                  <a:pt x="40" y="108"/>
                </a:cubicBezTo>
                <a:cubicBezTo>
                  <a:pt x="40" y="103"/>
                  <a:pt x="38" y="98"/>
                  <a:pt x="35" y="94"/>
                </a:cubicBezTo>
                <a:cubicBezTo>
                  <a:pt x="49" y="77"/>
                  <a:pt x="49" y="77"/>
                  <a:pt x="49" y="77"/>
                </a:cubicBezTo>
                <a:cubicBezTo>
                  <a:pt x="52" y="79"/>
                  <a:pt x="56" y="80"/>
                  <a:pt x="60" y="80"/>
                </a:cubicBezTo>
                <a:cubicBezTo>
                  <a:pt x="64" y="80"/>
                  <a:pt x="68" y="79"/>
                  <a:pt x="71" y="77"/>
                </a:cubicBezTo>
                <a:cubicBezTo>
                  <a:pt x="108" y="129"/>
                  <a:pt x="108" y="129"/>
                  <a:pt x="108" y="129"/>
                </a:cubicBezTo>
                <a:cubicBezTo>
                  <a:pt x="105" y="132"/>
                  <a:pt x="104" y="136"/>
                  <a:pt x="104" y="140"/>
                </a:cubicBezTo>
                <a:cubicBezTo>
                  <a:pt x="104" y="151"/>
                  <a:pt x="113" y="160"/>
                  <a:pt x="124" y="160"/>
                </a:cubicBezTo>
                <a:cubicBezTo>
                  <a:pt x="135" y="160"/>
                  <a:pt x="144" y="151"/>
                  <a:pt x="144" y="140"/>
                </a:cubicBezTo>
                <a:cubicBezTo>
                  <a:pt x="144" y="136"/>
                  <a:pt x="143" y="133"/>
                  <a:pt x="141" y="130"/>
                </a:cubicBezTo>
                <a:cubicBezTo>
                  <a:pt x="191" y="38"/>
                  <a:pt x="191" y="38"/>
                  <a:pt x="191" y="38"/>
                </a:cubicBezTo>
                <a:cubicBezTo>
                  <a:pt x="194" y="39"/>
                  <a:pt x="197" y="40"/>
                  <a:pt x="200" y="40"/>
                </a:cubicBezTo>
                <a:cubicBezTo>
                  <a:pt x="211" y="40"/>
                  <a:pt x="220" y="31"/>
                  <a:pt x="220" y="20"/>
                </a:cubicBezTo>
                <a:cubicBezTo>
                  <a:pt x="220" y="9"/>
                  <a:pt x="211" y="0"/>
                  <a:pt x="200" y="0"/>
                </a:cubicBezTo>
                <a:close/>
                <a:moveTo>
                  <a:pt x="20" y="120"/>
                </a:moveTo>
                <a:cubicBezTo>
                  <a:pt x="13" y="120"/>
                  <a:pt x="8" y="115"/>
                  <a:pt x="8" y="108"/>
                </a:cubicBezTo>
                <a:cubicBezTo>
                  <a:pt x="8" y="101"/>
                  <a:pt x="13" y="96"/>
                  <a:pt x="20" y="96"/>
                </a:cubicBezTo>
                <a:cubicBezTo>
                  <a:pt x="27" y="96"/>
                  <a:pt x="32" y="101"/>
                  <a:pt x="32" y="108"/>
                </a:cubicBezTo>
                <a:cubicBezTo>
                  <a:pt x="32" y="115"/>
                  <a:pt x="27" y="120"/>
                  <a:pt x="20" y="120"/>
                </a:cubicBezTo>
                <a:close/>
                <a:moveTo>
                  <a:pt x="60" y="72"/>
                </a:moveTo>
                <a:cubicBezTo>
                  <a:pt x="53" y="72"/>
                  <a:pt x="48" y="67"/>
                  <a:pt x="48" y="60"/>
                </a:cubicBezTo>
                <a:cubicBezTo>
                  <a:pt x="48" y="53"/>
                  <a:pt x="53" y="48"/>
                  <a:pt x="60" y="48"/>
                </a:cubicBezTo>
                <a:cubicBezTo>
                  <a:pt x="67" y="48"/>
                  <a:pt x="72" y="53"/>
                  <a:pt x="72" y="60"/>
                </a:cubicBezTo>
                <a:cubicBezTo>
                  <a:pt x="72" y="67"/>
                  <a:pt x="67" y="72"/>
                  <a:pt x="60" y="72"/>
                </a:cubicBezTo>
                <a:close/>
                <a:moveTo>
                  <a:pt x="124" y="152"/>
                </a:moveTo>
                <a:cubicBezTo>
                  <a:pt x="117" y="152"/>
                  <a:pt x="112" y="147"/>
                  <a:pt x="112" y="140"/>
                </a:cubicBezTo>
                <a:cubicBezTo>
                  <a:pt x="112" y="133"/>
                  <a:pt x="117" y="128"/>
                  <a:pt x="124" y="128"/>
                </a:cubicBezTo>
                <a:cubicBezTo>
                  <a:pt x="131" y="128"/>
                  <a:pt x="136" y="133"/>
                  <a:pt x="136" y="140"/>
                </a:cubicBezTo>
                <a:cubicBezTo>
                  <a:pt x="136" y="147"/>
                  <a:pt x="131" y="152"/>
                  <a:pt x="124" y="152"/>
                </a:cubicBezTo>
                <a:close/>
                <a:moveTo>
                  <a:pt x="200" y="32"/>
                </a:moveTo>
                <a:cubicBezTo>
                  <a:pt x="193" y="32"/>
                  <a:pt x="188" y="27"/>
                  <a:pt x="188" y="20"/>
                </a:cubicBezTo>
                <a:cubicBezTo>
                  <a:pt x="188" y="13"/>
                  <a:pt x="193" y="8"/>
                  <a:pt x="200" y="8"/>
                </a:cubicBezTo>
                <a:cubicBezTo>
                  <a:pt x="207" y="8"/>
                  <a:pt x="212" y="13"/>
                  <a:pt x="212" y="20"/>
                </a:cubicBezTo>
                <a:cubicBezTo>
                  <a:pt x="212" y="27"/>
                  <a:pt x="207" y="32"/>
                  <a:pt x="200" y="32"/>
                </a:cubicBez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" name="Google Shape;587;p8"/>
          <p:cNvGrpSpPr/>
          <p:nvPr/>
        </p:nvGrpSpPr>
        <p:grpSpPr>
          <a:xfrm>
            <a:off x="5447263" y="3408833"/>
            <a:ext cx="332470" cy="444854"/>
            <a:chOff x="7112143" y="5170957"/>
            <a:chExt cx="332470" cy="444854"/>
          </a:xfrm>
        </p:grpSpPr>
        <p:sp>
          <p:nvSpPr>
            <p:cNvPr id="588" name="Google Shape;588;p8"/>
            <p:cNvSpPr/>
            <p:nvPr/>
          </p:nvSpPr>
          <p:spPr>
            <a:xfrm>
              <a:off x="7112143" y="5292706"/>
              <a:ext cx="332470" cy="323105"/>
            </a:xfrm>
            <a:custGeom>
              <a:avLst/>
              <a:gdLst/>
              <a:ahLst/>
              <a:cxnLst/>
              <a:rect l="l" t="t" r="r" b="b"/>
              <a:pathLst>
                <a:path w="640" h="620" extrusionOk="0">
                  <a:moveTo>
                    <a:pt x="0" y="276"/>
                  </a:moveTo>
                  <a:lnTo>
                    <a:pt x="0" y="575"/>
                  </a:lnTo>
                  <a:lnTo>
                    <a:pt x="0" y="582"/>
                  </a:lnTo>
                  <a:lnTo>
                    <a:pt x="2" y="588"/>
                  </a:lnTo>
                  <a:lnTo>
                    <a:pt x="5" y="594"/>
                  </a:lnTo>
                  <a:lnTo>
                    <a:pt x="9" y="599"/>
                  </a:lnTo>
                  <a:lnTo>
                    <a:pt x="14" y="603"/>
                  </a:lnTo>
                  <a:lnTo>
                    <a:pt x="20" y="606"/>
                  </a:lnTo>
                  <a:lnTo>
                    <a:pt x="26" y="609"/>
                  </a:lnTo>
                  <a:lnTo>
                    <a:pt x="34" y="610"/>
                  </a:lnTo>
                  <a:lnTo>
                    <a:pt x="135" y="610"/>
                  </a:lnTo>
                  <a:lnTo>
                    <a:pt x="139" y="610"/>
                  </a:lnTo>
                  <a:lnTo>
                    <a:pt x="143" y="609"/>
                  </a:lnTo>
                  <a:lnTo>
                    <a:pt x="147" y="607"/>
                  </a:lnTo>
                  <a:lnTo>
                    <a:pt x="151" y="605"/>
                  </a:lnTo>
                  <a:lnTo>
                    <a:pt x="157" y="600"/>
                  </a:lnTo>
                  <a:lnTo>
                    <a:pt x="163" y="594"/>
                  </a:lnTo>
                  <a:lnTo>
                    <a:pt x="169" y="600"/>
                  </a:lnTo>
                  <a:lnTo>
                    <a:pt x="177" y="605"/>
                  </a:lnTo>
                  <a:lnTo>
                    <a:pt x="184" y="610"/>
                  </a:lnTo>
                  <a:lnTo>
                    <a:pt x="192" y="613"/>
                  </a:lnTo>
                  <a:lnTo>
                    <a:pt x="199" y="616"/>
                  </a:lnTo>
                  <a:lnTo>
                    <a:pt x="208" y="618"/>
                  </a:lnTo>
                  <a:lnTo>
                    <a:pt x="216" y="619"/>
                  </a:lnTo>
                  <a:lnTo>
                    <a:pt x="225" y="620"/>
                  </a:lnTo>
                  <a:lnTo>
                    <a:pt x="497" y="620"/>
                  </a:lnTo>
                  <a:lnTo>
                    <a:pt x="508" y="619"/>
                  </a:lnTo>
                  <a:lnTo>
                    <a:pt x="518" y="618"/>
                  </a:lnTo>
                  <a:lnTo>
                    <a:pt x="528" y="616"/>
                  </a:lnTo>
                  <a:lnTo>
                    <a:pt x="538" y="614"/>
                  </a:lnTo>
                  <a:lnTo>
                    <a:pt x="547" y="611"/>
                  </a:lnTo>
                  <a:lnTo>
                    <a:pt x="555" y="606"/>
                  </a:lnTo>
                  <a:lnTo>
                    <a:pt x="563" y="601"/>
                  </a:lnTo>
                  <a:lnTo>
                    <a:pt x="570" y="596"/>
                  </a:lnTo>
                  <a:lnTo>
                    <a:pt x="576" y="590"/>
                  </a:lnTo>
                  <a:lnTo>
                    <a:pt x="582" y="584"/>
                  </a:lnTo>
                  <a:lnTo>
                    <a:pt x="587" y="576"/>
                  </a:lnTo>
                  <a:lnTo>
                    <a:pt x="592" y="569"/>
                  </a:lnTo>
                  <a:lnTo>
                    <a:pt x="596" y="560"/>
                  </a:lnTo>
                  <a:lnTo>
                    <a:pt x="599" y="551"/>
                  </a:lnTo>
                  <a:lnTo>
                    <a:pt x="601" y="542"/>
                  </a:lnTo>
                  <a:lnTo>
                    <a:pt x="603" y="532"/>
                  </a:lnTo>
                  <a:lnTo>
                    <a:pt x="640" y="299"/>
                  </a:lnTo>
                  <a:lnTo>
                    <a:pt x="640" y="298"/>
                  </a:lnTo>
                  <a:lnTo>
                    <a:pt x="640" y="296"/>
                  </a:lnTo>
                  <a:lnTo>
                    <a:pt x="640" y="286"/>
                  </a:lnTo>
                  <a:lnTo>
                    <a:pt x="638" y="277"/>
                  </a:lnTo>
                  <a:lnTo>
                    <a:pt x="636" y="269"/>
                  </a:lnTo>
                  <a:lnTo>
                    <a:pt x="633" y="261"/>
                  </a:lnTo>
                  <a:lnTo>
                    <a:pt x="629" y="253"/>
                  </a:lnTo>
                  <a:lnTo>
                    <a:pt x="625" y="245"/>
                  </a:lnTo>
                  <a:lnTo>
                    <a:pt x="620" y="239"/>
                  </a:lnTo>
                  <a:lnTo>
                    <a:pt x="614" y="232"/>
                  </a:lnTo>
                  <a:lnTo>
                    <a:pt x="607" y="226"/>
                  </a:lnTo>
                  <a:lnTo>
                    <a:pt x="600" y="221"/>
                  </a:lnTo>
                  <a:lnTo>
                    <a:pt x="592" y="217"/>
                  </a:lnTo>
                  <a:lnTo>
                    <a:pt x="585" y="213"/>
                  </a:lnTo>
                  <a:lnTo>
                    <a:pt x="576" y="210"/>
                  </a:lnTo>
                  <a:lnTo>
                    <a:pt x="568" y="208"/>
                  </a:lnTo>
                  <a:lnTo>
                    <a:pt x="559" y="206"/>
                  </a:lnTo>
                  <a:lnTo>
                    <a:pt x="550" y="206"/>
                  </a:lnTo>
                  <a:lnTo>
                    <a:pt x="414" y="206"/>
                  </a:lnTo>
                  <a:lnTo>
                    <a:pt x="414" y="108"/>
                  </a:lnTo>
                  <a:lnTo>
                    <a:pt x="413" y="93"/>
                  </a:lnTo>
                  <a:lnTo>
                    <a:pt x="412" y="78"/>
                  </a:lnTo>
                  <a:lnTo>
                    <a:pt x="409" y="65"/>
                  </a:lnTo>
                  <a:lnTo>
                    <a:pt x="405" y="53"/>
                  </a:lnTo>
                  <a:lnTo>
                    <a:pt x="400" y="42"/>
                  </a:lnTo>
                  <a:lnTo>
                    <a:pt x="393" y="33"/>
                  </a:lnTo>
                  <a:lnTo>
                    <a:pt x="386" y="24"/>
                  </a:lnTo>
                  <a:lnTo>
                    <a:pt x="377" y="17"/>
                  </a:lnTo>
                  <a:lnTo>
                    <a:pt x="370" y="12"/>
                  </a:lnTo>
                  <a:lnTo>
                    <a:pt x="362" y="8"/>
                  </a:lnTo>
                  <a:lnTo>
                    <a:pt x="355" y="5"/>
                  </a:lnTo>
                  <a:lnTo>
                    <a:pt x="347" y="3"/>
                  </a:lnTo>
                  <a:lnTo>
                    <a:pt x="331" y="1"/>
                  </a:lnTo>
                  <a:lnTo>
                    <a:pt x="316" y="0"/>
                  </a:lnTo>
                  <a:lnTo>
                    <a:pt x="293" y="3"/>
                  </a:lnTo>
                  <a:lnTo>
                    <a:pt x="283" y="5"/>
                  </a:lnTo>
                  <a:lnTo>
                    <a:pt x="278" y="8"/>
                  </a:lnTo>
                  <a:lnTo>
                    <a:pt x="274" y="12"/>
                  </a:lnTo>
                  <a:lnTo>
                    <a:pt x="272" y="16"/>
                  </a:lnTo>
                  <a:lnTo>
                    <a:pt x="271" y="22"/>
                  </a:lnTo>
                  <a:lnTo>
                    <a:pt x="271" y="133"/>
                  </a:lnTo>
                  <a:lnTo>
                    <a:pt x="271" y="141"/>
                  </a:lnTo>
                  <a:lnTo>
                    <a:pt x="270" y="148"/>
                  </a:lnTo>
                  <a:lnTo>
                    <a:pt x="268" y="156"/>
                  </a:lnTo>
                  <a:lnTo>
                    <a:pt x="267" y="163"/>
                  </a:lnTo>
                  <a:lnTo>
                    <a:pt x="262" y="175"/>
                  </a:lnTo>
                  <a:lnTo>
                    <a:pt x="255" y="187"/>
                  </a:lnTo>
                  <a:lnTo>
                    <a:pt x="248" y="199"/>
                  </a:lnTo>
                  <a:lnTo>
                    <a:pt x="239" y="208"/>
                  </a:lnTo>
                  <a:lnTo>
                    <a:pt x="230" y="217"/>
                  </a:lnTo>
                  <a:lnTo>
                    <a:pt x="220" y="224"/>
                  </a:lnTo>
                  <a:lnTo>
                    <a:pt x="211" y="230"/>
                  </a:lnTo>
                  <a:lnTo>
                    <a:pt x="202" y="236"/>
                  </a:lnTo>
                  <a:lnTo>
                    <a:pt x="193" y="240"/>
                  </a:lnTo>
                  <a:lnTo>
                    <a:pt x="185" y="244"/>
                  </a:lnTo>
                  <a:lnTo>
                    <a:pt x="172" y="249"/>
                  </a:lnTo>
                  <a:lnTo>
                    <a:pt x="166" y="250"/>
                  </a:lnTo>
                  <a:lnTo>
                    <a:pt x="163" y="252"/>
                  </a:lnTo>
                  <a:lnTo>
                    <a:pt x="160" y="253"/>
                  </a:lnTo>
                  <a:lnTo>
                    <a:pt x="155" y="249"/>
                  </a:lnTo>
                  <a:lnTo>
                    <a:pt x="149" y="245"/>
                  </a:lnTo>
                  <a:lnTo>
                    <a:pt x="142" y="243"/>
                  </a:lnTo>
                  <a:lnTo>
                    <a:pt x="135" y="242"/>
                  </a:lnTo>
                  <a:lnTo>
                    <a:pt x="34" y="242"/>
                  </a:lnTo>
                  <a:lnTo>
                    <a:pt x="26" y="243"/>
                  </a:lnTo>
                  <a:lnTo>
                    <a:pt x="20" y="245"/>
                  </a:lnTo>
                  <a:lnTo>
                    <a:pt x="14" y="248"/>
                  </a:lnTo>
                  <a:lnTo>
                    <a:pt x="9" y="252"/>
                  </a:lnTo>
                  <a:lnTo>
                    <a:pt x="5" y="257"/>
                  </a:lnTo>
                  <a:lnTo>
                    <a:pt x="2" y="263"/>
                  </a:lnTo>
                  <a:lnTo>
                    <a:pt x="0" y="269"/>
                  </a:lnTo>
                  <a:lnTo>
                    <a:pt x="0" y="276"/>
                  </a:lnTo>
                  <a:close/>
                  <a:moveTo>
                    <a:pt x="169" y="284"/>
                  </a:moveTo>
                  <a:lnTo>
                    <a:pt x="172" y="284"/>
                  </a:lnTo>
                  <a:lnTo>
                    <a:pt x="176" y="283"/>
                  </a:lnTo>
                  <a:lnTo>
                    <a:pt x="183" y="281"/>
                  </a:lnTo>
                  <a:lnTo>
                    <a:pt x="198" y="275"/>
                  </a:lnTo>
                  <a:lnTo>
                    <a:pt x="208" y="271"/>
                  </a:lnTo>
                  <a:lnTo>
                    <a:pt x="219" y="265"/>
                  </a:lnTo>
                  <a:lnTo>
                    <a:pt x="231" y="258"/>
                  </a:lnTo>
                  <a:lnTo>
                    <a:pt x="243" y="250"/>
                  </a:lnTo>
                  <a:lnTo>
                    <a:pt x="254" y="241"/>
                  </a:lnTo>
                  <a:lnTo>
                    <a:pt x="266" y="230"/>
                  </a:lnTo>
                  <a:lnTo>
                    <a:pt x="276" y="218"/>
                  </a:lnTo>
                  <a:lnTo>
                    <a:pt x="286" y="204"/>
                  </a:lnTo>
                  <a:lnTo>
                    <a:pt x="290" y="197"/>
                  </a:lnTo>
                  <a:lnTo>
                    <a:pt x="294" y="189"/>
                  </a:lnTo>
                  <a:lnTo>
                    <a:pt x="297" y="180"/>
                  </a:lnTo>
                  <a:lnTo>
                    <a:pt x="300" y="172"/>
                  </a:lnTo>
                  <a:lnTo>
                    <a:pt x="302" y="163"/>
                  </a:lnTo>
                  <a:lnTo>
                    <a:pt x="304" y="153"/>
                  </a:lnTo>
                  <a:lnTo>
                    <a:pt x="305" y="143"/>
                  </a:lnTo>
                  <a:lnTo>
                    <a:pt x="305" y="133"/>
                  </a:lnTo>
                  <a:lnTo>
                    <a:pt x="305" y="36"/>
                  </a:lnTo>
                  <a:lnTo>
                    <a:pt x="316" y="34"/>
                  </a:lnTo>
                  <a:lnTo>
                    <a:pt x="331" y="35"/>
                  </a:lnTo>
                  <a:lnTo>
                    <a:pt x="338" y="36"/>
                  </a:lnTo>
                  <a:lnTo>
                    <a:pt x="344" y="38"/>
                  </a:lnTo>
                  <a:lnTo>
                    <a:pt x="351" y="41"/>
                  </a:lnTo>
                  <a:lnTo>
                    <a:pt x="357" y="45"/>
                  </a:lnTo>
                  <a:lnTo>
                    <a:pt x="362" y="49"/>
                  </a:lnTo>
                  <a:lnTo>
                    <a:pt x="367" y="55"/>
                  </a:lnTo>
                  <a:lnTo>
                    <a:pt x="371" y="61"/>
                  </a:lnTo>
                  <a:lnTo>
                    <a:pt x="374" y="69"/>
                  </a:lnTo>
                  <a:lnTo>
                    <a:pt x="376" y="77"/>
                  </a:lnTo>
                  <a:lnTo>
                    <a:pt x="378" y="87"/>
                  </a:lnTo>
                  <a:lnTo>
                    <a:pt x="379" y="97"/>
                  </a:lnTo>
                  <a:lnTo>
                    <a:pt x="380" y="108"/>
                  </a:lnTo>
                  <a:lnTo>
                    <a:pt x="380" y="223"/>
                  </a:lnTo>
                  <a:lnTo>
                    <a:pt x="380" y="226"/>
                  </a:lnTo>
                  <a:lnTo>
                    <a:pt x="381" y="230"/>
                  </a:lnTo>
                  <a:lnTo>
                    <a:pt x="383" y="232"/>
                  </a:lnTo>
                  <a:lnTo>
                    <a:pt x="385" y="235"/>
                  </a:lnTo>
                  <a:lnTo>
                    <a:pt x="387" y="237"/>
                  </a:lnTo>
                  <a:lnTo>
                    <a:pt x="390" y="239"/>
                  </a:lnTo>
                  <a:lnTo>
                    <a:pt x="393" y="240"/>
                  </a:lnTo>
                  <a:lnTo>
                    <a:pt x="397" y="240"/>
                  </a:lnTo>
                  <a:lnTo>
                    <a:pt x="550" y="240"/>
                  </a:lnTo>
                  <a:lnTo>
                    <a:pt x="555" y="240"/>
                  </a:lnTo>
                  <a:lnTo>
                    <a:pt x="561" y="241"/>
                  </a:lnTo>
                  <a:lnTo>
                    <a:pt x="566" y="242"/>
                  </a:lnTo>
                  <a:lnTo>
                    <a:pt x="571" y="244"/>
                  </a:lnTo>
                  <a:lnTo>
                    <a:pt x="576" y="246"/>
                  </a:lnTo>
                  <a:lnTo>
                    <a:pt x="580" y="249"/>
                  </a:lnTo>
                  <a:lnTo>
                    <a:pt x="585" y="252"/>
                  </a:lnTo>
                  <a:lnTo>
                    <a:pt x="588" y="256"/>
                  </a:lnTo>
                  <a:lnTo>
                    <a:pt x="595" y="264"/>
                  </a:lnTo>
                  <a:lnTo>
                    <a:pt x="600" y="273"/>
                  </a:lnTo>
                  <a:lnTo>
                    <a:pt x="602" y="278"/>
                  </a:lnTo>
                  <a:lnTo>
                    <a:pt x="604" y="283"/>
                  </a:lnTo>
                  <a:lnTo>
                    <a:pt x="605" y="288"/>
                  </a:lnTo>
                  <a:lnTo>
                    <a:pt x="605" y="295"/>
                  </a:lnTo>
                  <a:lnTo>
                    <a:pt x="569" y="526"/>
                  </a:lnTo>
                  <a:lnTo>
                    <a:pt x="569" y="527"/>
                  </a:lnTo>
                  <a:lnTo>
                    <a:pt x="568" y="534"/>
                  </a:lnTo>
                  <a:lnTo>
                    <a:pt x="566" y="540"/>
                  </a:lnTo>
                  <a:lnTo>
                    <a:pt x="564" y="546"/>
                  </a:lnTo>
                  <a:lnTo>
                    <a:pt x="562" y="552"/>
                  </a:lnTo>
                  <a:lnTo>
                    <a:pt x="559" y="557"/>
                  </a:lnTo>
                  <a:lnTo>
                    <a:pt x="555" y="562"/>
                  </a:lnTo>
                  <a:lnTo>
                    <a:pt x="552" y="566"/>
                  </a:lnTo>
                  <a:lnTo>
                    <a:pt x="547" y="570"/>
                  </a:lnTo>
                  <a:lnTo>
                    <a:pt x="543" y="573"/>
                  </a:lnTo>
                  <a:lnTo>
                    <a:pt x="537" y="576"/>
                  </a:lnTo>
                  <a:lnTo>
                    <a:pt x="532" y="579"/>
                  </a:lnTo>
                  <a:lnTo>
                    <a:pt x="526" y="581"/>
                  </a:lnTo>
                  <a:lnTo>
                    <a:pt x="519" y="582"/>
                  </a:lnTo>
                  <a:lnTo>
                    <a:pt x="512" y="583"/>
                  </a:lnTo>
                  <a:lnTo>
                    <a:pt x="505" y="584"/>
                  </a:lnTo>
                  <a:lnTo>
                    <a:pt x="497" y="584"/>
                  </a:lnTo>
                  <a:lnTo>
                    <a:pt x="225" y="584"/>
                  </a:lnTo>
                  <a:lnTo>
                    <a:pt x="219" y="584"/>
                  </a:lnTo>
                  <a:lnTo>
                    <a:pt x="214" y="583"/>
                  </a:lnTo>
                  <a:lnTo>
                    <a:pt x="209" y="582"/>
                  </a:lnTo>
                  <a:lnTo>
                    <a:pt x="203" y="580"/>
                  </a:lnTo>
                  <a:lnTo>
                    <a:pt x="199" y="578"/>
                  </a:lnTo>
                  <a:lnTo>
                    <a:pt x="194" y="575"/>
                  </a:lnTo>
                  <a:lnTo>
                    <a:pt x="190" y="572"/>
                  </a:lnTo>
                  <a:lnTo>
                    <a:pt x="186" y="568"/>
                  </a:lnTo>
                  <a:lnTo>
                    <a:pt x="182" y="564"/>
                  </a:lnTo>
                  <a:lnTo>
                    <a:pt x="179" y="560"/>
                  </a:lnTo>
                  <a:lnTo>
                    <a:pt x="176" y="555"/>
                  </a:lnTo>
                  <a:lnTo>
                    <a:pt x="173" y="551"/>
                  </a:lnTo>
                  <a:lnTo>
                    <a:pt x="171" y="545"/>
                  </a:lnTo>
                  <a:lnTo>
                    <a:pt x="170" y="540"/>
                  </a:lnTo>
                  <a:lnTo>
                    <a:pt x="169" y="535"/>
                  </a:lnTo>
                  <a:lnTo>
                    <a:pt x="169" y="529"/>
                  </a:lnTo>
                  <a:lnTo>
                    <a:pt x="169" y="284"/>
                  </a:lnTo>
                  <a:close/>
                  <a:moveTo>
                    <a:pt x="35" y="276"/>
                  </a:moveTo>
                  <a:lnTo>
                    <a:pt x="135" y="276"/>
                  </a:lnTo>
                  <a:lnTo>
                    <a:pt x="135" y="575"/>
                  </a:lnTo>
                  <a:lnTo>
                    <a:pt x="35" y="575"/>
                  </a:lnTo>
                  <a:lnTo>
                    <a:pt x="35" y="276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9" name="Google Shape;589;p8"/>
            <p:cNvGrpSpPr/>
            <p:nvPr/>
          </p:nvGrpSpPr>
          <p:grpSpPr>
            <a:xfrm>
              <a:off x="7130873" y="5170957"/>
              <a:ext cx="313741" cy="177942"/>
              <a:chOff x="7130873" y="5170957"/>
              <a:chExt cx="313741" cy="177942"/>
            </a:xfrm>
          </p:grpSpPr>
          <p:sp>
            <p:nvSpPr>
              <p:cNvPr id="590" name="Google Shape;590;p8"/>
              <p:cNvSpPr/>
              <p:nvPr/>
            </p:nvSpPr>
            <p:spPr>
              <a:xfrm>
                <a:off x="7280719" y="5170957"/>
                <a:ext cx="14048" cy="88971"/>
              </a:xfrm>
              <a:custGeom>
                <a:avLst/>
                <a:gdLst/>
                <a:ahLst/>
                <a:cxnLst/>
                <a:rect l="l" t="t" r="r" b="b"/>
                <a:pathLst>
                  <a:path w="34" h="172" extrusionOk="0">
                    <a:moveTo>
                      <a:pt x="34" y="155"/>
                    </a:moveTo>
                    <a:lnTo>
                      <a:pt x="34" y="18"/>
                    </a:lnTo>
                    <a:lnTo>
                      <a:pt x="34" y="15"/>
                    </a:lnTo>
                    <a:lnTo>
                      <a:pt x="33" y="11"/>
                    </a:lnTo>
                    <a:lnTo>
                      <a:pt x="31" y="8"/>
                    </a:lnTo>
                    <a:lnTo>
                      <a:pt x="29" y="6"/>
                    </a:lnTo>
                    <a:lnTo>
                      <a:pt x="27" y="3"/>
                    </a:lnTo>
                    <a:lnTo>
                      <a:pt x="24" y="1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5" y="6"/>
                    </a:lnTo>
                    <a:lnTo>
                      <a:pt x="3" y="8"/>
                    </a:lnTo>
                    <a:lnTo>
                      <a:pt x="1" y="11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0" y="155"/>
                    </a:lnTo>
                    <a:lnTo>
                      <a:pt x="0" y="159"/>
                    </a:lnTo>
                    <a:lnTo>
                      <a:pt x="1" y="162"/>
                    </a:lnTo>
                    <a:lnTo>
                      <a:pt x="3" y="165"/>
                    </a:lnTo>
                    <a:lnTo>
                      <a:pt x="5" y="167"/>
                    </a:lnTo>
                    <a:lnTo>
                      <a:pt x="8" y="169"/>
                    </a:lnTo>
                    <a:lnTo>
                      <a:pt x="10" y="171"/>
                    </a:lnTo>
                    <a:lnTo>
                      <a:pt x="14" y="172"/>
                    </a:lnTo>
                    <a:lnTo>
                      <a:pt x="17" y="172"/>
                    </a:lnTo>
                    <a:lnTo>
                      <a:pt x="21" y="172"/>
                    </a:lnTo>
                    <a:lnTo>
                      <a:pt x="24" y="171"/>
                    </a:lnTo>
                    <a:lnTo>
                      <a:pt x="27" y="169"/>
                    </a:lnTo>
                    <a:lnTo>
                      <a:pt x="29" y="167"/>
                    </a:lnTo>
                    <a:lnTo>
                      <a:pt x="31" y="165"/>
                    </a:lnTo>
                    <a:lnTo>
                      <a:pt x="33" y="162"/>
                    </a:lnTo>
                    <a:lnTo>
                      <a:pt x="34" y="158"/>
                    </a:lnTo>
                    <a:lnTo>
                      <a:pt x="34" y="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8"/>
              <p:cNvSpPr/>
              <p:nvPr/>
            </p:nvSpPr>
            <p:spPr>
              <a:xfrm>
                <a:off x="7158969" y="5213101"/>
                <a:ext cx="70240" cy="65558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14" y="131"/>
                    </a:moveTo>
                    <a:lnTo>
                      <a:pt x="118" y="131"/>
                    </a:lnTo>
                    <a:lnTo>
                      <a:pt x="121" y="130"/>
                    </a:lnTo>
                    <a:lnTo>
                      <a:pt x="124" y="129"/>
                    </a:lnTo>
                    <a:lnTo>
                      <a:pt x="127" y="126"/>
                    </a:lnTo>
                    <a:lnTo>
                      <a:pt x="129" y="124"/>
                    </a:lnTo>
                    <a:lnTo>
                      <a:pt x="130" y="121"/>
                    </a:lnTo>
                    <a:lnTo>
                      <a:pt x="131" y="118"/>
                    </a:lnTo>
                    <a:lnTo>
                      <a:pt x="132" y="114"/>
                    </a:lnTo>
                    <a:lnTo>
                      <a:pt x="131" y="111"/>
                    </a:lnTo>
                    <a:lnTo>
                      <a:pt x="130" y="108"/>
                    </a:lnTo>
                    <a:lnTo>
                      <a:pt x="129" y="105"/>
                    </a:lnTo>
                    <a:lnTo>
                      <a:pt x="127" y="102"/>
                    </a:lnTo>
                    <a:lnTo>
                      <a:pt x="29" y="5"/>
                    </a:lnTo>
                    <a:lnTo>
                      <a:pt x="27" y="3"/>
                    </a:lnTo>
                    <a:lnTo>
                      <a:pt x="24" y="1"/>
                    </a:lnTo>
                    <a:lnTo>
                      <a:pt x="20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5" y="5"/>
                    </a:lnTo>
                    <a:lnTo>
                      <a:pt x="3" y="8"/>
                    </a:lnTo>
                    <a:lnTo>
                      <a:pt x="1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0" y="20"/>
                    </a:lnTo>
                    <a:lnTo>
                      <a:pt x="1" y="23"/>
                    </a:lnTo>
                    <a:lnTo>
                      <a:pt x="3" y="26"/>
                    </a:lnTo>
                    <a:lnTo>
                      <a:pt x="5" y="29"/>
                    </a:lnTo>
                    <a:lnTo>
                      <a:pt x="102" y="126"/>
                    </a:lnTo>
                    <a:lnTo>
                      <a:pt x="105" y="129"/>
                    </a:lnTo>
                    <a:lnTo>
                      <a:pt x="108" y="130"/>
                    </a:lnTo>
                    <a:lnTo>
                      <a:pt x="111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>
                <a:off x="7355642" y="5330168"/>
                <a:ext cx="88971" cy="18731"/>
              </a:xfrm>
              <a:custGeom>
                <a:avLst/>
                <a:gdLst/>
                <a:ahLst/>
                <a:cxnLst/>
                <a:rect l="l" t="t" r="r" b="b"/>
                <a:pathLst>
                  <a:path w="171" h="35" extrusionOk="0">
                    <a:moveTo>
                      <a:pt x="154" y="0"/>
                    </a:moveTo>
                    <a:lnTo>
                      <a:pt x="17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3" y="7"/>
                    </a:lnTo>
                    <a:lnTo>
                      <a:pt x="1" y="11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0" y="21"/>
                    </a:lnTo>
                    <a:lnTo>
                      <a:pt x="1" y="24"/>
                    </a:lnTo>
                    <a:lnTo>
                      <a:pt x="3" y="27"/>
                    </a:lnTo>
                    <a:lnTo>
                      <a:pt x="5" y="30"/>
                    </a:lnTo>
                    <a:lnTo>
                      <a:pt x="7" y="32"/>
                    </a:lnTo>
                    <a:lnTo>
                      <a:pt x="10" y="34"/>
                    </a:lnTo>
                    <a:lnTo>
                      <a:pt x="13" y="35"/>
                    </a:lnTo>
                    <a:lnTo>
                      <a:pt x="17" y="35"/>
                    </a:lnTo>
                    <a:lnTo>
                      <a:pt x="154" y="35"/>
                    </a:lnTo>
                    <a:lnTo>
                      <a:pt x="157" y="35"/>
                    </a:lnTo>
                    <a:lnTo>
                      <a:pt x="161" y="34"/>
                    </a:lnTo>
                    <a:lnTo>
                      <a:pt x="164" y="32"/>
                    </a:lnTo>
                    <a:lnTo>
                      <a:pt x="166" y="30"/>
                    </a:lnTo>
                    <a:lnTo>
                      <a:pt x="168" y="27"/>
                    </a:lnTo>
                    <a:lnTo>
                      <a:pt x="170" y="24"/>
                    </a:lnTo>
                    <a:lnTo>
                      <a:pt x="171" y="21"/>
                    </a:lnTo>
                    <a:lnTo>
                      <a:pt x="171" y="18"/>
                    </a:lnTo>
                    <a:lnTo>
                      <a:pt x="171" y="14"/>
                    </a:lnTo>
                    <a:lnTo>
                      <a:pt x="170" y="11"/>
                    </a:lnTo>
                    <a:lnTo>
                      <a:pt x="168" y="7"/>
                    </a:lnTo>
                    <a:lnTo>
                      <a:pt x="166" y="5"/>
                    </a:lnTo>
                    <a:lnTo>
                      <a:pt x="164" y="3"/>
                    </a:lnTo>
                    <a:lnTo>
                      <a:pt x="161" y="1"/>
                    </a:lnTo>
                    <a:lnTo>
                      <a:pt x="157" y="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>
                <a:off x="7130873" y="5330168"/>
                <a:ext cx="88971" cy="18731"/>
              </a:xfrm>
              <a:custGeom>
                <a:avLst/>
                <a:gdLst/>
                <a:ahLst/>
                <a:cxnLst/>
                <a:rect l="l" t="t" r="r" b="b"/>
                <a:pathLst>
                  <a:path w="171" h="35" extrusionOk="0">
                    <a:moveTo>
                      <a:pt x="0" y="18"/>
                    </a:moveTo>
                    <a:lnTo>
                      <a:pt x="0" y="21"/>
                    </a:lnTo>
                    <a:lnTo>
                      <a:pt x="1" y="24"/>
                    </a:lnTo>
                    <a:lnTo>
                      <a:pt x="3" y="27"/>
                    </a:lnTo>
                    <a:lnTo>
                      <a:pt x="5" y="30"/>
                    </a:lnTo>
                    <a:lnTo>
                      <a:pt x="8" y="32"/>
                    </a:lnTo>
                    <a:lnTo>
                      <a:pt x="11" y="34"/>
                    </a:lnTo>
                    <a:lnTo>
                      <a:pt x="14" y="35"/>
                    </a:lnTo>
                    <a:lnTo>
                      <a:pt x="17" y="35"/>
                    </a:lnTo>
                    <a:lnTo>
                      <a:pt x="154" y="35"/>
                    </a:lnTo>
                    <a:lnTo>
                      <a:pt x="158" y="35"/>
                    </a:lnTo>
                    <a:lnTo>
                      <a:pt x="161" y="34"/>
                    </a:lnTo>
                    <a:lnTo>
                      <a:pt x="164" y="32"/>
                    </a:lnTo>
                    <a:lnTo>
                      <a:pt x="166" y="30"/>
                    </a:lnTo>
                    <a:lnTo>
                      <a:pt x="169" y="27"/>
                    </a:lnTo>
                    <a:lnTo>
                      <a:pt x="170" y="24"/>
                    </a:lnTo>
                    <a:lnTo>
                      <a:pt x="171" y="21"/>
                    </a:lnTo>
                    <a:lnTo>
                      <a:pt x="171" y="18"/>
                    </a:lnTo>
                    <a:lnTo>
                      <a:pt x="171" y="14"/>
                    </a:lnTo>
                    <a:lnTo>
                      <a:pt x="170" y="11"/>
                    </a:lnTo>
                    <a:lnTo>
                      <a:pt x="169" y="7"/>
                    </a:lnTo>
                    <a:lnTo>
                      <a:pt x="166" y="5"/>
                    </a:lnTo>
                    <a:lnTo>
                      <a:pt x="164" y="3"/>
                    </a:lnTo>
                    <a:lnTo>
                      <a:pt x="161" y="1"/>
                    </a:lnTo>
                    <a:lnTo>
                      <a:pt x="158" y="0"/>
                    </a:lnTo>
                    <a:lnTo>
                      <a:pt x="154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5" y="5"/>
                    </a:lnTo>
                    <a:lnTo>
                      <a:pt x="3" y="7"/>
                    </a:lnTo>
                    <a:lnTo>
                      <a:pt x="1" y="11"/>
                    </a:lnTo>
                    <a:lnTo>
                      <a:pt x="0" y="14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8"/>
              <p:cNvSpPr/>
              <p:nvPr/>
            </p:nvSpPr>
            <p:spPr>
              <a:xfrm>
                <a:off x="7336911" y="5217783"/>
                <a:ext cx="70240" cy="7024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2" extrusionOk="0">
                    <a:moveTo>
                      <a:pt x="30" y="127"/>
                    </a:moveTo>
                    <a:lnTo>
                      <a:pt x="127" y="30"/>
                    </a:lnTo>
                    <a:lnTo>
                      <a:pt x="129" y="27"/>
                    </a:lnTo>
                    <a:lnTo>
                      <a:pt x="130" y="24"/>
                    </a:lnTo>
                    <a:lnTo>
                      <a:pt x="131" y="20"/>
                    </a:lnTo>
                    <a:lnTo>
                      <a:pt x="132" y="17"/>
                    </a:lnTo>
                    <a:lnTo>
                      <a:pt x="131" y="14"/>
                    </a:lnTo>
                    <a:lnTo>
                      <a:pt x="130" y="10"/>
                    </a:lnTo>
                    <a:lnTo>
                      <a:pt x="129" y="8"/>
                    </a:lnTo>
                    <a:lnTo>
                      <a:pt x="127" y="5"/>
                    </a:lnTo>
                    <a:lnTo>
                      <a:pt x="124" y="3"/>
                    </a:lnTo>
                    <a:lnTo>
                      <a:pt x="121" y="1"/>
                    </a:lnTo>
                    <a:lnTo>
                      <a:pt x="118" y="0"/>
                    </a:lnTo>
                    <a:lnTo>
                      <a:pt x="115" y="0"/>
                    </a:lnTo>
                    <a:lnTo>
                      <a:pt x="111" y="0"/>
                    </a:lnTo>
                    <a:lnTo>
                      <a:pt x="108" y="1"/>
                    </a:lnTo>
                    <a:lnTo>
                      <a:pt x="105" y="3"/>
                    </a:lnTo>
                    <a:lnTo>
                      <a:pt x="102" y="5"/>
                    </a:lnTo>
                    <a:lnTo>
                      <a:pt x="5" y="102"/>
                    </a:lnTo>
                    <a:lnTo>
                      <a:pt x="3" y="105"/>
                    </a:lnTo>
                    <a:lnTo>
                      <a:pt x="1" y="108"/>
                    </a:lnTo>
                    <a:lnTo>
                      <a:pt x="1" y="111"/>
                    </a:lnTo>
                    <a:lnTo>
                      <a:pt x="0" y="114"/>
                    </a:lnTo>
                    <a:lnTo>
                      <a:pt x="1" y="117"/>
                    </a:lnTo>
                    <a:lnTo>
                      <a:pt x="1" y="121"/>
                    </a:lnTo>
                    <a:lnTo>
                      <a:pt x="3" y="124"/>
                    </a:lnTo>
                    <a:lnTo>
                      <a:pt x="5" y="127"/>
                    </a:lnTo>
                    <a:lnTo>
                      <a:pt x="8" y="129"/>
                    </a:lnTo>
                    <a:lnTo>
                      <a:pt x="11" y="131"/>
                    </a:lnTo>
                    <a:lnTo>
                      <a:pt x="14" y="132"/>
                    </a:lnTo>
                    <a:lnTo>
                      <a:pt x="17" y="132"/>
                    </a:lnTo>
                    <a:lnTo>
                      <a:pt x="21" y="132"/>
                    </a:lnTo>
                    <a:lnTo>
                      <a:pt x="24" y="131"/>
                    </a:lnTo>
                    <a:lnTo>
                      <a:pt x="27" y="129"/>
                    </a:lnTo>
                    <a:lnTo>
                      <a:pt x="30" y="12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5" name="Google Shape;595;p8"/>
          <p:cNvGrpSpPr/>
          <p:nvPr/>
        </p:nvGrpSpPr>
        <p:grpSpPr>
          <a:xfrm>
            <a:off x="1959160" y="4802323"/>
            <a:ext cx="440171" cy="444854"/>
            <a:chOff x="4358727" y="347797"/>
            <a:chExt cx="440171" cy="444854"/>
          </a:xfrm>
        </p:grpSpPr>
        <p:grpSp>
          <p:nvGrpSpPr>
            <p:cNvPr id="596" name="Google Shape;596;p8"/>
            <p:cNvGrpSpPr/>
            <p:nvPr/>
          </p:nvGrpSpPr>
          <p:grpSpPr>
            <a:xfrm>
              <a:off x="4358727" y="347797"/>
              <a:ext cx="440171" cy="444854"/>
              <a:chOff x="4358727" y="347797"/>
              <a:chExt cx="440171" cy="444854"/>
            </a:xfrm>
          </p:grpSpPr>
          <p:sp>
            <p:nvSpPr>
              <p:cNvPr id="597" name="Google Shape;597;p8"/>
              <p:cNvSpPr/>
              <p:nvPr/>
            </p:nvSpPr>
            <p:spPr>
              <a:xfrm>
                <a:off x="4358727" y="347797"/>
                <a:ext cx="393345" cy="304374"/>
              </a:xfrm>
              <a:custGeom>
                <a:avLst/>
                <a:gdLst/>
                <a:ahLst/>
                <a:cxnLst/>
                <a:rect l="l" t="t" r="r" b="b"/>
                <a:pathLst>
                  <a:path w="758" h="584" extrusionOk="0">
                    <a:moveTo>
                      <a:pt x="146" y="153"/>
                    </a:moveTo>
                    <a:lnTo>
                      <a:pt x="160" y="139"/>
                    </a:lnTo>
                    <a:lnTo>
                      <a:pt x="175" y="126"/>
                    </a:lnTo>
                    <a:lnTo>
                      <a:pt x="190" y="113"/>
                    </a:lnTo>
                    <a:lnTo>
                      <a:pt x="207" y="102"/>
                    </a:lnTo>
                    <a:lnTo>
                      <a:pt x="223" y="92"/>
                    </a:lnTo>
                    <a:lnTo>
                      <a:pt x="240" y="82"/>
                    </a:lnTo>
                    <a:lnTo>
                      <a:pt x="257" y="74"/>
                    </a:lnTo>
                    <a:lnTo>
                      <a:pt x="274" y="66"/>
                    </a:lnTo>
                    <a:lnTo>
                      <a:pt x="292" y="59"/>
                    </a:lnTo>
                    <a:lnTo>
                      <a:pt x="310" y="53"/>
                    </a:lnTo>
                    <a:lnTo>
                      <a:pt x="328" y="47"/>
                    </a:lnTo>
                    <a:lnTo>
                      <a:pt x="347" y="43"/>
                    </a:lnTo>
                    <a:lnTo>
                      <a:pt x="366" y="39"/>
                    </a:lnTo>
                    <a:lnTo>
                      <a:pt x="384" y="37"/>
                    </a:lnTo>
                    <a:lnTo>
                      <a:pt x="403" y="35"/>
                    </a:lnTo>
                    <a:lnTo>
                      <a:pt x="421" y="35"/>
                    </a:lnTo>
                    <a:lnTo>
                      <a:pt x="440" y="35"/>
                    </a:lnTo>
                    <a:lnTo>
                      <a:pt x="459" y="36"/>
                    </a:lnTo>
                    <a:lnTo>
                      <a:pt x="477" y="38"/>
                    </a:lnTo>
                    <a:lnTo>
                      <a:pt x="497" y="41"/>
                    </a:lnTo>
                    <a:lnTo>
                      <a:pt x="515" y="45"/>
                    </a:lnTo>
                    <a:lnTo>
                      <a:pt x="533" y="49"/>
                    </a:lnTo>
                    <a:lnTo>
                      <a:pt x="551" y="56"/>
                    </a:lnTo>
                    <a:lnTo>
                      <a:pt x="569" y="62"/>
                    </a:lnTo>
                    <a:lnTo>
                      <a:pt x="587" y="70"/>
                    </a:lnTo>
                    <a:lnTo>
                      <a:pt x="604" y="78"/>
                    </a:lnTo>
                    <a:lnTo>
                      <a:pt x="621" y="87"/>
                    </a:lnTo>
                    <a:lnTo>
                      <a:pt x="638" y="97"/>
                    </a:lnTo>
                    <a:lnTo>
                      <a:pt x="654" y="108"/>
                    </a:lnTo>
                    <a:lnTo>
                      <a:pt x="670" y="120"/>
                    </a:lnTo>
                    <a:lnTo>
                      <a:pt x="685" y="133"/>
                    </a:lnTo>
                    <a:lnTo>
                      <a:pt x="700" y="146"/>
                    </a:lnTo>
                    <a:lnTo>
                      <a:pt x="656" y="147"/>
                    </a:lnTo>
                    <a:lnTo>
                      <a:pt x="653" y="147"/>
                    </a:lnTo>
                    <a:lnTo>
                      <a:pt x="649" y="148"/>
                    </a:lnTo>
                    <a:lnTo>
                      <a:pt x="647" y="150"/>
                    </a:lnTo>
                    <a:lnTo>
                      <a:pt x="644" y="152"/>
                    </a:lnTo>
                    <a:lnTo>
                      <a:pt x="642" y="154"/>
                    </a:lnTo>
                    <a:lnTo>
                      <a:pt x="640" y="158"/>
                    </a:lnTo>
                    <a:lnTo>
                      <a:pt x="640" y="162"/>
                    </a:lnTo>
                    <a:lnTo>
                      <a:pt x="639" y="165"/>
                    </a:lnTo>
                    <a:lnTo>
                      <a:pt x="640" y="168"/>
                    </a:lnTo>
                    <a:lnTo>
                      <a:pt x="641" y="172"/>
                    </a:lnTo>
                    <a:lnTo>
                      <a:pt x="642" y="174"/>
                    </a:lnTo>
                    <a:lnTo>
                      <a:pt x="644" y="177"/>
                    </a:lnTo>
                    <a:lnTo>
                      <a:pt x="647" y="179"/>
                    </a:lnTo>
                    <a:lnTo>
                      <a:pt x="650" y="181"/>
                    </a:lnTo>
                    <a:lnTo>
                      <a:pt x="653" y="182"/>
                    </a:lnTo>
                    <a:lnTo>
                      <a:pt x="656" y="182"/>
                    </a:lnTo>
                    <a:lnTo>
                      <a:pt x="656" y="182"/>
                    </a:lnTo>
                    <a:lnTo>
                      <a:pt x="741" y="181"/>
                    </a:lnTo>
                    <a:lnTo>
                      <a:pt x="745" y="180"/>
                    </a:lnTo>
                    <a:lnTo>
                      <a:pt x="748" y="179"/>
                    </a:lnTo>
                    <a:lnTo>
                      <a:pt x="751" y="178"/>
                    </a:lnTo>
                    <a:lnTo>
                      <a:pt x="753" y="176"/>
                    </a:lnTo>
                    <a:lnTo>
                      <a:pt x="756" y="173"/>
                    </a:lnTo>
                    <a:lnTo>
                      <a:pt x="757" y="170"/>
                    </a:lnTo>
                    <a:lnTo>
                      <a:pt x="758" y="167"/>
                    </a:lnTo>
                    <a:lnTo>
                      <a:pt x="758" y="164"/>
                    </a:lnTo>
                    <a:lnTo>
                      <a:pt x="757" y="78"/>
                    </a:lnTo>
                    <a:lnTo>
                      <a:pt x="757" y="74"/>
                    </a:lnTo>
                    <a:lnTo>
                      <a:pt x="756" y="71"/>
                    </a:lnTo>
                    <a:lnTo>
                      <a:pt x="754" y="68"/>
                    </a:lnTo>
                    <a:lnTo>
                      <a:pt x="752" y="66"/>
                    </a:lnTo>
                    <a:lnTo>
                      <a:pt x="750" y="63"/>
                    </a:lnTo>
                    <a:lnTo>
                      <a:pt x="747" y="62"/>
                    </a:lnTo>
                    <a:lnTo>
                      <a:pt x="744" y="61"/>
                    </a:lnTo>
                    <a:lnTo>
                      <a:pt x="740" y="61"/>
                    </a:lnTo>
                    <a:lnTo>
                      <a:pt x="737" y="61"/>
                    </a:lnTo>
                    <a:lnTo>
                      <a:pt x="733" y="62"/>
                    </a:lnTo>
                    <a:lnTo>
                      <a:pt x="731" y="64"/>
                    </a:lnTo>
                    <a:lnTo>
                      <a:pt x="728" y="66"/>
                    </a:lnTo>
                    <a:lnTo>
                      <a:pt x="726" y="68"/>
                    </a:lnTo>
                    <a:lnTo>
                      <a:pt x="724" y="71"/>
                    </a:lnTo>
                    <a:lnTo>
                      <a:pt x="723" y="75"/>
                    </a:lnTo>
                    <a:lnTo>
                      <a:pt x="723" y="78"/>
                    </a:lnTo>
                    <a:lnTo>
                      <a:pt x="724" y="122"/>
                    </a:lnTo>
                    <a:lnTo>
                      <a:pt x="708" y="107"/>
                    </a:lnTo>
                    <a:lnTo>
                      <a:pt x="691" y="93"/>
                    </a:lnTo>
                    <a:lnTo>
                      <a:pt x="674" y="80"/>
                    </a:lnTo>
                    <a:lnTo>
                      <a:pt x="657" y="68"/>
                    </a:lnTo>
                    <a:lnTo>
                      <a:pt x="639" y="57"/>
                    </a:lnTo>
                    <a:lnTo>
                      <a:pt x="619" y="46"/>
                    </a:lnTo>
                    <a:lnTo>
                      <a:pt x="601" y="38"/>
                    </a:lnTo>
                    <a:lnTo>
                      <a:pt x="582" y="30"/>
                    </a:lnTo>
                    <a:lnTo>
                      <a:pt x="562" y="22"/>
                    </a:lnTo>
                    <a:lnTo>
                      <a:pt x="543" y="16"/>
                    </a:lnTo>
                    <a:lnTo>
                      <a:pt x="523" y="11"/>
                    </a:lnTo>
                    <a:lnTo>
                      <a:pt x="503" y="7"/>
                    </a:lnTo>
                    <a:lnTo>
                      <a:pt x="482" y="4"/>
                    </a:lnTo>
                    <a:lnTo>
                      <a:pt x="462" y="2"/>
                    </a:lnTo>
                    <a:lnTo>
                      <a:pt x="441" y="1"/>
                    </a:lnTo>
                    <a:lnTo>
                      <a:pt x="421" y="0"/>
                    </a:lnTo>
                    <a:lnTo>
                      <a:pt x="401" y="1"/>
                    </a:lnTo>
                    <a:lnTo>
                      <a:pt x="380" y="3"/>
                    </a:lnTo>
                    <a:lnTo>
                      <a:pt x="360" y="6"/>
                    </a:lnTo>
                    <a:lnTo>
                      <a:pt x="340" y="9"/>
                    </a:lnTo>
                    <a:lnTo>
                      <a:pt x="319" y="14"/>
                    </a:lnTo>
                    <a:lnTo>
                      <a:pt x="300" y="19"/>
                    </a:lnTo>
                    <a:lnTo>
                      <a:pt x="280" y="26"/>
                    </a:lnTo>
                    <a:lnTo>
                      <a:pt x="261" y="33"/>
                    </a:lnTo>
                    <a:lnTo>
                      <a:pt x="242" y="42"/>
                    </a:lnTo>
                    <a:lnTo>
                      <a:pt x="224" y="51"/>
                    </a:lnTo>
                    <a:lnTo>
                      <a:pt x="206" y="63"/>
                    </a:lnTo>
                    <a:lnTo>
                      <a:pt x="187" y="74"/>
                    </a:lnTo>
                    <a:lnTo>
                      <a:pt x="170" y="86"/>
                    </a:lnTo>
                    <a:lnTo>
                      <a:pt x="153" y="99"/>
                    </a:lnTo>
                    <a:lnTo>
                      <a:pt x="137" y="114"/>
                    </a:lnTo>
                    <a:lnTo>
                      <a:pt x="121" y="129"/>
                    </a:lnTo>
                    <a:lnTo>
                      <a:pt x="111" y="140"/>
                    </a:lnTo>
                    <a:lnTo>
                      <a:pt x="101" y="151"/>
                    </a:lnTo>
                    <a:lnTo>
                      <a:pt x="91" y="164"/>
                    </a:lnTo>
                    <a:lnTo>
                      <a:pt x="82" y="176"/>
                    </a:lnTo>
                    <a:lnTo>
                      <a:pt x="74" y="188"/>
                    </a:lnTo>
                    <a:lnTo>
                      <a:pt x="65" y="201"/>
                    </a:lnTo>
                    <a:lnTo>
                      <a:pt x="58" y="213"/>
                    </a:lnTo>
                    <a:lnTo>
                      <a:pt x="50" y="226"/>
                    </a:lnTo>
                    <a:lnTo>
                      <a:pt x="43" y="240"/>
                    </a:lnTo>
                    <a:lnTo>
                      <a:pt x="36" y="253"/>
                    </a:lnTo>
                    <a:lnTo>
                      <a:pt x="30" y="268"/>
                    </a:lnTo>
                    <a:lnTo>
                      <a:pt x="25" y="282"/>
                    </a:lnTo>
                    <a:lnTo>
                      <a:pt x="20" y="296"/>
                    </a:lnTo>
                    <a:lnTo>
                      <a:pt x="16" y="311"/>
                    </a:lnTo>
                    <a:lnTo>
                      <a:pt x="12" y="325"/>
                    </a:lnTo>
                    <a:lnTo>
                      <a:pt x="9" y="340"/>
                    </a:lnTo>
                    <a:lnTo>
                      <a:pt x="5" y="361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8"/>
                    </a:lnTo>
                    <a:lnTo>
                      <a:pt x="0" y="428"/>
                    </a:lnTo>
                    <a:lnTo>
                      <a:pt x="0" y="446"/>
                    </a:lnTo>
                    <a:lnTo>
                      <a:pt x="1" y="464"/>
                    </a:lnTo>
                    <a:lnTo>
                      <a:pt x="3" y="483"/>
                    </a:lnTo>
                    <a:lnTo>
                      <a:pt x="6" y="501"/>
                    </a:lnTo>
                    <a:lnTo>
                      <a:pt x="9" y="519"/>
                    </a:lnTo>
                    <a:lnTo>
                      <a:pt x="14" y="537"/>
                    </a:lnTo>
                    <a:lnTo>
                      <a:pt x="19" y="555"/>
                    </a:lnTo>
                    <a:lnTo>
                      <a:pt x="25" y="572"/>
                    </a:lnTo>
                    <a:lnTo>
                      <a:pt x="27" y="578"/>
                    </a:lnTo>
                    <a:lnTo>
                      <a:pt x="31" y="581"/>
                    </a:lnTo>
                    <a:lnTo>
                      <a:pt x="36" y="584"/>
                    </a:lnTo>
                    <a:lnTo>
                      <a:pt x="41" y="584"/>
                    </a:lnTo>
                    <a:lnTo>
                      <a:pt x="43" y="584"/>
                    </a:lnTo>
                    <a:lnTo>
                      <a:pt x="47" y="583"/>
                    </a:lnTo>
                    <a:lnTo>
                      <a:pt x="50" y="582"/>
                    </a:lnTo>
                    <a:lnTo>
                      <a:pt x="53" y="580"/>
                    </a:lnTo>
                    <a:lnTo>
                      <a:pt x="55" y="577"/>
                    </a:lnTo>
                    <a:lnTo>
                      <a:pt x="57" y="574"/>
                    </a:lnTo>
                    <a:lnTo>
                      <a:pt x="58" y="570"/>
                    </a:lnTo>
                    <a:lnTo>
                      <a:pt x="59" y="567"/>
                    </a:lnTo>
                    <a:lnTo>
                      <a:pt x="58" y="564"/>
                    </a:lnTo>
                    <a:lnTo>
                      <a:pt x="58" y="560"/>
                    </a:lnTo>
                    <a:lnTo>
                      <a:pt x="49" y="534"/>
                    </a:lnTo>
                    <a:lnTo>
                      <a:pt x="42" y="507"/>
                    </a:lnTo>
                    <a:lnTo>
                      <a:pt x="37" y="480"/>
                    </a:lnTo>
                    <a:lnTo>
                      <a:pt x="34" y="452"/>
                    </a:lnTo>
                    <a:lnTo>
                      <a:pt x="33" y="425"/>
                    </a:lnTo>
                    <a:lnTo>
                      <a:pt x="35" y="398"/>
                    </a:lnTo>
                    <a:lnTo>
                      <a:pt x="38" y="371"/>
                    </a:lnTo>
                    <a:lnTo>
                      <a:pt x="42" y="344"/>
                    </a:lnTo>
                    <a:lnTo>
                      <a:pt x="50" y="318"/>
                    </a:lnTo>
                    <a:lnTo>
                      <a:pt x="58" y="292"/>
                    </a:lnTo>
                    <a:lnTo>
                      <a:pt x="69" y="267"/>
                    </a:lnTo>
                    <a:lnTo>
                      <a:pt x="81" y="242"/>
                    </a:lnTo>
                    <a:lnTo>
                      <a:pt x="94" y="219"/>
                    </a:lnTo>
                    <a:lnTo>
                      <a:pt x="110" y="196"/>
                    </a:lnTo>
                    <a:lnTo>
                      <a:pt x="127" y="174"/>
                    </a:lnTo>
                    <a:lnTo>
                      <a:pt x="146" y="153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8"/>
              <p:cNvSpPr/>
              <p:nvPr/>
            </p:nvSpPr>
            <p:spPr>
              <a:xfrm>
                <a:off x="4405553" y="488277"/>
                <a:ext cx="393345" cy="304374"/>
              </a:xfrm>
              <a:custGeom>
                <a:avLst/>
                <a:gdLst/>
                <a:ahLst/>
                <a:cxnLst/>
                <a:rect l="l" t="t" r="r" b="b"/>
                <a:pathLst>
                  <a:path w="758" h="583" extrusionOk="0">
                    <a:moveTo>
                      <a:pt x="34" y="462"/>
                    </a:moveTo>
                    <a:lnTo>
                      <a:pt x="50" y="476"/>
                    </a:lnTo>
                    <a:lnTo>
                      <a:pt x="65" y="489"/>
                    </a:lnTo>
                    <a:lnTo>
                      <a:pt x="82" y="502"/>
                    </a:lnTo>
                    <a:lnTo>
                      <a:pt x="99" y="513"/>
                    </a:lnTo>
                    <a:lnTo>
                      <a:pt x="117" y="525"/>
                    </a:lnTo>
                    <a:lnTo>
                      <a:pt x="135" y="535"/>
                    </a:lnTo>
                    <a:lnTo>
                      <a:pt x="153" y="544"/>
                    </a:lnTo>
                    <a:lnTo>
                      <a:pt x="171" y="552"/>
                    </a:lnTo>
                    <a:lnTo>
                      <a:pt x="190" y="559"/>
                    </a:lnTo>
                    <a:lnTo>
                      <a:pt x="210" y="565"/>
                    </a:lnTo>
                    <a:lnTo>
                      <a:pt x="229" y="571"/>
                    </a:lnTo>
                    <a:lnTo>
                      <a:pt x="250" y="575"/>
                    </a:lnTo>
                    <a:lnTo>
                      <a:pt x="270" y="579"/>
                    </a:lnTo>
                    <a:lnTo>
                      <a:pt x="291" y="581"/>
                    </a:lnTo>
                    <a:lnTo>
                      <a:pt x="311" y="582"/>
                    </a:lnTo>
                    <a:lnTo>
                      <a:pt x="332" y="583"/>
                    </a:lnTo>
                    <a:lnTo>
                      <a:pt x="337" y="583"/>
                    </a:lnTo>
                    <a:lnTo>
                      <a:pt x="358" y="582"/>
                    </a:lnTo>
                    <a:lnTo>
                      <a:pt x="379" y="580"/>
                    </a:lnTo>
                    <a:lnTo>
                      <a:pt x="401" y="578"/>
                    </a:lnTo>
                    <a:lnTo>
                      <a:pt x="421" y="574"/>
                    </a:lnTo>
                    <a:lnTo>
                      <a:pt x="441" y="569"/>
                    </a:lnTo>
                    <a:lnTo>
                      <a:pt x="461" y="563"/>
                    </a:lnTo>
                    <a:lnTo>
                      <a:pt x="481" y="557"/>
                    </a:lnTo>
                    <a:lnTo>
                      <a:pt x="500" y="549"/>
                    </a:lnTo>
                    <a:lnTo>
                      <a:pt x="518" y="541"/>
                    </a:lnTo>
                    <a:lnTo>
                      <a:pt x="537" y="531"/>
                    </a:lnTo>
                    <a:lnTo>
                      <a:pt x="555" y="521"/>
                    </a:lnTo>
                    <a:lnTo>
                      <a:pt x="573" y="508"/>
                    </a:lnTo>
                    <a:lnTo>
                      <a:pt x="590" y="496"/>
                    </a:lnTo>
                    <a:lnTo>
                      <a:pt x="606" y="483"/>
                    </a:lnTo>
                    <a:lnTo>
                      <a:pt x="622" y="469"/>
                    </a:lnTo>
                    <a:lnTo>
                      <a:pt x="637" y="454"/>
                    </a:lnTo>
                    <a:lnTo>
                      <a:pt x="647" y="443"/>
                    </a:lnTo>
                    <a:lnTo>
                      <a:pt x="657" y="432"/>
                    </a:lnTo>
                    <a:lnTo>
                      <a:pt x="667" y="420"/>
                    </a:lnTo>
                    <a:lnTo>
                      <a:pt x="676" y="407"/>
                    </a:lnTo>
                    <a:lnTo>
                      <a:pt x="685" y="395"/>
                    </a:lnTo>
                    <a:lnTo>
                      <a:pt x="694" y="383"/>
                    </a:lnTo>
                    <a:lnTo>
                      <a:pt x="701" y="370"/>
                    </a:lnTo>
                    <a:lnTo>
                      <a:pt x="709" y="357"/>
                    </a:lnTo>
                    <a:lnTo>
                      <a:pt x="715" y="343"/>
                    </a:lnTo>
                    <a:lnTo>
                      <a:pt x="722" y="330"/>
                    </a:lnTo>
                    <a:lnTo>
                      <a:pt x="728" y="316"/>
                    </a:lnTo>
                    <a:lnTo>
                      <a:pt x="733" y="301"/>
                    </a:lnTo>
                    <a:lnTo>
                      <a:pt x="738" y="287"/>
                    </a:lnTo>
                    <a:lnTo>
                      <a:pt x="742" y="273"/>
                    </a:lnTo>
                    <a:lnTo>
                      <a:pt x="746" y="258"/>
                    </a:lnTo>
                    <a:lnTo>
                      <a:pt x="749" y="243"/>
                    </a:lnTo>
                    <a:lnTo>
                      <a:pt x="752" y="229"/>
                    </a:lnTo>
                    <a:lnTo>
                      <a:pt x="754" y="214"/>
                    </a:lnTo>
                    <a:lnTo>
                      <a:pt x="756" y="199"/>
                    </a:lnTo>
                    <a:lnTo>
                      <a:pt x="757" y="184"/>
                    </a:lnTo>
                    <a:lnTo>
                      <a:pt x="758" y="170"/>
                    </a:lnTo>
                    <a:lnTo>
                      <a:pt x="758" y="155"/>
                    </a:lnTo>
                    <a:lnTo>
                      <a:pt x="758" y="141"/>
                    </a:lnTo>
                    <a:lnTo>
                      <a:pt x="757" y="126"/>
                    </a:lnTo>
                    <a:lnTo>
                      <a:pt x="756" y="112"/>
                    </a:lnTo>
                    <a:lnTo>
                      <a:pt x="754" y="97"/>
                    </a:lnTo>
                    <a:lnTo>
                      <a:pt x="752" y="82"/>
                    </a:lnTo>
                    <a:lnTo>
                      <a:pt x="749" y="67"/>
                    </a:lnTo>
                    <a:lnTo>
                      <a:pt x="746" y="53"/>
                    </a:lnTo>
                    <a:lnTo>
                      <a:pt x="742" y="39"/>
                    </a:lnTo>
                    <a:lnTo>
                      <a:pt x="738" y="25"/>
                    </a:lnTo>
                    <a:lnTo>
                      <a:pt x="733" y="11"/>
                    </a:lnTo>
                    <a:lnTo>
                      <a:pt x="732" y="8"/>
                    </a:lnTo>
                    <a:lnTo>
                      <a:pt x="730" y="5"/>
                    </a:lnTo>
                    <a:lnTo>
                      <a:pt x="728" y="3"/>
                    </a:lnTo>
                    <a:lnTo>
                      <a:pt x="725" y="1"/>
                    </a:lnTo>
                    <a:lnTo>
                      <a:pt x="722" y="0"/>
                    </a:lnTo>
                    <a:lnTo>
                      <a:pt x="718" y="0"/>
                    </a:lnTo>
                    <a:lnTo>
                      <a:pt x="715" y="0"/>
                    </a:lnTo>
                    <a:lnTo>
                      <a:pt x="712" y="1"/>
                    </a:lnTo>
                    <a:lnTo>
                      <a:pt x="708" y="2"/>
                    </a:lnTo>
                    <a:lnTo>
                      <a:pt x="706" y="4"/>
                    </a:lnTo>
                    <a:lnTo>
                      <a:pt x="704" y="7"/>
                    </a:lnTo>
                    <a:lnTo>
                      <a:pt x="702" y="10"/>
                    </a:lnTo>
                    <a:lnTo>
                      <a:pt x="701" y="13"/>
                    </a:lnTo>
                    <a:lnTo>
                      <a:pt x="700" y="16"/>
                    </a:lnTo>
                    <a:lnTo>
                      <a:pt x="700" y="19"/>
                    </a:lnTo>
                    <a:lnTo>
                      <a:pt x="701" y="23"/>
                    </a:lnTo>
                    <a:lnTo>
                      <a:pt x="710" y="49"/>
                    </a:lnTo>
                    <a:lnTo>
                      <a:pt x="716" y="76"/>
                    </a:lnTo>
                    <a:lnTo>
                      <a:pt x="721" y="104"/>
                    </a:lnTo>
                    <a:lnTo>
                      <a:pt x="724" y="131"/>
                    </a:lnTo>
                    <a:lnTo>
                      <a:pt x="724" y="158"/>
                    </a:lnTo>
                    <a:lnTo>
                      <a:pt x="723" y="185"/>
                    </a:lnTo>
                    <a:lnTo>
                      <a:pt x="720" y="213"/>
                    </a:lnTo>
                    <a:lnTo>
                      <a:pt x="716" y="239"/>
                    </a:lnTo>
                    <a:lnTo>
                      <a:pt x="709" y="265"/>
                    </a:lnTo>
                    <a:lnTo>
                      <a:pt x="701" y="291"/>
                    </a:lnTo>
                    <a:lnTo>
                      <a:pt x="690" y="317"/>
                    </a:lnTo>
                    <a:lnTo>
                      <a:pt x="677" y="341"/>
                    </a:lnTo>
                    <a:lnTo>
                      <a:pt x="664" y="364"/>
                    </a:lnTo>
                    <a:lnTo>
                      <a:pt x="648" y="387"/>
                    </a:lnTo>
                    <a:lnTo>
                      <a:pt x="631" y="410"/>
                    </a:lnTo>
                    <a:lnTo>
                      <a:pt x="612" y="430"/>
                    </a:lnTo>
                    <a:lnTo>
                      <a:pt x="598" y="444"/>
                    </a:lnTo>
                    <a:lnTo>
                      <a:pt x="584" y="457"/>
                    </a:lnTo>
                    <a:lnTo>
                      <a:pt x="569" y="469"/>
                    </a:lnTo>
                    <a:lnTo>
                      <a:pt x="553" y="480"/>
                    </a:lnTo>
                    <a:lnTo>
                      <a:pt x="536" y="490"/>
                    </a:lnTo>
                    <a:lnTo>
                      <a:pt x="520" y="500"/>
                    </a:lnTo>
                    <a:lnTo>
                      <a:pt x="503" y="509"/>
                    </a:lnTo>
                    <a:lnTo>
                      <a:pt x="486" y="517"/>
                    </a:lnTo>
                    <a:lnTo>
                      <a:pt x="468" y="524"/>
                    </a:lnTo>
                    <a:lnTo>
                      <a:pt x="451" y="531"/>
                    </a:lnTo>
                    <a:lnTo>
                      <a:pt x="432" y="536"/>
                    </a:lnTo>
                    <a:lnTo>
                      <a:pt x="414" y="540"/>
                    </a:lnTo>
                    <a:lnTo>
                      <a:pt x="395" y="544"/>
                    </a:lnTo>
                    <a:lnTo>
                      <a:pt x="375" y="546"/>
                    </a:lnTo>
                    <a:lnTo>
                      <a:pt x="356" y="548"/>
                    </a:lnTo>
                    <a:lnTo>
                      <a:pt x="336" y="549"/>
                    </a:lnTo>
                    <a:lnTo>
                      <a:pt x="317" y="548"/>
                    </a:lnTo>
                    <a:lnTo>
                      <a:pt x="298" y="547"/>
                    </a:lnTo>
                    <a:lnTo>
                      <a:pt x="279" y="545"/>
                    </a:lnTo>
                    <a:lnTo>
                      <a:pt x="260" y="542"/>
                    </a:lnTo>
                    <a:lnTo>
                      <a:pt x="240" y="538"/>
                    </a:lnTo>
                    <a:lnTo>
                      <a:pt x="222" y="533"/>
                    </a:lnTo>
                    <a:lnTo>
                      <a:pt x="204" y="527"/>
                    </a:lnTo>
                    <a:lnTo>
                      <a:pt x="186" y="521"/>
                    </a:lnTo>
                    <a:lnTo>
                      <a:pt x="169" y="512"/>
                    </a:lnTo>
                    <a:lnTo>
                      <a:pt x="152" y="504"/>
                    </a:lnTo>
                    <a:lnTo>
                      <a:pt x="135" y="495"/>
                    </a:lnTo>
                    <a:lnTo>
                      <a:pt x="119" y="485"/>
                    </a:lnTo>
                    <a:lnTo>
                      <a:pt x="103" y="474"/>
                    </a:lnTo>
                    <a:lnTo>
                      <a:pt x="87" y="462"/>
                    </a:lnTo>
                    <a:lnTo>
                      <a:pt x="72" y="450"/>
                    </a:lnTo>
                    <a:lnTo>
                      <a:pt x="58" y="437"/>
                    </a:lnTo>
                    <a:lnTo>
                      <a:pt x="103" y="436"/>
                    </a:lnTo>
                    <a:lnTo>
                      <a:pt x="106" y="436"/>
                    </a:lnTo>
                    <a:lnTo>
                      <a:pt x="109" y="435"/>
                    </a:lnTo>
                    <a:lnTo>
                      <a:pt x="112" y="433"/>
                    </a:lnTo>
                    <a:lnTo>
                      <a:pt x="115" y="431"/>
                    </a:lnTo>
                    <a:lnTo>
                      <a:pt x="117" y="429"/>
                    </a:lnTo>
                    <a:lnTo>
                      <a:pt x="118" y="426"/>
                    </a:lnTo>
                    <a:lnTo>
                      <a:pt x="119" y="423"/>
                    </a:lnTo>
                    <a:lnTo>
                      <a:pt x="120" y="419"/>
                    </a:lnTo>
                    <a:lnTo>
                      <a:pt x="119" y="416"/>
                    </a:lnTo>
                    <a:lnTo>
                      <a:pt x="118" y="412"/>
                    </a:lnTo>
                    <a:lnTo>
                      <a:pt x="117" y="410"/>
                    </a:lnTo>
                    <a:lnTo>
                      <a:pt x="115" y="406"/>
                    </a:lnTo>
                    <a:lnTo>
                      <a:pt x="112" y="404"/>
                    </a:lnTo>
                    <a:lnTo>
                      <a:pt x="109" y="402"/>
                    </a:lnTo>
                    <a:lnTo>
                      <a:pt x="106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6" y="402"/>
                    </a:lnTo>
                    <a:lnTo>
                      <a:pt x="13" y="402"/>
                    </a:lnTo>
                    <a:lnTo>
                      <a:pt x="10" y="404"/>
                    </a:lnTo>
                    <a:lnTo>
                      <a:pt x="7" y="405"/>
                    </a:lnTo>
                    <a:lnTo>
                      <a:pt x="4" y="407"/>
                    </a:lnTo>
                    <a:lnTo>
                      <a:pt x="2" y="411"/>
                    </a:lnTo>
                    <a:lnTo>
                      <a:pt x="1" y="414"/>
                    </a:lnTo>
                    <a:lnTo>
                      <a:pt x="0" y="417"/>
                    </a:lnTo>
                    <a:lnTo>
                      <a:pt x="0" y="420"/>
                    </a:lnTo>
                    <a:lnTo>
                      <a:pt x="1" y="505"/>
                    </a:lnTo>
                    <a:lnTo>
                      <a:pt x="1" y="509"/>
                    </a:lnTo>
                    <a:lnTo>
                      <a:pt x="2" y="512"/>
                    </a:lnTo>
                    <a:lnTo>
                      <a:pt x="4" y="516"/>
                    </a:lnTo>
                    <a:lnTo>
                      <a:pt x="6" y="518"/>
                    </a:lnTo>
                    <a:lnTo>
                      <a:pt x="8" y="520"/>
                    </a:lnTo>
                    <a:lnTo>
                      <a:pt x="11" y="522"/>
                    </a:lnTo>
                    <a:lnTo>
                      <a:pt x="14" y="523"/>
                    </a:lnTo>
                    <a:lnTo>
                      <a:pt x="18" y="523"/>
                    </a:lnTo>
                    <a:lnTo>
                      <a:pt x="18" y="523"/>
                    </a:lnTo>
                    <a:lnTo>
                      <a:pt x="21" y="523"/>
                    </a:lnTo>
                    <a:lnTo>
                      <a:pt x="25" y="522"/>
                    </a:lnTo>
                    <a:lnTo>
                      <a:pt x="27" y="520"/>
                    </a:lnTo>
                    <a:lnTo>
                      <a:pt x="30" y="518"/>
                    </a:lnTo>
                    <a:lnTo>
                      <a:pt x="32" y="516"/>
                    </a:lnTo>
                    <a:lnTo>
                      <a:pt x="33" y="512"/>
                    </a:lnTo>
                    <a:lnTo>
                      <a:pt x="34" y="509"/>
                    </a:lnTo>
                    <a:lnTo>
                      <a:pt x="35" y="505"/>
                    </a:lnTo>
                    <a:lnTo>
                      <a:pt x="34" y="462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9" name="Google Shape;599;p8"/>
            <p:cNvSpPr/>
            <p:nvPr/>
          </p:nvSpPr>
          <p:spPr>
            <a:xfrm>
              <a:off x="4443015" y="436768"/>
              <a:ext cx="271595" cy="266913"/>
            </a:xfrm>
            <a:custGeom>
              <a:avLst/>
              <a:gdLst/>
              <a:ahLst/>
              <a:cxnLst/>
              <a:rect l="l" t="t" r="r" b="b"/>
              <a:pathLst>
                <a:path w="516" h="518" extrusionOk="0">
                  <a:moveTo>
                    <a:pt x="497" y="159"/>
                  </a:moveTo>
                  <a:lnTo>
                    <a:pt x="489" y="143"/>
                  </a:lnTo>
                  <a:lnTo>
                    <a:pt x="480" y="127"/>
                  </a:lnTo>
                  <a:lnTo>
                    <a:pt x="470" y="112"/>
                  </a:lnTo>
                  <a:lnTo>
                    <a:pt x="459" y="97"/>
                  </a:lnTo>
                  <a:lnTo>
                    <a:pt x="447" y="83"/>
                  </a:lnTo>
                  <a:lnTo>
                    <a:pt x="435" y="70"/>
                  </a:lnTo>
                  <a:lnTo>
                    <a:pt x="421" y="58"/>
                  </a:lnTo>
                  <a:lnTo>
                    <a:pt x="407" y="48"/>
                  </a:lnTo>
                  <a:lnTo>
                    <a:pt x="393" y="38"/>
                  </a:lnTo>
                  <a:lnTo>
                    <a:pt x="377" y="29"/>
                  </a:lnTo>
                  <a:lnTo>
                    <a:pt x="361" y="22"/>
                  </a:lnTo>
                  <a:lnTo>
                    <a:pt x="345" y="15"/>
                  </a:lnTo>
                  <a:lnTo>
                    <a:pt x="328" y="10"/>
                  </a:lnTo>
                  <a:lnTo>
                    <a:pt x="310" y="6"/>
                  </a:lnTo>
                  <a:lnTo>
                    <a:pt x="292" y="3"/>
                  </a:lnTo>
                  <a:lnTo>
                    <a:pt x="274" y="1"/>
                  </a:lnTo>
                  <a:lnTo>
                    <a:pt x="271" y="1"/>
                  </a:lnTo>
                  <a:lnTo>
                    <a:pt x="268" y="1"/>
                  </a:lnTo>
                  <a:lnTo>
                    <a:pt x="267" y="1"/>
                  </a:lnTo>
                  <a:lnTo>
                    <a:pt x="266" y="1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1" y="0"/>
                  </a:lnTo>
                  <a:lnTo>
                    <a:pt x="258" y="0"/>
                  </a:lnTo>
                  <a:lnTo>
                    <a:pt x="245" y="1"/>
                  </a:lnTo>
                  <a:lnTo>
                    <a:pt x="233" y="2"/>
                  </a:lnTo>
                  <a:lnTo>
                    <a:pt x="220" y="3"/>
                  </a:lnTo>
                  <a:lnTo>
                    <a:pt x="208" y="5"/>
                  </a:lnTo>
                  <a:lnTo>
                    <a:pt x="196" y="8"/>
                  </a:lnTo>
                  <a:lnTo>
                    <a:pt x="184" y="11"/>
                  </a:lnTo>
                  <a:lnTo>
                    <a:pt x="172" y="15"/>
                  </a:lnTo>
                  <a:lnTo>
                    <a:pt x="159" y="20"/>
                  </a:lnTo>
                  <a:lnTo>
                    <a:pt x="147" y="25"/>
                  </a:lnTo>
                  <a:lnTo>
                    <a:pt x="136" y="31"/>
                  </a:lnTo>
                  <a:lnTo>
                    <a:pt x="125" y="37"/>
                  </a:lnTo>
                  <a:lnTo>
                    <a:pt x="114" y="44"/>
                  </a:lnTo>
                  <a:lnTo>
                    <a:pt x="104" y="51"/>
                  </a:lnTo>
                  <a:lnTo>
                    <a:pt x="94" y="58"/>
                  </a:lnTo>
                  <a:lnTo>
                    <a:pt x="85" y="67"/>
                  </a:lnTo>
                  <a:lnTo>
                    <a:pt x="76" y="75"/>
                  </a:lnTo>
                  <a:lnTo>
                    <a:pt x="67" y="84"/>
                  </a:lnTo>
                  <a:lnTo>
                    <a:pt x="59" y="95"/>
                  </a:lnTo>
                  <a:lnTo>
                    <a:pt x="52" y="104"/>
                  </a:lnTo>
                  <a:lnTo>
                    <a:pt x="44" y="115"/>
                  </a:lnTo>
                  <a:lnTo>
                    <a:pt x="38" y="125"/>
                  </a:lnTo>
                  <a:lnTo>
                    <a:pt x="31" y="136"/>
                  </a:lnTo>
                  <a:lnTo>
                    <a:pt x="26" y="148"/>
                  </a:lnTo>
                  <a:lnTo>
                    <a:pt x="20" y="159"/>
                  </a:lnTo>
                  <a:lnTo>
                    <a:pt x="15" y="171"/>
                  </a:lnTo>
                  <a:lnTo>
                    <a:pt x="11" y="183"/>
                  </a:lnTo>
                  <a:lnTo>
                    <a:pt x="8" y="196"/>
                  </a:lnTo>
                  <a:lnTo>
                    <a:pt x="5" y="209"/>
                  </a:lnTo>
                  <a:lnTo>
                    <a:pt x="3" y="221"/>
                  </a:lnTo>
                  <a:lnTo>
                    <a:pt x="1" y="234"/>
                  </a:lnTo>
                  <a:lnTo>
                    <a:pt x="0" y="246"/>
                  </a:lnTo>
                  <a:lnTo>
                    <a:pt x="0" y="258"/>
                  </a:lnTo>
                  <a:lnTo>
                    <a:pt x="0" y="271"/>
                  </a:lnTo>
                  <a:lnTo>
                    <a:pt x="1" y="283"/>
                  </a:lnTo>
                  <a:lnTo>
                    <a:pt x="3" y="296"/>
                  </a:lnTo>
                  <a:lnTo>
                    <a:pt x="5" y="309"/>
                  </a:lnTo>
                  <a:lnTo>
                    <a:pt x="8" y="321"/>
                  </a:lnTo>
                  <a:lnTo>
                    <a:pt x="11" y="333"/>
                  </a:lnTo>
                  <a:lnTo>
                    <a:pt x="15" y="345"/>
                  </a:lnTo>
                  <a:lnTo>
                    <a:pt x="20" y="357"/>
                  </a:lnTo>
                  <a:lnTo>
                    <a:pt x="29" y="375"/>
                  </a:lnTo>
                  <a:lnTo>
                    <a:pt x="38" y="392"/>
                  </a:lnTo>
                  <a:lnTo>
                    <a:pt x="48" y="409"/>
                  </a:lnTo>
                  <a:lnTo>
                    <a:pt x="60" y="424"/>
                  </a:lnTo>
                  <a:lnTo>
                    <a:pt x="72" y="438"/>
                  </a:lnTo>
                  <a:lnTo>
                    <a:pt x="85" y="451"/>
                  </a:lnTo>
                  <a:lnTo>
                    <a:pt x="100" y="463"/>
                  </a:lnTo>
                  <a:lnTo>
                    <a:pt x="115" y="473"/>
                  </a:lnTo>
                  <a:lnTo>
                    <a:pt x="131" y="483"/>
                  </a:lnTo>
                  <a:lnTo>
                    <a:pt x="147" y="492"/>
                  </a:lnTo>
                  <a:lnTo>
                    <a:pt x="164" y="499"/>
                  </a:lnTo>
                  <a:lnTo>
                    <a:pt x="183" y="505"/>
                  </a:lnTo>
                  <a:lnTo>
                    <a:pt x="201" y="510"/>
                  </a:lnTo>
                  <a:lnTo>
                    <a:pt x="220" y="515"/>
                  </a:lnTo>
                  <a:lnTo>
                    <a:pt x="239" y="517"/>
                  </a:lnTo>
                  <a:lnTo>
                    <a:pt x="258" y="518"/>
                  </a:lnTo>
                  <a:lnTo>
                    <a:pt x="260" y="518"/>
                  </a:lnTo>
                  <a:lnTo>
                    <a:pt x="262" y="517"/>
                  </a:lnTo>
                  <a:lnTo>
                    <a:pt x="263" y="517"/>
                  </a:lnTo>
                  <a:lnTo>
                    <a:pt x="264" y="518"/>
                  </a:lnTo>
                  <a:lnTo>
                    <a:pt x="265" y="518"/>
                  </a:lnTo>
                  <a:lnTo>
                    <a:pt x="265" y="517"/>
                  </a:lnTo>
                  <a:lnTo>
                    <a:pt x="268" y="517"/>
                  </a:lnTo>
                  <a:lnTo>
                    <a:pt x="270" y="517"/>
                  </a:lnTo>
                  <a:lnTo>
                    <a:pt x="272" y="517"/>
                  </a:lnTo>
                  <a:lnTo>
                    <a:pt x="272" y="517"/>
                  </a:lnTo>
                  <a:lnTo>
                    <a:pt x="273" y="517"/>
                  </a:lnTo>
                  <a:lnTo>
                    <a:pt x="294" y="515"/>
                  </a:lnTo>
                  <a:lnTo>
                    <a:pt x="315" y="510"/>
                  </a:lnTo>
                  <a:lnTo>
                    <a:pt x="337" y="504"/>
                  </a:lnTo>
                  <a:lnTo>
                    <a:pt x="357" y="497"/>
                  </a:lnTo>
                  <a:lnTo>
                    <a:pt x="369" y="492"/>
                  </a:lnTo>
                  <a:lnTo>
                    <a:pt x="380" y="486"/>
                  </a:lnTo>
                  <a:lnTo>
                    <a:pt x="391" y="480"/>
                  </a:lnTo>
                  <a:lnTo>
                    <a:pt x="402" y="473"/>
                  </a:lnTo>
                  <a:lnTo>
                    <a:pt x="412" y="466"/>
                  </a:lnTo>
                  <a:lnTo>
                    <a:pt x="422" y="458"/>
                  </a:lnTo>
                  <a:lnTo>
                    <a:pt x="431" y="450"/>
                  </a:lnTo>
                  <a:lnTo>
                    <a:pt x="440" y="442"/>
                  </a:lnTo>
                  <a:lnTo>
                    <a:pt x="449" y="433"/>
                  </a:lnTo>
                  <a:lnTo>
                    <a:pt x="457" y="423"/>
                  </a:lnTo>
                  <a:lnTo>
                    <a:pt x="466" y="413"/>
                  </a:lnTo>
                  <a:lnTo>
                    <a:pt x="473" y="402"/>
                  </a:lnTo>
                  <a:lnTo>
                    <a:pt x="480" y="392"/>
                  </a:lnTo>
                  <a:lnTo>
                    <a:pt x="486" y="381"/>
                  </a:lnTo>
                  <a:lnTo>
                    <a:pt x="492" y="369"/>
                  </a:lnTo>
                  <a:lnTo>
                    <a:pt x="497" y="357"/>
                  </a:lnTo>
                  <a:lnTo>
                    <a:pt x="501" y="346"/>
                  </a:lnTo>
                  <a:lnTo>
                    <a:pt x="505" y="333"/>
                  </a:lnTo>
                  <a:lnTo>
                    <a:pt x="509" y="321"/>
                  </a:lnTo>
                  <a:lnTo>
                    <a:pt x="511" y="309"/>
                  </a:lnTo>
                  <a:lnTo>
                    <a:pt x="514" y="296"/>
                  </a:lnTo>
                  <a:lnTo>
                    <a:pt x="515" y="283"/>
                  </a:lnTo>
                  <a:lnTo>
                    <a:pt x="516" y="271"/>
                  </a:lnTo>
                  <a:lnTo>
                    <a:pt x="516" y="258"/>
                  </a:lnTo>
                  <a:lnTo>
                    <a:pt x="516" y="246"/>
                  </a:lnTo>
                  <a:lnTo>
                    <a:pt x="515" y="234"/>
                  </a:lnTo>
                  <a:lnTo>
                    <a:pt x="514" y="221"/>
                  </a:lnTo>
                  <a:lnTo>
                    <a:pt x="511" y="209"/>
                  </a:lnTo>
                  <a:lnTo>
                    <a:pt x="509" y="196"/>
                  </a:lnTo>
                  <a:lnTo>
                    <a:pt x="505" y="184"/>
                  </a:lnTo>
                  <a:lnTo>
                    <a:pt x="501" y="171"/>
                  </a:lnTo>
                  <a:lnTo>
                    <a:pt x="497" y="160"/>
                  </a:lnTo>
                  <a:lnTo>
                    <a:pt x="497" y="160"/>
                  </a:lnTo>
                  <a:lnTo>
                    <a:pt x="497" y="159"/>
                  </a:lnTo>
                  <a:lnTo>
                    <a:pt x="497" y="160"/>
                  </a:lnTo>
                  <a:lnTo>
                    <a:pt x="497" y="159"/>
                  </a:lnTo>
                  <a:close/>
                  <a:moveTo>
                    <a:pt x="168" y="54"/>
                  </a:moveTo>
                  <a:lnTo>
                    <a:pt x="161" y="63"/>
                  </a:lnTo>
                  <a:lnTo>
                    <a:pt x="154" y="73"/>
                  </a:lnTo>
                  <a:lnTo>
                    <a:pt x="148" y="84"/>
                  </a:lnTo>
                  <a:lnTo>
                    <a:pt x="142" y="97"/>
                  </a:lnTo>
                  <a:lnTo>
                    <a:pt x="137" y="109"/>
                  </a:lnTo>
                  <a:lnTo>
                    <a:pt x="132" y="122"/>
                  </a:lnTo>
                  <a:lnTo>
                    <a:pt x="128" y="135"/>
                  </a:lnTo>
                  <a:lnTo>
                    <a:pt x="124" y="149"/>
                  </a:lnTo>
                  <a:lnTo>
                    <a:pt x="64" y="149"/>
                  </a:lnTo>
                  <a:lnTo>
                    <a:pt x="73" y="134"/>
                  </a:lnTo>
                  <a:lnTo>
                    <a:pt x="83" y="119"/>
                  </a:lnTo>
                  <a:lnTo>
                    <a:pt x="95" y="106"/>
                  </a:lnTo>
                  <a:lnTo>
                    <a:pt x="108" y="92"/>
                  </a:lnTo>
                  <a:lnTo>
                    <a:pt x="121" y="81"/>
                  </a:lnTo>
                  <a:lnTo>
                    <a:pt x="136" y="71"/>
                  </a:lnTo>
                  <a:lnTo>
                    <a:pt x="151" y="62"/>
                  </a:lnTo>
                  <a:lnTo>
                    <a:pt x="168" y="54"/>
                  </a:lnTo>
                  <a:close/>
                  <a:moveTo>
                    <a:pt x="48" y="183"/>
                  </a:moveTo>
                  <a:lnTo>
                    <a:pt x="116" y="183"/>
                  </a:lnTo>
                  <a:lnTo>
                    <a:pt x="113" y="202"/>
                  </a:lnTo>
                  <a:lnTo>
                    <a:pt x="112" y="221"/>
                  </a:lnTo>
                  <a:lnTo>
                    <a:pt x="110" y="239"/>
                  </a:lnTo>
                  <a:lnTo>
                    <a:pt x="110" y="259"/>
                  </a:lnTo>
                  <a:lnTo>
                    <a:pt x="110" y="278"/>
                  </a:lnTo>
                  <a:lnTo>
                    <a:pt x="112" y="297"/>
                  </a:lnTo>
                  <a:lnTo>
                    <a:pt x="114" y="316"/>
                  </a:lnTo>
                  <a:lnTo>
                    <a:pt x="117" y="334"/>
                  </a:lnTo>
                  <a:lnTo>
                    <a:pt x="48" y="334"/>
                  </a:lnTo>
                  <a:lnTo>
                    <a:pt x="42" y="316"/>
                  </a:lnTo>
                  <a:lnTo>
                    <a:pt x="38" y="296"/>
                  </a:lnTo>
                  <a:lnTo>
                    <a:pt x="36" y="277"/>
                  </a:lnTo>
                  <a:lnTo>
                    <a:pt x="35" y="259"/>
                  </a:lnTo>
                  <a:lnTo>
                    <a:pt x="36" y="240"/>
                  </a:lnTo>
                  <a:lnTo>
                    <a:pt x="38" y="221"/>
                  </a:lnTo>
                  <a:lnTo>
                    <a:pt x="42" y="203"/>
                  </a:lnTo>
                  <a:lnTo>
                    <a:pt x="48" y="183"/>
                  </a:lnTo>
                  <a:close/>
                  <a:moveTo>
                    <a:pt x="64" y="368"/>
                  </a:moveTo>
                  <a:lnTo>
                    <a:pt x="125" y="368"/>
                  </a:lnTo>
                  <a:lnTo>
                    <a:pt x="129" y="382"/>
                  </a:lnTo>
                  <a:lnTo>
                    <a:pt x="134" y="396"/>
                  </a:lnTo>
                  <a:lnTo>
                    <a:pt x="139" y="410"/>
                  </a:lnTo>
                  <a:lnTo>
                    <a:pt x="145" y="422"/>
                  </a:lnTo>
                  <a:lnTo>
                    <a:pt x="151" y="434"/>
                  </a:lnTo>
                  <a:lnTo>
                    <a:pt x="157" y="445"/>
                  </a:lnTo>
                  <a:lnTo>
                    <a:pt x="164" y="456"/>
                  </a:lnTo>
                  <a:lnTo>
                    <a:pt x="172" y="465"/>
                  </a:lnTo>
                  <a:lnTo>
                    <a:pt x="155" y="458"/>
                  </a:lnTo>
                  <a:lnTo>
                    <a:pt x="139" y="449"/>
                  </a:lnTo>
                  <a:lnTo>
                    <a:pt x="124" y="438"/>
                  </a:lnTo>
                  <a:lnTo>
                    <a:pt x="110" y="427"/>
                  </a:lnTo>
                  <a:lnTo>
                    <a:pt x="96" y="414"/>
                  </a:lnTo>
                  <a:lnTo>
                    <a:pt x="84" y="399"/>
                  </a:lnTo>
                  <a:lnTo>
                    <a:pt x="73" y="384"/>
                  </a:lnTo>
                  <a:lnTo>
                    <a:pt x="64" y="368"/>
                  </a:lnTo>
                  <a:close/>
                  <a:moveTo>
                    <a:pt x="247" y="480"/>
                  </a:moveTo>
                  <a:lnTo>
                    <a:pt x="241" y="478"/>
                  </a:lnTo>
                  <a:lnTo>
                    <a:pt x="234" y="475"/>
                  </a:lnTo>
                  <a:lnTo>
                    <a:pt x="228" y="471"/>
                  </a:lnTo>
                  <a:lnTo>
                    <a:pt x="221" y="466"/>
                  </a:lnTo>
                  <a:lnTo>
                    <a:pt x="215" y="461"/>
                  </a:lnTo>
                  <a:lnTo>
                    <a:pt x="209" y="455"/>
                  </a:lnTo>
                  <a:lnTo>
                    <a:pt x="203" y="449"/>
                  </a:lnTo>
                  <a:lnTo>
                    <a:pt x="198" y="442"/>
                  </a:lnTo>
                  <a:lnTo>
                    <a:pt x="187" y="427"/>
                  </a:lnTo>
                  <a:lnTo>
                    <a:pt x="178" y="409"/>
                  </a:lnTo>
                  <a:lnTo>
                    <a:pt x="168" y="389"/>
                  </a:lnTo>
                  <a:lnTo>
                    <a:pt x="160" y="368"/>
                  </a:lnTo>
                  <a:lnTo>
                    <a:pt x="247" y="368"/>
                  </a:lnTo>
                  <a:lnTo>
                    <a:pt x="247" y="480"/>
                  </a:lnTo>
                  <a:close/>
                  <a:moveTo>
                    <a:pt x="247" y="334"/>
                  </a:moveTo>
                  <a:lnTo>
                    <a:pt x="152" y="334"/>
                  </a:lnTo>
                  <a:lnTo>
                    <a:pt x="148" y="316"/>
                  </a:lnTo>
                  <a:lnTo>
                    <a:pt x="146" y="297"/>
                  </a:lnTo>
                  <a:lnTo>
                    <a:pt x="145" y="278"/>
                  </a:lnTo>
                  <a:lnTo>
                    <a:pt x="144" y="259"/>
                  </a:lnTo>
                  <a:lnTo>
                    <a:pt x="145" y="239"/>
                  </a:lnTo>
                  <a:lnTo>
                    <a:pt x="146" y="220"/>
                  </a:lnTo>
                  <a:lnTo>
                    <a:pt x="148" y="202"/>
                  </a:lnTo>
                  <a:lnTo>
                    <a:pt x="151" y="183"/>
                  </a:lnTo>
                  <a:lnTo>
                    <a:pt x="247" y="183"/>
                  </a:lnTo>
                  <a:lnTo>
                    <a:pt x="247" y="334"/>
                  </a:lnTo>
                  <a:close/>
                  <a:moveTo>
                    <a:pt x="247" y="149"/>
                  </a:moveTo>
                  <a:lnTo>
                    <a:pt x="159" y="149"/>
                  </a:lnTo>
                  <a:lnTo>
                    <a:pt x="166" y="128"/>
                  </a:lnTo>
                  <a:lnTo>
                    <a:pt x="176" y="108"/>
                  </a:lnTo>
                  <a:lnTo>
                    <a:pt x="180" y="99"/>
                  </a:lnTo>
                  <a:lnTo>
                    <a:pt x="185" y="89"/>
                  </a:lnTo>
                  <a:lnTo>
                    <a:pt x="190" y="81"/>
                  </a:lnTo>
                  <a:lnTo>
                    <a:pt x="196" y="74"/>
                  </a:lnTo>
                  <a:lnTo>
                    <a:pt x="202" y="67"/>
                  </a:lnTo>
                  <a:lnTo>
                    <a:pt x="207" y="61"/>
                  </a:lnTo>
                  <a:lnTo>
                    <a:pt x="214" y="55"/>
                  </a:lnTo>
                  <a:lnTo>
                    <a:pt x="220" y="50"/>
                  </a:lnTo>
                  <a:lnTo>
                    <a:pt x="227" y="46"/>
                  </a:lnTo>
                  <a:lnTo>
                    <a:pt x="233" y="42"/>
                  </a:lnTo>
                  <a:lnTo>
                    <a:pt x="240" y="39"/>
                  </a:lnTo>
                  <a:lnTo>
                    <a:pt x="247" y="37"/>
                  </a:lnTo>
                  <a:lnTo>
                    <a:pt x="247" y="149"/>
                  </a:lnTo>
                  <a:close/>
                  <a:moveTo>
                    <a:pt x="453" y="149"/>
                  </a:moveTo>
                  <a:lnTo>
                    <a:pt x="405" y="149"/>
                  </a:lnTo>
                  <a:lnTo>
                    <a:pt x="398" y="125"/>
                  </a:lnTo>
                  <a:lnTo>
                    <a:pt x="389" y="103"/>
                  </a:lnTo>
                  <a:lnTo>
                    <a:pt x="384" y="91"/>
                  </a:lnTo>
                  <a:lnTo>
                    <a:pt x="379" y="81"/>
                  </a:lnTo>
                  <a:lnTo>
                    <a:pt x="374" y="72"/>
                  </a:lnTo>
                  <a:lnTo>
                    <a:pt x="368" y="63"/>
                  </a:lnTo>
                  <a:lnTo>
                    <a:pt x="381" y="71"/>
                  </a:lnTo>
                  <a:lnTo>
                    <a:pt x="393" y="80"/>
                  </a:lnTo>
                  <a:lnTo>
                    <a:pt x="405" y="89"/>
                  </a:lnTo>
                  <a:lnTo>
                    <a:pt x="416" y="100"/>
                  </a:lnTo>
                  <a:lnTo>
                    <a:pt x="426" y="111"/>
                  </a:lnTo>
                  <a:lnTo>
                    <a:pt x="436" y="123"/>
                  </a:lnTo>
                  <a:lnTo>
                    <a:pt x="445" y="136"/>
                  </a:lnTo>
                  <a:lnTo>
                    <a:pt x="453" y="149"/>
                  </a:lnTo>
                  <a:close/>
                  <a:moveTo>
                    <a:pt x="281" y="37"/>
                  </a:moveTo>
                  <a:lnTo>
                    <a:pt x="288" y="39"/>
                  </a:lnTo>
                  <a:lnTo>
                    <a:pt x="295" y="42"/>
                  </a:lnTo>
                  <a:lnTo>
                    <a:pt x="302" y="46"/>
                  </a:lnTo>
                  <a:lnTo>
                    <a:pt x="309" y="50"/>
                  </a:lnTo>
                  <a:lnTo>
                    <a:pt x="315" y="55"/>
                  </a:lnTo>
                  <a:lnTo>
                    <a:pt x="322" y="61"/>
                  </a:lnTo>
                  <a:lnTo>
                    <a:pt x="328" y="67"/>
                  </a:lnTo>
                  <a:lnTo>
                    <a:pt x="334" y="74"/>
                  </a:lnTo>
                  <a:lnTo>
                    <a:pt x="339" y="81"/>
                  </a:lnTo>
                  <a:lnTo>
                    <a:pt x="344" y="89"/>
                  </a:lnTo>
                  <a:lnTo>
                    <a:pt x="349" y="99"/>
                  </a:lnTo>
                  <a:lnTo>
                    <a:pt x="354" y="108"/>
                  </a:lnTo>
                  <a:lnTo>
                    <a:pt x="362" y="128"/>
                  </a:lnTo>
                  <a:lnTo>
                    <a:pt x="370" y="149"/>
                  </a:lnTo>
                  <a:lnTo>
                    <a:pt x="281" y="149"/>
                  </a:lnTo>
                  <a:lnTo>
                    <a:pt x="281" y="37"/>
                  </a:lnTo>
                  <a:close/>
                  <a:moveTo>
                    <a:pt x="281" y="183"/>
                  </a:moveTo>
                  <a:lnTo>
                    <a:pt x="378" y="183"/>
                  </a:lnTo>
                  <a:lnTo>
                    <a:pt x="381" y="202"/>
                  </a:lnTo>
                  <a:lnTo>
                    <a:pt x="383" y="220"/>
                  </a:lnTo>
                  <a:lnTo>
                    <a:pt x="384" y="239"/>
                  </a:lnTo>
                  <a:lnTo>
                    <a:pt x="384" y="259"/>
                  </a:lnTo>
                  <a:lnTo>
                    <a:pt x="384" y="278"/>
                  </a:lnTo>
                  <a:lnTo>
                    <a:pt x="382" y="297"/>
                  </a:lnTo>
                  <a:lnTo>
                    <a:pt x="380" y="316"/>
                  </a:lnTo>
                  <a:lnTo>
                    <a:pt x="377" y="334"/>
                  </a:lnTo>
                  <a:lnTo>
                    <a:pt x="281" y="334"/>
                  </a:lnTo>
                  <a:lnTo>
                    <a:pt x="281" y="183"/>
                  </a:lnTo>
                  <a:close/>
                  <a:moveTo>
                    <a:pt x="281" y="480"/>
                  </a:moveTo>
                  <a:lnTo>
                    <a:pt x="281" y="368"/>
                  </a:lnTo>
                  <a:lnTo>
                    <a:pt x="368" y="368"/>
                  </a:lnTo>
                  <a:lnTo>
                    <a:pt x="361" y="389"/>
                  </a:lnTo>
                  <a:lnTo>
                    <a:pt x="352" y="409"/>
                  </a:lnTo>
                  <a:lnTo>
                    <a:pt x="342" y="427"/>
                  </a:lnTo>
                  <a:lnTo>
                    <a:pt x="332" y="442"/>
                  </a:lnTo>
                  <a:lnTo>
                    <a:pt x="326" y="449"/>
                  </a:lnTo>
                  <a:lnTo>
                    <a:pt x="320" y="455"/>
                  </a:lnTo>
                  <a:lnTo>
                    <a:pt x="313" y="461"/>
                  </a:lnTo>
                  <a:lnTo>
                    <a:pt x="307" y="466"/>
                  </a:lnTo>
                  <a:lnTo>
                    <a:pt x="301" y="471"/>
                  </a:lnTo>
                  <a:lnTo>
                    <a:pt x="295" y="475"/>
                  </a:lnTo>
                  <a:lnTo>
                    <a:pt x="288" y="478"/>
                  </a:lnTo>
                  <a:lnTo>
                    <a:pt x="281" y="480"/>
                  </a:lnTo>
                  <a:close/>
                  <a:moveTo>
                    <a:pt x="364" y="456"/>
                  </a:moveTo>
                  <a:lnTo>
                    <a:pt x="370" y="447"/>
                  </a:lnTo>
                  <a:lnTo>
                    <a:pt x="376" y="437"/>
                  </a:lnTo>
                  <a:lnTo>
                    <a:pt x="382" y="427"/>
                  </a:lnTo>
                  <a:lnTo>
                    <a:pt x="387" y="416"/>
                  </a:lnTo>
                  <a:lnTo>
                    <a:pt x="396" y="392"/>
                  </a:lnTo>
                  <a:lnTo>
                    <a:pt x="404" y="368"/>
                  </a:lnTo>
                  <a:lnTo>
                    <a:pt x="453" y="368"/>
                  </a:lnTo>
                  <a:lnTo>
                    <a:pt x="444" y="382"/>
                  </a:lnTo>
                  <a:lnTo>
                    <a:pt x="435" y="394"/>
                  </a:lnTo>
                  <a:lnTo>
                    <a:pt x="425" y="406"/>
                  </a:lnTo>
                  <a:lnTo>
                    <a:pt x="415" y="419"/>
                  </a:lnTo>
                  <a:lnTo>
                    <a:pt x="403" y="429"/>
                  </a:lnTo>
                  <a:lnTo>
                    <a:pt x="391" y="439"/>
                  </a:lnTo>
                  <a:lnTo>
                    <a:pt x="378" y="448"/>
                  </a:lnTo>
                  <a:lnTo>
                    <a:pt x="364" y="456"/>
                  </a:lnTo>
                  <a:close/>
                  <a:moveTo>
                    <a:pt x="469" y="334"/>
                  </a:moveTo>
                  <a:lnTo>
                    <a:pt x="412" y="334"/>
                  </a:lnTo>
                  <a:lnTo>
                    <a:pt x="415" y="316"/>
                  </a:lnTo>
                  <a:lnTo>
                    <a:pt x="417" y="297"/>
                  </a:lnTo>
                  <a:lnTo>
                    <a:pt x="418" y="278"/>
                  </a:lnTo>
                  <a:lnTo>
                    <a:pt x="419" y="259"/>
                  </a:lnTo>
                  <a:lnTo>
                    <a:pt x="418" y="239"/>
                  </a:lnTo>
                  <a:lnTo>
                    <a:pt x="417" y="220"/>
                  </a:lnTo>
                  <a:lnTo>
                    <a:pt x="415" y="202"/>
                  </a:lnTo>
                  <a:lnTo>
                    <a:pt x="412" y="183"/>
                  </a:lnTo>
                  <a:lnTo>
                    <a:pt x="469" y="183"/>
                  </a:lnTo>
                  <a:lnTo>
                    <a:pt x="475" y="203"/>
                  </a:lnTo>
                  <a:lnTo>
                    <a:pt x="479" y="221"/>
                  </a:lnTo>
                  <a:lnTo>
                    <a:pt x="481" y="240"/>
                  </a:lnTo>
                  <a:lnTo>
                    <a:pt x="482" y="259"/>
                  </a:lnTo>
                  <a:lnTo>
                    <a:pt x="481" y="277"/>
                  </a:lnTo>
                  <a:lnTo>
                    <a:pt x="479" y="296"/>
                  </a:lnTo>
                  <a:lnTo>
                    <a:pt x="475" y="316"/>
                  </a:lnTo>
                  <a:lnTo>
                    <a:pt x="469" y="33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0" name="Google Shape;600;p8"/>
          <p:cNvGrpSpPr/>
          <p:nvPr/>
        </p:nvGrpSpPr>
        <p:grpSpPr>
          <a:xfrm>
            <a:off x="3677990" y="4798926"/>
            <a:ext cx="440172" cy="407393"/>
            <a:chOff x="8072092" y="3508605"/>
            <a:chExt cx="440172" cy="407393"/>
          </a:xfrm>
        </p:grpSpPr>
        <p:sp>
          <p:nvSpPr>
            <p:cNvPr id="601" name="Google Shape;601;p8"/>
            <p:cNvSpPr/>
            <p:nvPr/>
          </p:nvSpPr>
          <p:spPr>
            <a:xfrm>
              <a:off x="8072092" y="3508605"/>
              <a:ext cx="440172" cy="407393"/>
            </a:xfrm>
            <a:custGeom>
              <a:avLst/>
              <a:gdLst/>
              <a:ahLst/>
              <a:cxnLst/>
              <a:rect l="l" t="t" r="r" b="b"/>
              <a:pathLst>
                <a:path w="853" h="783" extrusionOk="0">
                  <a:moveTo>
                    <a:pt x="462" y="0"/>
                  </a:moveTo>
                  <a:lnTo>
                    <a:pt x="442" y="0"/>
                  </a:lnTo>
                  <a:lnTo>
                    <a:pt x="423" y="2"/>
                  </a:lnTo>
                  <a:lnTo>
                    <a:pt x="404" y="4"/>
                  </a:lnTo>
                  <a:lnTo>
                    <a:pt x="384" y="7"/>
                  </a:lnTo>
                  <a:lnTo>
                    <a:pt x="365" y="12"/>
                  </a:lnTo>
                  <a:lnTo>
                    <a:pt x="346" y="17"/>
                  </a:lnTo>
                  <a:lnTo>
                    <a:pt x="328" y="23"/>
                  </a:lnTo>
                  <a:lnTo>
                    <a:pt x="310" y="30"/>
                  </a:lnTo>
                  <a:lnTo>
                    <a:pt x="293" y="38"/>
                  </a:lnTo>
                  <a:lnTo>
                    <a:pt x="276" y="47"/>
                  </a:lnTo>
                  <a:lnTo>
                    <a:pt x="259" y="57"/>
                  </a:lnTo>
                  <a:lnTo>
                    <a:pt x="243" y="68"/>
                  </a:lnTo>
                  <a:lnTo>
                    <a:pt x="226" y="79"/>
                  </a:lnTo>
                  <a:lnTo>
                    <a:pt x="211" y="91"/>
                  </a:lnTo>
                  <a:lnTo>
                    <a:pt x="196" y="104"/>
                  </a:lnTo>
                  <a:lnTo>
                    <a:pt x="182" y="118"/>
                  </a:lnTo>
                  <a:lnTo>
                    <a:pt x="180" y="121"/>
                  </a:lnTo>
                  <a:lnTo>
                    <a:pt x="179" y="124"/>
                  </a:lnTo>
                  <a:lnTo>
                    <a:pt x="178" y="127"/>
                  </a:lnTo>
                  <a:lnTo>
                    <a:pt x="177" y="130"/>
                  </a:lnTo>
                  <a:lnTo>
                    <a:pt x="178" y="133"/>
                  </a:lnTo>
                  <a:lnTo>
                    <a:pt x="179" y="136"/>
                  </a:lnTo>
                  <a:lnTo>
                    <a:pt x="180" y="139"/>
                  </a:lnTo>
                  <a:lnTo>
                    <a:pt x="183" y="142"/>
                  </a:lnTo>
                  <a:lnTo>
                    <a:pt x="185" y="144"/>
                  </a:lnTo>
                  <a:lnTo>
                    <a:pt x="188" y="146"/>
                  </a:lnTo>
                  <a:lnTo>
                    <a:pt x="192" y="147"/>
                  </a:lnTo>
                  <a:lnTo>
                    <a:pt x="195" y="147"/>
                  </a:lnTo>
                  <a:lnTo>
                    <a:pt x="198" y="146"/>
                  </a:lnTo>
                  <a:lnTo>
                    <a:pt x="201" y="145"/>
                  </a:lnTo>
                  <a:lnTo>
                    <a:pt x="204" y="144"/>
                  </a:lnTo>
                  <a:lnTo>
                    <a:pt x="207" y="142"/>
                  </a:lnTo>
                  <a:lnTo>
                    <a:pt x="220" y="129"/>
                  </a:lnTo>
                  <a:lnTo>
                    <a:pt x="234" y="117"/>
                  </a:lnTo>
                  <a:lnTo>
                    <a:pt x="248" y="106"/>
                  </a:lnTo>
                  <a:lnTo>
                    <a:pt x="262" y="96"/>
                  </a:lnTo>
                  <a:lnTo>
                    <a:pt x="277" y="86"/>
                  </a:lnTo>
                  <a:lnTo>
                    <a:pt x="292" y="78"/>
                  </a:lnTo>
                  <a:lnTo>
                    <a:pt x="308" y="70"/>
                  </a:lnTo>
                  <a:lnTo>
                    <a:pt x="324" y="62"/>
                  </a:lnTo>
                  <a:lnTo>
                    <a:pt x="340" y="56"/>
                  </a:lnTo>
                  <a:lnTo>
                    <a:pt x="356" y="49"/>
                  </a:lnTo>
                  <a:lnTo>
                    <a:pt x="373" y="45"/>
                  </a:lnTo>
                  <a:lnTo>
                    <a:pt x="391" y="41"/>
                  </a:lnTo>
                  <a:lnTo>
                    <a:pt x="409" y="38"/>
                  </a:lnTo>
                  <a:lnTo>
                    <a:pt x="426" y="36"/>
                  </a:lnTo>
                  <a:lnTo>
                    <a:pt x="444" y="34"/>
                  </a:lnTo>
                  <a:lnTo>
                    <a:pt x="462" y="34"/>
                  </a:lnTo>
                  <a:lnTo>
                    <a:pt x="480" y="34"/>
                  </a:lnTo>
                  <a:lnTo>
                    <a:pt x="498" y="36"/>
                  </a:lnTo>
                  <a:lnTo>
                    <a:pt x="516" y="38"/>
                  </a:lnTo>
                  <a:lnTo>
                    <a:pt x="534" y="41"/>
                  </a:lnTo>
                  <a:lnTo>
                    <a:pt x="551" y="45"/>
                  </a:lnTo>
                  <a:lnTo>
                    <a:pt x="568" y="50"/>
                  </a:lnTo>
                  <a:lnTo>
                    <a:pt x="585" y="56"/>
                  </a:lnTo>
                  <a:lnTo>
                    <a:pt x="601" y="63"/>
                  </a:lnTo>
                  <a:lnTo>
                    <a:pt x="616" y="70"/>
                  </a:lnTo>
                  <a:lnTo>
                    <a:pt x="632" y="78"/>
                  </a:lnTo>
                  <a:lnTo>
                    <a:pt x="646" y="86"/>
                  </a:lnTo>
                  <a:lnTo>
                    <a:pt x="661" y="95"/>
                  </a:lnTo>
                  <a:lnTo>
                    <a:pt x="676" y="105"/>
                  </a:lnTo>
                  <a:lnTo>
                    <a:pt x="689" y="116"/>
                  </a:lnTo>
                  <a:lnTo>
                    <a:pt x="702" y="127"/>
                  </a:lnTo>
                  <a:lnTo>
                    <a:pt x="714" y="139"/>
                  </a:lnTo>
                  <a:lnTo>
                    <a:pt x="726" y="151"/>
                  </a:lnTo>
                  <a:lnTo>
                    <a:pt x="737" y="165"/>
                  </a:lnTo>
                  <a:lnTo>
                    <a:pt x="747" y="178"/>
                  </a:lnTo>
                  <a:lnTo>
                    <a:pt x="757" y="192"/>
                  </a:lnTo>
                  <a:lnTo>
                    <a:pt x="767" y="206"/>
                  </a:lnTo>
                  <a:lnTo>
                    <a:pt x="775" y="221"/>
                  </a:lnTo>
                  <a:lnTo>
                    <a:pt x="783" y="236"/>
                  </a:lnTo>
                  <a:lnTo>
                    <a:pt x="790" y="252"/>
                  </a:lnTo>
                  <a:lnTo>
                    <a:pt x="796" y="269"/>
                  </a:lnTo>
                  <a:lnTo>
                    <a:pt x="802" y="286"/>
                  </a:lnTo>
                  <a:lnTo>
                    <a:pt x="807" y="302"/>
                  </a:lnTo>
                  <a:lnTo>
                    <a:pt x="811" y="319"/>
                  </a:lnTo>
                  <a:lnTo>
                    <a:pt x="814" y="337"/>
                  </a:lnTo>
                  <a:lnTo>
                    <a:pt x="816" y="355"/>
                  </a:lnTo>
                  <a:lnTo>
                    <a:pt x="817" y="374"/>
                  </a:lnTo>
                  <a:lnTo>
                    <a:pt x="819" y="392"/>
                  </a:lnTo>
                  <a:lnTo>
                    <a:pt x="817" y="410"/>
                  </a:lnTo>
                  <a:lnTo>
                    <a:pt x="816" y="428"/>
                  </a:lnTo>
                  <a:lnTo>
                    <a:pt x="814" y="445"/>
                  </a:lnTo>
                  <a:lnTo>
                    <a:pt x="811" y="463"/>
                  </a:lnTo>
                  <a:lnTo>
                    <a:pt x="807" y="481"/>
                  </a:lnTo>
                  <a:lnTo>
                    <a:pt x="802" y="498"/>
                  </a:lnTo>
                  <a:lnTo>
                    <a:pt x="796" y="514"/>
                  </a:lnTo>
                  <a:lnTo>
                    <a:pt x="790" y="530"/>
                  </a:lnTo>
                  <a:lnTo>
                    <a:pt x="783" y="546"/>
                  </a:lnTo>
                  <a:lnTo>
                    <a:pt x="775" y="561"/>
                  </a:lnTo>
                  <a:lnTo>
                    <a:pt x="767" y="576"/>
                  </a:lnTo>
                  <a:lnTo>
                    <a:pt x="757" y="591"/>
                  </a:lnTo>
                  <a:lnTo>
                    <a:pt x="747" y="605"/>
                  </a:lnTo>
                  <a:lnTo>
                    <a:pt x="737" y="619"/>
                  </a:lnTo>
                  <a:lnTo>
                    <a:pt x="726" y="631"/>
                  </a:lnTo>
                  <a:lnTo>
                    <a:pt x="714" y="644"/>
                  </a:lnTo>
                  <a:lnTo>
                    <a:pt x="702" y="655"/>
                  </a:lnTo>
                  <a:lnTo>
                    <a:pt x="689" y="667"/>
                  </a:lnTo>
                  <a:lnTo>
                    <a:pt x="676" y="677"/>
                  </a:lnTo>
                  <a:lnTo>
                    <a:pt x="661" y="688"/>
                  </a:lnTo>
                  <a:lnTo>
                    <a:pt x="646" y="697"/>
                  </a:lnTo>
                  <a:lnTo>
                    <a:pt x="632" y="706"/>
                  </a:lnTo>
                  <a:lnTo>
                    <a:pt x="616" y="714"/>
                  </a:lnTo>
                  <a:lnTo>
                    <a:pt x="601" y="721"/>
                  </a:lnTo>
                  <a:lnTo>
                    <a:pt x="585" y="727"/>
                  </a:lnTo>
                  <a:lnTo>
                    <a:pt x="568" y="733"/>
                  </a:lnTo>
                  <a:lnTo>
                    <a:pt x="551" y="737"/>
                  </a:lnTo>
                  <a:lnTo>
                    <a:pt x="534" y="741"/>
                  </a:lnTo>
                  <a:lnTo>
                    <a:pt x="516" y="744"/>
                  </a:lnTo>
                  <a:lnTo>
                    <a:pt x="498" y="747"/>
                  </a:lnTo>
                  <a:lnTo>
                    <a:pt x="480" y="748"/>
                  </a:lnTo>
                  <a:lnTo>
                    <a:pt x="462" y="749"/>
                  </a:lnTo>
                  <a:lnTo>
                    <a:pt x="444" y="748"/>
                  </a:lnTo>
                  <a:lnTo>
                    <a:pt x="426" y="747"/>
                  </a:lnTo>
                  <a:lnTo>
                    <a:pt x="408" y="744"/>
                  </a:lnTo>
                  <a:lnTo>
                    <a:pt x="391" y="741"/>
                  </a:lnTo>
                  <a:lnTo>
                    <a:pt x="373" y="737"/>
                  </a:lnTo>
                  <a:lnTo>
                    <a:pt x="356" y="733"/>
                  </a:lnTo>
                  <a:lnTo>
                    <a:pt x="340" y="727"/>
                  </a:lnTo>
                  <a:lnTo>
                    <a:pt x="324" y="721"/>
                  </a:lnTo>
                  <a:lnTo>
                    <a:pt x="308" y="714"/>
                  </a:lnTo>
                  <a:lnTo>
                    <a:pt x="293" y="706"/>
                  </a:lnTo>
                  <a:lnTo>
                    <a:pt x="278" y="697"/>
                  </a:lnTo>
                  <a:lnTo>
                    <a:pt x="263" y="688"/>
                  </a:lnTo>
                  <a:lnTo>
                    <a:pt x="250" y="677"/>
                  </a:lnTo>
                  <a:lnTo>
                    <a:pt x="236" y="667"/>
                  </a:lnTo>
                  <a:lnTo>
                    <a:pt x="222" y="655"/>
                  </a:lnTo>
                  <a:lnTo>
                    <a:pt x="210" y="644"/>
                  </a:lnTo>
                  <a:lnTo>
                    <a:pt x="198" y="631"/>
                  </a:lnTo>
                  <a:lnTo>
                    <a:pt x="187" y="619"/>
                  </a:lnTo>
                  <a:lnTo>
                    <a:pt x="177" y="605"/>
                  </a:lnTo>
                  <a:lnTo>
                    <a:pt x="167" y="591"/>
                  </a:lnTo>
                  <a:lnTo>
                    <a:pt x="158" y="576"/>
                  </a:lnTo>
                  <a:lnTo>
                    <a:pt x="149" y="561"/>
                  </a:lnTo>
                  <a:lnTo>
                    <a:pt x="141" y="546"/>
                  </a:lnTo>
                  <a:lnTo>
                    <a:pt x="134" y="530"/>
                  </a:lnTo>
                  <a:lnTo>
                    <a:pt x="128" y="514"/>
                  </a:lnTo>
                  <a:lnTo>
                    <a:pt x="122" y="498"/>
                  </a:lnTo>
                  <a:lnTo>
                    <a:pt x="117" y="481"/>
                  </a:lnTo>
                  <a:lnTo>
                    <a:pt x="113" y="463"/>
                  </a:lnTo>
                  <a:lnTo>
                    <a:pt x="110" y="445"/>
                  </a:lnTo>
                  <a:lnTo>
                    <a:pt x="108" y="428"/>
                  </a:lnTo>
                  <a:lnTo>
                    <a:pt x="107" y="410"/>
                  </a:lnTo>
                  <a:lnTo>
                    <a:pt x="106" y="392"/>
                  </a:lnTo>
                  <a:lnTo>
                    <a:pt x="106" y="378"/>
                  </a:lnTo>
                  <a:lnTo>
                    <a:pt x="148" y="419"/>
                  </a:lnTo>
                  <a:lnTo>
                    <a:pt x="151" y="422"/>
                  </a:lnTo>
                  <a:lnTo>
                    <a:pt x="154" y="423"/>
                  </a:lnTo>
                  <a:lnTo>
                    <a:pt x="157" y="424"/>
                  </a:lnTo>
                  <a:lnTo>
                    <a:pt x="160" y="424"/>
                  </a:lnTo>
                  <a:lnTo>
                    <a:pt x="163" y="424"/>
                  </a:lnTo>
                  <a:lnTo>
                    <a:pt x="166" y="423"/>
                  </a:lnTo>
                  <a:lnTo>
                    <a:pt x="169" y="422"/>
                  </a:lnTo>
                  <a:lnTo>
                    <a:pt x="172" y="419"/>
                  </a:lnTo>
                  <a:lnTo>
                    <a:pt x="174" y="417"/>
                  </a:lnTo>
                  <a:lnTo>
                    <a:pt x="176" y="414"/>
                  </a:lnTo>
                  <a:lnTo>
                    <a:pt x="177" y="410"/>
                  </a:lnTo>
                  <a:lnTo>
                    <a:pt x="177" y="407"/>
                  </a:lnTo>
                  <a:lnTo>
                    <a:pt x="177" y="404"/>
                  </a:lnTo>
                  <a:lnTo>
                    <a:pt x="176" y="401"/>
                  </a:lnTo>
                  <a:lnTo>
                    <a:pt x="174" y="398"/>
                  </a:lnTo>
                  <a:lnTo>
                    <a:pt x="172" y="395"/>
                  </a:lnTo>
                  <a:lnTo>
                    <a:pt x="101" y="323"/>
                  </a:lnTo>
                  <a:lnTo>
                    <a:pt x="99" y="321"/>
                  </a:lnTo>
                  <a:lnTo>
                    <a:pt x="96" y="320"/>
                  </a:lnTo>
                  <a:lnTo>
                    <a:pt x="92" y="319"/>
                  </a:lnTo>
                  <a:lnTo>
                    <a:pt x="89" y="318"/>
                  </a:lnTo>
                  <a:lnTo>
                    <a:pt x="85" y="319"/>
                  </a:lnTo>
                  <a:lnTo>
                    <a:pt x="82" y="320"/>
                  </a:lnTo>
                  <a:lnTo>
                    <a:pt x="79" y="321"/>
                  </a:lnTo>
                  <a:lnTo>
                    <a:pt x="76" y="323"/>
                  </a:lnTo>
                  <a:lnTo>
                    <a:pt x="5" y="395"/>
                  </a:lnTo>
                  <a:lnTo>
                    <a:pt x="3" y="398"/>
                  </a:lnTo>
                  <a:lnTo>
                    <a:pt x="1" y="401"/>
                  </a:lnTo>
                  <a:lnTo>
                    <a:pt x="1" y="404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" y="411"/>
                  </a:lnTo>
                  <a:lnTo>
                    <a:pt x="1" y="414"/>
                  </a:lnTo>
                  <a:lnTo>
                    <a:pt x="3" y="417"/>
                  </a:lnTo>
                  <a:lnTo>
                    <a:pt x="5" y="419"/>
                  </a:lnTo>
                  <a:lnTo>
                    <a:pt x="8" y="422"/>
                  </a:lnTo>
                  <a:lnTo>
                    <a:pt x="11" y="423"/>
                  </a:lnTo>
                  <a:lnTo>
                    <a:pt x="14" y="424"/>
                  </a:lnTo>
                  <a:lnTo>
                    <a:pt x="17" y="424"/>
                  </a:lnTo>
                  <a:lnTo>
                    <a:pt x="21" y="424"/>
                  </a:lnTo>
                  <a:lnTo>
                    <a:pt x="24" y="423"/>
                  </a:lnTo>
                  <a:lnTo>
                    <a:pt x="27" y="422"/>
                  </a:lnTo>
                  <a:lnTo>
                    <a:pt x="29" y="419"/>
                  </a:lnTo>
                  <a:lnTo>
                    <a:pt x="71" y="378"/>
                  </a:lnTo>
                  <a:lnTo>
                    <a:pt x="71" y="392"/>
                  </a:lnTo>
                  <a:lnTo>
                    <a:pt x="72" y="412"/>
                  </a:lnTo>
                  <a:lnTo>
                    <a:pt x="73" y="431"/>
                  </a:lnTo>
                  <a:lnTo>
                    <a:pt x="76" y="451"/>
                  </a:lnTo>
                  <a:lnTo>
                    <a:pt x="79" y="470"/>
                  </a:lnTo>
                  <a:lnTo>
                    <a:pt x="83" y="490"/>
                  </a:lnTo>
                  <a:lnTo>
                    <a:pt x="90" y="508"/>
                  </a:lnTo>
                  <a:lnTo>
                    <a:pt x="96" y="526"/>
                  </a:lnTo>
                  <a:lnTo>
                    <a:pt x="103" y="544"/>
                  </a:lnTo>
                  <a:lnTo>
                    <a:pt x="110" y="561"/>
                  </a:lnTo>
                  <a:lnTo>
                    <a:pt x="119" y="578"/>
                  </a:lnTo>
                  <a:lnTo>
                    <a:pt x="128" y="595"/>
                  </a:lnTo>
                  <a:lnTo>
                    <a:pt x="138" y="610"/>
                  </a:lnTo>
                  <a:lnTo>
                    <a:pt x="149" y="626"/>
                  </a:lnTo>
                  <a:lnTo>
                    <a:pt x="161" y="640"/>
                  </a:lnTo>
                  <a:lnTo>
                    <a:pt x="173" y="654"/>
                  </a:lnTo>
                  <a:lnTo>
                    <a:pt x="186" y="668"/>
                  </a:lnTo>
                  <a:lnTo>
                    <a:pt x="199" y="681"/>
                  </a:lnTo>
                  <a:lnTo>
                    <a:pt x="213" y="694"/>
                  </a:lnTo>
                  <a:lnTo>
                    <a:pt x="228" y="706"/>
                  </a:lnTo>
                  <a:lnTo>
                    <a:pt x="244" y="716"/>
                  </a:lnTo>
                  <a:lnTo>
                    <a:pt x="260" y="726"/>
                  </a:lnTo>
                  <a:lnTo>
                    <a:pt x="276" y="736"/>
                  </a:lnTo>
                  <a:lnTo>
                    <a:pt x="293" y="744"/>
                  </a:lnTo>
                  <a:lnTo>
                    <a:pt x="310" y="752"/>
                  </a:lnTo>
                  <a:lnTo>
                    <a:pt x="328" y="759"/>
                  </a:lnTo>
                  <a:lnTo>
                    <a:pt x="346" y="765"/>
                  </a:lnTo>
                  <a:lnTo>
                    <a:pt x="364" y="770"/>
                  </a:lnTo>
                  <a:lnTo>
                    <a:pt x="384" y="775"/>
                  </a:lnTo>
                  <a:lnTo>
                    <a:pt x="403" y="778"/>
                  </a:lnTo>
                  <a:lnTo>
                    <a:pt x="422" y="781"/>
                  </a:lnTo>
                  <a:lnTo>
                    <a:pt x="442" y="782"/>
                  </a:lnTo>
                  <a:lnTo>
                    <a:pt x="462" y="783"/>
                  </a:lnTo>
                  <a:lnTo>
                    <a:pt x="482" y="782"/>
                  </a:lnTo>
                  <a:lnTo>
                    <a:pt x="502" y="781"/>
                  </a:lnTo>
                  <a:lnTo>
                    <a:pt x="521" y="778"/>
                  </a:lnTo>
                  <a:lnTo>
                    <a:pt x="541" y="775"/>
                  </a:lnTo>
                  <a:lnTo>
                    <a:pt x="560" y="770"/>
                  </a:lnTo>
                  <a:lnTo>
                    <a:pt x="578" y="765"/>
                  </a:lnTo>
                  <a:lnTo>
                    <a:pt x="596" y="759"/>
                  </a:lnTo>
                  <a:lnTo>
                    <a:pt x="614" y="752"/>
                  </a:lnTo>
                  <a:lnTo>
                    <a:pt x="631" y="744"/>
                  </a:lnTo>
                  <a:lnTo>
                    <a:pt x="648" y="736"/>
                  </a:lnTo>
                  <a:lnTo>
                    <a:pt x="664" y="726"/>
                  </a:lnTo>
                  <a:lnTo>
                    <a:pt x="681" y="716"/>
                  </a:lnTo>
                  <a:lnTo>
                    <a:pt x="696" y="706"/>
                  </a:lnTo>
                  <a:lnTo>
                    <a:pt x="711" y="694"/>
                  </a:lnTo>
                  <a:lnTo>
                    <a:pt x="725" y="681"/>
                  </a:lnTo>
                  <a:lnTo>
                    <a:pt x="738" y="668"/>
                  </a:lnTo>
                  <a:lnTo>
                    <a:pt x="751" y="654"/>
                  </a:lnTo>
                  <a:lnTo>
                    <a:pt x="763" y="640"/>
                  </a:lnTo>
                  <a:lnTo>
                    <a:pt x="775" y="626"/>
                  </a:lnTo>
                  <a:lnTo>
                    <a:pt x="786" y="610"/>
                  </a:lnTo>
                  <a:lnTo>
                    <a:pt x="796" y="595"/>
                  </a:lnTo>
                  <a:lnTo>
                    <a:pt x="805" y="578"/>
                  </a:lnTo>
                  <a:lnTo>
                    <a:pt x="814" y="561"/>
                  </a:lnTo>
                  <a:lnTo>
                    <a:pt x="823" y="544"/>
                  </a:lnTo>
                  <a:lnTo>
                    <a:pt x="830" y="526"/>
                  </a:lnTo>
                  <a:lnTo>
                    <a:pt x="836" y="508"/>
                  </a:lnTo>
                  <a:lnTo>
                    <a:pt x="841" y="490"/>
                  </a:lnTo>
                  <a:lnTo>
                    <a:pt x="845" y="470"/>
                  </a:lnTo>
                  <a:lnTo>
                    <a:pt x="849" y="451"/>
                  </a:lnTo>
                  <a:lnTo>
                    <a:pt x="851" y="431"/>
                  </a:lnTo>
                  <a:lnTo>
                    <a:pt x="853" y="412"/>
                  </a:lnTo>
                  <a:lnTo>
                    <a:pt x="853" y="392"/>
                  </a:lnTo>
                  <a:lnTo>
                    <a:pt x="853" y="372"/>
                  </a:lnTo>
                  <a:lnTo>
                    <a:pt x="851" y="351"/>
                  </a:lnTo>
                  <a:lnTo>
                    <a:pt x="849" y="332"/>
                  </a:lnTo>
                  <a:lnTo>
                    <a:pt x="845" y="313"/>
                  </a:lnTo>
                  <a:lnTo>
                    <a:pt x="841" y="294"/>
                  </a:lnTo>
                  <a:lnTo>
                    <a:pt x="836" y="275"/>
                  </a:lnTo>
                  <a:lnTo>
                    <a:pt x="829" y="256"/>
                  </a:lnTo>
                  <a:lnTo>
                    <a:pt x="823" y="239"/>
                  </a:lnTo>
                  <a:lnTo>
                    <a:pt x="814" y="222"/>
                  </a:lnTo>
                  <a:lnTo>
                    <a:pt x="805" y="205"/>
                  </a:lnTo>
                  <a:lnTo>
                    <a:pt x="796" y="189"/>
                  </a:lnTo>
                  <a:lnTo>
                    <a:pt x="786" y="173"/>
                  </a:lnTo>
                  <a:lnTo>
                    <a:pt x="775" y="158"/>
                  </a:lnTo>
                  <a:lnTo>
                    <a:pt x="763" y="142"/>
                  </a:lnTo>
                  <a:lnTo>
                    <a:pt x="751" y="128"/>
                  </a:lnTo>
                  <a:lnTo>
                    <a:pt x="738" y="114"/>
                  </a:lnTo>
                  <a:lnTo>
                    <a:pt x="725" y="102"/>
                  </a:lnTo>
                  <a:lnTo>
                    <a:pt x="711" y="89"/>
                  </a:lnTo>
                  <a:lnTo>
                    <a:pt x="696" y="78"/>
                  </a:lnTo>
                  <a:lnTo>
                    <a:pt x="681" y="67"/>
                  </a:lnTo>
                  <a:lnTo>
                    <a:pt x="664" y="57"/>
                  </a:lnTo>
                  <a:lnTo>
                    <a:pt x="648" y="47"/>
                  </a:lnTo>
                  <a:lnTo>
                    <a:pt x="631" y="38"/>
                  </a:lnTo>
                  <a:lnTo>
                    <a:pt x="614" y="30"/>
                  </a:lnTo>
                  <a:lnTo>
                    <a:pt x="596" y="23"/>
                  </a:lnTo>
                  <a:lnTo>
                    <a:pt x="578" y="17"/>
                  </a:lnTo>
                  <a:lnTo>
                    <a:pt x="560" y="12"/>
                  </a:lnTo>
                  <a:lnTo>
                    <a:pt x="541" y="8"/>
                  </a:lnTo>
                  <a:lnTo>
                    <a:pt x="521" y="4"/>
                  </a:lnTo>
                  <a:lnTo>
                    <a:pt x="502" y="2"/>
                  </a:lnTo>
                  <a:lnTo>
                    <a:pt x="482" y="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8221938" y="3602259"/>
              <a:ext cx="177942" cy="210721"/>
            </a:xfrm>
            <a:custGeom>
              <a:avLst/>
              <a:gdLst/>
              <a:ahLst/>
              <a:cxnLst/>
              <a:rect l="l" t="t" r="r" b="b"/>
              <a:pathLst>
                <a:path w="342" h="407" extrusionOk="0">
                  <a:moveTo>
                    <a:pt x="171" y="0"/>
                  </a:moveTo>
                  <a:lnTo>
                    <a:pt x="159" y="1"/>
                  </a:lnTo>
                  <a:lnTo>
                    <a:pt x="148" y="2"/>
                  </a:lnTo>
                  <a:lnTo>
                    <a:pt x="137" y="5"/>
                  </a:lnTo>
                  <a:lnTo>
                    <a:pt x="127" y="9"/>
                  </a:lnTo>
                  <a:lnTo>
                    <a:pt x="117" y="14"/>
                  </a:lnTo>
                  <a:lnTo>
                    <a:pt x="108" y="19"/>
                  </a:lnTo>
                  <a:lnTo>
                    <a:pt x="99" y="26"/>
                  </a:lnTo>
                  <a:lnTo>
                    <a:pt x="91" y="33"/>
                  </a:lnTo>
                  <a:lnTo>
                    <a:pt x="82" y="41"/>
                  </a:lnTo>
                  <a:lnTo>
                    <a:pt x="76" y="50"/>
                  </a:lnTo>
                  <a:lnTo>
                    <a:pt x="70" y="60"/>
                  </a:lnTo>
                  <a:lnTo>
                    <a:pt x="65" y="69"/>
                  </a:lnTo>
                  <a:lnTo>
                    <a:pt x="62" y="80"/>
                  </a:lnTo>
                  <a:lnTo>
                    <a:pt x="59" y="92"/>
                  </a:lnTo>
                  <a:lnTo>
                    <a:pt x="57" y="103"/>
                  </a:lnTo>
                  <a:lnTo>
                    <a:pt x="56" y="115"/>
                  </a:lnTo>
                  <a:lnTo>
                    <a:pt x="56" y="173"/>
                  </a:lnTo>
                  <a:lnTo>
                    <a:pt x="18" y="173"/>
                  </a:lnTo>
                  <a:lnTo>
                    <a:pt x="14" y="174"/>
                  </a:lnTo>
                  <a:lnTo>
                    <a:pt x="11" y="175"/>
                  </a:lnTo>
                  <a:lnTo>
                    <a:pt x="8" y="176"/>
                  </a:lnTo>
                  <a:lnTo>
                    <a:pt x="5" y="178"/>
                  </a:lnTo>
                  <a:lnTo>
                    <a:pt x="3" y="181"/>
                  </a:lnTo>
                  <a:lnTo>
                    <a:pt x="2" y="184"/>
                  </a:lnTo>
                  <a:lnTo>
                    <a:pt x="1" y="187"/>
                  </a:lnTo>
                  <a:lnTo>
                    <a:pt x="0" y="192"/>
                  </a:lnTo>
                  <a:lnTo>
                    <a:pt x="0" y="389"/>
                  </a:lnTo>
                  <a:lnTo>
                    <a:pt x="1" y="393"/>
                  </a:lnTo>
                  <a:lnTo>
                    <a:pt x="2" y="396"/>
                  </a:lnTo>
                  <a:lnTo>
                    <a:pt x="3" y="399"/>
                  </a:lnTo>
                  <a:lnTo>
                    <a:pt x="5" y="402"/>
                  </a:lnTo>
                  <a:lnTo>
                    <a:pt x="8" y="404"/>
                  </a:lnTo>
                  <a:lnTo>
                    <a:pt x="11" y="406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324" y="407"/>
                  </a:lnTo>
                  <a:lnTo>
                    <a:pt x="328" y="407"/>
                  </a:lnTo>
                  <a:lnTo>
                    <a:pt x="331" y="406"/>
                  </a:lnTo>
                  <a:lnTo>
                    <a:pt x="334" y="404"/>
                  </a:lnTo>
                  <a:lnTo>
                    <a:pt x="337" y="402"/>
                  </a:lnTo>
                  <a:lnTo>
                    <a:pt x="339" y="399"/>
                  </a:lnTo>
                  <a:lnTo>
                    <a:pt x="340" y="396"/>
                  </a:lnTo>
                  <a:lnTo>
                    <a:pt x="341" y="393"/>
                  </a:lnTo>
                  <a:lnTo>
                    <a:pt x="342" y="389"/>
                  </a:lnTo>
                  <a:lnTo>
                    <a:pt x="342" y="190"/>
                  </a:lnTo>
                  <a:lnTo>
                    <a:pt x="341" y="187"/>
                  </a:lnTo>
                  <a:lnTo>
                    <a:pt x="340" y="184"/>
                  </a:lnTo>
                  <a:lnTo>
                    <a:pt x="339" y="181"/>
                  </a:lnTo>
                  <a:lnTo>
                    <a:pt x="337" y="178"/>
                  </a:lnTo>
                  <a:lnTo>
                    <a:pt x="334" y="176"/>
                  </a:lnTo>
                  <a:lnTo>
                    <a:pt x="331" y="175"/>
                  </a:lnTo>
                  <a:lnTo>
                    <a:pt x="328" y="174"/>
                  </a:lnTo>
                  <a:lnTo>
                    <a:pt x="324" y="173"/>
                  </a:lnTo>
                  <a:lnTo>
                    <a:pt x="286" y="173"/>
                  </a:lnTo>
                  <a:lnTo>
                    <a:pt x="286" y="114"/>
                  </a:lnTo>
                  <a:lnTo>
                    <a:pt x="285" y="103"/>
                  </a:lnTo>
                  <a:lnTo>
                    <a:pt x="283" y="92"/>
                  </a:lnTo>
                  <a:lnTo>
                    <a:pt x="281" y="80"/>
                  </a:lnTo>
                  <a:lnTo>
                    <a:pt x="277" y="69"/>
                  </a:lnTo>
                  <a:lnTo>
                    <a:pt x="272" y="59"/>
                  </a:lnTo>
                  <a:lnTo>
                    <a:pt x="266" y="50"/>
                  </a:lnTo>
                  <a:lnTo>
                    <a:pt x="260" y="41"/>
                  </a:lnTo>
                  <a:lnTo>
                    <a:pt x="252" y="33"/>
                  </a:lnTo>
                  <a:lnTo>
                    <a:pt x="244" y="26"/>
                  </a:lnTo>
                  <a:lnTo>
                    <a:pt x="236" y="19"/>
                  </a:lnTo>
                  <a:lnTo>
                    <a:pt x="225" y="14"/>
                  </a:lnTo>
                  <a:lnTo>
                    <a:pt x="215" y="9"/>
                  </a:lnTo>
                  <a:lnTo>
                    <a:pt x="205" y="5"/>
                  </a:lnTo>
                  <a:lnTo>
                    <a:pt x="194" y="2"/>
                  </a:lnTo>
                  <a:lnTo>
                    <a:pt x="183" y="1"/>
                  </a:lnTo>
                  <a:lnTo>
                    <a:pt x="171" y="0"/>
                  </a:lnTo>
                  <a:close/>
                  <a:moveTo>
                    <a:pt x="92" y="115"/>
                  </a:moveTo>
                  <a:lnTo>
                    <a:pt x="92" y="107"/>
                  </a:lnTo>
                  <a:lnTo>
                    <a:pt x="93" y="99"/>
                  </a:lnTo>
                  <a:lnTo>
                    <a:pt x="95" y="91"/>
                  </a:lnTo>
                  <a:lnTo>
                    <a:pt x="98" y="83"/>
                  </a:lnTo>
                  <a:lnTo>
                    <a:pt x="101" y="76"/>
                  </a:lnTo>
                  <a:lnTo>
                    <a:pt x="105" y="69"/>
                  </a:lnTo>
                  <a:lnTo>
                    <a:pt x="110" y="63"/>
                  </a:lnTo>
                  <a:lnTo>
                    <a:pt x="115" y="57"/>
                  </a:lnTo>
                  <a:lnTo>
                    <a:pt x="121" y="52"/>
                  </a:lnTo>
                  <a:lnTo>
                    <a:pt x="127" y="48"/>
                  </a:lnTo>
                  <a:lnTo>
                    <a:pt x="133" y="44"/>
                  </a:lnTo>
                  <a:lnTo>
                    <a:pt x="140" y="40"/>
                  </a:lnTo>
                  <a:lnTo>
                    <a:pt x="147" y="38"/>
                  </a:lnTo>
                  <a:lnTo>
                    <a:pt x="155" y="36"/>
                  </a:lnTo>
                  <a:lnTo>
                    <a:pt x="163" y="35"/>
                  </a:lnTo>
                  <a:lnTo>
                    <a:pt x="171" y="34"/>
                  </a:lnTo>
                  <a:lnTo>
                    <a:pt x="179" y="35"/>
                  </a:lnTo>
                  <a:lnTo>
                    <a:pt x="187" y="36"/>
                  </a:lnTo>
                  <a:lnTo>
                    <a:pt x="195" y="38"/>
                  </a:lnTo>
                  <a:lnTo>
                    <a:pt x="202" y="40"/>
                  </a:lnTo>
                  <a:lnTo>
                    <a:pt x="209" y="44"/>
                  </a:lnTo>
                  <a:lnTo>
                    <a:pt x="216" y="48"/>
                  </a:lnTo>
                  <a:lnTo>
                    <a:pt x="222" y="52"/>
                  </a:lnTo>
                  <a:lnTo>
                    <a:pt x="227" y="57"/>
                  </a:lnTo>
                  <a:lnTo>
                    <a:pt x="232" y="63"/>
                  </a:lnTo>
                  <a:lnTo>
                    <a:pt x="238" y="69"/>
                  </a:lnTo>
                  <a:lnTo>
                    <a:pt x="242" y="76"/>
                  </a:lnTo>
                  <a:lnTo>
                    <a:pt x="245" y="83"/>
                  </a:lnTo>
                  <a:lnTo>
                    <a:pt x="248" y="91"/>
                  </a:lnTo>
                  <a:lnTo>
                    <a:pt x="250" y="99"/>
                  </a:lnTo>
                  <a:lnTo>
                    <a:pt x="251" y="107"/>
                  </a:lnTo>
                  <a:lnTo>
                    <a:pt x="252" y="115"/>
                  </a:lnTo>
                  <a:lnTo>
                    <a:pt x="252" y="173"/>
                  </a:lnTo>
                  <a:lnTo>
                    <a:pt x="92" y="173"/>
                  </a:lnTo>
                  <a:lnTo>
                    <a:pt x="92" y="115"/>
                  </a:lnTo>
                  <a:lnTo>
                    <a:pt x="92" y="115"/>
                  </a:lnTo>
                  <a:close/>
                  <a:moveTo>
                    <a:pt x="308" y="208"/>
                  </a:moveTo>
                  <a:lnTo>
                    <a:pt x="308" y="372"/>
                  </a:lnTo>
                  <a:lnTo>
                    <a:pt x="35" y="372"/>
                  </a:lnTo>
                  <a:lnTo>
                    <a:pt x="35" y="208"/>
                  </a:lnTo>
                  <a:lnTo>
                    <a:pt x="308" y="20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3" name="Google Shape;603;p8"/>
          <p:cNvGrpSpPr/>
          <p:nvPr/>
        </p:nvGrpSpPr>
        <p:grpSpPr>
          <a:xfrm>
            <a:off x="6710290" y="1688565"/>
            <a:ext cx="4760887" cy="1391420"/>
            <a:chOff x="6696222" y="1871003"/>
            <a:chExt cx="4760887" cy="1391420"/>
          </a:xfrm>
        </p:grpSpPr>
        <p:sp>
          <p:nvSpPr>
            <p:cNvPr id="604" name="Google Shape;604;p8"/>
            <p:cNvSpPr/>
            <p:nvPr/>
          </p:nvSpPr>
          <p:spPr>
            <a:xfrm>
              <a:off x="6696222" y="1871003"/>
              <a:ext cx="4760887" cy="1391420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6915468" y="2040890"/>
              <a:ext cx="1820566" cy="376018"/>
            </a:xfrm>
            <a:prstGeom prst="roundRect">
              <a:avLst>
                <a:gd name="adj" fmla="val 16668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8"/>
            <p:cNvSpPr txBox="1"/>
            <p:nvPr/>
          </p:nvSpPr>
          <p:spPr>
            <a:xfrm>
              <a:off x="6943606" y="2050829"/>
              <a:ext cx="4240209" cy="1126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DEFINING ROLES</a:t>
              </a:r>
              <a:endParaRPr dirty="0"/>
            </a:p>
            <a:p>
              <a:pPr marL="0" marR="0" lvl="0" indent="0" algn="l" rtl="0">
                <a:lnSpc>
                  <a:spcPct val="11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Assigning task to a particular person. This will provide accountability when a particular person is saddled with a role and responsibility</a:t>
              </a:r>
              <a:endParaRPr dirty="0"/>
            </a:p>
          </p:txBody>
        </p:sp>
        <p:cxnSp>
          <p:nvCxnSpPr>
            <p:cNvPr id="607" name="Google Shape;607;p8"/>
            <p:cNvCxnSpPr/>
            <p:nvPr/>
          </p:nvCxnSpPr>
          <p:spPr>
            <a:xfrm>
              <a:off x="8932985" y="2228899"/>
              <a:ext cx="2138289" cy="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08" name="Google Shape;608;p8"/>
          <p:cNvGrpSpPr/>
          <p:nvPr/>
        </p:nvGrpSpPr>
        <p:grpSpPr>
          <a:xfrm>
            <a:off x="6710290" y="3207368"/>
            <a:ext cx="4760887" cy="1391420"/>
            <a:chOff x="6696222" y="1871003"/>
            <a:chExt cx="4760887" cy="1391420"/>
          </a:xfrm>
        </p:grpSpPr>
        <p:sp>
          <p:nvSpPr>
            <p:cNvPr id="609" name="Google Shape;609;p8"/>
            <p:cNvSpPr/>
            <p:nvPr/>
          </p:nvSpPr>
          <p:spPr>
            <a:xfrm>
              <a:off x="6696222" y="1871003"/>
              <a:ext cx="4760887" cy="1391420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6904615" y="2002253"/>
              <a:ext cx="2202885" cy="376018"/>
            </a:xfrm>
            <a:prstGeom prst="roundRect">
              <a:avLst>
                <a:gd name="adj" fmla="val 16668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8"/>
            <p:cNvSpPr txBox="1"/>
            <p:nvPr/>
          </p:nvSpPr>
          <p:spPr>
            <a:xfrm>
              <a:off x="6918429" y="1997121"/>
              <a:ext cx="4240209" cy="923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DEFINING ACTION PLAN</a:t>
              </a:r>
              <a:endParaRPr dirty="0"/>
            </a:p>
            <a:p>
              <a:pPr marL="0" marR="0" lvl="0" indent="0" algn="l" rtl="0">
                <a:lnSpc>
                  <a:spcPct val="11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The specific activity that needs to be performed by the occupants of the roles defined above</a:t>
              </a:r>
              <a:endParaRPr dirty="0"/>
            </a:p>
          </p:txBody>
        </p:sp>
        <p:cxnSp>
          <p:nvCxnSpPr>
            <p:cNvPr id="612" name="Google Shape;612;p8"/>
            <p:cNvCxnSpPr/>
            <p:nvPr/>
          </p:nvCxnSpPr>
          <p:spPr>
            <a:xfrm>
              <a:off x="9271889" y="2125867"/>
              <a:ext cx="1460480" cy="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13" name="Google Shape;613;p8"/>
          <p:cNvGrpSpPr/>
          <p:nvPr/>
        </p:nvGrpSpPr>
        <p:grpSpPr>
          <a:xfrm>
            <a:off x="6710290" y="4726171"/>
            <a:ext cx="4760887" cy="1391420"/>
            <a:chOff x="6696222" y="1871003"/>
            <a:chExt cx="4760887" cy="1391420"/>
          </a:xfrm>
        </p:grpSpPr>
        <p:sp>
          <p:nvSpPr>
            <p:cNvPr id="614" name="Google Shape;614;p8"/>
            <p:cNvSpPr/>
            <p:nvPr/>
          </p:nvSpPr>
          <p:spPr>
            <a:xfrm>
              <a:off x="6696222" y="1871003"/>
              <a:ext cx="4760887" cy="1391420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6915468" y="2040890"/>
              <a:ext cx="1820566" cy="376018"/>
            </a:xfrm>
            <a:prstGeom prst="roundRect">
              <a:avLst>
                <a:gd name="adj" fmla="val 16668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8"/>
            <p:cNvSpPr txBox="1"/>
            <p:nvPr/>
          </p:nvSpPr>
          <p:spPr>
            <a:xfrm>
              <a:off x="6943606" y="2050829"/>
              <a:ext cx="4240209" cy="1126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ENSURE TIMELINES</a:t>
              </a:r>
              <a:endParaRPr dirty="0"/>
            </a:p>
            <a:p>
              <a:pPr marL="0" marR="0" lvl="0" indent="0" algn="l" rtl="0">
                <a:lnSpc>
                  <a:spcPct val="11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The period in which the plan is expected to have been completed. Setting a timeline serves a check as to when the task is to be completed</a:t>
              </a:r>
              <a:endParaRPr dirty="0"/>
            </a:p>
          </p:txBody>
        </p:sp>
        <p:cxnSp>
          <p:nvCxnSpPr>
            <p:cNvPr id="617" name="Google Shape;617;p8"/>
            <p:cNvCxnSpPr/>
            <p:nvPr/>
          </p:nvCxnSpPr>
          <p:spPr>
            <a:xfrm>
              <a:off x="8932985" y="2228899"/>
              <a:ext cx="2138289" cy="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02" name="Google Shape;547;p8">
            <a:extLst>
              <a:ext uri="{FF2B5EF4-FFF2-40B4-BE49-F238E27FC236}">
                <a16:creationId xmlns:a16="http://schemas.microsoft.com/office/drawing/2014/main" id="{3427FFC9-6A79-4C50-A40D-9918FA4AAA7D}"/>
              </a:ext>
            </a:extLst>
          </p:cNvPr>
          <p:cNvGrpSpPr/>
          <p:nvPr/>
        </p:nvGrpSpPr>
        <p:grpSpPr>
          <a:xfrm>
            <a:off x="2965188" y="3859154"/>
            <a:ext cx="1788795" cy="795655"/>
            <a:chOff x="2108" y="3657"/>
            <a:chExt cx="2817" cy="1253"/>
          </a:xfrm>
        </p:grpSpPr>
        <p:sp>
          <p:nvSpPr>
            <p:cNvPr id="103" name="Google Shape;548;p8">
              <a:extLst>
                <a:ext uri="{FF2B5EF4-FFF2-40B4-BE49-F238E27FC236}">
                  <a16:creationId xmlns:a16="http://schemas.microsoft.com/office/drawing/2014/main" id="{713BE859-2BA4-44D7-B3A7-16ACDEA0AA4C}"/>
                </a:ext>
              </a:extLst>
            </p:cNvPr>
            <p:cNvSpPr txBox="1"/>
            <p:nvPr/>
          </p:nvSpPr>
          <p:spPr>
            <a:xfrm>
              <a:off x="2483" y="3657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Target</a:t>
              </a:r>
              <a:endParaRPr lang="en-US" dirty="0"/>
            </a:p>
          </p:txBody>
        </p:sp>
        <p:sp>
          <p:nvSpPr>
            <p:cNvPr id="104" name="Google Shape;549;p8">
              <a:extLst>
                <a:ext uri="{FF2B5EF4-FFF2-40B4-BE49-F238E27FC236}">
                  <a16:creationId xmlns:a16="http://schemas.microsoft.com/office/drawing/2014/main" id="{A17D62A1-20D9-4938-B4BA-22FA6B759B78}"/>
                </a:ext>
              </a:extLst>
            </p:cNvPr>
            <p:cNvSpPr txBox="1"/>
            <p:nvPr/>
          </p:nvSpPr>
          <p:spPr>
            <a:xfrm>
              <a:off x="2108" y="4280"/>
              <a:ext cx="2817" cy="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Ensure all company’s risks are reduced to moderate level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547;p8">
            <a:extLst>
              <a:ext uri="{FF2B5EF4-FFF2-40B4-BE49-F238E27FC236}">
                <a16:creationId xmlns:a16="http://schemas.microsoft.com/office/drawing/2014/main" id="{A72958E1-4631-48AF-BB0A-AD0B9CA0987F}"/>
              </a:ext>
            </a:extLst>
          </p:cNvPr>
          <p:cNvGrpSpPr/>
          <p:nvPr/>
        </p:nvGrpSpPr>
        <p:grpSpPr>
          <a:xfrm>
            <a:off x="4710443" y="3862587"/>
            <a:ext cx="1695450" cy="796925"/>
            <a:chOff x="2247" y="3644"/>
            <a:chExt cx="2670" cy="1255"/>
          </a:xfrm>
        </p:grpSpPr>
        <p:sp>
          <p:nvSpPr>
            <p:cNvPr id="106" name="Google Shape;548;p8">
              <a:extLst>
                <a:ext uri="{FF2B5EF4-FFF2-40B4-BE49-F238E27FC236}">
                  <a16:creationId xmlns:a16="http://schemas.microsoft.com/office/drawing/2014/main" id="{1EE7E8F4-8BAD-4055-94A9-D8613D469F7C}"/>
                </a:ext>
              </a:extLst>
            </p:cNvPr>
            <p:cNvSpPr txBox="1"/>
            <p:nvPr/>
          </p:nvSpPr>
          <p:spPr>
            <a:xfrm>
              <a:off x="2600" y="3644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Target</a:t>
              </a:r>
              <a:endParaRPr lang="en-US" dirty="0"/>
            </a:p>
          </p:txBody>
        </p:sp>
        <p:sp>
          <p:nvSpPr>
            <p:cNvPr id="107" name="Google Shape;549;p8">
              <a:extLst>
                <a:ext uri="{FF2B5EF4-FFF2-40B4-BE49-F238E27FC236}">
                  <a16:creationId xmlns:a16="http://schemas.microsoft.com/office/drawing/2014/main" id="{0B928A85-20D5-4474-B517-0FA88683156B}"/>
                </a:ext>
              </a:extLst>
            </p:cNvPr>
            <p:cNvSpPr txBox="1"/>
            <p:nvPr/>
          </p:nvSpPr>
          <p:spPr>
            <a:xfrm>
              <a:off x="2247" y="4269"/>
              <a:ext cx="2670" cy="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Ensure all infrastructure are protected against attack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547;p8">
            <a:extLst>
              <a:ext uri="{FF2B5EF4-FFF2-40B4-BE49-F238E27FC236}">
                <a16:creationId xmlns:a16="http://schemas.microsoft.com/office/drawing/2014/main" id="{920B24A0-4CC0-42B8-B765-4A888CA19487}"/>
              </a:ext>
            </a:extLst>
          </p:cNvPr>
          <p:cNvGrpSpPr/>
          <p:nvPr/>
        </p:nvGrpSpPr>
        <p:grpSpPr>
          <a:xfrm>
            <a:off x="1329788" y="5236153"/>
            <a:ext cx="1513205" cy="650240"/>
            <a:chOff x="2336" y="3657"/>
            <a:chExt cx="2383" cy="1024"/>
          </a:xfrm>
        </p:grpSpPr>
        <p:sp>
          <p:nvSpPr>
            <p:cNvPr id="111" name="Google Shape;548;p8">
              <a:extLst>
                <a:ext uri="{FF2B5EF4-FFF2-40B4-BE49-F238E27FC236}">
                  <a16:creationId xmlns:a16="http://schemas.microsoft.com/office/drawing/2014/main" id="{04CEE66A-5D9E-4BB8-BBAF-382D296D7E24}"/>
                </a:ext>
              </a:extLst>
            </p:cNvPr>
            <p:cNvSpPr txBox="1"/>
            <p:nvPr/>
          </p:nvSpPr>
          <p:spPr>
            <a:xfrm>
              <a:off x="2613" y="3657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Timeline</a:t>
              </a:r>
              <a:endParaRPr dirty="0"/>
            </a:p>
          </p:txBody>
        </p:sp>
        <p:sp>
          <p:nvSpPr>
            <p:cNvPr id="112" name="Google Shape;549;p8">
              <a:extLst>
                <a:ext uri="{FF2B5EF4-FFF2-40B4-BE49-F238E27FC236}">
                  <a16:creationId xmlns:a16="http://schemas.microsoft.com/office/drawing/2014/main" id="{625C4622-D5CB-4D92-8C89-F12CCCE7AB4E}"/>
                </a:ext>
              </a:extLst>
            </p:cNvPr>
            <p:cNvSpPr txBox="1"/>
            <p:nvPr/>
          </p:nvSpPr>
          <p:spPr>
            <a:xfrm>
              <a:off x="2336" y="4293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Q1 2023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547;p8">
            <a:extLst>
              <a:ext uri="{FF2B5EF4-FFF2-40B4-BE49-F238E27FC236}">
                <a16:creationId xmlns:a16="http://schemas.microsoft.com/office/drawing/2014/main" id="{8E6381BF-C53E-412A-8E19-FCFC564D9A9F}"/>
              </a:ext>
            </a:extLst>
          </p:cNvPr>
          <p:cNvGrpSpPr/>
          <p:nvPr/>
        </p:nvGrpSpPr>
        <p:grpSpPr>
          <a:xfrm>
            <a:off x="3152556" y="5194936"/>
            <a:ext cx="1513205" cy="683260"/>
            <a:chOff x="2106" y="3657"/>
            <a:chExt cx="2383" cy="1076"/>
          </a:xfrm>
        </p:grpSpPr>
        <p:sp>
          <p:nvSpPr>
            <p:cNvPr id="114" name="Google Shape;548;p8">
              <a:extLst>
                <a:ext uri="{FF2B5EF4-FFF2-40B4-BE49-F238E27FC236}">
                  <a16:creationId xmlns:a16="http://schemas.microsoft.com/office/drawing/2014/main" id="{B59E8FB8-A48D-49B1-B608-07740B5F5809}"/>
                </a:ext>
              </a:extLst>
            </p:cNvPr>
            <p:cNvSpPr txBox="1"/>
            <p:nvPr/>
          </p:nvSpPr>
          <p:spPr>
            <a:xfrm>
              <a:off x="2353" y="3657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Timeline</a:t>
              </a:r>
              <a:endParaRPr lang="en-US" dirty="0"/>
            </a:p>
          </p:txBody>
        </p:sp>
        <p:sp>
          <p:nvSpPr>
            <p:cNvPr id="115" name="Google Shape;549;p8">
              <a:extLst>
                <a:ext uri="{FF2B5EF4-FFF2-40B4-BE49-F238E27FC236}">
                  <a16:creationId xmlns:a16="http://schemas.microsoft.com/office/drawing/2014/main" id="{C1E34799-7C93-49E6-8762-DF5E9A757D98}"/>
                </a:ext>
              </a:extLst>
            </p:cNvPr>
            <p:cNvSpPr txBox="1"/>
            <p:nvPr/>
          </p:nvSpPr>
          <p:spPr>
            <a:xfrm>
              <a:off x="2106" y="4345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Q2 2024</a:t>
              </a:r>
            </a:p>
          </p:txBody>
        </p:sp>
      </p:grpSp>
      <p:grpSp>
        <p:nvGrpSpPr>
          <p:cNvPr id="116" name="Google Shape;547;p8">
            <a:extLst>
              <a:ext uri="{FF2B5EF4-FFF2-40B4-BE49-F238E27FC236}">
                <a16:creationId xmlns:a16="http://schemas.microsoft.com/office/drawing/2014/main" id="{17642DEC-91A1-40E1-A77B-A9CF9D8B6E36}"/>
              </a:ext>
            </a:extLst>
          </p:cNvPr>
          <p:cNvGrpSpPr/>
          <p:nvPr/>
        </p:nvGrpSpPr>
        <p:grpSpPr>
          <a:xfrm>
            <a:off x="4868079" y="5170229"/>
            <a:ext cx="1513205" cy="666750"/>
            <a:chOff x="2275" y="3683"/>
            <a:chExt cx="2383" cy="1050"/>
          </a:xfrm>
        </p:grpSpPr>
        <p:sp>
          <p:nvSpPr>
            <p:cNvPr id="117" name="Google Shape;548;p8">
              <a:extLst>
                <a:ext uri="{FF2B5EF4-FFF2-40B4-BE49-F238E27FC236}">
                  <a16:creationId xmlns:a16="http://schemas.microsoft.com/office/drawing/2014/main" id="{4719BBEC-0A51-460C-87C1-366D0D58659F}"/>
                </a:ext>
              </a:extLst>
            </p:cNvPr>
            <p:cNvSpPr txBox="1"/>
            <p:nvPr/>
          </p:nvSpPr>
          <p:spPr>
            <a:xfrm>
              <a:off x="2483" y="3683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Timeline</a:t>
              </a:r>
              <a:endParaRPr lang="en-US" dirty="0"/>
            </a:p>
          </p:txBody>
        </p:sp>
        <p:sp>
          <p:nvSpPr>
            <p:cNvPr id="118" name="Google Shape;549;p8">
              <a:extLst>
                <a:ext uri="{FF2B5EF4-FFF2-40B4-BE49-F238E27FC236}">
                  <a16:creationId xmlns:a16="http://schemas.microsoft.com/office/drawing/2014/main" id="{2AB12AB3-8861-4D34-88D9-A4B00528BCD5}"/>
                </a:ext>
              </a:extLst>
            </p:cNvPr>
            <p:cNvSpPr txBox="1"/>
            <p:nvPr/>
          </p:nvSpPr>
          <p:spPr>
            <a:xfrm>
              <a:off x="2275" y="4345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Q3 2025</a:t>
              </a:r>
            </a:p>
          </p:txBody>
        </p:sp>
      </p:grpSp>
      <p:grpSp>
        <p:nvGrpSpPr>
          <p:cNvPr id="119" name="Google Shape;547;p8">
            <a:extLst>
              <a:ext uri="{FF2B5EF4-FFF2-40B4-BE49-F238E27FC236}">
                <a16:creationId xmlns:a16="http://schemas.microsoft.com/office/drawing/2014/main" id="{11EF198F-46BB-4E29-9628-F1D204DA8739}"/>
              </a:ext>
            </a:extLst>
          </p:cNvPr>
          <p:cNvGrpSpPr/>
          <p:nvPr/>
        </p:nvGrpSpPr>
        <p:grpSpPr>
          <a:xfrm>
            <a:off x="1417303" y="2432282"/>
            <a:ext cx="1513205" cy="650240"/>
            <a:chOff x="2275" y="3709"/>
            <a:chExt cx="2383" cy="1024"/>
          </a:xfrm>
        </p:grpSpPr>
        <p:sp>
          <p:nvSpPr>
            <p:cNvPr id="120" name="Google Shape;548;p8">
              <a:extLst>
                <a:ext uri="{FF2B5EF4-FFF2-40B4-BE49-F238E27FC236}">
                  <a16:creationId xmlns:a16="http://schemas.microsoft.com/office/drawing/2014/main" id="{DA1681BF-2218-4D57-83E7-0A6EDF6713DC}"/>
                </a:ext>
              </a:extLst>
            </p:cNvPr>
            <p:cNvSpPr txBox="1"/>
            <p:nvPr/>
          </p:nvSpPr>
          <p:spPr>
            <a:xfrm>
              <a:off x="2509" y="3709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CFO</a:t>
              </a:r>
              <a:endParaRPr dirty="0"/>
            </a:p>
          </p:txBody>
        </p:sp>
        <p:sp>
          <p:nvSpPr>
            <p:cNvPr id="121" name="Google Shape;549;p8">
              <a:extLst>
                <a:ext uri="{FF2B5EF4-FFF2-40B4-BE49-F238E27FC236}">
                  <a16:creationId xmlns:a16="http://schemas.microsoft.com/office/drawing/2014/main" id="{C43B97C7-8284-47D0-8552-FA35304D45D2}"/>
                </a:ext>
              </a:extLst>
            </p:cNvPr>
            <p:cNvSpPr txBox="1"/>
            <p:nvPr/>
          </p:nvSpPr>
          <p:spPr>
            <a:xfrm>
              <a:off x="2275" y="4345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Chief Finance Officer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547;p8">
            <a:extLst>
              <a:ext uri="{FF2B5EF4-FFF2-40B4-BE49-F238E27FC236}">
                <a16:creationId xmlns:a16="http://schemas.microsoft.com/office/drawing/2014/main" id="{7F7DBD03-6363-4240-BBC1-F6556C4E81A9}"/>
              </a:ext>
            </a:extLst>
          </p:cNvPr>
          <p:cNvGrpSpPr/>
          <p:nvPr/>
        </p:nvGrpSpPr>
        <p:grpSpPr>
          <a:xfrm>
            <a:off x="3078896" y="2432701"/>
            <a:ext cx="1513205" cy="675005"/>
            <a:chOff x="2275" y="3670"/>
            <a:chExt cx="2383" cy="1063"/>
          </a:xfrm>
        </p:grpSpPr>
        <p:sp>
          <p:nvSpPr>
            <p:cNvPr id="123" name="Google Shape;548;p8">
              <a:extLst>
                <a:ext uri="{FF2B5EF4-FFF2-40B4-BE49-F238E27FC236}">
                  <a16:creationId xmlns:a16="http://schemas.microsoft.com/office/drawing/2014/main" id="{CE7DC8EF-AAD4-4A99-B474-601E1E341D12}"/>
                </a:ext>
              </a:extLst>
            </p:cNvPr>
            <p:cNvSpPr txBox="1"/>
            <p:nvPr/>
          </p:nvSpPr>
          <p:spPr>
            <a:xfrm>
              <a:off x="2548" y="3670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CRO</a:t>
              </a:r>
              <a:endParaRPr dirty="0"/>
            </a:p>
          </p:txBody>
        </p:sp>
        <p:sp>
          <p:nvSpPr>
            <p:cNvPr id="124" name="Google Shape;549;p8">
              <a:extLst>
                <a:ext uri="{FF2B5EF4-FFF2-40B4-BE49-F238E27FC236}">
                  <a16:creationId xmlns:a16="http://schemas.microsoft.com/office/drawing/2014/main" id="{589857ED-478E-4B93-9F16-500171D18627}"/>
                </a:ext>
              </a:extLst>
            </p:cNvPr>
            <p:cNvSpPr txBox="1"/>
            <p:nvPr/>
          </p:nvSpPr>
          <p:spPr>
            <a:xfrm>
              <a:off x="2275" y="4345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Chief Risk Officer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547;p8">
            <a:extLst>
              <a:ext uri="{FF2B5EF4-FFF2-40B4-BE49-F238E27FC236}">
                <a16:creationId xmlns:a16="http://schemas.microsoft.com/office/drawing/2014/main" id="{69351989-BBD1-4B35-9590-9BEDBAB69B01}"/>
              </a:ext>
            </a:extLst>
          </p:cNvPr>
          <p:cNvGrpSpPr/>
          <p:nvPr/>
        </p:nvGrpSpPr>
        <p:grpSpPr>
          <a:xfrm>
            <a:off x="4839549" y="2449630"/>
            <a:ext cx="1513205" cy="786765"/>
            <a:chOff x="2431" y="3657"/>
            <a:chExt cx="2383" cy="1239"/>
          </a:xfrm>
        </p:grpSpPr>
        <p:sp>
          <p:nvSpPr>
            <p:cNvPr id="126" name="Google Shape;548;p8">
              <a:extLst>
                <a:ext uri="{FF2B5EF4-FFF2-40B4-BE49-F238E27FC236}">
                  <a16:creationId xmlns:a16="http://schemas.microsoft.com/office/drawing/2014/main" id="{04EF30A6-7466-4880-BB21-50C123371FE2}"/>
                </a:ext>
              </a:extLst>
            </p:cNvPr>
            <p:cNvSpPr txBox="1"/>
            <p:nvPr/>
          </p:nvSpPr>
          <p:spPr>
            <a:xfrm>
              <a:off x="2600" y="3657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CIO</a:t>
              </a:r>
              <a:endParaRPr dirty="0"/>
            </a:p>
          </p:txBody>
        </p:sp>
        <p:sp>
          <p:nvSpPr>
            <p:cNvPr id="127" name="Google Shape;549;p8">
              <a:extLst>
                <a:ext uri="{FF2B5EF4-FFF2-40B4-BE49-F238E27FC236}">
                  <a16:creationId xmlns:a16="http://schemas.microsoft.com/office/drawing/2014/main" id="{A5B9C226-93DD-45D0-8C7B-E879D668C15D}"/>
                </a:ext>
              </a:extLst>
            </p:cNvPr>
            <p:cNvSpPr txBox="1"/>
            <p:nvPr/>
          </p:nvSpPr>
          <p:spPr>
            <a:xfrm>
              <a:off x="2431" y="4266"/>
              <a:ext cx="2383" cy="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Chief Information Officer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09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4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0"/>
          <p:cNvSpPr txBox="1"/>
          <p:nvPr/>
        </p:nvSpPr>
        <p:spPr>
          <a:xfrm>
            <a:off x="506730" y="601980"/>
            <a:ext cx="11058525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661" name="Google Shape;661;p10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66" name="Google Shape;666;p10"/>
          <p:cNvGrpSpPr/>
          <p:nvPr/>
        </p:nvGrpSpPr>
        <p:grpSpPr>
          <a:xfrm>
            <a:off x="504464" y="1051580"/>
            <a:ext cx="11067068" cy="4986363"/>
            <a:chOff x="504464" y="1124150"/>
            <a:chExt cx="11067068" cy="4986363"/>
          </a:xfrm>
        </p:grpSpPr>
        <p:sp>
          <p:nvSpPr>
            <p:cNvPr id="667" name="Google Shape;667;p10"/>
            <p:cNvSpPr/>
            <p:nvPr/>
          </p:nvSpPr>
          <p:spPr>
            <a:xfrm>
              <a:off x="504464" y="1411305"/>
              <a:ext cx="11060514" cy="2865273"/>
            </a:xfrm>
            <a:custGeom>
              <a:avLst/>
              <a:gdLst/>
              <a:ahLst/>
              <a:cxnLst/>
              <a:rect l="l" t="t" r="r" b="b"/>
              <a:pathLst>
                <a:path w="11060514" h="2865273" extrusionOk="0">
                  <a:moveTo>
                    <a:pt x="11060514" y="0"/>
                  </a:moveTo>
                  <a:lnTo>
                    <a:pt x="11060514" y="2865273"/>
                  </a:lnTo>
                  <a:lnTo>
                    <a:pt x="0" y="2865273"/>
                  </a:lnTo>
                  <a:lnTo>
                    <a:pt x="0" y="1016604"/>
                  </a:ln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2F2F2">
                    <a:alpha val="55686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0"/>
            <p:cNvSpPr/>
            <p:nvPr/>
          </p:nvSpPr>
          <p:spPr>
            <a:xfrm>
              <a:off x="798284" y="2908233"/>
              <a:ext cx="958816" cy="9588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0"/>
            <p:cNvSpPr/>
            <p:nvPr/>
          </p:nvSpPr>
          <p:spPr>
            <a:xfrm>
              <a:off x="2145073" y="2766712"/>
              <a:ext cx="958816" cy="9588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Objectives 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0"/>
            <p:cNvSpPr/>
            <p:nvPr/>
          </p:nvSpPr>
          <p:spPr>
            <a:xfrm>
              <a:off x="4853973" y="2586972"/>
              <a:ext cx="958816" cy="9588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0"/>
            <p:cNvSpPr/>
            <p:nvPr/>
          </p:nvSpPr>
          <p:spPr>
            <a:xfrm>
              <a:off x="5875182" y="3066380"/>
              <a:ext cx="958816" cy="9588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0"/>
            <p:cNvSpPr/>
            <p:nvPr/>
          </p:nvSpPr>
          <p:spPr>
            <a:xfrm>
              <a:off x="6680983" y="2287304"/>
              <a:ext cx="958816" cy="9588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Document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0"/>
            <p:cNvSpPr/>
            <p:nvPr/>
          </p:nvSpPr>
          <p:spPr>
            <a:xfrm>
              <a:off x="8993093" y="2089082"/>
              <a:ext cx="958816" cy="9588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Review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0"/>
            <p:cNvSpPr/>
            <p:nvPr/>
          </p:nvSpPr>
          <p:spPr>
            <a:xfrm>
              <a:off x="9198711" y="3127518"/>
              <a:ext cx="958816" cy="9588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Report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0"/>
            <p:cNvSpPr/>
            <p:nvPr/>
          </p:nvSpPr>
          <p:spPr>
            <a:xfrm>
              <a:off x="10173753" y="2364533"/>
              <a:ext cx="958816" cy="9588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Modify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0"/>
            <p:cNvSpPr txBox="1"/>
            <p:nvPr/>
          </p:nvSpPr>
          <p:spPr>
            <a:xfrm>
              <a:off x="1504975" y="1847114"/>
              <a:ext cx="11339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Year 1</a:t>
              </a:r>
              <a:endParaRPr dirty="0"/>
            </a:p>
          </p:txBody>
        </p:sp>
        <p:sp>
          <p:nvSpPr>
            <p:cNvPr id="677" name="Google Shape;677;p10"/>
            <p:cNvSpPr txBox="1"/>
            <p:nvPr/>
          </p:nvSpPr>
          <p:spPr>
            <a:xfrm>
              <a:off x="1400284" y="2303946"/>
              <a:ext cx="12774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Planning</a:t>
              </a:r>
              <a:endParaRPr dirty="0"/>
            </a:p>
          </p:txBody>
        </p:sp>
        <p:sp>
          <p:nvSpPr>
            <p:cNvPr id="678" name="Google Shape;678;p10"/>
            <p:cNvSpPr txBox="1"/>
            <p:nvPr/>
          </p:nvSpPr>
          <p:spPr>
            <a:xfrm>
              <a:off x="5598097" y="1474684"/>
              <a:ext cx="11195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Year 2</a:t>
              </a:r>
              <a:endParaRPr dirty="0"/>
            </a:p>
          </p:txBody>
        </p:sp>
        <p:sp>
          <p:nvSpPr>
            <p:cNvPr id="679" name="Google Shape;679;p10"/>
            <p:cNvSpPr txBox="1"/>
            <p:nvPr/>
          </p:nvSpPr>
          <p:spPr>
            <a:xfrm>
              <a:off x="5493406" y="1908124"/>
              <a:ext cx="12774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Execution</a:t>
              </a:r>
              <a:endParaRPr dirty="0"/>
            </a:p>
          </p:txBody>
        </p:sp>
        <p:sp>
          <p:nvSpPr>
            <p:cNvPr id="680" name="Google Shape;680;p10"/>
            <p:cNvSpPr txBox="1"/>
            <p:nvPr/>
          </p:nvSpPr>
          <p:spPr>
            <a:xfrm>
              <a:off x="9676753" y="1124150"/>
              <a:ext cx="11195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Year 3</a:t>
              </a:r>
              <a:endParaRPr dirty="0"/>
            </a:p>
          </p:txBody>
        </p:sp>
        <p:sp>
          <p:nvSpPr>
            <p:cNvPr id="681" name="Google Shape;681;p10"/>
            <p:cNvSpPr txBox="1"/>
            <p:nvPr/>
          </p:nvSpPr>
          <p:spPr>
            <a:xfrm>
              <a:off x="9598696" y="1572104"/>
              <a:ext cx="12774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Monitoring</a:t>
              </a:r>
              <a:endParaRPr dirty="0"/>
            </a:p>
          </p:txBody>
        </p:sp>
        <p:sp>
          <p:nvSpPr>
            <p:cNvPr id="682" name="Google Shape;682;p10"/>
            <p:cNvSpPr/>
            <p:nvPr/>
          </p:nvSpPr>
          <p:spPr>
            <a:xfrm>
              <a:off x="3646105" y="2340688"/>
              <a:ext cx="665652" cy="484632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rgbClr val="E63946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0"/>
            <p:cNvSpPr/>
            <p:nvPr/>
          </p:nvSpPr>
          <p:spPr>
            <a:xfrm>
              <a:off x="7986502" y="1939769"/>
              <a:ext cx="665652" cy="484632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rgbClr val="E63946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4" name="Google Shape;684;p10"/>
            <p:cNvGrpSpPr/>
            <p:nvPr/>
          </p:nvGrpSpPr>
          <p:grpSpPr>
            <a:xfrm>
              <a:off x="504464" y="4469462"/>
              <a:ext cx="3585030" cy="1641051"/>
              <a:chOff x="798284" y="4469462"/>
              <a:chExt cx="3585030" cy="1641051"/>
            </a:xfrm>
          </p:grpSpPr>
          <p:sp>
            <p:nvSpPr>
              <p:cNvPr id="685" name="Google Shape;685;p10"/>
              <p:cNvSpPr/>
              <p:nvPr/>
            </p:nvSpPr>
            <p:spPr>
              <a:xfrm>
                <a:off x="798284" y="4469462"/>
                <a:ext cx="3585030" cy="1641051"/>
              </a:xfrm>
              <a:prstGeom prst="roundRect">
                <a:avLst>
                  <a:gd name="adj" fmla="val 7479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0"/>
              <p:cNvSpPr/>
              <p:nvPr/>
            </p:nvSpPr>
            <p:spPr>
              <a:xfrm>
                <a:off x="1017530" y="4639350"/>
                <a:ext cx="1682127" cy="376018"/>
              </a:xfrm>
              <a:prstGeom prst="roundRect">
                <a:avLst>
                  <a:gd name="adj" fmla="val 16668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0"/>
              <p:cNvSpPr txBox="1"/>
              <p:nvPr/>
            </p:nvSpPr>
            <p:spPr>
              <a:xfrm>
                <a:off x="1045669" y="4639350"/>
                <a:ext cx="3119932" cy="9037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Planning</a:t>
                </a:r>
                <a:endParaRPr dirty="0"/>
              </a:p>
              <a:p>
                <a:pPr marL="0" marR="0" lvl="0" indent="0" algn="l" rtl="0">
                  <a:lnSpc>
                    <a:spcPct val="11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project planning stage requires complete diligence as it lays out the project’s roadmap</a:t>
                </a:r>
                <a:endParaRPr dirty="0"/>
              </a:p>
            </p:txBody>
          </p:sp>
          <p:cxnSp>
            <p:nvCxnSpPr>
              <p:cNvPr id="688" name="Google Shape;688;p10"/>
              <p:cNvCxnSpPr/>
              <p:nvPr/>
            </p:nvCxnSpPr>
            <p:spPr>
              <a:xfrm>
                <a:off x="2859314" y="4827359"/>
                <a:ext cx="123371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89" name="Google Shape;689;p10"/>
            <p:cNvGrpSpPr/>
            <p:nvPr/>
          </p:nvGrpSpPr>
          <p:grpSpPr>
            <a:xfrm>
              <a:off x="4245483" y="4469462"/>
              <a:ext cx="3585030" cy="1641051"/>
              <a:chOff x="798284" y="4469462"/>
              <a:chExt cx="3585030" cy="1641051"/>
            </a:xfrm>
          </p:grpSpPr>
          <p:sp>
            <p:nvSpPr>
              <p:cNvPr id="690" name="Google Shape;690;p10"/>
              <p:cNvSpPr/>
              <p:nvPr/>
            </p:nvSpPr>
            <p:spPr>
              <a:xfrm>
                <a:off x="798284" y="4469462"/>
                <a:ext cx="3585030" cy="1641051"/>
              </a:xfrm>
              <a:prstGeom prst="roundRect">
                <a:avLst>
                  <a:gd name="adj" fmla="val 7479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10"/>
              <p:cNvSpPr/>
              <p:nvPr/>
            </p:nvSpPr>
            <p:spPr>
              <a:xfrm>
                <a:off x="1017530" y="4639350"/>
                <a:ext cx="1682127" cy="376018"/>
              </a:xfrm>
              <a:prstGeom prst="roundRect">
                <a:avLst>
                  <a:gd name="adj" fmla="val 16668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0"/>
              <p:cNvSpPr txBox="1"/>
              <p:nvPr/>
            </p:nvSpPr>
            <p:spPr>
              <a:xfrm>
                <a:off x="1045669" y="4639350"/>
                <a:ext cx="3119932" cy="700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Execution</a:t>
                </a:r>
                <a:endParaRPr dirty="0"/>
              </a:p>
              <a:p>
                <a:pPr marL="0" marR="0" lvl="0" indent="0" algn="l" rtl="0">
                  <a:lnSpc>
                    <a:spcPct val="11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This is the stage the actual work is done</a:t>
                </a:r>
                <a:endParaRPr dirty="0"/>
              </a:p>
            </p:txBody>
          </p:sp>
          <p:cxnSp>
            <p:nvCxnSpPr>
              <p:cNvPr id="693" name="Google Shape;693;p10"/>
              <p:cNvCxnSpPr/>
              <p:nvPr/>
            </p:nvCxnSpPr>
            <p:spPr>
              <a:xfrm>
                <a:off x="2859314" y="4827359"/>
                <a:ext cx="123371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94" name="Google Shape;694;p10"/>
            <p:cNvGrpSpPr/>
            <p:nvPr/>
          </p:nvGrpSpPr>
          <p:grpSpPr>
            <a:xfrm>
              <a:off x="7986502" y="4469462"/>
              <a:ext cx="3585030" cy="1641051"/>
              <a:chOff x="798284" y="4469462"/>
              <a:chExt cx="3585030" cy="1641051"/>
            </a:xfrm>
          </p:grpSpPr>
          <p:sp>
            <p:nvSpPr>
              <p:cNvPr id="695" name="Google Shape;695;p10"/>
              <p:cNvSpPr/>
              <p:nvPr/>
            </p:nvSpPr>
            <p:spPr>
              <a:xfrm>
                <a:off x="798284" y="4469462"/>
                <a:ext cx="3585030" cy="1641051"/>
              </a:xfrm>
              <a:prstGeom prst="roundRect">
                <a:avLst>
                  <a:gd name="adj" fmla="val 7479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0"/>
              <p:cNvSpPr/>
              <p:nvPr/>
            </p:nvSpPr>
            <p:spPr>
              <a:xfrm>
                <a:off x="1017530" y="4639350"/>
                <a:ext cx="1682127" cy="376018"/>
              </a:xfrm>
              <a:prstGeom prst="roundRect">
                <a:avLst>
                  <a:gd name="adj" fmla="val 16668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0"/>
              <p:cNvSpPr txBox="1"/>
              <p:nvPr/>
            </p:nvSpPr>
            <p:spPr>
              <a:xfrm>
                <a:off x="1045669" y="4639350"/>
                <a:ext cx="3119932" cy="1162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Monitoring</a:t>
                </a:r>
                <a:endParaRPr dirty="0"/>
              </a:p>
              <a:p>
                <a:pPr marL="0" marR="0" lvl="0" indent="0" algn="l" rtl="0">
                  <a:lnSpc>
                    <a:spcPct val="12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This stage runs simultaneously with the project execution, thereby ensures that objectives and project deliverables are met</a:t>
                </a:r>
                <a:endParaRPr dirty="0"/>
              </a:p>
            </p:txBody>
          </p:sp>
          <p:cxnSp>
            <p:nvCxnSpPr>
              <p:cNvPr id="698" name="Google Shape;698;p10"/>
              <p:cNvCxnSpPr/>
              <p:nvPr/>
            </p:nvCxnSpPr>
            <p:spPr>
              <a:xfrm>
                <a:off x="2859314" y="4827359"/>
                <a:ext cx="123371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5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oogle Shape;23;p1"/>
          <p:cNvGraphicFramePr/>
          <p:nvPr>
            <p:extLst>
              <p:ext uri="{D42A27DB-BD31-4B8C-83A1-F6EECF244321}">
                <p14:modId xmlns:p14="http://schemas.microsoft.com/office/powerpoint/2010/main" val="2803310279"/>
              </p:ext>
            </p:extLst>
          </p:nvPr>
        </p:nvGraphicFramePr>
        <p:xfrm>
          <a:off x="1248240" y="1440110"/>
          <a:ext cx="10362775" cy="4648125"/>
        </p:xfrm>
        <a:graphic>
          <a:graphicData uri="http://schemas.openxmlformats.org/drawingml/2006/table">
            <a:tbl>
              <a:tblPr firstRow="1" bandRow="1">
                <a:noFill/>
                <a:tableStyleId>{358100CD-77F5-41CA-97A1-57B9A1EEABEE}</a:tableStyleId>
              </a:tblPr>
              <a:tblGrid>
                <a:gridCol w="33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3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</a:tblGrid>
              <a:tr h="485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01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02</a:t>
                      </a:r>
                      <a:endParaRPr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03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04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05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06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07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08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09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10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11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12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13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14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15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16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17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18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19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20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21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22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23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24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25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26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27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28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29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30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31</a:t>
                      </a:r>
                      <a:endParaRPr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 dirty="0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4" name="Google Shape;24;p1"/>
          <p:cNvSpPr/>
          <p:nvPr/>
        </p:nvSpPr>
        <p:spPr>
          <a:xfrm>
            <a:off x="1532180" y="2058873"/>
            <a:ext cx="1456860" cy="1854200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194064" y="2058873"/>
            <a:ext cx="1456860" cy="2454638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855948" y="3913073"/>
            <a:ext cx="1456860" cy="1796852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517832" y="3062174"/>
            <a:ext cx="1456860" cy="240659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179716" y="3062175"/>
            <a:ext cx="1456860" cy="2902674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9841600" y="2336505"/>
            <a:ext cx="1456860" cy="2545305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09600" y="1914231"/>
            <a:ext cx="533400" cy="100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09600" y="2969391"/>
            <a:ext cx="533400" cy="100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9600" y="4024551"/>
            <a:ext cx="533400" cy="100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09600" y="5079711"/>
            <a:ext cx="533400" cy="100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194064" y="2058873"/>
            <a:ext cx="1456860" cy="443130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959" y="0"/>
                </a:moveTo>
                <a:lnTo>
                  <a:pt x="1347901" y="0"/>
                </a:lnTo>
                <a:cubicBezTo>
                  <a:pt x="1408077" y="0"/>
                  <a:pt x="1456860" y="48783"/>
                  <a:pt x="1456860" y="108959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959"/>
                </a:lnTo>
                <a:cubicBezTo>
                  <a:pt x="0" y="48783"/>
                  <a:pt x="48783" y="0"/>
                  <a:pt x="1089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179716" y="3062175"/>
            <a:ext cx="1456860" cy="443129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959" y="0"/>
                </a:moveTo>
                <a:lnTo>
                  <a:pt x="1347901" y="0"/>
                </a:lnTo>
                <a:cubicBezTo>
                  <a:pt x="1408077" y="0"/>
                  <a:pt x="1456860" y="48783"/>
                  <a:pt x="1456860" y="108959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959"/>
                </a:lnTo>
                <a:cubicBezTo>
                  <a:pt x="0" y="48783"/>
                  <a:pt x="48783" y="0"/>
                  <a:pt x="10895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532180" y="2058873"/>
            <a:ext cx="1456860" cy="443130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545" y="0"/>
                </a:moveTo>
                <a:lnTo>
                  <a:pt x="1348315" y="0"/>
                </a:lnTo>
                <a:cubicBezTo>
                  <a:pt x="1408263" y="0"/>
                  <a:pt x="1456860" y="48597"/>
                  <a:pt x="1456860" y="108545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545"/>
                </a:lnTo>
                <a:cubicBezTo>
                  <a:pt x="0" y="48597"/>
                  <a:pt x="48597" y="0"/>
                  <a:pt x="1085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855948" y="3913073"/>
            <a:ext cx="1456860" cy="434666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545" y="0"/>
                </a:moveTo>
                <a:lnTo>
                  <a:pt x="1348315" y="0"/>
                </a:lnTo>
                <a:cubicBezTo>
                  <a:pt x="1408263" y="0"/>
                  <a:pt x="1456860" y="48597"/>
                  <a:pt x="1456860" y="108545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545"/>
                </a:lnTo>
                <a:cubicBezTo>
                  <a:pt x="0" y="48597"/>
                  <a:pt x="48597" y="0"/>
                  <a:pt x="1085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517832" y="3062174"/>
            <a:ext cx="1456860" cy="434666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545" y="0"/>
                </a:moveTo>
                <a:lnTo>
                  <a:pt x="1348315" y="0"/>
                </a:lnTo>
                <a:cubicBezTo>
                  <a:pt x="1408263" y="0"/>
                  <a:pt x="1456860" y="48597"/>
                  <a:pt x="1456860" y="108545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545"/>
                </a:lnTo>
                <a:cubicBezTo>
                  <a:pt x="0" y="48597"/>
                  <a:pt x="48597" y="0"/>
                  <a:pt x="10854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9841600" y="2336505"/>
            <a:ext cx="1456860" cy="434666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545" y="0"/>
                </a:moveTo>
                <a:lnTo>
                  <a:pt x="1348315" y="0"/>
                </a:lnTo>
                <a:cubicBezTo>
                  <a:pt x="1408263" y="0"/>
                  <a:pt x="1456860" y="48597"/>
                  <a:pt x="1456860" y="108545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545"/>
                </a:lnTo>
                <a:cubicBezTo>
                  <a:pt x="0" y="48597"/>
                  <a:pt x="48597" y="0"/>
                  <a:pt x="10854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 rot="-5400000">
            <a:off x="421358" y="2279807"/>
            <a:ext cx="909885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Focus</a:t>
            </a:r>
            <a:endParaRPr sz="12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" name="Google Shape;41;p1"/>
          <p:cNvSpPr txBox="1"/>
          <p:nvPr/>
        </p:nvSpPr>
        <p:spPr>
          <a:xfrm rot="-5400000">
            <a:off x="421359" y="3334967"/>
            <a:ext cx="909885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Tasks</a:t>
            </a:r>
            <a:endParaRPr sz="12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" name="Google Shape;42;p1"/>
          <p:cNvSpPr txBox="1"/>
          <p:nvPr/>
        </p:nvSpPr>
        <p:spPr>
          <a:xfrm rot="-5400000">
            <a:off x="421360" y="4390127"/>
            <a:ext cx="909885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KPIs</a:t>
            </a:r>
            <a:endParaRPr sz="12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" name="Google Shape;43;p1"/>
          <p:cNvSpPr txBox="1"/>
          <p:nvPr/>
        </p:nvSpPr>
        <p:spPr>
          <a:xfrm rot="-5400000">
            <a:off x="421361" y="5445287"/>
            <a:ext cx="909885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Outcomes</a:t>
            </a:r>
            <a:endParaRPr sz="12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1658947" y="2071116"/>
            <a:ext cx="12033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Video Content Marketing</a:t>
            </a:r>
            <a:endParaRPr b="1" dirty="0"/>
          </a:p>
        </p:txBody>
      </p:sp>
      <p:sp>
        <p:nvSpPr>
          <p:cNvPr id="45" name="Google Shape;45;p1"/>
          <p:cNvSpPr txBox="1"/>
          <p:nvPr/>
        </p:nvSpPr>
        <p:spPr>
          <a:xfrm>
            <a:off x="3320831" y="2071116"/>
            <a:ext cx="120332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Influencer Marketing</a:t>
            </a:r>
            <a:endParaRPr b="1" dirty="0"/>
          </a:p>
        </p:txBody>
      </p:sp>
      <p:sp>
        <p:nvSpPr>
          <p:cNvPr id="46" name="Google Shape;46;p1"/>
          <p:cNvSpPr txBox="1"/>
          <p:nvPr/>
        </p:nvSpPr>
        <p:spPr>
          <a:xfrm>
            <a:off x="4982715" y="3925316"/>
            <a:ext cx="120332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Multiple-Channel Advertising</a:t>
            </a:r>
            <a:endParaRPr b="1"/>
          </a:p>
        </p:txBody>
      </p:sp>
      <p:sp>
        <p:nvSpPr>
          <p:cNvPr id="47" name="Google Shape;47;p1"/>
          <p:cNvSpPr txBox="1"/>
          <p:nvPr/>
        </p:nvSpPr>
        <p:spPr>
          <a:xfrm>
            <a:off x="6644599" y="3074417"/>
            <a:ext cx="120332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Interactive Experiences </a:t>
            </a:r>
            <a:endParaRPr b="1" dirty="0"/>
          </a:p>
        </p:txBody>
      </p:sp>
      <p:sp>
        <p:nvSpPr>
          <p:cNvPr id="48" name="Google Shape;48;p1"/>
          <p:cNvSpPr txBox="1"/>
          <p:nvPr/>
        </p:nvSpPr>
        <p:spPr>
          <a:xfrm>
            <a:off x="8306483" y="3074417"/>
            <a:ext cx="12033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Contribute to External Blogs</a:t>
            </a:r>
            <a:endParaRPr b="1" dirty="0"/>
          </a:p>
        </p:txBody>
      </p:sp>
      <p:sp>
        <p:nvSpPr>
          <p:cNvPr id="49" name="Google Shape;49;p1"/>
          <p:cNvSpPr txBox="1"/>
          <p:nvPr/>
        </p:nvSpPr>
        <p:spPr>
          <a:xfrm>
            <a:off x="9968367" y="2348748"/>
            <a:ext cx="120332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Measure &amp; Analyze Results</a:t>
            </a:r>
            <a:endParaRPr b="1" dirty="0"/>
          </a:p>
        </p:txBody>
      </p:sp>
      <p:sp>
        <p:nvSpPr>
          <p:cNvPr id="50" name="Google Shape;50;p1"/>
          <p:cNvSpPr txBox="1"/>
          <p:nvPr/>
        </p:nvSpPr>
        <p:spPr>
          <a:xfrm>
            <a:off x="1658947" y="2531323"/>
            <a:ext cx="1203326" cy="126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Since users do not have time to go through the datasheet, we will create a short video that will be of value to them</a:t>
            </a:r>
            <a:endParaRPr/>
          </a:p>
        </p:txBody>
      </p:sp>
      <p:sp>
        <p:nvSpPr>
          <p:cNvPr id="51" name="Google Shape;51;p1"/>
          <p:cNvSpPr txBox="1"/>
          <p:nvPr/>
        </p:nvSpPr>
        <p:spPr>
          <a:xfrm>
            <a:off x="3282088" y="2562353"/>
            <a:ext cx="1255932" cy="127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Our marketing experts will outreach influencers and make sure that the word is out regarding our recovery software</a:t>
            </a:r>
            <a:endParaRPr/>
          </a:p>
        </p:txBody>
      </p:sp>
      <p:sp>
        <p:nvSpPr>
          <p:cNvPr id="52" name="Google Shape;52;p1"/>
          <p:cNvSpPr txBox="1"/>
          <p:nvPr/>
        </p:nvSpPr>
        <p:spPr>
          <a:xfrm>
            <a:off x="8306483" y="3594731"/>
            <a:ext cx="1203326" cy="126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When it comes to technical software, users prefer to learn from the established websites in the industry</a:t>
            </a: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6644599" y="3508953"/>
            <a:ext cx="1203326" cy="178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Interactive tools such as on page quizzes, polls and more help our content marketing team to gauge the customer’s perspective towards our product.</a:t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9968367" y="2796293"/>
            <a:ext cx="1203326" cy="19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Post the implementation of the marketing efforts for our Recover Work product, we will use Google Analytics to measure results, find prospects and track conversions.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4982715" y="4401087"/>
            <a:ext cx="1203326" cy="126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We will promote our product on Facebook, Twitter, Instagram, and the figure out which channel will help us gain traction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 i="0" u="none" strike="noStrike" cap="none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61" name="Google Shape;61;p1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3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6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609600" y="2136819"/>
            <a:ext cx="508000" cy="1965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09600" y="4206919"/>
            <a:ext cx="508000" cy="19652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 rot="5400000">
            <a:off x="4846401" y="504132"/>
            <a:ext cx="508000" cy="254773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 rot="5400000">
            <a:off x="2242336" y="504132"/>
            <a:ext cx="508000" cy="254773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 rot="5400000">
            <a:off x="10054531" y="504132"/>
            <a:ext cx="508000" cy="254773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 rot="5400000">
            <a:off x="7450465" y="504132"/>
            <a:ext cx="508000" cy="254773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p2"/>
          <p:cNvGrpSpPr/>
          <p:nvPr/>
        </p:nvGrpSpPr>
        <p:grpSpPr>
          <a:xfrm>
            <a:off x="1222468" y="2136819"/>
            <a:ext cx="2547736" cy="1965280"/>
            <a:chOff x="1222468" y="2120901"/>
            <a:chExt cx="2547736" cy="1965280"/>
          </a:xfrm>
        </p:grpSpPr>
        <p:sp>
          <p:nvSpPr>
            <p:cNvPr id="73" name="Google Shape;7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API</a:t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 txBox="1"/>
            <p:nvPr/>
          </p:nvSpPr>
          <p:spPr>
            <a:xfrm>
              <a:off x="1483795" y="2960873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SQL Support</a:t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1483795" y="3647419"/>
              <a:ext cx="1925334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Identify Customer Values</a:t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oogle Shape;82;p2"/>
          <p:cNvGrpSpPr/>
          <p:nvPr/>
        </p:nvGrpSpPr>
        <p:grpSpPr>
          <a:xfrm>
            <a:off x="1222468" y="4206919"/>
            <a:ext cx="2547736" cy="1965280"/>
            <a:chOff x="1222468" y="2120901"/>
            <a:chExt cx="2547736" cy="1965280"/>
          </a:xfrm>
        </p:grpSpPr>
        <p:sp>
          <p:nvSpPr>
            <p:cNvPr id="83" name="Google Shape;8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Live Chat</a:t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 txBox="1"/>
            <p:nvPr/>
          </p:nvSpPr>
          <p:spPr>
            <a:xfrm>
              <a:off x="1483795" y="2960873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Push Notifications</a:t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Analytics</a:t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3826533" y="2136819"/>
            <a:ext cx="2547736" cy="1965280"/>
            <a:chOff x="1222468" y="2120901"/>
            <a:chExt cx="2547736" cy="1965280"/>
          </a:xfrm>
        </p:grpSpPr>
        <p:sp>
          <p:nvSpPr>
            <p:cNvPr id="93" name="Google Shape;9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83795" y="2274328"/>
              <a:ext cx="1607678" cy="4985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Streamline Financial Reporting</a:t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483795" y="2960873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Finalize yearly budget</a:t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File tax returns</a:t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3826533" y="4206919"/>
            <a:ext cx="2547736" cy="1965280"/>
            <a:chOff x="1222468" y="2120901"/>
            <a:chExt cx="2547736" cy="1965280"/>
          </a:xfrm>
        </p:grpSpPr>
        <p:sp>
          <p:nvSpPr>
            <p:cNvPr id="103" name="Google Shape;10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Break even analysis</a:t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1483795" y="2960873"/>
              <a:ext cx="2045872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Cost and Complexity Drivers</a:t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Upgrade the SAP</a:t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6430597" y="2136819"/>
            <a:ext cx="2547736" cy="1965280"/>
            <a:chOff x="1222468" y="2120901"/>
            <a:chExt cx="2547736" cy="1965280"/>
          </a:xfrm>
        </p:grpSpPr>
        <p:sp>
          <p:nvSpPr>
            <p:cNvPr id="113" name="Google Shape;11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Engage key vendors</a:t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1483795" y="2960873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Profit opportunities</a:t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Negotiate $2m+ deal</a:t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6430597" y="4206919"/>
            <a:ext cx="2547736" cy="1965280"/>
            <a:chOff x="1222468" y="2120901"/>
            <a:chExt cx="2547736" cy="1965280"/>
          </a:xfrm>
        </p:grpSpPr>
        <p:sp>
          <p:nvSpPr>
            <p:cNvPr id="123" name="Google Shape;12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Launch sales force</a:t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1483794" y="2960873"/>
              <a:ext cx="1925335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Competitor Risk Analysis</a:t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Analyze sales trends</a:t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9034663" y="2136819"/>
            <a:ext cx="2547736" cy="1965280"/>
            <a:chOff x="1222468" y="2120901"/>
            <a:chExt cx="2547736" cy="1965280"/>
          </a:xfrm>
        </p:grpSpPr>
        <p:sp>
          <p:nvSpPr>
            <p:cNvPr id="133" name="Google Shape;13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1483795" y="2274328"/>
              <a:ext cx="1607678" cy="488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Lead generation strategies</a:t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1483794" y="2960873"/>
              <a:ext cx="1915349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Group discount 6+ @ 15%</a:t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Competitor Analysis</a:t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9034663" y="4206919"/>
            <a:ext cx="2547736" cy="1965280"/>
            <a:chOff x="1222468" y="2120901"/>
            <a:chExt cx="2547736" cy="1965280"/>
          </a:xfrm>
        </p:grpSpPr>
        <p:sp>
          <p:nvSpPr>
            <p:cNvPr id="143" name="Google Shape;14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1483795" y="2274328"/>
              <a:ext cx="1607678" cy="4985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Influencer platform + partnership</a:t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"/>
            <p:cNvSpPr txBox="1"/>
            <p:nvPr/>
          </p:nvSpPr>
          <p:spPr>
            <a:xfrm>
              <a:off x="1483795" y="2960873"/>
              <a:ext cx="1607678" cy="488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Launch monthly webinar</a:t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Industry outlook</a:t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"/>
          <p:cNvSpPr txBox="1"/>
          <p:nvPr/>
        </p:nvSpPr>
        <p:spPr>
          <a:xfrm>
            <a:off x="1692497" y="1635333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4296562" y="1635333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6900626" y="1635333"/>
            <a:ext cx="1607678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/>
          </a:p>
        </p:txBody>
      </p:sp>
      <p:sp>
        <p:nvSpPr>
          <p:cNvPr id="155" name="Google Shape;155;p2"/>
          <p:cNvSpPr txBox="1"/>
          <p:nvPr/>
        </p:nvSpPr>
        <p:spPr>
          <a:xfrm>
            <a:off x="9504692" y="1635333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MARKETING </a:t>
            </a:r>
            <a:endParaRPr/>
          </a:p>
        </p:txBody>
      </p:sp>
      <p:sp>
        <p:nvSpPr>
          <p:cNvPr id="156" name="Google Shape;156;p2"/>
          <p:cNvSpPr txBox="1"/>
          <p:nvPr/>
        </p:nvSpPr>
        <p:spPr>
          <a:xfrm rot="-5400000">
            <a:off x="59761" y="2976792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 rot="-5400000">
            <a:off x="59762" y="5046892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/>
          </a:p>
        </p:txBody>
      </p:sp>
      <p:sp>
        <p:nvSpPr>
          <p:cNvPr id="158" name="Google Shape;158;p2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159" name="Google Shape;159;p2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65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7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/>
          <p:nvPr/>
        </p:nvSpPr>
        <p:spPr>
          <a:xfrm>
            <a:off x="6424706" y="2253604"/>
            <a:ext cx="2250141" cy="82422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609600" y="1553304"/>
            <a:ext cx="2250141" cy="82422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3517153" y="1903454"/>
            <a:ext cx="2250141" cy="82422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 flipH="1">
            <a:off x="2566894" y="1553304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 flipH="1">
            <a:off x="5474447" y="1903454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9332259" y="2603754"/>
            <a:ext cx="2250141" cy="82422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 flipH="1">
            <a:off x="8382000" y="2253604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6424706" y="3611062"/>
            <a:ext cx="2250141" cy="82422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609600" y="2910762"/>
            <a:ext cx="2250141" cy="82422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3517153" y="3260912"/>
            <a:ext cx="2250141" cy="82422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 flipH="1">
            <a:off x="2566894" y="2910762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 flipH="1">
            <a:off x="5474447" y="3260912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9332259" y="3961212"/>
            <a:ext cx="2250141" cy="82422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 flipH="1">
            <a:off x="8382000" y="3611062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6424706" y="4968520"/>
            <a:ext cx="2250141" cy="824226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609600" y="4268220"/>
            <a:ext cx="2250141" cy="824226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3517153" y="4618370"/>
            <a:ext cx="2250141" cy="824226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 flipH="1">
            <a:off x="2566894" y="4268220"/>
            <a:ext cx="1243106" cy="1174376"/>
          </a:xfrm>
          <a:prstGeom prst="parallelogram">
            <a:avLst>
              <a:gd name="adj" fmla="val 25000"/>
            </a:avLst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 flipH="1">
            <a:off x="5474447" y="4618370"/>
            <a:ext cx="1243106" cy="1174376"/>
          </a:xfrm>
          <a:prstGeom prst="parallelogram">
            <a:avLst>
              <a:gd name="adj" fmla="val 25000"/>
            </a:avLst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9332259" y="5318670"/>
            <a:ext cx="2250141" cy="824226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 flipH="1">
            <a:off x="8382000" y="4968520"/>
            <a:ext cx="1243106" cy="1174376"/>
          </a:xfrm>
          <a:prstGeom prst="parallelogram">
            <a:avLst>
              <a:gd name="adj" fmla="val 25000"/>
            </a:avLst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782030" y="1692779"/>
            <a:ext cx="1306745" cy="5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Content Development</a:t>
            </a:r>
            <a:endParaRPr sz="14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782030" y="3050237"/>
            <a:ext cx="1306745" cy="5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Paid/Organic Search</a:t>
            </a:r>
            <a:endParaRPr sz="14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782030" y="4407695"/>
            <a:ext cx="1306745" cy="5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 Marketing</a:t>
            </a:r>
            <a:endParaRPr sz="14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2784219" y="1847495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2784219" y="3204953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2784219" y="4562411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07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3876138" y="2104356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Whitepaper Development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3876138" y="3461814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Analytics Implementation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3876138" y="4819272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Trial Drip Campaign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5691772" y="2197645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5691772" y="3555103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5691772" y="4912561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08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6783691" y="3811964"/>
            <a:ext cx="153217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On-Site SEO Improvements</a:t>
            </a:r>
            <a:endParaRPr/>
          </a:p>
        </p:txBody>
      </p:sp>
      <p:sp>
        <p:nvSpPr>
          <p:cNvPr id="202" name="Google Shape;202;p3"/>
          <p:cNvSpPr txBox="1"/>
          <p:nvPr/>
        </p:nvSpPr>
        <p:spPr>
          <a:xfrm>
            <a:off x="6783691" y="2454506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Newsletter Sign Up Plugin</a:t>
            </a:r>
            <a:endParaRPr/>
          </a:p>
        </p:txBody>
      </p:sp>
      <p:sp>
        <p:nvSpPr>
          <p:cNvPr id="203" name="Google Shape;203;p3"/>
          <p:cNvSpPr txBox="1"/>
          <p:nvPr/>
        </p:nvSpPr>
        <p:spPr>
          <a:xfrm>
            <a:off x="6783691" y="5169422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Onboarding Optimization</a:t>
            </a:r>
            <a:endParaRPr/>
          </a:p>
        </p:txBody>
      </p:sp>
      <p:sp>
        <p:nvSpPr>
          <p:cNvPr id="204" name="Google Shape;204;p3"/>
          <p:cNvSpPr txBox="1"/>
          <p:nvPr/>
        </p:nvSpPr>
        <p:spPr>
          <a:xfrm>
            <a:off x="8599325" y="2547795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8599325" y="3905253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8599325" y="5262711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9691244" y="2804656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Blog Post Developments</a:t>
            </a:r>
            <a:endParaRPr/>
          </a:p>
        </p:txBody>
      </p:sp>
      <p:sp>
        <p:nvSpPr>
          <p:cNvPr id="208" name="Google Shape;208;p3"/>
          <p:cNvSpPr txBox="1"/>
          <p:nvPr/>
        </p:nvSpPr>
        <p:spPr>
          <a:xfrm>
            <a:off x="9691244" y="4162114"/>
            <a:ext cx="1532170" cy="422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Ad-roll Campaign Iteration</a:t>
            </a:r>
            <a:endParaRPr/>
          </a:p>
        </p:txBody>
      </p:sp>
      <p:sp>
        <p:nvSpPr>
          <p:cNvPr id="209" name="Google Shape;209;p3"/>
          <p:cNvSpPr txBox="1"/>
          <p:nvPr/>
        </p:nvSpPr>
        <p:spPr>
          <a:xfrm>
            <a:off x="9691244" y="5519572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Conversion Initiative</a:t>
            </a:r>
            <a:endParaRPr/>
          </a:p>
        </p:txBody>
      </p:sp>
      <p:sp>
        <p:nvSpPr>
          <p:cNvPr id="210" name="Google Shape;210;p3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211" name="Google Shape;211;p3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1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8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/>
          <p:nvPr/>
        </p:nvSpPr>
        <p:spPr>
          <a:xfrm>
            <a:off x="609601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2829899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050198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7270496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9490794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09601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2829899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5050198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7270496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9490794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939124" y="1578132"/>
            <a:ext cx="1432560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Challenge Status Quo</a:t>
            </a:r>
            <a:endParaRPr sz="1200" b="1" dirty="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3159422" y="1578132"/>
            <a:ext cx="1432560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Automate &amp; Model</a:t>
            </a:r>
            <a:endParaRPr sz="1200" b="1" dirty="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4"/>
          <p:cNvSpPr txBox="1"/>
          <p:nvPr/>
        </p:nvSpPr>
        <p:spPr>
          <a:xfrm>
            <a:off x="5379721" y="1578132"/>
            <a:ext cx="1432560" cy="48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Integrate &amp; Accelerate</a:t>
            </a:r>
            <a:endParaRPr sz="1200" b="1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7600019" y="1578132"/>
            <a:ext cx="1432560" cy="48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Elevate with Predictive</a:t>
            </a:r>
            <a:endParaRPr sz="1200" b="1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9710057" y="1578132"/>
            <a:ext cx="1619794" cy="48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Strategy-aligned Agile Organization</a:t>
            </a:r>
            <a:endParaRPr sz="1200" b="1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760752" y="2362006"/>
            <a:ext cx="1789304" cy="2151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Spreadsheets for planning, budgeting, forecasting, reporting and analysis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Disparate data sources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Disconnected processes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Manual, time consuming process</a:t>
            </a:r>
            <a:endParaRPr/>
          </a:p>
        </p:txBody>
      </p:sp>
      <p:sp>
        <p:nvSpPr>
          <p:cNvPr id="236" name="Google Shape;236;p4"/>
          <p:cNvSpPr txBox="1"/>
          <p:nvPr/>
        </p:nvSpPr>
        <p:spPr>
          <a:xfrm>
            <a:off x="2981050" y="2362006"/>
            <a:ext cx="1789304" cy="243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Automate source to report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Transform spreadsheets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Financial close and consolidation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Planning budgeting and forecasting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Report production management</a:t>
            </a:r>
            <a:endParaRPr/>
          </a:p>
        </p:txBody>
      </p:sp>
      <p:sp>
        <p:nvSpPr>
          <p:cNvPr id="237" name="Google Shape;237;p4"/>
          <p:cNvSpPr txBox="1"/>
          <p:nvPr/>
        </p:nvSpPr>
        <p:spPr>
          <a:xfrm>
            <a:off x="5201349" y="2362006"/>
            <a:ext cx="1789304" cy="1948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Financial and operational performance management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Integrated business planning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Rolling forecasts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Fast close</a:t>
            </a:r>
            <a:endParaRPr/>
          </a:p>
        </p:txBody>
      </p:sp>
      <p:sp>
        <p:nvSpPr>
          <p:cNvPr id="238" name="Google Shape;238;p4"/>
          <p:cNvSpPr txBox="1"/>
          <p:nvPr/>
        </p:nvSpPr>
        <p:spPr>
          <a:xfrm>
            <a:off x="7421647" y="2362006"/>
            <a:ext cx="1789304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Predictive Analytics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 discovery of key insights patterns and trends</a:t>
            </a:r>
            <a:endParaRPr/>
          </a:p>
          <a:p>
            <a:pPr marL="171450" marR="0" lvl="0" indent="-952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</a:pP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9641945" y="2362006"/>
            <a:ext cx="1789304" cy="1541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Metrics &amp; score carding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Strategy management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Risk-adjusted value management</a:t>
            </a:r>
            <a:endParaRPr/>
          </a:p>
          <a:p>
            <a:pPr marL="171450" marR="0" lvl="0" indent="-952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 txBox="1"/>
          <p:nvPr/>
        </p:nvSpPr>
        <p:spPr>
          <a:xfrm>
            <a:off x="760752" y="5792176"/>
            <a:ext cx="1789304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Today’s Challenge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2981050" y="5792176"/>
            <a:ext cx="1789304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Drive Efficiency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4"/>
          <p:cNvSpPr txBox="1"/>
          <p:nvPr/>
        </p:nvSpPr>
        <p:spPr>
          <a:xfrm>
            <a:off x="5201349" y="5792176"/>
            <a:ext cx="1789304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Span the Enterprise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7421647" y="5792176"/>
            <a:ext cx="1789304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Deliver Foresight 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4"/>
          <p:cNvSpPr txBox="1"/>
          <p:nvPr/>
        </p:nvSpPr>
        <p:spPr>
          <a:xfrm>
            <a:off x="9641945" y="5792176"/>
            <a:ext cx="1789304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Steer Continuously 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4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246" name="Google Shape;246;p4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9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9"/>
          <p:cNvSpPr/>
          <p:nvPr/>
        </p:nvSpPr>
        <p:spPr>
          <a:xfrm>
            <a:off x="1527428" y="1713230"/>
            <a:ext cx="3696082" cy="927100"/>
          </a:xfrm>
          <a:prstGeom prst="parallelogram">
            <a:avLst>
              <a:gd name="adj" fmla="val 19726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GROWTH STRATEGY</a:t>
            </a:r>
            <a:endParaRPr/>
          </a:p>
        </p:txBody>
      </p:sp>
      <p:sp>
        <p:nvSpPr>
          <p:cNvPr id="623" name="Google Shape;623;p9"/>
          <p:cNvSpPr/>
          <p:nvPr/>
        </p:nvSpPr>
        <p:spPr>
          <a:xfrm>
            <a:off x="1321347" y="2707640"/>
            <a:ext cx="3696082" cy="927100"/>
          </a:xfrm>
          <a:prstGeom prst="parallelogram">
            <a:avLst>
              <a:gd name="adj" fmla="val 19726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2026-2027</a:t>
            </a:r>
            <a:endParaRPr dirty="0"/>
          </a:p>
        </p:txBody>
      </p:sp>
      <p:sp>
        <p:nvSpPr>
          <p:cNvPr id="624" name="Google Shape;624;p9"/>
          <p:cNvSpPr/>
          <p:nvPr/>
        </p:nvSpPr>
        <p:spPr>
          <a:xfrm>
            <a:off x="1103222" y="3702050"/>
            <a:ext cx="3696082" cy="927100"/>
          </a:xfrm>
          <a:prstGeom prst="parallelogram">
            <a:avLst>
              <a:gd name="adj" fmla="val 19726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2024-2025</a:t>
            </a:r>
            <a:endParaRPr dirty="0"/>
          </a:p>
        </p:txBody>
      </p:sp>
      <p:sp>
        <p:nvSpPr>
          <p:cNvPr id="625" name="Google Shape;625;p9"/>
          <p:cNvSpPr/>
          <p:nvPr/>
        </p:nvSpPr>
        <p:spPr>
          <a:xfrm>
            <a:off x="887104" y="4696460"/>
            <a:ext cx="3696082" cy="927100"/>
          </a:xfrm>
          <a:prstGeom prst="parallelogram">
            <a:avLst>
              <a:gd name="adj" fmla="val 19726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2022-2023</a:t>
            </a:r>
            <a:endParaRPr dirty="0"/>
          </a:p>
        </p:txBody>
      </p:sp>
      <p:sp>
        <p:nvSpPr>
          <p:cNvPr id="626" name="Google Shape;626;p9"/>
          <p:cNvSpPr txBox="1"/>
          <p:nvPr/>
        </p:nvSpPr>
        <p:spPr>
          <a:xfrm>
            <a:off x="506730" y="601980"/>
            <a:ext cx="5064125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627" name="Google Shape;627;p9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2" name="Google Shape;632;p9"/>
          <p:cNvSpPr/>
          <p:nvPr/>
        </p:nvSpPr>
        <p:spPr>
          <a:xfrm rot="660000">
            <a:off x="1077863" y="1244809"/>
            <a:ext cx="509905" cy="4953082"/>
          </a:xfrm>
          <a:custGeom>
            <a:avLst/>
            <a:gdLst/>
            <a:ahLst/>
            <a:cxnLst/>
            <a:rect l="l" t="t" r="r" b="b"/>
            <a:pathLst>
              <a:path w="509905" h="4953082" extrusionOk="0">
                <a:moveTo>
                  <a:pt x="254953" y="0"/>
                </a:moveTo>
                <a:lnTo>
                  <a:pt x="509905" y="254953"/>
                </a:lnTo>
                <a:lnTo>
                  <a:pt x="382429" y="254953"/>
                </a:lnTo>
                <a:lnTo>
                  <a:pt x="382430" y="4903524"/>
                </a:lnTo>
                <a:lnTo>
                  <a:pt x="127476" y="4953082"/>
                </a:lnTo>
                <a:lnTo>
                  <a:pt x="127476" y="254953"/>
                </a:lnTo>
                <a:lnTo>
                  <a:pt x="0" y="254953"/>
                </a:lnTo>
                <a:lnTo>
                  <a:pt x="25495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9"/>
          <p:cNvSpPr/>
          <p:nvPr/>
        </p:nvSpPr>
        <p:spPr>
          <a:xfrm>
            <a:off x="4963983" y="1713230"/>
            <a:ext cx="259527" cy="927100"/>
          </a:xfrm>
          <a:custGeom>
            <a:avLst/>
            <a:gdLst/>
            <a:ahLst/>
            <a:cxnLst/>
            <a:rect l="l" t="t" r="r" b="b"/>
            <a:pathLst>
              <a:path w="259527" h="927100" extrusionOk="0">
                <a:moveTo>
                  <a:pt x="182880" y="0"/>
                </a:moveTo>
                <a:lnTo>
                  <a:pt x="259527" y="0"/>
                </a:lnTo>
                <a:lnTo>
                  <a:pt x="76647" y="927100"/>
                </a:lnTo>
                <a:lnTo>
                  <a:pt x="0" y="927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9"/>
          <p:cNvSpPr/>
          <p:nvPr/>
        </p:nvSpPr>
        <p:spPr>
          <a:xfrm>
            <a:off x="4757902" y="2703968"/>
            <a:ext cx="259527" cy="927100"/>
          </a:xfrm>
          <a:custGeom>
            <a:avLst/>
            <a:gdLst/>
            <a:ahLst/>
            <a:cxnLst/>
            <a:rect l="l" t="t" r="r" b="b"/>
            <a:pathLst>
              <a:path w="259527" h="927100" extrusionOk="0">
                <a:moveTo>
                  <a:pt x="182880" y="0"/>
                </a:moveTo>
                <a:lnTo>
                  <a:pt x="259527" y="0"/>
                </a:lnTo>
                <a:lnTo>
                  <a:pt x="76647" y="927100"/>
                </a:lnTo>
                <a:lnTo>
                  <a:pt x="0" y="927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9"/>
          <p:cNvSpPr/>
          <p:nvPr/>
        </p:nvSpPr>
        <p:spPr>
          <a:xfrm>
            <a:off x="4539777" y="3702050"/>
            <a:ext cx="259527" cy="927100"/>
          </a:xfrm>
          <a:custGeom>
            <a:avLst/>
            <a:gdLst/>
            <a:ahLst/>
            <a:cxnLst/>
            <a:rect l="l" t="t" r="r" b="b"/>
            <a:pathLst>
              <a:path w="259527" h="927100" extrusionOk="0">
                <a:moveTo>
                  <a:pt x="182880" y="0"/>
                </a:moveTo>
                <a:lnTo>
                  <a:pt x="259527" y="0"/>
                </a:lnTo>
                <a:lnTo>
                  <a:pt x="76647" y="927100"/>
                </a:lnTo>
                <a:lnTo>
                  <a:pt x="0" y="9271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9"/>
          <p:cNvSpPr/>
          <p:nvPr/>
        </p:nvSpPr>
        <p:spPr>
          <a:xfrm>
            <a:off x="4323659" y="4696460"/>
            <a:ext cx="259527" cy="927100"/>
          </a:xfrm>
          <a:custGeom>
            <a:avLst/>
            <a:gdLst/>
            <a:ahLst/>
            <a:cxnLst/>
            <a:rect l="l" t="t" r="r" b="b"/>
            <a:pathLst>
              <a:path w="259527" h="927100" extrusionOk="0">
                <a:moveTo>
                  <a:pt x="182880" y="0"/>
                </a:moveTo>
                <a:lnTo>
                  <a:pt x="259527" y="0"/>
                </a:lnTo>
                <a:lnTo>
                  <a:pt x="76647" y="927100"/>
                </a:lnTo>
                <a:lnTo>
                  <a:pt x="0" y="927100"/>
                </a:lnTo>
                <a:close/>
              </a:path>
            </a:pathLst>
          </a:custGeom>
          <a:solidFill>
            <a:srgbClr val="F6BABF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7" name="Google Shape;637;p9"/>
          <p:cNvGrpSpPr/>
          <p:nvPr/>
        </p:nvGrpSpPr>
        <p:grpSpPr>
          <a:xfrm>
            <a:off x="5494533" y="1784670"/>
            <a:ext cx="5563553" cy="715581"/>
            <a:chOff x="5466397" y="1711960"/>
            <a:chExt cx="5563553" cy="715581"/>
          </a:xfrm>
        </p:grpSpPr>
        <p:sp>
          <p:nvSpPr>
            <p:cNvPr id="638" name="Google Shape;638;p9"/>
            <p:cNvSpPr txBox="1"/>
            <p:nvPr/>
          </p:nvSpPr>
          <p:spPr>
            <a:xfrm>
              <a:off x="5466397" y="1711960"/>
              <a:ext cx="5563553" cy="715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Become a world leader in the industry and top employer in the U.S 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Product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Service</a:t>
              </a:r>
              <a:endParaRPr dirty="0"/>
            </a:p>
          </p:txBody>
        </p:sp>
        <p:sp>
          <p:nvSpPr>
            <p:cNvPr id="639" name="Google Shape;639;p9"/>
            <p:cNvSpPr txBox="1"/>
            <p:nvPr/>
          </p:nvSpPr>
          <p:spPr>
            <a:xfrm>
              <a:off x="6536366" y="1965876"/>
              <a:ext cx="1213794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Quality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Affordable</a:t>
              </a:r>
              <a:endParaRPr dirty="0"/>
            </a:p>
          </p:txBody>
        </p:sp>
      </p:grpSp>
      <p:cxnSp>
        <p:nvCxnSpPr>
          <p:cNvPr id="640" name="Google Shape;640;p9"/>
          <p:cNvCxnSpPr>
            <a:stCxn id="633" idx="2"/>
          </p:cNvCxnSpPr>
          <p:nvPr/>
        </p:nvCxnSpPr>
        <p:spPr>
          <a:xfrm>
            <a:off x="5040630" y="2640330"/>
            <a:ext cx="627510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41" name="Google Shape;641;p9"/>
          <p:cNvGrpSpPr/>
          <p:nvPr/>
        </p:nvGrpSpPr>
        <p:grpSpPr>
          <a:xfrm>
            <a:off x="5280215" y="2775408"/>
            <a:ext cx="5563553" cy="715581"/>
            <a:chOff x="5466397" y="1711960"/>
            <a:chExt cx="5563553" cy="715581"/>
          </a:xfrm>
        </p:grpSpPr>
        <p:sp>
          <p:nvSpPr>
            <p:cNvPr id="642" name="Google Shape;642;p9"/>
            <p:cNvSpPr txBox="1"/>
            <p:nvPr/>
          </p:nvSpPr>
          <p:spPr>
            <a:xfrm>
              <a:off x="5466397" y="1711960"/>
              <a:ext cx="5563553" cy="715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Calibri"/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Respond to changes in business environment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Acceptance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cs typeface="Calibri"/>
                  <a:sym typeface="Calibri"/>
                </a:rPr>
                <a:t>Adoption</a:t>
              </a:r>
              <a:endParaRPr dirty="0"/>
            </a:p>
          </p:txBody>
        </p:sp>
        <p:sp>
          <p:nvSpPr>
            <p:cNvPr id="643" name="Google Shape;643;p9"/>
            <p:cNvSpPr txBox="1"/>
            <p:nvPr/>
          </p:nvSpPr>
          <p:spPr>
            <a:xfrm>
              <a:off x="6536366" y="1965876"/>
              <a:ext cx="121379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Alignment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Sales</a:t>
              </a:r>
              <a:endParaRPr dirty="0"/>
            </a:p>
          </p:txBody>
        </p:sp>
      </p:grpSp>
      <p:cxnSp>
        <p:nvCxnSpPr>
          <p:cNvPr id="644" name="Google Shape;644;p9"/>
          <p:cNvCxnSpPr/>
          <p:nvPr/>
        </p:nvCxnSpPr>
        <p:spPr>
          <a:xfrm>
            <a:off x="4826312" y="3631068"/>
            <a:ext cx="6489388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45" name="Google Shape;645;p9"/>
          <p:cNvGrpSpPr/>
          <p:nvPr/>
        </p:nvGrpSpPr>
        <p:grpSpPr>
          <a:xfrm>
            <a:off x="5051611" y="3777355"/>
            <a:ext cx="2906088" cy="715581"/>
            <a:chOff x="5466398" y="1711960"/>
            <a:chExt cx="2906088" cy="715581"/>
          </a:xfrm>
        </p:grpSpPr>
        <p:sp>
          <p:nvSpPr>
            <p:cNvPr id="646" name="Google Shape;646;p9"/>
            <p:cNvSpPr txBox="1"/>
            <p:nvPr/>
          </p:nvSpPr>
          <p:spPr>
            <a:xfrm>
              <a:off x="5466398" y="1711960"/>
              <a:ext cx="2906088" cy="715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Strengthen global competitiveness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Innovation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Technology</a:t>
              </a:r>
              <a:endParaRPr dirty="0"/>
            </a:p>
          </p:txBody>
        </p:sp>
        <p:sp>
          <p:nvSpPr>
            <p:cNvPr id="647" name="Google Shape;647;p9"/>
            <p:cNvSpPr txBox="1"/>
            <p:nvPr/>
          </p:nvSpPr>
          <p:spPr>
            <a:xfrm>
              <a:off x="6536365" y="1965876"/>
              <a:ext cx="1442399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Infrastructure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Market efficiency</a:t>
              </a:r>
              <a:endParaRPr dirty="0"/>
            </a:p>
          </p:txBody>
        </p:sp>
      </p:grpSp>
      <p:cxnSp>
        <p:nvCxnSpPr>
          <p:cNvPr id="648" name="Google Shape;648;p9"/>
          <p:cNvCxnSpPr/>
          <p:nvPr/>
        </p:nvCxnSpPr>
        <p:spPr>
          <a:xfrm>
            <a:off x="4597707" y="4633015"/>
            <a:ext cx="6717993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49" name="Google Shape;649;p9"/>
          <p:cNvGrpSpPr/>
          <p:nvPr/>
        </p:nvGrpSpPr>
        <p:grpSpPr>
          <a:xfrm>
            <a:off x="4823006" y="4767900"/>
            <a:ext cx="5563553" cy="715540"/>
            <a:chOff x="5466397" y="1711960"/>
            <a:chExt cx="5563553" cy="715540"/>
          </a:xfrm>
        </p:grpSpPr>
        <p:sp>
          <p:nvSpPr>
            <p:cNvPr id="650" name="Google Shape;650;p9"/>
            <p:cNvSpPr txBox="1"/>
            <p:nvPr/>
          </p:nvSpPr>
          <p:spPr>
            <a:xfrm>
              <a:off x="5466397" y="1711960"/>
              <a:ext cx="5563553" cy="715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Calibri"/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Strengthen platform for global competition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Investment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cs typeface="Calibri"/>
                  <a:sym typeface="Calibri"/>
                </a:rPr>
                <a:t>Financial</a:t>
              </a:r>
              <a:endParaRPr dirty="0"/>
            </a:p>
          </p:txBody>
        </p:sp>
        <p:sp>
          <p:nvSpPr>
            <p:cNvPr id="651" name="Google Shape;651;p9"/>
            <p:cNvSpPr txBox="1"/>
            <p:nvPr/>
          </p:nvSpPr>
          <p:spPr>
            <a:xfrm>
              <a:off x="6536366" y="1965876"/>
              <a:ext cx="2064724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Market orientation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Competitive assets</a:t>
              </a:r>
              <a:endParaRPr dirty="0"/>
            </a:p>
          </p:txBody>
        </p:sp>
      </p:grpSp>
      <p:cxnSp>
        <p:nvCxnSpPr>
          <p:cNvPr id="652" name="Google Shape;652;p9"/>
          <p:cNvCxnSpPr/>
          <p:nvPr/>
        </p:nvCxnSpPr>
        <p:spPr>
          <a:xfrm>
            <a:off x="4369103" y="5623560"/>
            <a:ext cx="6946597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53" name="Google Shape;653;p9"/>
          <p:cNvGrpSpPr/>
          <p:nvPr/>
        </p:nvGrpSpPr>
        <p:grpSpPr>
          <a:xfrm>
            <a:off x="7889182" y="3777355"/>
            <a:ext cx="3168904" cy="715581"/>
            <a:chOff x="5466398" y="1711960"/>
            <a:chExt cx="3168904" cy="715581"/>
          </a:xfrm>
        </p:grpSpPr>
        <p:sp>
          <p:nvSpPr>
            <p:cNvPr id="654" name="Google Shape;654;p9"/>
            <p:cNvSpPr txBox="1"/>
            <p:nvPr/>
          </p:nvSpPr>
          <p:spPr>
            <a:xfrm>
              <a:off x="5466398" y="1711960"/>
              <a:ext cx="3168904" cy="715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Calibri"/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Execute a continuous growth strategy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SMART Goals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Result analysis  </a:t>
              </a:r>
              <a:endParaRPr dirty="0"/>
            </a:p>
          </p:txBody>
        </p:sp>
        <p:sp>
          <p:nvSpPr>
            <p:cNvPr id="655" name="Google Shape;655;p9"/>
            <p:cNvSpPr txBox="1"/>
            <p:nvPr/>
          </p:nvSpPr>
          <p:spPr>
            <a:xfrm>
              <a:off x="6781067" y="1965876"/>
              <a:ext cx="1730312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Key strategies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Data analytics</a:t>
              </a:r>
              <a:endParaRPr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500994" y="6346665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  <a:latin typeface="Arial (Body)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77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E63946"/>
      </a:accent1>
      <a:accent2>
        <a:srgbClr val="EB5F69"/>
      </a:accent2>
      <a:accent3>
        <a:srgbClr val="F18F97"/>
      </a:accent3>
      <a:accent4>
        <a:srgbClr val="457B9D"/>
      </a:accent4>
      <a:accent5>
        <a:srgbClr val="649ABB"/>
      </a:accent5>
      <a:accent6>
        <a:srgbClr val="8DB6CD"/>
      </a:accent6>
      <a:hlink>
        <a:srgbClr val="F68A1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577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E63946"/>
      </a:accent1>
      <a:accent2>
        <a:srgbClr val="EB5F69"/>
      </a:accent2>
      <a:accent3>
        <a:srgbClr val="F18F97"/>
      </a:accent3>
      <a:accent4>
        <a:srgbClr val="457B9D"/>
      </a:accent4>
      <a:accent5>
        <a:srgbClr val="649ABB"/>
      </a:accent5>
      <a:accent6>
        <a:srgbClr val="8DB6CD"/>
      </a:accent6>
      <a:hlink>
        <a:srgbClr val="F68A1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1314</Words>
  <Application>Microsoft Office PowerPoint</Application>
  <PresentationFormat>Widescreen</PresentationFormat>
  <Paragraphs>352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Courier New</vt:lpstr>
      <vt:lpstr>Calibri</vt:lpstr>
      <vt:lpstr>Open Sans Light</vt:lpstr>
      <vt:lpstr>Arial</vt:lpstr>
      <vt:lpstr>Lato Black</vt:lpstr>
      <vt:lpstr>Lato</vt:lpstr>
      <vt:lpstr>Arial (Body)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Avijit Samanta</cp:lastModifiedBy>
  <cp:revision>17</cp:revision>
  <dcterms:created xsi:type="dcterms:W3CDTF">2020-09-29T07:20:00Z</dcterms:created>
  <dcterms:modified xsi:type="dcterms:W3CDTF">2026-03-18T06:11:23Z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0F9BC4EEFACC4C559C2D70B1636A8C3D</vt:lpwstr>
  </property>
  <property fmtid="{D5CDD505-2E9C-101B-9397-08002B2CF9AE}" pid="3" name="KSOProductBuildVer">
    <vt:lpwstr>1033-11.2.0.10382</vt:lpwstr>
  </property>
</Properties>
</file>