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905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BE65FC70-6E9F-9C4B-6FF5-BB4EFF35520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33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8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0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30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1DF1D25-2E33-44F6-953E-C50215CD7108}"/>
              </a:ext>
            </a:extLst>
          </p:cNvPr>
          <p:cNvCxnSpPr>
            <a:cxnSpLocks/>
          </p:cNvCxnSpPr>
          <p:nvPr/>
        </p:nvCxnSpPr>
        <p:spPr>
          <a:xfrm flipV="1">
            <a:off x="1390751" y="3019647"/>
            <a:ext cx="0" cy="1827695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CA4A98F-44C0-4FE7-AF15-AD328D108984}"/>
              </a:ext>
            </a:extLst>
          </p:cNvPr>
          <p:cNvCxnSpPr>
            <a:cxnSpLocks/>
          </p:cNvCxnSpPr>
          <p:nvPr/>
        </p:nvCxnSpPr>
        <p:spPr>
          <a:xfrm flipV="1">
            <a:off x="4599160" y="3019647"/>
            <a:ext cx="0" cy="1311950"/>
          </a:xfrm>
          <a:prstGeom prst="straightConnector1">
            <a:avLst/>
          </a:prstGeom>
          <a:ln w="6350">
            <a:solidFill>
              <a:schemeClr val="accent1">
                <a:lumMod val="7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4EF1BCA-5448-4F7B-A40F-D404FEB30F51}"/>
              </a:ext>
            </a:extLst>
          </p:cNvPr>
          <p:cNvCxnSpPr>
            <a:cxnSpLocks/>
          </p:cNvCxnSpPr>
          <p:nvPr/>
        </p:nvCxnSpPr>
        <p:spPr>
          <a:xfrm flipV="1">
            <a:off x="7669303" y="3019647"/>
            <a:ext cx="0" cy="1311950"/>
          </a:xfrm>
          <a:prstGeom prst="straightConnector1">
            <a:avLst/>
          </a:prstGeom>
          <a:ln w="6350">
            <a:solidFill>
              <a:schemeClr val="accent1">
                <a:lumMod val="7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F2FEB72-BDF6-448A-8640-B65D13AF7D00}"/>
              </a:ext>
            </a:extLst>
          </p:cNvPr>
          <p:cNvCxnSpPr>
            <a:cxnSpLocks/>
          </p:cNvCxnSpPr>
          <p:nvPr/>
        </p:nvCxnSpPr>
        <p:spPr>
          <a:xfrm flipV="1">
            <a:off x="10765354" y="3019647"/>
            <a:ext cx="0" cy="1311950"/>
          </a:xfrm>
          <a:prstGeom prst="straightConnector1">
            <a:avLst/>
          </a:prstGeom>
          <a:ln w="6350">
            <a:solidFill>
              <a:schemeClr val="accent1">
                <a:lumMod val="7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53319785-9555-4E5C-A438-3F282AEA90EE}"/>
              </a:ext>
            </a:extLst>
          </p:cNvPr>
          <p:cNvSpPr/>
          <p:nvPr/>
        </p:nvSpPr>
        <p:spPr>
          <a:xfrm flipH="1">
            <a:off x="4712451" y="4838605"/>
            <a:ext cx="7479549" cy="2019395"/>
          </a:xfrm>
          <a:custGeom>
            <a:avLst/>
            <a:gdLst>
              <a:gd name="connsiteX0" fmla="*/ 537231 w 5810802"/>
              <a:gd name="connsiteY0" fmla="*/ 0 h 1568852"/>
              <a:gd name="connsiteX1" fmla="*/ 1488426 w 5810802"/>
              <a:gd name="connsiteY1" fmla="*/ 250770 h 1568852"/>
              <a:gd name="connsiteX2" fmla="*/ 2154262 w 5810802"/>
              <a:gd name="connsiteY2" fmla="*/ 350830 h 1568852"/>
              <a:gd name="connsiteX3" fmla="*/ 2585387 w 5810802"/>
              <a:gd name="connsiteY3" fmla="*/ 526245 h 1568852"/>
              <a:gd name="connsiteX4" fmla="*/ 3415521 w 5810802"/>
              <a:gd name="connsiteY4" fmla="*/ 915370 h 1568852"/>
              <a:gd name="connsiteX5" fmla="*/ 4230830 w 5810802"/>
              <a:gd name="connsiteY5" fmla="*/ 1255082 h 1568852"/>
              <a:gd name="connsiteX6" fmla="*/ 5445148 w 5810802"/>
              <a:gd name="connsiteY6" fmla="*/ 1468792 h 1568852"/>
              <a:gd name="connsiteX7" fmla="*/ 5810802 w 5810802"/>
              <a:gd name="connsiteY7" fmla="*/ 1568852 h 1568852"/>
              <a:gd name="connsiteX8" fmla="*/ 0 w 5810802"/>
              <a:gd name="connsiteY8" fmla="*/ 1568852 h 1568852"/>
              <a:gd name="connsiteX9" fmla="*/ 0 w 5810802"/>
              <a:gd name="connsiteY9" fmla="*/ 70140 h 1568852"/>
              <a:gd name="connsiteX10" fmla="*/ 59033 w 5810802"/>
              <a:gd name="connsiteY10" fmla="*/ 55503 h 1568852"/>
              <a:gd name="connsiteX11" fmla="*/ 537231 w 5810802"/>
              <a:gd name="connsiteY11" fmla="*/ 0 h 156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802" h="1568852">
                <a:moveTo>
                  <a:pt x="537231" y="0"/>
                </a:moveTo>
                <a:cubicBezTo>
                  <a:pt x="999240" y="0"/>
                  <a:pt x="1325364" y="238417"/>
                  <a:pt x="1488426" y="250770"/>
                </a:cubicBezTo>
                <a:cubicBezTo>
                  <a:pt x="1651488" y="263123"/>
                  <a:pt x="1928199" y="226064"/>
                  <a:pt x="2154262" y="350830"/>
                </a:cubicBezTo>
                <a:cubicBezTo>
                  <a:pt x="2380325" y="475598"/>
                  <a:pt x="2275323" y="513892"/>
                  <a:pt x="2585387" y="526245"/>
                </a:cubicBezTo>
                <a:cubicBezTo>
                  <a:pt x="2895453" y="538598"/>
                  <a:pt x="3169693" y="727602"/>
                  <a:pt x="3415521" y="915370"/>
                </a:cubicBezTo>
                <a:cubicBezTo>
                  <a:pt x="3661349" y="1104373"/>
                  <a:pt x="3831823" y="1255082"/>
                  <a:pt x="4230830" y="1255082"/>
                </a:cubicBezTo>
                <a:cubicBezTo>
                  <a:pt x="4628602" y="1255082"/>
                  <a:pt x="5294439" y="1418144"/>
                  <a:pt x="5445148" y="1468792"/>
                </a:cubicBezTo>
                <a:cubicBezTo>
                  <a:pt x="5595856" y="1519440"/>
                  <a:pt x="5810802" y="1568852"/>
                  <a:pt x="5810802" y="1568852"/>
                </a:cubicBezTo>
                <a:lnTo>
                  <a:pt x="0" y="1568852"/>
                </a:lnTo>
                <a:lnTo>
                  <a:pt x="0" y="70140"/>
                </a:lnTo>
                <a:lnTo>
                  <a:pt x="59033" y="55503"/>
                </a:lnTo>
                <a:cubicBezTo>
                  <a:pt x="198368" y="24668"/>
                  <a:pt x="363978" y="0"/>
                  <a:pt x="537231" y="0"/>
                </a:cubicBezTo>
                <a:close/>
              </a:path>
            </a:pathLst>
          </a:custGeom>
          <a:solidFill>
            <a:srgbClr val="0079A6">
              <a:alpha val="17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0E503455-3076-479C-959E-4E418E70406C}"/>
              </a:ext>
            </a:extLst>
          </p:cNvPr>
          <p:cNvSpPr/>
          <p:nvPr/>
        </p:nvSpPr>
        <p:spPr>
          <a:xfrm flipH="1">
            <a:off x="6649389" y="5390361"/>
            <a:ext cx="5542610" cy="1467639"/>
          </a:xfrm>
          <a:custGeom>
            <a:avLst/>
            <a:gdLst>
              <a:gd name="connsiteX0" fmla="*/ 477761 w 4306009"/>
              <a:gd name="connsiteY0" fmla="*/ 0 h 1140197"/>
              <a:gd name="connsiteX1" fmla="*/ 1168303 w 4306009"/>
              <a:gd name="connsiteY1" fmla="*/ 182827 h 1140197"/>
              <a:gd name="connsiteX2" fmla="*/ 1651313 w 4306009"/>
              <a:gd name="connsiteY2" fmla="*/ 255711 h 1140197"/>
              <a:gd name="connsiteX3" fmla="*/ 1963847 w 4306009"/>
              <a:gd name="connsiteY3" fmla="*/ 382948 h 1140197"/>
              <a:gd name="connsiteX4" fmla="*/ 2566682 w 4306009"/>
              <a:gd name="connsiteY4" fmla="*/ 665835 h 1140197"/>
              <a:gd name="connsiteX5" fmla="*/ 3158400 w 4306009"/>
              <a:gd name="connsiteY5" fmla="*/ 911663 h 1140197"/>
              <a:gd name="connsiteX6" fmla="*/ 4040417 w 4306009"/>
              <a:gd name="connsiteY6" fmla="*/ 1067313 h 1140197"/>
              <a:gd name="connsiteX7" fmla="*/ 4306009 w 4306009"/>
              <a:gd name="connsiteY7" fmla="*/ 1140197 h 1140197"/>
              <a:gd name="connsiteX8" fmla="*/ 0 w 4306009"/>
              <a:gd name="connsiteY8" fmla="*/ 1140197 h 1140197"/>
              <a:gd name="connsiteX9" fmla="*/ 0 w 4306009"/>
              <a:gd name="connsiteY9" fmla="*/ 74492 h 1140197"/>
              <a:gd name="connsiteX10" fmla="*/ 36598 w 4306009"/>
              <a:gd name="connsiteY10" fmla="*/ 63619 h 1140197"/>
              <a:gd name="connsiteX11" fmla="*/ 477761 w 4306009"/>
              <a:gd name="connsiteY11" fmla="*/ 0 h 114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06009" h="1140197">
                <a:moveTo>
                  <a:pt x="477761" y="0"/>
                </a:moveTo>
                <a:cubicBezTo>
                  <a:pt x="813767" y="0"/>
                  <a:pt x="1049712" y="172944"/>
                  <a:pt x="1168303" y="182827"/>
                </a:cubicBezTo>
                <a:cubicBezTo>
                  <a:pt x="1286893" y="191475"/>
                  <a:pt x="1487015" y="164297"/>
                  <a:pt x="1651313" y="255711"/>
                </a:cubicBezTo>
                <a:cubicBezTo>
                  <a:pt x="1815609" y="347125"/>
                  <a:pt x="1739019" y="374302"/>
                  <a:pt x="1963847" y="382948"/>
                </a:cubicBezTo>
                <a:cubicBezTo>
                  <a:pt x="2188675" y="391596"/>
                  <a:pt x="2387562" y="528715"/>
                  <a:pt x="2566682" y="665835"/>
                </a:cubicBezTo>
                <a:cubicBezTo>
                  <a:pt x="2745804" y="802956"/>
                  <a:pt x="2869336" y="911663"/>
                  <a:pt x="3158400" y="911663"/>
                </a:cubicBezTo>
                <a:cubicBezTo>
                  <a:pt x="3447464" y="911663"/>
                  <a:pt x="3930473" y="1030254"/>
                  <a:pt x="4040417" y="1067313"/>
                </a:cubicBezTo>
                <a:cubicBezTo>
                  <a:pt x="4150359" y="1104373"/>
                  <a:pt x="4306009" y="1140197"/>
                  <a:pt x="4306009" y="1140197"/>
                </a:cubicBezTo>
                <a:lnTo>
                  <a:pt x="0" y="1140197"/>
                </a:lnTo>
                <a:lnTo>
                  <a:pt x="0" y="74492"/>
                </a:lnTo>
                <a:lnTo>
                  <a:pt x="36598" y="63619"/>
                </a:lnTo>
                <a:cubicBezTo>
                  <a:pt x="152563" y="31810"/>
                  <a:pt x="310375" y="0"/>
                  <a:pt x="477761" y="0"/>
                </a:cubicBezTo>
                <a:close/>
              </a:path>
            </a:pathLst>
          </a:custGeom>
          <a:solidFill>
            <a:srgbClr val="45B2D0">
              <a:alpha val="43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76E76B61-818E-4FD6-B224-E0CFB4062701}"/>
              </a:ext>
            </a:extLst>
          </p:cNvPr>
          <p:cNvSpPr/>
          <p:nvPr/>
        </p:nvSpPr>
        <p:spPr>
          <a:xfrm>
            <a:off x="0" y="5289148"/>
            <a:ext cx="5810802" cy="1568852"/>
          </a:xfrm>
          <a:custGeom>
            <a:avLst/>
            <a:gdLst>
              <a:gd name="connsiteX0" fmla="*/ 537231 w 5810802"/>
              <a:gd name="connsiteY0" fmla="*/ 0 h 1568852"/>
              <a:gd name="connsiteX1" fmla="*/ 1488426 w 5810802"/>
              <a:gd name="connsiteY1" fmla="*/ 250770 h 1568852"/>
              <a:gd name="connsiteX2" fmla="*/ 2154262 w 5810802"/>
              <a:gd name="connsiteY2" fmla="*/ 350830 h 1568852"/>
              <a:gd name="connsiteX3" fmla="*/ 2585387 w 5810802"/>
              <a:gd name="connsiteY3" fmla="*/ 526245 h 1568852"/>
              <a:gd name="connsiteX4" fmla="*/ 3415521 w 5810802"/>
              <a:gd name="connsiteY4" fmla="*/ 915370 h 1568852"/>
              <a:gd name="connsiteX5" fmla="*/ 4230830 w 5810802"/>
              <a:gd name="connsiteY5" fmla="*/ 1255082 h 1568852"/>
              <a:gd name="connsiteX6" fmla="*/ 5445148 w 5810802"/>
              <a:gd name="connsiteY6" fmla="*/ 1468792 h 1568852"/>
              <a:gd name="connsiteX7" fmla="*/ 5810802 w 5810802"/>
              <a:gd name="connsiteY7" fmla="*/ 1568852 h 1568852"/>
              <a:gd name="connsiteX8" fmla="*/ 0 w 5810802"/>
              <a:gd name="connsiteY8" fmla="*/ 1568852 h 1568852"/>
              <a:gd name="connsiteX9" fmla="*/ 0 w 5810802"/>
              <a:gd name="connsiteY9" fmla="*/ 70140 h 1568852"/>
              <a:gd name="connsiteX10" fmla="*/ 59033 w 5810802"/>
              <a:gd name="connsiteY10" fmla="*/ 55503 h 1568852"/>
              <a:gd name="connsiteX11" fmla="*/ 537231 w 5810802"/>
              <a:gd name="connsiteY11" fmla="*/ 0 h 156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802" h="1568852">
                <a:moveTo>
                  <a:pt x="537231" y="0"/>
                </a:moveTo>
                <a:cubicBezTo>
                  <a:pt x="999240" y="0"/>
                  <a:pt x="1325364" y="238417"/>
                  <a:pt x="1488426" y="250770"/>
                </a:cubicBezTo>
                <a:cubicBezTo>
                  <a:pt x="1651488" y="263123"/>
                  <a:pt x="1928199" y="226064"/>
                  <a:pt x="2154262" y="350830"/>
                </a:cubicBezTo>
                <a:cubicBezTo>
                  <a:pt x="2380325" y="475598"/>
                  <a:pt x="2275323" y="513892"/>
                  <a:pt x="2585387" y="526245"/>
                </a:cubicBezTo>
                <a:cubicBezTo>
                  <a:pt x="2895453" y="538598"/>
                  <a:pt x="3169693" y="727602"/>
                  <a:pt x="3415521" y="915370"/>
                </a:cubicBezTo>
                <a:cubicBezTo>
                  <a:pt x="3661349" y="1104373"/>
                  <a:pt x="3831823" y="1255082"/>
                  <a:pt x="4230830" y="1255082"/>
                </a:cubicBezTo>
                <a:cubicBezTo>
                  <a:pt x="4628602" y="1255082"/>
                  <a:pt x="5294439" y="1418144"/>
                  <a:pt x="5445148" y="1468792"/>
                </a:cubicBezTo>
                <a:cubicBezTo>
                  <a:pt x="5595856" y="1519440"/>
                  <a:pt x="5810802" y="1568852"/>
                  <a:pt x="5810802" y="1568852"/>
                </a:cubicBezTo>
                <a:lnTo>
                  <a:pt x="0" y="1568852"/>
                </a:lnTo>
                <a:lnTo>
                  <a:pt x="0" y="70140"/>
                </a:lnTo>
                <a:lnTo>
                  <a:pt x="59033" y="55503"/>
                </a:lnTo>
                <a:cubicBezTo>
                  <a:pt x="198368" y="24668"/>
                  <a:pt x="363978" y="0"/>
                  <a:pt x="537231" y="0"/>
                </a:cubicBezTo>
                <a:close/>
              </a:path>
            </a:pathLst>
          </a:custGeom>
          <a:solidFill>
            <a:srgbClr val="0079A6">
              <a:alpha val="9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EFC797C1-5598-4622-9C79-7356BC8258EC}"/>
              </a:ext>
            </a:extLst>
          </p:cNvPr>
          <p:cNvSpPr/>
          <p:nvPr/>
        </p:nvSpPr>
        <p:spPr>
          <a:xfrm>
            <a:off x="1" y="5717803"/>
            <a:ext cx="4306009" cy="1140197"/>
          </a:xfrm>
          <a:custGeom>
            <a:avLst/>
            <a:gdLst>
              <a:gd name="connsiteX0" fmla="*/ 477761 w 4306009"/>
              <a:gd name="connsiteY0" fmla="*/ 0 h 1140197"/>
              <a:gd name="connsiteX1" fmla="*/ 1168303 w 4306009"/>
              <a:gd name="connsiteY1" fmla="*/ 182827 h 1140197"/>
              <a:gd name="connsiteX2" fmla="*/ 1651313 w 4306009"/>
              <a:gd name="connsiteY2" fmla="*/ 255711 h 1140197"/>
              <a:gd name="connsiteX3" fmla="*/ 1963847 w 4306009"/>
              <a:gd name="connsiteY3" fmla="*/ 382948 h 1140197"/>
              <a:gd name="connsiteX4" fmla="*/ 2566682 w 4306009"/>
              <a:gd name="connsiteY4" fmla="*/ 665835 h 1140197"/>
              <a:gd name="connsiteX5" fmla="*/ 3158400 w 4306009"/>
              <a:gd name="connsiteY5" fmla="*/ 911663 h 1140197"/>
              <a:gd name="connsiteX6" fmla="*/ 4040417 w 4306009"/>
              <a:gd name="connsiteY6" fmla="*/ 1067313 h 1140197"/>
              <a:gd name="connsiteX7" fmla="*/ 4306009 w 4306009"/>
              <a:gd name="connsiteY7" fmla="*/ 1140197 h 1140197"/>
              <a:gd name="connsiteX8" fmla="*/ 0 w 4306009"/>
              <a:gd name="connsiteY8" fmla="*/ 1140197 h 1140197"/>
              <a:gd name="connsiteX9" fmla="*/ 0 w 4306009"/>
              <a:gd name="connsiteY9" fmla="*/ 74492 h 1140197"/>
              <a:gd name="connsiteX10" fmla="*/ 36598 w 4306009"/>
              <a:gd name="connsiteY10" fmla="*/ 63619 h 1140197"/>
              <a:gd name="connsiteX11" fmla="*/ 477761 w 4306009"/>
              <a:gd name="connsiteY11" fmla="*/ 0 h 114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06009" h="1140197">
                <a:moveTo>
                  <a:pt x="477761" y="0"/>
                </a:moveTo>
                <a:cubicBezTo>
                  <a:pt x="813767" y="0"/>
                  <a:pt x="1049712" y="172944"/>
                  <a:pt x="1168303" y="182827"/>
                </a:cubicBezTo>
                <a:cubicBezTo>
                  <a:pt x="1286893" y="191475"/>
                  <a:pt x="1487015" y="164297"/>
                  <a:pt x="1651313" y="255711"/>
                </a:cubicBezTo>
                <a:cubicBezTo>
                  <a:pt x="1815609" y="347125"/>
                  <a:pt x="1739019" y="374302"/>
                  <a:pt x="1963847" y="382948"/>
                </a:cubicBezTo>
                <a:cubicBezTo>
                  <a:pt x="2188675" y="391596"/>
                  <a:pt x="2387562" y="528715"/>
                  <a:pt x="2566682" y="665835"/>
                </a:cubicBezTo>
                <a:cubicBezTo>
                  <a:pt x="2745804" y="802956"/>
                  <a:pt x="2869336" y="911663"/>
                  <a:pt x="3158400" y="911663"/>
                </a:cubicBezTo>
                <a:cubicBezTo>
                  <a:pt x="3447464" y="911663"/>
                  <a:pt x="3930473" y="1030254"/>
                  <a:pt x="4040417" y="1067313"/>
                </a:cubicBezTo>
                <a:cubicBezTo>
                  <a:pt x="4150359" y="1104373"/>
                  <a:pt x="4306009" y="1140197"/>
                  <a:pt x="4306009" y="1140197"/>
                </a:cubicBezTo>
                <a:lnTo>
                  <a:pt x="0" y="1140197"/>
                </a:lnTo>
                <a:lnTo>
                  <a:pt x="0" y="74492"/>
                </a:lnTo>
                <a:lnTo>
                  <a:pt x="36598" y="63619"/>
                </a:lnTo>
                <a:cubicBezTo>
                  <a:pt x="152563" y="31810"/>
                  <a:pt x="310375" y="0"/>
                  <a:pt x="477761" y="0"/>
                </a:cubicBezTo>
                <a:close/>
              </a:path>
            </a:pathLst>
          </a:custGeom>
          <a:solidFill>
            <a:srgbClr val="45B2D0">
              <a:alpha val="43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7C57E262-BFC6-4E6C-AED5-043608A36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65162" flipH="1">
            <a:off x="5571139" y="3745405"/>
            <a:ext cx="1322093" cy="480761"/>
          </a:xfrm>
          <a:prstGeom prst="rect">
            <a:avLst/>
          </a:prstGeom>
        </p:spPr>
      </p:pic>
      <p:grpSp>
        <p:nvGrpSpPr>
          <p:cNvPr id="10" name="Graphic 2">
            <a:extLst>
              <a:ext uri="{FF2B5EF4-FFF2-40B4-BE49-F238E27FC236}">
                <a16:creationId xmlns:a16="http://schemas.microsoft.com/office/drawing/2014/main" id="{EBED1B90-EE7B-442A-899C-42FA892AAF3A}"/>
              </a:ext>
            </a:extLst>
          </p:cNvPr>
          <p:cNvGrpSpPr/>
          <p:nvPr/>
        </p:nvGrpSpPr>
        <p:grpSpPr>
          <a:xfrm>
            <a:off x="0" y="3591815"/>
            <a:ext cx="12190275" cy="1374402"/>
            <a:chOff x="0" y="2788252"/>
            <a:chExt cx="12190275" cy="1374402"/>
          </a:xfrm>
          <a:solidFill>
            <a:schemeClr val="accent3">
              <a:lumMod val="75000"/>
            </a:schemeClr>
          </a:solidFill>
        </p:grpSpPr>
        <p:grpSp>
          <p:nvGrpSpPr>
            <p:cNvPr id="11" name="Graphic 2">
              <a:extLst>
                <a:ext uri="{FF2B5EF4-FFF2-40B4-BE49-F238E27FC236}">
                  <a16:creationId xmlns:a16="http://schemas.microsoft.com/office/drawing/2014/main" id="{EBED1B90-EE7B-442A-899C-42FA892AAF3A}"/>
                </a:ext>
              </a:extLst>
            </p:cNvPr>
            <p:cNvGrpSpPr/>
            <p:nvPr/>
          </p:nvGrpSpPr>
          <p:grpSpPr>
            <a:xfrm>
              <a:off x="0" y="2788252"/>
              <a:ext cx="12190275" cy="1241618"/>
              <a:chOff x="0" y="2788252"/>
              <a:chExt cx="12190275" cy="1241618"/>
            </a:xfrm>
            <a:grpFill/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604DD8F-7DC6-44E3-B8EE-2AACE9B71762}"/>
                  </a:ext>
                </a:extLst>
              </p:cNvPr>
              <p:cNvSpPr/>
              <p:nvPr/>
            </p:nvSpPr>
            <p:spPr>
              <a:xfrm>
                <a:off x="0" y="2788252"/>
                <a:ext cx="12190275" cy="779460"/>
              </a:xfrm>
              <a:custGeom>
                <a:avLst/>
                <a:gdLst>
                  <a:gd name="connsiteX0" fmla="*/ 12190276 w 12190275"/>
                  <a:gd name="connsiteY0" fmla="*/ 60356 h 779460"/>
                  <a:gd name="connsiteX1" fmla="*/ 0 w 12190275"/>
                  <a:gd name="connsiteY1" fmla="*/ 779460 h 779460"/>
                  <a:gd name="connsiteX2" fmla="*/ 0 w 12190275"/>
                  <a:gd name="connsiteY2" fmla="*/ 719104 h 779460"/>
                  <a:gd name="connsiteX3" fmla="*/ 12190276 w 12190275"/>
                  <a:gd name="connsiteY3" fmla="*/ 0 h 77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0275" h="779460">
                    <a:moveTo>
                      <a:pt x="12190276" y="60356"/>
                    </a:moveTo>
                    <a:lnTo>
                      <a:pt x="0" y="779460"/>
                    </a:lnTo>
                    <a:lnTo>
                      <a:pt x="0" y="719104"/>
                    </a:lnTo>
                    <a:lnTo>
                      <a:pt x="12190276" y="0"/>
                    </a:lnTo>
                    <a:close/>
                  </a:path>
                </a:pathLst>
              </a:custGeom>
              <a:grpFill/>
              <a:ln w="17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" name="Graphic 2">
                <a:extLst>
                  <a:ext uri="{FF2B5EF4-FFF2-40B4-BE49-F238E27FC236}">
                    <a16:creationId xmlns:a16="http://schemas.microsoft.com/office/drawing/2014/main" id="{EBED1B90-EE7B-442A-899C-42FA892AAF3A}"/>
                  </a:ext>
                </a:extLst>
              </p:cNvPr>
              <p:cNvGrpSpPr/>
              <p:nvPr/>
            </p:nvGrpSpPr>
            <p:grpSpPr>
              <a:xfrm>
                <a:off x="350067" y="2860679"/>
                <a:ext cx="11534977" cy="1169190"/>
                <a:chOff x="350067" y="2860679"/>
                <a:chExt cx="11534977" cy="1169190"/>
              </a:xfrm>
              <a:grpFill/>
            </p:grpSpPr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828F14FC-0229-4EA1-9C64-6DAA47D631AC}"/>
                    </a:ext>
                  </a:extLst>
                </p:cNvPr>
                <p:cNvSpPr/>
                <p:nvPr/>
              </p:nvSpPr>
              <p:spPr>
                <a:xfrm>
                  <a:off x="350067" y="3486662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F5155C3A-EDF0-4E17-92E6-729EBE7D0AED}"/>
                    </a:ext>
                  </a:extLst>
                </p:cNvPr>
                <p:cNvSpPr/>
                <p:nvPr/>
              </p:nvSpPr>
              <p:spPr>
                <a:xfrm>
                  <a:off x="631155" y="347114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C67365DA-2B43-4E8B-B229-B211A0C21C4E}"/>
                    </a:ext>
                  </a:extLst>
                </p:cNvPr>
                <p:cNvSpPr/>
                <p:nvPr/>
              </p:nvSpPr>
              <p:spPr>
                <a:xfrm>
                  <a:off x="910519" y="345562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038CB7FA-1619-4DEF-ADBE-0567E8A0E1ED}"/>
                    </a:ext>
                  </a:extLst>
                </p:cNvPr>
                <p:cNvSpPr/>
                <p:nvPr/>
              </p:nvSpPr>
              <p:spPr>
                <a:xfrm>
                  <a:off x="1191608" y="344010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9917B269-7888-46C1-8342-91E4D95FA2EA}"/>
                    </a:ext>
                  </a:extLst>
                </p:cNvPr>
                <p:cNvSpPr/>
                <p:nvPr/>
              </p:nvSpPr>
              <p:spPr>
                <a:xfrm>
                  <a:off x="1470972" y="342458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9055934B-5312-4F9A-97EE-098B36FB5707}"/>
                    </a:ext>
                  </a:extLst>
                </p:cNvPr>
                <p:cNvSpPr/>
                <p:nvPr/>
              </p:nvSpPr>
              <p:spPr>
                <a:xfrm>
                  <a:off x="1752061" y="3410785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735E637-A803-442D-B527-F4432AD14927}"/>
                    </a:ext>
                  </a:extLst>
                </p:cNvPr>
                <p:cNvSpPr/>
                <p:nvPr/>
              </p:nvSpPr>
              <p:spPr>
                <a:xfrm>
                  <a:off x="2031425" y="3395265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8C51FDD3-7927-4A57-B421-45F579096AAA}"/>
                    </a:ext>
                  </a:extLst>
                </p:cNvPr>
                <p:cNvSpPr/>
                <p:nvPr/>
              </p:nvSpPr>
              <p:spPr>
                <a:xfrm>
                  <a:off x="2312513" y="3379745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39603A8-4330-4DE2-B6FA-B8B4B7DD92B3}"/>
                    </a:ext>
                  </a:extLst>
                </p:cNvPr>
                <p:cNvSpPr/>
                <p:nvPr/>
              </p:nvSpPr>
              <p:spPr>
                <a:xfrm>
                  <a:off x="2591877" y="3364224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44BA8E3-DC7E-46F0-BCF3-A1872105661C}"/>
                    </a:ext>
                  </a:extLst>
                </p:cNvPr>
                <p:cNvSpPr/>
                <p:nvPr/>
              </p:nvSpPr>
              <p:spPr>
                <a:xfrm>
                  <a:off x="2872966" y="3348704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D09CC7B0-CEDD-4014-B1B1-2FFD927E7115}"/>
                    </a:ext>
                  </a:extLst>
                </p:cNvPr>
                <p:cNvSpPr/>
                <p:nvPr/>
              </p:nvSpPr>
              <p:spPr>
                <a:xfrm>
                  <a:off x="3152330" y="3333184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D9191862-77B2-460D-BE64-D216485B4F2A}"/>
                    </a:ext>
                  </a:extLst>
                </p:cNvPr>
                <p:cNvSpPr/>
                <p:nvPr/>
              </p:nvSpPr>
              <p:spPr>
                <a:xfrm>
                  <a:off x="3433418" y="3319388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90D950F-E074-4C28-923D-C88D2847B51D}"/>
                    </a:ext>
                  </a:extLst>
                </p:cNvPr>
                <p:cNvSpPr/>
                <p:nvPr/>
              </p:nvSpPr>
              <p:spPr>
                <a:xfrm>
                  <a:off x="3712783" y="3303868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2EA8A973-3D2C-439A-9750-D8A45FA3C199}"/>
                    </a:ext>
                  </a:extLst>
                </p:cNvPr>
                <p:cNvSpPr/>
                <p:nvPr/>
              </p:nvSpPr>
              <p:spPr>
                <a:xfrm>
                  <a:off x="3993871" y="3288348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2D47DA44-3F91-4BB4-A298-D72AD3B097EB}"/>
                    </a:ext>
                  </a:extLst>
                </p:cNvPr>
                <p:cNvSpPr/>
                <p:nvPr/>
              </p:nvSpPr>
              <p:spPr>
                <a:xfrm>
                  <a:off x="4273235" y="327282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1B1BC9D-468A-4961-A106-94A013869176}"/>
                    </a:ext>
                  </a:extLst>
                </p:cNvPr>
                <p:cNvSpPr/>
                <p:nvPr/>
              </p:nvSpPr>
              <p:spPr>
                <a:xfrm>
                  <a:off x="4554324" y="325730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4DE2FA2B-9A90-41BF-9122-38583CCD65D0}"/>
                    </a:ext>
                  </a:extLst>
                </p:cNvPr>
                <p:cNvSpPr/>
                <p:nvPr/>
              </p:nvSpPr>
              <p:spPr>
                <a:xfrm>
                  <a:off x="4833688" y="324178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D81B3631-C513-421F-8563-8BD6F97A0269}"/>
                    </a:ext>
                  </a:extLst>
                </p:cNvPr>
                <p:cNvSpPr/>
                <p:nvPr/>
              </p:nvSpPr>
              <p:spPr>
                <a:xfrm>
                  <a:off x="5114776" y="322626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E3A662C-E558-412D-8467-8A40C7E874C7}"/>
                    </a:ext>
                  </a:extLst>
                </p:cNvPr>
                <p:cNvSpPr/>
                <p:nvPr/>
              </p:nvSpPr>
              <p:spPr>
                <a:xfrm>
                  <a:off x="5394140" y="321247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15B6BB04-BA59-4D07-90EB-9513327290D2}"/>
                    </a:ext>
                  </a:extLst>
                </p:cNvPr>
                <p:cNvSpPr/>
                <p:nvPr/>
              </p:nvSpPr>
              <p:spPr>
                <a:xfrm>
                  <a:off x="5675229" y="319695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EFD7B9B1-8C06-47EC-B1EE-A451744C5D47}"/>
                    </a:ext>
                  </a:extLst>
                </p:cNvPr>
                <p:cNvSpPr/>
                <p:nvPr/>
              </p:nvSpPr>
              <p:spPr>
                <a:xfrm>
                  <a:off x="5954593" y="3181431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74689DB4-DD31-4715-A8CF-A4A7D11A1E9C}"/>
                    </a:ext>
                  </a:extLst>
                </p:cNvPr>
                <p:cNvSpPr/>
                <p:nvPr/>
              </p:nvSpPr>
              <p:spPr>
                <a:xfrm>
                  <a:off x="6235682" y="3165910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456685F6-FB60-410C-9001-FD552E55D35C}"/>
                    </a:ext>
                  </a:extLst>
                </p:cNvPr>
                <p:cNvSpPr/>
                <p:nvPr/>
              </p:nvSpPr>
              <p:spPr>
                <a:xfrm>
                  <a:off x="6515046" y="3150390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FAB5F643-E724-49C1-A4F2-F75FFA282D0D}"/>
                    </a:ext>
                  </a:extLst>
                </p:cNvPr>
                <p:cNvSpPr/>
                <p:nvPr/>
              </p:nvSpPr>
              <p:spPr>
                <a:xfrm>
                  <a:off x="6796134" y="3134870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B1151787-EC20-44BC-907E-96FEF99419C7}"/>
                    </a:ext>
                  </a:extLst>
                </p:cNvPr>
                <p:cNvSpPr/>
                <p:nvPr/>
              </p:nvSpPr>
              <p:spPr>
                <a:xfrm>
                  <a:off x="7075498" y="3121074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B71713A6-82E7-494A-9599-447C1B4A985D}"/>
                    </a:ext>
                  </a:extLst>
                </p:cNvPr>
                <p:cNvSpPr/>
                <p:nvPr/>
              </p:nvSpPr>
              <p:spPr>
                <a:xfrm>
                  <a:off x="7356587" y="3105554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CA5BFC7-D511-455E-B7C7-18F28A067F44}"/>
                    </a:ext>
                  </a:extLst>
                </p:cNvPr>
                <p:cNvSpPr/>
                <p:nvPr/>
              </p:nvSpPr>
              <p:spPr>
                <a:xfrm>
                  <a:off x="7635951" y="3090034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C1D4B5D-106B-427D-99CD-BD9A96D4CA25}"/>
                    </a:ext>
                  </a:extLst>
                </p:cNvPr>
                <p:cNvSpPr/>
                <p:nvPr/>
              </p:nvSpPr>
              <p:spPr>
                <a:xfrm>
                  <a:off x="7917039" y="3074513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F5C532C-98D9-441A-9C96-746EB296E8DF}"/>
                    </a:ext>
                  </a:extLst>
                </p:cNvPr>
                <p:cNvSpPr/>
                <p:nvPr/>
              </p:nvSpPr>
              <p:spPr>
                <a:xfrm>
                  <a:off x="8196403" y="3058993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B895B805-05F5-4D7D-9866-7BEEE1034E9F}"/>
                    </a:ext>
                  </a:extLst>
                </p:cNvPr>
                <p:cNvSpPr/>
                <p:nvPr/>
              </p:nvSpPr>
              <p:spPr>
                <a:xfrm>
                  <a:off x="8477492" y="3043473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2CFCB85F-4EE2-418D-B1C7-AEE8CBC94429}"/>
                    </a:ext>
                  </a:extLst>
                </p:cNvPr>
                <p:cNvSpPr/>
                <p:nvPr/>
              </p:nvSpPr>
              <p:spPr>
                <a:xfrm>
                  <a:off x="8756856" y="3027953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BDBE4EAA-C30D-466D-92C7-92C896BC65FD}"/>
                    </a:ext>
                  </a:extLst>
                </p:cNvPr>
                <p:cNvSpPr/>
                <p:nvPr/>
              </p:nvSpPr>
              <p:spPr>
                <a:xfrm>
                  <a:off x="9037945" y="301415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5 w 44836"/>
                    <a:gd name="connsiteY1" fmla="*/ 0 h 543207"/>
                    <a:gd name="connsiteX2" fmla="*/ 44835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5" y="0"/>
                      </a:lnTo>
                      <a:lnTo>
                        <a:pt x="44835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BAE6B45-463C-4159-93A2-C1E26ED337EA}"/>
                    </a:ext>
                  </a:extLst>
                </p:cNvPr>
                <p:cNvSpPr/>
                <p:nvPr/>
              </p:nvSpPr>
              <p:spPr>
                <a:xfrm>
                  <a:off x="9317309" y="299863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A150C01-EA30-48CF-991E-03076A56C067}"/>
                    </a:ext>
                  </a:extLst>
                </p:cNvPr>
                <p:cNvSpPr/>
                <p:nvPr/>
              </p:nvSpPr>
              <p:spPr>
                <a:xfrm>
                  <a:off x="9598397" y="2983117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5 w 44836"/>
                    <a:gd name="connsiteY1" fmla="*/ 0 h 543207"/>
                    <a:gd name="connsiteX2" fmla="*/ 44835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5" y="0"/>
                      </a:lnTo>
                      <a:lnTo>
                        <a:pt x="44835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973E137-6A30-4333-BFE3-EA5ABB28C5D0}"/>
                    </a:ext>
                  </a:extLst>
                </p:cNvPr>
                <p:cNvSpPr/>
                <p:nvPr/>
              </p:nvSpPr>
              <p:spPr>
                <a:xfrm>
                  <a:off x="9877761" y="2967596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64D0F6D-36CC-411B-907D-DA35395FE544}"/>
                    </a:ext>
                  </a:extLst>
                </p:cNvPr>
                <p:cNvSpPr/>
                <p:nvPr/>
              </p:nvSpPr>
              <p:spPr>
                <a:xfrm>
                  <a:off x="10158850" y="2952076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5 w 44836"/>
                    <a:gd name="connsiteY1" fmla="*/ 0 h 543207"/>
                    <a:gd name="connsiteX2" fmla="*/ 44835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5" y="0"/>
                      </a:lnTo>
                      <a:lnTo>
                        <a:pt x="44835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14C25EFE-820B-44A0-A1E6-5713B64963CD}"/>
                    </a:ext>
                  </a:extLst>
                </p:cNvPr>
                <p:cNvSpPr/>
                <p:nvPr/>
              </p:nvSpPr>
              <p:spPr>
                <a:xfrm>
                  <a:off x="10438214" y="2936556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55A70461-F44B-4688-9E12-F3F3B79C29A5}"/>
                    </a:ext>
                  </a:extLst>
                </p:cNvPr>
                <p:cNvSpPr/>
                <p:nvPr/>
              </p:nvSpPr>
              <p:spPr>
                <a:xfrm>
                  <a:off x="10719302" y="2922760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5 w 44836"/>
                    <a:gd name="connsiteY1" fmla="*/ 0 h 543207"/>
                    <a:gd name="connsiteX2" fmla="*/ 44835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5" y="0"/>
                      </a:lnTo>
                      <a:lnTo>
                        <a:pt x="44835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81011C63-178F-45D9-BEE2-871E55FDF69B}"/>
                    </a:ext>
                  </a:extLst>
                </p:cNvPr>
                <p:cNvSpPr/>
                <p:nvPr/>
              </p:nvSpPr>
              <p:spPr>
                <a:xfrm>
                  <a:off x="10998667" y="2907240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A40ACE-E5A1-4DE2-9140-EB52FBC93788}"/>
                    </a:ext>
                  </a:extLst>
                </p:cNvPr>
                <p:cNvSpPr/>
                <p:nvPr/>
              </p:nvSpPr>
              <p:spPr>
                <a:xfrm>
                  <a:off x="11279755" y="2891720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5 w 44836"/>
                    <a:gd name="connsiteY1" fmla="*/ 0 h 543207"/>
                    <a:gd name="connsiteX2" fmla="*/ 44835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5" y="0"/>
                      </a:lnTo>
                      <a:lnTo>
                        <a:pt x="44835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A4029299-2727-4B0A-B8DA-0FA824CF2F9E}"/>
                    </a:ext>
                  </a:extLst>
                </p:cNvPr>
                <p:cNvSpPr/>
                <p:nvPr/>
              </p:nvSpPr>
              <p:spPr>
                <a:xfrm>
                  <a:off x="11559119" y="2876199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6 w 44836"/>
                    <a:gd name="connsiteY1" fmla="*/ 0 h 543207"/>
                    <a:gd name="connsiteX2" fmla="*/ 44836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6" y="0"/>
                      </a:lnTo>
                      <a:lnTo>
                        <a:pt x="44836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2135EC46-AE3E-4E9F-9764-0C8ECCEC69FE}"/>
                    </a:ext>
                  </a:extLst>
                </p:cNvPr>
                <p:cNvSpPr/>
                <p:nvPr/>
              </p:nvSpPr>
              <p:spPr>
                <a:xfrm>
                  <a:off x="11840208" y="2860679"/>
                  <a:ext cx="44836" cy="543207"/>
                </a:xfrm>
                <a:custGeom>
                  <a:avLst/>
                  <a:gdLst>
                    <a:gd name="connsiteX0" fmla="*/ 0 w 44836"/>
                    <a:gd name="connsiteY0" fmla="*/ 0 h 543207"/>
                    <a:gd name="connsiteX1" fmla="*/ 44835 w 44836"/>
                    <a:gd name="connsiteY1" fmla="*/ 0 h 543207"/>
                    <a:gd name="connsiteX2" fmla="*/ 44835 w 44836"/>
                    <a:gd name="connsiteY2" fmla="*/ 543208 h 543207"/>
                    <a:gd name="connsiteX3" fmla="*/ 0 w 44836"/>
                    <a:gd name="connsiteY3" fmla="*/ 543208 h 543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836" h="543207">
                      <a:moveTo>
                        <a:pt x="0" y="0"/>
                      </a:moveTo>
                      <a:lnTo>
                        <a:pt x="44835" y="0"/>
                      </a:lnTo>
                      <a:lnTo>
                        <a:pt x="44835" y="543208"/>
                      </a:lnTo>
                      <a:lnTo>
                        <a:pt x="0" y="543208"/>
                      </a:lnTo>
                      <a:close/>
                    </a:path>
                  </a:pathLst>
                </a:custGeom>
                <a:grpFill/>
                <a:ln w="172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DDDC30D-F470-44DE-8E56-D9B39FF8B030}"/>
                </a:ext>
              </a:extLst>
            </p:cNvPr>
            <p:cNvSpPr/>
            <p:nvPr/>
          </p:nvSpPr>
          <p:spPr>
            <a:xfrm>
              <a:off x="0" y="2945178"/>
              <a:ext cx="12190275" cy="1217475"/>
            </a:xfrm>
            <a:custGeom>
              <a:avLst/>
              <a:gdLst>
                <a:gd name="connsiteX0" fmla="*/ 12190276 w 12190275"/>
                <a:gd name="connsiteY0" fmla="*/ 498372 h 1217475"/>
                <a:gd name="connsiteX1" fmla="*/ 0 w 12190275"/>
                <a:gd name="connsiteY1" fmla="*/ 1217475 h 1217475"/>
                <a:gd name="connsiteX2" fmla="*/ 0 w 12190275"/>
                <a:gd name="connsiteY2" fmla="*/ 719104 h 1217475"/>
                <a:gd name="connsiteX3" fmla="*/ 12190276 w 12190275"/>
                <a:gd name="connsiteY3" fmla="*/ 0 h 121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0275" h="1217475">
                  <a:moveTo>
                    <a:pt x="12190276" y="498372"/>
                  </a:moveTo>
                  <a:lnTo>
                    <a:pt x="0" y="1217475"/>
                  </a:lnTo>
                  <a:lnTo>
                    <a:pt x="0" y="719104"/>
                  </a:lnTo>
                  <a:lnTo>
                    <a:pt x="12190276" y="0"/>
                  </a:lnTo>
                  <a:close/>
                </a:path>
              </a:pathLst>
            </a:custGeom>
            <a:grpFill/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180E251-B1C8-4166-AF06-2C29447818B4}"/>
              </a:ext>
            </a:extLst>
          </p:cNvPr>
          <p:cNvGrpSpPr/>
          <p:nvPr/>
        </p:nvGrpSpPr>
        <p:grpSpPr>
          <a:xfrm>
            <a:off x="1140703" y="4441978"/>
            <a:ext cx="500096" cy="2414297"/>
            <a:chOff x="1169190" y="4441978"/>
            <a:chExt cx="500096" cy="2414297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1E3801-79EB-44C7-AA5F-CA66916BDB9B}"/>
                </a:ext>
              </a:extLst>
            </p:cNvPr>
            <p:cNvSpPr/>
            <p:nvPr/>
          </p:nvSpPr>
          <p:spPr>
            <a:xfrm>
              <a:off x="1320081" y="4815999"/>
              <a:ext cx="198314" cy="1748840"/>
            </a:xfrm>
            <a:custGeom>
              <a:avLst/>
              <a:gdLst>
                <a:gd name="connsiteX0" fmla="*/ 0 w 162100"/>
                <a:gd name="connsiteY0" fmla="*/ 0 h 2636713"/>
                <a:gd name="connsiteX1" fmla="*/ 162100 w 162100"/>
                <a:gd name="connsiteY1" fmla="*/ 0 h 2636713"/>
                <a:gd name="connsiteX2" fmla="*/ 162100 w 162100"/>
                <a:gd name="connsiteY2" fmla="*/ 2636714 h 2636713"/>
                <a:gd name="connsiteX3" fmla="*/ 0 w 162100"/>
                <a:gd name="connsiteY3" fmla="*/ 2636714 h 2636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100" h="2636713">
                  <a:moveTo>
                    <a:pt x="0" y="0"/>
                  </a:moveTo>
                  <a:lnTo>
                    <a:pt x="162100" y="0"/>
                  </a:lnTo>
                  <a:lnTo>
                    <a:pt x="162100" y="2636714"/>
                  </a:lnTo>
                  <a:lnTo>
                    <a:pt x="0" y="263671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62FCB7B-61D0-48F4-9886-9BBE035E7C71}"/>
                </a:ext>
              </a:extLst>
            </p:cNvPr>
            <p:cNvSpPr/>
            <p:nvPr/>
          </p:nvSpPr>
          <p:spPr>
            <a:xfrm>
              <a:off x="1169190" y="6275129"/>
              <a:ext cx="500096" cy="581146"/>
            </a:xfrm>
            <a:custGeom>
              <a:avLst/>
              <a:gdLst>
                <a:gd name="connsiteX0" fmla="*/ 0 w 500096"/>
                <a:gd name="connsiteY0" fmla="*/ 0 h 581146"/>
                <a:gd name="connsiteX1" fmla="*/ 500096 w 500096"/>
                <a:gd name="connsiteY1" fmla="*/ 0 h 581146"/>
                <a:gd name="connsiteX2" fmla="*/ 500096 w 500096"/>
                <a:gd name="connsiteY2" fmla="*/ 581146 h 581146"/>
                <a:gd name="connsiteX3" fmla="*/ 0 w 500096"/>
                <a:gd name="connsiteY3" fmla="*/ 581146 h 5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81146">
                  <a:moveTo>
                    <a:pt x="0" y="0"/>
                  </a:moveTo>
                  <a:lnTo>
                    <a:pt x="500096" y="0"/>
                  </a:lnTo>
                  <a:lnTo>
                    <a:pt x="500096" y="581146"/>
                  </a:lnTo>
                  <a:lnTo>
                    <a:pt x="0" y="58114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8598305-ADA9-4926-B37B-72C236CC90B4}"/>
                </a:ext>
              </a:extLst>
            </p:cNvPr>
            <p:cNvSpPr/>
            <p:nvPr/>
          </p:nvSpPr>
          <p:spPr>
            <a:xfrm>
              <a:off x="1169190" y="4441978"/>
              <a:ext cx="500096" cy="577696"/>
            </a:xfrm>
            <a:custGeom>
              <a:avLst/>
              <a:gdLst>
                <a:gd name="connsiteX0" fmla="*/ 0 w 500096"/>
                <a:gd name="connsiteY0" fmla="*/ 0 h 581146"/>
                <a:gd name="connsiteX1" fmla="*/ 500096 w 500096"/>
                <a:gd name="connsiteY1" fmla="*/ 0 h 581146"/>
                <a:gd name="connsiteX2" fmla="*/ 500096 w 500096"/>
                <a:gd name="connsiteY2" fmla="*/ 581146 h 581146"/>
                <a:gd name="connsiteX3" fmla="*/ 0 w 500096"/>
                <a:gd name="connsiteY3" fmla="*/ 581146 h 5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81146">
                  <a:moveTo>
                    <a:pt x="0" y="0"/>
                  </a:moveTo>
                  <a:lnTo>
                    <a:pt x="500096" y="0"/>
                  </a:lnTo>
                  <a:lnTo>
                    <a:pt x="500096" y="581146"/>
                  </a:lnTo>
                  <a:lnTo>
                    <a:pt x="0" y="58114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3C9BCE8-9CFC-4860-8A16-6C69B89141A6}"/>
              </a:ext>
            </a:extLst>
          </p:cNvPr>
          <p:cNvGrpSpPr/>
          <p:nvPr/>
        </p:nvGrpSpPr>
        <p:grpSpPr>
          <a:xfrm>
            <a:off x="4349112" y="4441978"/>
            <a:ext cx="500096" cy="2414297"/>
            <a:chOff x="3695204" y="4441978"/>
            <a:chExt cx="500096" cy="2414297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802C9BF-5E7B-47AD-95F9-FC12FF5DF46D}"/>
                </a:ext>
              </a:extLst>
            </p:cNvPr>
            <p:cNvSpPr/>
            <p:nvPr/>
          </p:nvSpPr>
          <p:spPr>
            <a:xfrm>
              <a:off x="3846095" y="4767943"/>
              <a:ext cx="198314" cy="1793448"/>
            </a:xfrm>
            <a:custGeom>
              <a:avLst/>
              <a:gdLst>
                <a:gd name="connsiteX0" fmla="*/ 0 w 162100"/>
                <a:gd name="connsiteY0" fmla="*/ 0 h 2703968"/>
                <a:gd name="connsiteX1" fmla="*/ 162100 w 162100"/>
                <a:gd name="connsiteY1" fmla="*/ 0 h 2703968"/>
                <a:gd name="connsiteX2" fmla="*/ 162100 w 162100"/>
                <a:gd name="connsiteY2" fmla="*/ 2703968 h 2703968"/>
                <a:gd name="connsiteX3" fmla="*/ 0 w 162100"/>
                <a:gd name="connsiteY3" fmla="*/ 2703968 h 27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100" h="2703968">
                  <a:moveTo>
                    <a:pt x="0" y="0"/>
                  </a:moveTo>
                  <a:lnTo>
                    <a:pt x="162100" y="0"/>
                  </a:lnTo>
                  <a:lnTo>
                    <a:pt x="162100" y="2703968"/>
                  </a:lnTo>
                  <a:lnTo>
                    <a:pt x="0" y="270396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1BF2961-E60C-4A3B-B1A5-D64243476F1B}"/>
                </a:ext>
              </a:extLst>
            </p:cNvPr>
            <p:cNvSpPr/>
            <p:nvPr/>
          </p:nvSpPr>
          <p:spPr>
            <a:xfrm>
              <a:off x="3695204" y="6264782"/>
              <a:ext cx="500096" cy="591493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915973E-29FF-41B8-AA68-3B36F1551288}"/>
                </a:ext>
              </a:extLst>
            </p:cNvPr>
            <p:cNvSpPr/>
            <p:nvPr/>
          </p:nvSpPr>
          <p:spPr>
            <a:xfrm>
              <a:off x="3695204" y="4441978"/>
              <a:ext cx="500096" cy="373417"/>
            </a:xfrm>
            <a:custGeom>
              <a:avLst/>
              <a:gdLst>
                <a:gd name="connsiteX0" fmla="*/ 0 w 500096"/>
                <a:gd name="connsiteY0" fmla="*/ 0 h 581146"/>
                <a:gd name="connsiteX1" fmla="*/ 500096 w 500096"/>
                <a:gd name="connsiteY1" fmla="*/ 0 h 581146"/>
                <a:gd name="connsiteX2" fmla="*/ 500096 w 500096"/>
                <a:gd name="connsiteY2" fmla="*/ 581146 h 581146"/>
                <a:gd name="connsiteX3" fmla="*/ 0 w 500096"/>
                <a:gd name="connsiteY3" fmla="*/ 581146 h 5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81146">
                  <a:moveTo>
                    <a:pt x="0" y="0"/>
                  </a:moveTo>
                  <a:lnTo>
                    <a:pt x="500096" y="0"/>
                  </a:lnTo>
                  <a:lnTo>
                    <a:pt x="500096" y="581146"/>
                  </a:lnTo>
                  <a:lnTo>
                    <a:pt x="0" y="58114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D861AC4-FED6-4C80-BA71-375132C8D9EA}"/>
              </a:ext>
            </a:extLst>
          </p:cNvPr>
          <p:cNvGrpSpPr/>
          <p:nvPr/>
        </p:nvGrpSpPr>
        <p:grpSpPr>
          <a:xfrm>
            <a:off x="7419255" y="4364378"/>
            <a:ext cx="500096" cy="2491897"/>
            <a:chOff x="6156356" y="4364378"/>
            <a:chExt cx="500096" cy="2491897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406A23A-7D67-4D89-AEB8-D144738188E8}"/>
                </a:ext>
              </a:extLst>
            </p:cNvPr>
            <p:cNvSpPr/>
            <p:nvPr/>
          </p:nvSpPr>
          <p:spPr>
            <a:xfrm>
              <a:off x="6307247" y="4573038"/>
              <a:ext cx="198314" cy="1988354"/>
            </a:xfrm>
            <a:custGeom>
              <a:avLst/>
              <a:gdLst>
                <a:gd name="connsiteX0" fmla="*/ 0 w 162100"/>
                <a:gd name="connsiteY0" fmla="*/ 0 h 2703968"/>
                <a:gd name="connsiteX1" fmla="*/ 162100 w 162100"/>
                <a:gd name="connsiteY1" fmla="*/ 0 h 2703968"/>
                <a:gd name="connsiteX2" fmla="*/ 162100 w 162100"/>
                <a:gd name="connsiteY2" fmla="*/ 2703968 h 2703968"/>
                <a:gd name="connsiteX3" fmla="*/ 0 w 162100"/>
                <a:gd name="connsiteY3" fmla="*/ 2703968 h 27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100" h="2703968">
                  <a:moveTo>
                    <a:pt x="0" y="0"/>
                  </a:moveTo>
                  <a:lnTo>
                    <a:pt x="162100" y="0"/>
                  </a:lnTo>
                  <a:lnTo>
                    <a:pt x="162100" y="2703968"/>
                  </a:lnTo>
                  <a:lnTo>
                    <a:pt x="0" y="270396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888647F-3ACA-47A5-8737-2579DE8D33C9}"/>
                </a:ext>
              </a:extLst>
            </p:cNvPr>
            <p:cNvSpPr/>
            <p:nvPr/>
          </p:nvSpPr>
          <p:spPr>
            <a:xfrm>
              <a:off x="6156356" y="6264782"/>
              <a:ext cx="500096" cy="591493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93E647B-A3CF-49DB-888D-E5EB613FE2E3}"/>
                </a:ext>
              </a:extLst>
            </p:cNvPr>
            <p:cNvSpPr/>
            <p:nvPr/>
          </p:nvSpPr>
          <p:spPr>
            <a:xfrm>
              <a:off x="6156356" y="4364378"/>
              <a:ext cx="500096" cy="255219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7DD8350-2E35-4873-9B43-AB3BB0EBCE05}"/>
              </a:ext>
            </a:extLst>
          </p:cNvPr>
          <p:cNvGrpSpPr/>
          <p:nvPr/>
        </p:nvGrpSpPr>
        <p:grpSpPr>
          <a:xfrm>
            <a:off x="10515306" y="4016034"/>
            <a:ext cx="500096" cy="2840241"/>
            <a:chOff x="8408019" y="4364377"/>
            <a:chExt cx="500096" cy="2491898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D11C88D-7FE9-42A9-BEE5-B8A94E1B5D4A}"/>
                </a:ext>
              </a:extLst>
            </p:cNvPr>
            <p:cNvSpPr/>
            <p:nvPr/>
          </p:nvSpPr>
          <p:spPr>
            <a:xfrm>
              <a:off x="8558910" y="4719924"/>
              <a:ext cx="198314" cy="1841468"/>
            </a:xfrm>
            <a:custGeom>
              <a:avLst/>
              <a:gdLst>
                <a:gd name="connsiteX0" fmla="*/ 0 w 162100"/>
                <a:gd name="connsiteY0" fmla="*/ 0 h 2703968"/>
                <a:gd name="connsiteX1" fmla="*/ 162100 w 162100"/>
                <a:gd name="connsiteY1" fmla="*/ 0 h 2703968"/>
                <a:gd name="connsiteX2" fmla="*/ 162100 w 162100"/>
                <a:gd name="connsiteY2" fmla="*/ 2703968 h 2703968"/>
                <a:gd name="connsiteX3" fmla="*/ 0 w 162100"/>
                <a:gd name="connsiteY3" fmla="*/ 2703968 h 27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100" h="2703968">
                  <a:moveTo>
                    <a:pt x="0" y="0"/>
                  </a:moveTo>
                  <a:lnTo>
                    <a:pt x="162100" y="0"/>
                  </a:lnTo>
                  <a:lnTo>
                    <a:pt x="162100" y="2703968"/>
                  </a:lnTo>
                  <a:lnTo>
                    <a:pt x="0" y="270396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30ADA2C-5674-43C7-AD15-C917DDFE8846}"/>
                </a:ext>
              </a:extLst>
            </p:cNvPr>
            <p:cNvSpPr/>
            <p:nvPr/>
          </p:nvSpPr>
          <p:spPr>
            <a:xfrm>
              <a:off x="8408019" y="6264782"/>
              <a:ext cx="500096" cy="591493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860DD8E-309F-43A1-8FEA-C2FB648418FB}"/>
                </a:ext>
              </a:extLst>
            </p:cNvPr>
            <p:cNvSpPr/>
            <p:nvPr/>
          </p:nvSpPr>
          <p:spPr>
            <a:xfrm>
              <a:off x="8408019" y="4364377"/>
              <a:ext cx="500096" cy="381419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CB59467-FBF7-425B-AFC9-821AC08CF25B}"/>
              </a:ext>
            </a:extLst>
          </p:cNvPr>
          <p:cNvGrpSpPr/>
          <p:nvPr/>
        </p:nvGrpSpPr>
        <p:grpSpPr>
          <a:xfrm>
            <a:off x="683777" y="4000514"/>
            <a:ext cx="1413948" cy="1413948"/>
            <a:chOff x="568069" y="2608872"/>
            <a:chExt cx="1413948" cy="1413948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2F8E658-16C9-4456-AD11-D52A8593446B}"/>
                </a:ext>
              </a:extLst>
            </p:cNvPr>
            <p:cNvSpPr/>
            <p:nvPr/>
          </p:nvSpPr>
          <p:spPr>
            <a:xfrm>
              <a:off x="568069" y="2608872"/>
              <a:ext cx="1413948" cy="1413948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72CA237-1B2E-4F32-9AEC-9FC21AE1D318}"/>
                </a:ext>
              </a:extLst>
            </p:cNvPr>
            <p:cNvSpPr/>
            <p:nvPr/>
          </p:nvSpPr>
          <p:spPr>
            <a:xfrm>
              <a:off x="660144" y="2700947"/>
              <a:ext cx="1229798" cy="1229798"/>
            </a:xfrm>
            <a:prstGeom prst="ellipse">
              <a:avLst/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284151B-53D6-4686-B65E-C79C51A2E651}"/>
                </a:ext>
              </a:extLst>
            </p:cNvPr>
            <p:cNvSpPr/>
            <p:nvPr/>
          </p:nvSpPr>
          <p:spPr>
            <a:xfrm>
              <a:off x="740841" y="2781644"/>
              <a:ext cx="1068404" cy="106840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Current Start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96AB54D-5A37-4151-A518-A296FE879B07}"/>
              </a:ext>
            </a:extLst>
          </p:cNvPr>
          <p:cNvGrpSpPr/>
          <p:nvPr/>
        </p:nvGrpSpPr>
        <p:grpSpPr>
          <a:xfrm>
            <a:off x="3892186" y="3748250"/>
            <a:ext cx="1413948" cy="1413948"/>
            <a:chOff x="3143307" y="2375940"/>
            <a:chExt cx="1413948" cy="1413948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1984114-437B-4CD4-938E-5A473B50FBFB}"/>
                </a:ext>
              </a:extLst>
            </p:cNvPr>
            <p:cNvSpPr/>
            <p:nvPr/>
          </p:nvSpPr>
          <p:spPr>
            <a:xfrm>
              <a:off x="3143307" y="2375940"/>
              <a:ext cx="1413948" cy="1413948"/>
            </a:xfrm>
            <a:prstGeom prst="ellipse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3">
                    <a:alpha val="1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19F404B-D215-4AC1-9481-A72798038075}"/>
                </a:ext>
              </a:extLst>
            </p:cNvPr>
            <p:cNvSpPr/>
            <p:nvPr/>
          </p:nvSpPr>
          <p:spPr>
            <a:xfrm>
              <a:off x="3235382" y="2468015"/>
              <a:ext cx="1229798" cy="1229798"/>
            </a:xfrm>
            <a:prstGeom prst="ellipse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50BF539-CC1A-4E7D-81E4-2B99FC406B6F}"/>
                </a:ext>
              </a:extLst>
            </p:cNvPr>
            <p:cNvSpPr/>
            <p:nvPr/>
          </p:nvSpPr>
          <p:spPr>
            <a:xfrm>
              <a:off x="3316079" y="2548712"/>
              <a:ext cx="1068404" cy="106840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 Start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41FC81C-D14B-47F8-9F55-EC1E50366AA5}"/>
              </a:ext>
            </a:extLst>
          </p:cNvPr>
          <p:cNvGrpSpPr/>
          <p:nvPr/>
        </p:nvGrpSpPr>
        <p:grpSpPr>
          <a:xfrm>
            <a:off x="7019235" y="3609799"/>
            <a:ext cx="1300136" cy="1300136"/>
            <a:chOff x="5810620" y="2568876"/>
            <a:chExt cx="1413948" cy="1413948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A51F532-40AC-4466-A97E-B77661DE0443}"/>
                </a:ext>
              </a:extLst>
            </p:cNvPr>
            <p:cNvSpPr/>
            <p:nvPr/>
          </p:nvSpPr>
          <p:spPr>
            <a:xfrm>
              <a:off x="5810620" y="2568876"/>
              <a:ext cx="1413948" cy="1413948"/>
            </a:xfrm>
            <a:prstGeom prst="ellipse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3">
                    <a:alpha val="1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7840A4DD-43F7-4DF7-9DEB-8130D07EB014}"/>
                </a:ext>
              </a:extLst>
            </p:cNvPr>
            <p:cNvSpPr/>
            <p:nvPr/>
          </p:nvSpPr>
          <p:spPr>
            <a:xfrm>
              <a:off x="5902695" y="2660951"/>
              <a:ext cx="1229798" cy="1229798"/>
            </a:xfrm>
            <a:prstGeom prst="ellipse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A928577-2CA4-4260-9C59-0BC34DB4BEC8}"/>
                </a:ext>
              </a:extLst>
            </p:cNvPr>
            <p:cNvSpPr/>
            <p:nvPr/>
          </p:nvSpPr>
          <p:spPr>
            <a:xfrm>
              <a:off x="5983392" y="2741648"/>
              <a:ext cx="1068404" cy="106840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 Learn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61B8246-BAC7-4F48-A364-DC3777990360}"/>
              </a:ext>
            </a:extLst>
          </p:cNvPr>
          <p:cNvGrpSpPr/>
          <p:nvPr/>
        </p:nvGrpSpPr>
        <p:grpSpPr>
          <a:xfrm>
            <a:off x="10061276" y="3363328"/>
            <a:ext cx="1408156" cy="1408156"/>
            <a:chOff x="8006967" y="3531516"/>
            <a:chExt cx="1413948" cy="1413948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C1A3F8E-E1B7-4C2C-8C54-9BBBF13B8BEC}"/>
                </a:ext>
              </a:extLst>
            </p:cNvPr>
            <p:cNvSpPr/>
            <p:nvPr/>
          </p:nvSpPr>
          <p:spPr>
            <a:xfrm>
              <a:off x="8463719" y="4118086"/>
              <a:ext cx="500096" cy="591493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DA5CCA9-5229-411A-BB64-06B9F4532901}"/>
                </a:ext>
              </a:extLst>
            </p:cNvPr>
            <p:cNvSpPr/>
            <p:nvPr/>
          </p:nvSpPr>
          <p:spPr>
            <a:xfrm>
              <a:off x="8006967" y="3531516"/>
              <a:ext cx="1413948" cy="1413948"/>
            </a:xfrm>
            <a:prstGeom prst="ellipse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3">
                    <a:alpha val="1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DD1F5D2-BDF7-40AC-B6EC-70BC379CD2F8}"/>
                </a:ext>
              </a:extLst>
            </p:cNvPr>
            <p:cNvSpPr/>
            <p:nvPr/>
          </p:nvSpPr>
          <p:spPr>
            <a:xfrm>
              <a:off x="8099042" y="3623591"/>
              <a:ext cx="1229798" cy="1229798"/>
            </a:xfrm>
            <a:prstGeom prst="ellipse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242425B-F899-42E1-BCDD-C1A9E4CF14A0}"/>
                </a:ext>
              </a:extLst>
            </p:cNvPr>
            <p:cNvSpPr/>
            <p:nvPr/>
          </p:nvSpPr>
          <p:spPr>
            <a:xfrm>
              <a:off x="8409175" y="4092738"/>
              <a:ext cx="500096" cy="591493"/>
            </a:xfrm>
            <a:custGeom>
              <a:avLst/>
              <a:gdLst>
                <a:gd name="connsiteX0" fmla="*/ 0 w 500096"/>
                <a:gd name="connsiteY0" fmla="*/ 0 h 591493"/>
                <a:gd name="connsiteX1" fmla="*/ 500096 w 500096"/>
                <a:gd name="connsiteY1" fmla="*/ 0 h 591493"/>
                <a:gd name="connsiteX2" fmla="*/ 500096 w 500096"/>
                <a:gd name="connsiteY2" fmla="*/ 591493 h 591493"/>
                <a:gd name="connsiteX3" fmla="*/ 0 w 500096"/>
                <a:gd name="connsiteY3" fmla="*/ 591493 h 59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91493">
                  <a:moveTo>
                    <a:pt x="0" y="0"/>
                  </a:moveTo>
                  <a:lnTo>
                    <a:pt x="500096" y="0"/>
                  </a:lnTo>
                  <a:lnTo>
                    <a:pt x="500096" y="591493"/>
                  </a:lnTo>
                  <a:lnTo>
                    <a:pt x="0" y="59149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4EDB2FD-A62B-4E72-B291-15E46A42FBF9}"/>
                </a:ext>
              </a:extLst>
            </p:cNvPr>
            <p:cNvSpPr/>
            <p:nvPr/>
          </p:nvSpPr>
          <p:spPr>
            <a:xfrm>
              <a:off x="8431187" y="4037649"/>
              <a:ext cx="500096" cy="581146"/>
            </a:xfrm>
            <a:custGeom>
              <a:avLst/>
              <a:gdLst>
                <a:gd name="connsiteX0" fmla="*/ 0 w 500096"/>
                <a:gd name="connsiteY0" fmla="*/ 0 h 581146"/>
                <a:gd name="connsiteX1" fmla="*/ 500096 w 500096"/>
                <a:gd name="connsiteY1" fmla="*/ 0 h 581146"/>
                <a:gd name="connsiteX2" fmla="*/ 500096 w 500096"/>
                <a:gd name="connsiteY2" fmla="*/ 581146 h 581146"/>
                <a:gd name="connsiteX3" fmla="*/ 0 w 500096"/>
                <a:gd name="connsiteY3" fmla="*/ 581146 h 5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96" h="581146">
                  <a:moveTo>
                    <a:pt x="0" y="0"/>
                  </a:moveTo>
                  <a:lnTo>
                    <a:pt x="500096" y="0"/>
                  </a:lnTo>
                  <a:lnTo>
                    <a:pt x="500096" y="581146"/>
                  </a:lnTo>
                  <a:lnTo>
                    <a:pt x="0" y="58114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72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6FB6131-6082-4224-969D-05D0C75DDB3D}"/>
                </a:ext>
              </a:extLst>
            </p:cNvPr>
            <p:cNvSpPr/>
            <p:nvPr/>
          </p:nvSpPr>
          <p:spPr>
            <a:xfrm>
              <a:off x="8179739" y="3704288"/>
              <a:ext cx="1068404" cy="106840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Future Step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BFF3FC2-0439-4588-85C0-218313EF344F}"/>
              </a:ext>
            </a:extLst>
          </p:cNvPr>
          <p:cNvGrpSpPr/>
          <p:nvPr/>
        </p:nvGrpSpPr>
        <p:grpSpPr>
          <a:xfrm>
            <a:off x="643944" y="2022577"/>
            <a:ext cx="1563244" cy="860877"/>
            <a:chOff x="643944" y="2445946"/>
            <a:chExt cx="1563244" cy="860877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98DD07A-D37F-4879-B17F-FD47C615D7CE}"/>
                </a:ext>
              </a:extLst>
            </p:cNvPr>
            <p:cNvSpPr txBox="1"/>
            <p:nvPr/>
          </p:nvSpPr>
          <p:spPr>
            <a:xfrm>
              <a:off x="679839" y="2445946"/>
              <a:ext cx="14218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Noto Sans JP Black" panose="020B0A00000000000000" pitchFamily="34" charset="-128"/>
                  <a:cs typeface="+mn-cs"/>
                </a:rPr>
                <a:t>As Is Operations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2275766-94F6-46F2-A113-BCC753972E53}"/>
                </a:ext>
              </a:extLst>
            </p:cNvPr>
            <p:cNvSpPr txBox="1"/>
            <p:nvPr/>
          </p:nvSpPr>
          <p:spPr>
            <a:xfrm>
              <a:off x="643944" y="2753723"/>
              <a:ext cx="1563244" cy="55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 Light" panose="020B0300000000000000" pitchFamily="34" charset="-128"/>
                  <a:ea typeface="Noto Sans JP Light" panose="020B0300000000000000" pitchFamily="34" charset="-128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Noto Sans JP Light" panose="020B0300000000000000" pitchFamily="34" charset="-128"/>
                  <a:cs typeface="+mn-cs"/>
                </a:rPr>
                <a:t>Cash Advance request is done manually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475C4AB-73CF-4732-AB2D-292144EBA610}"/>
              </a:ext>
            </a:extLst>
          </p:cNvPr>
          <p:cNvGrpSpPr/>
          <p:nvPr/>
        </p:nvGrpSpPr>
        <p:grpSpPr>
          <a:xfrm>
            <a:off x="3642719" y="2022577"/>
            <a:ext cx="1703248" cy="860877"/>
            <a:chOff x="3642719" y="2445946"/>
            <a:chExt cx="1703248" cy="86087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50A4AD-5C62-4A9D-B668-A54F10CA6B67}"/>
                </a:ext>
              </a:extLst>
            </p:cNvPr>
            <p:cNvSpPr txBox="1"/>
            <p:nvPr/>
          </p:nvSpPr>
          <p:spPr>
            <a:xfrm>
              <a:off x="3888248" y="2445946"/>
              <a:ext cx="14218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EA3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Noto Sans JP Black" panose="020B0A00000000000000" pitchFamily="34" charset="-128"/>
                  <a:cs typeface="+mn-cs"/>
                </a:rPr>
                <a:t>The New Plan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A7B1BC8-D416-47C6-9257-D20369E0BDC2}"/>
                </a:ext>
              </a:extLst>
            </p:cNvPr>
            <p:cNvSpPr txBox="1"/>
            <p:nvPr/>
          </p:nvSpPr>
          <p:spPr>
            <a:xfrm>
              <a:off x="3642719" y="2753723"/>
              <a:ext cx="1703248" cy="55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 Light" panose="020B0300000000000000" pitchFamily="34" charset="-128"/>
                  <a:ea typeface="Noto Sans JP Light" panose="020B0300000000000000" pitchFamily="34" charset="-128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Noto Sans JP Light" panose="020B0300000000000000" pitchFamily="34" charset="-128"/>
                  <a:cs typeface="+mn-cs"/>
                </a:rPr>
                <a:t>To automate the cash advance request portal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3C1B0FA-2921-4CB6-B38C-331F4379AF38}"/>
              </a:ext>
            </a:extLst>
          </p:cNvPr>
          <p:cNvGrpSpPr/>
          <p:nvPr/>
        </p:nvGrpSpPr>
        <p:grpSpPr>
          <a:xfrm>
            <a:off x="6690031" y="2022577"/>
            <a:ext cx="1880355" cy="860877"/>
            <a:chOff x="6690031" y="2445946"/>
            <a:chExt cx="1880355" cy="86087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215714E-AEDB-46F3-BF42-BB7E0AB3F161}"/>
                </a:ext>
              </a:extLst>
            </p:cNvPr>
            <p:cNvSpPr txBox="1"/>
            <p:nvPr/>
          </p:nvSpPr>
          <p:spPr>
            <a:xfrm>
              <a:off x="6840970" y="2445946"/>
              <a:ext cx="16365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EA3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Noto Sans JP Black" panose="020B0A00000000000000" pitchFamily="34" charset="-128"/>
                  <a:cs typeface="+mn-cs"/>
                </a:rPr>
                <a:t>Scaled Deployment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0A55A5C-9B41-4C98-81B7-2C95E2B7C22A}"/>
                </a:ext>
              </a:extLst>
            </p:cNvPr>
            <p:cNvSpPr txBox="1"/>
            <p:nvPr/>
          </p:nvSpPr>
          <p:spPr>
            <a:xfrm>
              <a:off x="6690031" y="2753723"/>
              <a:ext cx="1880355" cy="55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 Light" panose="020B0300000000000000" pitchFamily="34" charset="-128"/>
                  <a:ea typeface="Noto Sans JP Light" panose="020B0300000000000000" pitchFamily="34" charset="-128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Noto Sans JP Light" panose="020B0300000000000000" pitchFamily="34" charset="-128"/>
                  <a:cs typeface="+mn-cs"/>
                </a:rPr>
                <a:t>Introduction of technology to develop the portal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8048E85-6842-4319-B318-2AD4FA019F0B}"/>
              </a:ext>
            </a:extLst>
          </p:cNvPr>
          <p:cNvGrpSpPr/>
          <p:nvPr/>
        </p:nvGrpSpPr>
        <p:grpSpPr>
          <a:xfrm>
            <a:off x="9731857" y="2022577"/>
            <a:ext cx="2108351" cy="860877"/>
            <a:chOff x="9731857" y="2022577"/>
            <a:chExt cx="2108351" cy="860877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9F2DDA9-0810-4CB5-A8DA-730DA225E539}"/>
                </a:ext>
              </a:extLst>
            </p:cNvPr>
            <p:cNvSpPr txBox="1"/>
            <p:nvPr/>
          </p:nvSpPr>
          <p:spPr>
            <a:xfrm>
              <a:off x="9731857" y="2022577"/>
              <a:ext cx="210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EA3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Noto Sans JP Black" panose="020B0A00000000000000" pitchFamily="34" charset="-128"/>
                  <a:cs typeface="+mn-cs"/>
                </a:rPr>
                <a:t>Continuous Improvement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F68230D-115A-4A11-9CCE-8BD4FB653DA0}"/>
                </a:ext>
              </a:extLst>
            </p:cNvPr>
            <p:cNvSpPr txBox="1"/>
            <p:nvPr/>
          </p:nvSpPr>
          <p:spPr>
            <a:xfrm>
              <a:off x="9808912" y="2330354"/>
              <a:ext cx="1880357" cy="55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 Light" panose="020B0300000000000000" pitchFamily="34" charset="-128"/>
                  <a:ea typeface="Noto Sans JP Light" panose="020B0300000000000000" pitchFamily="34" charset="-128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Noto Sans JP Light" panose="020B0300000000000000" pitchFamily="34" charset="-128"/>
                  <a:cs typeface="+mn-cs"/>
                </a:rPr>
                <a:t>Reviewing and monitoring the portal</a:t>
              </a:r>
            </a:p>
          </p:txBody>
        </p:sp>
      </p:grpSp>
      <p:sp>
        <p:nvSpPr>
          <p:cNvPr id="144" name="Freeform 54">
            <a:extLst>
              <a:ext uri="{FF2B5EF4-FFF2-40B4-BE49-F238E27FC236}">
                <a16:creationId xmlns:a16="http://schemas.microsoft.com/office/drawing/2014/main" id="{10AD7686-0BFB-468F-8041-FFB2C42297F4}"/>
              </a:ext>
            </a:extLst>
          </p:cNvPr>
          <p:cNvSpPr>
            <a:spLocks noEditPoints="1"/>
          </p:cNvSpPr>
          <p:nvPr/>
        </p:nvSpPr>
        <p:spPr bwMode="auto">
          <a:xfrm>
            <a:off x="10636390" y="1651318"/>
            <a:ext cx="257929" cy="257929"/>
          </a:xfrm>
          <a:custGeom>
            <a:avLst/>
            <a:gdLst>
              <a:gd name="T0" fmla="*/ 100 w 200"/>
              <a:gd name="T1" fmla="*/ 0 h 200"/>
              <a:gd name="T2" fmla="*/ 100 w 200"/>
              <a:gd name="T3" fmla="*/ 0 h 200"/>
              <a:gd name="T4" fmla="*/ 100 w 200"/>
              <a:gd name="T5" fmla="*/ 200 h 200"/>
              <a:gd name="T6" fmla="*/ 100 w 200"/>
              <a:gd name="T7" fmla="*/ 200 h 200"/>
              <a:gd name="T8" fmla="*/ 200 w 200"/>
              <a:gd name="T9" fmla="*/ 100 h 200"/>
              <a:gd name="T10" fmla="*/ 104 w 200"/>
              <a:gd name="T11" fmla="*/ 59 h 200"/>
              <a:gd name="T12" fmla="*/ 140 w 200"/>
              <a:gd name="T13" fmla="*/ 96 h 200"/>
              <a:gd name="T14" fmla="*/ 104 w 200"/>
              <a:gd name="T15" fmla="*/ 59 h 200"/>
              <a:gd name="T16" fmla="*/ 104 w 200"/>
              <a:gd name="T17" fmla="*/ 8 h 200"/>
              <a:gd name="T18" fmla="*/ 104 w 200"/>
              <a:gd name="T19" fmla="*/ 51 h 200"/>
              <a:gd name="T20" fmla="*/ 96 w 200"/>
              <a:gd name="T21" fmla="*/ 51 h 200"/>
              <a:gd name="T22" fmla="*/ 96 w 200"/>
              <a:gd name="T23" fmla="*/ 8 h 200"/>
              <a:gd name="T24" fmla="*/ 96 w 200"/>
              <a:gd name="T25" fmla="*/ 96 h 200"/>
              <a:gd name="T26" fmla="*/ 65 w 200"/>
              <a:gd name="T27" fmla="*/ 55 h 200"/>
              <a:gd name="T28" fmla="*/ 52 w 200"/>
              <a:gd name="T29" fmla="*/ 96 h 200"/>
              <a:gd name="T30" fmla="*/ 29 w 200"/>
              <a:gd name="T31" fmla="*/ 41 h 200"/>
              <a:gd name="T32" fmla="*/ 52 w 200"/>
              <a:gd name="T33" fmla="*/ 96 h 200"/>
              <a:gd name="T34" fmla="*/ 57 w 200"/>
              <a:gd name="T35" fmla="*/ 146 h 200"/>
              <a:gd name="T36" fmla="*/ 8 w 200"/>
              <a:gd name="T37" fmla="*/ 104 h 200"/>
              <a:gd name="T38" fmla="*/ 60 w 200"/>
              <a:gd name="T39" fmla="*/ 104 h 200"/>
              <a:gd name="T40" fmla="*/ 96 w 200"/>
              <a:gd name="T41" fmla="*/ 140 h 200"/>
              <a:gd name="T42" fmla="*/ 60 w 200"/>
              <a:gd name="T43" fmla="*/ 104 h 200"/>
              <a:gd name="T44" fmla="*/ 96 w 200"/>
              <a:gd name="T45" fmla="*/ 191 h 200"/>
              <a:gd name="T46" fmla="*/ 96 w 200"/>
              <a:gd name="T47" fmla="*/ 148 h 200"/>
              <a:gd name="T48" fmla="*/ 104 w 200"/>
              <a:gd name="T49" fmla="*/ 148 h 200"/>
              <a:gd name="T50" fmla="*/ 104 w 200"/>
              <a:gd name="T51" fmla="*/ 191 h 200"/>
              <a:gd name="T52" fmla="*/ 104 w 200"/>
              <a:gd name="T53" fmla="*/ 104 h 200"/>
              <a:gd name="T54" fmla="*/ 135 w 200"/>
              <a:gd name="T55" fmla="*/ 144 h 200"/>
              <a:gd name="T56" fmla="*/ 148 w 200"/>
              <a:gd name="T57" fmla="*/ 104 h 200"/>
              <a:gd name="T58" fmla="*/ 171 w 200"/>
              <a:gd name="T59" fmla="*/ 158 h 200"/>
              <a:gd name="T60" fmla="*/ 148 w 200"/>
              <a:gd name="T61" fmla="*/ 104 h 200"/>
              <a:gd name="T62" fmla="*/ 143 w 200"/>
              <a:gd name="T63" fmla="*/ 53 h 200"/>
              <a:gd name="T64" fmla="*/ 192 w 200"/>
              <a:gd name="T65" fmla="*/ 96 h 200"/>
              <a:gd name="T66" fmla="*/ 166 w 200"/>
              <a:gd name="T67" fmla="*/ 35 h 200"/>
              <a:gd name="T68" fmla="*/ 121 w 200"/>
              <a:gd name="T69" fmla="*/ 10 h 200"/>
              <a:gd name="T70" fmla="*/ 78 w 200"/>
              <a:gd name="T71" fmla="*/ 10 h 200"/>
              <a:gd name="T72" fmla="*/ 34 w 200"/>
              <a:gd name="T73" fmla="*/ 35 h 200"/>
              <a:gd name="T74" fmla="*/ 34 w 200"/>
              <a:gd name="T75" fmla="*/ 164 h 200"/>
              <a:gd name="T76" fmla="*/ 78 w 200"/>
              <a:gd name="T77" fmla="*/ 189 h 200"/>
              <a:gd name="T78" fmla="*/ 121 w 200"/>
              <a:gd name="T79" fmla="*/ 189 h 200"/>
              <a:gd name="T80" fmla="*/ 166 w 200"/>
              <a:gd name="T81" fmla="*/ 1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0" h="200">
                <a:moveTo>
                  <a:pt x="100" y="0"/>
                </a:move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45" y="0"/>
                  <a:pt x="0" y="44"/>
                  <a:pt x="0" y="100"/>
                </a:cubicBezTo>
                <a:cubicBezTo>
                  <a:pt x="0" y="155"/>
                  <a:pt x="45" y="199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55" y="200"/>
                  <a:pt x="200" y="155"/>
                  <a:pt x="200" y="100"/>
                </a:cubicBezTo>
                <a:cubicBezTo>
                  <a:pt x="200" y="44"/>
                  <a:pt x="155" y="0"/>
                  <a:pt x="100" y="0"/>
                </a:cubicBezTo>
                <a:close/>
                <a:moveTo>
                  <a:pt x="104" y="59"/>
                </a:moveTo>
                <a:cubicBezTo>
                  <a:pt x="115" y="59"/>
                  <a:pt x="125" y="58"/>
                  <a:pt x="135" y="55"/>
                </a:cubicBezTo>
                <a:cubicBezTo>
                  <a:pt x="138" y="67"/>
                  <a:pt x="140" y="81"/>
                  <a:pt x="140" y="96"/>
                </a:cubicBezTo>
                <a:cubicBezTo>
                  <a:pt x="104" y="96"/>
                  <a:pt x="104" y="96"/>
                  <a:pt x="104" y="96"/>
                </a:cubicBezTo>
                <a:lnTo>
                  <a:pt x="104" y="59"/>
                </a:lnTo>
                <a:close/>
                <a:moveTo>
                  <a:pt x="104" y="51"/>
                </a:moveTo>
                <a:cubicBezTo>
                  <a:pt x="104" y="8"/>
                  <a:pt x="104" y="8"/>
                  <a:pt x="104" y="8"/>
                </a:cubicBezTo>
                <a:cubicBezTo>
                  <a:pt x="115" y="11"/>
                  <a:pt x="126" y="26"/>
                  <a:pt x="133" y="48"/>
                </a:cubicBezTo>
                <a:cubicBezTo>
                  <a:pt x="123" y="50"/>
                  <a:pt x="114" y="51"/>
                  <a:pt x="104" y="51"/>
                </a:cubicBezTo>
                <a:close/>
                <a:moveTo>
                  <a:pt x="96" y="8"/>
                </a:moveTo>
                <a:cubicBezTo>
                  <a:pt x="96" y="51"/>
                  <a:pt x="96" y="51"/>
                  <a:pt x="96" y="51"/>
                </a:cubicBezTo>
                <a:cubicBezTo>
                  <a:pt x="86" y="51"/>
                  <a:pt x="76" y="50"/>
                  <a:pt x="67" y="48"/>
                </a:cubicBezTo>
                <a:cubicBezTo>
                  <a:pt x="74" y="25"/>
                  <a:pt x="85" y="11"/>
                  <a:pt x="96" y="8"/>
                </a:cubicBezTo>
                <a:close/>
                <a:moveTo>
                  <a:pt x="96" y="59"/>
                </a:moveTo>
                <a:cubicBezTo>
                  <a:pt x="96" y="96"/>
                  <a:pt x="96" y="96"/>
                  <a:pt x="96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60" y="81"/>
                  <a:pt x="62" y="67"/>
                  <a:pt x="65" y="55"/>
                </a:cubicBezTo>
                <a:cubicBezTo>
                  <a:pt x="75" y="58"/>
                  <a:pt x="85" y="59"/>
                  <a:pt x="96" y="59"/>
                </a:cubicBezTo>
                <a:close/>
                <a:moveTo>
                  <a:pt x="52" y="96"/>
                </a:moveTo>
                <a:cubicBezTo>
                  <a:pt x="8" y="96"/>
                  <a:pt x="8" y="96"/>
                  <a:pt x="8" y="96"/>
                </a:cubicBezTo>
                <a:cubicBezTo>
                  <a:pt x="9" y="75"/>
                  <a:pt x="17" y="56"/>
                  <a:pt x="29" y="41"/>
                </a:cubicBezTo>
                <a:cubicBezTo>
                  <a:pt x="38" y="46"/>
                  <a:pt x="47" y="50"/>
                  <a:pt x="57" y="53"/>
                </a:cubicBezTo>
                <a:cubicBezTo>
                  <a:pt x="54" y="66"/>
                  <a:pt x="52" y="80"/>
                  <a:pt x="52" y="96"/>
                </a:cubicBezTo>
                <a:close/>
                <a:moveTo>
                  <a:pt x="52" y="104"/>
                </a:moveTo>
                <a:cubicBezTo>
                  <a:pt x="52" y="119"/>
                  <a:pt x="54" y="133"/>
                  <a:pt x="57" y="146"/>
                </a:cubicBezTo>
                <a:cubicBezTo>
                  <a:pt x="47" y="149"/>
                  <a:pt x="38" y="153"/>
                  <a:pt x="29" y="158"/>
                </a:cubicBezTo>
                <a:cubicBezTo>
                  <a:pt x="17" y="143"/>
                  <a:pt x="9" y="124"/>
                  <a:pt x="8" y="104"/>
                </a:cubicBezTo>
                <a:lnTo>
                  <a:pt x="52" y="104"/>
                </a:lnTo>
                <a:close/>
                <a:moveTo>
                  <a:pt x="60" y="104"/>
                </a:moveTo>
                <a:cubicBezTo>
                  <a:pt x="96" y="104"/>
                  <a:pt x="96" y="104"/>
                  <a:pt x="96" y="104"/>
                </a:cubicBezTo>
                <a:cubicBezTo>
                  <a:pt x="96" y="140"/>
                  <a:pt x="96" y="140"/>
                  <a:pt x="96" y="140"/>
                </a:cubicBezTo>
                <a:cubicBezTo>
                  <a:pt x="85" y="140"/>
                  <a:pt x="75" y="141"/>
                  <a:pt x="65" y="144"/>
                </a:cubicBezTo>
                <a:cubicBezTo>
                  <a:pt x="62" y="132"/>
                  <a:pt x="60" y="118"/>
                  <a:pt x="60" y="104"/>
                </a:cubicBezTo>
                <a:close/>
                <a:moveTo>
                  <a:pt x="96" y="148"/>
                </a:moveTo>
                <a:cubicBezTo>
                  <a:pt x="96" y="191"/>
                  <a:pt x="96" y="191"/>
                  <a:pt x="96" y="191"/>
                </a:cubicBezTo>
                <a:cubicBezTo>
                  <a:pt x="85" y="188"/>
                  <a:pt x="74" y="174"/>
                  <a:pt x="67" y="152"/>
                </a:cubicBezTo>
                <a:cubicBezTo>
                  <a:pt x="76" y="149"/>
                  <a:pt x="86" y="148"/>
                  <a:pt x="96" y="148"/>
                </a:cubicBezTo>
                <a:close/>
                <a:moveTo>
                  <a:pt x="104" y="191"/>
                </a:moveTo>
                <a:cubicBezTo>
                  <a:pt x="104" y="148"/>
                  <a:pt x="104" y="148"/>
                  <a:pt x="104" y="148"/>
                </a:cubicBezTo>
                <a:cubicBezTo>
                  <a:pt x="114" y="148"/>
                  <a:pt x="123" y="149"/>
                  <a:pt x="133" y="152"/>
                </a:cubicBezTo>
                <a:cubicBezTo>
                  <a:pt x="126" y="174"/>
                  <a:pt x="115" y="188"/>
                  <a:pt x="104" y="191"/>
                </a:cubicBezTo>
                <a:close/>
                <a:moveTo>
                  <a:pt x="104" y="140"/>
                </a:moveTo>
                <a:cubicBezTo>
                  <a:pt x="104" y="104"/>
                  <a:pt x="104" y="104"/>
                  <a:pt x="104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18"/>
                  <a:pt x="138" y="132"/>
                  <a:pt x="135" y="144"/>
                </a:cubicBezTo>
                <a:cubicBezTo>
                  <a:pt x="125" y="141"/>
                  <a:pt x="115" y="140"/>
                  <a:pt x="104" y="140"/>
                </a:cubicBezTo>
                <a:close/>
                <a:moveTo>
                  <a:pt x="148" y="104"/>
                </a:moveTo>
                <a:cubicBezTo>
                  <a:pt x="192" y="104"/>
                  <a:pt x="192" y="104"/>
                  <a:pt x="192" y="104"/>
                </a:cubicBezTo>
                <a:cubicBezTo>
                  <a:pt x="191" y="124"/>
                  <a:pt x="183" y="143"/>
                  <a:pt x="171" y="158"/>
                </a:cubicBezTo>
                <a:cubicBezTo>
                  <a:pt x="162" y="153"/>
                  <a:pt x="153" y="149"/>
                  <a:pt x="143" y="146"/>
                </a:cubicBezTo>
                <a:cubicBezTo>
                  <a:pt x="146" y="133"/>
                  <a:pt x="148" y="119"/>
                  <a:pt x="148" y="104"/>
                </a:cubicBezTo>
                <a:close/>
                <a:moveTo>
                  <a:pt x="148" y="96"/>
                </a:moveTo>
                <a:cubicBezTo>
                  <a:pt x="148" y="80"/>
                  <a:pt x="146" y="66"/>
                  <a:pt x="143" y="53"/>
                </a:cubicBezTo>
                <a:cubicBezTo>
                  <a:pt x="153" y="50"/>
                  <a:pt x="162" y="46"/>
                  <a:pt x="171" y="41"/>
                </a:cubicBezTo>
                <a:cubicBezTo>
                  <a:pt x="183" y="56"/>
                  <a:pt x="191" y="75"/>
                  <a:pt x="192" y="96"/>
                </a:cubicBezTo>
                <a:lnTo>
                  <a:pt x="148" y="96"/>
                </a:lnTo>
                <a:close/>
                <a:moveTo>
                  <a:pt x="166" y="35"/>
                </a:moveTo>
                <a:cubicBezTo>
                  <a:pt x="158" y="39"/>
                  <a:pt x="149" y="43"/>
                  <a:pt x="140" y="46"/>
                </a:cubicBezTo>
                <a:cubicBezTo>
                  <a:pt x="136" y="30"/>
                  <a:pt x="129" y="18"/>
                  <a:pt x="121" y="10"/>
                </a:cubicBezTo>
                <a:cubicBezTo>
                  <a:pt x="138" y="14"/>
                  <a:pt x="154" y="23"/>
                  <a:pt x="166" y="35"/>
                </a:cubicBezTo>
                <a:close/>
                <a:moveTo>
                  <a:pt x="78" y="10"/>
                </a:moveTo>
                <a:cubicBezTo>
                  <a:pt x="71" y="18"/>
                  <a:pt x="64" y="30"/>
                  <a:pt x="59" y="45"/>
                </a:cubicBezTo>
                <a:cubicBezTo>
                  <a:pt x="51" y="43"/>
                  <a:pt x="42" y="39"/>
                  <a:pt x="34" y="35"/>
                </a:cubicBezTo>
                <a:cubicBezTo>
                  <a:pt x="46" y="23"/>
                  <a:pt x="61" y="14"/>
                  <a:pt x="78" y="10"/>
                </a:cubicBezTo>
                <a:close/>
                <a:moveTo>
                  <a:pt x="34" y="164"/>
                </a:moveTo>
                <a:cubicBezTo>
                  <a:pt x="42" y="160"/>
                  <a:pt x="51" y="156"/>
                  <a:pt x="59" y="154"/>
                </a:cubicBezTo>
                <a:cubicBezTo>
                  <a:pt x="64" y="169"/>
                  <a:pt x="71" y="181"/>
                  <a:pt x="78" y="189"/>
                </a:cubicBezTo>
                <a:cubicBezTo>
                  <a:pt x="61" y="185"/>
                  <a:pt x="46" y="176"/>
                  <a:pt x="34" y="164"/>
                </a:cubicBezTo>
                <a:close/>
                <a:moveTo>
                  <a:pt x="121" y="189"/>
                </a:moveTo>
                <a:cubicBezTo>
                  <a:pt x="129" y="181"/>
                  <a:pt x="136" y="169"/>
                  <a:pt x="140" y="154"/>
                </a:cubicBezTo>
                <a:cubicBezTo>
                  <a:pt x="149" y="156"/>
                  <a:pt x="158" y="160"/>
                  <a:pt x="166" y="164"/>
                </a:cubicBezTo>
                <a:cubicBezTo>
                  <a:pt x="154" y="176"/>
                  <a:pt x="138" y="185"/>
                  <a:pt x="121" y="18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Freeform 83">
            <a:extLst>
              <a:ext uri="{FF2B5EF4-FFF2-40B4-BE49-F238E27FC236}">
                <a16:creationId xmlns:a16="http://schemas.microsoft.com/office/drawing/2014/main" id="{515E564D-7A0F-4D40-9C96-F43FDA48766B}"/>
              </a:ext>
            </a:extLst>
          </p:cNvPr>
          <p:cNvSpPr>
            <a:spLocks noEditPoints="1"/>
          </p:cNvSpPr>
          <p:nvPr/>
        </p:nvSpPr>
        <p:spPr bwMode="auto">
          <a:xfrm>
            <a:off x="4455023" y="1635062"/>
            <a:ext cx="288274" cy="290440"/>
          </a:xfrm>
          <a:custGeom>
            <a:avLst/>
            <a:gdLst>
              <a:gd name="T0" fmla="*/ 44 w 224"/>
              <a:gd name="T1" fmla="*/ 180 h 224"/>
              <a:gd name="T2" fmla="*/ 52 w 224"/>
              <a:gd name="T3" fmla="*/ 180 h 224"/>
              <a:gd name="T4" fmla="*/ 64 w 224"/>
              <a:gd name="T5" fmla="*/ 69 h 224"/>
              <a:gd name="T6" fmla="*/ 52 w 224"/>
              <a:gd name="T7" fmla="*/ 52 h 224"/>
              <a:gd name="T8" fmla="*/ 48 w 224"/>
              <a:gd name="T9" fmla="*/ 36 h 224"/>
              <a:gd name="T10" fmla="*/ 44 w 224"/>
              <a:gd name="T11" fmla="*/ 52 h 224"/>
              <a:gd name="T12" fmla="*/ 32 w 224"/>
              <a:gd name="T13" fmla="*/ 69 h 224"/>
              <a:gd name="T14" fmla="*/ 40 w 224"/>
              <a:gd name="T15" fmla="*/ 67 h 224"/>
              <a:gd name="T16" fmla="*/ 49 w 224"/>
              <a:gd name="T17" fmla="*/ 60 h 224"/>
              <a:gd name="T18" fmla="*/ 56 w 224"/>
              <a:gd name="T19" fmla="*/ 69 h 224"/>
              <a:gd name="T20" fmla="*/ 48 w 224"/>
              <a:gd name="T21" fmla="*/ 76 h 224"/>
              <a:gd name="T22" fmla="*/ 40 w 224"/>
              <a:gd name="T23" fmla="*/ 67 h 224"/>
              <a:gd name="T24" fmla="*/ 108 w 224"/>
              <a:gd name="T25" fmla="*/ 180 h 224"/>
              <a:gd name="T26" fmla="*/ 116 w 224"/>
              <a:gd name="T27" fmla="*/ 180 h 224"/>
              <a:gd name="T28" fmla="*/ 128 w 224"/>
              <a:gd name="T29" fmla="*/ 109 h 224"/>
              <a:gd name="T30" fmla="*/ 116 w 224"/>
              <a:gd name="T31" fmla="*/ 92 h 224"/>
              <a:gd name="T32" fmla="*/ 112 w 224"/>
              <a:gd name="T33" fmla="*/ 36 h 224"/>
              <a:gd name="T34" fmla="*/ 108 w 224"/>
              <a:gd name="T35" fmla="*/ 92 h 224"/>
              <a:gd name="T36" fmla="*/ 96 w 224"/>
              <a:gd name="T37" fmla="*/ 109 h 224"/>
              <a:gd name="T38" fmla="*/ 104 w 224"/>
              <a:gd name="T39" fmla="*/ 107 h 224"/>
              <a:gd name="T40" fmla="*/ 113 w 224"/>
              <a:gd name="T41" fmla="*/ 100 h 224"/>
              <a:gd name="T42" fmla="*/ 120 w 224"/>
              <a:gd name="T43" fmla="*/ 109 h 224"/>
              <a:gd name="T44" fmla="*/ 112 w 224"/>
              <a:gd name="T45" fmla="*/ 116 h 224"/>
              <a:gd name="T46" fmla="*/ 104 w 224"/>
              <a:gd name="T47" fmla="*/ 107 h 224"/>
              <a:gd name="T48" fmla="*/ 172 w 224"/>
              <a:gd name="T49" fmla="*/ 180 h 224"/>
              <a:gd name="T50" fmla="*/ 180 w 224"/>
              <a:gd name="T51" fmla="*/ 180 h 224"/>
              <a:gd name="T52" fmla="*/ 192 w 224"/>
              <a:gd name="T53" fmla="*/ 149 h 224"/>
              <a:gd name="T54" fmla="*/ 180 w 224"/>
              <a:gd name="T55" fmla="*/ 132 h 224"/>
              <a:gd name="T56" fmla="*/ 176 w 224"/>
              <a:gd name="T57" fmla="*/ 36 h 224"/>
              <a:gd name="T58" fmla="*/ 172 w 224"/>
              <a:gd name="T59" fmla="*/ 132 h 224"/>
              <a:gd name="T60" fmla="*/ 160 w 224"/>
              <a:gd name="T61" fmla="*/ 149 h 224"/>
              <a:gd name="T62" fmla="*/ 168 w 224"/>
              <a:gd name="T63" fmla="*/ 147 h 224"/>
              <a:gd name="T64" fmla="*/ 177 w 224"/>
              <a:gd name="T65" fmla="*/ 140 h 224"/>
              <a:gd name="T66" fmla="*/ 184 w 224"/>
              <a:gd name="T67" fmla="*/ 149 h 224"/>
              <a:gd name="T68" fmla="*/ 176 w 224"/>
              <a:gd name="T69" fmla="*/ 156 h 224"/>
              <a:gd name="T70" fmla="*/ 168 w 224"/>
              <a:gd name="T71" fmla="*/ 147 h 224"/>
              <a:gd name="T72" fmla="*/ 0 w 224"/>
              <a:gd name="T73" fmla="*/ 224 h 224"/>
              <a:gd name="T74" fmla="*/ 224 w 224"/>
              <a:gd name="T75" fmla="*/ 0 h 224"/>
              <a:gd name="T76" fmla="*/ 216 w 224"/>
              <a:gd name="T77" fmla="*/ 216 h 224"/>
              <a:gd name="T78" fmla="*/ 8 w 224"/>
              <a:gd name="T79" fmla="*/ 8 h 224"/>
              <a:gd name="T80" fmla="*/ 216 w 224"/>
              <a:gd name="T81" fmla="*/ 216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24" h="224">
                <a:moveTo>
                  <a:pt x="44" y="84"/>
                </a:moveTo>
                <a:cubicBezTo>
                  <a:pt x="44" y="180"/>
                  <a:pt x="44" y="180"/>
                  <a:pt x="44" y="180"/>
                </a:cubicBezTo>
                <a:cubicBezTo>
                  <a:pt x="44" y="182"/>
                  <a:pt x="46" y="184"/>
                  <a:pt x="48" y="184"/>
                </a:cubicBezTo>
                <a:cubicBezTo>
                  <a:pt x="50" y="184"/>
                  <a:pt x="52" y="182"/>
                  <a:pt x="52" y="180"/>
                </a:cubicBezTo>
                <a:cubicBezTo>
                  <a:pt x="52" y="84"/>
                  <a:pt x="52" y="84"/>
                  <a:pt x="52" y="84"/>
                </a:cubicBezTo>
                <a:cubicBezTo>
                  <a:pt x="59" y="82"/>
                  <a:pt x="64" y="76"/>
                  <a:pt x="64" y="69"/>
                </a:cubicBezTo>
                <a:cubicBezTo>
                  <a:pt x="64" y="67"/>
                  <a:pt x="64" y="67"/>
                  <a:pt x="64" y="67"/>
                </a:cubicBezTo>
                <a:cubicBezTo>
                  <a:pt x="64" y="60"/>
                  <a:pt x="59" y="54"/>
                  <a:pt x="52" y="52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8"/>
                  <a:pt x="50" y="36"/>
                  <a:pt x="48" y="36"/>
                </a:cubicBezTo>
                <a:cubicBezTo>
                  <a:pt x="46" y="36"/>
                  <a:pt x="44" y="38"/>
                  <a:pt x="44" y="40"/>
                </a:cubicBezTo>
                <a:cubicBezTo>
                  <a:pt x="44" y="52"/>
                  <a:pt x="44" y="52"/>
                  <a:pt x="44" y="52"/>
                </a:cubicBezTo>
                <a:cubicBezTo>
                  <a:pt x="37" y="54"/>
                  <a:pt x="32" y="60"/>
                  <a:pt x="32" y="67"/>
                </a:cubicBezTo>
                <a:cubicBezTo>
                  <a:pt x="32" y="69"/>
                  <a:pt x="32" y="69"/>
                  <a:pt x="32" y="69"/>
                </a:cubicBezTo>
                <a:cubicBezTo>
                  <a:pt x="32" y="76"/>
                  <a:pt x="37" y="82"/>
                  <a:pt x="44" y="84"/>
                </a:cubicBezTo>
                <a:close/>
                <a:moveTo>
                  <a:pt x="40" y="67"/>
                </a:moveTo>
                <a:cubicBezTo>
                  <a:pt x="40" y="63"/>
                  <a:pt x="43" y="60"/>
                  <a:pt x="48" y="60"/>
                </a:cubicBezTo>
                <a:cubicBezTo>
                  <a:pt x="49" y="60"/>
                  <a:pt x="49" y="60"/>
                  <a:pt x="49" y="60"/>
                </a:cubicBezTo>
                <a:cubicBezTo>
                  <a:pt x="53" y="60"/>
                  <a:pt x="56" y="63"/>
                  <a:pt x="56" y="67"/>
                </a:cubicBezTo>
                <a:cubicBezTo>
                  <a:pt x="56" y="69"/>
                  <a:pt x="56" y="69"/>
                  <a:pt x="56" y="69"/>
                </a:cubicBezTo>
                <a:cubicBezTo>
                  <a:pt x="56" y="73"/>
                  <a:pt x="53" y="76"/>
                  <a:pt x="49" y="76"/>
                </a:cubicBezTo>
                <a:cubicBezTo>
                  <a:pt x="48" y="76"/>
                  <a:pt x="48" y="76"/>
                  <a:pt x="48" y="76"/>
                </a:cubicBezTo>
                <a:cubicBezTo>
                  <a:pt x="43" y="76"/>
                  <a:pt x="40" y="73"/>
                  <a:pt x="40" y="69"/>
                </a:cubicBezTo>
                <a:lnTo>
                  <a:pt x="40" y="67"/>
                </a:lnTo>
                <a:close/>
                <a:moveTo>
                  <a:pt x="108" y="124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2"/>
                  <a:pt x="110" y="184"/>
                  <a:pt x="112" y="184"/>
                </a:cubicBezTo>
                <a:cubicBezTo>
                  <a:pt x="114" y="184"/>
                  <a:pt x="116" y="182"/>
                  <a:pt x="116" y="180"/>
                </a:cubicBezTo>
                <a:cubicBezTo>
                  <a:pt x="116" y="124"/>
                  <a:pt x="116" y="124"/>
                  <a:pt x="116" y="124"/>
                </a:cubicBezTo>
                <a:cubicBezTo>
                  <a:pt x="123" y="122"/>
                  <a:pt x="128" y="116"/>
                  <a:pt x="128" y="109"/>
                </a:cubicBezTo>
                <a:cubicBezTo>
                  <a:pt x="128" y="107"/>
                  <a:pt x="128" y="107"/>
                  <a:pt x="128" y="107"/>
                </a:cubicBezTo>
                <a:cubicBezTo>
                  <a:pt x="128" y="100"/>
                  <a:pt x="123" y="94"/>
                  <a:pt x="116" y="92"/>
                </a:cubicBezTo>
                <a:cubicBezTo>
                  <a:pt x="116" y="40"/>
                  <a:pt x="116" y="40"/>
                  <a:pt x="116" y="40"/>
                </a:cubicBezTo>
                <a:cubicBezTo>
                  <a:pt x="116" y="38"/>
                  <a:pt x="114" y="36"/>
                  <a:pt x="112" y="36"/>
                </a:cubicBezTo>
                <a:cubicBezTo>
                  <a:pt x="110" y="36"/>
                  <a:pt x="108" y="38"/>
                  <a:pt x="108" y="40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1" y="94"/>
                  <a:pt x="96" y="100"/>
                  <a:pt x="96" y="107"/>
                </a:cubicBezTo>
                <a:cubicBezTo>
                  <a:pt x="96" y="109"/>
                  <a:pt x="96" y="109"/>
                  <a:pt x="96" y="109"/>
                </a:cubicBezTo>
                <a:cubicBezTo>
                  <a:pt x="96" y="116"/>
                  <a:pt x="101" y="122"/>
                  <a:pt x="108" y="124"/>
                </a:cubicBezTo>
                <a:close/>
                <a:moveTo>
                  <a:pt x="104" y="107"/>
                </a:moveTo>
                <a:cubicBezTo>
                  <a:pt x="104" y="103"/>
                  <a:pt x="107" y="100"/>
                  <a:pt x="112" y="100"/>
                </a:cubicBezTo>
                <a:cubicBezTo>
                  <a:pt x="113" y="100"/>
                  <a:pt x="113" y="100"/>
                  <a:pt x="113" y="100"/>
                </a:cubicBezTo>
                <a:cubicBezTo>
                  <a:pt x="117" y="100"/>
                  <a:pt x="120" y="103"/>
                  <a:pt x="120" y="107"/>
                </a:cubicBezTo>
                <a:cubicBezTo>
                  <a:pt x="120" y="109"/>
                  <a:pt x="120" y="109"/>
                  <a:pt x="120" y="109"/>
                </a:cubicBezTo>
                <a:cubicBezTo>
                  <a:pt x="120" y="113"/>
                  <a:pt x="117" y="116"/>
                  <a:pt x="113" y="116"/>
                </a:cubicBezTo>
                <a:cubicBezTo>
                  <a:pt x="112" y="116"/>
                  <a:pt x="112" y="116"/>
                  <a:pt x="112" y="116"/>
                </a:cubicBezTo>
                <a:cubicBezTo>
                  <a:pt x="107" y="116"/>
                  <a:pt x="104" y="113"/>
                  <a:pt x="104" y="109"/>
                </a:cubicBezTo>
                <a:lnTo>
                  <a:pt x="104" y="107"/>
                </a:lnTo>
                <a:close/>
                <a:moveTo>
                  <a:pt x="172" y="164"/>
                </a:moveTo>
                <a:cubicBezTo>
                  <a:pt x="172" y="180"/>
                  <a:pt x="172" y="180"/>
                  <a:pt x="172" y="180"/>
                </a:cubicBezTo>
                <a:cubicBezTo>
                  <a:pt x="172" y="182"/>
                  <a:pt x="174" y="184"/>
                  <a:pt x="176" y="184"/>
                </a:cubicBezTo>
                <a:cubicBezTo>
                  <a:pt x="178" y="184"/>
                  <a:pt x="180" y="182"/>
                  <a:pt x="180" y="180"/>
                </a:cubicBezTo>
                <a:cubicBezTo>
                  <a:pt x="180" y="164"/>
                  <a:pt x="180" y="164"/>
                  <a:pt x="180" y="164"/>
                </a:cubicBezTo>
                <a:cubicBezTo>
                  <a:pt x="187" y="162"/>
                  <a:pt x="192" y="156"/>
                  <a:pt x="192" y="149"/>
                </a:cubicBezTo>
                <a:cubicBezTo>
                  <a:pt x="192" y="147"/>
                  <a:pt x="192" y="147"/>
                  <a:pt x="192" y="147"/>
                </a:cubicBezTo>
                <a:cubicBezTo>
                  <a:pt x="192" y="140"/>
                  <a:pt x="187" y="134"/>
                  <a:pt x="180" y="132"/>
                </a:cubicBezTo>
                <a:cubicBezTo>
                  <a:pt x="180" y="40"/>
                  <a:pt x="180" y="40"/>
                  <a:pt x="180" y="40"/>
                </a:cubicBezTo>
                <a:cubicBezTo>
                  <a:pt x="180" y="38"/>
                  <a:pt x="178" y="36"/>
                  <a:pt x="176" y="36"/>
                </a:cubicBezTo>
                <a:cubicBezTo>
                  <a:pt x="174" y="36"/>
                  <a:pt x="172" y="38"/>
                  <a:pt x="172" y="4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165" y="134"/>
                  <a:pt x="160" y="140"/>
                  <a:pt x="160" y="147"/>
                </a:cubicBezTo>
                <a:cubicBezTo>
                  <a:pt x="160" y="149"/>
                  <a:pt x="160" y="149"/>
                  <a:pt x="160" y="149"/>
                </a:cubicBezTo>
                <a:cubicBezTo>
                  <a:pt x="160" y="156"/>
                  <a:pt x="165" y="162"/>
                  <a:pt x="172" y="164"/>
                </a:cubicBezTo>
                <a:close/>
                <a:moveTo>
                  <a:pt x="168" y="147"/>
                </a:moveTo>
                <a:cubicBezTo>
                  <a:pt x="168" y="143"/>
                  <a:pt x="171" y="140"/>
                  <a:pt x="176" y="140"/>
                </a:cubicBezTo>
                <a:cubicBezTo>
                  <a:pt x="177" y="140"/>
                  <a:pt x="177" y="140"/>
                  <a:pt x="177" y="140"/>
                </a:cubicBezTo>
                <a:cubicBezTo>
                  <a:pt x="181" y="140"/>
                  <a:pt x="184" y="143"/>
                  <a:pt x="184" y="147"/>
                </a:cubicBezTo>
                <a:cubicBezTo>
                  <a:pt x="184" y="149"/>
                  <a:pt x="184" y="149"/>
                  <a:pt x="184" y="149"/>
                </a:cubicBezTo>
                <a:cubicBezTo>
                  <a:pt x="184" y="153"/>
                  <a:pt x="181" y="156"/>
                  <a:pt x="177" y="156"/>
                </a:cubicBezTo>
                <a:cubicBezTo>
                  <a:pt x="176" y="156"/>
                  <a:pt x="176" y="156"/>
                  <a:pt x="176" y="156"/>
                </a:cubicBezTo>
                <a:cubicBezTo>
                  <a:pt x="171" y="156"/>
                  <a:pt x="168" y="153"/>
                  <a:pt x="168" y="149"/>
                </a:cubicBezTo>
                <a:lnTo>
                  <a:pt x="168" y="147"/>
                </a:lnTo>
                <a:close/>
                <a:moveTo>
                  <a:pt x="0" y="0"/>
                </a:moveTo>
                <a:cubicBezTo>
                  <a:pt x="0" y="224"/>
                  <a:pt x="0" y="224"/>
                  <a:pt x="0" y="224"/>
                </a:cubicBezTo>
                <a:cubicBezTo>
                  <a:pt x="224" y="224"/>
                  <a:pt x="224" y="224"/>
                  <a:pt x="224" y="224"/>
                </a:cubicBezTo>
                <a:cubicBezTo>
                  <a:pt x="224" y="0"/>
                  <a:pt x="224" y="0"/>
                  <a:pt x="224" y="0"/>
                </a:cubicBezTo>
                <a:lnTo>
                  <a:pt x="0" y="0"/>
                </a:lnTo>
                <a:close/>
                <a:moveTo>
                  <a:pt x="216" y="216"/>
                </a:moveTo>
                <a:cubicBezTo>
                  <a:pt x="8" y="216"/>
                  <a:pt x="8" y="216"/>
                  <a:pt x="8" y="216"/>
                </a:cubicBezTo>
                <a:cubicBezTo>
                  <a:pt x="8" y="8"/>
                  <a:pt x="8" y="8"/>
                  <a:pt x="8" y="8"/>
                </a:cubicBezTo>
                <a:cubicBezTo>
                  <a:pt x="216" y="8"/>
                  <a:pt x="216" y="8"/>
                  <a:pt x="216" y="8"/>
                </a:cubicBezTo>
                <a:lnTo>
                  <a:pt x="216" y="21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Freeform 110">
            <a:extLst>
              <a:ext uri="{FF2B5EF4-FFF2-40B4-BE49-F238E27FC236}">
                <a16:creationId xmlns:a16="http://schemas.microsoft.com/office/drawing/2014/main" id="{0530956C-D1C7-4C80-B28C-477FED20AE05}"/>
              </a:ext>
            </a:extLst>
          </p:cNvPr>
          <p:cNvSpPr>
            <a:spLocks noEditPoints="1"/>
          </p:cNvSpPr>
          <p:nvPr/>
        </p:nvSpPr>
        <p:spPr bwMode="auto">
          <a:xfrm>
            <a:off x="1256368" y="1658904"/>
            <a:ext cx="268766" cy="242756"/>
          </a:xfrm>
          <a:custGeom>
            <a:avLst/>
            <a:gdLst>
              <a:gd name="T0" fmla="*/ 206 w 208"/>
              <a:gd name="T1" fmla="*/ 32 h 187"/>
              <a:gd name="T2" fmla="*/ 205 w 208"/>
              <a:gd name="T3" fmla="*/ 31 h 187"/>
              <a:gd name="T4" fmla="*/ 204 w 208"/>
              <a:gd name="T5" fmla="*/ 30 h 187"/>
              <a:gd name="T6" fmla="*/ 104 w 208"/>
              <a:gd name="T7" fmla="*/ 31 h 187"/>
              <a:gd name="T8" fmla="*/ 104 w 208"/>
              <a:gd name="T9" fmla="*/ 30 h 187"/>
              <a:gd name="T10" fmla="*/ 3 w 208"/>
              <a:gd name="T11" fmla="*/ 31 h 187"/>
              <a:gd name="T12" fmla="*/ 3 w 208"/>
              <a:gd name="T13" fmla="*/ 32 h 187"/>
              <a:gd name="T14" fmla="*/ 0 w 208"/>
              <a:gd name="T15" fmla="*/ 35 h 187"/>
              <a:gd name="T16" fmla="*/ 0 w 208"/>
              <a:gd name="T17" fmla="*/ 183 h 187"/>
              <a:gd name="T18" fmla="*/ 4 w 208"/>
              <a:gd name="T19" fmla="*/ 187 h 187"/>
              <a:gd name="T20" fmla="*/ 5 w 208"/>
              <a:gd name="T21" fmla="*/ 187 h 187"/>
              <a:gd name="T22" fmla="*/ 7 w 208"/>
              <a:gd name="T23" fmla="*/ 187 h 187"/>
              <a:gd name="T24" fmla="*/ 101 w 208"/>
              <a:gd name="T25" fmla="*/ 187 h 187"/>
              <a:gd name="T26" fmla="*/ 102 w 208"/>
              <a:gd name="T27" fmla="*/ 187 h 187"/>
              <a:gd name="T28" fmla="*/ 103 w 208"/>
              <a:gd name="T29" fmla="*/ 187 h 187"/>
              <a:gd name="T30" fmla="*/ 104 w 208"/>
              <a:gd name="T31" fmla="*/ 187 h 187"/>
              <a:gd name="T32" fmla="*/ 104 w 208"/>
              <a:gd name="T33" fmla="*/ 187 h 187"/>
              <a:gd name="T34" fmla="*/ 105 w 208"/>
              <a:gd name="T35" fmla="*/ 187 h 187"/>
              <a:gd name="T36" fmla="*/ 105 w 208"/>
              <a:gd name="T37" fmla="*/ 187 h 187"/>
              <a:gd name="T38" fmla="*/ 107 w 208"/>
              <a:gd name="T39" fmla="*/ 187 h 187"/>
              <a:gd name="T40" fmla="*/ 201 w 208"/>
              <a:gd name="T41" fmla="*/ 187 h 187"/>
              <a:gd name="T42" fmla="*/ 202 w 208"/>
              <a:gd name="T43" fmla="*/ 187 h 187"/>
              <a:gd name="T44" fmla="*/ 203 w 208"/>
              <a:gd name="T45" fmla="*/ 187 h 187"/>
              <a:gd name="T46" fmla="*/ 204 w 208"/>
              <a:gd name="T47" fmla="*/ 187 h 187"/>
              <a:gd name="T48" fmla="*/ 204 w 208"/>
              <a:gd name="T49" fmla="*/ 187 h 187"/>
              <a:gd name="T50" fmla="*/ 204 w 208"/>
              <a:gd name="T51" fmla="*/ 187 h 187"/>
              <a:gd name="T52" fmla="*/ 205 w 208"/>
              <a:gd name="T53" fmla="*/ 187 h 187"/>
              <a:gd name="T54" fmla="*/ 208 w 208"/>
              <a:gd name="T55" fmla="*/ 183 h 187"/>
              <a:gd name="T56" fmla="*/ 208 w 208"/>
              <a:gd name="T57" fmla="*/ 35 h 187"/>
              <a:gd name="T58" fmla="*/ 206 w 208"/>
              <a:gd name="T59" fmla="*/ 32 h 187"/>
              <a:gd name="T60" fmla="*/ 8 w 208"/>
              <a:gd name="T61" fmla="*/ 178 h 187"/>
              <a:gd name="T62" fmla="*/ 8 w 208"/>
              <a:gd name="T63" fmla="*/ 38 h 187"/>
              <a:gd name="T64" fmla="*/ 100 w 208"/>
              <a:gd name="T65" fmla="*/ 37 h 187"/>
              <a:gd name="T66" fmla="*/ 100 w 208"/>
              <a:gd name="T67" fmla="*/ 37 h 187"/>
              <a:gd name="T68" fmla="*/ 100 w 208"/>
              <a:gd name="T69" fmla="*/ 178 h 187"/>
              <a:gd name="T70" fmla="*/ 8 w 208"/>
              <a:gd name="T71" fmla="*/ 178 h 187"/>
              <a:gd name="T72" fmla="*/ 108 w 208"/>
              <a:gd name="T73" fmla="*/ 178 h 187"/>
              <a:gd name="T74" fmla="*/ 108 w 208"/>
              <a:gd name="T75" fmla="*/ 38 h 187"/>
              <a:gd name="T76" fmla="*/ 200 w 208"/>
              <a:gd name="T77" fmla="*/ 37 h 187"/>
              <a:gd name="T78" fmla="*/ 200 w 208"/>
              <a:gd name="T79" fmla="*/ 37 h 187"/>
              <a:gd name="T80" fmla="*/ 200 w 208"/>
              <a:gd name="T81" fmla="*/ 178 h 187"/>
              <a:gd name="T82" fmla="*/ 108 w 208"/>
              <a:gd name="T83" fmla="*/ 178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8" h="187">
                <a:moveTo>
                  <a:pt x="206" y="32"/>
                </a:moveTo>
                <a:cubicBezTo>
                  <a:pt x="206" y="32"/>
                  <a:pt x="206" y="31"/>
                  <a:pt x="205" y="31"/>
                </a:cubicBezTo>
                <a:cubicBezTo>
                  <a:pt x="204" y="30"/>
                  <a:pt x="204" y="30"/>
                  <a:pt x="204" y="30"/>
                </a:cubicBezTo>
                <a:cubicBezTo>
                  <a:pt x="155" y="2"/>
                  <a:pt x="111" y="26"/>
                  <a:pt x="104" y="31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51" y="0"/>
                  <a:pt x="4" y="31"/>
                  <a:pt x="3" y="31"/>
                </a:cubicBezTo>
                <a:cubicBezTo>
                  <a:pt x="3" y="31"/>
                  <a:pt x="3" y="32"/>
                  <a:pt x="3" y="32"/>
                </a:cubicBezTo>
                <a:cubicBezTo>
                  <a:pt x="1" y="32"/>
                  <a:pt x="0" y="34"/>
                  <a:pt x="0" y="35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6"/>
                  <a:pt x="2" y="187"/>
                  <a:pt x="4" y="187"/>
                </a:cubicBezTo>
                <a:cubicBezTo>
                  <a:pt x="4" y="187"/>
                  <a:pt x="4" y="187"/>
                  <a:pt x="5" y="187"/>
                </a:cubicBezTo>
                <a:cubicBezTo>
                  <a:pt x="5" y="187"/>
                  <a:pt x="6" y="187"/>
                  <a:pt x="7" y="187"/>
                </a:cubicBezTo>
                <a:cubicBezTo>
                  <a:pt x="8" y="187"/>
                  <a:pt x="51" y="164"/>
                  <a:pt x="101" y="187"/>
                </a:cubicBezTo>
                <a:cubicBezTo>
                  <a:pt x="102" y="187"/>
                  <a:pt x="102" y="187"/>
                  <a:pt x="102" y="187"/>
                </a:cubicBezTo>
                <a:cubicBezTo>
                  <a:pt x="102" y="187"/>
                  <a:pt x="103" y="187"/>
                  <a:pt x="103" y="187"/>
                </a:cubicBezTo>
                <a:cubicBezTo>
                  <a:pt x="104" y="187"/>
                  <a:pt x="104" y="187"/>
                  <a:pt x="104" y="187"/>
                </a:cubicBezTo>
                <a:cubicBezTo>
                  <a:pt x="104" y="187"/>
                  <a:pt x="104" y="187"/>
                  <a:pt x="104" y="187"/>
                </a:cubicBezTo>
                <a:cubicBezTo>
                  <a:pt x="104" y="187"/>
                  <a:pt x="104" y="187"/>
                  <a:pt x="105" y="187"/>
                </a:cubicBezTo>
                <a:cubicBezTo>
                  <a:pt x="105" y="187"/>
                  <a:pt x="105" y="187"/>
                  <a:pt x="105" y="187"/>
                </a:cubicBezTo>
                <a:cubicBezTo>
                  <a:pt x="105" y="187"/>
                  <a:pt x="106" y="187"/>
                  <a:pt x="107" y="187"/>
                </a:cubicBezTo>
                <a:cubicBezTo>
                  <a:pt x="108" y="187"/>
                  <a:pt x="151" y="164"/>
                  <a:pt x="201" y="187"/>
                </a:cubicBezTo>
                <a:cubicBezTo>
                  <a:pt x="202" y="187"/>
                  <a:pt x="202" y="187"/>
                  <a:pt x="202" y="187"/>
                </a:cubicBezTo>
                <a:cubicBezTo>
                  <a:pt x="202" y="187"/>
                  <a:pt x="203" y="187"/>
                  <a:pt x="203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5" y="187"/>
                  <a:pt x="205" y="187"/>
                  <a:pt x="205" y="187"/>
                </a:cubicBezTo>
                <a:cubicBezTo>
                  <a:pt x="206" y="187"/>
                  <a:pt x="208" y="185"/>
                  <a:pt x="208" y="183"/>
                </a:cubicBezTo>
                <a:cubicBezTo>
                  <a:pt x="208" y="35"/>
                  <a:pt x="208" y="35"/>
                  <a:pt x="208" y="35"/>
                </a:cubicBezTo>
                <a:cubicBezTo>
                  <a:pt x="208" y="34"/>
                  <a:pt x="207" y="33"/>
                  <a:pt x="206" y="32"/>
                </a:cubicBezTo>
                <a:close/>
                <a:moveTo>
                  <a:pt x="8" y="178"/>
                </a:moveTo>
                <a:cubicBezTo>
                  <a:pt x="8" y="38"/>
                  <a:pt x="8" y="38"/>
                  <a:pt x="8" y="38"/>
                </a:cubicBezTo>
                <a:cubicBezTo>
                  <a:pt x="12" y="35"/>
                  <a:pt x="53" y="10"/>
                  <a:pt x="100" y="37"/>
                </a:cubicBezTo>
                <a:cubicBezTo>
                  <a:pt x="100" y="37"/>
                  <a:pt x="100" y="37"/>
                  <a:pt x="100" y="37"/>
                </a:cubicBezTo>
                <a:cubicBezTo>
                  <a:pt x="100" y="178"/>
                  <a:pt x="100" y="178"/>
                  <a:pt x="100" y="178"/>
                </a:cubicBezTo>
                <a:cubicBezTo>
                  <a:pt x="58" y="160"/>
                  <a:pt x="20" y="173"/>
                  <a:pt x="8" y="178"/>
                </a:cubicBezTo>
                <a:close/>
                <a:moveTo>
                  <a:pt x="108" y="178"/>
                </a:moveTo>
                <a:cubicBezTo>
                  <a:pt x="108" y="38"/>
                  <a:pt x="108" y="38"/>
                  <a:pt x="108" y="38"/>
                </a:cubicBezTo>
                <a:cubicBezTo>
                  <a:pt x="112" y="35"/>
                  <a:pt x="153" y="10"/>
                  <a:pt x="200" y="37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200" y="178"/>
                  <a:pt x="200" y="178"/>
                  <a:pt x="200" y="178"/>
                </a:cubicBezTo>
                <a:cubicBezTo>
                  <a:pt x="157" y="160"/>
                  <a:pt x="120" y="173"/>
                  <a:pt x="108" y="17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Freeform 153">
            <a:extLst>
              <a:ext uri="{FF2B5EF4-FFF2-40B4-BE49-F238E27FC236}">
                <a16:creationId xmlns:a16="http://schemas.microsoft.com/office/drawing/2014/main" id="{3FA9B999-69D8-442A-A8B6-1AF310197DFC}"/>
              </a:ext>
            </a:extLst>
          </p:cNvPr>
          <p:cNvSpPr>
            <a:spLocks noEditPoints="1"/>
          </p:cNvSpPr>
          <p:nvPr/>
        </p:nvSpPr>
        <p:spPr bwMode="auto">
          <a:xfrm>
            <a:off x="7521916" y="1650234"/>
            <a:ext cx="294775" cy="260096"/>
          </a:xfrm>
          <a:custGeom>
            <a:avLst/>
            <a:gdLst>
              <a:gd name="T0" fmla="*/ 194 w 228"/>
              <a:gd name="T1" fmla="*/ 0 h 200"/>
              <a:gd name="T2" fmla="*/ 39 w 228"/>
              <a:gd name="T3" fmla="*/ 0 h 200"/>
              <a:gd name="T4" fmla="*/ 0 w 228"/>
              <a:gd name="T5" fmla="*/ 41 h 200"/>
              <a:gd name="T6" fmla="*/ 0 w 228"/>
              <a:gd name="T7" fmla="*/ 68 h 200"/>
              <a:gd name="T8" fmla="*/ 12 w 228"/>
              <a:gd name="T9" fmla="*/ 68 h 200"/>
              <a:gd name="T10" fmla="*/ 12 w 228"/>
              <a:gd name="T11" fmla="*/ 200 h 200"/>
              <a:gd name="T12" fmla="*/ 220 w 228"/>
              <a:gd name="T13" fmla="*/ 200 h 200"/>
              <a:gd name="T14" fmla="*/ 220 w 228"/>
              <a:gd name="T15" fmla="*/ 68 h 200"/>
              <a:gd name="T16" fmla="*/ 228 w 228"/>
              <a:gd name="T17" fmla="*/ 68 h 200"/>
              <a:gd name="T18" fmla="*/ 228 w 228"/>
              <a:gd name="T19" fmla="*/ 41 h 200"/>
              <a:gd name="T20" fmla="*/ 194 w 228"/>
              <a:gd name="T21" fmla="*/ 0 h 200"/>
              <a:gd name="T22" fmla="*/ 212 w 228"/>
              <a:gd name="T23" fmla="*/ 192 h 200"/>
              <a:gd name="T24" fmla="*/ 20 w 228"/>
              <a:gd name="T25" fmla="*/ 192 h 200"/>
              <a:gd name="T26" fmla="*/ 20 w 228"/>
              <a:gd name="T27" fmla="*/ 68 h 200"/>
              <a:gd name="T28" fmla="*/ 212 w 228"/>
              <a:gd name="T29" fmla="*/ 68 h 200"/>
              <a:gd name="T30" fmla="*/ 212 w 228"/>
              <a:gd name="T31" fmla="*/ 192 h 200"/>
              <a:gd name="T32" fmla="*/ 220 w 228"/>
              <a:gd name="T33" fmla="*/ 60 h 200"/>
              <a:gd name="T34" fmla="*/ 8 w 228"/>
              <a:gd name="T35" fmla="*/ 60 h 200"/>
              <a:gd name="T36" fmla="*/ 8 w 228"/>
              <a:gd name="T37" fmla="*/ 44 h 200"/>
              <a:gd name="T38" fmla="*/ 42 w 228"/>
              <a:gd name="T39" fmla="*/ 8 h 200"/>
              <a:gd name="T40" fmla="*/ 190 w 228"/>
              <a:gd name="T41" fmla="*/ 8 h 200"/>
              <a:gd name="T42" fmla="*/ 220 w 228"/>
              <a:gd name="T43" fmla="*/ 44 h 200"/>
              <a:gd name="T44" fmla="*/ 220 w 228"/>
              <a:gd name="T45" fmla="*/ 60 h 200"/>
              <a:gd name="T46" fmla="*/ 60 w 228"/>
              <a:gd name="T47" fmla="*/ 124 h 200"/>
              <a:gd name="T48" fmla="*/ 172 w 228"/>
              <a:gd name="T49" fmla="*/ 124 h 200"/>
              <a:gd name="T50" fmla="*/ 184 w 228"/>
              <a:gd name="T51" fmla="*/ 112 h 200"/>
              <a:gd name="T52" fmla="*/ 184 w 228"/>
              <a:gd name="T53" fmla="*/ 104 h 200"/>
              <a:gd name="T54" fmla="*/ 172 w 228"/>
              <a:gd name="T55" fmla="*/ 92 h 200"/>
              <a:gd name="T56" fmla="*/ 60 w 228"/>
              <a:gd name="T57" fmla="*/ 92 h 200"/>
              <a:gd name="T58" fmla="*/ 48 w 228"/>
              <a:gd name="T59" fmla="*/ 104 h 200"/>
              <a:gd name="T60" fmla="*/ 48 w 228"/>
              <a:gd name="T61" fmla="*/ 112 h 200"/>
              <a:gd name="T62" fmla="*/ 60 w 228"/>
              <a:gd name="T63" fmla="*/ 124 h 200"/>
              <a:gd name="T64" fmla="*/ 56 w 228"/>
              <a:gd name="T65" fmla="*/ 104 h 200"/>
              <a:gd name="T66" fmla="*/ 60 w 228"/>
              <a:gd name="T67" fmla="*/ 100 h 200"/>
              <a:gd name="T68" fmla="*/ 172 w 228"/>
              <a:gd name="T69" fmla="*/ 100 h 200"/>
              <a:gd name="T70" fmla="*/ 176 w 228"/>
              <a:gd name="T71" fmla="*/ 104 h 200"/>
              <a:gd name="T72" fmla="*/ 176 w 228"/>
              <a:gd name="T73" fmla="*/ 112 h 200"/>
              <a:gd name="T74" fmla="*/ 172 w 228"/>
              <a:gd name="T75" fmla="*/ 116 h 200"/>
              <a:gd name="T76" fmla="*/ 60 w 228"/>
              <a:gd name="T77" fmla="*/ 116 h 200"/>
              <a:gd name="T78" fmla="*/ 56 w 228"/>
              <a:gd name="T79" fmla="*/ 112 h 200"/>
              <a:gd name="T80" fmla="*/ 56 w 228"/>
              <a:gd name="T81" fmla="*/ 10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28" h="200">
                <a:moveTo>
                  <a:pt x="194" y="0"/>
                </a:moveTo>
                <a:cubicBezTo>
                  <a:pt x="39" y="0"/>
                  <a:pt x="39" y="0"/>
                  <a:pt x="39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68"/>
                  <a:pt x="0" y="68"/>
                  <a:pt x="0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220" y="200"/>
                  <a:pt x="220" y="200"/>
                  <a:pt x="220" y="200"/>
                </a:cubicBezTo>
                <a:cubicBezTo>
                  <a:pt x="220" y="68"/>
                  <a:pt x="220" y="68"/>
                  <a:pt x="220" y="68"/>
                </a:cubicBezTo>
                <a:cubicBezTo>
                  <a:pt x="228" y="68"/>
                  <a:pt x="228" y="68"/>
                  <a:pt x="228" y="68"/>
                </a:cubicBezTo>
                <a:cubicBezTo>
                  <a:pt x="228" y="41"/>
                  <a:pt x="228" y="41"/>
                  <a:pt x="228" y="41"/>
                </a:cubicBezTo>
                <a:lnTo>
                  <a:pt x="194" y="0"/>
                </a:lnTo>
                <a:close/>
                <a:moveTo>
                  <a:pt x="212" y="192"/>
                </a:moveTo>
                <a:cubicBezTo>
                  <a:pt x="20" y="192"/>
                  <a:pt x="20" y="192"/>
                  <a:pt x="20" y="192"/>
                </a:cubicBezTo>
                <a:cubicBezTo>
                  <a:pt x="20" y="68"/>
                  <a:pt x="20" y="68"/>
                  <a:pt x="20" y="68"/>
                </a:cubicBezTo>
                <a:cubicBezTo>
                  <a:pt x="212" y="68"/>
                  <a:pt x="212" y="68"/>
                  <a:pt x="212" y="68"/>
                </a:cubicBezTo>
                <a:lnTo>
                  <a:pt x="212" y="192"/>
                </a:lnTo>
                <a:close/>
                <a:moveTo>
                  <a:pt x="220" y="60"/>
                </a:moveTo>
                <a:cubicBezTo>
                  <a:pt x="8" y="60"/>
                  <a:pt x="8" y="60"/>
                  <a:pt x="8" y="60"/>
                </a:cubicBezTo>
                <a:cubicBezTo>
                  <a:pt x="8" y="44"/>
                  <a:pt x="8" y="44"/>
                  <a:pt x="8" y="44"/>
                </a:cubicBezTo>
                <a:cubicBezTo>
                  <a:pt x="42" y="8"/>
                  <a:pt x="42" y="8"/>
                  <a:pt x="42" y="8"/>
                </a:cubicBezTo>
                <a:cubicBezTo>
                  <a:pt x="190" y="8"/>
                  <a:pt x="190" y="8"/>
                  <a:pt x="190" y="8"/>
                </a:cubicBezTo>
                <a:cubicBezTo>
                  <a:pt x="220" y="44"/>
                  <a:pt x="220" y="44"/>
                  <a:pt x="220" y="44"/>
                </a:cubicBezTo>
                <a:lnTo>
                  <a:pt x="220" y="60"/>
                </a:lnTo>
                <a:close/>
                <a:moveTo>
                  <a:pt x="60" y="124"/>
                </a:moveTo>
                <a:cubicBezTo>
                  <a:pt x="172" y="124"/>
                  <a:pt x="172" y="124"/>
                  <a:pt x="172" y="124"/>
                </a:cubicBezTo>
                <a:cubicBezTo>
                  <a:pt x="179" y="124"/>
                  <a:pt x="184" y="119"/>
                  <a:pt x="184" y="112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4" y="97"/>
                  <a:pt x="179" y="92"/>
                  <a:pt x="172" y="92"/>
                </a:cubicBezTo>
                <a:cubicBezTo>
                  <a:pt x="60" y="92"/>
                  <a:pt x="60" y="92"/>
                  <a:pt x="60" y="92"/>
                </a:cubicBezTo>
                <a:cubicBezTo>
                  <a:pt x="53" y="92"/>
                  <a:pt x="48" y="97"/>
                  <a:pt x="48" y="104"/>
                </a:cubicBezTo>
                <a:cubicBezTo>
                  <a:pt x="48" y="112"/>
                  <a:pt x="48" y="112"/>
                  <a:pt x="48" y="112"/>
                </a:cubicBezTo>
                <a:cubicBezTo>
                  <a:pt x="48" y="119"/>
                  <a:pt x="53" y="124"/>
                  <a:pt x="60" y="124"/>
                </a:cubicBezTo>
                <a:close/>
                <a:moveTo>
                  <a:pt x="56" y="104"/>
                </a:moveTo>
                <a:cubicBezTo>
                  <a:pt x="56" y="102"/>
                  <a:pt x="58" y="100"/>
                  <a:pt x="60" y="100"/>
                </a:cubicBezTo>
                <a:cubicBezTo>
                  <a:pt x="172" y="100"/>
                  <a:pt x="172" y="100"/>
                  <a:pt x="172" y="100"/>
                </a:cubicBezTo>
                <a:cubicBezTo>
                  <a:pt x="174" y="100"/>
                  <a:pt x="176" y="102"/>
                  <a:pt x="176" y="104"/>
                </a:cubicBezTo>
                <a:cubicBezTo>
                  <a:pt x="176" y="112"/>
                  <a:pt x="176" y="112"/>
                  <a:pt x="176" y="112"/>
                </a:cubicBezTo>
                <a:cubicBezTo>
                  <a:pt x="176" y="114"/>
                  <a:pt x="174" y="116"/>
                  <a:pt x="172" y="116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58" y="116"/>
                  <a:pt x="56" y="114"/>
                  <a:pt x="56" y="112"/>
                </a:cubicBezTo>
                <a:lnTo>
                  <a:pt x="56" y="10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CB328BD-56DF-4ED4-9684-B1C1D9694C3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CURRENT STATE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CEA3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FUTURE STATE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CEA3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CEA3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8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4F3551-1046-534F-4069-9D8478B137E1}"/>
              </a:ext>
            </a:extLst>
          </p:cNvPr>
          <p:cNvSpPr/>
          <p:nvPr/>
        </p:nvSpPr>
        <p:spPr>
          <a:xfrm>
            <a:off x="10636390" y="117258"/>
            <a:ext cx="1260000" cy="28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33152769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Custom 31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00CEA3"/>
      </a:accent1>
      <a:accent2>
        <a:srgbClr val="00BBB9"/>
      </a:accent2>
      <a:accent3>
        <a:srgbClr val="00A5C6"/>
      </a:accent3>
      <a:accent4>
        <a:srgbClr val="E67094"/>
      </a:accent4>
      <a:accent5>
        <a:srgbClr val="BC6A9F"/>
      </a:accent5>
      <a:accent6>
        <a:srgbClr val="8D669D"/>
      </a:accent6>
      <a:hlink>
        <a:srgbClr val="F68A2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6627D4-E511-4D7F-A201-94A583846853}">
  <we:reference id="wa200010001" version="1.0.0.0" store="en-GB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 Black</vt:lpstr>
      <vt:lpstr>Proxima Nova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Hussain</dc:creator>
  <cp:lastModifiedBy>Avijit Samanta</cp:lastModifiedBy>
  <cp:revision>2</cp:revision>
  <dcterms:created xsi:type="dcterms:W3CDTF">2026-03-09T15:31:11Z</dcterms:created>
  <dcterms:modified xsi:type="dcterms:W3CDTF">2026-03-12T09:53:42Z</dcterms:modified>
</cp:coreProperties>
</file>