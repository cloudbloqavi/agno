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70" r:id="rId2"/>
    <p:sldId id="300" r:id="rId3"/>
    <p:sldId id="301" r:id="rId4"/>
    <p:sldId id="302" r:id="rId5"/>
    <p:sldId id="268" r:id="rId6"/>
    <p:sldId id="303" r:id="rId7"/>
    <p:sldId id="269" r:id="rId8"/>
    <p:sldId id="265" r:id="rId9"/>
    <p:sldId id="267" r:id="rId10"/>
    <p:sldId id="266" r:id="rId11"/>
    <p:sldId id="271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Lato Black" panose="020B0604020202020204" charset="0"/>
      <p:bold r:id="rId20"/>
      <p:boldItalic r:id="rId21"/>
    </p:embeddedFont>
    <p:embeddedFont>
      <p:font typeface="Tahoma" panose="020B0604030504040204" pitchFamily="34" charset="0"/>
      <p:regular r:id="rId22"/>
      <p:bold r:id="rId23"/>
    </p:embeddedFont>
    <p:embeddedFont>
      <p:font typeface="Lato" panose="020B060402020202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262626"/>
    <a:srgbClr val="5447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1002" y="72"/>
      </p:cViewPr>
      <p:guideLst>
        <p:guide pos="3840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D1165-100F-4289-9DBC-2F8905492F51}" type="datetimeFigureOut">
              <a:rPr lang="en-US" smtClean="0"/>
              <a:t>13-Dec-21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E1901-BEE9-4E00-8E96-8C6CE7F9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6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</a:t>
            </a:r>
            <a:r>
              <a:rPr lang="en-US" baseline="0" dirty="0"/>
              <a:t>here is a background placeholder</a:t>
            </a:r>
            <a:r>
              <a:rPr lang="id-ID" baseline="0" dirty="0"/>
              <a:t> in this slide</a:t>
            </a:r>
            <a:r>
              <a:rPr lang="en-US" baseline="0" dirty="0"/>
              <a:t>. </a:t>
            </a:r>
            <a:endParaRPr lang="id-ID" baseline="0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To change the images :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="1" baseline="0" dirty="0"/>
              <a:t>Right C</a:t>
            </a:r>
            <a:r>
              <a:rPr lang="en-US" b="1" baseline="0" dirty="0"/>
              <a:t>lick </a:t>
            </a:r>
            <a:r>
              <a:rPr lang="id-ID" b="0" baseline="0" dirty="0"/>
              <a:t>and </a:t>
            </a:r>
            <a:r>
              <a:rPr lang="id-ID" b="1" baseline="0" dirty="0"/>
              <a:t>Select Format Background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</a:t>
            </a:r>
            <a:r>
              <a:rPr lang="id-ID" b="0" baseline="0" dirty="0"/>
              <a:t> </a:t>
            </a:r>
            <a:r>
              <a:rPr lang="id-ID" b="1" baseline="0" dirty="0"/>
              <a:t>FILL</a:t>
            </a:r>
            <a:r>
              <a:rPr lang="id-ID" b="0" baseline="0" dirty="0"/>
              <a:t> </a:t>
            </a:r>
            <a:r>
              <a:rPr lang="en-US" b="0" baseline="0" dirty="0"/>
              <a:t>-&gt;</a:t>
            </a:r>
            <a:r>
              <a:rPr lang="id-ID" b="1" baseline="0" dirty="0"/>
              <a:t> Picture Or Texture Fill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 File...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23A7D-886C-4932-9820-8653114BE874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92979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</a:t>
            </a:r>
            <a:r>
              <a:rPr lang="en-US" baseline="0" dirty="0"/>
              <a:t>here is a background placeholder</a:t>
            </a:r>
            <a:r>
              <a:rPr lang="id-ID" baseline="0" dirty="0"/>
              <a:t> in this slide</a:t>
            </a:r>
            <a:r>
              <a:rPr lang="en-US" baseline="0" dirty="0"/>
              <a:t>. </a:t>
            </a:r>
            <a:endParaRPr lang="id-ID" baseline="0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To change the images :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="1" baseline="0" dirty="0"/>
              <a:t>Right C</a:t>
            </a:r>
            <a:r>
              <a:rPr lang="en-US" b="1" baseline="0" dirty="0"/>
              <a:t>lick </a:t>
            </a:r>
            <a:r>
              <a:rPr lang="id-ID" b="0" baseline="0" dirty="0"/>
              <a:t>and </a:t>
            </a:r>
            <a:r>
              <a:rPr lang="id-ID" b="1" baseline="0" dirty="0"/>
              <a:t>Select Format Background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</a:t>
            </a:r>
            <a:r>
              <a:rPr lang="id-ID" b="0" baseline="0" dirty="0"/>
              <a:t> </a:t>
            </a:r>
            <a:r>
              <a:rPr lang="id-ID" b="1" baseline="0" dirty="0"/>
              <a:t>FILL</a:t>
            </a:r>
            <a:r>
              <a:rPr lang="id-ID" b="0" baseline="0" dirty="0"/>
              <a:t> </a:t>
            </a:r>
            <a:r>
              <a:rPr lang="en-US" b="0" baseline="0" dirty="0"/>
              <a:t>-&gt;</a:t>
            </a:r>
            <a:r>
              <a:rPr lang="id-ID" b="1" baseline="0" dirty="0"/>
              <a:t> Picture Or Texture Fill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 File...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23A7D-886C-4932-9820-8653114BE874}" type="slidenum">
              <a:rPr lang="id-ID" smtClean="0"/>
              <a:t>11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27458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847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66" y="0"/>
            <a:ext cx="12185833" cy="687705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36601" y="485595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8887806" y="5498123"/>
            <a:ext cx="1189990" cy="308953"/>
            <a:chOff x="7416799" y="5498123"/>
            <a:chExt cx="1189990" cy="308953"/>
          </a:xfrm>
        </p:grpSpPr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0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1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258512" y="2337996"/>
            <a:ext cx="4448579" cy="1119857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258512" y="3975657"/>
            <a:ext cx="4448579" cy="72518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>
            <a:off x="9051001" y="3613150"/>
            <a:ext cx="863600" cy="61913"/>
          </a:xfrm>
          <a:custGeom>
            <a:avLst/>
            <a:gdLst>
              <a:gd name="T0" fmla="*/ 228 w 228"/>
              <a:gd name="T1" fmla="*/ 7 h 14"/>
              <a:gd name="T2" fmla="*/ 221 w 228"/>
              <a:gd name="T3" fmla="*/ 14 h 14"/>
              <a:gd name="T4" fmla="*/ 7 w 228"/>
              <a:gd name="T5" fmla="*/ 14 h 14"/>
              <a:gd name="T6" fmla="*/ 0 w 228"/>
              <a:gd name="T7" fmla="*/ 7 h 14"/>
              <a:gd name="T8" fmla="*/ 0 w 228"/>
              <a:gd name="T9" fmla="*/ 7 h 14"/>
              <a:gd name="T10" fmla="*/ 7 w 228"/>
              <a:gd name="T11" fmla="*/ 0 h 14"/>
              <a:gd name="T12" fmla="*/ 221 w 228"/>
              <a:gd name="T13" fmla="*/ 0 h 14"/>
              <a:gd name="T14" fmla="*/ 228 w 228"/>
              <a:gd name="T1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8" h="14">
                <a:moveTo>
                  <a:pt x="228" y="7"/>
                </a:moveTo>
                <a:cubicBezTo>
                  <a:pt x="228" y="11"/>
                  <a:pt x="225" y="14"/>
                  <a:pt x="221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4" y="14"/>
                  <a:pt x="0" y="11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25" y="0"/>
                  <a:pt x="228" y="3"/>
                  <a:pt x="228" y="7"/>
                </a:cubicBezTo>
                <a:close/>
              </a:path>
            </a:pathLst>
          </a:custGeom>
          <a:solidFill>
            <a:srgbClr val="F68A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322" y="1540676"/>
            <a:ext cx="2895028" cy="7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262E33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E3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089380" y="-959576"/>
            <a:ext cx="14592168" cy="7979330"/>
          </a:xfrm>
          <a:prstGeom prst="rect">
            <a:avLst/>
          </a:prstGeom>
        </p:spPr>
      </p:pic>
      <p:sp>
        <p:nvSpPr>
          <p:cNvPr id="15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76251" y="2227914"/>
            <a:ext cx="5155292" cy="80317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6250" y="3315280"/>
            <a:ext cx="4574721" cy="64712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76250" y="418221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rgbClr val="F68A1F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646975" y="4782628"/>
            <a:ext cx="1189990" cy="308953"/>
            <a:chOff x="7416799" y="5498123"/>
            <a:chExt cx="1189990" cy="308953"/>
          </a:xfrm>
          <a:solidFill>
            <a:schemeClr val="bg1">
              <a:lumMod val="75000"/>
            </a:schemeClr>
          </a:solidFill>
        </p:grpSpPr>
        <p:sp>
          <p:nvSpPr>
            <p:cNvPr id="20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1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2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2" name="Rounded Rectangle 1"/>
          <p:cNvSpPr/>
          <p:nvPr userDrawn="1"/>
        </p:nvSpPr>
        <p:spPr>
          <a:xfrm>
            <a:off x="583842" y="3039906"/>
            <a:ext cx="806712" cy="75576"/>
          </a:xfrm>
          <a:prstGeom prst="roundRect">
            <a:avLst>
              <a:gd name="adj" fmla="val 50000"/>
            </a:avLst>
          </a:prstGeom>
          <a:solidFill>
            <a:srgbClr val="F68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5" y="1503123"/>
            <a:ext cx="2743200" cy="7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0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223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pos="7368">
          <p15:clr>
            <a:srgbClr val="F26B43"/>
          </p15:clr>
        </p15:guide>
        <p15:guide id="3" orient="horz" pos="960">
          <p15:clr>
            <a:srgbClr val="F26B43"/>
          </p15:clr>
        </p15:guide>
        <p15:guide id="4" orient="horz" pos="3888">
          <p15:clr>
            <a:srgbClr val="F26B43"/>
          </p15:clr>
        </p15:guide>
        <p15:guide id="5" pos="3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powerslid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d-ID" dirty="0"/>
              <a:t>WWW.POWERSLIDES.COM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b="1" dirty="0"/>
              <a:t>PRESENTATIO</a:t>
            </a:r>
            <a:r>
              <a:rPr lang="en-GB" b="1" dirty="0"/>
              <a:t>N TEMPLATES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Stories worth telling…</a:t>
            </a:r>
          </a:p>
        </p:txBody>
      </p:sp>
    </p:spTree>
    <p:extLst>
      <p:ext uri="{BB962C8B-B14F-4D97-AF65-F5344CB8AC3E}">
        <p14:creationId xmlns:p14="http://schemas.microsoft.com/office/powerpoint/2010/main" val="1078140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b="1" dirty="0">
                <a:solidFill>
                  <a:srgbClr val="54478C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  <a:endParaRPr lang="en-GB" sz="3200" b="1" dirty="0">
              <a:solidFill>
                <a:schemeClr val="accent1"/>
              </a:solidFill>
              <a:latin typeface="Lato Black" panose="020F0A0202020403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1</a:t>
            </a:r>
            <a:endParaRPr lang="en-GB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65086" y="1467722"/>
            <a:ext cx="11005433" cy="4495033"/>
            <a:chOff x="646228" y="1467722"/>
            <a:chExt cx="11005433" cy="4495033"/>
          </a:xfrm>
        </p:grpSpPr>
        <p:sp>
          <p:nvSpPr>
            <p:cNvPr id="52" name="Rectangle 123">
              <a:extLst>
                <a:ext uri="{FF2B5EF4-FFF2-40B4-BE49-F238E27FC236}">
                  <a16:creationId xmlns:a16="http://schemas.microsoft.com/office/drawing/2014/main" id="{F9C5DC5D-6D48-49EE-8D38-2B193EA59BEF}"/>
                </a:ext>
              </a:extLst>
            </p:cNvPr>
            <p:cNvSpPr/>
            <p:nvPr/>
          </p:nvSpPr>
          <p:spPr>
            <a:xfrm>
              <a:off x="990192" y="5414696"/>
              <a:ext cx="2249715" cy="5480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STAGE 1</a:t>
              </a:r>
              <a:endParaRPr lang="en-ID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Rectangle 123">
              <a:extLst>
                <a:ext uri="{FF2B5EF4-FFF2-40B4-BE49-F238E27FC236}">
                  <a16:creationId xmlns:a16="http://schemas.microsoft.com/office/drawing/2014/main" id="{F9C5DC5D-6D48-49EE-8D38-2B193EA59BEF}"/>
                </a:ext>
              </a:extLst>
            </p:cNvPr>
            <p:cNvSpPr/>
            <p:nvPr/>
          </p:nvSpPr>
          <p:spPr>
            <a:xfrm>
              <a:off x="3640213" y="5414696"/>
              <a:ext cx="2249715" cy="54805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0" dist="1143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STAGE 2</a:t>
              </a:r>
              <a:endParaRPr lang="en-ID" b="1" dirty="0">
                <a:solidFill>
                  <a:schemeClr val="bg1"/>
                </a:solidFill>
              </a:endParaRPr>
            </a:p>
          </p:txBody>
        </p:sp>
        <p:sp>
          <p:nvSpPr>
            <p:cNvPr id="54" name="Rectangle 123">
              <a:extLst>
                <a:ext uri="{FF2B5EF4-FFF2-40B4-BE49-F238E27FC236}">
                  <a16:creationId xmlns:a16="http://schemas.microsoft.com/office/drawing/2014/main" id="{F9C5DC5D-6D48-49EE-8D38-2B193EA59BEF}"/>
                </a:ext>
              </a:extLst>
            </p:cNvPr>
            <p:cNvSpPr/>
            <p:nvPr/>
          </p:nvSpPr>
          <p:spPr>
            <a:xfrm>
              <a:off x="6290234" y="5414696"/>
              <a:ext cx="2249715" cy="548059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0" dist="1143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STAGE 3</a:t>
              </a:r>
              <a:endParaRPr lang="en-ID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123">
              <a:extLst>
                <a:ext uri="{FF2B5EF4-FFF2-40B4-BE49-F238E27FC236}">
                  <a16:creationId xmlns:a16="http://schemas.microsoft.com/office/drawing/2014/main" id="{F9C5DC5D-6D48-49EE-8D38-2B193EA59BEF}"/>
                </a:ext>
              </a:extLst>
            </p:cNvPr>
            <p:cNvSpPr/>
            <p:nvPr/>
          </p:nvSpPr>
          <p:spPr>
            <a:xfrm>
              <a:off x="8940255" y="5414696"/>
              <a:ext cx="2249715" cy="548059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STAGE 4</a:t>
              </a:r>
              <a:endParaRPr lang="en-ID" b="1" dirty="0">
                <a:solidFill>
                  <a:schemeClr val="bg1"/>
                </a:solidFill>
              </a:endParaRPr>
            </a:p>
          </p:txBody>
        </p:sp>
        <p:grpSp>
          <p:nvGrpSpPr>
            <p:cNvPr id="122" name="Group 121"/>
            <p:cNvGrpSpPr/>
            <p:nvPr/>
          </p:nvGrpSpPr>
          <p:grpSpPr>
            <a:xfrm>
              <a:off x="646228" y="1467722"/>
              <a:ext cx="11005433" cy="3709312"/>
              <a:chOff x="646228" y="1582968"/>
              <a:chExt cx="11005433" cy="3709312"/>
            </a:xfrm>
          </p:grpSpPr>
          <p:grpSp>
            <p:nvGrpSpPr>
              <p:cNvPr id="121" name="Group 120"/>
              <p:cNvGrpSpPr/>
              <p:nvPr/>
            </p:nvGrpSpPr>
            <p:grpSpPr>
              <a:xfrm>
                <a:off x="646228" y="3530604"/>
                <a:ext cx="10926711" cy="1761676"/>
                <a:chOff x="646228" y="3530604"/>
                <a:chExt cx="10926711" cy="1761676"/>
              </a:xfrm>
            </p:grpSpPr>
            <p:grpSp>
              <p:nvGrpSpPr>
                <p:cNvPr id="95" name="Group 94"/>
                <p:cNvGrpSpPr/>
                <p:nvPr/>
              </p:nvGrpSpPr>
              <p:grpSpPr>
                <a:xfrm>
                  <a:off x="646228" y="3530604"/>
                  <a:ext cx="2081350" cy="1761676"/>
                  <a:chOff x="646228" y="3559632"/>
                  <a:chExt cx="2081350" cy="1761676"/>
                </a:xfrm>
              </p:grpSpPr>
              <p:cxnSp>
                <p:nvCxnSpPr>
                  <p:cNvPr id="88" name="Straight Connector 87"/>
                  <p:cNvCxnSpPr/>
                  <p:nvPr/>
                </p:nvCxnSpPr>
                <p:spPr>
                  <a:xfrm>
                    <a:off x="2115051" y="3559632"/>
                    <a:ext cx="0" cy="937986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1231711" y="3559632"/>
                    <a:ext cx="0" cy="359225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1" name="TextBox 90"/>
                  <p:cNvSpPr txBox="1"/>
                  <p:nvPr/>
                </p:nvSpPr>
                <p:spPr>
                  <a:xfrm>
                    <a:off x="646228" y="3926563"/>
                    <a:ext cx="1199994" cy="5565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Proposal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01/01/2021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93" name="TextBox 92"/>
                  <p:cNvSpPr txBox="1"/>
                  <p:nvPr/>
                </p:nvSpPr>
                <p:spPr>
                  <a:xfrm>
                    <a:off x="1527584" y="4549302"/>
                    <a:ext cx="1199994" cy="772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Documents Review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01/02/2021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96" name="Group 95"/>
                <p:cNvGrpSpPr/>
                <p:nvPr/>
              </p:nvGrpSpPr>
              <p:grpSpPr>
                <a:xfrm>
                  <a:off x="2413900" y="3530604"/>
                  <a:ext cx="2081350" cy="1546233"/>
                  <a:chOff x="646228" y="3559632"/>
                  <a:chExt cx="2081350" cy="1546233"/>
                </a:xfrm>
              </p:grpSpPr>
              <p:cxnSp>
                <p:nvCxnSpPr>
                  <p:cNvPr id="97" name="Straight Connector 96"/>
                  <p:cNvCxnSpPr/>
                  <p:nvPr/>
                </p:nvCxnSpPr>
                <p:spPr>
                  <a:xfrm>
                    <a:off x="2115051" y="3559632"/>
                    <a:ext cx="0" cy="937986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/>
                  <p:cNvCxnSpPr/>
                  <p:nvPr/>
                </p:nvCxnSpPr>
                <p:spPr>
                  <a:xfrm>
                    <a:off x="1231711" y="3559632"/>
                    <a:ext cx="0" cy="359225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" name="TextBox 98"/>
                  <p:cNvSpPr txBox="1"/>
                  <p:nvPr/>
                </p:nvSpPr>
                <p:spPr>
                  <a:xfrm>
                    <a:off x="646228" y="3926563"/>
                    <a:ext cx="1199994" cy="5565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Bid Date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10/02/2021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00" name="TextBox 99"/>
                  <p:cNvSpPr txBox="1"/>
                  <p:nvPr/>
                </p:nvSpPr>
                <p:spPr>
                  <a:xfrm>
                    <a:off x="1527584" y="4549302"/>
                    <a:ext cx="1199994" cy="5565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Award Date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15/02/2021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101" name="Group 100"/>
                <p:cNvGrpSpPr/>
                <p:nvPr/>
              </p:nvGrpSpPr>
              <p:grpSpPr>
                <a:xfrm>
                  <a:off x="4163938" y="3530604"/>
                  <a:ext cx="2081350" cy="1761676"/>
                  <a:chOff x="646228" y="3559632"/>
                  <a:chExt cx="2081350" cy="1761676"/>
                </a:xfrm>
              </p:grpSpPr>
              <p:cxnSp>
                <p:nvCxnSpPr>
                  <p:cNvPr id="102" name="Straight Connector 101"/>
                  <p:cNvCxnSpPr/>
                  <p:nvPr/>
                </p:nvCxnSpPr>
                <p:spPr>
                  <a:xfrm>
                    <a:off x="2115051" y="3559632"/>
                    <a:ext cx="0" cy="937986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/>
                  <p:cNvCxnSpPr/>
                  <p:nvPr/>
                </p:nvCxnSpPr>
                <p:spPr>
                  <a:xfrm>
                    <a:off x="1231711" y="3559632"/>
                    <a:ext cx="0" cy="359225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" name="TextBox 103"/>
                  <p:cNvSpPr txBox="1"/>
                  <p:nvPr/>
                </p:nvSpPr>
                <p:spPr>
                  <a:xfrm>
                    <a:off x="646228" y="3926563"/>
                    <a:ext cx="1199994" cy="772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Feasibility Study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01/03/2021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05" name="TextBox 104"/>
                  <p:cNvSpPr txBox="1"/>
                  <p:nvPr/>
                </p:nvSpPr>
                <p:spPr>
                  <a:xfrm>
                    <a:off x="1527584" y="4549302"/>
                    <a:ext cx="1199994" cy="772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Apply for Permits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15/03/2021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106" name="Group 105"/>
                <p:cNvGrpSpPr/>
                <p:nvPr/>
              </p:nvGrpSpPr>
              <p:grpSpPr>
                <a:xfrm>
                  <a:off x="5943844" y="3530604"/>
                  <a:ext cx="2081350" cy="1761676"/>
                  <a:chOff x="646228" y="3559632"/>
                  <a:chExt cx="2081350" cy="1761676"/>
                </a:xfrm>
              </p:grpSpPr>
              <p:cxnSp>
                <p:nvCxnSpPr>
                  <p:cNvPr id="107" name="Straight Connector 106"/>
                  <p:cNvCxnSpPr/>
                  <p:nvPr/>
                </p:nvCxnSpPr>
                <p:spPr>
                  <a:xfrm>
                    <a:off x="2115051" y="3559632"/>
                    <a:ext cx="0" cy="937986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>
                    <a:off x="1231711" y="3559632"/>
                    <a:ext cx="0" cy="359225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" name="TextBox 108"/>
                  <p:cNvSpPr txBox="1"/>
                  <p:nvPr/>
                </p:nvSpPr>
                <p:spPr>
                  <a:xfrm>
                    <a:off x="646228" y="3926563"/>
                    <a:ext cx="1199994" cy="772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Commence Design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01/05/2021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10" name="TextBox 109"/>
                  <p:cNvSpPr txBox="1"/>
                  <p:nvPr/>
                </p:nvSpPr>
                <p:spPr>
                  <a:xfrm>
                    <a:off x="1527584" y="4549302"/>
                    <a:ext cx="1199994" cy="772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Complete Design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01/07/2021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111" name="Group 110"/>
                <p:cNvGrpSpPr/>
                <p:nvPr/>
              </p:nvGrpSpPr>
              <p:grpSpPr>
                <a:xfrm>
                  <a:off x="7715293" y="3530604"/>
                  <a:ext cx="2081350" cy="1761676"/>
                  <a:chOff x="646228" y="3559632"/>
                  <a:chExt cx="2081350" cy="1761676"/>
                </a:xfrm>
              </p:grpSpPr>
              <p:cxnSp>
                <p:nvCxnSpPr>
                  <p:cNvPr id="112" name="Straight Connector 111"/>
                  <p:cNvCxnSpPr/>
                  <p:nvPr/>
                </p:nvCxnSpPr>
                <p:spPr>
                  <a:xfrm>
                    <a:off x="2115051" y="3559632"/>
                    <a:ext cx="0" cy="937986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Straight Connector 112"/>
                  <p:cNvCxnSpPr/>
                  <p:nvPr/>
                </p:nvCxnSpPr>
                <p:spPr>
                  <a:xfrm>
                    <a:off x="1231711" y="3559632"/>
                    <a:ext cx="0" cy="359225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4" name="TextBox 113"/>
                  <p:cNvSpPr txBox="1"/>
                  <p:nvPr/>
                </p:nvSpPr>
                <p:spPr>
                  <a:xfrm>
                    <a:off x="646228" y="3926563"/>
                    <a:ext cx="1199994" cy="772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Order Equipment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10/07/2021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15" name="TextBox 114"/>
                  <p:cNvSpPr txBox="1"/>
                  <p:nvPr/>
                </p:nvSpPr>
                <p:spPr>
                  <a:xfrm>
                    <a:off x="1527584" y="4549302"/>
                    <a:ext cx="1199994" cy="772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Order Materials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12/07/2021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116" name="Group 115"/>
                <p:cNvGrpSpPr/>
                <p:nvPr/>
              </p:nvGrpSpPr>
              <p:grpSpPr>
                <a:xfrm>
                  <a:off x="9491589" y="3530604"/>
                  <a:ext cx="2081350" cy="1761676"/>
                  <a:chOff x="646228" y="3559632"/>
                  <a:chExt cx="2081350" cy="1761676"/>
                </a:xfrm>
              </p:grpSpPr>
              <p:cxnSp>
                <p:nvCxnSpPr>
                  <p:cNvPr id="117" name="Straight Connector 116"/>
                  <p:cNvCxnSpPr/>
                  <p:nvPr/>
                </p:nvCxnSpPr>
                <p:spPr>
                  <a:xfrm>
                    <a:off x="2115051" y="3559632"/>
                    <a:ext cx="0" cy="937986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Straight Connector 117"/>
                  <p:cNvCxnSpPr/>
                  <p:nvPr/>
                </p:nvCxnSpPr>
                <p:spPr>
                  <a:xfrm>
                    <a:off x="1231711" y="3559632"/>
                    <a:ext cx="0" cy="359225"/>
                  </a:xfrm>
                  <a:prstGeom prst="line">
                    <a:avLst/>
                  </a:prstGeom>
                  <a:ln w="22225" cap="rnd">
                    <a:solidFill>
                      <a:schemeClr val="bg1">
                        <a:lumMod val="85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9" name="TextBox 118"/>
                  <p:cNvSpPr txBox="1"/>
                  <p:nvPr/>
                </p:nvSpPr>
                <p:spPr>
                  <a:xfrm>
                    <a:off x="646228" y="3926563"/>
                    <a:ext cx="1199994" cy="5565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Hire Crew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21/07/2021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1527584" y="4549302"/>
                    <a:ext cx="1199994" cy="772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spcAft>
                        <a:spcPts val="500"/>
                      </a:spcAft>
                    </a:pPr>
                    <a:r>
                      <a:rPr lang="en-ID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Deliver Project</a:t>
                    </a:r>
                  </a:p>
                  <a:p>
                    <a:pPr algn="ctr"/>
                    <a:r>
                      <a:rPr lang="en-ID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30/12/2021</a:t>
                    </a:r>
                    <a:endPara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58" name="Freeform 57"/>
              <p:cNvSpPr/>
              <p:nvPr/>
            </p:nvSpPr>
            <p:spPr>
              <a:xfrm>
                <a:off x="783771" y="2975432"/>
                <a:ext cx="10810240" cy="812800"/>
              </a:xfrm>
              <a:custGeom>
                <a:avLst/>
                <a:gdLst>
                  <a:gd name="connsiteX0" fmla="*/ 10518236 w 10924636"/>
                  <a:gd name="connsiteY0" fmla="*/ 0 h 812800"/>
                  <a:gd name="connsiteX1" fmla="*/ 10924636 w 10924636"/>
                  <a:gd name="connsiteY1" fmla="*/ 406400 h 812800"/>
                  <a:gd name="connsiteX2" fmla="*/ 10518236 w 10924636"/>
                  <a:gd name="connsiteY2" fmla="*/ 812800 h 812800"/>
                  <a:gd name="connsiteX3" fmla="*/ 10518236 w 10924636"/>
                  <a:gd name="connsiteY3" fmla="*/ 609600 h 812800"/>
                  <a:gd name="connsiteX4" fmla="*/ 183924 w 10924636"/>
                  <a:gd name="connsiteY4" fmla="*/ 609600 h 812800"/>
                  <a:gd name="connsiteX5" fmla="*/ 183924 w 10924636"/>
                  <a:gd name="connsiteY5" fmla="*/ 607786 h 812800"/>
                  <a:gd name="connsiteX6" fmla="*/ 67470 w 10924636"/>
                  <a:gd name="connsiteY6" fmla="*/ 607786 h 812800"/>
                  <a:gd name="connsiteX7" fmla="*/ 0 w 10924636"/>
                  <a:gd name="connsiteY7" fmla="*/ 540316 h 812800"/>
                  <a:gd name="connsiteX8" fmla="*/ 0 w 10924636"/>
                  <a:gd name="connsiteY8" fmla="*/ 270444 h 812800"/>
                  <a:gd name="connsiteX9" fmla="*/ 67470 w 10924636"/>
                  <a:gd name="connsiteY9" fmla="*/ 202974 h 812800"/>
                  <a:gd name="connsiteX10" fmla="*/ 1108187 w 10924636"/>
                  <a:gd name="connsiteY10" fmla="*/ 202974 h 812800"/>
                  <a:gd name="connsiteX11" fmla="*/ 1109307 w 10924636"/>
                  <a:gd name="connsiteY11" fmla="*/ 203200 h 812800"/>
                  <a:gd name="connsiteX12" fmla="*/ 10518236 w 10924636"/>
                  <a:gd name="connsiteY12" fmla="*/ 203200 h 812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924636" h="812800">
                    <a:moveTo>
                      <a:pt x="10518236" y="0"/>
                    </a:moveTo>
                    <a:lnTo>
                      <a:pt x="10924636" y="406400"/>
                    </a:lnTo>
                    <a:lnTo>
                      <a:pt x="10518236" y="812800"/>
                    </a:lnTo>
                    <a:lnTo>
                      <a:pt x="10518236" y="609600"/>
                    </a:lnTo>
                    <a:lnTo>
                      <a:pt x="183924" y="609600"/>
                    </a:lnTo>
                    <a:lnTo>
                      <a:pt x="183924" y="607786"/>
                    </a:lnTo>
                    <a:lnTo>
                      <a:pt x="67470" y="607786"/>
                    </a:lnTo>
                    <a:cubicBezTo>
                      <a:pt x="30207" y="607786"/>
                      <a:pt x="0" y="577579"/>
                      <a:pt x="0" y="540316"/>
                    </a:cubicBezTo>
                    <a:lnTo>
                      <a:pt x="0" y="270444"/>
                    </a:lnTo>
                    <a:cubicBezTo>
                      <a:pt x="0" y="233181"/>
                      <a:pt x="30207" y="202974"/>
                      <a:pt x="67470" y="202974"/>
                    </a:cubicBezTo>
                    <a:lnTo>
                      <a:pt x="1108187" y="202974"/>
                    </a:lnTo>
                    <a:lnTo>
                      <a:pt x="1109307" y="203200"/>
                    </a:lnTo>
                    <a:lnTo>
                      <a:pt x="10518236" y="203200"/>
                    </a:lnTo>
                    <a:close/>
                  </a:path>
                </a:pathLst>
              </a:custGeom>
              <a:gradFill flip="none" rotWithShape="1">
                <a:gsLst>
                  <a:gs pos="70000">
                    <a:schemeClr val="accent3"/>
                  </a:gs>
                  <a:gs pos="35000">
                    <a:schemeClr val="accent2"/>
                  </a:gs>
                  <a:gs pos="0">
                    <a:schemeClr val="accent1"/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111442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99776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288110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376444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464778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553112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641446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729780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818114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906448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9947826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10831161" y="3261315"/>
                <a:ext cx="234570" cy="2345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4" name="Group 33"/>
              <p:cNvGrpSpPr/>
              <p:nvPr/>
            </p:nvGrpSpPr>
            <p:grpSpPr>
              <a:xfrm>
                <a:off x="2113067" y="1582968"/>
                <a:ext cx="1574869" cy="1798613"/>
                <a:chOff x="2113067" y="1771650"/>
                <a:chExt cx="1574869" cy="1798613"/>
              </a:xfrm>
            </p:grpSpPr>
            <p:cxnSp>
              <p:nvCxnSpPr>
                <p:cNvPr id="31" name="Straight Connector 30"/>
                <p:cNvCxnSpPr/>
                <p:nvPr/>
              </p:nvCxnSpPr>
              <p:spPr>
                <a:xfrm flipV="1">
                  <a:off x="2113067" y="1771650"/>
                  <a:ext cx="0" cy="1798613"/>
                </a:xfrm>
                <a:prstGeom prst="line">
                  <a:avLst/>
                </a:prstGeom>
                <a:ln w="22225" cap="rnd">
                  <a:solidFill>
                    <a:schemeClr val="accent6"/>
                  </a:solidFill>
                  <a:prstDash val="sysDot"/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" name="TextBox 71"/>
                <p:cNvSpPr txBox="1"/>
                <p:nvPr/>
              </p:nvSpPr>
              <p:spPr>
                <a:xfrm>
                  <a:off x="2228369" y="1771650"/>
                  <a:ext cx="1459567" cy="10797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500"/>
                    </a:spcAft>
                  </a:pPr>
                  <a:r>
                    <a:rPr lang="en-ID" b="1" dirty="0">
                      <a:solidFill>
                        <a:schemeClr val="accent1"/>
                      </a:solidFill>
                    </a:rPr>
                    <a:t>MILESTONE 1</a:t>
                  </a:r>
                </a:p>
                <a:p>
                  <a:r>
                    <a:rPr lang="en-ID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Contracts</a:t>
                  </a:r>
                </a:p>
                <a:p>
                  <a:endParaRPr lang="en-ID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  <a:p>
                  <a:r>
                    <a:rPr lang="en-ID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Project Team</a:t>
                  </a: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  <p:grpSp>
            <p:nvGrpSpPr>
              <p:cNvPr id="73" name="Group 72"/>
              <p:cNvGrpSpPr/>
              <p:nvPr/>
            </p:nvGrpSpPr>
            <p:grpSpPr>
              <a:xfrm>
                <a:off x="4750782" y="1582968"/>
                <a:ext cx="1574869" cy="1798613"/>
                <a:chOff x="2113067" y="1771650"/>
                <a:chExt cx="1574869" cy="1798613"/>
              </a:xfrm>
            </p:grpSpPr>
            <p:cxnSp>
              <p:nvCxnSpPr>
                <p:cNvPr id="74" name="Straight Connector 73"/>
                <p:cNvCxnSpPr/>
                <p:nvPr/>
              </p:nvCxnSpPr>
              <p:spPr>
                <a:xfrm flipV="1">
                  <a:off x="2113067" y="1771650"/>
                  <a:ext cx="0" cy="1798613"/>
                </a:xfrm>
                <a:prstGeom prst="line">
                  <a:avLst/>
                </a:prstGeom>
                <a:ln w="22225" cap="rnd">
                  <a:solidFill>
                    <a:schemeClr val="accent6"/>
                  </a:solidFill>
                  <a:prstDash val="sysDot"/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TextBox 74"/>
                <p:cNvSpPr txBox="1"/>
                <p:nvPr/>
              </p:nvSpPr>
              <p:spPr>
                <a:xfrm>
                  <a:off x="2228369" y="1771650"/>
                  <a:ext cx="1459567" cy="10797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500"/>
                    </a:spcAft>
                  </a:pPr>
                  <a:r>
                    <a:rPr lang="en-ID" b="1" dirty="0">
                      <a:solidFill>
                        <a:schemeClr val="accent2"/>
                      </a:solidFill>
                    </a:rPr>
                    <a:t>MILESTONE 2</a:t>
                  </a:r>
                </a:p>
                <a:p>
                  <a:r>
                    <a:rPr lang="en-ID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Design</a:t>
                  </a:r>
                </a:p>
                <a:p>
                  <a:endParaRPr lang="en-ID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  <a:p>
                  <a:r>
                    <a:rPr lang="en-ID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Project Team</a:t>
                  </a: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  <p:grpSp>
            <p:nvGrpSpPr>
              <p:cNvPr id="76" name="Group 75"/>
              <p:cNvGrpSpPr/>
              <p:nvPr/>
            </p:nvGrpSpPr>
            <p:grpSpPr>
              <a:xfrm>
                <a:off x="7415091" y="1582968"/>
                <a:ext cx="1580318" cy="1798613"/>
                <a:chOff x="2113067" y="1771650"/>
                <a:chExt cx="1580318" cy="1798613"/>
              </a:xfrm>
            </p:grpSpPr>
            <p:cxnSp>
              <p:nvCxnSpPr>
                <p:cNvPr id="77" name="Straight Connector 76"/>
                <p:cNvCxnSpPr/>
                <p:nvPr/>
              </p:nvCxnSpPr>
              <p:spPr>
                <a:xfrm flipV="1">
                  <a:off x="2113067" y="1771650"/>
                  <a:ext cx="0" cy="1798613"/>
                </a:xfrm>
                <a:prstGeom prst="line">
                  <a:avLst/>
                </a:prstGeom>
                <a:ln w="22225" cap="rnd">
                  <a:solidFill>
                    <a:schemeClr val="accent6"/>
                  </a:solidFill>
                  <a:prstDash val="sysDot"/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TextBox 77"/>
                <p:cNvSpPr txBox="1"/>
                <p:nvPr/>
              </p:nvSpPr>
              <p:spPr>
                <a:xfrm>
                  <a:off x="2228369" y="1771650"/>
                  <a:ext cx="1465016" cy="10797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500"/>
                    </a:spcAft>
                  </a:pPr>
                  <a:r>
                    <a:rPr lang="en-ID" b="1" dirty="0">
                      <a:solidFill>
                        <a:schemeClr val="accent3"/>
                      </a:solidFill>
                    </a:rPr>
                    <a:t>MILESTONE 3</a:t>
                  </a:r>
                </a:p>
                <a:p>
                  <a:r>
                    <a:rPr lang="en-ID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Procurement</a:t>
                  </a:r>
                </a:p>
                <a:p>
                  <a:endParaRPr lang="en-ID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  <a:p>
                  <a:r>
                    <a:rPr lang="en-ID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Contractor</a:t>
                  </a: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  <p:grpSp>
            <p:nvGrpSpPr>
              <p:cNvPr id="79" name="Group 78"/>
              <p:cNvGrpSpPr/>
              <p:nvPr/>
            </p:nvGrpSpPr>
            <p:grpSpPr>
              <a:xfrm>
                <a:off x="10076792" y="1582968"/>
                <a:ext cx="1574869" cy="1798613"/>
                <a:chOff x="2113067" y="1771650"/>
                <a:chExt cx="1574869" cy="1798613"/>
              </a:xfrm>
            </p:grpSpPr>
            <p:cxnSp>
              <p:nvCxnSpPr>
                <p:cNvPr id="80" name="Straight Connector 79"/>
                <p:cNvCxnSpPr/>
                <p:nvPr/>
              </p:nvCxnSpPr>
              <p:spPr>
                <a:xfrm flipV="1">
                  <a:off x="2113067" y="1771650"/>
                  <a:ext cx="0" cy="1798613"/>
                </a:xfrm>
                <a:prstGeom prst="line">
                  <a:avLst/>
                </a:prstGeom>
                <a:ln w="22225" cap="rnd">
                  <a:solidFill>
                    <a:schemeClr val="accent6"/>
                  </a:solidFill>
                  <a:prstDash val="sysDot"/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TextBox 80"/>
                <p:cNvSpPr txBox="1"/>
                <p:nvPr/>
              </p:nvSpPr>
              <p:spPr>
                <a:xfrm>
                  <a:off x="2228369" y="1771650"/>
                  <a:ext cx="1459567" cy="10797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500"/>
                    </a:spcAft>
                  </a:pPr>
                  <a:r>
                    <a:rPr lang="en-ID" b="1" dirty="0">
                      <a:solidFill>
                        <a:schemeClr val="accent4"/>
                      </a:solidFill>
                    </a:rPr>
                    <a:t>MILESTONE 4</a:t>
                  </a:r>
                </a:p>
                <a:p>
                  <a:r>
                    <a:rPr lang="en-ID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Delivery</a:t>
                  </a:r>
                </a:p>
                <a:p>
                  <a:endParaRPr lang="en-ID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  <a:p>
                  <a:r>
                    <a:rPr lang="en-ID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Contractor</a:t>
                  </a:r>
                  <a:endPara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24" name="Right Arrow 123"/>
            <p:cNvSpPr/>
            <p:nvPr/>
          </p:nvSpPr>
          <p:spPr>
            <a:xfrm>
              <a:off x="3239907" y="5494597"/>
              <a:ext cx="400306" cy="388256"/>
            </a:xfrm>
            <a:prstGeom prst="rightArrow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ight Arrow 124"/>
            <p:cNvSpPr/>
            <p:nvPr/>
          </p:nvSpPr>
          <p:spPr>
            <a:xfrm>
              <a:off x="5897855" y="5494597"/>
              <a:ext cx="400306" cy="388256"/>
            </a:xfrm>
            <a:prstGeom prst="rightArrow">
              <a:avLst/>
            </a:prstGeom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ight Arrow 125"/>
            <p:cNvSpPr/>
            <p:nvPr/>
          </p:nvSpPr>
          <p:spPr>
            <a:xfrm>
              <a:off x="8539949" y="5494597"/>
              <a:ext cx="400306" cy="388256"/>
            </a:xfrm>
            <a:prstGeom prst="rightArrow">
              <a:avLst/>
            </a:prstGeom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96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75"/>
          <p:cNvSpPr/>
          <p:nvPr/>
        </p:nvSpPr>
        <p:spPr>
          <a:xfrm>
            <a:off x="696036" y="2456596"/>
            <a:ext cx="3803628" cy="2501093"/>
          </a:xfrm>
          <a:prstGeom prst="roundRect">
            <a:avLst>
              <a:gd name="adj" fmla="val 7527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/>
          <p:cNvGrpSpPr/>
          <p:nvPr/>
        </p:nvGrpSpPr>
        <p:grpSpPr>
          <a:xfrm>
            <a:off x="2388358" y="2852382"/>
            <a:ext cx="9046735" cy="3275463"/>
            <a:chOff x="2388358" y="2852382"/>
            <a:chExt cx="9046735" cy="3275463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2388358" y="2852382"/>
              <a:ext cx="0" cy="171961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357349" y="2852382"/>
              <a:ext cx="0" cy="2429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213444" y="2852382"/>
              <a:ext cx="0" cy="171961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833814" y="2852382"/>
              <a:ext cx="0" cy="301615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539784" y="2852382"/>
              <a:ext cx="0" cy="242930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435093" y="2852382"/>
              <a:ext cx="0" cy="327546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ounded Rectangle 25"/>
          <p:cNvSpPr/>
          <p:nvPr/>
        </p:nvSpPr>
        <p:spPr>
          <a:xfrm>
            <a:off x="690553" y="3545680"/>
            <a:ext cx="1697805" cy="2643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4375" algn="ctr"/>
            <a:r>
              <a:rPr lang="en-ID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Phase I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0553" y="3545680"/>
            <a:ext cx="722936" cy="264319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>
                <a:solidFill>
                  <a:schemeClr val="bg1"/>
                </a:solidFill>
              </a:rPr>
              <a:t>Lorem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357348" y="5017365"/>
            <a:ext cx="6182436" cy="2643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Phase III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57349" y="5017365"/>
            <a:ext cx="795528" cy="264319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>
                <a:solidFill>
                  <a:schemeClr val="bg1"/>
                </a:solidFill>
              </a:rPr>
              <a:t>Lorem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389632" y="4329287"/>
            <a:ext cx="2823812" cy="26431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113" algn="ctr"/>
            <a:r>
              <a:rPr lang="en-ID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Phase II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389632" y="4329287"/>
            <a:ext cx="795528" cy="264319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>
                <a:solidFill>
                  <a:schemeClr val="bg1"/>
                </a:solidFill>
              </a:rPr>
              <a:t>Lorem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839298" y="5628099"/>
            <a:ext cx="3595796" cy="26431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7188" algn="ctr"/>
            <a:r>
              <a:rPr lang="en-ID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Phase IV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839298" y="5628099"/>
            <a:ext cx="752252" cy="264319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>
                <a:solidFill>
                  <a:schemeClr val="bg1"/>
                </a:solidFill>
              </a:rPr>
              <a:t>Lorem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32500" y="3138563"/>
            <a:ext cx="744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Today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2678212" y="1596788"/>
            <a:ext cx="0" cy="85980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249835" y="1385888"/>
            <a:ext cx="0" cy="107071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8321772" y="1785938"/>
            <a:ext cx="0" cy="6706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05816" y="3893208"/>
            <a:ext cx="10672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Jan 1 – Feb 28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217725" y="4680690"/>
            <a:ext cx="116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Mar 1 – May 15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868920" y="5365388"/>
            <a:ext cx="1159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Apr 15 – Oct 15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60841" y="5974831"/>
            <a:ext cx="1181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 15 – Dec 25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405528" y="2841105"/>
            <a:ext cx="155329" cy="1487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3827123" y="2321773"/>
            <a:ext cx="155329" cy="1487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1970046" y="2321773"/>
            <a:ext cx="155329" cy="1487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124618" y="2321773"/>
            <a:ext cx="155329" cy="1487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229236" y="2321773"/>
            <a:ext cx="155329" cy="1487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6179318" y="2326165"/>
            <a:ext cx="139986" cy="13998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3009693" y="2326165"/>
            <a:ext cx="139986" cy="13998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070778" y="2326165"/>
            <a:ext cx="139986" cy="13998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0975453" y="2326165"/>
            <a:ext cx="139986" cy="13998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1413592" y="1330106"/>
            <a:ext cx="1223120" cy="491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ID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Major Milestone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300755" y="1117994"/>
            <a:ext cx="1223120" cy="491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ID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Major Milestone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370303" y="1521603"/>
            <a:ext cx="1223120" cy="491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ID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Major Milestone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78144" y="1820669"/>
            <a:ext cx="9252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Jan 15</a:t>
            </a:r>
          </a:p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1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582735" y="1820669"/>
            <a:ext cx="9252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Feb 20</a:t>
            </a:r>
          </a:p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2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617059" y="1820669"/>
            <a:ext cx="9252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Mar 20</a:t>
            </a:r>
          </a:p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3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438128" y="1820669"/>
            <a:ext cx="9252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Apr 25</a:t>
            </a:r>
          </a:p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4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739655" y="1820669"/>
            <a:ext cx="9252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May 25</a:t>
            </a:r>
          </a:p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5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784676" y="1820669"/>
            <a:ext cx="9252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Jul 15</a:t>
            </a:r>
          </a:p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6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844273" y="1820669"/>
            <a:ext cx="9252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Aug 15</a:t>
            </a:r>
          </a:p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7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582819" y="1820669"/>
            <a:ext cx="9252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 28</a:t>
            </a:r>
          </a:p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Milestone 8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944204" y="2456597"/>
            <a:ext cx="7519918" cy="395785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96036" y="2456597"/>
            <a:ext cx="3739486" cy="39578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56691" y="2469823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Q1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31950" y="2469823"/>
            <a:ext cx="460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Q2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211033" y="2469823"/>
            <a:ext cx="460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Q3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890116" y="2469823"/>
            <a:ext cx="460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Q4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b="1" dirty="0">
                <a:solidFill>
                  <a:srgbClr val="54478C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  <a:endParaRPr lang="en-GB" sz="3200" b="1" dirty="0">
              <a:solidFill>
                <a:schemeClr val="accent1"/>
              </a:solidFill>
              <a:latin typeface="Lato Black" panose="020F0A0202020403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82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2</a:t>
            </a:r>
            <a:endParaRPr lang="en-GB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90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114"/>
          <p:cNvGrpSpPr/>
          <p:nvPr/>
        </p:nvGrpSpPr>
        <p:grpSpPr>
          <a:xfrm>
            <a:off x="1279701" y="2935204"/>
            <a:ext cx="10231012" cy="3159927"/>
            <a:chOff x="1284215" y="2935204"/>
            <a:chExt cx="9517046" cy="3159927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1284215" y="2935204"/>
              <a:ext cx="9517046" cy="0"/>
            </a:xfrm>
            <a:prstGeom prst="line">
              <a:avLst/>
            </a:prstGeom>
            <a:ln w="63500" cap="rnd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284215" y="3988513"/>
              <a:ext cx="9517046" cy="0"/>
            </a:xfrm>
            <a:prstGeom prst="line">
              <a:avLst/>
            </a:prstGeom>
            <a:ln w="63500" cap="rnd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1284215" y="5041822"/>
              <a:ext cx="9517046" cy="0"/>
            </a:xfrm>
            <a:prstGeom prst="line">
              <a:avLst/>
            </a:prstGeom>
            <a:ln w="63500" cap="rnd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284215" y="6095131"/>
              <a:ext cx="9517046" cy="0"/>
            </a:xfrm>
            <a:prstGeom prst="line">
              <a:avLst/>
            </a:prstGeom>
            <a:ln w="63500" cap="rnd"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ounded Rectangle 9"/>
          <p:cNvSpPr/>
          <p:nvPr/>
        </p:nvSpPr>
        <p:spPr>
          <a:xfrm>
            <a:off x="2019185" y="1378857"/>
            <a:ext cx="756830" cy="46445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JAN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2062049" y="1843314"/>
            <a:ext cx="0" cy="328386"/>
          </a:xfrm>
          <a:prstGeom prst="line">
            <a:avLst/>
          </a:prstGeom>
          <a:ln w="22225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841546" y="2171700"/>
            <a:ext cx="441005" cy="44100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856112" y="1843314"/>
            <a:ext cx="0" cy="548888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650175" y="1843314"/>
            <a:ext cx="0" cy="548888"/>
          </a:xfrm>
          <a:prstGeom prst="line">
            <a:avLst/>
          </a:prstGeom>
          <a:ln w="22225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4444238" y="1843314"/>
            <a:ext cx="0" cy="1657124"/>
          </a:xfrm>
          <a:prstGeom prst="line">
            <a:avLst/>
          </a:prstGeom>
          <a:ln w="2222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238301" y="1843314"/>
            <a:ext cx="0" cy="1657124"/>
          </a:xfrm>
          <a:prstGeom prst="line">
            <a:avLst/>
          </a:prstGeom>
          <a:ln w="22225" cap="rnd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032364" y="1843314"/>
            <a:ext cx="0" cy="2685824"/>
          </a:xfrm>
          <a:prstGeom prst="line">
            <a:avLst/>
          </a:prstGeom>
          <a:ln w="22225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826427" y="1843314"/>
            <a:ext cx="0" cy="2685824"/>
          </a:xfrm>
          <a:prstGeom prst="line">
            <a:avLst/>
          </a:prstGeom>
          <a:ln w="22225" cap="rnd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620490" y="1843314"/>
            <a:ext cx="0" cy="2685824"/>
          </a:xfrm>
          <a:prstGeom prst="line">
            <a:avLst/>
          </a:prstGeom>
          <a:ln w="222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8414553" y="1843314"/>
            <a:ext cx="0" cy="3771674"/>
          </a:xfrm>
          <a:prstGeom prst="line">
            <a:avLst/>
          </a:prstGeom>
          <a:ln w="22225" cap="rnd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9208616" y="1843314"/>
            <a:ext cx="0" cy="3771674"/>
          </a:xfrm>
          <a:prstGeom prst="line">
            <a:avLst/>
          </a:prstGeom>
          <a:ln w="22225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10002679" y="1843314"/>
            <a:ext cx="0" cy="3771674"/>
          </a:xfrm>
          <a:prstGeom prst="line">
            <a:avLst/>
          </a:prstGeom>
          <a:ln w="22225" cap="rnd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10796747" y="1843314"/>
            <a:ext cx="0" cy="3771674"/>
          </a:xfrm>
          <a:prstGeom prst="line">
            <a:avLst/>
          </a:prstGeom>
          <a:ln w="22225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635610" y="2392202"/>
            <a:ext cx="441005" cy="4410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429673" y="2392202"/>
            <a:ext cx="441005" cy="4410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223735" y="3516534"/>
            <a:ext cx="441005" cy="4410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5017794" y="3516534"/>
            <a:ext cx="441005" cy="44100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811861" y="4529138"/>
            <a:ext cx="441005" cy="4410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609581" y="4529138"/>
            <a:ext cx="441005" cy="44100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7399986" y="4529138"/>
            <a:ext cx="441005" cy="44100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8194050" y="5617491"/>
            <a:ext cx="441005" cy="4410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8988109" y="5617491"/>
            <a:ext cx="441005" cy="4410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9782171" y="5617491"/>
            <a:ext cx="441005" cy="4410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0576233" y="5617491"/>
            <a:ext cx="441005" cy="44100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/>
          <p:cNvSpPr/>
          <p:nvPr/>
        </p:nvSpPr>
        <p:spPr>
          <a:xfrm rot="16200000">
            <a:off x="493170" y="2188369"/>
            <a:ext cx="977811" cy="60157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Phase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5" name="Rounded Rectangle 64"/>
          <p:cNvSpPr/>
          <p:nvPr/>
        </p:nvSpPr>
        <p:spPr>
          <a:xfrm rot="16200000">
            <a:off x="493171" y="3241679"/>
            <a:ext cx="977810" cy="60157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Phase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8" name="Rounded Rectangle 67"/>
          <p:cNvSpPr/>
          <p:nvPr/>
        </p:nvSpPr>
        <p:spPr>
          <a:xfrm rot="16200000">
            <a:off x="493171" y="4294988"/>
            <a:ext cx="977810" cy="60157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Phase 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1" name="Rounded Rectangle 70"/>
          <p:cNvSpPr/>
          <p:nvPr/>
        </p:nvSpPr>
        <p:spPr>
          <a:xfrm rot="16200000">
            <a:off x="493170" y="5348296"/>
            <a:ext cx="977812" cy="60157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Phase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824702" y="4970143"/>
            <a:ext cx="864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>
                <a:solidFill>
                  <a:schemeClr val="accent6"/>
                </a:solidFill>
              </a:rPr>
              <a:t>Final Project</a:t>
            </a:r>
            <a:endParaRPr lang="en-US" b="1" dirty="0">
              <a:solidFill>
                <a:schemeClr val="accent6"/>
              </a:solidFill>
            </a:endParaRPr>
          </a:p>
        </p:txBody>
      </p:sp>
      <p:grpSp>
        <p:nvGrpSpPr>
          <p:cNvPr id="76" name="Group 75"/>
          <p:cNvGrpSpPr/>
          <p:nvPr/>
        </p:nvGrpSpPr>
        <p:grpSpPr>
          <a:xfrm rot="16200000">
            <a:off x="7602343" y="3495196"/>
            <a:ext cx="3764505" cy="484751"/>
            <a:chOff x="5022308" y="486923"/>
            <a:chExt cx="3764505" cy="484751"/>
          </a:xfrm>
        </p:grpSpPr>
        <p:sp>
          <p:nvSpPr>
            <p:cNvPr id="77" name="TextBox 76"/>
            <p:cNvSpPr txBox="1"/>
            <p:nvPr/>
          </p:nvSpPr>
          <p:spPr>
            <a:xfrm>
              <a:off x="5198706" y="486923"/>
              <a:ext cx="16111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D" sz="1400" b="1" dirty="0">
                  <a:solidFill>
                    <a:schemeClr val="accent5"/>
                  </a:solidFill>
                </a:rPr>
                <a:t>Phase 3 Completed</a:t>
              </a:r>
              <a:endParaRPr lang="en-US" sz="1400" b="1" dirty="0">
                <a:solidFill>
                  <a:schemeClr val="accent5"/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022308" y="694675"/>
              <a:ext cx="3764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Complete the phase 3 of the project</a:t>
              </a:r>
            </a:p>
          </p:txBody>
        </p:sp>
      </p:grpSp>
      <p:grpSp>
        <p:nvGrpSpPr>
          <p:cNvPr id="79" name="Group 78"/>
          <p:cNvGrpSpPr/>
          <p:nvPr/>
        </p:nvGrpSpPr>
        <p:grpSpPr>
          <a:xfrm rot="16200000">
            <a:off x="6809521" y="3488052"/>
            <a:ext cx="3764505" cy="499039"/>
            <a:chOff x="5022308" y="486923"/>
            <a:chExt cx="3764505" cy="499039"/>
          </a:xfrm>
        </p:grpSpPr>
        <p:sp>
          <p:nvSpPr>
            <p:cNvPr id="80" name="TextBox 79"/>
            <p:cNvSpPr txBox="1"/>
            <p:nvPr/>
          </p:nvSpPr>
          <p:spPr>
            <a:xfrm>
              <a:off x="5223417" y="486923"/>
              <a:ext cx="16111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D" sz="1400" b="1" dirty="0">
                  <a:solidFill>
                    <a:schemeClr val="accent5">
                      <a:lumMod val="75000"/>
                    </a:schemeClr>
                  </a:solidFill>
                </a:rPr>
                <a:t>Phase 2 Completed</a:t>
              </a:r>
              <a:endParaRPr lang="en-US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022308" y="708963"/>
              <a:ext cx="3764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Complete the phase 2 of the project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7657953" y="2000252"/>
            <a:ext cx="534185" cy="2548044"/>
            <a:chOff x="7662467" y="1943100"/>
            <a:chExt cx="534185" cy="2548044"/>
          </a:xfrm>
        </p:grpSpPr>
        <p:sp>
          <p:nvSpPr>
            <p:cNvPr id="83" name="TextBox 82"/>
            <p:cNvSpPr txBox="1"/>
            <p:nvPr/>
          </p:nvSpPr>
          <p:spPr>
            <a:xfrm rot="16200000">
              <a:off x="7010782" y="3478850"/>
              <a:ext cx="16111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D" sz="1400" b="1" dirty="0">
                  <a:solidFill>
                    <a:schemeClr val="accent4"/>
                  </a:solidFill>
                </a:rPr>
                <a:t>Phase 1 Completed</a:t>
              </a:r>
              <a:endParaRPr lang="en-US" sz="1400" b="1" dirty="0">
                <a:solidFill>
                  <a:schemeClr val="accent4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 rot="16200000">
              <a:off x="6784131" y="3078622"/>
              <a:ext cx="25480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Complete the phase 1 of the project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5204100" y="5170569"/>
            <a:ext cx="2235557" cy="800651"/>
            <a:chOff x="5208614" y="5327737"/>
            <a:chExt cx="2235557" cy="800651"/>
          </a:xfrm>
        </p:grpSpPr>
        <p:sp>
          <p:nvSpPr>
            <p:cNvPr id="86" name="TextBox 85"/>
            <p:cNvSpPr txBox="1"/>
            <p:nvPr/>
          </p:nvSpPr>
          <p:spPr>
            <a:xfrm>
              <a:off x="5208614" y="5327737"/>
              <a:ext cx="2235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600" b="1" dirty="0">
                  <a:solidFill>
                    <a:schemeClr val="accent3"/>
                  </a:solidFill>
                </a:rPr>
                <a:t>Project Presentation</a:t>
              </a:r>
              <a:endParaRPr lang="en-US" sz="1600" b="1" dirty="0">
                <a:solidFill>
                  <a:schemeClr val="accent3"/>
                </a:solidFill>
              </a:endParaRPr>
            </a:p>
          </p:txBody>
        </p:sp>
        <p:grpSp>
          <p:nvGrpSpPr>
            <p:cNvPr id="87" name="Group 86"/>
            <p:cNvGrpSpPr/>
            <p:nvPr/>
          </p:nvGrpSpPr>
          <p:grpSpPr>
            <a:xfrm rot="5400000">
              <a:off x="6015707" y="4836536"/>
              <a:ext cx="484759" cy="2098945"/>
              <a:chOff x="7662465" y="2392201"/>
              <a:chExt cx="484759" cy="2098945"/>
            </a:xfrm>
          </p:grpSpPr>
          <p:sp>
            <p:nvSpPr>
              <p:cNvPr id="88" name="TextBox 87"/>
              <p:cNvSpPr txBox="1"/>
              <p:nvPr/>
            </p:nvSpPr>
            <p:spPr>
              <a:xfrm rot="16200000">
                <a:off x="7451029" y="3971933"/>
                <a:ext cx="73064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D" sz="1400" b="1" dirty="0">
                    <a:solidFill>
                      <a:schemeClr val="accent3"/>
                    </a:solidFill>
                  </a:rPr>
                  <a:t>Update</a:t>
                </a:r>
                <a:endParaRPr lang="en-US" sz="1400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 rot="16200000">
                <a:off x="6959253" y="3303173"/>
                <a:ext cx="20989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Provide an update on the job</a:t>
                </a:r>
              </a:p>
            </p:txBody>
          </p:sp>
        </p:grpSp>
      </p:grpSp>
      <p:grpSp>
        <p:nvGrpSpPr>
          <p:cNvPr id="91" name="Group 90"/>
          <p:cNvGrpSpPr/>
          <p:nvPr/>
        </p:nvGrpSpPr>
        <p:grpSpPr>
          <a:xfrm>
            <a:off x="2989888" y="4116327"/>
            <a:ext cx="2693175" cy="800653"/>
            <a:chOff x="5208614" y="5327737"/>
            <a:chExt cx="2693175" cy="800653"/>
          </a:xfrm>
        </p:grpSpPr>
        <p:sp>
          <p:nvSpPr>
            <p:cNvPr id="92" name="TextBox 91"/>
            <p:cNvSpPr txBox="1"/>
            <p:nvPr/>
          </p:nvSpPr>
          <p:spPr>
            <a:xfrm>
              <a:off x="5210765" y="5327737"/>
              <a:ext cx="26815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600" b="1" dirty="0">
                  <a:solidFill>
                    <a:schemeClr val="accent2"/>
                  </a:solidFill>
                </a:rPr>
                <a:t>Assistant Project Manager</a:t>
              </a:r>
              <a:endParaRPr 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93" name="Group 92"/>
            <p:cNvGrpSpPr/>
            <p:nvPr/>
          </p:nvGrpSpPr>
          <p:grpSpPr>
            <a:xfrm rot="5400000">
              <a:off x="6312822" y="4539422"/>
              <a:ext cx="484760" cy="2693175"/>
              <a:chOff x="7662465" y="1797971"/>
              <a:chExt cx="484760" cy="2693175"/>
            </a:xfrm>
          </p:grpSpPr>
          <p:sp>
            <p:nvSpPr>
              <p:cNvPr id="94" name="TextBox 93"/>
              <p:cNvSpPr txBox="1"/>
              <p:nvPr/>
            </p:nvSpPr>
            <p:spPr>
              <a:xfrm rot="16200000">
                <a:off x="7525793" y="4046697"/>
                <a:ext cx="5811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D" sz="1400" b="1" dirty="0">
                    <a:solidFill>
                      <a:schemeClr val="accent2"/>
                    </a:solidFill>
                  </a:rPr>
                  <a:t>Team</a:t>
                </a:r>
                <a:endParaRPr lang="en-US" sz="14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 rot="16200000">
                <a:off x="6662139" y="3006058"/>
                <a:ext cx="26931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Select an Assistant to support the lead</a:t>
                </a: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1447642" y="3054540"/>
            <a:ext cx="2547770" cy="800651"/>
            <a:chOff x="5208614" y="5327737"/>
            <a:chExt cx="2547770" cy="800651"/>
          </a:xfrm>
        </p:grpSpPr>
        <p:sp>
          <p:nvSpPr>
            <p:cNvPr id="97" name="TextBox 96"/>
            <p:cNvSpPr txBox="1"/>
            <p:nvPr/>
          </p:nvSpPr>
          <p:spPr>
            <a:xfrm>
              <a:off x="5208614" y="5327737"/>
              <a:ext cx="25477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600" b="1" dirty="0">
                  <a:solidFill>
                    <a:schemeClr val="accent1"/>
                  </a:solidFill>
                </a:rPr>
                <a:t>Assign Project Manager</a:t>
              </a:r>
              <a:endParaRPr lang="en-US" sz="1600" b="1" dirty="0">
                <a:solidFill>
                  <a:schemeClr val="accent1"/>
                </a:solidFill>
              </a:endParaRPr>
            </a:p>
          </p:txBody>
        </p:sp>
        <p:grpSp>
          <p:nvGrpSpPr>
            <p:cNvPr id="98" name="Group 97"/>
            <p:cNvGrpSpPr/>
            <p:nvPr/>
          </p:nvGrpSpPr>
          <p:grpSpPr>
            <a:xfrm rot="5400000">
              <a:off x="6146190" y="4706053"/>
              <a:ext cx="484759" cy="2359911"/>
              <a:chOff x="7662465" y="2131235"/>
              <a:chExt cx="484759" cy="2359911"/>
            </a:xfrm>
          </p:grpSpPr>
          <p:sp>
            <p:nvSpPr>
              <p:cNvPr id="99" name="TextBox 98"/>
              <p:cNvSpPr txBox="1"/>
              <p:nvPr/>
            </p:nvSpPr>
            <p:spPr>
              <a:xfrm rot="16200000">
                <a:off x="7525793" y="4046697"/>
                <a:ext cx="5811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D" sz="1400" b="1" dirty="0">
                    <a:solidFill>
                      <a:schemeClr val="accent1"/>
                    </a:solidFill>
                  </a:rPr>
                  <a:t>Team</a:t>
                </a:r>
                <a:endParaRPr lang="en-US" sz="1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 rot="16200000">
                <a:off x="6828770" y="3172690"/>
                <a:ext cx="23599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Select a Resource to lead the team</a:t>
                </a:r>
              </a:p>
            </p:txBody>
          </p:sp>
        </p:grpSp>
      </p:grpSp>
      <p:sp>
        <p:nvSpPr>
          <p:cNvPr id="101" name="TextBox 100"/>
          <p:cNvSpPr txBox="1"/>
          <p:nvPr/>
        </p:nvSpPr>
        <p:spPr>
          <a:xfrm>
            <a:off x="1492350" y="2595945"/>
            <a:ext cx="113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400" b="1" dirty="0">
                <a:solidFill>
                  <a:schemeClr val="accent1">
                    <a:lumMod val="75000"/>
                  </a:schemeClr>
                </a:solidFill>
              </a:rPr>
              <a:t>Start Project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2845694" y="1872040"/>
            <a:ext cx="85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accent1"/>
                </a:solidFill>
              </a:rPr>
              <a:t>Project Approval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209951" y="3003212"/>
            <a:ext cx="85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accent3">
                    <a:lumMod val="75000"/>
                  </a:schemeClr>
                </a:solidFill>
              </a:rPr>
              <a:t>Project Approval</a:t>
            </a:r>
            <a:endParaRPr lang="en-US" sz="1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3887571" y="1944914"/>
            <a:ext cx="2436144" cy="920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oup 107"/>
          <p:cNvGrpSpPr/>
          <p:nvPr/>
        </p:nvGrpSpPr>
        <p:grpSpPr>
          <a:xfrm>
            <a:off x="4056170" y="1947609"/>
            <a:ext cx="2235558" cy="800653"/>
            <a:chOff x="5208613" y="5327737"/>
            <a:chExt cx="2235558" cy="800653"/>
          </a:xfrm>
        </p:grpSpPr>
        <p:sp>
          <p:nvSpPr>
            <p:cNvPr id="109" name="TextBox 108"/>
            <p:cNvSpPr txBox="1"/>
            <p:nvPr/>
          </p:nvSpPr>
          <p:spPr>
            <a:xfrm>
              <a:off x="5208614" y="5327737"/>
              <a:ext cx="2235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600" b="1" dirty="0">
                  <a:solidFill>
                    <a:schemeClr val="accent2">
                      <a:lumMod val="75000"/>
                    </a:schemeClr>
                  </a:solidFill>
                </a:rPr>
                <a:t>Project Presentation</a:t>
              </a:r>
              <a:endParaRPr lang="en-US" sz="16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grpSp>
          <p:nvGrpSpPr>
            <p:cNvPr id="110" name="Group 109"/>
            <p:cNvGrpSpPr/>
            <p:nvPr/>
          </p:nvGrpSpPr>
          <p:grpSpPr>
            <a:xfrm rot="5400000">
              <a:off x="6015708" y="4836537"/>
              <a:ext cx="484758" cy="2098947"/>
              <a:chOff x="7662466" y="2392201"/>
              <a:chExt cx="484758" cy="2098947"/>
            </a:xfrm>
          </p:grpSpPr>
          <p:sp>
            <p:nvSpPr>
              <p:cNvPr id="111" name="TextBox 110"/>
              <p:cNvSpPr txBox="1"/>
              <p:nvPr/>
            </p:nvSpPr>
            <p:spPr>
              <a:xfrm rot="16200000">
                <a:off x="7429037" y="3980719"/>
                <a:ext cx="7438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D" sz="1200" b="1" dirty="0">
                    <a:solidFill>
                      <a:schemeClr val="accent2">
                        <a:lumMod val="75000"/>
                      </a:schemeClr>
                    </a:solidFill>
                  </a:rPr>
                  <a:t>Proposal</a:t>
                </a:r>
                <a:endParaRPr lang="en-US" sz="12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 rot="16200000">
                <a:off x="6959253" y="3303173"/>
                <a:ext cx="20989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Present the project to Board</a:t>
                </a:r>
              </a:p>
            </p:txBody>
          </p:sp>
        </p:grpSp>
      </p:grpSp>
      <p:sp>
        <p:nvSpPr>
          <p:cNvPr id="11" name="Rounded Rectangle 10"/>
          <p:cNvSpPr/>
          <p:nvPr/>
        </p:nvSpPr>
        <p:spPr>
          <a:xfrm>
            <a:off x="2813248" y="1378857"/>
            <a:ext cx="756830" cy="46445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FEB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07311" y="1378857"/>
            <a:ext cx="756830" cy="46445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MAR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01374" y="1378857"/>
            <a:ext cx="756830" cy="46445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APR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95437" y="1378857"/>
            <a:ext cx="756830" cy="46445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MAY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89500" y="1378857"/>
            <a:ext cx="756830" cy="464457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JUN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83563" y="1378857"/>
            <a:ext cx="756830" cy="46445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JUL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577626" y="1378857"/>
            <a:ext cx="756830" cy="464457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AUG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71689" y="1378857"/>
            <a:ext cx="756830" cy="46445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SEP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65752" y="1378857"/>
            <a:ext cx="756830" cy="464457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OCT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959815" y="1378857"/>
            <a:ext cx="756830" cy="46445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NOV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753883" y="1378857"/>
            <a:ext cx="756830" cy="464457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bg1"/>
                </a:solidFill>
              </a:rPr>
              <a:t>DEC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118" name="Group 117"/>
          <p:cNvGrpSpPr/>
          <p:nvPr/>
        </p:nvGrpSpPr>
        <p:grpSpPr>
          <a:xfrm>
            <a:off x="3822065" y="3414969"/>
            <a:ext cx="316214" cy="314818"/>
            <a:chOff x="3822065" y="3087917"/>
            <a:chExt cx="644716" cy="641870"/>
          </a:xfrm>
          <a:solidFill>
            <a:schemeClr val="bg1"/>
          </a:solidFill>
        </p:grpSpPr>
        <p:sp>
          <p:nvSpPr>
            <p:cNvPr id="119" name="Freeform 543"/>
            <p:cNvSpPr>
              <a:spLocks/>
            </p:cNvSpPr>
            <p:nvPr/>
          </p:nvSpPr>
          <p:spPr bwMode="auto">
            <a:xfrm>
              <a:off x="3822065" y="3189265"/>
              <a:ext cx="644715" cy="137946"/>
            </a:xfrm>
            <a:custGeom>
              <a:avLst/>
              <a:gdLst>
                <a:gd name="T0" fmla="*/ 131 w 134"/>
                <a:gd name="T1" fmla="*/ 29 h 29"/>
                <a:gd name="T2" fmla="*/ 15 w 134"/>
                <a:gd name="T3" fmla="*/ 29 h 29"/>
                <a:gd name="T4" fmla="*/ 4 w 134"/>
                <a:gd name="T5" fmla="*/ 24 h 29"/>
                <a:gd name="T6" fmla="*/ 1 w 134"/>
                <a:gd name="T7" fmla="*/ 13 h 29"/>
                <a:gd name="T8" fmla="*/ 16 w 134"/>
                <a:gd name="T9" fmla="*/ 0 h 29"/>
                <a:gd name="T10" fmla="*/ 22 w 134"/>
                <a:gd name="T11" fmla="*/ 0 h 29"/>
                <a:gd name="T12" fmla="*/ 24 w 134"/>
                <a:gd name="T13" fmla="*/ 2 h 29"/>
                <a:gd name="T14" fmla="*/ 22 w 134"/>
                <a:gd name="T15" fmla="*/ 5 h 29"/>
                <a:gd name="T16" fmla="*/ 16 w 134"/>
                <a:gd name="T17" fmla="*/ 5 h 29"/>
                <a:gd name="T18" fmla="*/ 5 w 134"/>
                <a:gd name="T19" fmla="*/ 13 h 29"/>
                <a:gd name="T20" fmla="*/ 8 w 134"/>
                <a:gd name="T21" fmla="*/ 21 h 29"/>
                <a:gd name="T22" fmla="*/ 15 w 134"/>
                <a:gd name="T23" fmla="*/ 24 h 29"/>
                <a:gd name="T24" fmla="*/ 129 w 134"/>
                <a:gd name="T25" fmla="*/ 24 h 29"/>
                <a:gd name="T26" fmla="*/ 129 w 134"/>
                <a:gd name="T27" fmla="*/ 11 h 29"/>
                <a:gd name="T28" fmla="*/ 123 w 134"/>
                <a:gd name="T29" fmla="*/ 5 h 29"/>
                <a:gd name="T30" fmla="*/ 116 w 134"/>
                <a:gd name="T31" fmla="*/ 5 h 29"/>
                <a:gd name="T32" fmla="*/ 114 w 134"/>
                <a:gd name="T33" fmla="*/ 2 h 29"/>
                <a:gd name="T34" fmla="*/ 116 w 134"/>
                <a:gd name="T35" fmla="*/ 0 h 29"/>
                <a:gd name="T36" fmla="*/ 123 w 134"/>
                <a:gd name="T37" fmla="*/ 0 h 29"/>
                <a:gd name="T38" fmla="*/ 134 w 134"/>
                <a:gd name="T39" fmla="*/ 11 h 29"/>
                <a:gd name="T40" fmla="*/ 134 w 134"/>
                <a:gd name="T41" fmla="*/ 27 h 29"/>
                <a:gd name="T42" fmla="*/ 131 w 134"/>
                <a:gd name="T4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4" h="29">
                  <a:moveTo>
                    <a:pt x="131" y="29"/>
                  </a:moveTo>
                  <a:cubicBezTo>
                    <a:pt x="15" y="29"/>
                    <a:pt x="15" y="29"/>
                    <a:pt x="15" y="29"/>
                  </a:cubicBezTo>
                  <a:cubicBezTo>
                    <a:pt x="11" y="29"/>
                    <a:pt x="7" y="27"/>
                    <a:pt x="4" y="24"/>
                  </a:cubicBezTo>
                  <a:cubicBezTo>
                    <a:pt x="2" y="21"/>
                    <a:pt x="0" y="17"/>
                    <a:pt x="1" y="13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0"/>
                    <a:pt x="24" y="1"/>
                    <a:pt x="24" y="2"/>
                  </a:cubicBezTo>
                  <a:cubicBezTo>
                    <a:pt x="24" y="4"/>
                    <a:pt x="23" y="5"/>
                    <a:pt x="22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0" y="5"/>
                    <a:pt x="6" y="9"/>
                    <a:pt x="5" y="13"/>
                  </a:cubicBezTo>
                  <a:cubicBezTo>
                    <a:pt x="5" y="16"/>
                    <a:pt x="6" y="19"/>
                    <a:pt x="8" y="21"/>
                  </a:cubicBezTo>
                  <a:cubicBezTo>
                    <a:pt x="10" y="23"/>
                    <a:pt x="12" y="24"/>
                    <a:pt x="15" y="24"/>
                  </a:cubicBezTo>
                  <a:cubicBezTo>
                    <a:pt x="129" y="24"/>
                    <a:pt x="129" y="24"/>
                    <a:pt x="129" y="24"/>
                  </a:cubicBezTo>
                  <a:cubicBezTo>
                    <a:pt x="129" y="11"/>
                    <a:pt x="129" y="11"/>
                    <a:pt x="129" y="11"/>
                  </a:cubicBezTo>
                  <a:cubicBezTo>
                    <a:pt x="129" y="8"/>
                    <a:pt x="126" y="5"/>
                    <a:pt x="123" y="5"/>
                  </a:cubicBezTo>
                  <a:cubicBezTo>
                    <a:pt x="116" y="5"/>
                    <a:pt x="116" y="5"/>
                    <a:pt x="116" y="5"/>
                  </a:cubicBezTo>
                  <a:cubicBezTo>
                    <a:pt x="115" y="5"/>
                    <a:pt x="114" y="4"/>
                    <a:pt x="114" y="2"/>
                  </a:cubicBezTo>
                  <a:cubicBezTo>
                    <a:pt x="114" y="1"/>
                    <a:pt x="115" y="0"/>
                    <a:pt x="116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9" y="0"/>
                    <a:pt x="134" y="5"/>
                    <a:pt x="134" y="11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8"/>
                    <a:pt x="133" y="29"/>
                    <a:pt x="13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544"/>
            <p:cNvSpPr>
              <a:spLocks/>
            </p:cNvSpPr>
            <p:nvPr/>
          </p:nvSpPr>
          <p:spPr bwMode="auto">
            <a:xfrm>
              <a:off x="3824881" y="3245569"/>
              <a:ext cx="641900" cy="484218"/>
            </a:xfrm>
            <a:custGeom>
              <a:avLst/>
              <a:gdLst>
                <a:gd name="T0" fmla="*/ 122 w 133"/>
                <a:gd name="T1" fmla="*/ 101 h 101"/>
                <a:gd name="T2" fmla="*/ 119 w 133"/>
                <a:gd name="T3" fmla="*/ 101 h 101"/>
                <a:gd name="T4" fmla="*/ 117 w 133"/>
                <a:gd name="T5" fmla="*/ 99 h 101"/>
                <a:gd name="T6" fmla="*/ 119 w 133"/>
                <a:gd name="T7" fmla="*/ 96 h 101"/>
                <a:gd name="T8" fmla="*/ 122 w 133"/>
                <a:gd name="T9" fmla="*/ 96 h 101"/>
                <a:gd name="T10" fmla="*/ 128 w 133"/>
                <a:gd name="T11" fmla="*/ 90 h 101"/>
                <a:gd name="T12" fmla="*/ 128 w 133"/>
                <a:gd name="T13" fmla="*/ 17 h 101"/>
                <a:gd name="T14" fmla="*/ 14 w 133"/>
                <a:gd name="T15" fmla="*/ 17 h 101"/>
                <a:gd name="T16" fmla="*/ 4 w 133"/>
                <a:gd name="T17" fmla="*/ 13 h 101"/>
                <a:gd name="T18" fmla="*/ 4 w 133"/>
                <a:gd name="T19" fmla="*/ 90 h 101"/>
                <a:gd name="T20" fmla="*/ 11 w 133"/>
                <a:gd name="T21" fmla="*/ 96 h 101"/>
                <a:gd name="T22" fmla="*/ 101 w 133"/>
                <a:gd name="T23" fmla="*/ 96 h 101"/>
                <a:gd name="T24" fmla="*/ 103 w 133"/>
                <a:gd name="T25" fmla="*/ 99 h 101"/>
                <a:gd name="T26" fmla="*/ 101 w 133"/>
                <a:gd name="T27" fmla="*/ 101 h 101"/>
                <a:gd name="T28" fmla="*/ 11 w 133"/>
                <a:gd name="T29" fmla="*/ 101 h 101"/>
                <a:gd name="T30" fmla="*/ 0 w 133"/>
                <a:gd name="T31" fmla="*/ 90 h 101"/>
                <a:gd name="T32" fmla="*/ 0 w 133"/>
                <a:gd name="T33" fmla="*/ 2 h 101"/>
                <a:gd name="T34" fmla="*/ 2 w 133"/>
                <a:gd name="T35" fmla="*/ 0 h 101"/>
                <a:gd name="T36" fmla="*/ 4 w 133"/>
                <a:gd name="T37" fmla="*/ 2 h 101"/>
                <a:gd name="T38" fmla="*/ 14 w 133"/>
                <a:gd name="T39" fmla="*/ 12 h 101"/>
                <a:gd name="T40" fmla="*/ 130 w 133"/>
                <a:gd name="T41" fmla="*/ 12 h 101"/>
                <a:gd name="T42" fmla="*/ 133 w 133"/>
                <a:gd name="T43" fmla="*/ 15 h 101"/>
                <a:gd name="T44" fmla="*/ 133 w 133"/>
                <a:gd name="T45" fmla="*/ 90 h 101"/>
                <a:gd name="T46" fmla="*/ 122 w 133"/>
                <a:gd name="T4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3" h="101">
                  <a:moveTo>
                    <a:pt x="122" y="101"/>
                  </a:moveTo>
                  <a:cubicBezTo>
                    <a:pt x="119" y="101"/>
                    <a:pt x="119" y="101"/>
                    <a:pt x="119" y="101"/>
                  </a:cubicBezTo>
                  <a:cubicBezTo>
                    <a:pt x="118" y="101"/>
                    <a:pt x="117" y="100"/>
                    <a:pt x="117" y="99"/>
                  </a:cubicBezTo>
                  <a:cubicBezTo>
                    <a:pt x="117" y="97"/>
                    <a:pt x="118" y="96"/>
                    <a:pt x="119" y="96"/>
                  </a:cubicBezTo>
                  <a:cubicBezTo>
                    <a:pt x="122" y="96"/>
                    <a:pt x="122" y="96"/>
                    <a:pt x="122" y="96"/>
                  </a:cubicBezTo>
                  <a:cubicBezTo>
                    <a:pt x="125" y="96"/>
                    <a:pt x="128" y="93"/>
                    <a:pt x="128" y="90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0" y="17"/>
                    <a:pt x="7" y="15"/>
                    <a:pt x="4" y="13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3"/>
                    <a:pt x="7" y="96"/>
                    <a:pt x="11" y="96"/>
                  </a:cubicBezTo>
                  <a:cubicBezTo>
                    <a:pt x="101" y="96"/>
                    <a:pt x="101" y="96"/>
                    <a:pt x="101" y="96"/>
                  </a:cubicBezTo>
                  <a:cubicBezTo>
                    <a:pt x="102" y="96"/>
                    <a:pt x="103" y="97"/>
                    <a:pt x="103" y="99"/>
                  </a:cubicBezTo>
                  <a:cubicBezTo>
                    <a:pt x="103" y="100"/>
                    <a:pt x="102" y="101"/>
                    <a:pt x="101" y="101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5" y="101"/>
                    <a:pt x="0" y="96"/>
                    <a:pt x="0" y="9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8"/>
                    <a:pt x="9" y="12"/>
                    <a:pt x="14" y="12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32" y="12"/>
                    <a:pt x="133" y="13"/>
                    <a:pt x="133" y="15"/>
                  </a:cubicBezTo>
                  <a:cubicBezTo>
                    <a:pt x="133" y="90"/>
                    <a:pt x="133" y="90"/>
                    <a:pt x="133" y="90"/>
                  </a:cubicBezTo>
                  <a:cubicBezTo>
                    <a:pt x="133" y="96"/>
                    <a:pt x="128" y="101"/>
                    <a:pt x="122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545"/>
            <p:cNvSpPr>
              <a:spLocks noEditPoints="1"/>
            </p:cNvSpPr>
            <p:nvPr/>
          </p:nvSpPr>
          <p:spPr bwMode="auto">
            <a:xfrm>
              <a:off x="4193692" y="3417298"/>
              <a:ext cx="273089" cy="180174"/>
            </a:xfrm>
            <a:custGeom>
              <a:avLst/>
              <a:gdLst>
                <a:gd name="T0" fmla="*/ 18 w 57"/>
                <a:gd name="T1" fmla="*/ 37 h 37"/>
                <a:gd name="T2" fmla="*/ 0 w 57"/>
                <a:gd name="T3" fmla="*/ 19 h 37"/>
                <a:gd name="T4" fmla="*/ 18 w 57"/>
                <a:gd name="T5" fmla="*/ 0 h 37"/>
                <a:gd name="T6" fmla="*/ 30 w 57"/>
                <a:gd name="T7" fmla="*/ 4 h 37"/>
                <a:gd name="T8" fmla="*/ 54 w 57"/>
                <a:gd name="T9" fmla="*/ 4 h 37"/>
                <a:gd name="T10" fmla="*/ 57 w 57"/>
                <a:gd name="T11" fmla="*/ 6 h 37"/>
                <a:gd name="T12" fmla="*/ 57 w 57"/>
                <a:gd name="T13" fmla="*/ 31 h 37"/>
                <a:gd name="T14" fmla="*/ 54 w 57"/>
                <a:gd name="T15" fmla="*/ 33 h 37"/>
                <a:gd name="T16" fmla="*/ 30 w 57"/>
                <a:gd name="T17" fmla="*/ 33 h 37"/>
                <a:gd name="T18" fmla="*/ 18 w 57"/>
                <a:gd name="T19" fmla="*/ 37 h 37"/>
                <a:gd name="T20" fmla="*/ 18 w 57"/>
                <a:gd name="T21" fmla="*/ 5 h 37"/>
                <a:gd name="T22" fmla="*/ 4 w 57"/>
                <a:gd name="T23" fmla="*/ 19 h 37"/>
                <a:gd name="T24" fmla="*/ 18 w 57"/>
                <a:gd name="T25" fmla="*/ 32 h 37"/>
                <a:gd name="T26" fmla="*/ 27 w 57"/>
                <a:gd name="T27" fmla="*/ 29 h 37"/>
                <a:gd name="T28" fmla="*/ 29 w 57"/>
                <a:gd name="T29" fmla="*/ 29 h 37"/>
                <a:gd name="T30" fmla="*/ 52 w 57"/>
                <a:gd name="T31" fmla="*/ 29 h 37"/>
                <a:gd name="T32" fmla="*/ 52 w 57"/>
                <a:gd name="T33" fmla="*/ 9 h 37"/>
                <a:gd name="T34" fmla="*/ 29 w 57"/>
                <a:gd name="T35" fmla="*/ 9 h 37"/>
                <a:gd name="T36" fmla="*/ 27 w 57"/>
                <a:gd name="T37" fmla="*/ 8 h 37"/>
                <a:gd name="T38" fmla="*/ 18 w 57"/>
                <a:gd name="T39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7" h="37">
                  <a:moveTo>
                    <a:pt x="18" y="37"/>
                  </a:move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2" y="0"/>
                    <a:pt x="26" y="1"/>
                    <a:pt x="30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6" y="4"/>
                    <a:pt x="57" y="5"/>
                    <a:pt x="57" y="6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7" y="32"/>
                    <a:pt x="56" y="33"/>
                    <a:pt x="54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26" y="36"/>
                    <a:pt x="22" y="37"/>
                    <a:pt x="18" y="37"/>
                  </a:cubicBezTo>
                  <a:close/>
                  <a:moveTo>
                    <a:pt x="18" y="5"/>
                  </a:moveTo>
                  <a:cubicBezTo>
                    <a:pt x="11" y="5"/>
                    <a:pt x="4" y="11"/>
                    <a:pt x="4" y="19"/>
                  </a:cubicBezTo>
                  <a:cubicBezTo>
                    <a:pt x="4" y="26"/>
                    <a:pt x="11" y="32"/>
                    <a:pt x="18" y="32"/>
                  </a:cubicBezTo>
                  <a:cubicBezTo>
                    <a:pt x="21" y="32"/>
                    <a:pt x="25" y="31"/>
                    <a:pt x="27" y="29"/>
                  </a:cubicBezTo>
                  <a:cubicBezTo>
                    <a:pt x="28" y="29"/>
                    <a:pt x="28" y="29"/>
                    <a:pt x="29" y="29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9"/>
                    <a:pt x="28" y="9"/>
                    <a:pt x="27" y="8"/>
                  </a:cubicBezTo>
                  <a:cubicBezTo>
                    <a:pt x="25" y="6"/>
                    <a:pt x="21" y="5"/>
                    <a:pt x="1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546"/>
            <p:cNvSpPr>
              <a:spLocks/>
            </p:cNvSpPr>
            <p:nvPr/>
          </p:nvSpPr>
          <p:spPr bwMode="auto">
            <a:xfrm>
              <a:off x="4235922" y="3462341"/>
              <a:ext cx="90091" cy="90087"/>
            </a:xfrm>
            <a:custGeom>
              <a:avLst/>
              <a:gdLst>
                <a:gd name="T0" fmla="*/ 9 w 19"/>
                <a:gd name="T1" fmla="*/ 19 h 19"/>
                <a:gd name="T2" fmla="*/ 0 w 19"/>
                <a:gd name="T3" fmla="*/ 10 h 19"/>
                <a:gd name="T4" fmla="*/ 2 w 19"/>
                <a:gd name="T5" fmla="*/ 7 h 19"/>
                <a:gd name="T6" fmla="*/ 5 w 19"/>
                <a:gd name="T7" fmla="*/ 10 h 19"/>
                <a:gd name="T8" fmla="*/ 9 w 19"/>
                <a:gd name="T9" fmla="*/ 14 h 19"/>
                <a:gd name="T10" fmla="*/ 14 w 19"/>
                <a:gd name="T11" fmla="*/ 10 h 19"/>
                <a:gd name="T12" fmla="*/ 9 w 19"/>
                <a:gd name="T13" fmla="*/ 5 h 19"/>
                <a:gd name="T14" fmla="*/ 7 w 19"/>
                <a:gd name="T15" fmla="*/ 3 h 19"/>
                <a:gd name="T16" fmla="*/ 9 w 19"/>
                <a:gd name="T17" fmla="*/ 0 h 19"/>
                <a:gd name="T18" fmla="*/ 19 w 19"/>
                <a:gd name="T19" fmla="*/ 10 h 19"/>
                <a:gd name="T20" fmla="*/ 9 w 19"/>
                <a:gd name="T2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9">
                  <a:moveTo>
                    <a:pt x="9" y="19"/>
                  </a:moveTo>
                  <a:cubicBezTo>
                    <a:pt x="4" y="19"/>
                    <a:pt x="0" y="15"/>
                    <a:pt x="0" y="10"/>
                  </a:cubicBezTo>
                  <a:cubicBezTo>
                    <a:pt x="0" y="8"/>
                    <a:pt x="1" y="7"/>
                    <a:pt x="2" y="7"/>
                  </a:cubicBezTo>
                  <a:cubicBezTo>
                    <a:pt x="4" y="7"/>
                    <a:pt x="5" y="8"/>
                    <a:pt x="5" y="10"/>
                  </a:cubicBezTo>
                  <a:cubicBezTo>
                    <a:pt x="5" y="12"/>
                    <a:pt x="7" y="14"/>
                    <a:pt x="9" y="14"/>
                  </a:cubicBezTo>
                  <a:cubicBezTo>
                    <a:pt x="12" y="14"/>
                    <a:pt x="14" y="12"/>
                    <a:pt x="14" y="10"/>
                  </a:cubicBezTo>
                  <a:cubicBezTo>
                    <a:pt x="14" y="7"/>
                    <a:pt x="12" y="5"/>
                    <a:pt x="9" y="5"/>
                  </a:cubicBezTo>
                  <a:cubicBezTo>
                    <a:pt x="8" y="5"/>
                    <a:pt x="7" y="4"/>
                    <a:pt x="7" y="3"/>
                  </a:cubicBezTo>
                  <a:cubicBezTo>
                    <a:pt x="7" y="1"/>
                    <a:pt x="8" y="0"/>
                    <a:pt x="9" y="0"/>
                  </a:cubicBezTo>
                  <a:cubicBezTo>
                    <a:pt x="14" y="0"/>
                    <a:pt x="19" y="4"/>
                    <a:pt x="19" y="10"/>
                  </a:cubicBezTo>
                  <a:cubicBezTo>
                    <a:pt x="19" y="15"/>
                    <a:pt x="14" y="19"/>
                    <a:pt x="9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547"/>
            <p:cNvSpPr>
              <a:spLocks/>
            </p:cNvSpPr>
            <p:nvPr/>
          </p:nvSpPr>
          <p:spPr bwMode="auto">
            <a:xfrm>
              <a:off x="4086708" y="3090732"/>
              <a:ext cx="326581" cy="236479"/>
            </a:xfrm>
            <a:custGeom>
              <a:avLst/>
              <a:gdLst>
                <a:gd name="T0" fmla="*/ 50 w 68"/>
                <a:gd name="T1" fmla="*/ 49 h 49"/>
                <a:gd name="T2" fmla="*/ 49 w 68"/>
                <a:gd name="T3" fmla="*/ 49 h 49"/>
                <a:gd name="T4" fmla="*/ 48 w 68"/>
                <a:gd name="T5" fmla="*/ 46 h 49"/>
                <a:gd name="T6" fmla="*/ 63 w 68"/>
                <a:gd name="T7" fmla="*/ 14 h 49"/>
                <a:gd name="T8" fmla="*/ 25 w 68"/>
                <a:gd name="T9" fmla="*/ 6 h 49"/>
                <a:gd name="T10" fmla="*/ 5 w 68"/>
                <a:gd name="T11" fmla="*/ 48 h 49"/>
                <a:gd name="T12" fmla="*/ 2 w 68"/>
                <a:gd name="T13" fmla="*/ 49 h 49"/>
                <a:gd name="T14" fmla="*/ 1 w 68"/>
                <a:gd name="T15" fmla="*/ 45 h 49"/>
                <a:gd name="T16" fmla="*/ 22 w 68"/>
                <a:gd name="T17" fmla="*/ 2 h 49"/>
                <a:gd name="T18" fmla="*/ 25 w 68"/>
                <a:gd name="T19" fmla="*/ 1 h 49"/>
                <a:gd name="T20" fmla="*/ 66 w 68"/>
                <a:gd name="T21" fmla="*/ 10 h 49"/>
                <a:gd name="T22" fmla="*/ 68 w 68"/>
                <a:gd name="T23" fmla="*/ 12 h 49"/>
                <a:gd name="T24" fmla="*/ 68 w 68"/>
                <a:gd name="T25" fmla="*/ 14 h 49"/>
                <a:gd name="T26" fmla="*/ 52 w 68"/>
                <a:gd name="T27" fmla="*/ 48 h 49"/>
                <a:gd name="T28" fmla="*/ 50 w 68"/>
                <a:gd name="T2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49">
                  <a:moveTo>
                    <a:pt x="50" y="49"/>
                  </a:moveTo>
                  <a:cubicBezTo>
                    <a:pt x="50" y="49"/>
                    <a:pt x="50" y="49"/>
                    <a:pt x="49" y="49"/>
                  </a:cubicBezTo>
                  <a:cubicBezTo>
                    <a:pt x="48" y="48"/>
                    <a:pt x="48" y="47"/>
                    <a:pt x="48" y="46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4" y="49"/>
                    <a:pt x="3" y="49"/>
                    <a:pt x="2" y="49"/>
                  </a:cubicBezTo>
                  <a:cubicBezTo>
                    <a:pt x="1" y="48"/>
                    <a:pt x="0" y="47"/>
                    <a:pt x="1" y="45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1"/>
                    <a:pt x="24" y="0"/>
                    <a:pt x="25" y="1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7" y="10"/>
                    <a:pt x="68" y="11"/>
                    <a:pt x="68" y="12"/>
                  </a:cubicBezTo>
                  <a:cubicBezTo>
                    <a:pt x="68" y="12"/>
                    <a:pt x="68" y="13"/>
                    <a:pt x="68" y="14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8"/>
                    <a:pt x="51" y="49"/>
                    <a:pt x="50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548"/>
            <p:cNvSpPr>
              <a:spLocks/>
            </p:cNvSpPr>
            <p:nvPr/>
          </p:nvSpPr>
          <p:spPr bwMode="auto">
            <a:xfrm>
              <a:off x="3903710" y="3087917"/>
              <a:ext cx="259012" cy="239294"/>
            </a:xfrm>
            <a:custGeom>
              <a:avLst/>
              <a:gdLst>
                <a:gd name="T0" fmla="*/ 10 w 54"/>
                <a:gd name="T1" fmla="*/ 50 h 50"/>
                <a:gd name="T2" fmla="*/ 8 w 54"/>
                <a:gd name="T3" fmla="*/ 48 h 50"/>
                <a:gd name="T4" fmla="*/ 0 w 54"/>
                <a:gd name="T5" fmla="*/ 12 h 50"/>
                <a:gd name="T6" fmla="*/ 0 w 54"/>
                <a:gd name="T7" fmla="*/ 10 h 50"/>
                <a:gd name="T8" fmla="*/ 2 w 54"/>
                <a:gd name="T9" fmla="*/ 9 h 50"/>
                <a:gd name="T10" fmla="*/ 43 w 54"/>
                <a:gd name="T11" fmla="*/ 0 h 50"/>
                <a:gd name="T12" fmla="*/ 46 w 54"/>
                <a:gd name="T13" fmla="*/ 2 h 50"/>
                <a:gd name="T14" fmla="*/ 53 w 54"/>
                <a:gd name="T15" fmla="*/ 26 h 50"/>
                <a:gd name="T16" fmla="*/ 52 w 54"/>
                <a:gd name="T17" fmla="*/ 29 h 50"/>
                <a:gd name="T18" fmla="*/ 49 w 54"/>
                <a:gd name="T19" fmla="*/ 28 h 50"/>
                <a:gd name="T20" fmla="*/ 42 w 54"/>
                <a:gd name="T21" fmla="*/ 6 h 50"/>
                <a:gd name="T22" fmla="*/ 5 w 54"/>
                <a:gd name="T23" fmla="*/ 13 h 50"/>
                <a:gd name="T24" fmla="*/ 12 w 54"/>
                <a:gd name="T25" fmla="*/ 47 h 50"/>
                <a:gd name="T26" fmla="*/ 10 w 54"/>
                <a:gd name="T27" fmla="*/ 50 h 50"/>
                <a:gd name="T28" fmla="*/ 10 w 54"/>
                <a:gd name="T2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" h="50">
                  <a:moveTo>
                    <a:pt x="10" y="50"/>
                  </a:moveTo>
                  <a:cubicBezTo>
                    <a:pt x="9" y="50"/>
                    <a:pt x="8" y="49"/>
                    <a:pt x="8" y="4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0" y="10"/>
                    <a:pt x="1" y="9"/>
                    <a:pt x="2" y="9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4" y="27"/>
                    <a:pt x="53" y="29"/>
                    <a:pt x="52" y="29"/>
                  </a:cubicBezTo>
                  <a:cubicBezTo>
                    <a:pt x="50" y="30"/>
                    <a:pt x="49" y="29"/>
                    <a:pt x="49" y="28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8"/>
                    <a:pt x="12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549"/>
            <p:cNvSpPr>
              <a:spLocks/>
            </p:cNvSpPr>
            <p:nvPr/>
          </p:nvSpPr>
          <p:spPr bwMode="auto">
            <a:xfrm>
              <a:off x="3999432" y="3158297"/>
              <a:ext cx="76014" cy="33783"/>
            </a:xfrm>
            <a:custGeom>
              <a:avLst/>
              <a:gdLst>
                <a:gd name="T0" fmla="*/ 3 w 16"/>
                <a:gd name="T1" fmla="*/ 7 h 7"/>
                <a:gd name="T2" fmla="*/ 0 w 16"/>
                <a:gd name="T3" fmla="*/ 6 h 7"/>
                <a:gd name="T4" fmla="*/ 2 w 16"/>
                <a:gd name="T5" fmla="*/ 3 h 7"/>
                <a:gd name="T6" fmla="*/ 12 w 16"/>
                <a:gd name="T7" fmla="*/ 0 h 7"/>
                <a:gd name="T8" fmla="*/ 15 w 16"/>
                <a:gd name="T9" fmla="*/ 2 h 7"/>
                <a:gd name="T10" fmla="*/ 14 w 16"/>
                <a:gd name="T11" fmla="*/ 5 h 7"/>
                <a:gd name="T12" fmla="*/ 3 w 16"/>
                <a:gd name="T13" fmla="*/ 7 h 7"/>
                <a:gd name="T14" fmla="*/ 3 w 16"/>
                <a:gd name="T1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7">
                  <a:moveTo>
                    <a:pt x="3" y="7"/>
                  </a:moveTo>
                  <a:cubicBezTo>
                    <a:pt x="1" y="7"/>
                    <a:pt x="0" y="7"/>
                    <a:pt x="0" y="6"/>
                  </a:cubicBezTo>
                  <a:cubicBezTo>
                    <a:pt x="0" y="4"/>
                    <a:pt x="1" y="3"/>
                    <a:pt x="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5" y="1"/>
                    <a:pt x="15" y="2"/>
                  </a:cubicBezTo>
                  <a:cubicBezTo>
                    <a:pt x="16" y="3"/>
                    <a:pt x="15" y="5"/>
                    <a:pt x="14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550"/>
            <p:cNvSpPr>
              <a:spLocks/>
            </p:cNvSpPr>
            <p:nvPr/>
          </p:nvSpPr>
          <p:spPr bwMode="auto">
            <a:xfrm>
              <a:off x="4241553" y="3158297"/>
              <a:ext cx="84461" cy="33783"/>
            </a:xfrm>
            <a:custGeom>
              <a:avLst/>
              <a:gdLst>
                <a:gd name="T0" fmla="*/ 15 w 18"/>
                <a:gd name="T1" fmla="*/ 7 h 7"/>
                <a:gd name="T2" fmla="*/ 15 w 18"/>
                <a:gd name="T3" fmla="*/ 7 h 7"/>
                <a:gd name="T4" fmla="*/ 2 w 18"/>
                <a:gd name="T5" fmla="*/ 5 h 7"/>
                <a:gd name="T6" fmla="*/ 0 w 18"/>
                <a:gd name="T7" fmla="*/ 2 h 7"/>
                <a:gd name="T8" fmla="*/ 3 w 18"/>
                <a:gd name="T9" fmla="*/ 0 h 7"/>
                <a:gd name="T10" fmla="*/ 16 w 18"/>
                <a:gd name="T11" fmla="*/ 3 h 7"/>
                <a:gd name="T12" fmla="*/ 18 w 18"/>
                <a:gd name="T13" fmla="*/ 5 h 7"/>
                <a:gd name="T14" fmla="*/ 15 w 18"/>
                <a:gd name="T1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7">
                  <a:moveTo>
                    <a:pt x="15" y="7"/>
                  </a:moveTo>
                  <a:cubicBezTo>
                    <a:pt x="15" y="7"/>
                    <a:pt x="15" y="7"/>
                    <a:pt x="15" y="7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7" y="3"/>
                    <a:pt x="18" y="4"/>
                    <a:pt x="18" y="5"/>
                  </a:cubicBezTo>
                  <a:cubicBezTo>
                    <a:pt x="18" y="7"/>
                    <a:pt x="17" y="7"/>
                    <a:pt x="1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551"/>
            <p:cNvSpPr>
              <a:spLocks/>
            </p:cNvSpPr>
            <p:nvPr/>
          </p:nvSpPr>
          <p:spPr bwMode="auto">
            <a:xfrm>
              <a:off x="4230291" y="3231493"/>
              <a:ext cx="39415" cy="47859"/>
            </a:xfrm>
            <a:custGeom>
              <a:avLst/>
              <a:gdLst>
                <a:gd name="T0" fmla="*/ 3 w 8"/>
                <a:gd name="T1" fmla="*/ 10 h 10"/>
                <a:gd name="T2" fmla="*/ 2 w 8"/>
                <a:gd name="T3" fmla="*/ 10 h 10"/>
                <a:gd name="T4" fmla="*/ 1 w 8"/>
                <a:gd name="T5" fmla="*/ 7 h 10"/>
                <a:gd name="T6" fmla="*/ 3 w 8"/>
                <a:gd name="T7" fmla="*/ 2 h 10"/>
                <a:gd name="T8" fmla="*/ 6 w 8"/>
                <a:gd name="T9" fmla="*/ 1 h 10"/>
                <a:gd name="T10" fmla="*/ 7 w 8"/>
                <a:gd name="T11" fmla="*/ 4 h 10"/>
                <a:gd name="T12" fmla="*/ 5 w 8"/>
                <a:gd name="T13" fmla="*/ 9 h 10"/>
                <a:gd name="T14" fmla="*/ 3 w 8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0">
                  <a:moveTo>
                    <a:pt x="3" y="10"/>
                  </a:moveTo>
                  <a:cubicBezTo>
                    <a:pt x="3" y="10"/>
                    <a:pt x="2" y="10"/>
                    <a:pt x="2" y="10"/>
                  </a:cubicBezTo>
                  <a:cubicBezTo>
                    <a:pt x="1" y="9"/>
                    <a:pt x="0" y="8"/>
                    <a:pt x="1" y="7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1"/>
                    <a:pt x="5" y="0"/>
                    <a:pt x="6" y="1"/>
                  </a:cubicBezTo>
                  <a:cubicBezTo>
                    <a:pt x="7" y="1"/>
                    <a:pt x="8" y="3"/>
                    <a:pt x="7" y="4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10"/>
                    <a:pt x="4" y="10"/>
                    <a:pt x="3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1928779" y="2259521"/>
            <a:ext cx="266538" cy="265362"/>
            <a:chOff x="3822065" y="3087917"/>
            <a:chExt cx="644716" cy="641870"/>
          </a:xfrm>
          <a:solidFill>
            <a:schemeClr val="bg1"/>
          </a:solidFill>
        </p:grpSpPr>
        <p:sp>
          <p:nvSpPr>
            <p:cNvPr id="129" name="Freeform 543"/>
            <p:cNvSpPr>
              <a:spLocks/>
            </p:cNvSpPr>
            <p:nvPr/>
          </p:nvSpPr>
          <p:spPr bwMode="auto">
            <a:xfrm>
              <a:off x="3822065" y="3189265"/>
              <a:ext cx="644715" cy="137946"/>
            </a:xfrm>
            <a:custGeom>
              <a:avLst/>
              <a:gdLst>
                <a:gd name="T0" fmla="*/ 131 w 134"/>
                <a:gd name="T1" fmla="*/ 29 h 29"/>
                <a:gd name="T2" fmla="*/ 15 w 134"/>
                <a:gd name="T3" fmla="*/ 29 h 29"/>
                <a:gd name="T4" fmla="*/ 4 w 134"/>
                <a:gd name="T5" fmla="*/ 24 h 29"/>
                <a:gd name="T6" fmla="*/ 1 w 134"/>
                <a:gd name="T7" fmla="*/ 13 h 29"/>
                <a:gd name="T8" fmla="*/ 16 w 134"/>
                <a:gd name="T9" fmla="*/ 0 h 29"/>
                <a:gd name="T10" fmla="*/ 22 w 134"/>
                <a:gd name="T11" fmla="*/ 0 h 29"/>
                <a:gd name="T12" fmla="*/ 24 w 134"/>
                <a:gd name="T13" fmla="*/ 2 h 29"/>
                <a:gd name="T14" fmla="*/ 22 w 134"/>
                <a:gd name="T15" fmla="*/ 5 h 29"/>
                <a:gd name="T16" fmla="*/ 16 w 134"/>
                <a:gd name="T17" fmla="*/ 5 h 29"/>
                <a:gd name="T18" fmla="*/ 5 w 134"/>
                <a:gd name="T19" fmla="*/ 13 h 29"/>
                <a:gd name="T20" fmla="*/ 8 w 134"/>
                <a:gd name="T21" fmla="*/ 21 h 29"/>
                <a:gd name="T22" fmla="*/ 15 w 134"/>
                <a:gd name="T23" fmla="*/ 24 h 29"/>
                <a:gd name="T24" fmla="*/ 129 w 134"/>
                <a:gd name="T25" fmla="*/ 24 h 29"/>
                <a:gd name="T26" fmla="*/ 129 w 134"/>
                <a:gd name="T27" fmla="*/ 11 h 29"/>
                <a:gd name="T28" fmla="*/ 123 w 134"/>
                <a:gd name="T29" fmla="*/ 5 h 29"/>
                <a:gd name="T30" fmla="*/ 116 w 134"/>
                <a:gd name="T31" fmla="*/ 5 h 29"/>
                <a:gd name="T32" fmla="*/ 114 w 134"/>
                <a:gd name="T33" fmla="*/ 2 h 29"/>
                <a:gd name="T34" fmla="*/ 116 w 134"/>
                <a:gd name="T35" fmla="*/ 0 h 29"/>
                <a:gd name="T36" fmla="*/ 123 w 134"/>
                <a:gd name="T37" fmla="*/ 0 h 29"/>
                <a:gd name="T38" fmla="*/ 134 w 134"/>
                <a:gd name="T39" fmla="*/ 11 h 29"/>
                <a:gd name="T40" fmla="*/ 134 w 134"/>
                <a:gd name="T41" fmla="*/ 27 h 29"/>
                <a:gd name="T42" fmla="*/ 131 w 134"/>
                <a:gd name="T4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4" h="29">
                  <a:moveTo>
                    <a:pt x="131" y="29"/>
                  </a:moveTo>
                  <a:cubicBezTo>
                    <a:pt x="15" y="29"/>
                    <a:pt x="15" y="29"/>
                    <a:pt x="15" y="29"/>
                  </a:cubicBezTo>
                  <a:cubicBezTo>
                    <a:pt x="11" y="29"/>
                    <a:pt x="7" y="27"/>
                    <a:pt x="4" y="24"/>
                  </a:cubicBezTo>
                  <a:cubicBezTo>
                    <a:pt x="2" y="21"/>
                    <a:pt x="0" y="17"/>
                    <a:pt x="1" y="13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0"/>
                    <a:pt x="24" y="1"/>
                    <a:pt x="24" y="2"/>
                  </a:cubicBezTo>
                  <a:cubicBezTo>
                    <a:pt x="24" y="4"/>
                    <a:pt x="23" y="5"/>
                    <a:pt x="22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0" y="5"/>
                    <a:pt x="6" y="9"/>
                    <a:pt x="5" y="13"/>
                  </a:cubicBezTo>
                  <a:cubicBezTo>
                    <a:pt x="5" y="16"/>
                    <a:pt x="6" y="19"/>
                    <a:pt x="8" y="21"/>
                  </a:cubicBezTo>
                  <a:cubicBezTo>
                    <a:pt x="10" y="23"/>
                    <a:pt x="12" y="24"/>
                    <a:pt x="15" y="24"/>
                  </a:cubicBezTo>
                  <a:cubicBezTo>
                    <a:pt x="129" y="24"/>
                    <a:pt x="129" y="24"/>
                    <a:pt x="129" y="24"/>
                  </a:cubicBezTo>
                  <a:cubicBezTo>
                    <a:pt x="129" y="11"/>
                    <a:pt x="129" y="11"/>
                    <a:pt x="129" y="11"/>
                  </a:cubicBezTo>
                  <a:cubicBezTo>
                    <a:pt x="129" y="8"/>
                    <a:pt x="126" y="5"/>
                    <a:pt x="123" y="5"/>
                  </a:cubicBezTo>
                  <a:cubicBezTo>
                    <a:pt x="116" y="5"/>
                    <a:pt x="116" y="5"/>
                    <a:pt x="116" y="5"/>
                  </a:cubicBezTo>
                  <a:cubicBezTo>
                    <a:pt x="115" y="5"/>
                    <a:pt x="114" y="4"/>
                    <a:pt x="114" y="2"/>
                  </a:cubicBezTo>
                  <a:cubicBezTo>
                    <a:pt x="114" y="1"/>
                    <a:pt x="115" y="0"/>
                    <a:pt x="116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9" y="0"/>
                    <a:pt x="134" y="5"/>
                    <a:pt x="134" y="11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8"/>
                    <a:pt x="133" y="29"/>
                    <a:pt x="13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544"/>
            <p:cNvSpPr>
              <a:spLocks/>
            </p:cNvSpPr>
            <p:nvPr/>
          </p:nvSpPr>
          <p:spPr bwMode="auto">
            <a:xfrm>
              <a:off x="3824881" y="3245569"/>
              <a:ext cx="641900" cy="484218"/>
            </a:xfrm>
            <a:custGeom>
              <a:avLst/>
              <a:gdLst>
                <a:gd name="T0" fmla="*/ 122 w 133"/>
                <a:gd name="T1" fmla="*/ 101 h 101"/>
                <a:gd name="T2" fmla="*/ 119 w 133"/>
                <a:gd name="T3" fmla="*/ 101 h 101"/>
                <a:gd name="T4" fmla="*/ 117 w 133"/>
                <a:gd name="T5" fmla="*/ 99 h 101"/>
                <a:gd name="T6" fmla="*/ 119 w 133"/>
                <a:gd name="T7" fmla="*/ 96 h 101"/>
                <a:gd name="T8" fmla="*/ 122 w 133"/>
                <a:gd name="T9" fmla="*/ 96 h 101"/>
                <a:gd name="T10" fmla="*/ 128 w 133"/>
                <a:gd name="T11" fmla="*/ 90 h 101"/>
                <a:gd name="T12" fmla="*/ 128 w 133"/>
                <a:gd name="T13" fmla="*/ 17 h 101"/>
                <a:gd name="T14" fmla="*/ 14 w 133"/>
                <a:gd name="T15" fmla="*/ 17 h 101"/>
                <a:gd name="T16" fmla="*/ 4 w 133"/>
                <a:gd name="T17" fmla="*/ 13 h 101"/>
                <a:gd name="T18" fmla="*/ 4 w 133"/>
                <a:gd name="T19" fmla="*/ 90 h 101"/>
                <a:gd name="T20" fmla="*/ 11 w 133"/>
                <a:gd name="T21" fmla="*/ 96 h 101"/>
                <a:gd name="T22" fmla="*/ 101 w 133"/>
                <a:gd name="T23" fmla="*/ 96 h 101"/>
                <a:gd name="T24" fmla="*/ 103 w 133"/>
                <a:gd name="T25" fmla="*/ 99 h 101"/>
                <a:gd name="T26" fmla="*/ 101 w 133"/>
                <a:gd name="T27" fmla="*/ 101 h 101"/>
                <a:gd name="T28" fmla="*/ 11 w 133"/>
                <a:gd name="T29" fmla="*/ 101 h 101"/>
                <a:gd name="T30" fmla="*/ 0 w 133"/>
                <a:gd name="T31" fmla="*/ 90 h 101"/>
                <a:gd name="T32" fmla="*/ 0 w 133"/>
                <a:gd name="T33" fmla="*/ 2 h 101"/>
                <a:gd name="T34" fmla="*/ 2 w 133"/>
                <a:gd name="T35" fmla="*/ 0 h 101"/>
                <a:gd name="T36" fmla="*/ 4 w 133"/>
                <a:gd name="T37" fmla="*/ 2 h 101"/>
                <a:gd name="T38" fmla="*/ 14 w 133"/>
                <a:gd name="T39" fmla="*/ 12 h 101"/>
                <a:gd name="T40" fmla="*/ 130 w 133"/>
                <a:gd name="T41" fmla="*/ 12 h 101"/>
                <a:gd name="T42" fmla="*/ 133 w 133"/>
                <a:gd name="T43" fmla="*/ 15 h 101"/>
                <a:gd name="T44" fmla="*/ 133 w 133"/>
                <a:gd name="T45" fmla="*/ 90 h 101"/>
                <a:gd name="T46" fmla="*/ 122 w 133"/>
                <a:gd name="T4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3" h="101">
                  <a:moveTo>
                    <a:pt x="122" y="101"/>
                  </a:moveTo>
                  <a:cubicBezTo>
                    <a:pt x="119" y="101"/>
                    <a:pt x="119" y="101"/>
                    <a:pt x="119" y="101"/>
                  </a:cubicBezTo>
                  <a:cubicBezTo>
                    <a:pt x="118" y="101"/>
                    <a:pt x="117" y="100"/>
                    <a:pt x="117" y="99"/>
                  </a:cubicBezTo>
                  <a:cubicBezTo>
                    <a:pt x="117" y="97"/>
                    <a:pt x="118" y="96"/>
                    <a:pt x="119" y="96"/>
                  </a:cubicBezTo>
                  <a:cubicBezTo>
                    <a:pt x="122" y="96"/>
                    <a:pt x="122" y="96"/>
                    <a:pt x="122" y="96"/>
                  </a:cubicBezTo>
                  <a:cubicBezTo>
                    <a:pt x="125" y="96"/>
                    <a:pt x="128" y="93"/>
                    <a:pt x="128" y="90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0" y="17"/>
                    <a:pt x="7" y="15"/>
                    <a:pt x="4" y="13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3"/>
                    <a:pt x="7" y="96"/>
                    <a:pt x="11" y="96"/>
                  </a:cubicBezTo>
                  <a:cubicBezTo>
                    <a:pt x="101" y="96"/>
                    <a:pt x="101" y="96"/>
                    <a:pt x="101" y="96"/>
                  </a:cubicBezTo>
                  <a:cubicBezTo>
                    <a:pt x="102" y="96"/>
                    <a:pt x="103" y="97"/>
                    <a:pt x="103" y="99"/>
                  </a:cubicBezTo>
                  <a:cubicBezTo>
                    <a:pt x="103" y="100"/>
                    <a:pt x="102" y="101"/>
                    <a:pt x="101" y="101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5" y="101"/>
                    <a:pt x="0" y="96"/>
                    <a:pt x="0" y="9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8"/>
                    <a:pt x="9" y="12"/>
                    <a:pt x="14" y="12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32" y="12"/>
                    <a:pt x="133" y="13"/>
                    <a:pt x="133" y="15"/>
                  </a:cubicBezTo>
                  <a:cubicBezTo>
                    <a:pt x="133" y="90"/>
                    <a:pt x="133" y="90"/>
                    <a:pt x="133" y="90"/>
                  </a:cubicBezTo>
                  <a:cubicBezTo>
                    <a:pt x="133" y="96"/>
                    <a:pt x="128" y="101"/>
                    <a:pt x="122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545"/>
            <p:cNvSpPr>
              <a:spLocks noEditPoints="1"/>
            </p:cNvSpPr>
            <p:nvPr/>
          </p:nvSpPr>
          <p:spPr bwMode="auto">
            <a:xfrm>
              <a:off x="4193692" y="3417298"/>
              <a:ext cx="273089" cy="180174"/>
            </a:xfrm>
            <a:custGeom>
              <a:avLst/>
              <a:gdLst>
                <a:gd name="T0" fmla="*/ 18 w 57"/>
                <a:gd name="T1" fmla="*/ 37 h 37"/>
                <a:gd name="T2" fmla="*/ 0 w 57"/>
                <a:gd name="T3" fmla="*/ 19 h 37"/>
                <a:gd name="T4" fmla="*/ 18 w 57"/>
                <a:gd name="T5" fmla="*/ 0 h 37"/>
                <a:gd name="T6" fmla="*/ 30 w 57"/>
                <a:gd name="T7" fmla="*/ 4 h 37"/>
                <a:gd name="T8" fmla="*/ 54 w 57"/>
                <a:gd name="T9" fmla="*/ 4 h 37"/>
                <a:gd name="T10" fmla="*/ 57 w 57"/>
                <a:gd name="T11" fmla="*/ 6 h 37"/>
                <a:gd name="T12" fmla="*/ 57 w 57"/>
                <a:gd name="T13" fmla="*/ 31 h 37"/>
                <a:gd name="T14" fmla="*/ 54 w 57"/>
                <a:gd name="T15" fmla="*/ 33 h 37"/>
                <a:gd name="T16" fmla="*/ 30 w 57"/>
                <a:gd name="T17" fmla="*/ 33 h 37"/>
                <a:gd name="T18" fmla="*/ 18 w 57"/>
                <a:gd name="T19" fmla="*/ 37 h 37"/>
                <a:gd name="T20" fmla="*/ 18 w 57"/>
                <a:gd name="T21" fmla="*/ 5 h 37"/>
                <a:gd name="T22" fmla="*/ 4 w 57"/>
                <a:gd name="T23" fmla="*/ 19 h 37"/>
                <a:gd name="T24" fmla="*/ 18 w 57"/>
                <a:gd name="T25" fmla="*/ 32 h 37"/>
                <a:gd name="T26" fmla="*/ 27 w 57"/>
                <a:gd name="T27" fmla="*/ 29 h 37"/>
                <a:gd name="T28" fmla="*/ 29 w 57"/>
                <a:gd name="T29" fmla="*/ 29 h 37"/>
                <a:gd name="T30" fmla="*/ 52 w 57"/>
                <a:gd name="T31" fmla="*/ 29 h 37"/>
                <a:gd name="T32" fmla="*/ 52 w 57"/>
                <a:gd name="T33" fmla="*/ 9 h 37"/>
                <a:gd name="T34" fmla="*/ 29 w 57"/>
                <a:gd name="T35" fmla="*/ 9 h 37"/>
                <a:gd name="T36" fmla="*/ 27 w 57"/>
                <a:gd name="T37" fmla="*/ 8 h 37"/>
                <a:gd name="T38" fmla="*/ 18 w 57"/>
                <a:gd name="T39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7" h="37">
                  <a:moveTo>
                    <a:pt x="18" y="37"/>
                  </a:move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2" y="0"/>
                    <a:pt x="26" y="1"/>
                    <a:pt x="30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6" y="4"/>
                    <a:pt x="57" y="5"/>
                    <a:pt x="57" y="6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7" y="32"/>
                    <a:pt x="56" y="33"/>
                    <a:pt x="54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26" y="36"/>
                    <a:pt x="22" y="37"/>
                    <a:pt x="18" y="37"/>
                  </a:cubicBezTo>
                  <a:close/>
                  <a:moveTo>
                    <a:pt x="18" y="5"/>
                  </a:moveTo>
                  <a:cubicBezTo>
                    <a:pt x="11" y="5"/>
                    <a:pt x="4" y="11"/>
                    <a:pt x="4" y="19"/>
                  </a:cubicBezTo>
                  <a:cubicBezTo>
                    <a:pt x="4" y="26"/>
                    <a:pt x="11" y="32"/>
                    <a:pt x="18" y="32"/>
                  </a:cubicBezTo>
                  <a:cubicBezTo>
                    <a:pt x="21" y="32"/>
                    <a:pt x="25" y="31"/>
                    <a:pt x="27" y="29"/>
                  </a:cubicBezTo>
                  <a:cubicBezTo>
                    <a:pt x="28" y="29"/>
                    <a:pt x="28" y="29"/>
                    <a:pt x="29" y="29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9"/>
                    <a:pt x="28" y="9"/>
                    <a:pt x="27" y="8"/>
                  </a:cubicBezTo>
                  <a:cubicBezTo>
                    <a:pt x="25" y="6"/>
                    <a:pt x="21" y="5"/>
                    <a:pt x="1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546"/>
            <p:cNvSpPr>
              <a:spLocks/>
            </p:cNvSpPr>
            <p:nvPr/>
          </p:nvSpPr>
          <p:spPr bwMode="auto">
            <a:xfrm>
              <a:off x="4235922" y="3462341"/>
              <a:ext cx="90091" cy="90087"/>
            </a:xfrm>
            <a:custGeom>
              <a:avLst/>
              <a:gdLst>
                <a:gd name="T0" fmla="*/ 9 w 19"/>
                <a:gd name="T1" fmla="*/ 19 h 19"/>
                <a:gd name="T2" fmla="*/ 0 w 19"/>
                <a:gd name="T3" fmla="*/ 10 h 19"/>
                <a:gd name="T4" fmla="*/ 2 w 19"/>
                <a:gd name="T5" fmla="*/ 7 h 19"/>
                <a:gd name="T6" fmla="*/ 5 w 19"/>
                <a:gd name="T7" fmla="*/ 10 h 19"/>
                <a:gd name="T8" fmla="*/ 9 w 19"/>
                <a:gd name="T9" fmla="*/ 14 h 19"/>
                <a:gd name="T10" fmla="*/ 14 w 19"/>
                <a:gd name="T11" fmla="*/ 10 h 19"/>
                <a:gd name="T12" fmla="*/ 9 w 19"/>
                <a:gd name="T13" fmla="*/ 5 h 19"/>
                <a:gd name="T14" fmla="*/ 7 w 19"/>
                <a:gd name="T15" fmla="*/ 3 h 19"/>
                <a:gd name="T16" fmla="*/ 9 w 19"/>
                <a:gd name="T17" fmla="*/ 0 h 19"/>
                <a:gd name="T18" fmla="*/ 19 w 19"/>
                <a:gd name="T19" fmla="*/ 10 h 19"/>
                <a:gd name="T20" fmla="*/ 9 w 19"/>
                <a:gd name="T2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9">
                  <a:moveTo>
                    <a:pt x="9" y="19"/>
                  </a:moveTo>
                  <a:cubicBezTo>
                    <a:pt x="4" y="19"/>
                    <a:pt x="0" y="15"/>
                    <a:pt x="0" y="10"/>
                  </a:cubicBezTo>
                  <a:cubicBezTo>
                    <a:pt x="0" y="8"/>
                    <a:pt x="1" y="7"/>
                    <a:pt x="2" y="7"/>
                  </a:cubicBezTo>
                  <a:cubicBezTo>
                    <a:pt x="4" y="7"/>
                    <a:pt x="5" y="8"/>
                    <a:pt x="5" y="10"/>
                  </a:cubicBezTo>
                  <a:cubicBezTo>
                    <a:pt x="5" y="12"/>
                    <a:pt x="7" y="14"/>
                    <a:pt x="9" y="14"/>
                  </a:cubicBezTo>
                  <a:cubicBezTo>
                    <a:pt x="12" y="14"/>
                    <a:pt x="14" y="12"/>
                    <a:pt x="14" y="10"/>
                  </a:cubicBezTo>
                  <a:cubicBezTo>
                    <a:pt x="14" y="7"/>
                    <a:pt x="12" y="5"/>
                    <a:pt x="9" y="5"/>
                  </a:cubicBezTo>
                  <a:cubicBezTo>
                    <a:pt x="8" y="5"/>
                    <a:pt x="7" y="4"/>
                    <a:pt x="7" y="3"/>
                  </a:cubicBezTo>
                  <a:cubicBezTo>
                    <a:pt x="7" y="1"/>
                    <a:pt x="8" y="0"/>
                    <a:pt x="9" y="0"/>
                  </a:cubicBezTo>
                  <a:cubicBezTo>
                    <a:pt x="14" y="0"/>
                    <a:pt x="19" y="4"/>
                    <a:pt x="19" y="10"/>
                  </a:cubicBezTo>
                  <a:cubicBezTo>
                    <a:pt x="19" y="15"/>
                    <a:pt x="14" y="19"/>
                    <a:pt x="9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547"/>
            <p:cNvSpPr>
              <a:spLocks/>
            </p:cNvSpPr>
            <p:nvPr/>
          </p:nvSpPr>
          <p:spPr bwMode="auto">
            <a:xfrm>
              <a:off x="4086708" y="3090732"/>
              <a:ext cx="326581" cy="236479"/>
            </a:xfrm>
            <a:custGeom>
              <a:avLst/>
              <a:gdLst>
                <a:gd name="T0" fmla="*/ 50 w 68"/>
                <a:gd name="T1" fmla="*/ 49 h 49"/>
                <a:gd name="T2" fmla="*/ 49 w 68"/>
                <a:gd name="T3" fmla="*/ 49 h 49"/>
                <a:gd name="T4" fmla="*/ 48 w 68"/>
                <a:gd name="T5" fmla="*/ 46 h 49"/>
                <a:gd name="T6" fmla="*/ 63 w 68"/>
                <a:gd name="T7" fmla="*/ 14 h 49"/>
                <a:gd name="T8" fmla="*/ 25 w 68"/>
                <a:gd name="T9" fmla="*/ 6 h 49"/>
                <a:gd name="T10" fmla="*/ 5 w 68"/>
                <a:gd name="T11" fmla="*/ 48 h 49"/>
                <a:gd name="T12" fmla="*/ 2 w 68"/>
                <a:gd name="T13" fmla="*/ 49 h 49"/>
                <a:gd name="T14" fmla="*/ 1 w 68"/>
                <a:gd name="T15" fmla="*/ 45 h 49"/>
                <a:gd name="T16" fmla="*/ 22 w 68"/>
                <a:gd name="T17" fmla="*/ 2 h 49"/>
                <a:gd name="T18" fmla="*/ 25 w 68"/>
                <a:gd name="T19" fmla="*/ 1 h 49"/>
                <a:gd name="T20" fmla="*/ 66 w 68"/>
                <a:gd name="T21" fmla="*/ 10 h 49"/>
                <a:gd name="T22" fmla="*/ 68 w 68"/>
                <a:gd name="T23" fmla="*/ 12 h 49"/>
                <a:gd name="T24" fmla="*/ 68 w 68"/>
                <a:gd name="T25" fmla="*/ 14 h 49"/>
                <a:gd name="T26" fmla="*/ 52 w 68"/>
                <a:gd name="T27" fmla="*/ 48 h 49"/>
                <a:gd name="T28" fmla="*/ 50 w 68"/>
                <a:gd name="T2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49">
                  <a:moveTo>
                    <a:pt x="50" y="49"/>
                  </a:moveTo>
                  <a:cubicBezTo>
                    <a:pt x="50" y="49"/>
                    <a:pt x="50" y="49"/>
                    <a:pt x="49" y="49"/>
                  </a:cubicBezTo>
                  <a:cubicBezTo>
                    <a:pt x="48" y="48"/>
                    <a:pt x="48" y="47"/>
                    <a:pt x="48" y="46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4" y="49"/>
                    <a:pt x="3" y="49"/>
                    <a:pt x="2" y="49"/>
                  </a:cubicBezTo>
                  <a:cubicBezTo>
                    <a:pt x="1" y="48"/>
                    <a:pt x="0" y="47"/>
                    <a:pt x="1" y="45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1"/>
                    <a:pt x="24" y="0"/>
                    <a:pt x="25" y="1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7" y="10"/>
                    <a:pt x="68" y="11"/>
                    <a:pt x="68" y="12"/>
                  </a:cubicBezTo>
                  <a:cubicBezTo>
                    <a:pt x="68" y="12"/>
                    <a:pt x="68" y="13"/>
                    <a:pt x="68" y="14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8"/>
                    <a:pt x="51" y="49"/>
                    <a:pt x="50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548"/>
            <p:cNvSpPr>
              <a:spLocks/>
            </p:cNvSpPr>
            <p:nvPr/>
          </p:nvSpPr>
          <p:spPr bwMode="auto">
            <a:xfrm>
              <a:off x="3903710" y="3087917"/>
              <a:ext cx="259012" cy="239294"/>
            </a:xfrm>
            <a:custGeom>
              <a:avLst/>
              <a:gdLst>
                <a:gd name="T0" fmla="*/ 10 w 54"/>
                <a:gd name="T1" fmla="*/ 50 h 50"/>
                <a:gd name="T2" fmla="*/ 8 w 54"/>
                <a:gd name="T3" fmla="*/ 48 h 50"/>
                <a:gd name="T4" fmla="*/ 0 w 54"/>
                <a:gd name="T5" fmla="*/ 12 h 50"/>
                <a:gd name="T6" fmla="*/ 0 w 54"/>
                <a:gd name="T7" fmla="*/ 10 h 50"/>
                <a:gd name="T8" fmla="*/ 2 w 54"/>
                <a:gd name="T9" fmla="*/ 9 h 50"/>
                <a:gd name="T10" fmla="*/ 43 w 54"/>
                <a:gd name="T11" fmla="*/ 0 h 50"/>
                <a:gd name="T12" fmla="*/ 46 w 54"/>
                <a:gd name="T13" fmla="*/ 2 h 50"/>
                <a:gd name="T14" fmla="*/ 53 w 54"/>
                <a:gd name="T15" fmla="*/ 26 h 50"/>
                <a:gd name="T16" fmla="*/ 52 w 54"/>
                <a:gd name="T17" fmla="*/ 29 h 50"/>
                <a:gd name="T18" fmla="*/ 49 w 54"/>
                <a:gd name="T19" fmla="*/ 28 h 50"/>
                <a:gd name="T20" fmla="*/ 42 w 54"/>
                <a:gd name="T21" fmla="*/ 6 h 50"/>
                <a:gd name="T22" fmla="*/ 5 w 54"/>
                <a:gd name="T23" fmla="*/ 13 h 50"/>
                <a:gd name="T24" fmla="*/ 12 w 54"/>
                <a:gd name="T25" fmla="*/ 47 h 50"/>
                <a:gd name="T26" fmla="*/ 10 w 54"/>
                <a:gd name="T27" fmla="*/ 50 h 50"/>
                <a:gd name="T28" fmla="*/ 10 w 54"/>
                <a:gd name="T2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" h="50">
                  <a:moveTo>
                    <a:pt x="10" y="50"/>
                  </a:moveTo>
                  <a:cubicBezTo>
                    <a:pt x="9" y="50"/>
                    <a:pt x="8" y="49"/>
                    <a:pt x="8" y="4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0" y="10"/>
                    <a:pt x="1" y="9"/>
                    <a:pt x="2" y="9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4" y="27"/>
                    <a:pt x="53" y="29"/>
                    <a:pt x="52" y="29"/>
                  </a:cubicBezTo>
                  <a:cubicBezTo>
                    <a:pt x="50" y="30"/>
                    <a:pt x="49" y="29"/>
                    <a:pt x="49" y="28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8"/>
                    <a:pt x="12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549"/>
            <p:cNvSpPr>
              <a:spLocks/>
            </p:cNvSpPr>
            <p:nvPr/>
          </p:nvSpPr>
          <p:spPr bwMode="auto">
            <a:xfrm>
              <a:off x="3999432" y="3158297"/>
              <a:ext cx="76014" cy="33783"/>
            </a:xfrm>
            <a:custGeom>
              <a:avLst/>
              <a:gdLst>
                <a:gd name="T0" fmla="*/ 3 w 16"/>
                <a:gd name="T1" fmla="*/ 7 h 7"/>
                <a:gd name="T2" fmla="*/ 0 w 16"/>
                <a:gd name="T3" fmla="*/ 6 h 7"/>
                <a:gd name="T4" fmla="*/ 2 w 16"/>
                <a:gd name="T5" fmla="*/ 3 h 7"/>
                <a:gd name="T6" fmla="*/ 12 w 16"/>
                <a:gd name="T7" fmla="*/ 0 h 7"/>
                <a:gd name="T8" fmla="*/ 15 w 16"/>
                <a:gd name="T9" fmla="*/ 2 h 7"/>
                <a:gd name="T10" fmla="*/ 14 w 16"/>
                <a:gd name="T11" fmla="*/ 5 h 7"/>
                <a:gd name="T12" fmla="*/ 3 w 16"/>
                <a:gd name="T13" fmla="*/ 7 h 7"/>
                <a:gd name="T14" fmla="*/ 3 w 16"/>
                <a:gd name="T1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7">
                  <a:moveTo>
                    <a:pt x="3" y="7"/>
                  </a:moveTo>
                  <a:cubicBezTo>
                    <a:pt x="1" y="7"/>
                    <a:pt x="0" y="7"/>
                    <a:pt x="0" y="6"/>
                  </a:cubicBezTo>
                  <a:cubicBezTo>
                    <a:pt x="0" y="4"/>
                    <a:pt x="1" y="3"/>
                    <a:pt x="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5" y="1"/>
                    <a:pt x="15" y="2"/>
                  </a:cubicBezTo>
                  <a:cubicBezTo>
                    <a:pt x="16" y="3"/>
                    <a:pt x="15" y="5"/>
                    <a:pt x="14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550"/>
            <p:cNvSpPr>
              <a:spLocks/>
            </p:cNvSpPr>
            <p:nvPr/>
          </p:nvSpPr>
          <p:spPr bwMode="auto">
            <a:xfrm>
              <a:off x="4241553" y="3158297"/>
              <a:ext cx="84461" cy="33783"/>
            </a:xfrm>
            <a:custGeom>
              <a:avLst/>
              <a:gdLst>
                <a:gd name="T0" fmla="*/ 15 w 18"/>
                <a:gd name="T1" fmla="*/ 7 h 7"/>
                <a:gd name="T2" fmla="*/ 15 w 18"/>
                <a:gd name="T3" fmla="*/ 7 h 7"/>
                <a:gd name="T4" fmla="*/ 2 w 18"/>
                <a:gd name="T5" fmla="*/ 5 h 7"/>
                <a:gd name="T6" fmla="*/ 0 w 18"/>
                <a:gd name="T7" fmla="*/ 2 h 7"/>
                <a:gd name="T8" fmla="*/ 3 w 18"/>
                <a:gd name="T9" fmla="*/ 0 h 7"/>
                <a:gd name="T10" fmla="*/ 16 w 18"/>
                <a:gd name="T11" fmla="*/ 3 h 7"/>
                <a:gd name="T12" fmla="*/ 18 w 18"/>
                <a:gd name="T13" fmla="*/ 5 h 7"/>
                <a:gd name="T14" fmla="*/ 15 w 18"/>
                <a:gd name="T1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7">
                  <a:moveTo>
                    <a:pt x="15" y="7"/>
                  </a:moveTo>
                  <a:cubicBezTo>
                    <a:pt x="15" y="7"/>
                    <a:pt x="15" y="7"/>
                    <a:pt x="15" y="7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7" y="3"/>
                    <a:pt x="18" y="4"/>
                    <a:pt x="18" y="5"/>
                  </a:cubicBezTo>
                  <a:cubicBezTo>
                    <a:pt x="18" y="7"/>
                    <a:pt x="17" y="7"/>
                    <a:pt x="1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551"/>
            <p:cNvSpPr>
              <a:spLocks/>
            </p:cNvSpPr>
            <p:nvPr/>
          </p:nvSpPr>
          <p:spPr bwMode="auto">
            <a:xfrm>
              <a:off x="4230291" y="3231493"/>
              <a:ext cx="39415" cy="47859"/>
            </a:xfrm>
            <a:custGeom>
              <a:avLst/>
              <a:gdLst>
                <a:gd name="T0" fmla="*/ 3 w 8"/>
                <a:gd name="T1" fmla="*/ 10 h 10"/>
                <a:gd name="T2" fmla="*/ 2 w 8"/>
                <a:gd name="T3" fmla="*/ 10 h 10"/>
                <a:gd name="T4" fmla="*/ 1 w 8"/>
                <a:gd name="T5" fmla="*/ 7 h 10"/>
                <a:gd name="T6" fmla="*/ 3 w 8"/>
                <a:gd name="T7" fmla="*/ 2 h 10"/>
                <a:gd name="T8" fmla="*/ 6 w 8"/>
                <a:gd name="T9" fmla="*/ 1 h 10"/>
                <a:gd name="T10" fmla="*/ 7 w 8"/>
                <a:gd name="T11" fmla="*/ 4 h 10"/>
                <a:gd name="T12" fmla="*/ 5 w 8"/>
                <a:gd name="T13" fmla="*/ 9 h 10"/>
                <a:gd name="T14" fmla="*/ 3 w 8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0">
                  <a:moveTo>
                    <a:pt x="3" y="10"/>
                  </a:moveTo>
                  <a:cubicBezTo>
                    <a:pt x="3" y="10"/>
                    <a:pt x="2" y="10"/>
                    <a:pt x="2" y="10"/>
                  </a:cubicBezTo>
                  <a:cubicBezTo>
                    <a:pt x="1" y="9"/>
                    <a:pt x="0" y="8"/>
                    <a:pt x="1" y="7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1"/>
                    <a:pt x="5" y="0"/>
                    <a:pt x="6" y="1"/>
                  </a:cubicBezTo>
                  <a:cubicBezTo>
                    <a:pt x="7" y="1"/>
                    <a:pt x="8" y="3"/>
                    <a:pt x="7" y="4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10"/>
                    <a:pt x="4" y="10"/>
                    <a:pt x="3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8" name="Freeform: Shape 10">
            <a:extLst>
              <a:ext uri="{FF2B5EF4-FFF2-40B4-BE49-F238E27FC236}">
                <a16:creationId xmlns:a16="http://schemas.microsoft.com/office/drawing/2014/main" id="{55318AB8-BB3C-4BC2-985D-143467AEF2B7}"/>
              </a:ext>
            </a:extLst>
          </p:cNvPr>
          <p:cNvSpPr>
            <a:spLocks noChangeAspect="1"/>
          </p:cNvSpPr>
          <p:nvPr/>
        </p:nvSpPr>
        <p:spPr>
          <a:xfrm>
            <a:off x="2712206" y="2468797"/>
            <a:ext cx="287812" cy="287814"/>
          </a:xfrm>
          <a:custGeom>
            <a:avLst/>
            <a:gdLst>
              <a:gd name="connsiteX0" fmla="*/ 1254298 w 1710405"/>
              <a:gd name="connsiteY0" fmla="*/ 1482352 h 1710412"/>
              <a:gd name="connsiteX1" fmla="*/ 1254298 w 1710405"/>
              <a:gd name="connsiteY1" fmla="*/ 1539366 h 1710412"/>
              <a:gd name="connsiteX2" fmla="*/ 1311311 w 1710405"/>
              <a:gd name="connsiteY2" fmla="*/ 1539366 h 1710412"/>
              <a:gd name="connsiteX3" fmla="*/ 1311311 w 1710405"/>
              <a:gd name="connsiteY3" fmla="*/ 1482352 h 1710412"/>
              <a:gd name="connsiteX4" fmla="*/ 1026244 w 1710405"/>
              <a:gd name="connsiteY4" fmla="*/ 1482352 h 1710412"/>
              <a:gd name="connsiteX5" fmla="*/ 1026244 w 1710405"/>
              <a:gd name="connsiteY5" fmla="*/ 1539366 h 1710412"/>
              <a:gd name="connsiteX6" fmla="*/ 1083257 w 1710405"/>
              <a:gd name="connsiteY6" fmla="*/ 1539366 h 1710412"/>
              <a:gd name="connsiteX7" fmla="*/ 1083257 w 1710405"/>
              <a:gd name="connsiteY7" fmla="*/ 1482352 h 1710412"/>
              <a:gd name="connsiteX8" fmla="*/ 1225790 w 1710405"/>
              <a:gd name="connsiteY8" fmla="*/ 1425338 h 1710412"/>
              <a:gd name="connsiteX9" fmla="*/ 1339818 w 1710405"/>
              <a:gd name="connsiteY9" fmla="*/ 1425338 h 1710412"/>
              <a:gd name="connsiteX10" fmla="*/ 1368325 w 1710405"/>
              <a:gd name="connsiteY10" fmla="*/ 1453845 h 1710412"/>
              <a:gd name="connsiteX11" fmla="*/ 1368325 w 1710405"/>
              <a:gd name="connsiteY11" fmla="*/ 1567873 h 1710412"/>
              <a:gd name="connsiteX12" fmla="*/ 1339818 w 1710405"/>
              <a:gd name="connsiteY12" fmla="*/ 1596380 h 1710412"/>
              <a:gd name="connsiteX13" fmla="*/ 1225790 w 1710405"/>
              <a:gd name="connsiteY13" fmla="*/ 1596380 h 1710412"/>
              <a:gd name="connsiteX14" fmla="*/ 1197283 w 1710405"/>
              <a:gd name="connsiteY14" fmla="*/ 1567873 h 1710412"/>
              <a:gd name="connsiteX15" fmla="*/ 1197283 w 1710405"/>
              <a:gd name="connsiteY15" fmla="*/ 1453845 h 1710412"/>
              <a:gd name="connsiteX16" fmla="*/ 1225790 w 1710405"/>
              <a:gd name="connsiteY16" fmla="*/ 1425338 h 1710412"/>
              <a:gd name="connsiteX17" fmla="*/ 997736 w 1710405"/>
              <a:gd name="connsiteY17" fmla="*/ 1425338 h 1710412"/>
              <a:gd name="connsiteX18" fmla="*/ 1111764 w 1710405"/>
              <a:gd name="connsiteY18" fmla="*/ 1425338 h 1710412"/>
              <a:gd name="connsiteX19" fmla="*/ 1140271 w 1710405"/>
              <a:gd name="connsiteY19" fmla="*/ 1453845 h 1710412"/>
              <a:gd name="connsiteX20" fmla="*/ 1140271 w 1710405"/>
              <a:gd name="connsiteY20" fmla="*/ 1567873 h 1710412"/>
              <a:gd name="connsiteX21" fmla="*/ 1111764 w 1710405"/>
              <a:gd name="connsiteY21" fmla="*/ 1596380 h 1710412"/>
              <a:gd name="connsiteX22" fmla="*/ 997736 w 1710405"/>
              <a:gd name="connsiteY22" fmla="*/ 1596380 h 1710412"/>
              <a:gd name="connsiteX23" fmla="*/ 969229 w 1710405"/>
              <a:gd name="connsiteY23" fmla="*/ 1567873 h 1710412"/>
              <a:gd name="connsiteX24" fmla="*/ 969229 w 1710405"/>
              <a:gd name="connsiteY24" fmla="*/ 1453845 h 1710412"/>
              <a:gd name="connsiteX25" fmla="*/ 997736 w 1710405"/>
              <a:gd name="connsiteY25" fmla="*/ 1425338 h 1710412"/>
              <a:gd name="connsiteX26" fmla="*/ 1482351 w 1710405"/>
              <a:gd name="connsiteY26" fmla="*/ 1254298 h 1710412"/>
              <a:gd name="connsiteX27" fmla="*/ 1482351 w 1710405"/>
              <a:gd name="connsiteY27" fmla="*/ 1539366 h 1710412"/>
              <a:gd name="connsiteX28" fmla="*/ 1539365 w 1710405"/>
              <a:gd name="connsiteY28" fmla="*/ 1539366 h 1710412"/>
              <a:gd name="connsiteX29" fmla="*/ 1539365 w 1710405"/>
              <a:gd name="connsiteY29" fmla="*/ 1254298 h 1710412"/>
              <a:gd name="connsiteX30" fmla="*/ 1254298 w 1710405"/>
              <a:gd name="connsiteY30" fmla="*/ 1254298 h 1710412"/>
              <a:gd name="connsiteX31" fmla="*/ 1254298 w 1710405"/>
              <a:gd name="connsiteY31" fmla="*/ 1311312 h 1710412"/>
              <a:gd name="connsiteX32" fmla="*/ 1311311 w 1710405"/>
              <a:gd name="connsiteY32" fmla="*/ 1311312 h 1710412"/>
              <a:gd name="connsiteX33" fmla="*/ 1311311 w 1710405"/>
              <a:gd name="connsiteY33" fmla="*/ 1254298 h 1710412"/>
              <a:gd name="connsiteX34" fmla="*/ 1026244 w 1710405"/>
              <a:gd name="connsiteY34" fmla="*/ 1254298 h 1710412"/>
              <a:gd name="connsiteX35" fmla="*/ 1026244 w 1710405"/>
              <a:gd name="connsiteY35" fmla="*/ 1311312 h 1710412"/>
              <a:gd name="connsiteX36" fmla="*/ 1083257 w 1710405"/>
              <a:gd name="connsiteY36" fmla="*/ 1311312 h 1710412"/>
              <a:gd name="connsiteX37" fmla="*/ 1083257 w 1710405"/>
              <a:gd name="connsiteY37" fmla="*/ 1254298 h 1710412"/>
              <a:gd name="connsiteX38" fmla="*/ 1453844 w 1710405"/>
              <a:gd name="connsiteY38" fmla="*/ 1197284 h 1710412"/>
              <a:gd name="connsiteX39" fmla="*/ 1567872 w 1710405"/>
              <a:gd name="connsiteY39" fmla="*/ 1197284 h 1710412"/>
              <a:gd name="connsiteX40" fmla="*/ 1596379 w 1710405"/>
              <a:gd name="connsiteY40" fmla="*/ 1225791 h 1710412"/>
              <a:gd name="connsiteX41" fmla="*/ 1596379 w 1710405"/>
              <a:gd name="connsiteY41" fmla="*/ 1567873 h 1710412"/>
              <a:gd name="connsiteX42" fmla="*/ 1567872 w 1710405"/>
              <a:gd name="connsiteY42" fmla="*/ 1596380 h 1710412"/>
              <a:gd name="connsiteX43" fmla="*/ 1453844 w 1710405"/>
              <a:gd name="connsiteY43" fmla="*/ 1596380 h 1710412"/>
              <a:gd name="connsiteX44" fmla="*/ 1425337 w 1710405"/>
              <a:gd name="connsiteY44" fmla="*/ 1567873 h 1710412"/>
              <a:gd name="connsiteX45" fmla="*/ 1425337 w 1710405"/>
              <a:gd name="connsiteY45" fmla="*/ 1225791 h 1710412"/>
              <a:gd name="connsiteX46" fmla="*/ 1453844 w 1710405"/>
              <a:gd name="connsiteY46" fmla="*/ 1197284 h 1710412"/>
              <a:gd name="connsiteX47" fmla="*/ 1225790 w 1710405"/>
              <a:gd name="connsiteY47" fmla="*/ 1197284 h 1710412"/>
              <a:gd name="connsiteX48" fmla="*/ 1339818 w 1710405"/>
              <a:gd name="connsiteY48" fmla="*/ 1197284 h 1710412"/>
              <a:gd name="connsiteX49" fmla="*/ 1368325 w 1710405"/>
              <a:gd name="connsiteY49" fmla="*/ 1225791 h 1710412"/>
              <a:gd name="connsiteX50" fmla="*/ 1368325 w 1710405"/>
              <a:gd name="connsiteY50" fmla="*/ 1339819 h 1710412"/>
              <a:gd name="connsiteX51" fmla="*/ 1339818 w 1710405"/>
              <a:gd name="connsiteY51" fmla="*/ 1368326 h 1710412"/>
              <a:gd name="connsiteX52" fmla="*/ 1225790 w 1710405"/>
              <a:gd name="connsiteY52" fmla="*/ 1368326 h 1710412"/>
              <a:gd name="connsiteX53" fmla="*/ 1197283 w 1710405"/>
              <a:gd name="connsiteY53" fmla="*/ 1339819 h 1710412"/>
              <a:gd name="connsiteX54" fmla="*/ 1197283 w 1710405"/>
              <a:gd name="connsiteY54" fmla="*/ 1225791 h 1710412"/>
              <a:gd name="connsiteX55" fmla="*/ 1225790 w 1710405"/>
              <a:gd name="connsiteY55" fmla="*/ 1197284 h 1710412"/>
              <a:gd name="connsiteX56" fmla="*/ 997736 w 1710405"/>
              <a:gd name="connsiteY56" fmla="*/ 1197284 h 1710412"/>
              <a:gd name="connsiteX57" fmla="*/ 1111764 w 1710405"/>
              <a:gd name="connsiteY57" fmla="*/ 1197284 h 1710412"/>
              <a:gd name="connsiteX58" fmla="*/ 1140271 w 1710405"/>
              <a:gd name="connsiteY58" fmla="*/ 1225791 h 1710412"/>
              <a:gd name="connsiteX59" fmla="*/ 1140271 w 1710405"/>
              <a:gd name="connsiteY59" fmla="*/ 1339819 h 1710412"/>
              <a:gd name="connsiteX60" fmla="*/ 1111764 w 1710405"/>
              <a:gd name="connsiteY60" fmla="*/ 1368326 h 1710412"/>
              <a:gd name="connsiteX61" fmla="*/ 997736 w 1710405"/>
              <a:gd name="connsiteY61" fmla="*/ 1368326 h 1710412"/>
              <a:gd name="connsiteX62" fmla="*/ 969229 w 1710405"/>
              <a:gd name="connsiteY62" fmla="*/ 1339819 h 1710412"/>
              <a:gd name="connsiteX63" fmla="*/ 969229 w 1710405"/>
              <a:gd name="connsiteY63" fmla="*/ 1225791 h 1710412"/>
              <a:gd name="connsiteX64" fmla="*/ 997736 w 1710405"/>
              <a:gd name="connsiteY64" fmla="*/ 1197284 h 1710412"/>
              <a:gd name="connsiteX65" fmla="*/ 1482351 w 1710405"/>
              <a:gd name="connsiteY65" fmla="*/ 1026244 h 1710412"/>
              <a:gd name="connsiteX66" fmla="*/ 1482351 w 1710405"/>
              <a:gd name="connsiteY66" fmla="*/ 1083258 h 1710412"/>
              <a:gd name="connsiteX67" fmla="*/ 1539365 w 1710405"/>
              <a:gd name="connsiteY67" fmla="*/ 1083258 h 1710412"/>
              <a:gd name="connsiteX68" fmla="*/ 1539365 w 1710405"/>
              <a:gd name="connsiteY68" fmla="*/ 1026244 h 1710412"/>
              <a:gd name="connsiteX69" fmla="*/ 1254298 w 1710405"/>
              <a:gd name="connsiteY69" fmla="*/ 1026244 h 1710412"/>
              <a:gd name="connsiteX70" fmla="*/ 1254298 w 1710405"/>
              <a:gd name="connsiteY70" fmla="*/ 1083258 h 1710412"/>
              <a:gd name="connsiteX71" fmla="*/ 1311311 w 1710405"/>
              <a:gd name="connsiteY71" fmla="*/ 1083258 h 1710412"/>
              <a:gd name="connsiteX72" fmla="*/ 1311311 w 1710405"/>
              <a:gd name="connsiteY72" fmla="*/ 1026244 h 1710412"/>
              <a:gd name="connsiteX73" fmla="*/ 1026244 w 1710405"/>
              <a:gd name="connsiteY73" fmla="*/ 1026244 h 1710412"/>
              <a:gd name="connsiteX74" fmla="*/ 1026244 w 1710405"/>
              <a:gd name="connsiteY74" fmla="*/ 1083258 h 1710412"/>
              <a:gd name="connsiteX75" fmla="*/ 1083257 w 1710405"/>
              <a:gd name="connsiteY75" fmla="*/ 1083258 h 1710412"/>
              <a:gd name="connsiteX76" fmla="*/ 1083257 w 1710405"/>
              <a:gd name="connsiteY76" fmla="*/ 1026244 h 1710412"/>
              <a:gd name="connsiteX77" fmla="*/ 1453844 w 1710405"/>
              <a:gd name="connsiteY77" fmla="*/ 969230 h 1710412"/>
              <a:gd name="connsiteX78" fmla="*/ 1567872 w 1710405"/>
              <a:gd name="connsiteY78" fmla="*/ 969230 h 1710412"/>
              <a:gd name="connsiteX79" fmla="*/ 1596379 w 1710405"/>
              <a:gd name="connsiteY79" fmla="*/ 997737 h 1710412"/>
              <a:gd name="connsiteX80" fmla="*/ 1596379 w 1710405"/>
              <a:gd name="connsiteY80" fmla="*/ 1111765 h 1710412"/>
              <a:gd name="connsiteX81" fmla="*/ 1567872 w 1710405"/>
              <a:gd name="connsiteY81" fmla="*/ 1140272 h 1710412"/>
              <a:gd name="connsiteX82" fmla="*/ 1453844 w 1710405"/>
              <a:gd name="connsiteY82" fmla="*/ 1140272 h 1710412"/>
              <a:gd name="connsiteX83" fmla="*/ 1425337 w 1710405"/>
              <a:gd name="connsiteY83" fmla="*/ 1111765 h 1710412"/>
              <a:gd name="connsiteX84" fmla="*/ 1425337 w 1710405"/>
              <a:gd name="connsiteY84" fmla="*/ 997737 h 1710412"/>
              <a:gd name="connsiteX85" fmla="*/ 1453844 w 1710405"/>
              <a:gd name="connsiteY85" fmla="*/ 969230 h 1710412"/>
              <a:gd name="connsiteX86" fmla="*/ 1225790 w 1710405"/>
              <a:gd name="connsiteY86" fmla="*/ 969230 h 1710412"/>
              <a:gd name="connsiteX87" fmla="*/ 1339818 w 1710405"/>
              <a:gd name="connsiteY87" fmla="*/ 969230 h 1710412"/>
              <a:gd name="connsiteX88" fmla="*/ 1368325 w 1710405"/>
              <a:gd name="connsiteY88" fmla="*/ 997737 h 1710412"/>
              <a:gd name="connsiteX89" fmla="*/ 1368325 w 1710405"/>
              <a:gd name="connsiteY89" fmla="*/ 1111765 h 1710412"/>
              <a:gd name="connsiteX90" fmla="*/ 1339818 w 1710405"/>
              <a:gd name="connsiteY90" fmla="*/ 1140272 h 1710412"/>
              <a:gd name="connsiteX91" fmla="*/ 1225790 w 1710405"/>
              <a:gd name="connsiteY91" fmla="*/ 1140272 h 1710412"/>
              <a:gd name="connsiteX92" fmla="*/ 1197283 w 1710405"/>
              <a:gd name="connsiteY92" fmla="*/ 1111765 h 1710412"/>
              <a:gd name="connsiteX93" fmla="*/ 1197283 w 1710405"/>
              <a:gd name="connsiteY93" fmla="*/ 997737 h 1710412"/>
              <a:gd name="connsiteX94" fmla="*/ 1225790 w 1710405"/>
              <a:gd name="connsiteY94" fmla="*/ 969230 h 1710412"/>
              <a:gd name="connsiteX95" fmla="*/ 997736 w 1710405"/>
              <a:gd name="connsiteY95" fmla="*/ 969230 h 1710412"/>
              <a:gd name="connsiteX96" fmla="*/ 1111764 w 1710405"/>
              <a:gd name="connsiteY96" fmla="*/ 969230 h 1710412"/>
              <a:gd name="connsiteX97" fmla="*/ 1140271 w 1710405"/>
              <a:gd name="connsiteY97" fmla="*/ 997737 h 1710412"/>
              <a:gd name="connsiteX98" fmla="*/ 1140271 w 1710405"/>
              <a:gd name="connsiteY98" fmla="*/ 1111765 h 1710412"/>
              <a:gd name="connsiteX99" fmla="*/ 1111764 w 1710405"/>
              <a:gd name="connsiteY99" fmla="*/ 1140272 h 1710412"/>
              <a:gd name="connsiteX100" fmla="*/ 997736 w 1710405"/>
              <a:gd name="connsiteY100" fmla="*/ 1140272 h 1710412"/>
              <a:gd name="connsiteX101" fmla="*/ 969229 w 1710405"/>
              <a:gd name="connsiteY101" fmla="*/ 1111765 h 1710412"/>
              <a:gd name="connsiteX102" fmla="*/ 969229 w 1710405"/>
              <a:gd name="connsiteY102" fmla="*/ 997737 h 1710412"/>
              <a:gd name="connsiteX103" fmla="*/ 997736 w 1710405"/>
              <a:gd name="connsiteY103" fmla="*/ 969230 h 1710412"/>
              <a:gd name="connsiteX104" fmla="*/ 912216 w 1710405"/>
              <a:gd name="connsiteY104" fmla="*/ 912216 h 1710412"/>
              <a:gd name="connsiteX105" fmla="*/ 912216 w 1710405"/>
              <a:gd name="connsiteY105" fmla="*/ 1653392 h 1710412"/>
              <a:gd name="connsiteX106" fmla="*/ 1653392 w 1710405"/>
              <a:gd name="connsiteY106" fmla="*/ 1653392 h 1710412"/>
              <a:gd name="connsiteX107" fmla="*/ 1653392 w 1710405"/>
              <a:gd name="connsiteY107" fmla="*/ 912216 h 1710412"/>
              <a:gd name="connsiteX108" fmla="*/ 627148 w 1710405"/>
              <a:gd name="connsiteY108" fmla="*/ 826696 h 1710412"/>
              <a:gd name="connsiteX109" fmla="*/ 684162 w 1710405"/>
              <a:gd name="connsiteY109" fmla="*/ 826696 h 1710412"/>
              <a:gd name="connsiteX110" fmla="*/ 684162 w 1710405"/>
              <a:gd name="connsiteY110" fmla="*/ 887757 h 1710412"/>
              <a:gd name="connsiteX111" fmla="*/ 769682 w 1710405"/>
              <a:gd name="connsiteY111" fmla="*/ 997737 h 1710412"/>
              <a:gd name="connsiteX112" fmla="*/ 712669 w 1710405"/>
              <a:gd name="connsiteY112" fmla="*/ 997737 h 1710412"/>
              <a:gd name="connsiteX113" fmla="*/ 655655 w 1710405"/>
              <a:gd name="connsiteY113" fmla="*/ 940723 h 1710412"/>
              <a:gd name="connsiteX114" fmla="*/ 598642 w 1710405"/>
              <a:gd name="connsiteY114" fmla="*/ 997737 h 1710412"/>
              <a:gd name="connsiteX115" fmla="*/ 633249 w 1710405"/>
              <a:gd name="connsiteY115" fmla="*/ 1045771 h 1710412"/>
              <a:gd name="connsiteX116" fmla="*/ 696106 w 1710405"/>
              <a:gd name="connsiteY116" fmla="*/ 1066667 h 1710412"/>
              <a:gd name="connsiteX117" fmla="*/ 769682 w 1710405"/>
              <a:gd name="connsiteY117" fmla="*/ 1168778 h 1710412"/>
              <a:gd name="connsiteX118" fmla="*/ 684162 w 1710405"/>
              <a:gd name="connsiteY118" fmla="*/ 1278757 h 1710412"/>
              <a:gd name="connsiteX119" fmla="*/ 684162 w 1710405"/>
              <a:gd name="connsiteY119" fmla="*/ 1339819 h 1710412"/>
              <a:gd name="connsiteX120" fmla="*/ 627148 w 1710405"/>
              <a:gd name="connsiteY120" fmla="*/ 1339819 h 1710412"/>
              <a:gd name="connsiteX121" fmla="*/ 627148 w 1710405"/>
              <a:gd name="connsiteY121" fmla="*/ 1278757 h 1710412"/>
              <a:gd name="connsiteX122" fmla="*/ 541628 w 1710405"/>
              <a:gd name="connsiteY122" fmla="*/ 1168778 h 1710412"/>
              <a:gd name="connsiteX123" fmla="*/ 598642 w 1710405"/>
              <a:gd name="connsiteY123" fmla="*/ 1168778 h 1710412"/>
              <a:gd name="connsiteX124" fmla="*/ 655655 w 1710405"/>
              <a:gd name="connsiteY124" fmla="*/ 1225792 h 1710412"/>
              <a:gd name="connsiteX125" fmla="*/ 712669 w 1710405"/>
              <a:gd name="connsiteY125" fmla="*/ 1168778 h 1710412"/>
              <a:gd name="connsiteX126" fmla="*/ 678061 w 1710405"/>
              <a:gd name="connsiteY126" fmla="*/ 1120744 h 1710412"/>
              <a:gd name="connsiteX127" fmla="*/ 615204 w 1710405"/>
              <a:gd name="connsiteY127" fmla="*/ 1099849 h 1710412"/>
              <a:gd name="connsiteX128" fmla="*/ 541628 w 1710405"/>
              <a:gd name="connsiteY128" fmla="*/ 997737 h 1710412"/>
              <a:gd name="connsiteX129" fmla="*/ 627148 w 1710405"/>
              <a:gd name="connsiteY129" fmla="*/ 887757 h 1710412"/>
              <a:gd name="connsiteX130" fmla="*/ 655212 w 1710405"/>
              <a:gd name="connsiteY130" fmla="*/ 769697 h 1710412"/>
              <a:gd name="connsiteX131" fmla="*/ 455224 w 1710405"/>
              <a:gd name="connsiteY131" fmla="*/ 841747 h 1710412"/>
              <a:gd name="connsiteX132" fmla="*/ 413690 w 1710405"/>
              <a:gd name="connsiteY132" fmla="*/ 1283260 h 1710412"/>
              <a:gd name="connsiteX133" fmla="*/ 855203 w 1710405"/>
              <a:gd name="connsiteY133" fmla="*/ 1324794 h 1710412"/>
              <a:gd name="connsiteX134" fmla="*/ 855199 w 1710405"/>
              <a:gd name="connsiteY134" fmla="*/ 1324794 h 1710412"/>
              <a:gd name="connsiteX135" fmla="*/ 855199 w 1710405"/>
              <a:gd name="connsiteY135" fmla="*/ 841747 h 1710412"/>
              <a:gd name="connsiteX136" fmla="*/ 655212 w 1710405"/>
              <a:gd name="connsiteY136" fmla="*/ 769697 h 1710412"/>
              <a:gd name="connsiteX137" fmla="*/ 1539364 w 1710405"/>
              <a:gd name="connsiteY137" fmla="*/ 741176 h 1710412"/>
              <a:gd name="connsiteX138" fmla="*/ 1596379 w 1710405"/>
              <a:gd name="connsiteY138" fmla="*/ 741176 h 1710412"/>
              <a:gd name="connsiteX139" fmla="*/ 1596379 w 1710405"/>
              <a:gd name="connsiteY139" fmla="*/ 798191 h 1710412"/>
              <a:gd name="connsiteX140" fmla="*/ 1539364 w 1710405"/>
              <a:gd name="connsiteY140" fmla="*/ 798191 h 1710412"/>
              <a:gd name="connsiteX141" fmla="*/ 1425337 w 1710405"/>
              <a:gd name="connsiteY141" fmla="*/ 741176 h 1710412"/>
              <a:gd name="connsiteX142" fmla="*/ 1482352 w 1710405"/>
              <a:gd name="connsiteY142" fmla="*/ 741176 h 1710412"/>
              <a:gd name="connsiteX143" fmla="*/ 1482352 w 1710405"/>
              <a:gd name="connsiteY143" fmla="*/ 798191 h 1710412"/>
              <a:gd name="connsiteX144" fmla="*/ 1425337 w 1710405"/>
              <a:gd name="connsiteY144" fmla="*/ 798191 h 1710412"/>
              <a:gd name="connsiteX145" fmla="*/ 1311310 w 1710405"/>
              <a:gd name="connsiteY145" fmla="*/ 741176 h 1710412"/>
              <a:gd name="connsiteX146" fmla="*/ 1368325 w 1710405"/>
              <a:gd name="connsiteY146" fmla="*/ 741176 h 1710412"/>
              <a:gd name="connsiteX147" fmla="*/ 1368325 w 1710405"/>
              <a:gd name="connsiteY147" fmla="*/ 798191 h 1710412"/>
              <a:gd name="connsiteX148" fmla="*/ 1311310 w 1710405"/>
              <a:gd name="connsiteY148" fmla="*/ 798191 h 1710412"/>
              <a:gd name="connsiteX149" fmla="*/ 912216 w 1710405"/>
              <a:gd name="connsiteY149" fmla="*/ 684162 h 1710412"/>
              <a:gd name="connsiteX150" fmla="*/ 912216 w 1710405"/>
              <a:gd name="connsiteY150" fmla="*/ 855203 h 1710412"/>
              <a:gd name="connsiteX151" fmla="*/ 1653392 w 1710405"/>
              <a:gd name="connsiteY151" fmla="*/ 855203 h 1710412"/>
              <a:gd name="connsiteX152" fmla="*/ 1653392 w 1710405"/>
              <a:gd name="connsiteY152" fmla="*/ 684162 h 1710412"/>
              <a:gd name="connsiteX153" fmla="*/ 494140 w 1710405"/>
              <a:gd name="connsiteY153" fmla="*/ 484615 h 1710412"/>
              <a:gd name="connsiteX154" fmla="*/ 57017 w 1710405"/>
              <a:gd name="connsiteY154" fmla="*/ 1195716 h 1710412"/>
              <a:gd name="connsiteX155" fmla="*/ 655659 w 1710405"/>
              <a:gd name="connsiteY155" fmla="*/ 1653392 h 1710412"/>
              <a:gd name="connsiteX156" fmla="*/ 855206 w 1710405"/>
              <a:gd name="connsiteY156" fmla="*/ 1634919 h 1710412"/>
              <a:gd name="connsiteX157" fmla="*/ 855206 w 1710405"/>
              <a:gd name="connsiteY157" fmla="*/ 1395177 h 1710412"/>
              <a:gd name="connsiteX158" fmla="*/ 455046 w 1710405"/>
              <a:gd name="connsiteY158" fmla="*/ 1395177 h 1710412"/>
              <a:gd name="connsiteX159" fmla="*/ 343189 w 1710405"/>
              <a:gd name="connsiteY159" fmla="*/ 883164 h 1710412"/>
              <a:gd name="connsiteX160" fmla="*/ 855203 w 1710405"/>
              <a:gd name="connsiteY160" fmla="*/ 771307 h 1710412"/>
              <a:gd name="connsiteX161" fmla="*/ 855203 w 1710405"/>
              <a:gd name="connsiteY161" fmla="*/ 655655 h 1710412"/>
              <a:gd name="connsiteX162" fmla="*/ 883713 w 1710405"/>
              <a:gd name="connsiteY162" fmla="*/ 627149 h 1710412"/>
              <a:gd name="connsiteX163" fmla="*/ 1029268 w 1710405"/>
              <a:gd name="connsiteY163" fmla="*/ 627149 h 1710412"/>
              <a:gd name="connsiteX164" fmla="*/ 817378 w 1710405"/>
              <a:gd name="connsiteY164" fmla="*/ 484615 h 1710412"/>
              <a:gd name="connsiteX165" fmla="*/ 484615 w 1710405"/>
              <a:gd name="connsiteY165" fmla="*/ 342081 h 1710412"/>
              <a:gd name="connsiteX166" fmla="*/ 484615 w 1710405"/>
              <a:gd name="connsiteY166" fmla="*/ 427601 h 1710412"/>
              <a:gd name="connsiteX167" fmla="*/ 826696 w 1710405"/>
              <a:gd name="connsiteY167" fmla="*/ 427601 h 1710412"/>
              <a:gd name="connsiteX168" fmla="*/ 826696 w 1710405"/>
              <a:gd name="connsiteY168" fmla="*/ 342081 h 1710412"/>
              <a:gd name="connsiteX169" fmla="*/ 370588 w 1710405"/>
              <a:gd name="connsiteY169" fmla="*/ 57014 h 1710412"/>
              <a:gd name="connsiteX170" fmla="*/ 370588 w 1710405"/>
              <a:gd name="connsiteY170" fmla="*/ 213801 h 1710412"/>
              <a:gd name="connsiteX171" fmla="*/ 465601 w 1710405"/>
              <a:gd name="connsiteY171" fmla="*/ 285068 h 1710412"/>
              <a:gd name="connsiteX172" fmla="*/ 845710 w 1710405"/>
              <a:gd name="connsiteY172" fmla="*/ 285068 h 1710412"/>
              <a:gd name="connsiteX173" fmla="*/ 940723 w 1710405"/>
              <a:gd name="connsiteY173" fmla="*/ 213801 h 1710412"/>
              <a:gd name="connsiteX174" fmla="*/ 940723 w 1710405"/>
              <a:gd name="connsiteY174" fmla="*/ 57014 h 1710412"/>
              <a:gd name="connsiteX175" fmla="*/ 867004 w 1710405"/>
              <a:gd name="connsiteY175" fmla="*/ 57014 h 1710412"/>
              <a:gd name="connsiteX176" fmla="*/ 818343 w 1710405"/>
              <a:gd name="connsiteY176" fmla="*/ 105675 h 1710412"/>
              <a:gd name="connsiteX177" fmla="*/ 778035 w 1710405"/>
              <a:gd name="connsiteY177" fmla="*/ 105675 h 1710412"/>
              <a:gd name="connsiteX178" fmla="*/ 729374 w 1710405"/>
              <a:gd name="connsiteY178" fmla="*/ 57014 h 1710412"/>
              <a:gd name="connsiteX179" fmla="*/ 581937 w 1710405"/>
              <a:gd name="connsiteY179" fmla="*/ 57014 h 1710412"/>
              <a:gd name="connsiteX180" fmla="*/ 533276 w 1710405"/>
              <a:gd name="connsiteY180" fmla="*/ 105675 h 1710412"/>
              <a:gd name="connsiteX181" fmla="*/ 492967 w 1710405"/>
              <a:gd name="connsiteY181" fmla="*/ 105675 h 1710412"/>
              <a:gd name="connsiteX182" fmla="*/ 444306 w 1710405"/>
              <a:gd name="connsiteY182" fmla="*/ 57014 h 1710412"/>
              <a:gd name="connsiteX183" fmla="*/ 342081 w 1710405"/>
              <a:gd name="connsiteY183" fmla="*/ 0 h 1710412"/>
              <a:gd name="connsiteX184" fmla="*/ 456108 w 1710405"/>
              <a:gd name="connsiteY184" fmla="*/ 0 h 1710412"/>
              <a:gd name="connsiteX185" fmla="*/ 476262 w 1710405"/>
              <a:gd name="connsiteY185" fmla="*/ 8352 h 1710412"/>
              <a:gd name="connsiteX186" fmla="*/ 513122 w 1710405"/>
              <a:gd name="connsiteY186" fmla="*/ 45212 h 1710412"/>
              <a:gd name="connsiteX187" fmla="*/ 549981 w 1710405"/>
              <a:gd name="connsiteY187" fmla="*/ 8352 h 1710412"/>
              <a:gd name="connsiteX188" fmla="*/ 570135 w 1710405"/>
              <a:gd name="connsiteY188" fmla="*/ 0 h 1710412"/>
              <a:gd name="connsiteX189" fmla="*/ 741176 w 1710405"/>
              <a:gd name="connsiteY189" fmla="*/ 0 h 1710412"/>
              <a:gd name="connsiteX190" fmla="*/ 761330 w 1710405"/>
              <a:gd name="connsiteY190" fmla="*/ 8352 h 1710412"/>
              <a:gd name="connsiteX191" fmla="*/ 798189 w 1710405"/>
              <a:gd name="connsiteY191" fmla="*/ 45212 h 1710412"/>
              <a:gd name="connsiteX192" fmla="*/ 835048 w 1710405"/>
              <a:gd name="connsiteY192" fmla="*/ 8352 h 1710412"/>
              <a:gd name="connsiteX193" fmla="*/ 855203 w 1710405"/>
              <a:gd name="connsiteY193" fmla="*/ 0 h 1710412"/>
              <a:gd name="connsiteX194" fmla="*/ 969230 w 1710405"/>
              <a:gd name="connsiteY194" fmla="*/ 0 h 1710412"/>
              <a:gd name="connsiteX195" fmla="*/ 997736 w 1710405"/>
              <a:gd name="connsiteY195" fmla="*/ 28507 h 1710412"/>
              <a:gd name="connsiteX196" fmla="*/ 997736 w 1710405"/>
              <a:gd name="connsiteY196" fmla="*/ 228054 h 1710412"/>
              <a:gd name="connsiteX197" fmla="*/ 986334 w 1710405"/>
              <a:gd name="connsiteY197" fmla="*/ 250859 h 1710412"/>
              <a:gd name="connsiteX198" fmla="*/ 883709 w 1710405"/>
              <a:gd name="connsiteY198" fmla="*/ 327828 h 1710412"/>
              <a:gd name="connsiteX199" fmla="*/ 883709 w 1710405"/>
              <a:gd name="connsiteY199" fmla="*/ 450806 h 1710412"/>
              <a:gd name="connsiteX200" fmla="*/ 1105606 w 1710405"/>
              <a:gd name="connsiteY200" fmla="*/ 627149 h 1710412"/>
              <a:gd name="connsiteX201" fmla="*/ 1681898 w 1710405"/>
              <a:gd name="connsiteY201" fmla="*/ 627149 h 1710412"/>
              <a:gd name="connsiteX202" fmla="*/ 1710405 w 1710405"/>
              <a:gd name="connsiteY202" fmla="*/ 655655 h 1710412"/>
              <a:gd name="connsiteX203" fmla="*/ 1710405 w 1710405"/>
              <a:gd name="connsiteY203" fmla="*/ 1681898 h 1710412"/>
              <a:gd name="connsiteX204" fmla="*/ 1681898 w 1710405"/>
              <a:gd name="connsiteY204" fmla="*/ 1710405 h 1710412"/>
              <a:gd name="connsiteX205" fmla="*/ 883709 w 1710405"/>
              <a:gd name="connsiteY205" fmla="*/ 1710405 h 1710412"/>
              <a:gd name="connsiteX206" fmla="*/ 857341 w 1710405"/>
              <a:gd name="connsiteY206" fmla="*/ 1692503 h 1710412"/>
              <a:gd name="connsiteX207" fmla="*/ 655655 w 1710405"/>
              <a:gd name="connsiteY207" fmla="*/ 1710405 h 1710412"/>
              <a:gd name="connsiteX208" fmla="*/ 0 w 1710405"/>
              <a:gd name="connsiteY208" fmla="*/ 1195716 h 1710412"/>
              <a:gd name="connsiteX209" fmla="*/ 427601 w 1710405"/>
              <a:gd name="connsiteY209" fmla="*/ 451091 h 1710412"/>
              <a:gd name="connsiteX210" fmla="*/ 427601 w 1710405"/>
              <a:gd name="connsiteY210" fmla="*/ 327828 h 1710412"/>
              <a:gd name="connsiteX211" fmla="*/ 324977 w 1710405"/>
              <a:gd name="connsiteY211" fmla="*/ 250859 h 1710412"/>
              <a:gd name="connsiteX212" fmla="*/ 313574 w 1710405"/>
              <a:gd name="connsiteY212" fmla="*/ 228054 h 1710412"/>
              <a:gd name="connsiteX213" fmla="*/ 313574 w 1710405"/>
              <a:gd name="connsiteY213" fmla="*/ 28507 h 1710412"/>
              <a:gd name="connsiteX214" fmla="*/ 342081 w 1710405"/>
              <a:gd name="connsiteY214" fmla="*/ 0 h 171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1710405" h="1710412">
                <a:moveTo>
                  <a:pt x="1254298" y="1482352"/>
                </a:moveTo>
                <a:lnTo>
                  <a:pt x="1254298" y="1539366"/>
                </a:lnTo>
                <a:lnTo>
                  <a:pt x="1311311" y="1539366"/>
                </a:lnTo>
                <a:lnTo>
                  <a:pt x="1311311" y="1482352"/>
                </a:lnTo>
                <a:close/>
                <a:moveTo>
                  <a:pt x="1026244" y="1482352"/>
                </a:moveTo>
                <a:lnTo>
                  <a:pt x="1026244" y="1539366"/>
                </a:lnTo>
                <a:lnTo>
                  <a:pt x="1083257" y="1539366"/>
                </a:lnTo>
                <a:lnTo>
                  <a:pt x="1083257" y="1482352"/>
                </a:lnTo>
                <a:close/>
                <a:moveTo>
                  <a:pt x="1225790" y="1425338"/>
                </a:moveTo>
                <a:lnTo>
                  <a:pt x="1339818" y="1425338"/>
                </a:lnTo>
                <a:cubicBezTo>
                  <a:pt x="1355561" y="1425338"/>
                  <a:pt x="1368325" y="1438102"/>
                  <a:pt x="1368325" y="1453845"/>
                </a:cubicBezTo>
                <a:lnTo>
                  <a:pt x="1368325" y="1567873"/>
                </a:lnTo>
                <a:cubicBezTo>
                  <a:pt x="1368325" y="1583616"/>
                  <a:pt x="1355561" y="1596380"/>
                  <a:pt x="1339818" y="1596380"/>
                </a:cubicBezTo>
                <a:lnTo>
                  <a:pt x="1225790" y="1596380"/>
                </a:lnTo>
                <a:cubicBezTo>
                  <a:pt x="1210047" y="1596380"/>
                  <a:pt x="1197283" y="1583616"/>
                  <a:pt x="1197283" y="1567873"/>
                </a:cubicBezTo>
                <a:lnTo>
                  <a:pt x="1197283" y="1453845"/>
                </a:lnTo>
                <a:cubicBezTo>
                  <a:pt x="1197283" y="1438102"/>
                  <a:pt x="1210047" y="1425338"/>
                  <a:pt x="1225790" y="1425338"/>
                </a:cubicBezTo>
                <a:close/>
                <a:moveTo>
                  <a:pt x="997736" y="1425338"/>
                </a:moveTo>
                <a:lnTo>
                  <a:pt x="1111764" y="1425338"/>
                </a:lnTo>
                <a:cubicBezTo>
                  <a:pt x="1127507" y="1425338"/>
                  <a:pt x="1140271" y="1438102"/>
                  <a:pt x="1140271" y="1453845"/>
                </a:cubicBezTo>
                <a:lnTo>
                  <a:pt x="1140271" y="1567873"/>
                </a:lnTo>
                <a:cubicBezTo>
                  <a:pt x="1140271" y="1583616"/>
                  <a:pt x="1127507" y="1596380"/>
                  <a:pt x="1111764" y="1596380"/>
                </a:cubicBezTo>
                <a:lnTo>
                  <a:pt x="997736" y="1596380"/>
                </a:lnTo>
                <a:cubicBezTo>
                  <a:pt x="981993" y="1596380"/>
                  <a:pt x="969229" y="1583616"/>
                  <a:pt x="969229" y="1567873"/>
                </a:cubicBezTo>
                <a:lnTo>
                  <a:pt x="969229" y="1453845"/>
                </a:lnTo>
                <a:cubicBezTo>
                  <a:pt x="969229" y="1438102"/>
                  <a:pt x="981993" y="1425338"/>
                  <a:pt x="997736" y="1425338"/>
                </a:cubicBezTo>
                <a:close/>
                <a:moveTo>
                  <a:pt x="1482351" y="1254298"/>
                </a:moveTo>
                <a:lnTo>
                  <a:pt x="1482351" y="1539366"/>
                </a:lnTo>
                <a:lnTo>
                  <a:pt x="1539365" y="1539366"/>
                </a:lnTo>
                <a:lnTo>
                  <a:pt x="1539365" y="1254298"/>
                </a:lnTo>
                <a:close/>
                <a:moveTo>
                  <a:pt x="1254298" y="1254298"/>
                </a:moveTo>
                <a:lnTo>
                  <a:pt x="1254298" y="1311312"/>
                </a:lnTo>
                <a:lnTo>
                  <a:pt x="1311311" y="1311312"/>
                </a:lnTo>
                <a:lnTo>
                  <a:pt x="1311311" y="1254298"/>
                </a:lnTo>
                <a:close/>
                <a:moveTo>
                  <a:pt x="1026244" y="1254298"/>
                </a:moveTo>
                <a:lnTo>
                  <a:pt x="1026244" y="1311312"/>
                </a:lnTo>
                <a:lnTo>
                  <a:pt x="1083257" y="1311312"/>
                </a:lnTo>
                <a:lnTo>
                  <a:pt x="1083257" y="1254298"/>
                </a:lnTo>
                <a:close/>
                <a:moveTo>
                  <a:pt x="1453844" y="1197284"/>
                </a:moveTo>
                <a:lnTo>
                  <a:pt x="1567872" y="1197284"/>
                </a:lnTo>
                <a:cubicBezTo>
                  <a:pt x="1583615" y="1197284"/>
                  <a:pt x="1596379" y="1210048"/>
                  <a:pt x="1596379" y="1225791"/>
                </a:cubicBezTo>
                <a:lnTo>
                  <a:pt x="1596379" y="1567873"/>
                </a:lnTo>
                <a:cubicBezTo>
                  <a:pt x="1596379" y="1583616"/>
                  <a:pt x="1583615" y="1596380"/>
                  <a:pt x="1567872" y="1596380"/>
                </a:cubicBezTo>
                <a:lnTo>
                  <a:pt x="1453844" y="1596380"/>
                </a:lnTo>
                <a:cubicBezTo>
                  <a:pt x="1438101" y="1596380"/>
                  <a:pt x="1425337" y="1583616"/>
                  <a:pt x="1425337" y="1567873"/>
                </a:cubicBezTo>
                <a:lnTo>
                  <a:pt x="1425337" y="1225791"/>
                </a:lnTo>
                <a:cubicBezTo>
                  <a:pt x="1425337" y="1210048"/>
                  <a:pt x="1438101" y="1197284"/>
                  <a:pt x="1453844" y="1197284"/>
                </a:cubicBezTo>
                <a:close/>
                <a:moveTo>
                  <a:pt x="1225790" y="1197284"/>
                </a:moveTo>
                <a:lnTo>
                  <a:pt x="1339818" y="1197284"/>
                </a:lnTo>
                <a:cubicBezTo>
                  <a:pt x="1355561" y="1197284"/>
                  <a:pt x="1368325" y="1210048"/>
                  <a:pt x="1368325" y="1225791"/>
                </a:cubicBezTo>
                <a:lnTo>
                  <a:pt x="1368325" y="1339819"/>
                </a:lnTo>
                <a:cubicBezTo>
                  <a:pt x="1368325" y="1355562"/>
                  <a:pt x="1355561" y="1368326"/>
                  <a:pt x="1339818" y="1368326"/>
                </a:cubicBezTo>
                <a:lnTo>
                  <a:pt x="1225790" y="1368326"/>
                </a:lnTo>
                <a:cubicBezTo>
                  <a:pt x="1210047" y="1368326"/>
                  <a:pt x="1197283" y="1355562"/>
                  <a:pt x="1197283" y="1339819"/>
                </a:cubicBezTo>
                <a:lnTo>
                  <a:pt x="1197283" y="1225791"/>
                </a:lnTo>
                <a:cubicBezTo>
                  <a:pt x="1197283" y="1210048"/>
                  <a:pt x="1210047" y="1197284"/>
                  <a:pt x="1225790" y="1197284"/>
                </a:cubicBezTo>
                <a:close/>
                <a:moveTo>
                  <a:pt x="997736" y="1197284"/>
                </a:moveTo>
                <a:lnTo>
                  <a:pt x="1111764" y="1197284"/>
                </a:lnTo>
                <a:cubicBezTo>
                  <a:pt x="1127507" y="1197284"/>
                  <a:pt x="1140271" y="1210048"/>
                  <a:pt x="1140271" y="1225791"/>
                </a:cubicBezTo>
                <a:lnTo>
                  <a:pt x="1140271" y="1339819"/>
                </a:lnTo>
                <a:cubicBezTo>
                  <a:pt x="1140271" y="1355562"/>
                  <a:pt x="1127507" y="1368326"/>
                  <a:pt x="1111764" y="1368326"/>
                </a:cubicBezTo>
                <a:lnTo>
                  <a:pt x="997736" y="1368326"/>
                </a:lnTo>
                <a:cubicBezTo>
                  <a:pt x="981993" y="1368326"/>
                  <a:pt x="969229" y="1355562"/>
                  <a:pt x="969229" y="1339819"/>
                </a:cubicBezTo>
                <a:lnTo>
                  <a:pt x="969229" y="1225791"/>
                </a:lnTo>
                <a:cubicBezTo>
                  <a:pt x="969229" y="1210048"/>
                  <a:pt x="981993" y="1197284"/>
                  <a:pt x="997736" y="1197284"/>
                </a:cubicBezTo>
                <a:close/>
                <a:moveTo>
                  <a:pt x="1482351" y="1026244"/>
                </a:moveTo>
                <a:lnTo>
                  <a:pt x="1482351" y="1083258"/>
                </a:lnTo>
                <a:lnTo>
                  <a:pt x="1539365" y="1083258"/>
                </a:lnTo>
                <a:lnTo>
                  <a:pt x="1539365" y="1026244"/>
                </a:lnTo>
                <a:close/>
                <a:moveTo>
                  <a:pt x="1254298" y="1026244"/>
                </a:moveTo>
                <a:lnTo>
                  <a:pt x="1254298" y="1083258"/>
                </a:lnTo>
                <a:lnTo>
                  <a:pt x="1311311" y="1083258"/>
                </a:lnTo>
                <a:lnTo>
                  <a:pt x="1311311" y="1026244"/>
                </a:lnTo>
                <a:close/>
                <a:moveTo>
                  <a:pt x="1026244" y="1026244"/>
                </a:moveTo>
                <a:lnTo>
                  <a:pt x="1026244" y="1083258"/>
                </a:lnTo>
                <a:lnTo>
                  <a:pt x="1083257" y="1083258"/>
                </a:lnTo>
                <a:lnTo>
                  <a:pt x="1083257" y="1026244"/>
                </a:lnTo>
                <a:close/>
                <a:moveTo>
                  <a:pt x="1453844" y="969230"/>
                </a:moveTo>
                <a:lnTo>
                  <a:pt x="1567872" y="969230"/>
                </a:lnTo>
                <a:cubicBezTo>
                  <a:pt x="1583615" y="969230"/>
                  <a:pt x="1596379" y="981994"/>
                  <a:pt x="1596379" y="997737"/>
                </a:cubicBezTo>
                <a:lnTo>
                  <a:pt x="1596379" y="1111765"/>
                </a:lnTo>
                <a:cubicBezTo>
                  <a:pt x="1596379" y="1127508"/>
                  <a:pt x="1583615" y="1140272"/>
                  <a:pt x="1567872" y="1140272"/>
                </a:cubicBezTo>
                <a:lnTo>
                  <a:pt x="1453844" y="1140272"/>
                </a:lnTo>
                <a:cubicBezTo>
                  <a:pt x="1438101" y="1140272"/>
                  <a:pt x="1425337" y="1127508"/>
                  <a:pt x="1425337" y="1111765"/>
                </a:cubicBezTo>
                <a:lnTo>
                  <a:pt x="1425337" y="997737"/>
                </a:lnTo>
                <a:cubicBezTo>
                  <a:pt x="1425337" y="981994"/>
                  <a:pt x="1438101" y="969230"/>
                  <a:pt x="1453844" y="969230"/>
                </a:cubicBezTo>
                <a:close/>
                <a:moveTo>
                  <a:pt x="1225790" y="969230"/>
                </a:moveTo>
                <a:lnTo>
                  <a:pt x="1339818" y="969230"/>
                </a:lnTo>
                <a:cubicBezTo>
                  <a:pt x="1355561" y="969230"/>
                  <a:pt x="1368325" y="981994"/>
                  <a:pt x="1368325" y="997737"/>
                </a:cubicBezTo>
                <a:lnTo>
                  <a:pt x="1368325" y="1111765"/>
                </a:lnTo>
                <a:cubicBezTo>
                  <a:pt x="1368325" y="1127508"/>
                  <a:pt x="1355561" y="1140272"/>
                  <a:pt x="1339818" y="1140272"/>
                </a:cubicBezTo>
                <a:lnTo>
                  <a:pt x="1225790" y="1140272"/>
                </a:lnTo>
                <a:cubicBezTo>
                  <a:pt x="1210047" y="1140272"/>
                  <a:pt x="1197283" y="1127508"/>
                  <a:pt x="1197283" y="1111765"/>
                </a:cubicBezTo>
                <a:lnTo>
                  <a:pt x="1197283" y="997737"/>
                </a:lnTo>
                <a:cubicBezTo>
                  <a:pt x="1197283" y="981994"/>
                  <a:pt x="1210047" y="969230"/>
                  <a:pt x="1225790" y="969230"/>
                </a:cubicBezTo>
                <a:close/>
                <a:moveTo>
                  <a:pt x="997736" y="969230"/>
                </a:moveTo>
                <a:lnTo>
                  <a:pt x="1111764" y="969230"/>
                </a:lnTo>
                <a:cubicBezTo>
                  <a:pt x="1127507" y="969230"/>
                  <a:pt x="1140271" y="981994"/>
                  <a:pt x="1140271" y="997737"/>
                </a:cubicBezTo>
                <a:lnTo>
                  <a:pt x="1140271" y="1111765"/>
                </a:lnTo>
                <a:cubicBezTo>
                  <a:pt x="1140271" y="1127508"/>
                  <a:pt x="1127507" y="1140272"/>
                  <a:pt x="1111764" y="1140272"/>
                </a:cubicBezTo>
                <a:lnTo>
                  <a:pt x="997736" y="1140272"/>
                </a:lnTo>
                <a:cubicBezTo>
                  <a:pt x="981993" y="1140272"/>
                  <a:pt x="969229" y="1127508"/>
                  <a:pt x="969229" y="1111765"/>
                </a:cubicBezTo>
                <a:lnTo>
                  <a:pt x="969229" y="997737"/>
                </a:lnTo>
                <a:cubicBezTo>
                  <a:pt x="969229" y="981994"/>
                  <a:pt x="981993" y="969230"/>
                  <a:pt x="997736" y="969230"/>
                </a:cubicBezTo>
                <a:close/>
                <a:moveTo>
                  <a:pt x="912216" y="912216"/>
                </a:moveTo>
                <a:lnTo>
                  <a:pt x="912216" y="1653392"/>
                </a:lnTo>
                <a:lnTo>
                  <a:pt x="1653392" y="1653392"/>
                </a:lnTo>
                <a:lnTo>
                  <a:pt x="1653392" y="912216"/>
                </a:lnTo>
                <a:close/>
                <a:moveTo>
                  <a:pt x="627148" y="826696"/>
                </a:moveTo>
                <a:lnTo>
                  <a:pt x="684162" y="826696"/>
                </a:lnTo>
                <a:lnTo>
                  <a:pt x="684162" y="887757"/>
                </a:lnTo>
                <a:cubicBezTo>
                  <a:pt x="734355" y="900717"/>
                  <a:pt x="769486" y="945901"/>
                  <a:pt x="769682" y="997737"/>
                </a:cubicBezTo>
                <a:lnTo>
                  <a:pt x="712669" y="997737"/>
                </a:lnTo>
                <a:cubicBezTo>
                  <a:pt x="712669" y="966247"/>
                  <a:pt x="687144" y="940723"/>
                  <a:pt x="655655" y="940723"/>
                </a:cubicBezTo>
                <a:cubicBezTo>
                  <a:pt x="624166" y="940723"/>
                  <a:pt x="598642" y="966247"/>
                  <a:pt x="598642" y="997737"/>
                </a:cubicBezTo>
                <a:cubicBezTo>
                  <a:pt x="598631" y="1019531"/>
                  <a:pt x="612574" y="1038883"/>
                  <a:pt x="633249" y="1045771"/>
                </a:cubicBezTo>
                <a:lnTo>
                  <a:pt x="696106" y="1066667"/>
                </a:lnTo>
                <a:cubicBezTo>
                  <a:pt x="740071" y="1081298"/>
                  <a:pt x="769718" y="1122444"/>
                  <a:pt x="769682" y="1168778"/>
                </a:cubicBezTo>
                <a:cubicBezTo>
                  <a:pt x="769486" y="1220614"/>
                  <a:pt x="734355" y="1265797"/>
                  <a:pt x="684162" y="1278757"/>
                </a:cubicBezTo>
                <a:lnTo>
                  <a:pt x="684162" y="1339819"/>
                </a:lnTo>
                <a:lnTo>
                  <a:pt x="627148" y="1339819"/>
                </a:lnTo>
                <a:lnTo>
                  <a:pt x="627148" y="1278757"/>
                </a:lnTo>
                <a:cubicBezTo>
                  <a:pt x="576959" y="1265797"/>
                  <a:pt x="541824" y="1220614"/>
                  <a:pt x="541628" y="1168778"/>
                </a:cubicBezTo>
                <a:lnTo>
                  <a:pt x="598642" y="1168778"/>
                </a:lnTo>
                <a:cubicBezTo>
                  <a:pt x="598642" y="1200267"/>
                  <a:pt x="624166" y="1225792"/>
                  <a:pt x="655655" y="1225792"/>
                </a:cubicBezTo>
                <a:cubicBezTo>
                  <a:pt x="687144" y="1225792"/>
                  <a:pt x="712669" y="1200267"/>
                  <a:pt x="712669" y="1168778"/>
                </a:cubicBezTo>
                <a:cubicBezTo>
                  <a:pt x="712679" y="1146985"/>
                  <a:pt x="698736" y="1127632"/>
                  <a:pt x="678061" y="1120744"/>
                </a:cubicBezTo>
                <a:lnTo>
                  <a:pt x="615204" y="1099849"/>
                </a:lnTo>
                <a:cubicBezTo>
                  <a:pt x="571239" y="1085218"/>
                  <a:pt x="541592" y="1044072"/>
                  <a:pt x="541628" y="997737"/>
                </a:cubicBezTo>
                <a:cubicBezTo>
                  <a:pt x="541824" y="945901"/>
                  <a:pt x="576959" y="900717"/>
                  <a:pt x="627148" y="887757"/>
                </a:cubicBezTo>
                <a:close/>
                <a:moveTo>
                  <a:pt x="655212" y="769697"/>
                </a:moveTo>
                <a:cubicBezTo>
                  <a:pt x="584223" y="769697"/>
                  <a:pt x="513233" y="793713"/>
                  <a:pt x="455224" y="841747"/>
                </a:cubicBezTo>
                <a:cubicBezTo>
                  <a:pt x="321834" y="952200"/>
                  <a:pt x="303241" y="1149870"/>
                  <a:pt x="413690" y="1283260"/>
                </a:cubicBezTo>
                <a:cubicBezTo>
                  <a:pt x="524143" y="1416650"/>
                  <a:pt x="721812" y="1435244"/>
                  <a:pt x="855203" y="1324794"/>
                </a:cubicBezTo>
                <a:lnTo>
                  <a:pt x="855199" y="1324794"/>
                </a:lnTo>
                <a:lnTo>
                  <a:pt x="855199" y="841747"/>
                </a:lnTo>
                <a:cubicBezTo>
                  <a:pt x="797190" y="793713"/>
                  <a:pt x="726201" y="769697"/>
                  <a:pt x="655212" y="769697"/>
                </a:cubicBezTo>
                <a:close/>
                <a:moveTo>
                  <a:pt x="1539364" y="741176"/>
                </a:moveTo>
                <a:lnTo>
                  <a:pt x="1596379" y="741176"/>
                </a:lnTo>
                <a:lnTo>
                  <a:pt x="1596379" y="798191"/>
                </a:lnTo>
                <a:lnTo>
                  <a:pt x="1539364" y="798191"/>
                </a:lnTo>
                <a:close/>
                <a:moveTo>
                  <a:pt x="1425337" y="741176"/>
                </a:moveTo>
                <a:lnTo>
                  <a:pt x="1482352" y="741176"/>
                </a:lnTo>
                <a:lnTo>
                  <a:pt x="1482352" y="798191"/>
                </a:lnTo>
                <a:lnTo>
                  <a:pt x="1425337" y="798191"/>
                </a:lnTo>
                <a:close/>
                <a:moveTo>
                  <a:pt x="1311310" y="741176"/>
                </a:moveTo>
                <a:lnTo>
                  <a:pt x="1368325" y="741176"/>
                </a:lnTo>
                <a:lnTo>
                  <a:pt x="1368325" y="798191"/>
                </a:lnTo>
                <a:lnTo>
                  <a:pt x="1311310" y="798191"/>
                </a:lnTo>
                <a:close/>
                <a:moveTo>
                  <a:pt x="912216" y="684162"/>
                </a:moveTo>
                <a:lnTo>
                  <a:pt x="912216" y="855203"/>
                </a:lnTo>
                <a:lnTo>
                  <a:pt x="1653392" y="855203"/>
                </a:lnTo>
                <a:lnTo>
                  <a:pt x="1653392" y="684162"/>
                </a:lnTo>
                <a:close/>
                <a:moveTo>
                  <a:pt x="494140" y="484615"/>
                </a:moveTo>
                <a:cubicBezTo>
                  <a:pt x="220475" y="583647"/>
                  <a:pt x="57017" y="922992"/>
                  <a:pt x="57017" y="1195716"/>
                </a:cubicBezTo>
                <a:cubicBezTo>
                  <a:pt x="57017" y="1608807"/>
                  <a:pt x="475667" y="1653392"/>
                  <a:pt x="655659" y="1653392"/>
                </a:cubicBezTo>
                <a:cubicBezTo>
                  <a:pt x="722614" y="1653684"/>
                  <a:pt x="789441" y="1647498"/>
                  <a:pt x="855206" y="1634919"/>
                </a:cubicBezTo>
                <a:lnTo>
                  <a:pt x="855206" y="1395177"/>
                </a:lnTo>
                <a:cubicBezTo>
                  <a:pt x="733283" y="1473382"/>
                  <a:pt x="576970" y="1473382"/>
                  <a:pt x="455046" y="1395177"/>
                </a:cubicBezTo>
                <a:cubicBezTo>
                  <a:pt x="282769" y="1284678"/>
                  <a:pt x="232690" y="1055441"/>
                  <a:pt x="343189" y="883164"/>
                </a:cubicBezTo>
                <a:cubicBezTo>
                  <a:pt x="453689" y="710887"/>
                  <a:pt x="682926" y="660808"/>
                  <a:pt x="855203" y="771307"/>
                </a:cubicBezTo>
                <a:lnTo>
                  <a:pt x="855203" y="655655"/>
                </a:lnTo>
                <a:cubicBezTo>
                  <a:pt x="855203" y="639912"/>
                  <a:pt x="867966" y="627149"/>
                  <a:pt x="883713" y="627149"/>
                </a:cubicBezTo>
                <a:lnTo>
                  <a:pt x="1029268" y="627149"/>
                </a:lnTo>
                <a:cubicBezTo>
                  <a:pt x="970519" y="563995"/>
                  <a:pt x="898016" y="515224"/>
                  <a:pt x="817378" y="484615"/>
                </a:cubicBezTo>
                <a:close/>
                <a:moveTo>
                  <a:pt x="484615" y="342081"/>
                </a:moveTo>
                <a:lnTo>
                  <a:pt x="484615" y="427601"/>
                </a:lnTo>
                <a:lnTo>
                  <a:pt x="826696" y="427601"/>
                </a:lnTo>
                <a:lnTo>
                  <a:pt x="826696" y="342081"/>
                </a:lnTo>
                <a:close/>
                <a:moveTo>
                  <a:pt x="370588" y="57014"/>
                </a:moveTo>
                <a:lnTo>
                  <a:pt x="370588" y="213801"/>
                </a:lnTo>
                <a:lnTo>
                  <a:pt x="465601" y="285068"/>
                </a:lnTo>
                <a:lnTo>
                  <a:pt x="845710" y="285068"/>
                </a:lnTo>
                <a:lnTo>
                  <a:pt x="940723" y="213801"/>
                </a:lnTo>
                <a:lnTo>
                  <a:pt x="940723" y="57014"/>
                </a:lnTo>
                <a:lnTo>
                  <a:pt x="867004" y="57014"/>
                </a:lnTo>
                <a:lnTo>
                  <a:pt x="818343" y="105675"/>
                </a:lnTo>
                <a:cubicBezTo>
                  <a:pt x="807211" y="116803"/>
                  <a:pt x="789167" y="116803"/>
                  <a:pt x="778035" y="105675"/>
                </a:cubicBezTo>
                <a:lnTo>
                  <a:pt x="729374" y="57014"/>
                </a:lnTo>
                <a:lnTo>
                  <a:pt x="581937" y="57014"/>
                </a:lnTo>
                <a:lnTo>
                  <a:pt x="533276" y="105675"/>
                </a:lnTo>
                <a:cubicBezTo>
                  <a:pt x="522144" y="116803"/>
                  <a:pt x="504099" y="116803"/>
                  <a:pt x="492967" y="105675"/>
                </a:cubicBezTo>
                <a:lnTo>
                  <a:pt x="444306" y="57014"/>
                </a:lnTo>
                <a:close/>
                <a:moveTo>
                  <a:pt x="342081" y="0"/>
                </a:moveTo>
                <a:lnTo>
                  <a:pt x="456108" y="0"/>
                </a:lnTo>
                <a:cubicBezTo>
                  <a:pt x="463669" y="0"/>
                  <a:pt x="470917" y="3007"/>
                  <a:pt x="476262" y="8352"/>
                </a:cubicBezTo>
                <a:lnTo>
                  <a:pt x="513122" y="45212"/>
                </a:lnTo>
                <a:lnTo>
                  <a:pt x="549981" y="8352"/>
                </a:lnTo>
                <a:cubicBezTo>
                  <a:pt x="555326" y="3007"/>
                  <a:pt x="562574" y="0"/>
                  <a:pt x="570135" y="0"/>
                </a:cubicBezTo>
                <a:lnTo>
                  <a:pt x="741176" y="0"/>
                </a:lnTo>
                <a:cubicBezTo>
                  <a:pt x="748737" y="0"/>
                  <a:pt x="755985" y="3007"/>
                  <a:pt x="761330" y="8352"/>
                </a:cubicBezTo>
                <a:lnTo>
                  <a:pt x="798189" y="45212"/>
                </a:lnTo>
                <a:lnTo>
                  <a:pt x="835048" y="8352"/>
                </a:lnTo>
                <a:cubicBezTo>
                  <a:pt x="840393" y="3007"/>
                  <a:pt x="847641" y="0"/>
                  <a:pt x="855203" y="0"/>
                </a:cubicBezTo>
                <a:lnTo>
                  <a:pt x="969230" y="0"/>
                </a:lnTo>
                <a:cubicBezTo>
                  <a:pt x="984972" y="0"/>
                  <a:pt x="997736" y="12764"/>
                  <a:pt x="997736" y="28507"/>
                </a:cubicBezTo>
                <a:lnTo>
                  <a:pt x="997736" y="228054"/>
                </a:lnTo>
                <a:cubicBezTo>
                  <a:pt x="997736" y="237026"/>
                  <a:pt x="993510" y="245475"/>
                  <a:pt x="986334" y="250859"/>
                </a:cubicBezTo>
                <a:lnTo>
                  <a:pt x="883709" y="327828"/>
                </a:lnTo>
                <a:lnTo>
                  <a:pt x="883709" y="450806"/>
                </a:lnTo>
                <a:cubicBezTo>
                  <a:pt x="969632" y="492725"/>
                  <a:pt x="1045364" y="552910"/>
                  <a:pt x="1105606" y="627149"/>
                </a:cubicBezTo>
                <a:lnTo>
                  <a:pt x="1681898" y="627149"/>
                </a:lnTo>
                <a:cubicBezTo>
                  <a:pt x="1697641" y="627149"/>
                  <a:pt x="1710405" y="639912"/>
                  <a:pt x="1710405" y="655655"/>
                </a:cubicBezTo>
                <a:lnTo>
                  <a:pt x="1710405" y="1681898"/>
                </a:lnTo>
                <a:cubicBezTo>
                  <a:pt x="1710405" y="1697641"/>
                  <a:pt x="1697641" y="1710405"/>
                  <a:pt x="1681898" y="1710405"/>
                </a:cubicBezTo>
                <a:lnTo>
                  <a:pt x="883709" y="1710405"/>
                </a:lnTo>
                <a:cubicBezTo>
                  <a:pt x="872093" y="1710366"/>
                  <a:pt x="861663" y="1703286"/>
                  <a:pt x="857341" y="1692503"/>
                </a:cubicBezTo>
                <a:cubicBezTo>
                  <a:pt x="790806" y="1704654"/>
                  <a:pt x="723291" y="1710647"/>
                  <a:pt x="655655" y="1710405"/>
                </a:cubicBezTo>
                <a:cubicBezTo>
                  <a:pt x="238972" y="1710405"/>
                  <a:pt x="0" y="1522802"/>
                  <a:pt x="0" y="1195716"/>
                </a:cubicBezTo>
                <a:cubicBezTo>
                  <a:pt x="0" y="835989"/>
                  <a:pt x="211805" y="555511"/>
                  <a:pt x="427601" y="451091"/>
                </a:cubicBezTo>
                <a:lnTo>
                  <a:pt x="427601" y="327828"/>
                </a:lnTo>
                <a:lnTo>
                  <a:pt x="324977" y="250859"/>
                </a:lnTo>
                <a:cubicBezTo>
                  <a:pt x="317800" y="245475"/>
                  <a:pt x="313574" y="237026"/>
                  <a:pt x="313574" y="228054"/>
                </a:cubicBezTo>
                <a:lnTo>
                  <a:pt x="313574" y="28507"/>
                </a:lnTo>
                <a:cubicBezTo>
                  <a:pt x="313574" y="12764"/>
                  <a:pt x="326338" y="0"/>
                  <a:pt x="342081" y="0"/>
                </a:cubicBezTo>
                <a:close/>
              </a:path>
            </a:pathLst>
          </a:custGeom>
          <a:solidFill>
            <a:schemeClr val="bg1"/>
          </a:solidFill>
          <a:ln w="35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3528496" y="2456770"/>
            <a:ext cx="243359" cy="311868"/>
            <a:chOff x="3287713" y="4714876"/>
            <a:chExt cx="377825" cy="484188"/>
          </a:xfrm>
          <a:solidFill>
            <a:schemeClr val="bg1"/>
          </a:solidFill>
        </p:grpSpPr>
        <p:sp>
          <p:nvSpPr>
            <p:cNvPr id="140" name="Freeform 104"/>
            <p:cNvSpPr>
              <a:spLocks noEditPoints="1"/>
            </p:cNvSpPr>
            <p:nvPr/>
          </p:nvSpPr>
          <p:spPr bwMode="auto">
            <a:xfrm>
              <a:off x="3478213" y="4964113"/>
              <a:ext cx="187325" cy="192088"/>
            </a:xfrm>
            <a:custGeom>
              <a:avLst/>
              <a:gdLst>
                <a:gd name="T0" fmla="*/ 23 w 69"/>
                <a:gd name="T1" fmla="*/ 71 h 71"/>
                <a:gd name="T2" fmla="*/ 21 w 69"/>
                <a:gd name="T3" fmla="*/ 70 h 71"/>
                <a:gd name="T4" fmla="*/ 1 w 69"/>
                <a:gd name="T5" fmla="*/ 50 h 71"/>
                <a:gd name="T6" fmla="*/ 1 w 69"/>
                <a:gd name="T7" fmla="*/ 46 h 71"/>
                <a:gd name="T8" fmla="*/ 3 w 69"/>
                <a:gd name="T9" fmla="*/ 44 h 71"/>
                <a:gd name="T10" fmla="*/ 7 w 69"/>
                <a:gd name="T11" fmla="*/ 34 h 71"/>
                <a:gd name="T12" fmla="*/ 18 w 69"/>
                <a:gd name="T13" fmla="*/ 10 h 71"/>
                <a:gd name="T14" fmla="*/ 59 w 69"/>
                <a:gd name="T15" fmla="*/ 10 h 71"/>
                <a:gd name="T16" fmla="*/ 69 w 69"/>
                <a:gd name="T17" fmla="*/ 33 h 71"/>
                <a:gd name="T18" fmla="*/ 60 w 69"/>
                <a:gd name="T19" fmla="*/ 55 h 71"/>
                <a:gd name="T20" fmla="*/ 38 w 69"/>
                <a:gd name="T21" fmla="*/ 64 h 71"/>
                <a:gd name="T22" fmla="*/ 27 w 69"/>
                <a:gd name="T23" fmla="*/ 68 h 71"/>
                <a:gd name="T24" fmla="*/ 25 w 69"/>
                <a:gd name="T25" fmla="*/ 70 h 71"/>
                <a:gd name="T26" fmla="*/ 23 w 69"/>
                <a:gd name="T27" fmla="*/ 71 h 71"/>
                <a:gd name="T28" fmla="*/ 7 w 69"/>
                <a:gd name="T29" fmla="*/ 48 h 71"/>
                <a:gd name="T30" fmla="*/ 23 w 69"/>
                <a:gd name="T31" fmla="*/ 64 h 71"/>
                <a:gd name="T32" fmla="*/ 38 w 69"/>
                <a:gd name="T33" fmla="*/ 58 h 71"/>
                <a:gd name="T34" fmla="*/ 56 w 69"/>
                <a:gd name="T35" fmla="*/ 51 h 71"/>
                <a:gd name="T36" fmla="*/ 63 w 69"/>
                <a:gd name="T37" fmla="*/ 33 h 71"/>
                <a:gd name="T38" fmla="*/ 55 w 69"/>
                <a:gd name="T39" fmla="*/ 15 h 71"/>
                <a:gd name="T40" fmla="*/ 21 w 69"/>
                <a:gd name="T41" fmla="*/ 15 h 71"/>
                <a:gd name="T42" fmla="*/ 13 w 69"/>
                <a:gd name="T43" fmla="*/ 34 h 71"/>
                <a:gd name="T44" fmla="*/ 7 w 69"/>
                <a:gd name="T45" fmla="*/ 4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" h="71">
                  <a:moveTo>
                    <a:pt x="23" y="71"/>
                  </a:moveTo>
                  <a:cubicBezTo>
                    <a:pt x="23" y="71"/>
                    <a:pt x="22" y="71"/>
                    <a:pt x="21" y="7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0" y="49"/>
                    <a:pt x="0" y="47"/>
                    <a:pt x="1" y="46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6" y="41"/>
                    <a:pt x="7" y="38"/>
                    <a:pt x="7" y="34"/>
                  </a:cubicBezTo>
                  <a:cubicBezTo>
                    <a:pt x="7" y="25"/>
                    <a:pt x="11" y="16"/>
                    <a:pt x="18" y="10"/>
                  </a:cubicBezTo>
                  <a:cubicBezTo>
                    <a:pt x="29" y="0"/>
                    <a:pt x="47" y="0"/>
                    <a:pt x="59" y="10"/>
                  </a:cubicBezTo>
                  <a:cubicBezTo>
                    <a:pt x="65" y="16"/>
                    <a:pt x="69" y="24"/>
                    <a:pt x="69" y="33"/>
                  </a:cubicBezTo>
                  <a:cubicBezTo>
                    <a:pt x="69" y="41"/>
                    <a:pt x="66" y="49"/>
                    <a:pt x="60" y="55"/>
                  </a:cubicBezTo>
                  <a:cubicBezTo>
                    <a:pt x="54" y="61"/>
                    <a:pt x="46" y="64"/>
                    <a:pt x="38" y="64"/>
                  </a:cubicBezTo>
                  <a:cubicBezTo>
                    <a:pt x="34" y="64"/>
                    <a:pt x="30" y="66"/>
                    <a:pt x="27" y="68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4" y="71"/>
                    <a:pt x="23" y="71"/>
                  </a:cubicBezTo>
                  <a:close/>
                  <a:moveTo>
                    <a:pt x="7" y="48"/>
                  </a:moveTo>
                  <a:cubicBezTo>
                    <a:pt x="23" y="64"/>
                    <a:pt x="23" y="64"/>
                    <a:pt x="23" y="64"/>
                  </a:cubicBezTo>
                  <a:cubicBezTo>
                    <a:pt x="27" y="60"/>
                    <a:pt x="32" y="58"/>
                    <a:pt x="38" y="58"/>
                  </a:cubicBezTo>
                  <a:cubicBezTo>
                    <a:pt x="45" y="59"/>
                    <a:pt x="51" y="56"/>
                    <a:pt x="56" y="51"/>
                  </a:cubicBezTo>
                  <a:cubicBezTo>
                    <a:pt x="61" y="46"/>
                    <a:pt x="63" y="40"/>
                    <a:pt x="63" y="33"/>
                  </a:cubicBezTo>
                  <a:cubicBezTo>
                    <a:pt x="63" y="26"/>
                    <a:pt x="60" y="19"/>
                    <a:pt x="55" y="15"/>
                  </a:cubicBezTo>
                  <a:cubicBezTo>
                    <a:pt x="46" y="6"/>
                    <a:pt x="31" y="6"/>
                    <a:pt x="21" y="15"/>
                  </a:cubicBezTo>
                  <a:cubicBezTo>
                    <a:pt x="16" y="19"/>
                    <a:pt x="13" y="26"/>
                    <a:pt x="13" y="34"/>
                  </a:cubicBezTo>
                  <a:cubicBezTo>
                    <a:pt x="13" y="39"/>
                    <a:pt x="11" y="44"/>
                    <a:pt x="7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05"/>
            <p:cNvSpPr>
              <a:spLocks noEditPoints="1"/>
            </p:cNvSpPr>
            <p:nvPr/>
          </p:nvSpPr>
          <p:spPr bwMode="auto">
            <a:xfrm>
              <a:off x="3451225" y="5080001"/>
              <a:ext cx="103187" cy="103188"/>
            </a:xfrm>
            <a:custGeom>
              <a:avLst/>
              <a:gdLst>
                <a:gd name="T0" fmla="*/ 28 w 38"/>
                <a:gd name="T1" fmla="*/ 38 h 38"/>
                <a:gd name="T2" fmla="*/ 25 w 38"/>
                <a:gd name="T3" fmla="*/ 36 h 38"/>
                <a:gd name="T4" fmla="*/ 2 w 38"/>
                <a:gd name="T5" fmla="*/ 13 h 38"/>
                <a:gd name="T6" fmla="*/ 2 w 38"/>
                <a:gd name="T7" fmla="*/ 7 h 38"/>
                <a:gd name="T8" fmla="*/ 7 w 38"/>
                <a:gd name="T9" fmla="*/ 1 h 38"/>
                <a:gd name="T10" fmla="*/ 14 w 38"/>
                <a:gd name="T11" fmla="*/ 1 h 38"/>
                <a:gd name="T12" fmla="*/ 37 w 38"/>
                <a:gd name="T13" fmla="*/ 25 h 38"/>
                <a:gd name="T14" fmla="*/ 38 w 38"/>
                <a:gd name="T15" fmla="*/ 28 h 38"/>
                <a:gd name="T16" fmla="*/ 37 w 38"/>
                <a:gd name="T17" fmla="*/ 31 h 38"/>
                <a:gd name="T18" fmla="*/ 32 w 38"/>
                <a:gd name="T19" fmla="*/ 36 h 38"/>
                <a:gd name="T20" fmla="*/ 28 w 38"/>
                <a:gd name="T21" fmla="*/ 38 h 38"/>
                <a:gd name="T22" fmla="*/ 7 w 38"/>
                <a:gd name="T23" fmla="*/ 10 h 38"/>
                <a:gd name="T24" fmla="*/ 28 w 38"/>
                <a:gd name="T25" fmla="*/ 31 h 38"/>
                <a:gd name="T26" fmla="*/ 32 w 38"/>
                <a:gd name="T27" fmla="*/ 28 h 38"/>
                <a:gd name="T28" fmla="*/ 11 w 38"/>
                <a:gd name="T29" fmla="*/ 6 h 38"/>
                <a:gd name="T30" fmla="*/ 7 w 38"/>
                <a:gd name="T31" fmla="*/ 1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38">
                  <a:moveTo>
                    <a:pt x="28" y="38"/>
                  </a:moveTo>
                  <a:cubicBezTo>
                    <a:pt x="27" y="38"/>
                    <a:pt x="26" y="37"/>
                    <a:pt x="25" y="3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0" y="12"/>
                    <a:pt x="0" y="9"/>
                    <a:pt x="2" y="7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9" y="0"/>
                    <a:pt x="12" y="0"/>
                    <a:pt x="14" y="1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8" y="25"/>
                    <a:pt x="38" y="27"/>
                    <a:pt x="38" y="28"/>
                  </a:cubicBezTo>
                  <a:cubicBezTo>
                    <a:pt x="38" y="29"/>
                    <a:pt x="38" y="30"/>
                    <a:pt x="37" y="3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7"/>
                    <a:pt x="30" y="38"/>
                    <a:pt x="28" y="38"/>
                  </a:cubicBezTo>
                  <a:close/>
                  <a:moveTo>
                    <a:pt x="7" y="10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11" y="6"/>
                    <a:pt x="11" y="6"/>
                    <a:pt x="11" y="6"/>
                  </a:cubicBezTo>
                  <a:lnTo>
                    <a:pt x="7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06"/>
            <p:cNvSpPr>
              <a:spLocks noEditPoints="1"/>
            </p:cNvSpPr>
            <p:nvPr/>
          </p:nvSpPr>
          <p:spPr bwMode="auto">
            <a:xfrm>
              <a:off x="3443288" y="5110163"/>
              <a:ext cx="84137" cy="80963"/>
            </a:xfrm>
            <a:custGeom>
              <a:avLst/>
              <a:gdLst>
                <a:gd name="T0" fmla="*/ 22 w 31"/>
                <a:gd name="T1" fmla="*/ 30 h 30"/>
                <a:gd name="T2" fmla="*/ 18 w 31"/>
                <a:gd name="T3" fmla="*/ 28 h 30"/>
                <a:gd name="T4" fmla="*/ 2 w 31"/>
                <a:gd name="T5" fmla="*/ 13 h 30"/>
                <a:gd name="T6" fmla="*/ 2 w 31"/>
                <a:gd name="T7" fmla="*/ 4 h 30"/>
                <a:gd name="T8" fmla="*/ 5 w 31"/>
                <a:gd name="T9" fmla="*/ 2 h 30"/>
                <a:gd name="T10" fmla="*/ 13 w 31"/>
                <a:gd name="T11" fmla="*/ 2 h 30"/>
                <a:gd name="T12" fmla="*/ 28 w 31"/>
                <a:gd name="T13" fmla="*/ 18 h 30"/>
                <a:gd name="T14" fmla="*/ 28 w 31"/>
                <a:gd name="T15" fmla="*/ 26 h 30"/>
                <a:gd name="T16" fmla="*/ 26 w 31"/>
                <a:gd name="T17" fmla="*/ 28 h 30"/>
                <a:gd name="T18" fmla="*/ 22 w 31"/>
                <a:gd name="T19" fmla="*/ 30 h 30"/>
                <a:gd name="T20" fmla="*/ 9 w 31"/>
                <a:gd name="T21" fmla="*/ 6 h 30"/>
                <a:gd name="T22" fmla="*/ 6 w 31"/>
                <a:gd name="T23" fmla="*/ 8 h 30"/>
                <a:gd name="T24" fmla="*/ 22 w 31"/>
                <a:gd name="T25" fmla="*/ 24 h 30"/>
                <a:gd name="T26" fmla="*/ 24 w 31"/>
                <a:gd name="T27" fmla="*/ 22 h 30"/>
                <a:gd name="T28" fmla="*/ 9 w 31"/>
                <a:gd name="T29" fmla="*/ 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0">
                  <a:moveTo>
                    <a:pt x="22" y="30"/>
                  </a:moveTo>
                  <a:cubicBezTo>
                    <a:pt x="20" y="30"/>
                    <a:pt x="19" y="29"/>
                    <a:pt x="18" y="28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0" y="10"/>
                    <a:pt x="0" y="7"/>
                    <a:pt x="2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0"/>
                    <a:pt x="11" y="0"/>
                    <a:pt x="13" y="2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31" y="20"/>
                    <a:pt x="31" y="24"/>
                    <a:pt x="28" y="26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5" y="29"/>
                    <a:pt x="24" y="30"/>
                    <a:pt x="22" y="30"/>
                  </a:cubicBezTo>
                  <a:close/>
                  <a:moveTo>
                    <a:pt x="9" y="6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4" y="22"/>
                    <a:pt x="24" y="22"/>
                    <a:pt x="24" y="22"/>
                  </a:cubicBezTo>
                  <a:lnTo>
                    <a:pt x="9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07"/>
            <p:cNvSpPr>
              <a:spLocks noEditPoints="1"/>
            </p:cNvSpPr>
            <p:nvPr/>
          </p:nvSpPr>
          <p:spPr bwMode="auto">
            <a:xfrm>
              <a:off x="3435350" y="5130801"/>
              <a:ext cx="68262" cy="68263"/>
            </a:xfrm>
            <a:custGeom>
              <a:avLst/>
              <a:gdLst>
                <a:gd name="T0" fmla="*/ 16 w 25"/>
                <a:gd name="T1" fmla="*/ 25 h 25"/>
                <a:gd name="T2" fmla="*/ 11 w 25"/>
                <a:gd name="T3" fmla="*/ 23 h 25"/>
                <a:gd name="T4" fmla="*/ 2 w 25"/>
                <a:gd name="T5" fmla="*/ 14 h 25"/>
                <a:gd name="T6" fmla="*/ 0 w 25"/>
                <a:gd name="T7" fmla="*/ 8 h 25"/>
                <a:gd name="T8" fmla="*/ 3 w 25"/>
                <a:gd name="T9" fmla="*/ 2 h 25"/>
                <a:gd name="T10" fmla="*/ 11 w 25"/>
                <a:gd name="T11" fmla="*/ 2 h 25"/>
                <a:gd name="T12" fmla="*/ 23 w 25"/>
                <a:gd name="T13" fmla="*/ 15 h 25"/>
                <a:gd name="T14" fmla="*/ 23 w 25"/>
                <a:gd name="T15" fmla="*/ 22 h 25"/>
                <a:gd name="T16" fmla="*/ 16 w 25"/>
                <a:gd name="T17" fmla="*/ 25 h 25"/>
                <a:gd name="T18" fmla="*/ 7 w 25"/>
                <a:gd name="T19" fmla="*/ 7 h 25"/>
                <a:gd name="T20" fmla="*/ 6 w 25"/>
                <a:gd name="T21" fmla="*/ 10 h 25"/>
                <a:gd name="T22" fmla="*/ 15 w 25"/>
                <a:gd name="T23" fmla="*/ 19 h 25"/>
                <a:gd name="T24" fmla="*/ 19 w 25"/>
                <a:gd name="T25" fmla="*/ 18 h 25"/>
                <a:gd name="T26" fmla="*/ 7 w 25"/>
                <a:gd name="T27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25">
                  <a:moveTo>
                    <a:pt x="16" y="25"/>
                  </a:moveTo>
                  <a:cubicBezTo>
                    <a:pt x="14" y="25"/>
                    <a:pt x="13" y="25"/>
                    <a:pt x="11" y="23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" y="13"/>
                    <a:pt x="0" y="11"/>
                    <a:pt x="0" y="8"/>
                  </a:cubicBezTo>
                  <a:cubicBezTo>
                    <a:pt x="0" y="6"/>
                    <a:pt x="1" y="4"/>
                    <a:pt x="3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5" y="20"/>
                    <a:pt x="23" y="22"/>
                  </a:cubicBezTo>
                  <a:cubicBezTo>
                    <a:pt x="21" y="24"/>
                    <a:pt x="19" y="25"/>
                    <a:pt x="16" y="25"/>
                  </a:cubicBezTo>
                  <a:close/>
                  <a:moveTo>
                    <a:pt x="7" y="7"/>
                  </a:moveTo>
                  <a:cubicBezTo>
                    <a:pt x="6" y="8"/>
                    <a:pt x="6" y="9"/>
                    <a:pt x="6" y="1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6" y="20"/>
                    <a:pt x="18" y="20"/>
                    <a:pt x="19" y="18"/>
                  </a:cubicBezTo>
                  <a:lnTo>
                    <a:pt x="7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08"/>
            <p:cNvSpPr>
              <a:spLocks/>
            </p:cNvSpPr>
            <p:nvPr/>
          </p:nvSpPr>
          <p:spPr bwMode="auto">
            <a:xfrm>
              <a:off x="3505200" y="5080001"/>
              <a:ext cx="90487" cy="49213"/>
            </a:xfrm>
            <a:custGeom>
              <a:avLst/>
              <a:gdLst>
                <a:gd name="T0" fmla="*/ 3 w 33"/>
                <a:gd name="T1" fmla="*/ 18 h 18"/>
                <a:gd name="T2" fmla="*/ 1 w 33"/>
                <a:gd name="T3" fmla="*/ 17 h 18"/>
                <a:gd name="T4" fmla="*/ 1 w 33"/>
                <a:gd name="T5" fmla="*/ 13 h 18"/>
                <a:gd name="T6" fmla="*/ 13 w 33"/>
                <a:gd name="T7" fmla="*/ 1 h 18"/>
                <a:gd name="T8" fmla="*/ 16 w 33"/>
                <a:gd name="T9" fmla="*/ 0 h 18"/>
                <a:gd name="T10" fmla="*/ 30 w 33"/>
                <a:gd name="T11" fmla="*/ 3 h 18"/>
                <a:gd name="T12" fmla="*/ 32 w 33"/>
                <a:gd name="T13" fmla="*/ 7 h 18"/>
                <a:gd name="T14" fmla="*/ 29 w 33"/>
                <a:gd name="T15" fmla="*/ 9 h 18"/>
                <a:gd name="T16" fmla="*/ 16 w 33"/>
                <a:gd name="T17" fmla="*/ 6 h 18"/>
                <a:gd name="T18" fmla="*/ 5 w 33"/>
                <a:gd name="T19" fmla="*/ 17 h 18"/>
                <a:gd name="T20" fmla="*/ 3 w 33"/>
                <a:gd name="T2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" h="18">
                  <a:moveTo>
                    <a:pt x="3" y="18"/>
                  </a:moveTo>
                  <a:cubicBezTo>
                    <a:pt x="3" y="18"/>
                    <a:pt x="2" y="18"/>
                    <a:pt x="1" y="17"/>
                  </a:cubicBezTo>
                  <a:cubicBezTo>
                    <a:pt x="0" y="16"/>
                    <a:pt x="0" y="14"/>
                    <a:pt x="1" y="13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2" y="4"/>
                    <a:pt x="33" y="5"/>
                    <a:pt x="32" y="7"/>
                  </a:cubicBezTo>
                  <a:cubicBezTo>
                    <a:pt x="32" y="8"/>
                    <a:pt x="30" y="9"/>
                    <a:pt x="29" y="9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4" y="18"/>
                    <a:pt x="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09"/>
            <p:cNvSpPr>
              <a:spLocks/>
            </p:cNvSpPr>
            <p:nvPr/>
          </p:nvSpPr>
          <p:spPr bwMode="auto">
            <a:xfrm>
              <a:off x="3505200" y="5041901"/>
              <a:ext cx="52387" cy="87313"/>
            </a:xfrm>
            <a:custGeom>
              <a:avLst/>
              <a:gdLst>
                <a:gd name="T0" fmla="*/ 3 w 19"/>
                <a:gd name="T1" fmla="*/ 32 h 32"/>
                <a:gd name="T2" fmla="*/ 1 w 19"/>
                <a:gd name="T3" fmla="*/ 31 h 32"/>
                <a:gd name="T4" fmla="*/ 1 w 19"/>
                <a:gd name="T5" fmla="*/ 27 h 32"/>
                <a:gd name="T6" fmla="*/ 12 w 19"/>
                <a:gd name="T7" fmla="*/ 16 h 32"/>
                <a:gd name="T8" fmla="*/ 9 w 19"/>
                <a:gd name="T9" fmla="*/ 4 h 32"/>
                <a:gd name="T10" fmla="*/ 12 w 19"/>
                <a:gd name="T11" fmla="*/ 0 h 32"/>
                <a:gd name="T12" fmla="*/ 15 w 19"/>
                <a:gd name="T13" fmla="*/ 2 h 32"/>
                <a:gd name="T14" fmla="*/ 18 w 19"/>
                <a:gd name="T15" fmla="*/ 16 h 32"/>
                <a:gd name="T16" fmla="*/ 18 w 19"/>
                <a:gd name="T17" fmla="*/ 19 h 32"/>
                <a:gd name="T18" fmla="*/ 5 w 19"/>
                <a:gd name="T19" fmla="*/ 31 h 32"/>
                <a:gd name="T20" fmla="*/ 3 w 19"/>
                <a:gd name="T2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32">
                  <a:moveTo>
                    <a:pt x="3" y="32"/>
                  </a:moveTo>
                  <a:cubicBezTo>
                    <a:pt x="3" y="32"/>
                    <a:pt x="2" y="32"/>
                    <a:pt x="1" y="31"/>
                  </a:cubicBezTo>
                  <a:cubicBezTo>
                    <a:pt x="0" y="30"/>
                    <a:pt x="0" y="28"/>
                    <a:pt x="1" y="2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10" y="0"/>
                    <a:pt x="12" y="0"/>
                  </a:cubicBezTo>
                  <a:cubicBezTo>
                    <a:pt x="13" y="0"/>
                    <a:pt x="15" y="1"/>
                    <a:pt x="15" y="2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9" y="17"/>
                    <a:pt x="18" y="18"/>
                    <a:pt x="18" y="19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2"/>
                    <a:pt x="4" y="32"/>
                    <a:pt x="3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10"/>
            <p:cNvSpPr>
              <a:spLocks/>
            </p:cNvSpPr>
            <p:nvPr/>
          </p:nvSpPr>
          <p:spPr bwMode="auto">
            <a:xfrm>
              <a:off x="3287713" y="4927601"/>
              <a:ext cx="141287" cy="241300"/>
            </a:xfrm>
            <a:custGeom>
              <a:avLst/>
              <a:gdLst>
                <a:gd name="T0" fmla="*/ 49 w 52"/>
                <a:gd name="T1" fmla="*/ 89 h 89"/>
                <a:gd name="T2" fmla="*/ 3 w 52"/>
                <a:gd name="T3" fmla="*/ 89 h 89"/>
                <a:gd name="T4" fmla="*/ 0 w 52"/>
                <a:gd name="T5" fmla="*/ 86 h 89"/>
                <a:gd name="T6" fmla="*/ 0 w 52"/>
                <a:gd name="T7" fmla="*/ 3 h 89"/>
                <a:gd name="T8" fmla="*/ 3 w 52"/>
                <a:gd name="T9" fmla="*/ 0 h 89"/>
                <a:gd name="T10" fmla="*/ 6 w 52"/>
                <a:gd name="T11" fmla="*/ 3 h 89"/>
                <a:gd name="T12" fmla="*/ 6 w 52"/>
                <a:gd name="T13" fmla="*/ 83 h 89"/>
                <a:gd name="T14" fmla="*/ 49 w 52"/>
                <a:gd name="T15" fmla="*/ 83 h 89"/>
                <a:gd name="T16" fmla="*/ 52 w 52"/>
                <a:gd name="T17" fmla="*/ 86 h 89"/>
                <a:gd name="T18" fmla="*/ 49 w 52"/>
                <a:gd name="T1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89">
                  <a:moveTo>
                    <a:pt x="49" y="89"/>
                  </a:moveTo>
                  <a:cubicBezTo>
                    <a:pt x="3" y="89"/>
                    <a:pt x="3" y="89"/>
                    <a:pt x="3" y="89"/>
                  </a:cubicBezTo>
                  <a:cubicBezTo>
                    <a:pt x="1" y="89"/>
                    <a:pt x="0" y="88"/>
                    <a:pt x="0" y="8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51" y="83"/>
                    <a:pt x="52" y="84"/>
                    <a:pt x="52" y="86"/>
                  </a:cubicBezTo>
                  <a:cubicBezTo>
                    <a:pt x="52" y="88"/>
                    <a:pt x="51" y="89"/>
                    <a:pt x="49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11"/>
            <p:cNvSpPr>
              <a:spLocks/>
            </p:cNvSpPr>
            <p:nvPr/>
          </p:nvSpPr>
          <p:spPr bwMode="auto">
            <a:xfrm>
              <a:off x="3287713" y="4787901"/>
              <a:ext cx="17462" cy="28575"/>
            </a:xfrm>
            <a:custGeom>
              <a:avLst/>
              <a:gdLst>
                <a:gd name="T0" fmla="*/ 3 w 6"/>
                <a:gd name="T1" fmla="*/ 11 h 11"/>
                <a:gd name="T2" fmla="*/ 0 w 6"/>
                <a:gd name="T3" fmla="*/ 8 h 11"/>
                <a:gd name="T4" fmla="*/ 0 w 6"/>
                <a:gd name="T5" fmla="*/ 3 h 11"/>
                <a:gd name="T6" fmla="*/ 3 w 6"/>
                <a:gd name="T7" fmla="*/ 0 h 11"/>
                <a:gd name="T8" fmla="*/ 6 w 6"/>
                <a:gd name="T9" fmla="*/ 3 h 11"/>
                <a:gd name="T10" fmla="*/ 6 w 6"/>
                <a:gd name="T11" fmla="*/ 8 h 11"/>
                <a:gd name="T12" fmla="*/ 3 w 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1">
                  <a:moveTo>
                    <a:pt x="3" y="11"/>
                  </a:moveTo>
                  <a:cubicBezTo>
                    <a:pt x="1" y="11"/>
                    <a:pt x="0" y="10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10"/>
                    <a:pt x="5" y="11"/>
                    <a:pt x="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12"/>
            <p:cNvSpPr>
              <a:spLocks/>
            </p:cNvSpPr>
            <p:nvPr/>
          </p:nvSpPr>
          <p:spPr bwMode="auto">
            <a:xfrm>
              <a:off x="3287713" y="4846638"/>
              <a:ext cx="17462" cy="38100"/>
            </a:xfrm>
            <a:custGeom>
              <a:avLst/>
              <a:gdLst>
                <a:gd name="T0" fmla="*/ 3 w 6"/>
                <a:gd name="T1" fmla="*/ 14 h 14"/>
                <a:gd name="T2" fmla="*/ 0 w 6"/>
                <a:gd name="T3" fmla="*/ 11 h 14"/>
                <a:gd name="T4" fmla="*/ 0 w 6"/>
                <a:gd name="T5" fmla="*/ 3 h 14"/>
                <a:gd name="T6" fmla="*/ 3 w 6"/>
                <a:gd name="T7" fmla="*/ 0 h 14"/>
                <a:gd name="T8" fmla="*/ 6 w 6"/>
                <a:gd name="T9" fmla="*/ 3 h 14"/>
                <a:gd name="T10" fmla="*/ 6 w 6"/>
                <a:gd name="T11" fmla="*/ 11 h 14"/>
                <a:gd name="T12" fmla="*/ 3 w 6"/>
                <a:gd name="T1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4">
                  <a:moveTo>
                    <a:pt x="3" y="14"/>
                  </a:moveTo>
                  <a:cubicBezTo>
                    <a:pt x="1" y="14"/>
                    <a:pt x="0" y="13"/>
                    <a:pt x="0" y="1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3"/>
                    <a:pt x="5" y="14"/>
                    <a:pt x="3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13"/>
            <p:cNvSpPr>
              <a:spLocks/>
            </p:cNvSpPr>
            <p:nvPr/>
          </p:nvSpPr>
          <p:spPr bwMode="auto">
            <a:xfrm>
              <a:off x="3287713" y="4914901"/>
              <a:ext cx="17462" cy="30163"/>
            </a:xfrm>
            <a:custGeom>
              <a:avLst/>
              <a:gdLst>
                <a:gd name="T0" fmla="*/ 3 w 6"/>
                <a:gd name="T1" fmla="*/ 11 h 11"/>
                <a:gd name="T2" fmla="*/ 0 w 6"/>
                <a:gd name="T3" fmla="*/ 8 h 11"/>
                <a:gd name="T4" fmla="*/ 0 w 6"/>
                <a:gd name="T5" fmla="*/ 3 h 11"/>
                <a:gd name="T6" fmla="*/ 3 w 6"/>
                <a:gd name="T7" fmla="*/ 0 h 11"/>
                <a:gd name="T8" fmla="*/ 6 w 6"/>
                <a:gd name="T9" fmla="*/ 3 h 11"/>
                <a:gd name="T10" fmla="*/ 6 w 6"/>
                <a:gd name="T11" fmla="*/ 8 h 11"/>
                <a:gd name="T12" fmla="*/ 3 w 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1">
                  <a:moveTo>
                    <a:pt x="3" y="11"/>
                  </a:moveTo>
                  <a:cubicBezTo>
                    <a:pt x="1" y="11"/>
                    <a:pt x="0" y="10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10"/>
                    <a:pt x="5" y="11"/>
                    <a:pt x="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14"/>
            <p:cNvSpPr>
              <a:spLocks/>
            </p:cNvSpPr>
            <p:nvPr/>
          </p:nvSpPr>
          <p:spPr bwMode="auto">
            <a:xfrm>
              <a:off x="3287713" y="4746626"/>
              <a:ext cx="320675" cy="217488"/>
            </a:xfrm>
            <a:custGeom>
              <a:avLst/>
              <a:gdLst>
                <a:gd name="T0" fmla="*/ 115 w 118"/>
                <a:gd name="T1" fmla="*/ 80 h 80"/>
                <a:gd name="T2" fmla="*/ 112 w 118"/>
                <a:gd name="T3" fmla="*/ 77 h 80"/>
                <a:gd name="T4" fmla="*/ 112 w 118"/>
                <a:gd name="T5" fmla="*/ 6 h 80"/>
                <a:gd name="T6" fmla="*/ 6 w 118"/>
                <a:gd name="T7" fmla="*/ 6 h 80"/>
                <a:gd name="T8" fmla="*/ 6 w 118"/>
                <a:gd name="T9" fmla="*/ 18 h 80"/>
                <a:gd name="T10" fmla="*/ 3 w 118"/>
                <a:gd name="T11" fmla="*/ 21 h 80"/>
                <a:gd name="T12" fmla="*/ 0 w 118"/>
                <a:gd name="T13" fmla="*/ 18 h 80"/>
                <a:gd name="T14" fmla="*/ 0 w 118"/>
                <a:gd name="T15" fmla="*/ 3 h 80"/>
                <a:gd name="T16" fmla="*/ 3 w 118"/>
                <a:gd name="T17" fmla="*/ 0 h 80"/>
                <a:gd name="T18" fmla="*/ 115 w 118"/>
                <a:gd name="T19" fmla="*/ 0 h 80"/>
                <a:gd name="T20" fmla="*/ 118 w 118"/>
                <a:gd name="T21" fmla="*/ 3 h 80"/>
                <a:gd name="T22" fmla="*/ 118 w 118"/>
                <a:gd name="T23" fmla="*/ 77 h 80"/>
                <a:gd name="T24" fmla="*/ 115 w 118"/>
                <a:gd name="T25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8" h="80">
                  <a:moveTo>
                    <a:pt x="115" y="80"/>
                  </a:moveTo>
                  <a:cubicBezTo>
                    <a:pt x="114" y="80"/>
                    <a:pt x="112" y="79"/>
                    <a:pt x="112" y="77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20"/>
                    <a:pt x="5" y="21"/>
                    <a:pt x="3" y="21"/>
                  </a:cubicBezTo>
                  <a:cubicBezTo>
                    <a:pt x="1" y="21"/>
                    <a:pt x="0" y="20"/>
                    <a:pt x="0" y="1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7" y="0"/>
                    <a:pt x="118" y="2"/>
                    <a:pt x="118" y="3"/>
                  </a:cubicBezTo>
                  <a:cubicBezTo>
                    <a:pt x="118" y="77"/>
                    <a:pt x="118" y="77"/>
                    <a:pt x="118" y="77"/>
                  </a:cubicBezTo>
                  <a:cubicBezTo>
                    <a:pt x="118" y="79"/>
                    <a:pt x="117" y="80"/>
                    <a:pt x="115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15"/>
            <p:cNvSpPr>
              <a:spLocks/>
            </p:cNvSpPr>
            <p:nvPr/>
          </p:nvSpPr>
          <p:spPr bwMode="auto">
            <a:xfrm>
              <a:off x="3370263" y="4787901"/>
              <a:ext cx="157162" cy="15875"/>
            </a:xfrm>
            <a:custGeom>
              <a:avLst/>
              <a:gdLst>
                <a:gd name="T0" fmla="*/ 55 w 58"/>
                <a:gd name="T1" fmla="*/ 6 h 6"/>
                <a:gd name="T2" fmla="*/ 3 w 58"/>
                <a:gd name="T3" fmla="*/ 6 h 6"/>
                <a:gd name="T4" fmla="*/ 0 w 58"/>
                <a:gd name="T5" fmla="*/ 3 h 6"/>
                <a:gd name="T6" fmla="*/ 3 w 58"/>
                <a:gd name="T7" fmla="*/ 0 h 6"/>
                <a:gd name="T8" fmla="*/ 55 w 58"/>
                <a:gd name="T9" fmla="*/ 0 h 6"/>
                <a:gd name="T10" fmla="*/ 58 w 58"/>
                <a:gd name="T11" fmla="*/ 3 h 6"/>
                <a:gd name="T12" fmla="*/ 55 w 58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6">
                  <a:moveTo>
                    <a:pt x="55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7" y="0"/>
                    <a:pt x="58" y="2"/>
                    <a:pt x="58" y="3"/>
                  </a:cubicBezTo>
                  <a:cubicBezTo>
                    <a:pt x="58" y="5"/>
                    <a:pt x="57" y="6"/>
                    <a:pt x="55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16"/>
            <p:cNvSpPr>
              <a:spLocks/>
            </p:cNvSpPr>
            <p:nvPr/>
          </p:nvSpPr>
          <p:spPr bwMode="auto">
            <a:xfrm>
              <a:off x="3325813" y="4833938"/>
              <a:ext cx="26987" cy="15875"/>
            </a:xfrm>
            <a:custGeom>
              <a:avLst/>
              <a:gdLst>
                <a:gd name="T0" fmla="*/ 7 w 10"/>
                <a:gd name="T1" fmla="*/ 6 h 6"/>
                <a:gd name="T2" fmla="*/ 2 w 10"/>
                <a:gd name="T3" fmla="*/ 6 h 6"/>
                <a:gd name="T4" fmla="*/ 0 w 10"/>
                <a:gd name="T5" fmla="*/ 3 h 6"/>
                <a:gd name="T6" fmla="*/ 2 w 10"/>
                <a:gd name="T7" fmla="*/ 0 h 6"/>
                <a:gd name="T8" fmla="*/ 7 w 10"/>
                <a:gd name="T9" fmla="*/ 0 h 6"/>
                <a:gd name="T10" fmla="*/ 10 w 10"/>
                <a:gd name="T11" fmla="*/ 3 h 6"/>
                <a:gd name="T12" fmla="*/ 7 w 1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6">
                  <a:moveTo>
                    <a:pt x="7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10" y="1"/>
                    <a:pt x="10" y="3"/>
                  </a:cubicBezTo>
                  <a:cubicBezTo>
                    <a:pt x="10" y="5"/>
                    <a:pt x="9" y="6"/>
                    <a:pt x="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17"/>
            <p:cNvSpPr>
              <a:spLocks noEditPoints="1"/>
            </p:cNvSpPr>
            <p:nvPr/>
          </p:nvSpPr>
          <p:spPr bwMode="auto">
            <a:xfrm>
              <a:off x="3389313" y="4833938"/>
              <a:ext cx="119062" cy="15875"/>
            </a:xfrm>
            <a:custGeom>
              <a:avLst/>
              <a:gdLst>
                <a:gd name="T0" fmla="*/ 41 w 44"/>
                <a:gd name="T1" fmla="*/ 6 h 6"/>
                <a:gd name="T2" fmla="*/ 31 w 44"/>
                <a:gd name="T3" fmla="*/ 6 h 6"/>
                <a:gd name="T4" fmla="*/ 29 w 44"/>
                <a:gd name="T5" fmla="*/ 3 h 6"/>
                <a:gd name="T6" fmla="*/ 31 w 44"/>
                <a:gd name="T7" fmla="*/ 0 h 6"/>
                <a:gd name="T8" fmla="*/ 41 w 44"/>
                <a:gd name="T9" fmla="*/ 0 h 6"/>
                <a:gd name="T10" fmla="*/ 44 w 44"/>
                <a:gd name="T11" fmla="*/ 3 h 6"/>
                <a:gd name="T12" fmla="*/ 41 w 44"/>
                <a:gd name="T13" fmla="*/ 6 h 6"/>
                <a:gd name="T14" fmla="*/ 13 w 44"/>
                <a:gd name="T15" fmla="*/ 6 h 6"/>
                <a:gd name="T16" fmla="*/ 3 w 44"/>
                <a:gd name="T17" fmla="*/ 6 h 6"/>
                <a:gd name="T18" fmla="*/ 0 w 44"/>
                <a:gd name="T19" fmla="*/ 3 h 6"/>
                <a:gd name="T20" fmla="*/ 3 w 44"/>
                <a:gd name="T21" fmla="*/ 0 h 6"/>
                <a:gd name="T22" fmla="*/ 13 w 44"/>
                <a:gd name="T23" fmla="*/ 0 h 6"/>
                <a:gd name="T24" fmla="*/ 15 w 44"/>
                <a:gd name="T25" fmla="*/ 3 h 6"/>
                <a:gd name="T26" fmla="*/ 13 w 44"/>
                <a:gd name="T2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6">
                  <a:moveTo>
                    <a:pt x="41" y="6"/>
                  </a:move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29" y="5"/>
                    <a:pt x="29" y="3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3" y="0"/>
                    <a:pt x="44" y="1"/>
                    <a:pt x="44" y="3"/>
                  </a:cubicBezTo>
                  <a:cubicBezTo>
                    <a:pt x="44" y="5"/>
                    <a:pt x="43" y="6"/>
                    <a:pt x="41" y="6"/>
                  </a:cubicBezTo>
                  <a:close/>
                  <a:moveTo>
                    <a:pt x="13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4" y="0"/>
                    <a:pt x="15" y="1"/>
                    <a:pt x="15" y="3"/>
                  </a:cubicBezTo>
                  <a:cubicBezTo>
                    <a:pt x="15" y="5"/>
                    <a:pt x="14" y="6"/>
                    <a:pt x="1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18"/>
            <p:cNvSpPr>
              <a:spLocks/>
            </p:cNvSpPr>
            <p:nvPr/>
          </p:nvSpPr>
          <p:spPr bwMode="auto">
            <a:xfrm>
              <a:off x="3543300" y="4833938"/>
              <a:ext cx="26987" cy="15875"/>
            </a:xfrm>
            <a:custGeom>
              <a:avLst/>
              <a:gdLst>
                <a:gd name="T0" fmla="*/ 8 w 10"/>
                <a:gd name="T1" fmla="*/ 6 h 6"/>
                <a:gd name="T2" fmla="*/ 3 w 10"/>
                <a:gd name="T3" fmla="*/ 6 h 6"/>
                <a:gd name="T4" fmla="*/ 0 w 10"/>
                <a:gd name="T5" fmla="*/ 3 h 6"/>
                <a:gd name="T6" fmla="*/ 3 w 10"/>
                <a:gd name="T7" fmla="*/ 0 h 6"/>
                <a:gd name="T8" fmla="*/ 8 w 10"/>
                <a:gd name="T9" fmla="*/ 0 h 6"/>
                <a:gd name="T10" fmla="*/ 10 w 10"/>
                <a:gd name="T11" fmla="*/ 3 h 6"/>
                <a:gd name="T12" fmla="*/ 8 w 1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6">
                  <a:moveTo>
                    <a:pt x="8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10" y="1"/>
                    <a:pt x="10" y="3"/>
                  </a:cubicBezTo>
                  <a:cubicBezTo>
                    <a:pt x="10" y="5"/>
                    <a:pt x="9" y="6"/>
                    <a:pt x="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19"/>
            <p:cNvSpPr>
              <a:spLocks/>
            </p:cNvSpPr>
            <p:nvPr/>
          </p:nvSpPr>
          <p:spPr bwMode="auto">
            <a:xfrm>
              <a:off x="3325813" y="4879976"/>
              <a:ext cx="26987" cy="15875"/>
            </a:xfrm>
            <a:custGeom>
              <a:avLst/>
              <a:gdLst>
                <a:gd name="T0" fmla="*/ 7 w 10"/>
                <a:gd name="T1" fmla="*/ 6 h 6"/>
                <a:gd name="T2" fmla="*/ 2 w 10"/>
                <a:gd name="T3" fmla="*/ 6 h 6"/>
                <a:gd name="T4" fmla="*/ 0 w 10"/>
                <a:gd name="T5" fmla="*/ 3 h 6"/>
                <a:gd name="T6" fmla="*/ 2 w 10"/>
                <a:gd name="T7" fmla="*/ 0 h 6"/>
                <a:gd name="T8" fmla="*/ 7 w 10"/>
                <a:gd name="T9" fmla="*/ 0 h 6"/>
                <a:gd name="T10" fmla="*/ 10 w 10"/>
                <a:gd name="T11" fmla="*/ 3 h 6"/>
                <a:gd name="T12" fmla="*/ 7 w 1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6">
                  <a:moveTo>
                    <a:pt x="7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10" y="1"/>
                    <a:pt x="10" y="3"/>
                  </a:cubicBezTo>
                  <a:cubicBezTo>
                    <a:pt x="10" y="4"/>
                    <a:pt x="9" y="6"/>
                    <a:pt x="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20"/>
            <p:cNvSpPr>
              <a:spLocks noEditPoints="1"/>
            </p:cNvSpPr>
            <p:nvPr/>
          </p:nvSpPr>
          <p:spPr bwMode="auto">
            <a:xfrm>
              <a:off x="3389313" y="4879976"/>
              <a:ext cx="119062" cy="15875"/>
            </a:xfrm>
            <a:custGeom>
              <a:avLst/>
              <a:gdLst>
                <a:gd name="T0" fmla="*/ 41 w 44"/>
                <a:gd name="T1" fmla="*/ 6 h 6"/>
                <a:gd name="T2" fmla="*/ 31 w 44"/>
                <a:gd name="T3" fmla="*/ 6 h 6"/>
                <a:gd name="T4" fmla="*/ 29 w 44"/>
                <a:gd name="T5" fmla="*/ 3 h 6"/>
                <a:gd name="T6" fmla="*/ 31 w 44"/>
                <a:gd name="T7" fmla="*/ 0 h 6"/>
                <a:gd name="T8" fmla="*/ 41 w 44"/>
                <a:gd name="T9" fmla="*/ 0 h 6"/>
                <a:gd name="T10" fmla="*/ 44 w 44"/>
                <a:gd name="T11" fmla="*/ 3 h 6"/>
                <a:gd name="T12" fmla="*/ 41 w 44"/>
                <a:gd name="T13" fmla="*/ 6 h 6"/>
                <a:gd name="T14" fmla="*/ 13 w 44"/>
                <a:gd name="T15" fmla="*/ 6 h 6"/>
                <a:gd name="T16" fmla="*/ 3 w 44"/>
                <a:gd name="T17" fmla="*/ 6 h 6"/>
                <a:gd name="T18" fmla="*/ 0 w 44"/>
                <a:gd name="T19" fmla="*/ 3 h 6"/>
                <a:gd name="T20" fmla="*/ 3 w 44"/>
                <a:gd name="T21" fmla="*/ 0 h 6"/>
                <a:gd name="T22" fmla="*/ 13 w 44"/>
                <a:gd name="T23" fmla="*/ 0 h 6"/>
                <a:gd name="T24" fmla="*/ 15 w 44"/>
                <a:gd name="T25" fmla="*/ 3 h 6"/>
                <a:gd name="T26" fmla="*/ 13 w 44"/>
                <a:gd name="T2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6">
                  <a:moveTo>
                    <a:pt x="41" y="6"/>
                  </a:move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29" y="4"/>
                    <a:pt x="29" y="3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3" y="0"/>
                    <a:pt x="44" y="1"/>
                    <a:pt x="44" y="3"/>
                  </a:cubicBezTo>
                  <a:cubicBezTo>
                    <a:pt x="44" y="4"/>
                    <a:pt x="43" y="6"/>
                    <a:pt x="41" y="6"/>
                  </a:cubicBezTo>
                  <a:close/>
                  <a:moveTo>
                    <a:pt x="13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4" y="0"/>
                    <a:pt x="15" y="1"/>
                    <a:pt x="15" y="3"/>
                  </a:cubicBezTo>
                  <a:cubicBezTo>
                    <a:pt x="15" y="4"/>
                    <a:pt x="14" y="6"/>
                    <a:pt x="1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21"/>
            <p:cNvSpPr>
              <a:spLocks/>
            </p:cNvSpPr>
            <p:nvPr/>
          </p:nvSpPr>
          <p:spPr bwMode="auto">
            <a:xfrm>
              <a:off x="3543300" y="4879976"/>
              <a:ext cx="26987" cy="15875"/>
            </a:xfrm>
            <a:custGeom>
              <a:avLst/>
              <a:gdLst>
                <a:gd name="T0" fmla="*/ 8 w 10"/>
                <a:gd name="T1" fmla="*/ 6 h 6"/>
                <a:gd name="T2" fmla="*/ 3 w 10"/>
                <a:gd name="T3" fmla="*/ 6 h 6"/>
                <a:gd name="T4" fmla="*/ 0 w 10"/>
                <a:gd name="T5" fmla="*/ 3 h 6"/>
                <a:gd name="T6" fmla="*/ 3 w 10"/>
                <a:gd name="T7" fmla="*/ 0 h 6"/>
                <a:gd name="T8" fmla="*/ 8 w 10"/>
                <a:gd name="T9" fmla="*/ 0 h 6"/>
                <a:gd name="T10" fmla="*/ 10 w 10"/>
                <a:gd name="T11" fmla="*/ 3 h 6"/>
                <a:gd name="T12" fmla="*/ 8 w 1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6">
                  <a:moveTo>
                    <a:pt x="8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10" y="1"/>
                    <a:pt x="10" y="3"/>
                  </a:cubicBezTo>
                  <a:cubicBezTo>
                    <a:pt x="10" y="4"/>
                    <a:pt x="9" y="6"/>
                    <a:pt x="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22"/>
            <p:cNvSpPr>
              <a:spLocks/>
            </p:cNvSpPr>
            <p:nvPr/>
          </p:nvSpPr>
          <p:spPr bwMode="auto">
            <a:xfrm>
              <a:off x="3325813" y="4926013"/>
              <a:ext cx="26987" cy="12700"/>
            </a:xfrm>
            <a:custGeom>
              <a:avLst/>
              <a:gdLst>
                <a:gd name="T0" fmla="*/ 7 w 10"/>
                <a:gd name="T1" fmla="*/ 5 h 5"/>
                <a:gd name="T2" fmla="*/ 2 w 10"/>
                <a:gd name="T3" fmla="*/ 5 h 5"/>
                <a:gd name="T4" fmla="*/ 0 w 10"/>
                <a:gd name="T5" fmla="*/ 3 h 5"/>
                <a:gd name="T6" fmla="*/ 2 w 10"/>
                <a:gd name="T7" fmla="*/ 0 h 5"/>
                <a:gd name="T8" fmla="*/ 7 w 10"/>
                <a:gd name="T9" fmla="*/ 0 h 5"/>
                <a:gd name="T10" fmla="*/ 10 w 10"/>
                <a:gd name="T11" fmla="*/ 3 h 5"/>
                <a:gd name="T12" fmla="*/ 7 w 10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">
                  <a:moveTo>
                    <a:pt x="7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10" y="1"/>
                    <a:pt x="10" y="3"/>
                  </a:cubicBezTo>
                  <a:cubicBezTo>
                    <a:pt x="10" y="4"/>
                    <a:pt x="9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23"/>
            <p:cNvSpPr>
              <a:spLocks noEditPoints="1"/>
            </p:cNvSpPr>
            <p:nvPr/>
          </p:nvSpPr>
          <p:spPr bwMode="auto">
            <a:xfrm>
              <a:off x="3389313" y="4926013"/>
              <a:ext cx="119062" cy="12700"/>
            </a:xfrm>
            <a:custGeom>
              <a:avLst/>
              <a:gdLst>
                <a:gd name="T0" fmla="*/ 41 w 44"/>
                <a:gd name="T1" fmla="*/ 5 h 5"/>
                <a:gd name="T2" fmla="*/ 31 w 44"/>
                <a:gd name="T3" fmla="*/ 5 h 5"/>
                <a:gd name="T4" fmla="*/ 29 w 44"/>
                <a:gd name="T5" fmla="*/ 3 h 5"/>
                <a:gd name="T6" fmla="*/ 31 w 44"/>
                <a:gd name="T7" fmla="*/ 0 h 5"/>
                <a:gd name="T8" fmla="*/ 41 w 44"/>
                <a:gd name="T9" fmla="*/ 0 h 5"/>
                <a:gd name="T10" fmla="*/ 44 w 44"/>
                <a:gd name="T11" fmla="*/ 3 h 5"/>
                <a:gd name="T12" fmla="*/ 41 w 44"/>
                <a:gd name="T13" fmla="*/ 5 h 5"/>
                <a:gd name="T14" fmla="*/ 13 w 44"/>
                <a:gd name="T15" fmla="*/ 5 h 5"/>
                <a:gd name="T16" fmla="*/ 3 w 44"/>
                <a:gd name="T17" fmla="*/ 5 h 5"/>
                <a:gd name="T18" fmla="*/ 0 w 44"/>
                <a:gd name="T19" fmla="*/ 3 h 5"/>
                <a:gd name="T20" fmla="*/ 3 w 44"/>
                <a:gd name="T21" fmla="*/ 0 h 5"/>
                <a:gd name="T22" fmla="*/ 13 w 44"/>
                <a:gd name="T23" fmla="*/ 0 h 5"/>
                <a:gd name="T24" fmla="*/ 15 w 44"/>
                <a:gd name="T25" fmla="*/ 3 h 5"/>
                <a:gd name="T26" fmla="*/ 13 w 44"/>
                <a:gd name="T2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5">
                  <a:moveTo>
                    <a:pt x="41" y="5"/>
                  </a:moveTo>
                  <a:cubicBezTo>
                    <a:pt x="31" y="5"/>
                    <a:pt x="31" y="5"/>
                    <a:pt x="31" y="5"/>
                  </a:cubicBezTo>
                  <a:cubicBezTo>
                    <a:pt x="30" y="5"/>
                    <a:pt x="29" y="4"/>
                    <a:pt x="29" y="3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3" y="0"/>
                    <a:pt x="44" y="1"/>
                    <a:pt x="44" y="3"/>
                  </a:cubicBezTo>
                  <a:cubicBezTo>
                    <a:pt x="44" y="4"/>
                    <a:pt x="43" y="5"/>
                    <a:pt x="41" y="5"/>
                  </a:cubicBezTo>
                  <a:close/>
                  <a:moveTo>
                    <a:pt x="1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4" y="0"/>
                    <a:pt x="15" y="1"/>
                    <a:pt x="15" y="3"/>
                  </a:cubicBezTo>
                  <a:cubicBezTo>
                    <a:pt x="15" y="4"/>
                    <a:pt x="14" y="5"/>
                    <a:pt x="1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24"/>
            <p:cNvSpPr>
              <a:spLocks/>
            </p:cNvSpPr>
            <p:nvPr/>
          </p:nvSpPr>
          <p:spPr bwMode="auto">
            <a:xfrm>
              <a:off x="3543300" y="4926013"/>
              <a:ext cx="26987" cy="12700"/>
            </a:xfrm>
            <a:custGeom>
              <a:avLst/>
              <a:gdLst>
                <a:gd name="T0" fmla="*/ 8 w 10"/>
                <a:gd name="T1" fmla="*/ 5 h 5"/>
                <a:gd name="T2" fmla="*/ 3 w 10"/>
                <a:gd name="T3" fmla="*/ 5 h 5"/>
                <a:gd name="T4" fmla="*/ 0 w 10"/>
                <a:gd name="T5" fmla="*/ 3 h 5"/>
                <a:gd name="T6" fmla="*/ 3 w 10"/>
                <a:gd name="T7" fmla="*/ 0 h 5"/>
                <a:gd name="T8" fmla="*/ 8 w 10"/>
                <a:gd name="T9" fmla="*/ 0 h 5"/>
                <a:gd name="T10" fmla="*/ 10 w 10"/>
                <a:gd name="T11" fmla="*/ 3 h 5"/>
                <a:gd name="T12" fmla="*/ 8 w 10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">
                  <a:moveTo>
                    <a:pt x="8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10" y="1"/>
                    <a:pt x="10" y="3"/>
                  </a:cubicBezTo>
                  <a:cubicBezTo>
                    <a:pt x="10" y="4"/>
                    <a:pt x="9" y="5"/>
                    <a:pt x="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25"/>
            <p:cNvSpPr>
              <a:spLocks/>
            </p:cNvSpPr>
            <p:nvPr/>
          </p:nvSpPr>
          <p:spPr bwMode="auto">
            <a:xfrm>
              <a:off x="3325813" y="4968876"/>
              <a:ext cx="26987" cy="15875"/>
            </a:xfrm>
            <a:custGeom>
              <a:avLst/>
              <a:gdLst>
                <a:gd name="T0" fmla="*/ 7 w 10"/>
                <a:gd name="T1" fmla="*/ 6 h 6"/>
                <a:gd name="T2" fmla="*/ 2 w 10"/>
                <a:gd name="T3" fmla="*/ 6 h 6"/>
                <a:gd name="T4" fmla="*/ 0 w 10"/>
                <a:gd name="T5" fmla="*/ 3 h 6"/>
                <a:gd name="T6" fmla="*/ 2 w 10"/>
                <a:gd name="T7" fmla="*/ 0 h 6"/>
                <a:gd name="T8" fmla="*/ 7 w 10"/>
                <a:gd name="T9" fmla="*/ 0 h 6"/>
                <a:gd name="T10" fmla="*/ 10 w 10"/>
                <a:gd name="T11" fmla="*/ 3 h 6"/>
                <a:gd name="T12" fmla="*/ 7 w 1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6">
                  <a:moveTo>
                    <a:pt x="7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10" y="2"/>
                    <a:pt x="10" y="3"/>
                  </a:cubicBezTo>
                  <a:cubicBezTo>
                    <a:pt x="10" y="5"/>
                    <a:pt x="9" y="6"/>
                    <a:pt x="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26"/>
            <p:cNvSpPr>
              <a:spLocks/>
            </p:cNvSpPr>
            <p:nvPr/>
          </p:nvSpPr>
          <p:spPr bwMode="auto">
            <a:xfrm>
              <a:off x="3397250" y="4968876"/>
              <a:ext cx="46037" cy="15875"/>
            </a:xfrm>
            <a:custGeom>
              <a:avLst/>
              <a:gdLst>
                <a:gd name="T0" fmla="*/ 14 w 17"/>
                <a:gd name="T1" fmla="*/ 6 h 6"/>
                <a:gd name="T2" fmla="*/ 3 w 17"/>
                <a:gd name="T3" fmla="*/ 6 h 6"/>
                <a:gd name="T4" fmla="*/ 0 w 17"/>
                <a:gd name="T5" fmla="*/ 3 h 6"/>
                <a:gd name="T6" fmla="*/ 3 w 17"/>
                <a:gd name="T7" fmla="*/ 0 h 6"/>
                <a:gd name="T8" fmla="*/ 14 w 17"/>
                <a:gd name="T9" fmla="*/ 0 h 6"/>
                <a:gd name="T10" fmla="*/ 17 w 17"/>
                <a:gd name="T11" fmla="*/ 3 h 6"/>
                <a:gd name="T12" fmla="*/ 14 w 17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6">
                  <a:moveTo>
                    <a:pt x="14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6" y="0"/>
                    <a:pt x="17" y="2"/>
                    <a:pt x="17" y="3"/>
                  </a:cubicBezTo>
                  <a:cubicBezTo>
                    <a:pt x="17" y="5"/>
                    <a:pt x="16" y="6"/>
                    <a:pt x="1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27"/>
            <p:cNvSpPr>
              <a:spLocks/>
            </p:cNvSpPr>
            <p:nvPr/>
          </p:nvSpPr>
          <p:spPr bwMode="auto">
            <a:xfrm>
              <a:off x="3486150" y="4968876"/>
              <a:ext cx="30162" cy="15875"/>
            </a:xfrm>
            <a:custGeom>
              <a:avLst/>
              <a:gdLst>
                <a:gd name="T0" fmla="*/ 8 w 11"/>
                <a:gd name="T1" fmla="*/ 6 h 6"/>
                <a:gd name="T2" fmla="*/ 3 w 11"/>
                <a:gd name="T3" fmla="*/ 6 h 6"/>
                <a:gd name="T4" fmla="*/ 0 w 11"/>
                <a:gd name="T5" fmla="*/ 3 h 6"/>
                <a:gd name="T6" fmla="*/ 3 w 11"/>
                <a:gd name="T7" fmla="*/ 0 h 6"/>
                <a:gd name="T8" fmla="*/ 8 w 11"/>
                <a:gd name="T9" fmla="*/ 0 h 6"/>
                <a:gd name="T10" fmla="*/ 11 w 11"/>
                <a:gd name="T11" fmla="*/ 3 h 6"/>
                <a:gd name="T12" fmla="*/ 8 w 1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6">
                  <a:moveTo>
                    <a:pt x="8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11" y="2"/>
                    <a:pt x="11" y="3"/>
                  </a:cubicBezTo>
                  <a:cubicBezTo>
                    <a:pt x="11" y="5"/>
                    <a:pt x="9" y="6"/>
                    <a:pt x="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28"/>
            <p:cNvSpPr>
              <a:spLocks/>
            </p:cNvSpPr>
            <p:nvPr/>
          </p:nvSpPr>
          <p:spPr bwMode="auto">
            <a:xfrm>
              <a:off x="3325813" y="5060951"/>
              <a:ext cx="84137" cy="15875"/>
            </a:xfrm>
            <a:custGeom>
              <a:avLst/>
              <a:gdLst>
                <a:gd name="T0" fmla="*/ 28 w 31"/>
                <a:gd name="T1" fmla="*/ 6 h 6"/>
                <a:gd name="T2" fmla="*/ 2 w 31"/>
                <a:gd name="T3" fmla="*/ 6 h 6"/>
                <a:gd name="T4" fmla="*/ 0 w 31"/>
                <a:gd name="T5" fmla="*/ 3 h 6"/>
                <a:gd name="T6" fmla="*/ 2 w 31"/>
                <a:gd name="T7" fmla="*/ 0 h 6"/>
                <a:gd name="T8" fmla="*/ 28 w 31"/>
                <a:gd name="T9" fmla="*/ 0 h 6"/>
                <a:gd name="T10" fmla="*/ 31 w 31"/>
                <a:gd name="T11" fmla="*/ 3 h 6"/>
                <a:gd name="T12" fmla="*/ 28 w 3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6">
                  <a:moveTo>
                    <a:pt x="28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1" y="1"/>
                    <a:pt x="31" y="3"/>
                  </a:cubicBezTo>
                  <a:cubicBezTo>
                    <a:pt x="31" y="5"/>
                    <a:pt x="29" y="6"/>
                    <a:pt x="2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29"/>
            <p:cNvSpPr>
              <a:spLocks/>
            </p:cNvSpPr>
            <p:nvPr/>
          </p:nvSpPr>
          <p:spPr bwMode="auto">
            <a:xfrm>
              <a:off x="3324225" y="4714876"/>
              <a:ext cx="320675" cy="258763"/>
            </a:xfrm>
            <a:custGeom>
              <a:avLst/>
              <a:gdLst>
                <a:gd name="T0" fmla="*/ 115 w 118"/>
                <a:gd name="T1" fmla="*/ 96 h 96"/>
                <a:gd name="T2" fmla="*/ 113 w 118"/>
                <a:gd name="T3" fmla="*/ 93 h 96"/>
                <a:gd name="T4" fmla="*/ 113 w 118"/>
                <a:gd name="T5" fmla="*/ 6 h 96"/>
                <a:gd name="T6" fmla="*/ 6 w 118"/>
                <a:gd name="T7" fmla="*/ 6 h 96"/>
                <a:gd name="T8" fmla="*/ 6 w 118"/>
                <a:gd name="T9" fmla="*/ 12 h 96"/>
                <a:gd name="T10" fmla="*/ 102 w 118"/>
                <a:gd name="T11" fmla="*/ 12 h 96"/>
                <a:gd name="T12" fmla="*/ 105 w 118"/>
                <a:gd name="T13" fmla="*/ 15 h 96"/>
                <a:gd name="T14" fmla="*/ 105 w 118"/>
                <a:gd name="T15" fmla="*/ 74 h 96"/>
                <a:gd name="T16" fmla="*/ 102 w 118"/>
                <a:gd name="T17" fmla="*/ 77 h 96"/>
                <a:gd name="T18" fmla="*/ 99 w 118"/>
                <a:gd name="T19" fmla="*/ 74 h 96"/>
                <a:gd name="T20" fmla="*/ 99 w 118"/>
                <a:gd name="T21" fmla="*/ 18 h 96"/>
                <a:gd name="T22" fmla="*/ 3 w 118"/>
                <a:gd name="T23" fmla="*/ 18 h 96"/>
                <a:gd name="T24" fmla="*/ 0 w 118"/>
                <a:gd name="T25" fmla="*/ 15 h 96"/>
                <a:gd name="T26" fmla="*/ 0 w 118"/>
                <a:gd name="T27" fmla="*/ 3 h 96"/>
                <a:gd name="T28" fmla="*/ 3 w 118"/>
                <a:gd name="T29" fmla="*/ 0 h 96"/>
                <a:gd name="T30" fmla="*/ 115 w 118"/>
                <a:gd name="T31" fmla="*/ 0 h 96"/>
                <a:gd name="T32" fmla="*/ 118 w 118"/>
                <a:gd name="T33" fmla="*/ 3 h 96"/>
                <a:gd name="T34" fmla="*/ 118 w 118"/>
                <a:gd name="T35" fmla="*/ 93 h 96"/>
                <a:gd name="T36" fmla="*/ 115 w 118"/>
                <a:gd name="T3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" h="96">
                  <a:moveTo>
                    <a:pt x="115" y="96"/>
                  </a:moveTo>
                  <a:cubicBezTo>
                    <a:pt x="114" y="96"/>
                    <a:pt x="113" y="95"/>
                    <a:pt x="113" y="93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4" y="12"/>
                    <a:pt x="105" y="14"/>
                    <a:pt x="105" y="15"/>
                  </a:cubicBezTo>
                  <a:cubicBezTo>
                    <a:pt x="105" y="74"/>
                    <a:pt x="105" y="74"/>
                    <a:pt x="105" y="74"/>
                  </a:cubicBezTo>
                  <a:cubicBezTo>
                    <a:pt x="105" y="76"/>
                    <a:pt x="104" y="77"/>
                    <a:pt x="102" y="77"/>
                  </a:cubicBezTo>
                  <a:cubicBezTo>
                    <a:pt x="101" y="77"/>
                    <a:pt x="99" y="76"/>
                    <a:pt x="99" y="74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2" y="18"/>
                    <a:pt x="0" y="17"/>
                    <a:pt x="0" y="1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7" y="0"/>
                    <a:pt x="118" y="1"/>
                    <a:pt x="118" y="3"/>
                  </a:cubicBezTo>
                  <a:cubicBezTo>
                    <a:pt x="118" y="93"/>
                    <a:pt x="118" y="93"/>
                    <a:pt x="118" y="93"/>
                  </a:cubicBezTo>
                  <a:cubicBezTo>
                    <a:pt x="118" y="95"/>
                    <a:pt x="117" y="96"/>
                    <a:pt x="115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6" name="Group 165"/>
          <p:cNvGrpSpPr/>
          <p:nvPr/>
        </p:nvGrpSpPr>
        <p:grpSpPr>
          <a:xfrm>
            <a:off x="4267718" y="3587760"/>
            <a:ext cx="353038" cy="298552"/>
            <a:chOff x="3228975" y="6589713"/>
            <a:chExt cx="493712" cy="417513"/>
          </a:xfrm>
          <a:solidFill>
            <a:schemeClr val="bg1"/>
          </a:solidFill>
        </p:grpSpPr>
        <p:sp>
          <p:nvSpPr>
            <p:cNvPr id="167" name="Freeform 701"/>
            <p:cNvSpPr>
              <a:spLocks noEditPoints="1"/>
            </p:cNvSpPr>
            <p:nvPr/>
          </p:nvSpPr>
          <p:spPr bwMode="auto">
            <a:xfrm>
              <a:off x="3255963" y="6746875"/>
              <a:ext cx="77787" cy="79375"/>
            </a:xfrm>
            <a:custGeom>
              <a:avLst/>
              <a:gdLst>
                <a:gd name="T0" fmla="*/ 15 w 29"/>
                <a:gd name="T1" fmla="*/ 29 h 29"/>
                <a:gd name="T2" fmla="*/ 13 w 29"/>
                <a:gd name="T3" fmla="*/ 28 h 29"/>
                <a:gd name="T4" fmla="*/ 2 w 29"/>
                <a:gd name="T5" fmla="*/ 13 h 29"/>
                <a:gd name="T6" fmla="*/ 17 w 29"/>
                <a:gd name="T7" fmla="*/ 2 h 29"/>
                <a:gd name="T8" fmla="*/ 26 w 29"/>
                <a:gd name="T9" fmla="*/ 7 h 29"/>
                <a:gd name="T10" fmla="*/ 28 w 29"/>
                <a:gd name="T11" fmla="*/ 17 h 29"/>
                <a:gd name="T12" fmla="*/ 23 w 29"/>
                <a:gd name="T13" fmla="*/ 26 h 29"/>
                <a:gd name="T14" fmla="*/ 15 w 29"/>
                <a:gd name="T15" fmla="*/ 29 h 29"/>
                <a:gd name="T16" fmla="*/ 15 w 29"/>
                <a:gd name="T17" fmla="*/ 7 h 29"/>
                <a:gd name="T18" fmla="*/ 7 w 29"/>
                <a:gd name="T19" fmla="*/ 14 h 29"/>
                <a:gd name="T20" fmla="*/ 9 w 29"/>
                <a:gd name="T21" fmla="*/ 20 h 29"/>
                <a:gd name="T22" fmla="*/ 14 w 29"/>
                <a:gd name="T23" fmla="*/ 23 h 29"/>
                <a:gd name="T24" fmla="*/ 20 w 29"/>
                <a:gd name="T25" fmla="*/ 21 h 29"/>
                <a:gd name="T26" fmla="*/ 23 w 29"/>
                <a:gd name="T27" fmla="*/ 16 h 29"/>
                <a:gd name="T28" fmla="*/ 21 w 29"/>
                <a:gd name="T29" fmla="*/ 10 h 29"/>
                <a:gd name="T30" fmla="*/ 16 w 29"/>
                <a:gd name="T31" fmla="*/ 7 h 29"/>
                <a:gd name="T32" fmla="*/ 15 w 29"/>
                <a:gd name="T33" fmla="*/ 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14" y="29"/>
                    <a:pt x="14" y="29"/>
                    <a:pt x="13" y="28"/>
                  </a:cubicBezTo>
                  <a:cubicBezTo>
                    <a:pt x="6" y="27"/>
                    <a:pt x="0" y="20"/>
                    <a:pt x="2" y="13"/>
                  </a:cubicBezTo>
                  <a:cubicBezTo>
                    <a:pt x="3" y="6"/>
                    <a:pt x="10" y="0"/>
                    <a:pt x="17" y="2"/>
                  </a:cubicBezTo>
                  <a:cubicBezTo>
                    <a:pt x="21" y="2"/>
                    <a:pt x="24" y="4"/>
                    <a:pt x="26" y="7"/>
                  </a:cubicBezTo>
                  <a:cubicBezTo>
                    <a:pt x="28" y="10"/>
                    <a:pt x="29" y="13"/>
                    <a:pt x="28" y="17"/>
                  </a:cubicBezTo>
                  <a:cubicBezTo>
                    <a:pt x="28" y="21"/>
                    <a:pt x="26" y="24"/>
                    <a:pt x="23" y="26"/>
                  </a:cubicBezTo>
                  <a:cubicBezTo>
                    <a:pt x="21" y="28"/>
                    <a:pt x="18" y="29"/>
                    <a:pt x="15" y="29"/>
                  </a:cubicBezTo>
                  <a:close/>
                  <a:moveTo>
                    <a:pt x="15" y="7"/>
                  </a:moveTo>
                  <a:cubicBezTo>
                    <a:pt x="11" y="7"/>
                    <a:pt x="8" y="10"/>
                    <a:pt x="7" y="14"/>
                  </a:cubicBezTo>
                  <a:cubicBezTo>
                    <a:pt x="7" y="16"/>
                    <a:pt x="8" y="18"/>
                    <a:pt x="9" y="20"/>
                  </a:cubicBezTo>
                  <a:cubicBezTo>
                    <a:pt x="10" y="21"/>
                    <a:pt x="12" y="22"/>
                    <a:pt x="14" y="23"/>
                  </a:cubicBezTo>
                  <a:cubicBezTo>
                    <a:pt x="16" y="23"/>
                    <a:pt x="18" y="22"/>
                    <a:pt x="20" y="21"/>
                  </a:cubicBezTo>
                  <a:cubicBezTo>
                    <a:pt x="21" y="20"/>
                    <a:pt x="22" y="18"/>
                    <a:pt x="23" y="16"/>
                  </a:cubicBezTo>
                  <a:cubicBezTo>
                    <a:pt x="23" y="14"/>
                    <a:pt x="22" y="12"/>
                    <a:pt x="21" y="10"/>
                  </a:cubicBezTo>
                  <a:cubicBezTo>
                    <a:pt x="20" y="9"/>
                    <a:pt x="18" y="8"/>
                    <a:pt x="16" y="7"/>
                  </a:cubicBezTo>
                  <a:cubicBezTo>
                    <a:pt x="16" y="7"/>
                    <a:pt x="15" y="7"/>
                    <a:pt x="1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702"/>
            <p:cNvSpPr>
              <a:spLocks noEditPoints="1"/>
            </p:cNvSpPr>
            <p:nvPr/>
          </p:nvSpPr>
          <p:spPr bwMode="auto">
            <a:xfrm>
              <a:off x="3228975" y="6723063"/>
              <a:ext cx="493712" cy="153988"/>
            </a:xfrm>
            <a:custGeom>
              <a:avLst/>
              <a:gdLst>
                <a:gd name="T0" fmla="*/ 159 w 182"/>
                <a:gd name="T1" fmla="*/ 57 h 57"/>
                <a:gd name="T2" fmla="*/ 159 w 182"/>
                <a:gd name="T3" fmla="*/ 57 h 57"/>
                <a:gd name="T4" fmla="*/ 91 w 182"/>
                <a:gd name="T5" fmla="*/ 47 h 57"/>
                <a:gd name="T6" fmla="*/ 90 w 182"/>
                <a:gd name="T7" fmla="*/ 47 h 57"/>
                <a:gd name="T8" fmla="*/ 67 w 182"/>
                <a:gd name="T9" fmla="*/ 37 h 57"/>
                <a:gd name="T10" fmla="*/ 46 w 182"/>
                <a:gd name="T11" fmla="*/ 33 h 57"/>
                <a:gd name="T12" fmla="*/ 21 w 182"/>
                <a:gd name="T13" fmla="*/ 47 h 57"/>
                <a:gd name="T14" fmla="*/ 2 w 182"/>
                <a:gd name="T15" fmla="*/ 21 h 57"/>
                <a:gd name="T16" fmla="*/ 11 w 182"/>
                <a:gd name="T17" fmla="*/ 5 h 57"/>
                <a:gd name="T18" fmla="*/ 28 w 182"/>
                <a:gd name="T19" fmla="*/ 1 h 57"/>
                <a:gd name="T20" fmla="*/ 47 w 182"/>
                <a:gd name="T21" fmla="*/ 17 h 57"/>
                <a:gd name="T22" fmla="*/ 179 w 182"/>
                <a:gd name="T23" fmla="*/ 37 h 57"/>
                <a:gd name="T24" fmla="*/ 181 w 182"/>
                <a:gd name="T25" fmla="*/ 40 h 57"/>
                <a:gd name="T26" fmla="*/ 180 w 182"/>
                <a:gd name="T27" fmla="*/ 43 h 57"/>
                <a:gd name="T28" fmla="*/ 161 w 182"/>
                <a:gd name="T29" fmla="*/ 57 h 57"/>
                <a:gd name="T30" fmla="*/ 159 w 182"/>
                <a:gd name="T31" fmla="*/ 57 h 57"/>
                <a:gd name="T32" fmla="*/ 92 w 182"/>
                <a:gd name="T33" fmla="*/ 41 h 57"/>
                <a:gd name="T34" fmla="*/ 159 w 182"/>
                <a:gd name="T35" fmla="*/ 51 h 57"/>
                <a:gd name="T36" fmla="*/ 171 w 182"/>
                <a:gd name="T37" fmla="*/ 42 h 57"/>
                <a:gd name="T38" fmla="*/ 44 w 182"/>
                <a:gd name="T39" fmla="*/ 23 h 57"/>
                <a:gd name="T40" fmla="*/ 42 w 182"/>
                <a:gd name="T41" fmla="*/ 21 h 57"/>
                <a:gd name="T42" fmla="*/ 28 w 182"/>
                <a:gd name="T43" fmla="*/ 7 h 57"/>
                <a:gd name="T44" fmla="*/ 15 w 182"/>
                <a:gd name="T45" fmla="*/ 10 h 57"/>
                <a:gd name="T46" fmla="*/ 8 w 182"/>
                <a:gd name="T47" fmla="*/ 21 h 57"/>
                <a:gd name="T48" fmla="*/ 22 w 182"/>
                <a:gd name="T49" fmla="*/ 41 h 57"/>
                <a:gd name="T50" fmla="*/ 41 w 182"/>
                <a:gd name="T51" fmla="*/ 29 h 57"/>
                <a:gd name="T52" fmla="*/ 45 w 182"/>
                <a:gd name="T53" fmla="*/ 27 h 57"/>
                <a:gd name="T54" fmla="*/ 69 w 182"/>
                <a:gd name="T55" fmla="*/ 31 h 57"/>
                <a:gd name="T56" fmla="*/ 70 w 182"/>
                <a:gd name="T57" fmla="*/ 31 h 57"/>
                <a:gd name="T58" fmla="*/ 92 w 182"/>
                <a:gd name="T59" fmla="*/ 4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2" h="57">
                  <a:moveTo>
                    <a:pt x="159" y="57"/>
                  </a:moveTo>
                  <a:cubicBezTo>
                    <a:pt x="159" y="57"/>
                    <a:pt x="159" y="57"/>
                    <a:pt x="159" y="5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67" y="37"/>
                    <a:pt x="67" y="37"/>
                    <a:pt x="67" y="37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2" y="43"/>
                    <a:pt x="32" y="49"/>
                    <a:pt x="21" y="47"/>
                  </a:cubicBezTo>
                  <a:cubicBezTo>
                    <a:pt x="9" y="45"/>
                    <a:pt x="0" y="33"/>
                    <a:pt x="2" y="21"/>
                  </a:cubicBezTo>
                  <a:cubicBezTo>
                    <a:pt x="3" y="14"/>
                    <a:pt x="6" y="9"/>
                    <a:pt x="11" y="5"/>
                  </a:cubicBezTo>
                  <a:cubicBezTo>
                    <a:pt x="16" y="2"/>
                    <a:pt x="22" y="0"/>
                    <a:pt x="28" y="1"/>
                  </a:cubicBezTo>
                  <a:cubicBezTo>
                    <a:pt x="37" y="2"/>
                    <a:pt x="45" y="9"/>
                    <a:pt x="47" y="17"/>
                  </a:cubicBezTo>
                  <a:cubicBezTo>
                    <a:pt x="179" y="37"/>
                    <a:pt x="179" y="37"/>
                    <a:pt x="179" y="37"/>
                  </a:cubicBezTo>
                  <a:cubicBezTo>
                    <a:pt x="180" y="38"/>
                    <a:pt x="181" y="39"/>
                    <a:pt x="181" y="40"/>
                  </a:cubicBezTo>
                  <a:cubicBezTo>
                    <a:pt x="182" y="41"/>
                    <a:pt x="181" y="42"/>
                    <a:pt x="180" y="43"/>
                  </a:cubicBezTo>
                  <a:cubicBezTo>
                    <a:pt x="161" y="57"/>
                    <a:pt x="161" y="57"/>
                    <a:pt x="161" y="57"/>
                  </a:cubicBezTo>
                  <a:cubicBezTo>
                    <a:pt x="161" y="57"/>
                    <a:pt x="160" y="57"/>
                    <a:pt x="159" y="57"/>
                  </a:cubicBezTo>
                  <a:close/>
                  <a:moveTo>
                    <a:pt x="92" y="41"/>
                  </a:moveTo>
                  <a:cubicBezTo>
                    <a:pt x="159" y="51"/>
                    <a:pt x="159" y="51"/>
                    <a:pt x="159" y="51"/>
                  </a:cubicBezTo>
                  <a:cubicBezTo>
                    <a:pt x="171" y="42"/>
                    <a:pt x="171" y="42"/>
                    <a:pt x="171" y="42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3" y="23"/>
                    <a:pt x="42" y="22"/>
                    <a:pt x="42" y="21"/>
                  </a:cubicBezTo>
                  <a:cubicBezTo>
                    <a:pt x="41" y="13"/>
                    <a:pt x="35" y="8"/>
                    <a:pt x="28" y="7"/>
                  </a:cubicBezTo>
                  <a:cubicBezTo>
                    <a:pt x="23" y="6"/>
                    <a:pt x="18" y="7"/>
                    <a:pt x="15" y="10"/>
                  </a:cubicBezTo>
                  <a:cubicBezTo>
                    <a:pt x="11" y="13"/>
                    <a:pt x="9" y="17"/>
                    <a:pt x="8" y="21"/>
                  </a:cubicBezTo>
                  <a:cubicBezTo>
                    <a:pt x="6" y="31"/>
                    <a:pt x="13" y="40"/>
                    <a:pt x="22" y="41"/>
                  </a:cubicBezTo>
                  <a:cubicBezTo>
                    <a:pt x="31" y="42"/>
                    <a:pt x="39" y="37"/>
                    <a:pt x="41" y="29"/>
                  </a:cubicBezTo>
                  <a:cubicBezTo>
                    <a:pt x="42" y="28"/>
                    <a:pt x="43" y="27"/>
                    <a:pt x="45" y="27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69" y="31"/>
                    <a:pt x="69" y="31"/>
                    <a:pt x="70" y="31"/>
                  </a:cubicBezTo>
                  <a:lnTo>
                    <a:pt x="92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03"/>
            <p:cNvSpPr>
              <a:spLocks noEditPoints="1"/>
            </p:cNvSpPr>
            <p:nvPr/>
          </p:nvSpPr>
          <p:spPr bwMode="auto">
            <a:xfrm>
              <a:off x="3328988" y="6907213"/>
              <a:ext cx="76200" cy="73025"/>
            </a:xfrm>
            <a:custGeom>
              <a:avLst/>
              <a:gdLst>
                <a:gd name="T0" fmla="*/ 14 w 28"/>
                <a:gd name="T1" fmla="*/ 27 h 27"/>
                <a:gd name="T2" fmla="*/ 7 w 28"/>
                <a:gd name="T3" fmla="*/ 25 h 27"/>
                <a:gd name="T4" fmla="*/ 1 w 28"/>
                <a:gd name="T5" fmla="*/ 17 h 27"/>
                <a:gd name="T6" fmla="*/ 3 w 28"/>
                <a:gd name="T7" fmla="*/ 6 h 27"/>
                <a:gd name="T8" fmla="*/ 11 w 28"/>
                <a:gd name="T9" fmla="*/ 0 h 27"/>
                <a:gd name="T10" fmla="*/ 22 w 28"/>
                <a:gd name="T11" fmla="*/ 2 h 27"/>
                <a:gd name="T12" fmla="*/ 28 w 28"/>
                <a:gd name="T13" fmla="*/ 11 h 27"/>
                <a:gd name="T14" fmla="*/ 26 w 28"/>
                <a:gd name="T15" fmla="*/ 21 h 27"/>
                <a:gd name="T16" fmla="*/ 17 w 28"/>
                <a:gd name="T17" fmla="*/ 27 h 27"/>
                <a:gd name="T18" fmla="*/ 14 w 28"/>
                <a:gd name="T19" fmla="*/ 27 h 27"/>
                <a:gd name="T20" fmla="*/ 14 w 28"/>
                <a:gd name="T21" fmla="*/ 6 h 27"/>
                <a:gd name="T22" fmla="*/ 13 w 28"/>
                <a:gd name="T23" fmla="*/ 6 h 27"/>
                <a:gd name="T24" fmla="*/ 8 w 28"/>
                <a:gd name="T25" fmla="*/ 9 h 27"/>
                <a:gd name="T26" fmla="*/ 7 w 28"/>
                <a:gd name="T27" fmla="*/ 15 h 27"/>
                <a:gd name="T28" fmla="*/ 10 w 28"/>
                <a:gd name="T29" fmla="*/ 20 h 27"/>
                <a:gd name="T30" fmla="*/ 16 w 28"/>
                <a:gd name="T31" fmla="*/ 21 h 27"/>
                <a:gd name="T32" fmla="*/ 21 w 28"/>
                <a:gd name="T33" fmla="*/ 18 h 27"/>
                <a:gd name="T34" fmla="*/ 22 w 28"/>
                <a:gd name="T35" fmla="*/ 12 h 27"/>
                <a:gd name="T36" fmla="*/ 18 w 28"/>
                <a:gd name="T37" fmla="*/ 7 h 27"/>
                <a:gd name="T38" fmla="*/ 14 w 28"/>
                <a:gd name="T39" fmla="*/ 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" h="27">
                  <a:moveTo>
                    <a:pt x="14" y="27"/>
                  </a:moveTo>
                  <a:cubicBezTo>
                    <a:pt x="12" y="27"/>
                    <a:pt x="9" y="26"/>
                    <a:pt x="7" y="25"/>
                  </a:cubicBezTo>
                  <a:cubicBezTo>
                    <a:pt x="4" y="23"/>
                    <a:pt x="2" y="20"/>
                    <a:pt x="1" y="17"/>
                  </a:cubicBezTo>
                  <a:cubicBezTo>
                    <a:pt x="0" y="13"/>
                    <a:pt x="1" y="9"/>
                    <a:pt x="3" y="6"/>
                  </a:cubicBezTo>
                  <a:cubicBezTo>
                    <a:pt x="5" y="3"/>
                    <a:pt x="8" y="1"/>
                    <a:pt x="11" y="0"/>
                  </a:cubicBezTo>
                  <a:cubicBezTo>
                    <a:pt x="15" y="0"/>
                    <a:pt x="18" y="0"/>
                    <a:pt x="22" y="2"/>
                  </a:cubicBezTo>
                  <a:cubicBezTo>
                    <a:pt x="25" y="4"/>
                    <a:pt x="27" y="7"/>
                    <a:pt x="28" y="11"/>
                  </a:cubicBezTo>
                  <a:cubicBezTo>
                    <a:pt x="28" y="14"/>
                    <a:pt x="28" y="18"/>
                    <a:pt x="26" y="21"/>
                  </a:cubicBezTo>
                  <a:cubicBezTo>
                    <a:pt x="24" y="24"/>
                    <a:pt x="21" y="26"/>
                    <a:pt x="17" y="27"/>
                  </a:cubicBezTo>
                  <a:cubicBezTo>
                    <a:pt x="16" y="27"/>
                    <a:pt x="15" y="27"/>
                    <a:pt x="14" y="27"/>
                  </a:cubicBezTo>
                  <a:close/>
                  <a:moveTo>
                    <a:pt x="14" y="6"/>
                  </a:moveTo>
                  <a:cubicBezTo>
                    <a:pt x="14" y="6"/>
                    <a:pt x="13" y="6"/>
                    <a:pt x="13" y="6"/>
                  </a:cubicBezTo>
                  <a:cubicBezTo>
                    <a:pt x="11" y="6"/>
                    <a:pt x="9" y="8"/>
                    <a:pt x="8" y="9"/>
                  </a:cubicBezTo>
                  <a:cubicBezTo>
                    <a:pt x="7" y="11"/>
                    <a:pt x="6" y="13"/>
                    <a:pt x="7" y="15"/>
                  </a:cubicBezTo>
                  <a:cubicBezTo>
                    <a:pt x="7" y="17"/>
                    <a:pt x="8" y="19"/>
                    <a:pt x="10" y="20"/>
                  </a:cubicBezTo>
                  <a:cubicBezTo>
                    <a:pt x="12" y="21"/>
                    <a:pt x="14" y="22"/>
                    <a:pt x="16" y="21"/>
                  </a:cubicBezTo>
                  <a:cubicBezTo>
                    <a:pt x="18" y="21"/>
                    <a:pt x="20" y="19"/>
                    <a:pt x="21" y="18"/>
                  </a:cubicBezTo>
                  <a:cubicBezTo>
                    <a:pt x="22" y="16"/>
                    <a:pt x="22" y="14"/>
                    <a:pt x="22" y="12"/>
                  </a:cubicBezTo>
                  <a:cubicBezTo>
                    <a:pt x="21" y="10"/>
                    <a:pt x="20" y="8"/>
                    <a:pt x="18" y="7"/>
                  </a:cubicBezTo>
                  <a:cubicBezTo>
                    <a:pt x="17" y="6"/>
                    <a:pt x="16" y="6"/>
                    <a:pt x="1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704"/>
            <p:cNvSpPr>
              <a:spLocks noEditPoints="1"/>
            </p:cNvSpPr>
            <p:nvPr/>
          </p:nvSpPr>
          <p:spPr bwMode="auto">
            <a:xfrm>
              <a:off x="3302000" y="6811963"/>
              <a:ext cx="165100" cy="195263"/>
            </a:xfrm>
            <a:custGeom>
              <a:avLst/>
              <a:gdLst>
                <a:gd name="T0" fmla="*/ 24 w 61"/>
                <a:gd name="T1" fmla="*/ 72 h 72"/>
                <a:gd name="T2" fmla="*/ 12 w 61"/>
                <a:gd name="T3" fmla="*/ 68 h 72"/>
                <a:gd name="T4" fmla="*/ 2 w 61"/>
                <a:gd name="T5" fmla="*/ 54 h 72"/>
                <a:gd name="T6" fmla="*/ 5 w 61"/>
                <a:gd name="T7" fmla="*/ 36 h 72"/>
                <a:gd name="T8" fmla="*/ 31 w 61"/>
                <a:gd name="T9" fmla="*/ 26 h 72"/>
                <a:gd name="T10" fmla="*/ 43 w 61"/>
                <a:gd name="T11" fmla="*/ 8 h 72"/>
                <a:gd name="T12" fmla="*/ 44 w 61"/>
                <a:gd name="T13" fmla="*/ 3 h 72"/>
                <a:gd name="T14" fmla="*/ 46 w 61"/>
                <a:gd name="T15" fmla="*/ 1 h 72"/>
                <a:gd name="T16" fmla="*/ 48 w 61"/>
                <a:gd name="T17" fmla="*/ 1 h 72"/>
                <a:gd name="T18" fmla="*/ 59 w 61"/>
                <a:gd name="T19" fmla="*/ 6 h 72"/>
                <a:gd name="T20" fmla="*/ 61 w 61"/>
                <a:gd name="T21" fmla="*/ 7 h 72"/>
                <a:gd name="T22" fmla="*/ 60 w 61"/>
                <a:gd name="T23" fmla="*/ 10 h 72"/>
                <a:gd name="T24" fmla="*/ 44 w 61"/>
                <a:gd name="T25" fmla="*/ 36 h 72"/>
                <a:gd name="T26" fmla="*/ 44 w 61"/>
                <a:gd name="T27" fmla="*/ 61 h 72"/>
                <a:gd name="T28" fmla="*/ 29 w 61"/>
                <a:gd name="T29" fmla="*/ 71 h 72"/>
                <a:gd name="T30" fmla="*/ 24 w 61"/>
                <a:gd name="T31" fmla="*/ 72 h 72"/>
                <a:gd name="T32" fmla="*/ 24 w 61"/>
                <a:gd name="T33" fmla="*/ 31 h 72"/>
                <a:gd name="T34" fmla="*/ 10 w 61"/>
                <a:gd name="T35" fmla="*/ 39 h 72"/>
                <a:gd name="T36" fmla="*/ 7 w 61"/>
                <a:gd name="T37" fmla="*/ 52 h 72"/>
                <a:gd name="T38" fmla="*/ 15 w 61"/>
                <a:gd name="T39" fmla="*/ 63 h 72"/>
                <a:gd name="T40" fmla="*/ 28 w 61"/>
                <a:gd name="T41" fmla="*/ 65 h 72"/>
                <a:gd name="T42" fmla="*/ 39 w 61"/>
                <a:gd name="T43" fmla="*/ 58 h 72"/>
                <a:gd name="T44" fmla="*/ 38 w 61"/>
                <a:gd name="T45" fmla="*/ 38 h 72"/>
                <a:gd name="T46" fmla="*/ 38 w 61"/>
                <a:gd name="T47" fmla="*/ 35 h 72"/>
                <a:gd name="T48" fmla="*/ 54 w 61"/>
                <a:gd name="T49" fmla="*/ 9 h 72"/>
                <a:gd name="T50" fmla="*/ 49 w 61"/>
                <a:gd name="T51" fmla="*/ 7 h 72"/>
                <a:gd name="T52" fmla="*/ 48 w 61"/>
                <a:gd name="T53" fmla="*/ 10 h 72"/>
                <a:gd name="T54" fmla="*/ 48 w 61"/>
                <a:gd name="T55" fmla="*/ 11 h 72"/>
                <a:gd name="T56" fmla="*/ 35 w 61"/>
                <a:gd name="T57" fmla="*/ 32 h 72"/>
                <a:gd name="T58" fmla="*/ 31 w 61"/>
                <a:gd name="T59" fmla="*/ 33 h 72"/>
                <a:gd name="T60" fmla="*/ 24 w 61"/>
                <a:gd name="T61" fmla="*/ 3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1" h="72">
                  <a:moveTo>
                    <a:pt x="24" y="72"/>
                  </a:moveTo>
                  <a:cubicBezTo>
                    <a:pt x="20" y="72"/>
                    <a:pt x="16" y="71"/>
                    <a:pt x="12" y="68"/>
                  </a:cubicBezTo>
                  <a:cubicBezTo>
                    <a:pt x="7" y="65"/>
                    <a:pt x="3" y="60"/>
                    <a:pt x="2" y="54"/>
                  </a:cubicBezTo>
                  <a:cubicBezTo>
                    <a:pt x="0" y="48"/>
                    <a:pt x="1" y="41"/>
                    <a:pt x="5" y="36"/>
                  </a:cubicBezTo>
                  <a:cubicBezTo>
                    <a:pt x="10" y="27"/>
                    <a:pt x="21" y="23"/>
                    <a:pt x="31" y="26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2"/>
                    <a:pt x="45" y="1"/>
                    <a:pt x="46" y="1"/>
                  </a:cubicBezTo>
                  <a:cubicBezTo>
                    <a:pt x="47" y="0"/>
                    <a:pt x="47" y="0"/>
                    <a:pt x="48" y="1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60" y="6"/>
                    <a:pt x="60" y="7"/>
                    <a:pt x="61" y="7"/>
                  </a:cubicBezTo>
                  <a:cubicBezTo>
                    <a:pt x="61" y="8"/>
                    <a:pt x="61" y="9"/>
                    <a:pt x="60" y="10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9" y="44"/>
                    <a:pt x="49" y="53"/>
                    <a:pt x="44" y="61"/>
                  </a:cubicBezTo>
                  <a:cubicBezTo>
                    <a:pt x="41" y="66"/>
                    <a:pt x="36" y="70"/>
                    <a:pt x="29" y="71"/>
                  </a:cubicBezTo>
                  <a:cubicBezTo>
                    <a:pt x="28" y="72"/>
                    <a:pt x="26" y="72"/>
                    <a:pt x="24" y="72"/>
                  </a:cubicBezTo>
                  <a:close/>
                  <a:moveTo>
                    <a:pt x="24" y="31"/>
                  </a:moveTo>
                  <a:cubicBezTo>
                    <a:pt x="18" y="31"/>
                    <a:pt x="13" y="34"/>
                    <a:pt x="10" y="39"/>
                  </a:cubicBezTo>
                  <a:cubicBezTo>
                    <a:pt x="7" y="43"/>
                    <a:pt x="6" y="48"/>
                    <a:pt x="7" y="52"/>
                  </a:cubicBezTo>
                  <a:cubicBezTo>
                    <a:pt x="8" y="57"/>
                    <a:pt x="11" y="61"/>
                    <a:pt x="15" y="63"/>
                  </a:cubicBezTo>
                  <a:cubicBezTo>
                    <a:pt x="19" y="66"/>
                    <a:pt x="24" y="67"/>
                    <a:pt x="28" y="65"/>
                  </a:cubicBezTo>
                  <a:cubicBezTo>
                    <a:pt x="33" y="64"/>
                    <a:pt x="37" y="62"/>
                    <a:pt x="39" y="58"/>
                  </a:cubicBezTo>
                  <a:cubicBezTo>
                    <a:pt x="43" y="52"/>
                    <a:pt x="42" y="44"/>
                    <a:pt x="38" y="38"/>
                  </a:cubicBezTo>
                  <a:cubicBezTo>
                    <a:pt x="37" y="37"/>
                    <a:pt x="37" y="36"/>
                    <a:pt x="38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1"/>
                    <a:pt x="48" y="11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4" y="33"/>
                    <a:pt x="32" y="33"/>
                    <a:pt x="31" y="33"/>
                  </a:cubicBezTo>
                  <a:cubicBezTo>
                    <a:pt x="29" y="32"/>
                    <a:pt x="27" y="31"/>
                    <a:pt x="24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705"/>
            <p:cNvSpPr>
              <a:spLocks noEditPoints="1"/>
            </p:cNvSpPr>
            <p:nvPr/>
          </p:nvSpPr>
          <p:spPr bwMode="auto">
            <a:xfrm>
              <a:off x="3505200" y="6592888"/>
              <a:ext cx="109537" cy="106363"/>
            </a:xfrm>
            <a:custGeom>
              <a:avLst/>
              <a:gdLst>
                <a:gd name="T0" fmla="*/ 16 w 40"/>
                <a:gd name="T1" fmla="*/ 39 h 39"/>
                <a:gd name="T2" fmla="*/ 15 w 40"/>
                <a:gd name="T3" fmla="*/ 38 h 39"/>
                <a:gd name="T4" fmla="*/ 1 w 40"/>
                <a:gd name="T5" fmla="*/ 27 h 39"/>
                <a:gd name="T6" fmla="*/ 1 w 40"/>
                <a:gd name="T7" fmla="*/ 24 h 39"/>
                <a:gd name="T8" fmla="*/ 12 w 40"/>
                <a:gd name="T9" fmla="*/ 6 h 39"/>
                <a:gd name="T10" fmla="*/ 13 w 40"/>
                <a:gd name="T11" fmla="*/ 5 h 39"/>
                <a:gd name="T12" fmla="*/ 37 w 40"/>
                <a:gd name="T13" fmla="*/ 0 h 39"/>
                <a:gd name="T14" fmla="*/ 40 w 40"/>
                <a:gd name="T15" fmla="*/ 1 h 39"/>
                <a:gd name="T16" fmla="*/ 40 w 40"/>
                <a:gd name="T17" fmla="*/ 4 h 39"/>
                <a:gd name="T18" fmla="*/ 19 w 40"/>
                <a:gd name="T19" fmla="*/ 37 h 39"/>
                <a:gd name="T20" fmla="*/ 16 w 40"/>
                <a:gd name="T21" fmla="*/ 39 h 39"/>
                <a:gd name="T22" fmla="*/ 7 w 40"/>
                <a:gd name="T23" fmla="*/ 25 h 39"/>
                <a:gd name="T24" fmla="*/ 15 w 40"/>
                <a:gd name="T25" fmla="*/ 32 h 39"/>
                <a:gd name="T26" fmla="*/ 31 w 40"/>
                <a:gd name="T27" fmla="*/ 7 h 39"/>
                <a:gd name="T28" fmla="*/ 16 w 40"/>
                <a:gd name="T29" fmla="*/ 11 h 39"/>
                <a:gd name="T30" fmla="*/ 7 w 40"/>
                <a:gd name="T31" fmla="*/ 2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" h="39">
                  <a:moveTo>
                    <a:pt x="16" y="39"/>
                  </a:moveTo>
                  <a:cubicBezTo>
                    <a:pt x="16" y="39"/>
                    <a:pt x="15" y="39"/>
                    <a:pt x="15" y="38"/>
                  </a:cubicBezTo>
                  <a:cubicBezTo>
                    <a:pt x="9" y="35"/>
                    <a:pt x="5" y="32"/>
                    <a:pt x="1" y="27"/>
                  </a:cubicBezTo>
                  <a:cubicBezTo>
                    <a:pt x="0" y="26"/>
                    <a:pt x="0" y="25"/>
                    <a:pt x="1" y="24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3" y="5"/>
                    <a:pt x="13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0"/>
                    <a:pt x="39" y="0"/>
                    <a:pt x="40" y="1"/>
                  </a:cubicBezTo>
                  <a:cubicBezTo>
                    <a:pt x="40" y="2"/>
                    <a:pt x="40" y="3"/>
                    <a:pt x="40" y="4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8"/>
                    <a:pt x="17" y="39"/>
                    <a:pt x="16" y="39"/>
                  </a:cubicBezTo>
                  <a:close/>
                  <a:moveTo>
                    <a:pt x="7" y="25"/>
                  </a:moveTo>
                  <a:cubicBezTo>
                    <a:pt x="9" y="28"/>
                    <a:pt x="12" y="30"/>
                    <a:pt x="15" y="32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16" y="11"/>
                    <a:pt x="16" y="11"/>
                    <a:pt x="16" y="11"/>
                  </a:cubicBezTo>
                  <a:lnTo>
                    <a:pt x="7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706"/>
            <p:cNvSpPr>
              <a:spLocks noEditPoints="1"/>
            </p:cNvSpPr>
            <p:nvPr/>
          </p:nvSpPr>
          <p:spPr bwMode="auto">
            <a:xfrm>
              <a:off x="3429000" y="6699250"/>
              <a:ext cx="101600" cy="104775"/>
            </a:xfrm>
            <a:custGeom>
              <a:avLst/>
              <a:gdLst>
                <a:gd name="T0" fmla="*/ 20 w 37"/>
                <a:gd name="T1" fmla="*/ 39 h 39"/>
                <a:gd name="T2" fmla="*/ 19 w 37"/>
                <a:gd name="T3" fmla="*/ 39 h 39"/>
                <a:gd name="T4" fmla="*/ 3 w 37"/>
                <a:gd name="T5" fmla="*/ 37 h 39"/>
                <a:gd name="T6" fmla="*/ 1 w 37"/>
                <a:gd name="T7" fmla="*/ 36 h 39"/>
                <a:gd name="T8" fmla="*/ 1 w 37"/>
                <a:gd name="T9" fmla="*/ 33 h 39"/>
                <a:gd name="T10" fmla="*/ 3 w 37"/>
                <a:gd name="T11" fmla="*/ 27 h 39"/>
                <a:gd name="T12" fmla="*/ 3 w 37"/>
                <a:gd name="T13" fmla="*/ 26 h 39"/>
                <a:gd name="T14" fmla="*/ 18 w 37"/>
                <a:gd name="T15" fmla="*/ 2 h 39"/>
                <a:gd name="T16" fmla="*/ 20 w 37"/>
                <a:gd name="T17" fmla="*/ 1 h 39"/>
                <a:gd name="T18" fmla="*/ 23 w 37"/>
                <a:gd name="T19" fmla="*/ 1 h 39"/>
                <a:gd name="T20" fmla="*/ 35 w 37"/>
                <a:gd name="T21" fmla="*/ 11 h 39"/>
                <a:gd name="T22" fmla="*/ 37 w 37"/>
                <a:gd name="T23" fmla="*/ 13 h 39"/>
                <a:gd name="T24" fmla="*/ 36 w 37"/>
                <a:gd name="T25" fmla="*/ 15 h 39"/>
                <a:gd name="T26" fmla="*/ 22 w 37"/>
                <a:gd name="T27" fmla="*/ 38 h 39"/>
                <a:gd name="T28" fmla="*/ 20 w 37"/>
                <a:gd name="T29" fmla="*/ 39 h 39"/>
                <a:gd name="T30" fmla="*/ 7 w 37"/>
                <a:gd name="T31" fmla="*/ 32 h 39"/>
                <a:gd name="T32" fmla="*/ 18 w 37"/>
                <a:gd name="T33" fmla="*/ 33 h 39"/>
                <a:gd name="T34" fmla="*/ 30 w 37"/>
                <a:gd name="T35" fmla="*/ 14 h 39"/>
                <a:gd name="T36" fmla="*/ 21 w 37"/>
                <a:gd name="T37" fmla="*/ 8 h 39"/>
                <a:gd name="T38" fmla="*/ 8 w 37"/>
                <a:gd name="T39" fmla="*/ 29 h 39"/>
                <a:gd name="T40" fmla="*/ 7 w 37"/>
                <a:gd name="T41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7" h="39">
                  <a:moveTo>
                    <a:pt x="20" y="39"/>
                  </a:moveTo>
                  <a:cubicBezTo>
                    <a:pt x="19" y="39"/>
                    <a:pt x="19" y="39"/>
                    <a:pt x="19" y="39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2" y="37"/>
                    <a:pt x="1" y="36"/>
                    <a:pt x="1" y="36"/>
                  </a:cubicBezTo>
                  <a:cubicBezTo>
                    <a:pt x="1" y="35"/>
                    <a:pt x="0" y="34"/>
                    <a:pt x="1" y="33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19" y="1"/>
                    <a:pt x="20" y="1"/>
                  </a:cubicBezTo>
                  <a:cubicBezTo>
                    <a:pt x="21" y="0"/>
                    <a:pt x="22" y="1"/>
                    <a:pt x="23" y="1"/>
                  </a:cubicBezTo>
                  <a:cubicBezTo>
                    <a:pt x="26" y="5"/>
                    <a:pt x="31" y="8"/>
                    <a:pt x="35" y="11"/>
                  </a:cubicBezTo>
                  <a:cubicBezTo>
                    <a:pt x="36" y="11"/>
                    <a:pt x="37" y="12"/>
                    <a:pt x="37" y="13"/>
                  </a:cubicBezTo>
                  <a:cubicBezTo>
                    <a:pt x="37" y="13"/>
                    <a:pt x="37" y="14"/>
                    <a:pt x="36" y="15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9"/>
                    <a:pt x="21" y="39"/>
                    <a:pt x="20" y="39"/>
                  </a:cubicBezTo>
                  <a:close/>
                  <a:moveTo>
                    <a:pt x="7" y="32"/>
                  </a:moveTo>
                  <a:cubicBezTo>
                    <a:pt x="18" y="33"/>
                    <a:pt x="18" y="33"/>
                    <a:pt x="18" y="3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7" y="12"/>
                    <a:pt x="24" y="10"/>
                    <a:pt x="21" y="8"/>
                  </a:cubicBezTo>
                  <a:cubicBezTo>
                    <a:pt x="8" y="29"/>
                    <a:pt x="8" y="29"/>
                    <a:pt x="8" y="29"/>
                  </a:cubicBezTo>
                  <a:lnTo>
                    <a:pt x="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707"/>
            <p:cNvSpPr>
              <a:spLocks/>
            </p:cNvSpPr>
            <p:nvPr/>
          </p:nvSpPr>
          <p:spPr bwMode="auto">
            <a:xfrm>
              <a:off x="3481388" y="6592888"/>
              <a:ext cx="103187" cy="115888"/>
            </a:xfrm>
            <a:custGeom>
              <a:avLst/>
              <a:gdLst>
                <a:gd name="T0" fmla="*/ 34 w 38"/>
                <a:gd name="T1" fmla="*/ 43 h 43"/>
                <a:gd name="T2" fmla="*/ 33 w 38"/>
                <a:gd name="T3" fmla="*/ 43 h 43"/>
                <a:gd name="T4" fmla="*/ 27 w 38"/>
                <a:gd name="T5" fmla="*/ 40 h 43"/>
                <a:gd name="T6" fmla="*/ 1 w 38"/>
                <a:gd name="T7" fmla="*/ 3 h 43"/>
                <a:gd name="T8" fmla="*/ 4 w 38"/>
                <a:gd name="T9" fmla="*/ 0 h 43"/>
                <a:gd name="T10" fmla="*/ 7 w 38"/>
                <a:gd name="T11" fmla="*/ 3 h 43"/>
                <a:gd name="T12" fmla="*/ 30 w 38"/>
                <a:gd name="T13" fmla="*/ 35 h 43"/>
                <a:gd name="T14" fmla="*/ 36 w 38"/>
                <a:gd name="T15" fmla="*/ 38 h 43"/>
                <a:gd name="T16" fmla="*/ 37 w 38"/>
                <a:gd name="T17" fmla="*/ 42 h 43"/>
                <a:gd name="T18" fmla="*/ 34 w 38"/>
                <a:gd name="T1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34" y="43"/>
                  </a:moveTo>
                  <a:cubicBezTo>
                    <a:pt x="34" y="43"/>
                    <a:pt x="33" y="43"/>
                    <a:pt x="33" y="43"/>
                  </a:cubicBezTo>
                  <a:cubicBezTo>
                    <a:pt x="31" y="42"/>
                    <a:pt x="29" y="41"/>
                    <a:pt x="27" y="40"/>
                  </a:cubicBezTo>
                  <a:cubicBezTo>
                    <a:pt x="0" y="28"/>
                    <a:pt x="1" y="4"/>
                    <a:pt x="1" y="3"/>
                  </a:cubicBezTo>
                  <a:cubicBezTo>
                    <a:pt x="1" y="2"/>
                    <a:pt x="3" y="0"/>
                    <a:pt x="4" y="0"/>
                  </a:cubicBezTo>
                  <a:cubicBezTo>
                    <a:pt x="6" y="0"/>
                    <a:pt x="7" y="2"/>
                    <a:pt x="7" y="3"/>
                  </a:cubicBezTo>
                  <a:cubicBezTo>
                    <a:pt x="7" y="4"/>
                    <a:pt x="6" y="24"/>
                    <a:pt x="30" y="35"/>
                  </a:cubicBezTo>
                  <a:cubicBezTo>
                    <a:pt x="32" y="36"/>
                    <a:pt x="34" y="37"/>
                    <a:pt x="36" y="38"/>
                  </a:cubicBezTo>
                  <a:cubicBezTo>
                    <a:pt x="37" y="39"/>
                    <a:pt x="38" y="41"/>
                    <a:pt x="37" y="42"/>
                  </a:cubicBezTo>
                  <a:cubicBezTo>
                    <a:pt x="36" y="43"/>
                    <a:pt x="35" y="43"/>
                    <a:pt x="34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708"/>
            <p:cNvSpPr>
              <a:spLocks/>
            </p:cNvSpPr>
            <p:nvPr/>
          </p:nvSpPr>
          <p:spPr bwMode="auto">
            <a:xfrm>
              <a:off x="3627438" y="6773863"/>
              <a:ext cx="22225" cy="30163"/>
            </a:xfrm>
            <a:custGeom>
              <a:avLst/>
              <a:gdLst>
                <a:gd name="T0" fmla="*/ 4 w 8"/>
                <a:gd name="T1" fmla="*/ 11 h 11"/>
                <a:gd name="T2" fmla="*/ 2 w 8"/>
                <a:gd name="T3" fmla="*/ 9 h 11"/>
                <a:gd name="T4" fmla="*/ 0 w 8"/>
                <a:gd name="T5" fmla="*/ 4 h 11"/>
                <a:gd name="T6" fmla="*/ 2 w 8"/>
                <a:gd name="T7" fmla="*/ 1 h 11"/>
                <a:gd name="T8" fmla="*/ 6 w 8"/>
                <a:gd name="T9" fmla="*/ 2 h 11"/>
                <a:gd name="T10" fmla="*/ 7 w 8"/>
                <a:gd name="T11" fmla="*/ 7 h 11"/>
                <a:gd name="T12" fmla="*/ 5 w 8"/>
                <a:gd name="T13" fmla="*/ 11 h 11"/>
                <a:gd name="T14" fmla="*/ 4 w 8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1">
                  <a:moveTo>
                    <a:pt x="4" y="11"/>
                  </a:moveTo>
                  <a:cubicBezTo>
                    <a:pt x="3" y="11"/>
                    <a:pt x="2" y="10"/>
                    <a:pt x="2" y="9"/>
                  </a:cubicBezTo>
                  <a:cubicBezTo>
                    <a:pt x="1" y="7"/>
                    <a:pt x="1" y="6"/>
                    <a:pt x="0" y="4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4" y="0"/>
                    <a:pt x="5" y="1"/>
                    <a:pt x="6" y="2"/>
                  </a:cubicBezTo>
                  <a:cubicBezTo>
                    <a:pt x="6" y="4"/>
                    <a:pt x="7" y="5"/>
                    <a:pt x="7" y="7"/>
                  </a:cubicBezTo>
                  <a:cubicBezTo>
                    <a:pt x="8" y="9"/>
                    <a:pt x="7" y="10"/>
                    <a:pt x="5" y="11"/>
                  </a:cubicBezTo>
                  <a:cubicBezTo>
                    <a:pt x="5" y="11"/>
                    <a:pt x="5" y="11"/>
                    <a:pt x="4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709"/>
            <p:cNvSpPr>
              <a:spLocks/>
            </p:cNvSpPr>
            <p:nvPr/>
          </p:nvSpPr>
          <p:spPr bwMode="auto">
            <a:xfrm>
              <a:off x="3600450" y="6726238"/>
              <a:ext cx="30162" cy="31750"/>
            </a:xfrm>
            <a:custGeom>
              <a:avLst/>
              <a:gdLst>
                <a:gd name="T0" fmla="*/ 7 w 11"/>
                <a:gd name="T1" fmla="*/ 12 h 12"/>
                <a:gd name="T2" fmla="*/ 5 w 11"/>
                <a:gd name="T3" fmla="*/ 11 h 12"/>
                <a:gd name="T4" fmla="*/ 1 w 11"/>
                <a:gd name="T5" fmla="*/ 5 h 12"/>
                <a:gd name="T6" fmla="*/ 2 w 11"/>
                <a:gd name="T7" fmla="*/ 1 h 12"/>
                <a:gd name="T8" fmla="*/ 6 w 11"/>
                <a:gd name="T9" fmla="*/ 2 h 12"/>
                <a:gd name="T10" fmla="*/ 10 w 11"/>
                <a:gd name="T11" fmla="*/ 8 h 12"/>
                <a:gd name="T12" fmla="*/ 9 w 11"/>
                <a:gd name="T13" fmla="*/ 12 h 12"/>
                <a:gd name="T14" fmla="*/ 7 w 11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2">
                  <a:moveTo>
                    <a:pt x="7" y="12"/>
                  </a:moveTo>
                  <a:cubicBezTo>
                    <a:pt x="6" y="12"/>
                    <a:pt x="5" y="12"/>
                    <a:pt x="5" y="11"/>
                  </a:cubicBezTo>
                  <a:cubicBezTo>
                    <a:pt x="4" y="9"/>
                    <a:pt x="3" y="7"/>
                    <a:pt x="1" y="5"/>
                  </a:cubicBez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5" y="1"/>
                    <a:pt x="6" y="2"/>
                  </a:cubicBezTo>
                  <a:cubicBezTo>
                    <a:pt x="7" y="4"/>
                    <a:pt x="9" y="6"/>
                    <a:pt x="10" y="8"/>
                  </a:cubicBezTo>
                  <a:cubicBezTo>
                    <a:pt x="11" y="9"/>
                    <a:pt x="10" y="11"/>
                    <a:pt x="9" y="12"/>
                  </a:cubicBezTo>
                  <a:cubicBezTo>
                    <a:pt x="8" y="12"/>
                    <a:pt x="8" y="12"/>
                    <a:pt x="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710"/>
            <p:cNvSpPr>
              <a:spLocks/>
            </p:cNvSpPr>
            <p:nvPr/>
          </p:nvSpPr>
          <p:spPr bwMode="auto">
            <a:xfrm>
              <a:off x="3565525" y="6692900"/>
              <a:ext cx="26987" cy="25400"/>
            </a:xfrm>
            <a:custGeom>
              <a:avLst/>
              <a:gdLst>
                <a:gd name="T0" fmla="*/ 7 w 10"/>
                <a:gd name="T1" fmla="*/ 9 h 9"/>
                <a:gd name="T2" fmla="*/ 5 w 10"/>
                <a:gd name="T3" fmla="*/ 8 h 9"/>
                <a:gd name="T4" fmla="*/ 2 w 10"/>
                <a:gd name="T5" fmla="*/ 6 h 9"/>
                <a:gd name="T6" fmla="*/ 1 w 10"/>
                <a:gd name="T7" fmla="*/ 2 h 9"/>
                <a:gd name="T8" fmla="*/ 5 w 10"/>
                <a:gd name="T9" fmla="*/ 1 h 9"/>
                <a:gd name="T10" fmla="*/ 9 w 10"/>
                <a:gd name="T11" fmla="*/ 4 h 9"/>
                <a:gd name="T12" fmla="*/ 9 w 10"/>
                <a:gd name="T13" fmla="*/ 8 h 9"/>
                <a:gd name="T14" fmla="*/ 7 w 10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9">
                  <a:moveTo>
                    <a:pt x="7" y="9"/>
                  </a:moveTo>
                  <a:cubicBezTo>
                    <a:pt x="6" y="9"/>
                    <a:pt x="6" y="9"/>
                    <a:pt x="5" y="8"/>
                  </a:cubicBezTo>
                  <a:cubicBezTo>
                    <a:pt x="4" y="8"/>
                    <a:pt x="3" y="7"/>
                    <a:pt x="2" y="6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8" y="3"/>
                    <a:pt x="9" y="4"/>
                  </a:cubicBezTo>
                  <a:cubicBezTo>
                    <a:pt x="10" y="5"/>
                    <a:pt x="10" y="7"/>
                    <a:pt x="9" y="8"/>
                  </a:cubicBezTo>
                  <a:cubicBezTo>
                    <a:pt x="9" y="9"/>
                    <a:pt x="8" y="9"/>
                    <a:pt x="7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711"/>
            <p:cNvSpPr>
              <a:spLocks/>
            </p:cNvSpPr>
            <p:nvPr/>
          </p:nvSpPr>
          <p:spPr bwMode="auto">
            <a:xfrm>
              <a:off x="3560763" y="6761163"/>
              <a:ext cx="92075" cy="68263"/>
            </a:xfrm>
            <a:custGeom>
              <a:avLst/>
              <a:gdLst>
                <a:gd name="T0" fmla="*/ 31 w 34"/>
                <a:gd name="T1" fmla="*/ 25 h 25"/>
                <a:gd name="T2" fmla="*/ 31 w 34"/>
                <a:gd name="T3" fmla="*/ 25 h 25"/>
                <a:gd name="T4" fmla="*/ 10 w 34"/>
                <a:gd name="T5" fmla="*/ 22 h 25"/>
                <a:gd name="T6" fmla="*/ 8 w 34"/>
                <a:gd name="T7" fmla="*/ 20 h 25"/>
                <a:gd name="T8" fmla="*/ 7 w 34"/>
                <a:gd name="T9" fmla="*/ 16 h 25"/>
                <a:gd name="T10" fmla="*/ 1 w 34"/>
                <a:gd name="T11" fmla="*/ 5 h 25"/>
                <a:gd name="T12" fmla="*/ 2 w 34"/>
                <a:gd name="T13" fmla="*/ 1 h 25"/>
                <a:gd name="T14" fmla="*/ 6 w 34"/>
                <a:gd name="T15" fmla="*/ 2 h 25"/>
                <a:gd name="T16" fmla="*/ 12 w 34"/>
                <a:gd name="T17" fmla="*/ 14 h 25"/>
                <a:gd name="T18" fmla="*/ 13 w 34"/>
                <a:gd name="T19" fmla="*/ 17 h 25"/>
                <a:gd name="T20" fmla="*/ 28 w 34"/>
                <a:gd name="T21" fmla="*/ 19 h 25"/>
                <a:gd name="T22" fmla="*/ 27 w 34"/>
                <a:gd name="T23" fmla="*/ 14 h 25"/>
                <a:gd name="T24" fmla="*/ 29 w 34"/>
                <a:gd name="T25" fmla="*/ 10 h 25"/>
                <a:gd name="T26" fmla="*/ 32 w 34"/>
                <a:gd name="T27" fmla="*/ 12 h 25"/>
                <a:gd name="T28" fmla="*/ 34 w 34"/>
                <a:gd name="T29" fmla="*/ 22 h 25"/>
                <a:gd name="T30" fmla="*/ 33 w 34"/>
                <a:gd name="T31" fmla="*/ 25 h 25"/>
                <a:gd name="T32" fmla="*/ 31 w 34"/>
                <a:gd name="T3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" h="25">
                  <a:moveTo>
                    <a:pt x="31" y="25"/>
                  </a:moveTo>
                  <a:cubicBezTo>
                    <a:pt x="31" y="25"/>
                    <a:pt x="31" y="25"/>
                    <a:pt x="31" y="25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9" y="22"/>
                    <a:pt x="8" y="21"/>
                    <a:pt x="8" y="20"/>
                  </a:cubicBezTo>
                  <a:cubicBezTo>
                    <a:pt x="8" y="18"/>
                    <a:pt x="7" y="17"/>
                    <a:pt x="7" y="16"/>
                  </a:cubicBezTo>
                  <a:cubicBezTo>
                    <a:pt x="5" y="12"/>
                    <a:pt x="4" y="8"/>
                    <a:pt x="1" y="5"/>
                  </a:cubicBez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5" y="0"/>
                    <a:pt x="6" y="2"/>
                  </a:cubicBezTo>
                  <a:cubicBezTo>
                    <a:pt x="9" y="5"/>
                    <a:pt x="11" y="9"/>
                    <a:pt x="12" y="14"/>
                  </a:cubicBezTo>
                  <a:cubicBezTo>
                    <a:pt x="13" y="15"/>
                    <a:pt x="13" y="16"/>
                    <a:pt x="13" y="17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7" y="17"/>
                    <a:pt x="27" y="15"/>
                    <a:pt x="27" y="14"/>
                  </a:cubicBezTo>
                  <a:cubicBezTo>
                    <a:pt x="26" y="12"/>
                    <a:pt x="27" y="10"/>
                    <a:pt x="29" y="10"/>
                  </a:cubicBezTo>
                  <a:cubicBezTo>
                    <a:pt x="30" y="10"/>
                    <a:pt x="32" y="10"/>
                    <a:pt x="32" y="12"/>
                  </a:cubicBezTo>
                  <a:cubicBezTo>
                    <a:pt x="33" y="15"/>
                    <a:pt x="34" y="19"/>
                    <a:pt x="34" y="22"/>
                  </a:cubicBezTo>
                  <a:cubicBezTo>
                    <a:pt x="34" y="23"/>
                    <a:pt x="34" y="24"/>
                    <a:pt x="33" y="25"/>
                  </a:cubicBezTo>
                  <a:cubicBezTo>
                    <a:pt x="33" y="25"/>
                    <a:pt x="32" y="25"/>
                    <a:pt x="31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712"/>
            <p:cNvSpPr>
              <a:spLocks/>
            </p:cNvSpPr>
            <p:nvPr/>
          </p:nvSpPr>
          <p:spPr bwMode="auto">
            <a:xfrm>
              <a:off x="3427413" y="6589713"/>
              <a:ext cx="125412" cy="163513"/>
            </a:xfrm>
            <a:custGeom>
              <a:avLst/>
              <a:gdLst>
                <a:gd name="T0" fmla="*/ 42 w 46"/>
                <a:gd name="T1" fmla="*/ 60 h 60"/>
                <a:gd name="T2" fmla="*/ 41 w 46"/>
                <a:gd name="T3" fmla="*/ 60 h 60"/>
                <a:gd name="T4" fmla="*/ 39 w 46"/>
                <a:gd name="T5" fmla="*/ 59 h 60"/>
                <a:gd name="T6" fmla="*/ 2 w 46"/>
                <a:gd name="T7" fmla="*/ 3 h 60"/>
                <a:gd name="T8" fmla="*/ 5 w 46"/>
                <a:gd name="T9" fmla="*/ 0 h 60"/>
                <a:gd name="T10" fmla="*/ 7 w 46"/>
                <a:gd name="T11" fmla="*/ 3 h 60"/>
                <a:gd name="T12" fmla="*/ 42 w 46"/>
                <a:gd name="T13" fmla="*/ 54 h 60"/>
                <a:gd name="T14" fmla="*/ 44 w 46"/>
                <a:gd name="T15" fmla="*/ 55 h 60"/>
                <a:gd name="T16" fmla="*/ 45 w 46"/>
                <a:gd name="T17" fmla="*/ 59 h 60"/>
                <a:gd name="T18" fmla="*/ 42 w 46"/>
                <a:gd name="T19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60">
                  <a:moveTo>
                    <a:pt x="42" y="60"/>
                  </a:moveTo>
                  <a:cubicBezTo>
                    <a:pt x="42" y="60"/>
                    <a:pt x="41" y="60"/>
                    <a:pt x="41" y="60"/>
                  </a:cubicBezTo>
                  <a:cubicBezTo>
                    <a:pt x="40" y="59"/>
                    <a:pt x="40" y="59"/>
                    <a:pt x="39" y="59"/>
                  </a:cubicBezTo>
                  <a:cubicBezTo>
                    <a:pt x="0" y="40"/>
                    <a:pt x="2" y="4"/>
                    <a:pt x="2" y="3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6" y="0"/>
                    <a:pt x="8" y="2"/>
                    <a:pt x="7" y="3"/>
                  </a:cubicBezTo>
                  <a:cubicBezTo>
                    <a:pt x="7" y="5"/>
                    <a:pt x="6" y="37"/>
                    <a:pt x="42" y="54"/>
                  </a:cubicBezTo>
                  <a:cubicBezTo>
                    <a:pt x="42" y="54"/>
                    <a:pt x="43" y="54"/>
                    <a:pt x="44" y="55"/>
                  </a:cubicBezTo>
                  <a:cubicBezTo>
                    <a:pt x="45" y="55"/>
                    <a:pt x="46" y="57"/>
                    <a:pt x="45" y="59"/>
                  </a:cubicBezTo>
                  <a:cubicBezTo>
                    <a:pt x="44" y="60"/>
                    <a:pt x="43" y="60"/>
                    <a:pt x="42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713"/>
            <p:cNvSpPr>
              <a:spLocks/>
            </p:cNvSpPr>
            <p:nvPr/>
          </p:nvSpPr>
          <p:spPr bwMode="auto">
            <a:xfrm>
              <a:off x="3570288" y="6853238"/>
              <a:ext cx="85725" cy="107950"/>
            </a:xfrm>
            <a:custGeom>
              <a:avLst/>
              <a:gdLst>
                <a:gd name="T0" fmla="*/ 21 w 31"/>
                <a:gd name="T1" fmla="*/ 40 h 40"/>
                <a:gd name="T2" fmla="*/ 20 w 31"/>
                <a:gd name="T3" fmla="*/ 40 h 40"/>
                <a:gd name="T4" fmla="*/ 18 w 31"/>
                <a:gd name="T5" fmla="*/ 36 h 40"/>
                <a:gd name="T6" fmla="*/ 25 w 31"/>
                <a:gd name="T7" fmla="*/ 8 h 40"/>
                <a:gd name="T8" fmla="*/ 12 w 31"/>
                <a:gd name="T9" fmla="*/ 6 h 40"/>
                <a:gd name="T10" fmla="*/ 6 w 31"/>
                <a:gd name="T11" fmla="*/ 30 h 40"/>
                <a:gd name="T12" fmla="*/ 2 w 31"/>
                <a:gd name="T13" fmla="*/ 31 h 40"/>
                <a:gd name="T14" fmla="*/ 1 w 31"/>
                <a:gd name="T15" fmla="*/ 27 h 40"/>
                <a:gd name="T16" fmla="*/ 6 w 31"/>
                <a:gd name="T17" fmla="*/ 3 h 40"/>
                <a:gd name="T18" fmla="*/ 7 w 31"/>
                <a:gd name="T19" fmla="*/ 0 h 40"/>
                <a:gd name="T20" fmla="*/ 9 w 31"/>
                <a:gd name="T21" fmla="*/ 0 h 40"/>
                <a:gd name="T22" fmla="*/ 29 w 31"/>
                <a:gd name="T23" fmla="*/ 3 h 40"/>
                <a:gd name="T24" fmla="*/ 31 w 31"/>
                <a:gd name="T25" fmla="*/ 6 h 40"/>
                <a:gd name="T26" fmla="*/ 23 w 31"/>
                <a:gd name="T27" fmla="*/ 39 h 40"/>
                <a:gd name="T28" fmla="*/ 21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21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18" y="39"/>
                    <a:pt x="18" y="37"/>
                    <a:pt x="18" y="36"/>
                  </a:cubicBezTo>
                  <a:cubicBezTo>
                    <a:pt x="22" y="29"/>
                    <a:pt x="24" y="19"/>
                    <a:pt x="25" y="8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1" y="15"/>
                    <a:pt x="9" y="24"/>
                    <a:pt x="6" y="30"/>
                  </a:cubicBezTo>
                  <a:cubicBezTo>
                    <a:pt x="5" y="31"/>
                    <a:pt x="4" y="32"/>
                    <a:pt x="2" y="31"/>
                  </a:cubicBezTo>
                  <a:cubicBezTo>
                    <a:pt x="1" y="30"/>
                    <a:pt x="0" y="28"/>
                    <a:pt x="1" y="27"/>
                  </a:cubicBezTo>
                  <a:cubicBezTo>
                    <a:pt x="4" y="21"/>
                    <a:pt x="6" y="12"/>
                    <a:pt x="6" y="3"/>
                  </a:cubicBezTo>
                  <a:cubicBezTo>
                    <a:pt x="6" y="2"/>
                    <a:pt x="6" y="1"/>
                    <a:pt x="7" y="0"/>
                  </a:cubicBezTo>
                  <a:cubicBezTo>
                    <a:pt x="8" y="0"/>
                    <a:pt x="8" y="0"/>
                    <a:pt x="9" y="0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3"/>
                    <a:pt x="31" y="4"/>
                    <a:pt x="31" y="6"/>
                  </a:cubicBezTo>
                  <a:cubicBezTo>
                    <a:pt x="31" y="18"/>
                    <a:pt x="28" y="30"/>
                    <a:pt x="23" y="39"/>
                  </a:cubicBezTo>
                  <a:cubicBezTo>
                    <a:pt x="23" y="40"/>
                    <a:pt x="22" y="40"/>
                    <a:pt x="21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0" name="Group 179"/>
          <p:cNvGrpSpPr/>
          <p:nvPr/>
        </p:nvGrpSpPr>
        <p:grpSpPr>
          <a:xfrm>
            <a:off x="5086035" y="3591373"/>
            <a:ext cx="304522" cy="291326"/>
            <a:chOff x="5191125" y="3159125"/>
            <a:chExt cx="476250" cy="455613"/>
          </a:xfrm>
          <a:solidFill>
            <a:schemeClr val="bg1"/>
          </a:solidFill>
        </p:grpSpPr>
        <p:sp>
          <p:nvSpPr>
            <p:cNvPr id="181" name="Freeform 730"/>
            <p:cNvSpPr>
              <a:spLocks/>
            </p:cNvSpPr>
            <p:nvPr/>
          </p:nvSpPr>
          <p:spPr bwMode="auto">
            <a:xfrm>
              <a:off x="5349875" y="3408363"/>
              <a:ext cx="23812" cy="30163"/>
            </a:xfrm>
            <a:custGeom>
              <a:avLst/>
              <a:gdLst>
                <a:gd name="T0" fmla="*/ 4 w 9"/>
                <a:gd name="T1" fmla="*/ 11 h 11"/>
                <a:gd name="T2" fmla="*/ 2 w 9"/>
                <a:gd name="T3" fmla="*/ 10 h 11"/>
                <a:gd name="T4" fmla="*/ 1 w 9"/>
                <a:gd name="T5" fmla="*/ 7 h 11"/>
                <a:gd name="T6" fmla="*/ 3 w 9"/>
                <a:gd name="T7" fmla="*/ 2 h 11"/>
                <a:gd name="T8" fmla="*/ 6 w 9"/>
                <a:gd name="T9" fmla="*/ 1 h 11"/>
                <a:gd name="T10" fmla="*/ 8 w 9"/>
                <a:gd name="T11" fmla="*/ 4 h 11"/>
                <a:gd name="T12" fmla="*/ 6 w 9"/>
                <a:gd name="T13" fmla="*/ 9 h 11"/>
                <a:gd name="T14" fmla="*/ 4 w 9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1">
                  <a:moveTo>
                    <a:pt x="4" y="11"/>
                  </a:moveTo>
                  <a:cubicBezTo>
                    <a:pt x="3" y="11"/>
                    <a:pt x="3" y="10"/>
                    <a:pt x="2" y="10"/>
                  </a:cubicBezTo>
                  <a:cubicBezTo>
                    <a:pt x="1" y="10"/>
                    <a:pt x="0" y="8"/>
                    <a:pt x="1" y="7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5" y="0"/>
                    <a:pt x="6" y="1"/>
                  </a:cubicBezTo>
                  <a:cubicBezTo>
                    <a:pt x="8" y="1"/>
                    <a:pt x="9" y="3"/>
                    <a:pt x="8" y="4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10"/>
                    <a:pt x="5" y="11"/>
                    <a:pt x="4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731"/>
            <p:cNvSpPr>
              <a:spLocks noEditPoints="1"/>
            </p:cNvSpPr>
            <p:nvPr/>
          </p:nvSpPr>
          <p:spPr bwMode="auto">
            <a:xfrm>
              <a:off x="5191125" y="3343275"/>
              <a:ext cx="288925" cy="271463"/>
            </a:xfrm>
            <a:custGeom>
              <a:avLst/>
              <a:gdLst>
                <a:gd name="T0" fmla="*/ 53 w 106"/>
                <a:gd name="T1" fmla="*/ 100 h 100"/>
                <a:gd name="T2" fmla="*/ 36 w 106"/>
                <a:gd name="T3" fmla="*/ 96 h 100"/>
                <a:gd name="T4" fmla="*/ 10 w 106"/>
                <a:gd name="T5" fmla="*/ 36 h 100"/>
                <a:gd name="T6" fmla="*/ 70 w 106"/>
                <a:gd name="T7" fmla="*/ 10 h 100"/>
                <a:gd name="T8" fmla="*/ 96 w 106"/>
                <a:gd name="T9" fmla="*/ 70 h 100"/>
                <a:gd name="T10" fmla="*/ 71 w 106"/>
                <a:gd name="T11" fmla="*/ 96 h 100"/>
                <a:gd name="T12" fmla="*/ 53 w 106"/>
                <a:gd name="T13" fmla="*/ 100 h 100"/>
                <a:gd name="T14" fmla="*/ 53 w 106"/>
                <a:gd name="T15" fmla="*/ 12 h 100"/>
                <a:gd name="T16" fmla="*/ 37 w 106"/>
                <a:gd name="T17" fmla="*/ 15 h 100"/>
                <a:gd name="T18" fmla="*/ 15 w 106"/>
                <a:gd name="T19" fmla="*/ 38 h 100"/>
                <a:gd name="T20" fmla="*/ 38 w 106"/>
                <a:gd name="T21" fmla="*/ 91 h 100"/>
                <a:gd name="T22" fmla="*/ 69 w 106"/>
                <a:gd name="T23" fmla="*/ 90 h 100"/>
                <a:gd name="T24" fmla="*/ 91 w 106"/>
                <a:gd name="T25" fmla="*/ 68 h 100"/>
                <a:gd name="T26" fmla="*/ 91 w 106"/>
                <a:gd name="T27" fmla="*/ 37 h 100"/>
                <a:gd name="T28" fmla="*/ 68 w 106"/>
                <a:gd name="T29" fmla="*/ 15 h 100"/>
                <a:gd name="T30" fmla="*/ 53 w 106"/>
                <a:gd name="T31" fmla="*/ 1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6" h="100">
                  <a:moveTo>
                    <a:pt x="53" y="100"/>
                  </a:moveTo>
                  <a:cubicBezTo>
                    <a:pt x="47" y="100"/>
                    <a:pt x="41" y="99"/>
                    <a:pt x="36" y="96"/>
                  </a:cubicBezTo>
                  <a:cubicBezTo>
                    <a:pt x="12" y="87"/>
                    <a:pt x="0" y="60"/>
                    <a:pt x="10" y="36"/>
                  </a:cubicBezTo>
                  <a:cubicBezTo>
                    <a:pt x="19" y="12"/>
                    <a:pt x="46" y="0"/>
                    <a:pt x="70" y="10"/>
                  </a:cubicBezTo>
                  <a:cubicBezTo>
                    <a:pt x="94" y="19"/>
                    <a:pt x="106" y="46"/>
                    <a:pt x="96" y="70"/>
                  </a:cubicBezTo>
                  <a:cubicBezTo>
                    <a:pt x="92" y="82"/>
                    <a:pt x="83" y="91"/>
                    <a:pt x="71" y="96"/>
                  </a:cubicBezTo>
                  <a:cubicBezTo>
                    <a:pt x="66" y="98"/>
                    <a:pt x="59" y="100"/>
                    <a:pt x="53" y="100"/>
                  </a:cubicBezTo>
                  <a:close/>
                  <a:moveTo>
                    <a:pt x="53" y="12"/>
                  </a:moveTo>
                  <a:cubicBezTo>
                    <a:pt x="48" y="12"/>
                    <a:pt x="42" y="13"/>
                    <a:pt x="37" y="15"/>
                  </a:cubicBezTo>
                  <a:cubicBezTo>
                    <a:pt x="27" y="20"/>
                    <a:pt x="19" y="28"/>
                    <a:pt x="15" y="38"/>
                  </a:cubicBezTo>
                  <a:cubicBezTo>
                    <a:pt x="7" y="59"/>
                    <a:pt x="17" y="83"/>
                    <a:pt x="38" y="91"/>
                  </a:cubicBezTo>
                  <a:cubicBezTo>
                    <a:pt x="48" y="95"/>
                    <a:pt x="59" y="95"/>
                    <a:pt x="69" y="90"/>
                  </a:cubicBezTo>
                  <a:cubicBezTo>
                    <a:pt x="79" y="86"/>
                    <a:pt x="87" y="78"/>
                    <a:pt x="91" y="68"/>
                  </a:cubicBezTo>
                  <a:cubicBezTo>
                    <a:pt x="95" y="58"/>
                    <a:pt x="95" y="47"/>
                    <a:pt x="91" y="37"/>
                  </a:cubicBezTo>
                  <a:cubicBezTo>
                    <a:pt x="86" y="27"/>
                    <a:pt x="78" y="19"/>
                    <a:pt x="68" y="15"/>
                  </a:cubicBezTo>
                  <a:cubicBezTo>
                    <a:pt x="63" y="13"/>
                    <a:pt x="58" y="12"/>
                    <a:pt x="53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732"/>
            <p:cNvSpPr>
              <a:spLocks/>
            </p:cNvSpPr>
            <p:nvPr/>
          </p:nvSpPr>
          <p:spPr bwMode="auto">
            <a:xfrm>
              <a:off x="5278438" y="3414713"/>
              <a:ext cx="114300" cy="139700"/>
            </a:xfrm>
            <a:custGeom>
              <a:avLst/>
              <a:gdLst>
                <a:gd name="T0" fmla="*/ 17 w 42"/>
                <a:gd name="T1" fmla="*/ 52 h 52"/>
                <a:gd name="T2" fmla="*/ 11 w 42"/>
                <a:gd name="T3" fmla="*/ 51 h 52"/>
                <a:gd name="T4" fmla="*/ 3 w 42"/>
                <a:gd name="T5" fmla="*/ 32 h 52"/>
                <a:gd name="T6" fmla="*/ 6 w 42"/>
                <a:gd name="T7" fmla="*/ 30 h 52"/>
                <a:gd name="T8" fmla="*/ 8 w 42"/>
                <a:gd name="T9" fmla="*/ 34 h 52"/>
                <a:gd name="T10" fmla="*/ 14 w 42"/>
                <a:gd name="T11" fmla="*/ 46 h 52"/>
                <a:gd name="T12" fmla="*/ 26 w 42"/>
                <a:gd name="T13" fmla="*/ 41 h 52"/>
                <a:gd name="T14" fmla="*/ 20 w 42"/>
                <a:gd name="T15" fmla="*/ 30 h 52"/>
                <a:gd name="T16" fmla="*/ 11 w 42"/>
                <a:gd name="T17" fmla="*/ 11 h 52"/>
                <a:gd name="T18" fmla="*/ 31 w 42"/>
                <a:gd name="T19" fmla="*/ 3 h 52"/>
                <a:gd name="T20" fmla="*/ 39 w 42"/>
                <a:gd name="T21" fmla="*/ 22 h 52"/>
                <a:gd name="T22" fmla="*/ 36 w 42"/>
                <a:gd name="T23" fmla="*/ 24 h 52"/>
                <a:gd name="T24" fmla="*/ 34 w 42"/>
                <a:gd name="T25" fmla="*/ 20 h 52"/>
                <a:gd name="T26" fmla="*/ 28 w 42"/>
                <a:gd name="T27" fmla="*/ 8 h 52"/>
                <a:gd name="T28" fmla="*/ 17 w 42"/>
                <a:gd name="T29" fmla="*/ 13 h 52"/>
                <a:gd name="T30" fmla="*/ 22 w 42"/>
                <a:gd name="T31" fmla="*/ 24 h 52"/>
                <a:gd name="T32" fmla="*/ 31 w 42"/>
                <a:gd name="T33" fmla="*/ 43 h 52"/>
                <a:gd name="T34" fmla="*/ 17 w 42"/>
                <a:gd name="T35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2" h="52">
                  <a:moveTo>
                    <a:pt x="17" y="52"/>
                  </a:moveTo>
                  <a:cubicBezTo>
                    <a:pt x="15" y="52"/>
                    <a:pt x="13" y="52"/>
                    <a:pt x="11" y="51"/>
                  </a:cubicBezTo>
                  <a:cubicBezTo>
                    <a:pt x="4" y="48"/>
                    <a:pt x="0" y="39"/>
                    <a:pt x="3" y="32"/>
                  </a:cubicBezTo>
                  <a:cubicBezTo>
                    <a:pt x="3" y="30"/>
                    <a:pt x="5" y="30"/>
                    <a:pt x="6" y="30"/>
                  </a:cubicBezTo>
                  <a:cubicBezTo>
                    <a:pt x="8" y="31"/>
                    <a:pt x="9" y="33"/>
                    <a:pt x="8" y="34"/>
                  </a:cubicBezTo>
                  <a:cubicBezTo>
                    <a:pt x="6" y="39"/>
                    <a:pt x="9" y="44"/>
                    <a:pt x="14" y="46"/>
                  </a:cubicBezTo>
                  <a:cubicBezTo>
                    <a:pt x="18" y="47"/>
                    <a:pt x="24" y="45"/>
                    <a:pt x="26" y="41"/>
                  </a:cubicBezTo>
                  <a:cubicBezTo>
                    <a:pt x="27" y="37"/>
                    <a:pt x="25" y="32"/>
                    <a:pt x="20" y="30"/>
                  </a:cubicBezTo>
                  <a:cubicBezTo>
                    <a:pt x="12" y="27"/>
                    <a:pt x="8" y="18"/>
                    <a:pt x="11" y="11"/>
                  </a:cubicBezTo>
                  <a:cubicBezTo>
                    <a:pt x="14" y="3"/>
                    <a:pt x="23" y="0"/>
                    <a:pt x="31" y="3"/>
                  </a:cubicBezTo>
                  <a:cubicBezTo>
                    <a:pt x="38" y="6"/>
                    <a:pt x="42" y="15"/>
                    <a:pt x="39" y="22"/>
                  </a:cubicBezTo>
                  <a:cubicBezTo>
                    <a:pt x="39" y="23"/>
                    <a:pt x="37" y="24"/>
                    <a:pt x="36" y="24"/>
                  </a:cubicBezTo>
                  <a:cubicBezTo>
                    <a:pt x="34" y="23"/>
                    <a:pt x="33" y="21"/>
                    <a:pt x="34" y="20"/>
                  </a:cubicBezTo>
                  <a:cubicBezTo>
                    <a:pt x="36" y="15"/>
                    <a:pt x="33" y="10"/>
                    <a:pt x="28" y="8"/>
                  </a:cubicBezTo>
                  <a:cubicBezTo>
                    <a:pt x="24" y="6"/>
                    <a:pt x="18" y="8"/>
                    <a:pt x="17" y="13"/>
                  </a:cubicBezTo>
                  <a:cubicBezTo>
                    <a:pt x="15" y="17"/>
                    <a:pt x="17" y="22"/>
                    <a:pt x="22" y="24"/>
                  </a:cubicBezTo>
                  <a:cubicBezTo>
                    <a:pt x="30" y="27"/>
                    <a:pt x="34" y="36"/>
                    <a:pt x="31" y="43"/>
                  </a:cubicBezTo>
                  <a:cubicBezTo>
                    <a:pt x="29" y="49"/>
                    <a:pt x="23" y="52"/>
                    <a:pt x="17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733"/>
            <p:cNvSpPr>
              <a:spLocks/>
            </p:cNvSpPr>
            <p:nvPr/>
          </p:nvSpPr>
          <p:spPr bwMode="auto">
            <a:xfrm>
              <a:off x="5297488" y="3535363"/>
              <a:ext cx="25400" cy="30163"/>
            </a:xfrm>
            <a:custGeom>
              <a:avLst/>
              <a:gdLst>
                <a:gd name="T0" fmla="*/ 4 w 9"/>
                <a:gd name="T1" fmla="*/ 11 h 11"/>
                <a:gd name="T2" fmla="*/ 3 w 9"/>
                <a:gd name="T3" fmla="*/ 11 h 11"/>
                <a:gd name="T4" fmla="*/ 1 w 9"/>
                <a:gd name="T5" fmla="*/ 7 h 11"/>
                <a:gd name="T6" fmla="*/ 3 w 9"/>
                <a:gd name="T7" fmla="*/ 2 h 11"/>
                <a:gd name="T8" fmla="*/ 7 w 9"/>
                <a:gd name="T9" fmla="*/ 1 h 11"/>
                <a:gd name="T10" fmla="*/ 8 w 9"/>
                <a:gd name="T11" fmla="*/ 4 h 11"/>
                <a:gd name="T12" fmla="*/ 6 w 9"/>
                <a:gd name="T13" fmla="*/ 9 h 11"/>
                <a:gd name="T14" fmla="*/ 4 w 9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1">
                  <a:moveTo>
                    <a:pt x="4" y="11"/>
                  </a:moveTo>
                  <a:cubicBezTo>
                    <a:pt x="3" y="11"/>
                    <a:pt x="3" y="11"/>
                    <a:pt x="3" y="11"/>
                  </a:cubicBezTo>
                  <a:cubicBezTo>
                    <a:pt x="1" y="10"/>
                    <a:pt x="0" y="9"/>
                    <a:pt x="1" y="7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5" y="0"/>
                    <a:pt x="7" y="1"/>
                  </a:cubicBezTo>
                  <a:cubicBezTo>
                    <a:pt x="8" y="1"/>
                    <a:pt x="9" y="3"/>
                    <a:pt x="8" y="4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10"/>
                    <a:pt x="5" y="11"/>
                    <a:pt x="4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734"/>
            <p:cNvSpPr>
              <a:spLocks noEditPoints="1"/>
            </p:cNvSpPr>
            <p:nvPr/>
          </p:nvSpPr>
          <p:spPr bwMode="auto">
            <a:xfrm>
              <a:off x="5480050" y="3557588"/>
              <a:ext cx="111125" cy="57150"/>
            </a:xfrm>
            <a:custGeom>
              <a:avLst/>
              <a:gdLst>
                <a:gd name="T0" fmla="*/ 37 w 41"/>
                <a:gd name="T1" fmla="*/ 21 h 21"/>
                <a:gd name="T2" fmla="*/ 4 w 41"/>
                <a:gd name="T3" fmla="*/ 21 h 21"/>
                <a:gd name="T4" fmla="*/ 0 w 41"/>
                <a:gd name="T5" fmla="*/ 15 h 21"/>
                <a:gd name="T6" fmla="*/ 0 w 41"/>
                <a:gd name="T7" fmla="*/ 5 h 21"/>
                <a:gd name="T8" fmla="*/ 4 w 41"/>
                <a:gd name="T9" fmla="*/ 0 h 21"/>
                <a:gd name="T10" fmla="*/ 37 w 41"/>
                <a:gd name="T11" fmla="*/ 0 h 21"/>
                <a:gd name="T12" fmla="*/ 41 w 41"/>
                <a:gd name="T13" fmla="*/ 5 h 21"/>
                <a:gd name="T14" fmla="*/ 41 w 41"/>
                <a:gd name="T15" fmla="*/ 15 h 21"/>
                <a:gd name="T16" fmla="*/ 37 w 41"/>
                <a:gd name="T17" fmla="*/ 21 h 21"/>
                <a:gd name="T18" fmla="*/ 5 w 41"/>
                <a:gd name="T19" fmla="*/ 15 h 21"/>
                <a:gd name="T20" fmla="*/ 36 w 41"/>
                <a:gd name="T21" fmla="*/ 15 h 21"/>
                <a:gd name="T22" fmla="*/ 36 w 41"/>
                <a:gd name="T23" fmla="*/ 6 h 21"/>
                <a:gd name="T24" fmla="*/ 5 w 41"/>
                <a:gd name="T25" fmla="*/ 6 h 21"/>
                <a:gd name="T26" fmla="*/ 5 w 41"/>
                <a:gd name="T27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21">
                  <a:moveTo>
                    <a:pt x="37" y="21"/>
                  </a:moveTo>
                  <a:cubicBezTo>
                    <a:pt x="4" y="21"/>
                    <a:pt x="4" y="21"/>
                    <a:pt x="4" y="21"/>
                  </a:cubicBezTo>
                  <a:cubicBezTo>
                    <a:pt x="1" y="21"/>
                    <a:pt x="0" y="18"/>
                    <a:pt x="0" y="1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0" y="0"/>
                    <a:pt x="41" y="2"/>
                    <a:pt x="41" y="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8"/>
                    <a:pt x="40" y="21"/>
                    <a:pt x="37" y="21"/>
                  </a:cubicBezTo>
                  <a:close/>
                  <a:moveTo>
                    <a:pt x="5" y="15"/>
                  </a:moveTo>
                  <a:cubicBezTo>
                    <a:pt x="36" y="15"/>
                    <a:pt x="36" y="15"/>
                    <a:pt x="36" y="15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5" y="6"/>
                    <a:pt x="5" y="6"/>
                    <a:pt x="5" y="6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735"/>
            <p:cNvSpPr>
              <a:spLocks/>
            </p:cNvSpPr>
            <p:nvPr/>
          </p:nvSpPr>
          <p:spPr bwMode="auto">
            <a:xfrm>
              <a:off x="5208588" y="3598863"/>
              <a:ext cx="458787" cy="15875"/>
            </a:xfrm>
            <a:custGeom>
              <a:avLst/>
              <a:gdLst>
                <a:gd name="T0" fmla="*/ 166 w 169"/>
                <a:gd name="T1" fmla="*/ 6 h 6"/>
                <a:gd name="T2" fmla="*/ 3 w 169"/>
                <a:gd name="T3" fmla="*/ 6 h 6"/>
                <a:gd name="T4" fmla="*/ 0 w 169"/>
                <a:gd name="T5" fmla="*/ 3 h 6"/>
                <a:gd name="T6" fmla="*/ 3 w 169"/>
                <a:gd name="T7" fmla="*/ 0 h 6"/>
                <a:gd name="T8" fmla="*/ 166 w 169"/>
                <a:gd name="T9" fmla="*/ 0 h 6"/>
                <a:gd name="T10" fmla="*/ 169 w 169"/>
                <a:gd name="T11" fmla="*/ 3 h 6"/>
                <a:gd name="T12" fmla="*/ 166 w 169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9" h="6">
                  <a:moveTo>
                    <a:pt x="166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68" y="0"/>
                    <a:pt x="169" y="1"/>
                    <a:pt x="169" y="3"/>
                  </a:cubicBezTo>
                  <a:cubicBezTo>
                    <a:pt x="169" y="4"/>
                    <a:pt x="168" y="6"/>
                    <a:pt x="16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736"/>
            <p:cNvSpPr>
              <a:spLocks/>
            </p:cNvSpPr>
            <p:nvPr/>
          </p:nvSpPr>
          <p:spPr bwMode="auto">
            <a:xfrm>
              <a:off x="5453063" y="3395663"/>
              <a:ext cx="106362" cy="55563"/>
            </a:xfrm>
            <a:custGeom>
              <a:avLst/>
              <a:gdLst>
                <a:gd name="T0" fmla="*/ 35 w 39"/>
                <a:gd name="T1" fmla="*/ 21 h 21"/>
                <a:gd name="T2" fmla="*/ 10 w 39"/>
                <a:gd name="T3" fmla="*/ 21 h 21"/>
                <a:gd name="T4" fmla="*/ 7 w 39"/>
                <a:gd name="T5" fmla="*/ 18 h 21"/>
                <a:gd name="T6" fmla="*/ 10 w 39"/>
                <a:gd name="T7" fmla="*/ 15 h 21"/>
                <a:gd name="T8" fmla="*/ 34 w 39"/>
                <a:gd name="T9" fmla="*/ 15 h 21"/>
                <a:gd name="T10" fmla="*/ 34 w 39"/>
                <a:gd name="T11" fmla="*/ 6 h 21"/>
                <a:gd name="T12" fmla="*/ 3 w 39"/>
                <a:gd name="T13" fmla="*/ 6 h 21"/>
                <a:gd name="T14" fmla="*/ 0 w 39"/>
                <a:gd name="T15" fmla="*/ 3 h 21"/>
                <a:gd name="T16" fmla="*/ 3 w 39"/>
                <a:gd name="T17" fmla="*/ 0 h 21"/>
                <a:gd name="T18" fmla="*/ 35 w 39"/>
                <a:gd name="T19" fmla="*/ 0 h 21"/>
                <a:gd name="T20" fmla="*/ 39 w 39"/>
                <a:gd name="T21" fmla="*/ 6 h 21"/>
                <a:gd name="T22" fmla="*/ 39 w 39"/>
                <a:gd name="T23" fmla="*/ 16 h 21"/>
                <a:gd name="T24" fmla="*/ 35 w 39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21">
                  <a:moveTo>
                    <a:pt x="35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7" y="16"/>
                    <a:pt x="8" y="15"/>
                    <a:pt x="10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39" y="2"/>
                    <a:pt x="39" y="6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9"/>
                    <a:pt x="38" y="21"/>
                    <a:pt x="3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737"/>
            <p:cNvSpPr>
              <a:spLocks/>
            </p:cNvSpPr>
            <p:nvPr/>
          </p:nvSpPr>
          <p:spPr bwMode="auto">
            <a:xfrm>
              <a:off x="5453063" y="3395663"/>
              <a:ext cx="163512" cy="55563"/>
            </a:xfrm>
            <a:custGeom>
              <a:avLst/>
              <a:gdLst>
                <a:gd name="T0" fmla="*/ 55 w 60"/>
                <a:gd name="T1" fmla="*/ 21 h 21"/>
                <a:gd name="T2" fmla="*/ 10 w 60"/>
                <a:gd name="T3" fmla="*/ 21 h 21"/>
                <a:gd name="T4" fmla="*/ 7 w 60"/>
                <a:gd name="T5" fmla="*/ 18 h 21"/>
                <a:gd name="T6" fmla="*/ 10 w 60"/>
                <a:gd name="T7" fmla="*/ 15 h 21"/>
                <a:gd name="T8" fmla="*/ 54 w 60"/>
                <a:gd name="T9" fmla="*/ 15 h 21"/>
                <a:gd name="T10" fmla="*/ 54 w 60"/>
                <a:gd name="T11" fmla="*/ 6 h 21"/>
                <a:gd name="T12" fmla="*/ 3 w 60"/>
                <a:gd name="T13" fmla="*/ 6 h 21"/>
                <a:gd name="T14" fmla="*/ 0 w 60"/>
                <a:gd name="T15" fmla="*/ 3 h 21"/>
                <a:gd name="T16" fmla="*/ 3 w 60"/>
                <a:gd name="T17" fmla="*/ 0 h 21"/>
                <a:gd name="T18" fmla="*/ 55 w 60"/>
                <a:gd name="T19" fmla="*/ 0 h 21"/>
                <a:gd name="T20" fmla="*/ 60 w 60"/>
                <a:gd name="T21" fmla="*/ 6 h 21"/>
                <a:gd name="T22" fmla="*/ 60 w 60"/>
                <a:gd name="T23" fmla="*/ 16 h 21"/>
                <a:gd name="T24" fmla="*/ 55 w 60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21">
                  <a:moveTo>
                    <a:pt x="55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7" y="16"/>
                    <a:pt x="8" y="15"/>
                    <a:pt x="10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60" y="19"/>
                    <a:pt x="58" y="21"/>
                    <a:pt x="5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738"/>
            <p:cNvSpPr>
              <a:spLocks/>
            </p:cNvSpPr>
            <p:nvPr/>
          </p:nvSpPr>
          <p:spPr bwMode="auto">
            <a:xfrm>
              <a:off x="5476875" y="3476625"/>
              <a:ext cx="111125" cy="57150"/>
            </a:xfrm>
            <a:custGeom>
              <a:avLst/>
              <a:gdLst>
                <a:gd name="T0" fmla="*/ 37 w 41"/>
                <a:gd name="T1" fmla="*/ 21 h 21"/>
                <a:gd name="T2" fmla="*/ 3 w 41"/>
                <a:gd name="T3" fmla="*/ 21 h 21"/>
                <a:gd name="T4" fmla="*/ 0 w 41"/>
                <a:gd name="T5" fmla="*/ 18 h 21"/>
                <a:gd name="T6" fmla="*/ 3 w 41"/>
                <a:gd name="T7" fmla="*/ 15 h 21"/>
                <a:gd name="T8" fmla="*/ 35 w 41"/>
                <a:gd name="T9" fmla="*/ 15 h 21"/>
                <a:gd name="T10" fmla="*/ 35 w 41"/>
                <a:gd name="T11" fmla="*/ 6 h 21"/>
                <a:gd name="T12" fmla="*/ 3 w 41"/>
                <a:gd name="T13" fmla="*/ 6 h 21"/>
                <a:gd name="T14" fmla="*/ 0 w 41"/>
                <a:gd name="T15" fmla="*/ 3 h 21"/>
                <a:gd name="T16" fmla="*/ 3 w 41"/>
                <a:gd name="T17" fmla="*/ 0 h 21"/>
                <a:gd name="T18" fmla="*/ 37 w 41"/>
                <a:gd name="T19" fmla="*/ 0 h 21"/>
                <a:gd name="T20" fmla="*/ 41 w 41"/>
                <a:gd name="T21" fmla="*/ 5 h 21"/>
                <a:gd name="T22" fmla="*/ 41 w 41"/>
                <a:gd name="T23" fmla="*/ 15 h 21"/>
                <a:gd name="T24" fmla="*/ 37 w 41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1">
                  <a:moveTo>
                    <a:pt x="37" y="21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19"/>
                    <a:pt x="0" y="18"/>
                  </a:cubicBezTo>
                  <a:cubicBezTo>
                    <a:pt x="0" y="16"/>
                    <a:pt x="1" y="15"/>
                    <a:pt x="3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2"/>
                    <a:pt x="41" y="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9"/>
                    <a:pt x="39" y="21"/>
                    <a:pt x="3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739"/>
            <p:cNvSpPr>
              <a:spLocks/>
            </p:cNvSpPr>
            <p:nvPr/>
          </p:nvSpPr>
          <p:spPr bwMode="auto">
            <a:xfrm>
              <a:off x="5472113" y="3435350"/>
              <a:ext cx="103187" cy="57150"/>
            </a:xfrm>
            <a:custGeom>
              <a:avLst/>
              <a:gdLst>
                <a:gd name="T0" fmla="*/ 33 w 38"/>
                <a:gd name="T1" fmla="*/ 21 h 21"/>
                <a:gd name="T2" fmla="*/ 5 w 38"/>
                <a:gd name="T3" fmla="*/ 21 h 21"/>
                <a:gd name="T4" fmla="*/ 2 w 38"/>
                <a:gd name="T5" fmla="*/ 18 h 21"/>
                <a:gd name="T6" fmla="*/ 5 w 38"/>
                <a:gd name="T7" fmla="*/ 15 h 21"/>
                <a:gd name="T8" fmla="*/ 32 w 38"/>
                <a:gd name="T9" fmla="*/ 15 h 21"/>
                <a:gd name="T10" fmla="*/ 32 w 38"/>
                <a:gd name="T11" fmla="*/ 6 h 21"/>
                <a:gd name="T12" fmla="*/ 3 w 38"/>
                <a:gd name="T13" fmla="*/ 6 h 21"/>
                <a:gd name="T14" fmla="*/ 0 w 38"/>
                <a:gd name="T15" fmla="*/ 3 h 21"/>
                <a:gd name="T16" fmla="*/ 3 w 38"/>
                <a:gd name="T17" fmla="*/ 0 h 21"/>
                <a:gd name="T18" fmla="*/ 33 w 38"/>
                <a:gd name="T19" fmla="*/ 0 h 21"/>
                <a:gd name="T20" fmla="*/ 38 w 38"/>
                <a:gd name="T21" fmla="*/ 5 h 21"/>
                <a:gd name="T22" fmla="*/ 38 w 38"/>
                <a:gd name="T23" fmla="*/ 15 h 21"/>
                <a:gd name="T24" fmla="*/ 33 w 3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21">
                  <a:moveTo>
                    <a:pt x="33" y="21"/>
                  </a:moveTo>
                  <a:cubicBezTo>
                    <a:pt x="5" y="21"/>
                    <a:pt x="5" y="21"/>
                    <a:pt x="5" y="21"/>
                  </a:cubicBezTo>
                  <a:cubicBezTo>
                    <a:pt x="3" y="21"/>
                    <a:pt x="2" y="20"/>
                    <a:pt x="2" y="18"/>
                  </a:cubicBezTo>
                  <a:cubicBezTo>
                    <a:pt x="2" y="16"/>
                    <a:pt x="3" y="15"/>
                    <a:pt x="5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6" y="0"/>
                    <a:pt x="38" y="2"/>
                    <a:pt x="38" y="5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8" y="19"/>
                    <a:pt x="36" y="21"/>
                    <a:pt x="33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740"/>
            <p:cNvSpPr>
              <a:spLocks/>
            </p:cNvSpPr>
            <p:nvPr/>
          </p:nvSpPr>
          <p:spPr bwMode="auto">
            <a:xfrm>
              <a:off x="5472113" y="3435350"/>
              <a:ext cx="157162" cy="57150"/>
            </a:xfrm>
            <a:custGeom>
              <a:avLst/>
              <a:gdLst>
                <a:gd name="T0" fmla="*/ 53 w 58"/>
                <a:gd name="T1" fmla="*/ 21 h 21"/>
                <a:gd name="T2" fmla="*/ 5 w 58"/>
                <a:gd name="T3" fmla="*/ 21 h 21"/>
                <a:gd name="T4" fmla="*/ 2 w 58"/>
                <a:gd name="T5" fmla="*/ 18 h 21"/>
                <a:gd name="T6" fmla="*/ 5 w 58"/>
                <a:gd name="T7" fmla="*/ 15 h 21"/>
                <a:gd name="T8" fmla="*/ 52 w 58"/>
                <a:gd name="T9" fmla="*/ 15 h 21"/>
                <a:gd name="T10" fmla="*/ 52 w 58"/>
                <a:gd name="T11" fmla="*/ 6 h 21"/>
                <a:gd name="T12" fmla="*/ 3 w 58"/>
                <a:gd name="T13" fmla="*/ 6 h 21"/>
                <a:gd name="T14" fmla="*/ 0 w 58"/>
                <a:gd name="T15" fmla="*/ 3 h 21"/>
                <a:gd name="T16" fmla="*/ 3 w 58"/>
                <a:gd name="T17" fmla="*/ 0 h 21"/>
                <a:gd name="T18" fmla="*/ 53 w 58"/>
                <a:gd name="T19" fmla="*/ 0 h 21"/>
                <a:gd name="T20" fmla="*/ 58 w 58"/>
                <a:gd name="T21" fmla="*/ 5 h 21"/>
                <a:gd name="T22" fmla="*/ 58 w 58"/>
                <a:gd name="T23" fmla="*/ 15 h 21"/>
                <a:gd name="T24" fmla="*/ 53 w 5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" h="21">
                  <a:moveTo>
                    <a:pt x="53" y="21"/>
                  </a:moveTo>
                  <a:cubicBezTo>
                    <a:pt x="5" y="21"/>
                    <a:pt x="5" y="21"/>
                    <a:pt x="5" y="21"/>
                  </a:cubicBezTo>
                  <a:cubicBezTo>
                    <a:pt x="3" y="21"/>
                    <a:pt x="2" y="20"/>
                    <a:pt x="2" y="18"/>
                  </a:cubicBezTo>
                  <a:cubicBezTo>
                    <a:pt x="2" y="16"/>
                    <a:pt x="3" y="15"/>
                    <a:pt x="5" y="15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6" y="0"/>
                    <a:pt x="58" y="2"/>
                    <a:pt x="58" y="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18"/>
                    <a:pt x="56" y="21"/>
                    <a:pt x="53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741"/>
            <p:cNvSpPr>
              <a:spLocks/>
            </p:cNvSpPr>
            <p:nvPr/>
          </p:nvSpPr>
          <p:spPr bwMode="auto">
            <a:xfrm>
              <a:off x="5472113" y="3476625"/>
              <a:ext cx="171450" cy="57150"/>
            </a:xfrm>
            <a:custGeom>
              <a:avLst/>
              <a:gdLst>
                <a:gd name="T0" fmla="*/ 58 w 63"/>
                <a:gd name="T1" fmla="*/ 21 h 21"/>
                <a:gd name="T2" fmla="*/ 3 w 63"/>
                <a:gd name="T3" fmla="*/ 21 h 21"/>
                <a:gd name="T4" fmla="*/ 0 w 63"/>
                <a:gd name="T5" fmla="*/ 18 h 21"/>
                <a:gd name="T6" fmla="*/ 3 w 63"/>
                <a:gd name="T7" fmla="*/ 15 h 21"/>
                <a:gd name="T8" fmla="*/ 58 w 63"/>
                <a:gd name="T9" fmla="*/ 15 h 21"/>
                <a:gd name="T10" fmla="*/ 58 w 63"/>
                <a:gd name="T11" fmla="*/ 6 h 21"/>
                <a:gd name="T12" fmla="*/ 5 w 63"/>
                <a:gd name="T13" fmla="*/ 6 h 21"/>
                <a:gd name="T14" fmla="*/ 2 w 63"/>
                <a:gd name="T15" fmla="*/ 3 h 21"/>
                <a:gd name="T16" fmla="*/ 5 w 63"/>
                <a:gd name="T17" fmla="*/ 0 h 21"/>
                <a:gd name="T18" fmla="*/ 58 w 63"/>
                <a:gd name="T19" fmla="*/ 0 h 21"/>
                <a:gd name="T20" fmla="*/ 63 w 63"/>
                <a:gd name="T21" fmla="*/ 5 h 21"/>
                <a:gd name="T22" fmla="*/ 63 w 63"/>
                <a:gd name="T23" fmla="*/ 15 h 21"/>
                <a:gd name="T24" fmla="*/ 58 w 63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" h="21">
                  <a:moveTo>
                    <a:pt x="58" y="21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2" y="21"/>
                    <a:pt x="0" y="19"/>
                    <a:pt x="0" y="18"/>
                  </a:cubicBezTo>
                  <a:cubicBezTo>
                    <a:pt x="0" y="16"/>
                    <a:pt x="2" y="15"/>
                    <a:pt x="3" y="1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3" y="6"/>
                    <a:pt x="2" y="4"/>
                    <a:pt x="2" y="3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1" y="0"/>
                    <a:pt x="63" y="2"/>
                    <a:pt x="63" y="5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63" y="18"/>
                    <a:pt x="61" y="21"/>
                    <a:pt x="58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742"/>
            <p:cNvSpPr>
              <a:spLocks/>
            </p:cNvSpPr>
            <p:nvPr/>
          </p:nvSpPr>
          <p:spPr bwMode="auto">
            <a:xfrm>
              <a:off x="5456238" y="3516313"/>
              <a:ext cx="179387" cy="57150"/>
            </a:xfrm>
            <a:custGeom>
              <a:avLst/>
              <a:gdLst>
                <a:gd name="T0" fmla="*/ 61 w 66"/>
                <a:gd name="T1" fmla="*/ 21 h 21"/>
                <a:gd name="T2" fmla="*/ 3 w 66"/>
                <a:gd name="T3" fmla="*/ 21 h 21"/>
                <a:gd name="T4" fmla="*/ 0 w 66"/>
                <a:gd name="T5" fmla="*/ 18 h 21"/>
                <a:gd name="T6" fmla="*/ 3 w 66"/>
                <a:gd name="T7" fmla="*/ 15 h 21"/>
                <a:gd name="T8" fmla="*/ 60 w 66"/>
                <a:gd name="T9" fmla="*/ 15 h 21"/>
                <a:gd name="T10" fmla="*/ 60 w 66"/>
                <a:gd name="T11" fmla="*/ 6 h 21"/>
                <a:gd name="T12" fmla="*/ 9 w 66"/>
                <a:gd name="T13" fmla="*/ 6 h 21"/>
                <a:gd name="T14" fmla="*/ 6 w 66"/>
                <a:gd name="T15" fmla="*/ 3 h 21"/>
                <a:gd name="T16" fmla="*/ 9 w 66"/>
                <a:gd name="T17" fmla="*/ 0 h 21"/>
                <a:gd name="T18" fmla="*/ 61 w 66"/>
                <a:gd name="T19" fmla="*/ 0 h 21"/>
                <a:gd name="T20" fmla="*/ 66 w 66"/>
                <a:gd name="T21" fmla="*/ 5 h 21"/>
                <a:gd name="T22" fmla="*/ 66 w 66"/>
                <a:gd name="T23" fmla="*/ 15 h 21"/>
                <a:gd name="T24" fmla="*/ 61 w 66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21">
                  <a:moveTo>
                    <a:pt x="61" y="21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19"/>
                    <a:pt x="0" y="18"/>
                  </a:cubicBezTo>
                  <a:cubicBezTo>
                    <a:pt x="0" y="16"/>
                    <a:pt x="1" y="15"/>
                    <a:pt x="3" y="15"/>
                  </a:cubicBezTo>
                  <a:cubicBezTo>
                    <a:pt x="60" y="15"/>
                    <a:pt x="60" y="15"/>
                    <a:pt x="60" y="15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8" y="6"/>
                    <a:pt x="6" y="4"/>
                    <a:pt x="6" y="3"/>
                  </a:cubicBezTo>
                  <a:cubicBezTo>
                    <a:pt x="6" y="1"/>
                    <a:pt x="8" y="0"/>
                    <a:pt x="9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4" y="0"/>
                    <a:pt x="66" y="2"/>
                    <a:pt x="66" y="5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18"/>
                    <a:pt x="64" y="21"/>
                    <a:pt x="6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743"/>
            <p:cNvSpPr>
              <a:spLocks/>
            </p:cNvSpPr>
            <p:nvPr/>
          </p:nvSpPr>
          <p:spPr bwMode="auto">
            <a:xfrm>
              <a:off x="5427663" y="3557588"/>
              <a:ext cx="220662" cy="57150"/>
            </a:xfrm>
            <a:custGeom>
              <a:avLst/>
              <a:gdLst>
                <a:gd name="T0" fmla="*/ 76 w 81"/>
                <a:gd name="T1" fmla="*/ 21 h 21"/>
                <a:gd name="T2" fmla="*/ 3 w 81"/>
                <a:gd name="T3" fmla="*/ 21 h 21"/>
                <a:gd name="T4" fmla="*/ 0 w 81"/>
                <a:gd name="T5" fmla="*/ 18 h 21"/>
                <a:gd name="T6" fmla="*/ 3 w 81"/>
                <a:gd name="T7" fmla="*/ 15 h 21"/>
                <a:gd name="T8" fmla="*/ 75 w 81"/>
                <a:gd name="T9" fmla="*/ 15 h 21"/>
                <a:gd name="T10" fmla="*/ 75 w 81"/>
                <a:gd name="T11" fmla="*/ 6 h 21"/>
                <a:gd name="T12" fmla="*/ 13 w 81"/>
                <a:gd name="T13" fmla="*/ 6 h 21"/>
                <a:gd name="T14" fmla="*/ 10 w 81"/>
                <a:gd name="T15" fmla="*/ 3 h 21"/>
                <a:gd name="T16" fmla="*/ 13 w 81"/>
                <a:gd name="T17" fmla="*/ 0 h 21"/>
                <a:gd name="T18" fmla="*/ 76 w 81"/>
                <a:gd name="T19" fmla="*/ 0 h 21"/>
                <a:gd name="T20" fmla="*/ 81 w 81"/>
                <a:gd name="T21" fmla="*/ 5 h 21"/>
                <a:gd name="T22" fmla="*/ 81 w 81"/>
                <a:gd name="T23" fmla="*/ 15 h 21"/>
                <a:gd name="T24" fmla="*/ 76 w 81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21">
                  <a:moveTo>
                    <a:pt x="76" y="21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2" y="21"/>
                    <a:pt x="0" y="19"/>
                    <a:pt x="0" y="18"/>
                  </a:cubicBezTo>
                  <a:cubicBezTo>
                    <a:pt x="0" y="16"/>
                    <a:pt x="2" y="15"/>
                    <a:pt x="3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0" y="4"/>
                    <a:pt x="10" y="3"/>
                  </a:cubicBezTo>
                  <a:cubicBezTo>
                    <a:pt x="10" y="1"/>
                    <a:pt x="11" y="0"/>
                    <a:pt x="1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9" y="0"/>
                    <a:pt x="81" y="2"/>
                    <a:pt x="81" y="5"/>
                  </a:cubicBezTo>
                  <a:cubicBezTo>
                    <a:pt x="81" y="15"/>
                    <a:pt x="81" y="15"/>
                    <a:pt x="81" y="15"/>
                  </a:cubicBezTo>
                  <a:cubicBezTo>
                    <a:pt x="81" y="18"/>
                    <a:pt x="79" y="21"/>
                    <a:pt x="76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744"/>
            <p:cNvSpPr>
              <a:spLocks/>
            </p:cNvSpPr>
            <p:nvPr/>
          </p:nvSpPr>
          <p:spPr bwMode="auto">
            <a:xfrm>
              <a:off x="5468938" y="3516313"/>
              <a:ext cx="111125" cy="57150"/>
            </a:xfrm>
            <a:custGeom>
              <a:avLst/>
              <a:gdLst>
                <a:gd name="T0" fmla="*/ 36 w 41"/>
                <a:gd name="T1" fmla="*/ 21 h 21"/>
                <a:gd name="T2" fmla="*/ 3 w 41"/>
                <a:gd name="T3" fmla="*/ 21 h 21"/>
                <a:gd name="T4" fmla="*/ 0 w 41"/>
                <a:gd name="T5" fmla="*/ 18 h 21"/>
                <a:gd name="T6" fmla="*/ 3 w 41"/>
                <a:gd name="T7" fmla="*/ 15 h 21"/>
                <a:gd name="T8" fmla="*/ 35 w 41"/>
                <a:gd name="T9" fmla="*/ 15 h 21"/>
                <a:gd name="T10" fmla="*/ 35 w 41"/>
                <a:gd name="T11" fmla="*/ 6 h 21"/>
                <a:gd name="T12" fmla="*/ 4 w 41"/>
                <a:gd name="T13" fmla="*/ 6 h 21"/>
                <a:gd name="T14" fmla="*/ 1 w 41"/>
                <a:gd name="T15" fmla="*/ 3 h 21"/>
                <a:gd name="T16" fmla="*/ 4 w 41"/>
                <a:gd name="T17" fmla="*/ 0 h 21"/>
                <a:gd name="T18" fmla="*/ 36 w 41"/>
                <a:gd name="T19" fmla="*/ 0 h 21"/>
                <a:gd name="T20" fmla="*/ 41 w 41"/>
                <a:gd name="T21" fmla="*/ 5 h 21"/>
                <a:gd name="T22" fmla="*/ 41 w 41"/>
                <a:gd name="T23" fmla="*/ 15 h 21"/>
                <a:gd name="T24" fmla="*/ 36 w 41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21">
                  <a:moveTo>
                    <a:pt x="36" y="21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19"/>
                    <a:pt x="0" y="18"/>
                  </a:cubicBezTo>
                  <a:cubicBezTo>
                    <a:pt x="0" y="16"/>
                    <a:pt x="1" y="15"/>
                    <a:pt x="3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1" y="4"/>
                    <a:pt x="1" y="3"/>
                  </a:cubicBezTo>
                  <a:cubicBezTo>
                    <a:pt x="1" y="1"/>
                    <a:pt x="3" y="0"/>
                    <a:pt x="4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9" y="0"/>
                    <a:pt x="41" y="2"/>
                    <a:pt x="41" y="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8"/>
                    <a:pt x="39" y="21"/>
                    <a:pt x="36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745"/>
            <p:cNvSpPr>
              <a:spLocks/>
            </p:cNvSpPr>
            <p:nvPr/>
          </p:nvSpPr>
          <p:spPr bwMode="auto">
            <a:xfrm>
              <a:off x="5300663" y="3159125"/>
              <a:ext cx="285750" cy="252413"/>
            </a:xfrm>
            <a:custGeom>
              <a:avLst/>
              <a:gdLst>
                <a:gd name="T0" fmla="*/ 78 w 105"/>
                <a:gd name="T1" fmla="*/ 93 h 93"/>
                <a:gd name="T2" fmla="*/ 75 w 105"/>
                <a:gd name="T3" fmla="*/ 90 h 93"/>
                <a:gd name="T4" fmla="*/ 75 w 105"/>
                <a:gd name="T5" fmla="*/ 60 h 93"/>
                <a:gd name="T6" fmla="*/ 78 w 105"/>
                <a:gd name="T7" fmla="*/ 58 h 93"/>
                <a:gd name="T8" fmla="*/ 96 w 105"/>
                <a:gd name="T9" fmla="*/ 58 h 93"/>
                <a:gd name="T10" fmla="*/ 53 w 105"/>
                <a:gd name="T11" fmla="*/ 7 h 93"/>
                <a:gd name="T12" fmla="*/ 10 w 105"/>
                <a:gd name="T13" fmla="*/ 58 h 93"/>
                <a:gd name="T14" fmla="*/ 28 w 105"/>
                <a:gd name="T15" fmla="*/ 58 h 93"/>
                <a:gd name="T16" fmla="*/ 30 w 105"/>
                <a:gd name="T17" fmla="*/ 60 h 93"/>
                <a:gd name="T18" fmla="*/ 30 w 105"/>
                <a:gd name="T19" fmla="*/ 80 h 93"/>
                <a:gd name="T20" fmla="*/ 28 w 105"/>
                <a:gd name="T21" fmla="*/ 83 h 93"/>
                <a:gd name="T22" fmla="*/ 25 w 105"/>
                <a:gd name="T23" fmla="*/ 80 h 93"/>
                <a:gd name="T24" fmla="*/ 25 w 105"/>
                <a:gd name="T25" fmla="*/ 63 h 93"/>
                <a:gd name="T26" fmla="*/ 4 w 105"/>
                <a:gd name="T27" fmla="*/ 63 h 93"/>
                <a:gd name="T28" fmla="*/ 1 w 105"/>
                <a:gd name="T29" fmla="*/ 62 h 93"/>
                <a:gd name="T30" fmla="*/ 1 w 105"/>
                <a:gd name="T31" fmla="*/ 59 h 93"/>
                <a:gd name="T32" fmla="*/ 50 w 105"/>
                <a:gd name="T33" fmla="*/ 1 h 93"/>
                <a:gd name="T34" fmla="*/ 55 w 105"/>
                <a:gd name="T35" fmla="*/ 1 h 93"/>
                <a:gd name="T36" fmla="*/ 104 w 105"/>
                <a:gd name="T37" fmla="*/ 59 h 93"/>
                <a:gd name="T38" fmla="*/ 104 w 105"/>
                <a:gd name="T39" fmla="*/ 62 h 93"/>
                <a:gd name="T40" fmla="*/ 102 w 105"/>
                <a:gd name="T41" fmla="*/ 63 h 93"/>
                <a:gd name="T42" fmla="*/ 81 w 105"/>
                <a:gd name="T43" fmla="*/ 63 h 93"/>
                <a:gd name="T44" fmla="*/ 81 w 105"/>
                <a:gd name="T45" fmla="*/ 90 h 93"/>
                <a:gd name="T46" fmla="*/ 78 w 105"/>
                <a:gd name="T47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5" h="93">
                  <a:moveTo>
                    <a:pt x="78" y="93"/>
                  </a:moveTo>
                  <a:cubicBezTo>
                    <a:pt x="76" y="93"/>
                    <a:pt x="75" y="92"/>
                    <a:pt x="75" y="90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75" y="59"/>
                    <a:pt x="76" y="58"/>
                    <a:pt x="7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9" y="58"/>
                    <a:pt x="30" y="59"/>
                    <a:pt x="30" y="6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1"/>
                    <a:pt x="29" y="83"/>
                    <a:pt x="28" y="83"/>
                  </a:cubicBezTo>
                  <a:cubicBezTo>
                    <a:pt x="26" y="83"/>
                    <a:pt x="25" y="81"/>
                    <a:pt x="25" y="80"/>
                  </a:cubicBezTo>
                  <a:cubicBezTo>
                    <a:pt x="25" y="63"/>
                    <a:pt x="25" y="63"/>
                    <a:pt x="25" y="63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2" y="63"/>
                    <a:pt x="1" y="63"/>
                    <a:pt x="1" y="62"/>
                  </a:cubicBezTo>
                  <a:cubicBezTo>
                    <a:pt x="0" y="61"/>
                    <a:pt x="1" y="59"/>
                    <a:pt x="1" y="59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2" y="0"/>
                    <a:pt x="54" y="0"/>
                    <a:pt x="55" y="1"/>
                  </a:cubicBezTo>
                  <a:cubicBezTo>
                    <a:pt x="104" y="59"/>
                    <a:pt x="104" y="59"/>
                    <a:pt x="104" y="59"/>
                  </a:cubicBezTo>
                  <a:cubicBezTo>
                    <a:pt x="105" y="59"/>
                    <a:pt x="105" y="61"/>
                    <a:pt x="104" y="62"/>
                  </a:cubicBezTo>
                  <a:cubicBezTo>
                    <a:pt x="104" y="63"/>
                    <a:pt x="103" y="63"/>
                    <a:pt x="102" y="63"/>
                  </a:cubicBezTo>
                  <a:cubicBezTo>
                    <a:pt x="81" y="63"/>
                    <a:pt x="81" y="63"/>
                    <a:pt x="81" y="63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1" y="92"/>
                    <a:pt x="79" y="93"/>
                    <a:pt x="78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746"/>
            <p:cNvSpPr>
              <a:spLocks/>
            </p:cNvSpPr>
            <p:nvPr/>
          </p:nvSpPr>
          <p:spPr bwMode="auto">
            <a:xfrm>
              <a:off x="5368925" y="3300413"/>
              <a:ext cx="12700" cy="30163"/>
            </a:xfrm>
            <a:custGeom>
              <a:avLst/>
              <a:gdLst>
                <a:gd name="T0" fmla="*/ 3 w 5"/>
                <a:gd name="T1" fmla="*/ 11 h 11"/>
                <a:gd name="T2" fmla="*/ 0 w 5"/>
                <a:gd name="T3" fmla="*/ 8 h 11"/>
                <a:gd name="T4" fmla="*/ 0 w 5"/>
                <a:gd name="T5" fmla="*/ 3 h 11"/>
                <a:gd name="T6" fmla="*/ 3 w 5"/>
                <a:gd name="T7" fmla="*/ 0 h 11"/>
                <a:gd name="T8" fmla="*/ 5 w 5"/>
                <a:gd name="T9" fmla="*/ 3 h 11"/>
                <a:gd name="T10" fmla="*/ 5 w 5"/>
                <a:gd name="T11" fmla="*/ 8 h 11"/>
                <a:gd name="T12" fmla="*/ 3 w 5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1">
                  <a:moveTo>
                    <a:pt x="3" y="11"/>
                  </a:moveTo>
                  <a:cubicBezTo>
                    <a:pt x="1" y="11"/>
                    <a:pt x="0" y="10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10"/>
                    <a:pt x="4" y="11"/>
                    <a:pt x="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747"/>
            <p:cNvSpPr>
              <a:spLocks/>
            </p:cNvSpPr>
            <p:nvPr/>
          </p:nvSpPr>
          <p:spPr bwMode="auto">
            <a:xfrm>
              <a:off x="5503863" y="3300413"/>
              <a:ext cx="17462" cy="30163"/>
            </a:xfrm>
            <a:custGeom>
              <a:avLst/>
              <a:gdLst>
                <a:gd name="T0" fmla="*/ 3 w 6"/>
                <a:gd name="T1" fmla="*/ 11 h 11"/>
                <a:gd name="T2" fmla="*/ 0 w 6"/>
                <a:gd name="T3" fmla="*/ 8 h 11"/>
                <a:gd name="T4" fmla="*/ 0 w 6"/>
                <a:gd name="T5" fmla="*/ 3 h 11"/>
                <a:gd name="T6" fmla="*/ 3 w 6"/>
                <a:gd name="T7" fmla="*/ 0 h 11"/>
                <a:gd name="T8" fmla="*/ 6 w 6"/>
                <a:gd name="T9" fmla="*/ 3 h 11"/>
                <a:gd name="T10" fmla="*/ 6 w 6"/>
                <a:gd name="T11" fmla="*/ 8 h 11"/>
                <a:gd name="T12" fmla="*/ 3 w 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1">
                  <a:moveTo>
                    <a:pt x="3" y="11"/>
                  </a:moveTo>
                  <a:cubicBezTo>
                    <a:pt x="1" y="11"/>
                    <a:pt x="0" y="10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10"/>
                    <a:pt x="4" y="11"/>
                    <a:pt x="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748"/>
            <p:cNvSpPr>
              <a:spLocks/>
            </p:cNvSpPr>
            <p:nvPr/>
          </p:nvSpPr>
          <p:spPr bwMode="auto">
            <a:xfrm>
              <a:off x="5437188" y="3259138"/>
              <a:ext cx="15875" cy="87313"/>
            </a:xfrm>
            <a:custGeom>
              <a:avLst/>
              <a:gdLst>
                <a:gd name="T0" fmla="*/ 3 w 6"/>
                <a:gd name="T1" fmla="*/ 32 h 32"/>
                <a:gd name="T2" fmla="*/ 0 w 6"/>
                <a:gd name="T3" fmla="*/ 29 h 32"/>
                <a:gd name="T4" fmla="*/ 0 w 6"/>
                <a:gd name="T5" fmla="*/ 3 h 32"/>
                <a:gd name="T6" fmla="*/ 3 w 6"/>
                <a:gd name="T7" fmla="*/ 0 h 32"/>
                <a:gd name="T8" fmla="*/ 6 w 6"/>
                <a:gd name="T9" fmla="*/ 3 h 32"/>
                <a:gd name="T10" fmla="*/ 6 w 6"/>
                <a:gd name="T11" fmla="*/ 29 h 32"/>
                <a:gd name="T12" fmla="*/ 3 w 6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32">
                  <a:moveTo>
                    <a:pt x="3" y="32"/>
                  </a:moveTo>
                  <a:cubicBezTo>
                    <a:pt x="1" y="32"/>
                    <a:pt x="0" y="31"/>
                    <a:pt x="0" y="2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31"/>
                    <a:pt x="4" y="32"/>
                    <a:pt x="3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2" name="Freeform: Shape 14">
            <a:extLst>
              <a:ext uri="{FF2B5EF4-FFF2-40B4-BE49-F238E27FC236}">
                <a16:creationId xmlns:a16="http://schemas.microsoft.com/office/drawing/2014/main" id="{CFA87E96-D71C-4609-9740-26A46815C9F9}"/>
              </a:ext>
            </a:extLst>
          </p:cNvPr>
          <p:cNvSpPr>
            <a:spLocks noChangeAspect="1"/>
          </p:cNvSpPr>
          <p:nvPr/>
        </p:nvSpPr>
        <p:spPr>
          <a:xfrm>
            <a:off x="5908592" y="4607533"/>
            <a:ext cx="247542" cy="284214"/>
          </a:xfrm>
          <a:custGeom>
            <a:avLst/>
            <a:gdLst>
              <a:gd name="connsiteX0" fmla="*/ 2057400 w 4114800"/>
              <a:gd name="connsiteY0" fmla="*/ 3962400 h 4724400"/>
              <a:gd name="connsiteX1" fmla="*/ 2209800 w 4114800"/>
              <a:gd name="connsiteY1" fmla="*/ 3962400 h 4724400"/>
              <a:gd name="connsiteX2" fmla="*/ 2209800 w 4114800"/>
              <a:gd name="connsiteY2" fmla="*/ 4114800 h 4724400"/>
              <a:gd name="connsiteX3" fmla="*/ 2057400 w 4114800"/>
              <a:gd name="connsiteY3" fmla="*/ 4114800 h 4724400"/>
              <a:gd name="connsiteX4" fmla="*/ 2057400 w 4114800"/>
              <a:gd name="connsiteY4" fmla="*/ 3657600 h 4724400"/>
              <a:gd name="connsiteX5" fmla="*/ 2209800 w 4114800"/>
              <a:gd name="connsiteY5" fmla="*/ 3657600 h 4724400"/>
              <a:gd name="connsiteX6" fmla="*/ 2209800 w 4114800"/>
              <a:gd name="connsiteY6" fmla="*/ 3810000 h 4724400"/>
              <a:gd name="connsiteX7" fmla="*/ 2057400 w 4114800"/>
              <a:gd name="connsiteY7" fmla="*/ 3810000 h 4724400"/>
              <a:gd name="connsiteX8" fmla="*/ 2057400 w 4114800"/>
              <a:gd name="connsiteY8" fmla="*/ 3352800 h 4724400"/>
              <a:gd name="connsiteX9" fmla="*/ 2209800 w 4114800"/>
              <a:gd name="connsiteY9" fmla="*/ 3352800 h 4724400"/>
              <a:gd name="connsiteX10" fmla="*/ 2209800 w 4114800"/>
              <a:gd name="connsiteY10" fmla="*/ 3505200 h 4724400"/>
              <a:gd name="connsiteX11" fmla="*/ 2057400 w 4114800"/>
              <a:gd name="connsiteY11" fmla="*/ 3505200 h 4724400"/>
              <a:gd name="connsiteX12" fmla="*/ 2057400 w 4114800"/>
              <a:gd name="connsiteY12" fmla="*/ 3048000 h 4724400"/>
              <a:gd name="connsiteX13" fmla="*/ 2209800 w 4114800"/>
              <a:gd name="connsiteY13" fmla="*/ 3048000 h 4724400"/>
              <a:gd name="connsiteX14" fmla="*/ 2209800 w 4114800"/>
              <a:gd name="connsiteY14" fmla="*/ 3200400 h 4724400"/>
              <a:gd name="connsiteX15" fmla="*/ 2057400 w 4114800"/>
              <a:gd name="connsiteY15" fmla="*/ 3200400 h 4724400"/>
              <a:gd name="connsiteX16" fmla="*/ 2057400 w 4114800"/>
              <a:gd name="connsiteY16" fmla="*/ 2743200 h 4724400"/>
              <a:gd name="connsiteX17" fmla="*/ 2209800 w 4114800"/>
              <a:gd name="connsiteY17" fmla="*/ 2743200 h 4724400"/>
              <a:gd name="connsiteX18" fmla="*/ 2209800 w 4114800"/>
              <a:gd name="connsiteY18" fmla="*/ 2895600 h 4724400"/>
              <a:gd name="connsiteX19" fmla="*/ 2057400 w 4114800"/>
              <a:gd name="connsiteY19" fmla="*/ 2895600 h 4724400"/>
              <a:gd name="connsiteX20" fmla="*/ 2057400 w 4114800"/>
              <a:gd name="connsiteY20" fmla="*/ 2438400 h 4724400"/>
              <a:gd name="connsiteX21" fmla="*/ 2209800 w 4114800"/>
              <a:gd name="connsiteY21" fmla="*/ 2438400 h 4724400"/>
              <a:gd name="connsiteX22" fmla="*/ 2209800 w 4114800"/>
              <a:gd name="connsiteY22" fmla="*/ 2590800 h 4724400"/>
              <a:gd name="connsiteX23" fmla="*/ 2057400 w 4114800"/>
              <a:gd name="connsiteY23" fmla="*/ 2590800 h 4724400"/>
              <a:gd name="connsiteX24" fmla="*/ 2057400 w 4114800"/>
              <a:gd name="connsiteY24" fmla="*/ 2133600 h 4724400"/>
              <a:gd name="connsiteX25" fmla="*/ 2209800 w 4114800"/>
              <a:gd name="connsiteY25" fmla="*/ 2133600 h 4724400"/>
              <a:gd name="connsiteX26" fmla="*/ 2209800 w 4114800"/>
              <a:gd name="connsiteY26" fmla="*/ 2286000 h 4724400"/>
              <a:gd name="connsiteX27" fmla="*/ 2057400 w 4114800"/>
              <a:gd name="connsiteY27" fmla="*/ 2286000 h 4724400"/>
              <a:gd name="connsiteX28" fmla="*/ 2579599 w 4114800"/>
              <a:gd name="connsiteY28" fmla="*/ 990600 h 4724400"/>
              <a:gd name="connsiteX29" fmla="*/ 2567635 w 4114800"/>
              <a:gd name="connsiteY29" fmla="*/ 993800 h 4724400"/>
              <a:gd name="connsiteX30" fmla="*/ 2027834 w 4114800"/>
              <a:gd name="connsiteY30" fmla="*/ 1813255 h 4724400"/>
              <a:gd name="connsiteX31" fmla="*/ 2031340 w 4114800"/>
              <a:gd name="connsiteY31" fmla="*/ 1813027 h 4724400"/>
              <a:gd name="connsiteX32" fmla="*/ 3103778 w 4114800"/>
              <a:gd name="connsiteY32" fmla="*/ 1157402 h 4724400"/>
              <a:gd name="connsiteX33" fmla="*/ 2648484 w 4114800"/>
              <a:gd name="connsiteY33" fmla="*/ 990600 h 4724400"/>
              <a:gd name="connsiteX34" fmla="*/ 1466317 w 4114800"/>
              <a:gd name="connsiteY34" fmla="*/ 990600 h 4724400"/>
              <a:gd name="connsiteX35" fmla="*/ 1010717 w 4114800"/>
              <a:gd name="connsiteY35" fmla="*/ 1157783 h 4724400"/>
              <a:gd name="connsiteX36" fmla="*/ 1805788 w 4114800"/>
              <a:gd name="connsiteY36" fmla="*/ 1820342 h 4724400"/>
              <a:gd name="connsiteX37" fmla="*/ 1912696 w 4114800"/>
              <a:gd name="connsiteY37" fmla="*/ 1713433 h 4724400"/>
              <a:gd name="connsiteX38" fmla="*/ 1956130 w 4114800"/>
              <a:gd name="connsiteY38" fmla="*/ 1667789 h 4724400"/>
              <a:gd name="connsiteX39" fmla="*/ 1548384 w 4114800"/>
              <a:gd name="connsiteY39" fmla="*/ 994029 h 4724400"/>
              <a:gd name="connsiteX40" fmla="*/ 1533982 w 4114800"/>
              <a:gd name="connsiteY40" fmla="*/ 990600 h 4724400"/>
              <a:gd name="connsiteX41" fmla="*/ 1556004 w 4114800"/>
              <a:gd name="connsiteY41" fmla="*/ 457200 h 4724400"/>
              <a:gd name="connsiteX42" fmla="*/ 2057552 w 4114800"/>
              <a:gd name="connsiteY42" fmla="*/ 1554175 h 4724400"/>
              <a:gd name="connsiteX43" fmla="*/ 2559177 w 4114800"/>
              <a:gd name="connsiteY43" fmla="*/ 457200 h 4724400"/>
              <a:gd name="connsiteX44" fmla="*/ 3169996 w 4114800"/>
              <a:gd name="connsiteY44" fmla="*/ 442874 h 4724400"/>
              <a:gd name="connsiteX45" fmla="*/ 2866263 w 4114800"/>
              <a:gd name="connsiteY45" fmla="*/ 867004 h 4724400"/>
              <a:gd name="connsiteX46" fmla="*/ 3254274 w 4114800"/>
              <a:gd name="connsiteY46" fmla="*/ 1089127 h 4724400"/>
              <a:gd name="connsiteX47" fmla="*/ 3294964 w 4114800"/>
              <a:gd name="connsiteY47" fmla="*/ 1129741 h 4724400"/>
              <a:gd name="connsiteX48" fmla="*/ 3266999 w 4114800"/>
              <a:gd name="connsiteY48" fmla="*/ 1179957 h 4724400"/>
              <a:gd name="connsiteX49" fmla="*/ 2043074 w 4114800"/>
              <a:gd name="connsiteY49" fmla="*/ 1964970 h 4724400"/>
              <a:gd name="connsiteX50" fmla="*/ 1905000 w 4114800"/>
              <a:gd name="connsiteY50" fmla="*/ 1975561 h 4724400"/>
              <a:gd name="connsiteX51" fmla="*/ 1905000 w 4114800"/>
              <a:gd name="connsiteY51" fmla="*/ 4086606 h 4724400"/>
              <a:gd name="connsiteX52" fmla="*/ 2321052 w 4114800"/>
              <a:gd name="connsiteY52" fmla="*/ 4572000 h 4724400"/>
              <a:gd name="connsiteX53" fmla="*/ 3962400 w 4114800"/>
              <a:gd name="connsiteY53" fmla="*/ 4572000 h 4724400"/>
              <a:gd name="connsiteX54" fmla="*/ 3962400 w 4114800"/>
              <a:gd name="connsiteY54" fmla="*/ 3657600 h 4724400"/>
              <a:gd name="connsiteX55" fmla="*/ 2362200 w 4114800"/>
              <a:gd name="connsiteY55" fmla="*/ 3657600 h 4724400"/>
              <a:gd name="connsiteX56" fmla="*/ 2362200 w 4114800"/>
              <a:gd name="connsiteY56" fmla="*/ 3505200 h 4724400"/>
              <a:gd name="connsiteX57" fmla="*/ 3962400 w 4114800"/>
              <a:gd name="connsiteY57" fmla="*/ 3505200 h 4724400"/>
              <a:gd name="connsiteX58" fmla="*/ 3962400 w 4114800"/>
              <a:gd name="connsiteY58" fmla="*/ 2620442 h 4724400"/>
              <a:gd name="connsiteX59" fmla="*/ 3657600 w 4114800"/>
              <a:gd name="connsiteY59" fmla="*/ 1752600 h 4724400"/>
              <a:gd name="connsiteX60" fmla="*/ 3962400 w 4114800"/>
              <a:gd name="connsiteY60" fmla="*/ 884758 h 4724400"/>
              <a:gd name="connsiteX61" fmla="*/ 3962400 w 4114800"/>
              <a:gd name="connsiteY61" fmla="*/ 883082 h 4724400"/>
              <a:gd name="connsiteX62" fmla="*/ 945185 w 4114800"/>
              <a:gd name="connsiteY62" fmla="*/ 442722 h 4724400"/>
              <a:gd name="connsiteX63" fmla="*/ 152400 w 4114800"/>
              <a:gd name="connsiteY63" fmla="*/ 884758 h 4724400"/>
              <a:gd name="connsiteX64" fmla="*/ 457200 w 4114800"/>
              <a:gd name="connsiteY64" fmla="*/ 1752600 h 4724400"/>
              <a:gd name="connsiteX65" fmla="*/ 152400 w 4114800"/>
              <a:gd name="connsiteY65" fmla="*/ 2620442 h 4724400"/>
              <a:gd name="connsiteX66" fmla="*/ 152400 w 4114800"/>
              <a:gd name="connsiteY66" fmla="*/ 3505200 h 4724400"/>
              <a:gd name="connsiteX67" fmla="*/ 1600200 w 4114800"/>
              <a:gd name="connsiteY67" fmla="*/ 3505200 h 4724400"/>
              <a:gd name="connsiteX68" fmla="*/ 1600200 w 4114800"/>
              <a:gd name="connsiteY68" fmla="*/ 3657600 h 4724400"/>
              <a:gd name="connsiteX69" fmla="*/ 152400 w 4114800"/>
              <a:gd name="connsiteY69" fmla="*/ 3657600 h 4724400"/>
              <a:gd name="connsiteX70" fmla="*/ 152400 w 4114800"/>
              <a:gd name="connsiteY70" fmla="*/ 4572000 h 4724400"/>
              <a:gd name="connsiteX71" fmla="*/ 1790700 w 4114800"/>
              <a:gd name="connsiteY71" fmla="*/ 4572000 h 4724400"/>
              <a:gd name="connsiteX72" fmla="*/ 1944472 w 4114800"/>
              <a:gd name="connsiteY72" fmla="*/ 4366870 h 4724400"/>
              <a:gd name="connsiteX73" fmla="*/ 1752524 w 4114800"/>
              <a:gd name="connsiteY73" fmla="*/ 4142994 h 4724400"/>
              <a:gd name="connsiteX74" fmla="*/ 1752524 w 4114800"/>
              <a:gd name="connsiteY74" fmla="*/ 1963674 h 4724400"/>
              <a:gd name="connsiteX75" fmla="*/ 847725 w 4114800"/>
              <a:gd name="connsiteY75" fmla="*/ 1179881 h 4724400"/>
              <a:gd name="connsiteX76" fmla="*/ 819760 w 4114800"/>
              <a:gd name="connsiteY76" fmla="*/ 1129665 h 4724400"/>
              <a:gd name="connsiteX77" fmla="*/ 860450 w 4114800"/>
              <a:gd name="connsiteY77" fmla="*/ 1089050 h 4724400"/>
              <a:gd name="connsiteX78" fmla="*/ 1248994 w 4114800"/>
              <a:gd name="connsiteY78" fmla="*/ 866775 h 4724400"/>
              <a:gd name="connsiteX79" fmla="*/ 945185 w 4114800"/>
              <a:gd name="connsiteY79" fmla="*/ 442722 h 4724400"/>
              <a:gd name="connsiteX80" fmla="*/ 2741905 w 4114800"/>
              <a:gd name="connsiteY80" fmla="*/ 157734 h 4724400"/>
              <a:gd name="connsiteX81" fmla="*/ 2629891 w 4114800"/>
              <a:gd name="connsiteY81" fmla="*/ 819531 h 4724400"/>
              <a:gd name="connsiteX82" fmla="*/ 3045943 w 4114800"/>
              <a:gd name="connsiteY82" fmla="*/ 279349 h 4724400"/>
              <a:gd name="connsiteX83" fmla="*/ 1372972 w 4114800"/>
              <a:gd name="connsiteY83" fmla="*/ 157734 h 4724400"/>
              <a:gd name="connsiteX84" fmla="*/ 1068934 w 4114800"/>
              <a:gd name="connsiteY84" fmla="*/ 279273 h 4724400"/>
              <a:gd name="connsiteX85" fmla="*/ 1486129 w 4114800"/>
              <a:gd name="connsiteY85" fmla="*/ 819760 h 4724400"/>
              <a:gd name="connsiteX86" fmla="*/ 1372972 w 4114800"/>
              <a:gd name="connsiteY86" fmla="*/ 157734 h 4724400"/>
              <a:gd name="connsiteX87" fmla="*/ 1525753 w 4114800"/>
              <a:gd name="connsiteY87" fmla="*/ 152400 h 4724400"/>
              <a:gd name="connsiteX88" fmla="*/ 1535582 w 4114800"/>
              <a:gd name="connsiteY88" fmla="*/ 304800 h 4724400"/>
              <a:gd name="connsiteX89" fmla="*/ 2579675 w 4114800"/>
              <a:gd name="connsiteY89" fmla="*/ 304800 h 4724400"/>
              <a:gd name="connsiteX90" fmla="*/ 2588971 w 4114800"/>
              <a:gd name="connsiteY90" fmla="*/ 152400 h 4724400"/>
              <a:gd name="connsiteX91" fmla="*/ 1356970 w 4114800"/>
              <a:gd name="connsiteY91" fmla="*/ 0 h 4724400"/>
              <a:gd name="connsiteX92" fmla="*/ 1447800 w 4114800"/>
              <a:gd name="connsiteY92" fmla="*/ 0 h 4724400"/>
              <a:gd name="connsiteX93" fmla="*/ 1524000 w 4114800"/>
              <a:gd name="connsiteY93" fmla="*/ 0 h 4724400"/>
              <a:gd name="connsiteX94" fmla="*/ 2590800 w 4114800"/>
              <a:gd name="connsiteY94" fmla="*/ 0 h 4724400"/>
              <a:gd name="connsiteX95" fmla="*/ 2667000 w 4114800"/>
              <a:gd name="connsiteY95" fmla="*/ 0 h 4724400"/>
              <a:gd name="connsiteX96" fmla="*/ 2757831 w 4114800"/>
              <a:gd name="connsiteY96" fmla="*/ 0 h 4724400"/>
              <a:gd name="connsiteX97" fmla="*/ 3200400 w 4114800"/>
              <a:gd name="connsiteY97" fmla="*/ 177013 h 4724400"/>
              <a:gd name="connsiteX98" fmla="*/ 3200400 w 4114800"/>
              <a:gd name="connsiteY98" fmla="*/ 228600 h 4724400"/>
              <a:gd name="connsiteX99" fmla="*/ 3198419 w 4114800"/>
              <a:gd name="connsiteY99" fmla="*/ 284226 h 4724400"/>
              <a:gd name="connsiteX100" fmla="*/ 4114800 w 4114800"/>
              <a:gd name="connsiteY100" fmla="*/ 793318 h 4724400"/>
              <a:gd name="connsiteX101" fmla="*/ 4114800 w 4114800"/>
              <a:gd name="connsiteY101" fmla="*/ 945947 h 4724400"/>
              <a:gd name="connsiteX102" fmla="*/ 4092474 w 4114800"/>
              <a:gd name="connsiteY102" fmla="*/ 968273 h 4724400"/>
              <a:gd name="connsiteX103" fmla="*/ 3810000 w 4114800"/>
              <a:gd name="connsiteY103" fmla="*/ 1752600 h 4724400"/>
              <a:gd name="connsiteX104" fmla="*/ 4092626 w 4114800"/>
              <a:gd name="connsiteY104" fmla="*/ 2537079 h 4724400"/>
              <a:gd name="connsiteX105" fmla="*/ 4114648 w 4114800"/>
              <a:gd name="connsiteY105" fmla="*/ 2559330 h 4724400"/>
              <a:gd name="connsiteX106" fmla="*/ 4114800 w 4114800"/>
              <a:gd name="connsiteY106" fmla="*/ 2590800 h 4724400"/>
              <a:gd name="connsiteX107" fmla="*/ 4114800 w 4114800"/>
              <a:gd name="connsiteY107" fmla="*/ 4724400 h 4724400"/>
              <a:gd name="connsiteX108" fmla="*/ 2250948 w 4114800"/>
              <a:gd name="connsiteY108" fmla="*/ 4724400 h 4724400"/>
              <a:gd name="connsiteX109" fmla="*/ 2046122 w 4114800"/>
              <a:gd name="connsiteY109" fmla="*/ 4485437 h 4724400"/>
              <a:gd name="connsiteX110" fmla="*/ 1866900 w 4114800"/>
              <a:gd name="connsiteY110" fmla="*/ 4724400 h 4724400"/>
              <a:gd name="connsiteX111" fmla="*/ 0 w 4114800"/>
              <a:gd name="connsiteY111" fmla="*/ 4724400 h 4724400"/>
              <a:gd name="connsiteX112" fmla="*/ 0 w 4114800"/>
              <a:gd name="connsiteY112" fmla="*/ 2559253 h 4724400"/>
              <a:gd name="connsiteX113" fmla="*/ 22327 w 4114800"/>
              <a:gd name="connsiteY113" fmla="*/ 2536927 h 4724400"/>
              <a:gd name="connsiteX114" fmla="*/ 304800 w 4114800"/>
              <a:gd name="connsiteY114" fmla="*/ 1752600 h 4724400"/>
              <a:gd name="connsiteX115" fmla="*/ 22174 w 4114800"/>
              <a:gd name="connsiteY115" fmla="*/ 968121 h 4724400"/>
              <a:gd name="connsiteX116" fmla="*/ 152 w 4114800"/>
              <a:gd name="connsiteY116" fmla="*/ 945871 h 4724400"/>
              <a:gd name="connsiteX117" fmla="*/ 0 w 4114800"/>
              <a:gd name="connsiteY117" fmla="*/ 793318 h 4724400"/>
              <a:gd name="connsiteX118" fmla="*/ 916915 w 4114800"/>
              <a:gd name="connsiteY118" fmla="*/ 283997 h 4724400"/>
              <a:gd name="connsiteX119" fmla="*/ 914400 w 4114800"/>
              <a:gd name="connsiteY119" fmla="*/ 228600 h 4724400"/>
              <a:gd name="connsiteX120" fmla="*/ 914400 w 4114800"/>
              <a:gd name="connsiteY120" fmla="*/ 177013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4114800" h="4724400">
                <a:moveTo>
                  <a:pt x="2057400" y="3962400"/>
                </a:moveTo>
                <a:lnTo>
                  <a:pt x="2209800" y="3962400"/>
                </a:lnTo>
                <a:lnTo>
                  <a:pt x="2209800" y="4114800"/>
                </a:lnTo>
                <a:lnTo>
                  <a:pt x="2057400" y="4114800"/>
                </a:lnTo>
                <a:close/>
                <a:moveTo>
                  <a:pt x="2057400" y="3657600"/>
                </a:moveTo>
                <a:lnTo>
                  <a:pt x="2209800" y="3657600"/>
                </a:lnTo>
                <a:lnTo>
                  <a:pt x="2209800" y="3810000"/>
                </a:lnTo>
                <a:lnTo>
                  <a:pt x="2057400" y="3810000"/>
                </a:lnTo>
                <a:close/>
                <a:moveTo>
                  <a:pt x="2057400" y="3352800"/>
                </a:moveTo>
                <a:lnTo>
                  <a:pt x="2209800" y="3352800"/>
                </a:lnTo>
                <a:lnTo>
                  <a:pt x="2209800" y="3505200"/>
                </a:lnTo>
                <a:lnTo>
                  <a:pt x="2057400" y="3505200"/>
                </a:lnTo>
                <a:close/>
                <a:moveTo>
                  <a:pt x="2057400" y="3048000"/>
                </a:moveTo>
                <a:lnTo>
                  <a:pt x="2209800" y="3048000"/>
                </a:lnTo>
                <a:lnTo>
                  <a:pt x="2209800" y="3200400"/>
                </a:lnTo>
                <a:lnTo>
                  <a:pt x="2057400" y="3200400"/>
                </a:lnTo>
                <a:close/>
                <a:moveTo>
                  <a:pt x="2057400" y="2743200"/>
                </a:moveTo>
                <a:lnTo>
                  <a:pt x="2209800" y="2743200"/>
                </a:lnTo>
                <a:lnTo>
                  <a:pt x="2209800" y="2895600"/>
                </a:lnTo>
                <a:lnTo>
                  <a:pt x="2057400" y="2895600"/>
                </a:lnTo>
                <a:close/>
                <a:moveTo>
                  <a:pt x="2057400" y="2438400"/>
                </a:moveTo>
                <a:lnTo>
                  <a:pt x="2209800" y="2438400"/>
                </a:lnTo>
                <a:lnTo>
                  <a:pt x="2209800" y="2590800"/>
                </a:lnTo>
                <a:lnTo>
                  <a:pt x="2057400" y="2590800"/>
                </a:lnTo>
                <a:close/>
                <a:moveTo>
                  <a:pt x="2057400" y="2133600"/>
                </a:moveTo>
                <a:lnTo>
                  <a:pt x="2209800" y="2133600"/>
                </a:lnTo>
                <a:lnTo>
                  <a:pt x="2209800" y="2286000"/>
                </a:lnTo>
                <a:lnTo>
                  <a:pt x="2057400" y="2286000"/>
                </a:lnTo>
                <a:close/>
                <a:moveTo>
                  <a:pt x="2579599" y="990600"/>
                </a:moveTo>
                <a:cubicBezTo>
                  <a:pt x="2575560" y="991438"/>
                  <a:pt x="2571750" y="993038"/>
                  <a:pt x="2567635" y="993800"/>
                </a:cubicBezTo>
                <a:cubicBezTo>
                  <a:pt x="2446401" y="1296695"/>
                  <a:pt x="2264283" y="1574749"/>
                  <a:pt x="2027834" y="1813255"/>
                </a:cubicBezTo>
                <a:lnTo>
                  <a:pt x="2031340" y="1813027"/>
                </a:lnTo>
                <a:cubicBezTo>
                  <a:pt x="2475662" y="1778813"/>
                  <a:pt x="2872283" y="1535125"/>
                  <a:pt x="3103778" y="1157402"/>
                </a:cubicBezTo>
                <a:cubicBezTo>
                  <a:pt x="2976677" y="1049426"/>
                  <a:pt x="2817114" y="990600"/>
                  <a:pt x="2648484" y="990600"/>
                </a:cubicBezTo>
                <a:close/>
                <a:moveTo>
                  <a:pt x="1466317" y="990600"/>
                </a:moveTo>
                <a:cubicBezTo>
                  <a:pt x="1297534" y="990600"/>
                  <a:pt x="1137818" y="1049503"/>
                  <a:pt x="1010717" y="1157783"/>
                </a:cubicBezTo>
                <a:cubicBezTo>
                  <a:pt x="1164336" y="1416710"/>
                  <a:pt x="1419911" y="1719148"/>
                  <a:pt x="1805788" y="1820342"/>
                </a:cubicBezTo>
                <a:lnTo>
                  <a:pt x="1912696" y="1713433"/>
                </a:lnTo>
                <a:cubicBezTo>
                  <a:pt x="1927555" y="1698498"/>
                  <a:pt x="1941652" y="1683029"/>
                  <a:pt x="1956130" y="1667789"/>
                </a:cubicBezTo>
                <a:cubicBezTo>
                  <a:pt x="1784147" y="1464335"/>
                  <a:pt x="1645920" y="1237488"/>
                  <a:pt x="1548384" y="994029"/>
                </a:cubicBezTo>
                <a:cubicBezTo>
                  <a:pt x="1543507" y="993115"/>
                  <a:pt x="1538859" y="991591"/>
                  <a:pt x="1533982" y="990600"/>
                </a:cubicBezTo>
                <a:close/>
                <a:moveTo>
                  <a:pt x="1556004" y="457200"/>
                </a:moveTo>
                <a:cubicBezTo>
                  <a:pt x="1622984" y="859231"/>
                  <a:pt x="1794815" y="1237564"/>
                  <a:pt x="2057552" y="1554175"/>
                </a:cubicBezTo>
                <a:cubicBezTo>
                  <a:pt x="2321205" y="1237412"/>
                  <a:pt x="2492731" y="860831"/>
                  <a:pt x="2559177" y="457200"/>
                </a:cubicBezTo>
                <a:close/>
                <a:moveTo>
                  <a:pt x="3169996" y="442874"/>
                </a:moveTo>
                <a:cubicBezTo>
                  <a:pt x="3120085" y="615315"/>
                  <a:pt x="3011500" y="765048"/>
                  <a:pt x="2866263" y="867004"/>
                </a:cubicBezTo>
                <a:cubicBezTo>
                  <a:pt x="3011653" y="904951"/>
                  <a:pt x="3145231" y="980084"/>
                  <a:pt x="3254274" y="1089127"/>
                </a:cubicBezTo>
                <a:lnTo>
                  <a:pt x="3294964" y="1129741"/>
                </a:lnTo>
                <a:lnTo>
                  <a:pt x="3266999" y="1179957"/>
                </a:lnTo>
                <a:cubicBezTo>
                  <a:pt x="3015996" y="1631899"/>
                  <a:pt x="2558415" y="1925269"/>
                  <a:pt x="2043074" y="1964970"/>
                </a:cubicBezTo>
                <a:lnTo>
                  <a:pt x="1905000" y="1975561"/>
                </a:lnTo>
                <a:lnTo>
                  <a:pt x="1905000" y="4086606"/>
                </a:lnTo>
                <a:lnTo>
                  <a:pt x="2321052" y="4572000"/>
                </a:lnTo>
                <a:lnTo>
                  <a:pt x="3962400" y="4572000"/>
                </a:lnTo>
                <a:lnTo>
                  <a:pt x="3962400" y="3657600"/>
                </a:lnTo>
                <a:lnTo>
                  <a:pt x="2362200" y="3657600"/>
                </a:lnTo>
                <a:lnTo>
                  <a:pt x="2362200" y="3505200"/>
                </a:lnTo>
                <a:lnTo>
                  <a:pt x="3962400" y="3505200"/>
                </a:lnTo>
                <a:lnTo>
                  <a:pt x="3962400" y="2620442"/>
                </a:lnTo>
                <a:cubicBezTo>
                  <a:pt x="3888105" y="2535022"/>
                  <a:pt x="3657600" y="2231441"/>
                  <a:pt x="3657600" y="1752600"/>
                </a:cubicBezTo>
                <a:cubicBezTo>
                  <a:pt x="3657600" y="1273759"/>
                  <a:pt x="3888105" y="970178"/>
                  <a:pt x="3962400" y="884758"/>
                </a:cubicBezTo>
                <a:lnTo>
                  <a:pt x="3962400" y="883082"/>
                </a:lnTo>
                <a:close/>
                <a:moveTo>
                  <a:pt x="945185" y="442722"/>
                </a:moveTo>
                <a:lnTo>
                  <a:pt x="152400" y="884758"/>
                </a:lnTo>
                <a:cubicBezTo>
                  <a:pt x="226695" y="970178"/>
                  <a:pt x="457200" y="1273759"/>
                  <a:pt x="457200" y="1752600"/>
                </a:cubicBezTo>
                <a:cubicBezTo>
                  <a:pt x="457200" y="2231441"/>
                  <a:pt x="226695" y="2535022"/>
                  <a:pt x="152400" y="2620442"/>
                </a:cubicBezTo>
                <a:lnTo>
                  <a:pt x="152400" y="3505200"/>
                </a:lnTo>
                <a:lnTo>
                  <a:pt x="1600200" y="3505200"/>
                </a:lnTo>
                <a:lnTo>
                  <a:pt x="1600200" y="3657600"/>
                </a:lnTo>
                <a:lnTo>
                  <a:pt x="152400" y="3657600"/>
                </a:lnTo>
                <a:lnTo>
                  <a:pt x="152400" y="4572000"/>
                </a:lnTo>
                <a:lnTo>
                  <a:pt x="1790700" y="4572000"/>
                </a:lnTo>
                <a:lnTo>
                  <a:pt x="1944472" y="4366870"/>
                </a:lnTo>
                <a:lnTo>
                  <a:pt x="1752524" y="4142994"/>
                </a:lnTo>
                <a:lnTo>
                  <a:pt x="1752524" y="1963674"/>
                </a:lnTo>
                <a:cubicBezTo>
                  <a:pt x="1297381" y="1838325"/>
                  <a:pt x="1010107" y="1472108"/>
                  <a:pt x="847725" y="1179881"/>
                </a:cubicBezTo>
                <a:lnTo>
                  <a:pt x="819760" y="1129665"/>
                </a:lnTo>
                <a:lnTo>
                  <a:pt x="860450" y="1089050"/>
                </a:lnTo>
                <a:cubicBezTo>
                  <a:pt x="969645" y="979856"/>
                  <a:pt x="1103452" y="904723"/>
                  <a:pt x="1248994" y="866775"/>
                </a:cubicBezTo>
                <a:cubicBezTo>
                  <a:pt x="1103681" y="764896"/>
                  <a:pt x="995172" y="615163"/>
                  <a:pt x="945185" y="442722"/>
                </a:cubicBezTo>
                <a:close/>
                <a:moveTo>
                  <a:pt x="2741905" y="157734"/>
                </a:moveTo>
                <a:cubicBezTo>
                  <a:pt x="2734590" y="385267"/>
                  <a:pt x="2696566" y="607390"/>
                  <a:pt x="2629891" y="819531"/>
                </a:cubicBezTo>
                <a:cubicBezTo>
                  <a:pt x="2859329" y="737997"/>
                  <a:pt x="3025674" y="526085"/>
                  <a:pt x="3045943" y="279349"/>
                </a:cubicBezTo>
                <a:close/>
                <a:moveTo>
                  <a:pt x="1372972" y="157734"/>
                </a:moveTo>
                <a:lnTo>
                  <a:pt x="1068934" y="279273"/>
                </a:lnTo>
                <a:cubicBezTo>
                  <a:pt x="1089203" y="526313"/>
                  <a:pt x="1255928" y="738454"/>
                  <a:pt x="1486129" y="819760"/>
                </a:cubicBezTo>
                <a:cubicBezTo>
                  <a:pt x="1418844" y="606933"/>
                  <a:pt x="1380439" y="384277"/>
                  <a:pt x="1372972" y="157734"/>
                </a:cubicBezTo>
                <a:close/>
                <a:moveTo>
                  <a:pt x="1525753" y="152400"/>
                </a:moveTo>
                <a:cubicBezTo>
                  <a:pt x="1527429" y="203454"/>
                  <a:pt x="1530553" y="254279"/>
                  <a:pt x="1535582" y="304800"/>
                </a:cubicBezTo>
                <a:lnTo>
                  <a:pt x="2579675" y="304800"/>
                </a:lnTo>
                <a:cubicBezTo>
                  <a:pt x="2584628" y="254356"/>
                  <a:pt x="2587295" y="203454"/>
                  <a:pt x="2588971" y="152400"/>
                </a:cubicBezTo>
                <a:close/>
                <a:moveTo>
                  <a:pt x="1356970" y="0"/>
                </a:moveTo>
                <a:lnTo>
                  <a:pt x="1447800" y="0"/>
                </a:lnTo>
                <a:lnTo>
                  <a:pt x="1524000" y="0"/>
                </a:lnTo>
                <a:lnTo>
                  <a:pt x="2590800" y="0"/>
                </a:lnTo>
                <a:lnTo>
                  <a:pt x="2667000" y="0"/>
                </a:lnTo>
                <a:lnTo>
                  <a:pt x="2757831" y="0"/>
                </a:lnTo>
                <a:lnTo>
                  <a:pt x="3200400" y="177013"/>
                </a:lnTo>
                <a:lnTo>
                  <a:pt x="3200400" y="228600"/>
                </a:lnTo>
                <a:cubicBezTo>
                  <a:pt x="3200400" y="247269"/>
                  <a:pt x="3199714" y="265786"/>
                  <a:pt x="3198419" y="284226"/>
                </a:cubicBezTo>
                <a:lnTo>
                  <a:pt x="4114800" y="793318"/>
                </a:lnTo>
                <a:lnTo>
                  <a:pt x="4114800" y="945947"/>
                </a:lnTo>
                <a:lnTo>
                  <a:pt x="4092474" y="968273"/>
                </a:lnTo>
                <a:cubicBezTo>
                  <a:pt x="4089807" y="970940"/>
                  <a:pt x="3810000" y="1259738"/>
                  <a:pt x="3810000" y="1752600"/>
                </a:cubicBezTo>
                <a:cubicBezTo>
                  <a:pt x="3810000" y="2245462"/>
                  <a:pt x="4089807" y="2534260"/>
                  <a:pt x="4092626" y="2537079"/>
                </a:cubicBezTo>
                <a:lnTo>
                  <a:pt x="4114648" y="2559330"/>
                </a:lnTo>
                <a:lnTo>
                  <a:pt x="4114800" y="2590800"/>
                </a:lnTo>
                <a:lnTo>
                  <a:pt x="4114800" y="4724400"/>
                </a:lnTo>
                <a:lnTo>
                  <a:pt x="2250948" y="4724400"/>
                </a:lnTo>
                <a:lnTo>
                  <a:pt x="2046122" y="4485437"/>
                </a:lnTo>
                <a:lnTo>
                  <a:pt x="1866900" y="4724400"/>
                </a:lnTo>
                <a:lnTo>
                  <a:pt x="0" y="4724400"/>
                </a:lnTo>
                <a:lnTo>
                  <a:pt x="0" y="2559253"/>
                </a:lnTo>
                <a:lnTo>
                  <a:pt x="22327" y="2536927"/>
                </a:lnTo>
                <a:cubicBezTo>
                  <a:pt x="24994" y="2534260"/>
                  <a:pt x="304800" y="2245462"/>
                  <a:pt x="304800" y="1752600"/>
                </a:cubicBezTo>
                <a:cubicBezTo>
                  <a:pt x="304800" y="1259738"/>
                  <a:pt x="24994" y="970940"/>
                  <a:pt x="22174" y="968121"/>
                </a:cubicBezTo>
                <a:lnTo>
                  <a:pt x="152" y="945871"/>
                </a:lnTo>
                <a:lnTo>
                  <a:pt x="0" y="793318"/>
                </a:lnTo>
                <a:lnTo>
                  <a:pt x="916915" y="283997"/>
                </a:lnTo>
                <a:cubicBezTo>
                  <a:pt x="915543" y="265633"/>
                  <a:pt x="914400" y="247269"/>
                  <a:pt x="914400" y="228600"/>
                </a:cubicBezTo>
                <a:lnTo>
                  <a:pt x="914400" y="177013"/>
                </a:lnTo>
                <a:close/>
              </a:path>
            </a:pathLst>
          </a:custGeom>
          <a:solidFill>
            <a:schemeClr val="bg1"/>
          </a:solidFill>
          <a:ln w="762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3DCE4064-2B05-4C3D-B5D2-F7972DFC16AB}"/>
              </a:ext>
            </a:extLst>
          </p:cNvPr>
          <p:cNvGrpSpPr/>
          <p:nvPr/>
        </p:nvGrpSpPr>
        <p:grpSpPr>
          <a:xfrm>
            <a:off x="6703461" y="4612403"/>
            <a:ext cx="253245" cy="274475"/>
            <a:chOff x="5627688" y="2022476"/>
            <a:chExt cx="530225" cy="574675"/>
          </a:xfrm>
          <a:solidFill>
            <a:schemeClr val="bg1"/>
          </a:solidFill>
        </p:grpSpPr>
        <p:sp>
          <p:nvSpPr>
            <p:cNvPr id="204" name="Freeform 336">
              <a:extLst>
                <a:ext uri="{FF2B5EF4-FFF2-40B4-BE49-F238E27FC236}">
                  <a16:creationId xmlns:a16="http://schemas.microsoft.com/office/drawing/2014/main" id="{DBEE94CC-57CE-462F-A365-0A421AD5A8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3763" y="2486026"/>
              <a:ext cx="138113" cy="111125"/>
            </a:xfrm>
            <a:custGeom>
              <a:avLst/>
              <a:gdLst>
                <a:gd name="T0" fmla="*/ 4 w 51"/>
                <a:gd name="T1" fmla="*/ 41 h 41"/>
                <a:gd name="T2" fmla="*/ 2 w 51"/>
                <a:gd name="T3" fmla="*/ 41 h 41"/>
                <a:gd name="T4" fmla="*/ 0 w 51"/>
                <a:gd name="T5" fmla="*/ 37 h 41"/>
                <a:gd name="T6" fmla="*/ 0 w 51"/>
                <a:gd name="T7" fmla="*/ 4 h 41"/>
                <a:gd name="T8" fmla="*/ 4 w 51"/>
                <a:gd name="T9" fmla="*/ 0 h 41"/>
                <a:gd name="T10" fmla="*/ 47 w 51"/>
                <a:gd name="T11" fmla="*/ 0 h 41"/>
                <a:gd name="T12" fmla="*/ 50 w 51"/>
                <a:gd name="T13" fmla="*/ 3 h 41"/>
                <a:gd name="T14" fmla="*/ 49 w 51"/>
                <a:gd name="T15" fmla="*/ 7 h 41"/>
                <a:gd name="T16" fmla="*/ 6 w 51"/>
                <a:gd name="T17" fmla="*/ 40 h 41"/>
                <a:gd name="T18" fmla="*/ 4 w 51"/>
                <a:gd name="T19" fmla="*/ 41 h 41"/>
                <a:gd name="T20" fmla="*/ 7 w 51"/>
                <a:gd name="T21" fmla="*/ 7 h 41"/>
                <a:gd name="T22" fmla="*/ 7 w 51"/>
                <a:gd name="T23" fmla="*/ 30 h 41"/>
                <a:gd name="T24" fmla="*/ 36 w 51"/>
                <a:gd name="T25" fmla="*/ 7 h 41"/>
                <a:gd name="T26" fmla="*/ 7 w 51"/>
                <a:gd name="T27" fmla="*/ 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41">
                  <a:moveTo>
                    <a:pt x="4" y="41"/>
                  </a:moveTo>
                  <a:cubicBezTo>
                    <a:pt x="3" y="41"/>
                    <a:pt x="3" y="41"/>
                    <a:pt x="2" y="41"/>
                  </a:cubicBezTo>
                  <a:cubicBezTo>
                    <a:pt x="1" y="40"/>
                    <a:pt x="0" y="39"/>
                    <a:pt x="0" y="3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50" y="1"/>
                    <a:pt x="50" y="3"/>
                  </a:cubicBezTo>
                  <a:cubicBezTo>
                    <a:pt x="51" y="4"/>
                    <a:pt x="50" y="6"/>
                    <a:pt x="49" y="7"/>
                  </a:cubicBezTo>
                  <a:cubicBezTo>
                    <a:pt x="36" y="17"/>
                    <a:pt x="19" y="30"/>
                    <a:pt x="6" y="40"/>
                  </a:cubicBezTo>
                  <a:cubicBezTo>
                    <a:pt x="5" y="41"/>
                    <a:pt x="5" y="41"/>
                    <a:pt x="4" y="41"/>
                  </a:cubicBezTo>
                  <a:close/>
                  <a:moveTo>
                    <a:pt x="7" y="7"/>
                  </a:moveTo>
                  <a:cubicBezTo>
                    <a:pt x="7" y="30"/>
                    <a:pt x="7" y="30"/>
                    <a:pt x="7" y="30"/>
                  </a:cubicBezTo>
                  <a:cubicBezTo>
                    <a:pt x="17" y="23"/>
                    <a:pt x="27" y="15"/>
                    <a:pt x="36" y="7"/>
                  </a:cubicBezTo>
                  <a:lnTo>
                    <a:pt x="7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05" name="Freeform 337">
              <a:extLst>
                <a:ext uri="{FF2B5EF4-FFF2-40B4-BE49-F238E27FC236}">
                  <a16:creationId xmlns:a16="http://schemas.microsoft.com/office/drawing/2014/main" id="{99C31EDD-B419-490C-A5F7-F94167819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4363" y="2060576"/>
              <a:ext cx="417513" cy="536575"/>
            </a:xfrm>
            <a:custGeom>
              <a:avLst/>
              <a:gdLst>
                <a:gd name="T0" fmla="*/ 107 w 154"/>
                <a:gd name="T1" fmla="*/ 198 h 198"/>
                <a:gd name="T2" fmla="*/ 3 w 154"/>
                <a:gd name="T3" fmla="*/ 198 h 198"/>
                <a:gd name="T4" fmla="*/ 0 w 154"/>
                <a:gd name="T5" fmla="*/ 194 h 198"/>
                <a:gd name="T6" fmla="*/ 0 w 154"/>
                <a:gd name="T7" fmla="*/ 136 h 198"/>
                <a:gd name="T8" fmla="*/ 3 w 154"/>
                <a:gd name="T9" fmla="*/ 132 h 198"/>
                <a:gd name="T10" fmla="*/ 7 w 154"/>
                <a:gd name="T11" fmla="*/ 136 h 198"/>
                <a:gd name="T12" fmla="*/ 7 w 154"/>
                <a:gd name="T13" fmla="*/ 191 h 198"/>
                <a:gd name="T14" fmla="*/ 105 w 154"/>
                <a:gd name="T15" fmla="*/ 191 h 198"/>
                <a:gd name="T16" fmla="*/ 146 w 154"/>
                <a:gd name="T17" fmla="*/ 159 h 198"/>
                <a:gd name="T18" fmla="*/ 146 w 154"/>
                <a:gd name="T19" fmla="*/ 7 h 198"/>
                <a:gd name="T20" fmla="*/ 3 w 154"/>
                <a:gd name="T21" fmla="*/ 7 h 198"/>
                <a:gd name="T22" fmla="*/ 0 w 154"/>
                <a:gd name="T23" fmla="*/ 3 h 198"/>
                <a:gd name="T24" fmla="*/ 3 w 154"/>
                <a:gd name="T25" fmla="*/ 0 h 198"/>
                <a:gd name="T26" fmla="*/ 150 w 154"/>
                <a:gd name="T27" fmla="*/ 0 h 198"/>
                <a:gd name="T28" fmla="*/ 154 w 154"/>
                <a:gd name="T29" fmla="*/ 3 h 198"/>
                <a:gd name="T30" fmla="*/ 154 w 154"/>
                <a:gd name="T31" fmla="*/ 161 h 198"/>
                <a:gd name="T32" fmla="*/ 152 w 154"/>
                <a:gd name="T33" fmla="*/ 164 h 198"/>
                <a:gd name="T34" fmla="*/ 109 w 154"/>
                <a:gd name="T35" fmla="*/ 197 h 198"/>
                <a:gd name="T36" fmla="*/ 107 w 154"/>
                <a:gd name="T37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198">
                  <a:moveTo>
                    <a:pt x="107" y="198"/>
                  </a:moveTo>
                  <a:cubicBezTo>
                    <a:pt x="3" y="198"/>
                    <a:pt x="3" y="198"/>
                    <a:pt x="3" y="198"/>
                  </a:cubicBezTo>
                  <a:cubicBezTo>
                    <a:pt x="1" y="198"/>
                    <a:pt x="0" y="196"/>
                    <a:pt x="0" y="194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34"/>
                    <a:pt x="1" y="132"/>
                    <a:pt x="3" y="132"/>
                  </a:cubicBezTo>
                  <a:cubicBezTo>
                    <a:pt x="5" y="132"/>
                    <a:pt x="7" y="134"/>
                    <a:pt x="7" y="136"/>
                  </a:cubicBezTo>
                  <a:cubicBezTo>
                    <a:pt x="7" y="191"/>
                    <a:pt x="7" y="191"/>
                    <a:pt x="7" y="191"/>
                  </a:cubicBezTo>
                  <a:cubicBezTo>
                    <a:pt x="105" y="191"/>
                    <a:pt x="105" y="191"/>
                    <a:pt x="105" y="191"/>
                  </a:cubicBezTo>
                  <a:cubicBezTo>
                    <a:pt x="118" y="181"/>
                    <a:pt x="134" y="169"/>
                    <a:pt x="146" y="159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2" y="0"/>
                    <a:pt x="154" y="1"/>
                    <a:pt x="154" y="3"/>
                  </a:cubicBezTo>
                  <a:cubicBezTo>
                    <a:pt x="154" y="161"/>
                    <a:pt x="154" y="161"/>
                    <a:pt x="154" y="161"/>
                  </a:cubicBezTo>
                  <a:cubicBezTo>
                    <a:pt x="154" y="162"/>
                    <a:pt x="153" y="163"/>
                    <a:pt x="152" y="164"/>
                  </a:cubicBezTo>
                  <a:cubicBezTo>
                    <a:pt x="139" y="174"/>
                    <a:pt x="122" y="187"/>
                    <a:pt x="109" y="197"/>
                  </a:cubicBezTo>
                  <a:cubicBezTo>
                    <a:pt x="108" y="198"/>
                    <a:pt x="108" y="198"/>
                    <a:pt x="107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06" name="Freeform 338">
              <a:extLst>
                <a:ext uri="{FF2B5EF4-FFF2-40B4-BE49-F238E27FC236}">
                  <a16:creationId xmlns:a16="http://schemas.microsoft.com/office/drawing/2014/main" id="{4725EF27-0336-4112-BCB7-7A249CCD4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9613" y="2120901"/>
              <a:ext cx="225425" cy="20638"/>
            </a:xfrm>
            <a:custGeom>
              <a:avLst/>
              <a:gdLst>
                <a:gd name="T0" fmla="*/ 80 w 83"/>
                <a:gd name="T1" fmla="*/ 8 h 8"/>
                <a:gd name="T2" fmla="*/ 3 w 83"/>
                <a:gd name="T3" fmla="*/ 8 h 8"/>
                <a:gd name="T4" fmla="*/ 0 w 83"/>
                <a:gd name="T5" fmla="*/ 4 h 8"/>
                <a:gd name="T6" fmla="*/ 3 w 83"/>
                <a:gd name="T7" fmla="*/ 0 h 8"/>
                <a:gd name="T8" fmla="*/ 80 w 83"/>
                <a:gd name="T9" fmla="*/ 0 h 8"/>
                <a:gd name="T10" fmla="*/ 83 w 83"/>
                <a:gd name="T11" fmla="*/ 4 h 8"/>
                <a:gd name="T12" fmla="*/ 80 w 83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8">
                  <a:moveTo>
                    <a:pt x="80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2" y="0"/>
                    <a:pt x="83" y="2"/>
                    <a:pt x="83" y="4"/>
                  </a:cubicBezTo>
                  <a:cubicBezTo>
                    <a:pt x="83" y="6"/>
                    <a:pt x="82" y="8"/>
                    <a:pt x="8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07" name="Freeform 339">
              <a:extLst>
                <a:ext uri="{FF2B5EF4-FFF2-40B4-BE49-F238E27FC236}">
                  <a16:creationId xmlns:a16="http://schemas.microsoft.com/office/drawing/2014/main" id="{417957EB-8C9C-49E1-ACAF-A3243CD02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0" y="2171701"/>
              <a:ext cx="293688" cy="19050"/>
            </a:xfrm>
            <a:custGeom>
              <a:avLst/>
              <a:gdLst>
                <a:gd name="T0" fmla="*/ 104 w 108"/>
                <a:gd name="T1" fmla="*/ 7 h 7"/>
                <a:gd name="T2" fmla="*/ 4 w 108"/>
                <a:gd name="T3" fmla="*/ 7 h 7"/>
                <a:gd name="T4" fmla="*/ 0 w 108"/>
                <a:gd name="T5" fmla="*/ 4 h 7"/>
                <a:gd name="T6" fmla="*/ 4 w 108"/>
                <a:gd name="T7" fmla="*/ 0 h 7"/>
                <a:gd name="T8" fmla="*/ 104 w 108"/>
                <a:gd name="T9" fmla="*/ 0 h 7"/>
                <a:gd name="T10" fmla="*/ 108 w 108"/>
                <a:gd name="T11" fmla="*/ 4 h 7"/>
                <a:gd name="T12" fmla="*/ 104 w 10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7">
                  <a:moveTo>
                    <a:pt x="104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6" y="0"/>
                    <a:pt x="108" y="2"/>
                    <a:pt x="108" y="4"/>
                  </a:cubicBezTo>
                  <a:cubicBezTo>
                    <a:pt x="108" y="6"/>
                    <a:pt x="106" y="7"/>
                    <a:pt x="104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08" name="Freeform 340">
              <a:extLst>
                <a:ext uri="{FF2B5EF4-FFF2-40B4-BE49-F238E27FC236}">
                  <a16:creationId xmlns:a16="http://schemas.microsoft.com/office/drawing/2014/main" id="{B49DBF2A-299A-4289-BA39-7251CC97D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325" y="2220913"/>
              <a:ext cx="277813" cy="20638"/>
            </a:xfrm>
            <a:custGeom>
              <a:avLst/>
              <a:gdLst>
                <a:gd name="T0" fmla="*/ 98 w 102"/>
                <a:gd name="T1" fmla="*/ 8 h 8"/>
                <a:gd name="T2" fmla="*/ 4 w 102"/>
                <a:gd name="T3" fmla="*/ 8 h 8"/>
                <a:gd name="T4" fmla="*/ 0 w 102"/>
                <a:gd name="T5" fmla="*/ 4 h 8"/>
                <a:gd name="T6" fmla="*/ 4 w 102"/>
                <a:gd name="T7" fmla="*/ 0 h 8"/>
                <a:gd name="T8" fmla="*/ 98 w 102"/>
                <a:gd name="T9" fmla="*/ 0 h 8"/>
                <a:gd name="T10" fmla="*/ 102 w 102"/>
                <a:gd name="T11" fmla="*/ 4 h 8"/>
                <a:gd name="T12" fmla="*/ 98 w 10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8">
                  <a:moveTo>
                    <a:pt x="9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100" y="0"/>
                    <a:pt x="102" y="2"/>
                    <a:pt x="102" y="4"/>
                  </a:cubicBezTo>
                  <a:cubicBezTo>
                    <a:pt x="102" y="6"/>
                    <a:pt x="100" y="8"/>
                    <a:pt x="9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09" name="Freeform 341">
              <a:extLst>
                <a:ext uri="{FF2B5EF4-FFF2-40B4-BE49-F238E27FC236}">
                  <a16:creationId xmlns:a16="http://schemas.microsoft.com/office/drawing/2014/main" id="{90BC3C0B-1AA5-4314-ABB0-3476E5722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4375" y="2271713"/>
              <a:ext cx="258763" cy="19050"/>
            </a:xfrm>
            <a:custGeom>
              <a:avLst/>
              <a:gdLst>
                <a:gd name="T0" fmla="*/ 91 w 95"/>
                <a:gd name="T1" fmla="*/ 7 h 7"/>
                <a:gd name="T2" fmla="*/ 3 w 95"/>
                <a:gd name="T3" fmla="*/ 7 h 7"/>
                <a:gd name="T4" fmla="*/ 0 w 95"/>
                <a:gd name="T5" fmla="*/ 4 h 7"/>
                <a:gd name="T6" fmla="*/ 3 w 95"/>
                <a:gd name="T7" fmla="*/ 0 h 7"/>
                <a:gd name="T8" fmla="*/ 91 w 95"/>
                <a:gd name="T9" fmla="*/ 0 h 7"/>
                <a:gd name="T10" fmla="*/ 95 w 95"/>
                <a:gd name="T11" fmla="*/ 4 h 7"/>
                <a:gd name="T12" fmla="*/ 91 w 95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" h="7">
                  <a:moveTo>
                    <a:pt x="91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93" y="0"/>
                    <a:pt x="95" y="2"/>
                    <a:pt x="95" y="4"/>
                  </a:cubicBezTo>
                  <a:cubicBezTo>
                    <a:pt x="95" y="6"/>
                    <a:pt x="93" y="7"/>
                    <a:pt x="9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10" name="Freeform 342">
              <a:extLst>
                <a:ext uri="{FF2B5EF4-FFF2-40B4-BE49-F238E27FC236}">
                  <a16:creationId xmlns:a16="http://schemas.microsoft.com/office/drawing/2014/main" id="{058143D2-A10B-4D3B-AFA5-D4501192A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6125" y="2324101"/>
              <a:ext cx="227013" cy="19050"/>
            </a:xfrm>
            <a:custGeom>
              <a:avLst/>
              <a:gdLst>
                <a:gd name="T0" fmla="*/ 79 w 83"/>
                <a:gd name="T1" fmla="*/ 7 h 7"/>
                <a:gd name="T2" fmla="*/ 4 w 83"/>
                <a:gd name="T3" fmla="*/ 7 h 7"/>
                <a:gd name="T4" fmla="*/ 0 w 83"/>
                <a:gd name="T5" fmla="*/ 3 h 7"/>
                <a:gd name="T6" fmla="*/ 4 w 83"/>
                <a:gd name="T7" fmla="*/ 0 h 7"/>
                <a:gd name="T8" fmla="*/ 79 w 83"/>
                <a:gd name="T9" fmla="*/ 0 h 7"/>
                <a:gd name="T10" fmla="*/ 83 w 83"/>
                <a:gd name="T11" fmla="*/ 3 h 7"/>
                <a:gd name="T12" fmla="*/ 79 w 83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">
                  <a:moveTo>
                    <a:pt x="79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1" y="0"/>
                    <a:pt x="83" y="1"/>
                    <a:pt x="83" y="3"/>
                  </a:cubicBezTo>
                  <a:cubicBezTo>
                    <a:pt x="83" y="5"/>
                    <a:pt x="81" y="7"/>
                    <a:pt x="79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11" name="Freeform 343">
              <a:extLst>
                <a:ext uri="{FF2B5EF4-FFF2-40B4-BE49-F238E27FC236}">
                  <a16:creationId xmlns:a16="http://schemas.microsoft.com/office/drawing/2014/main" id="{5BDC1B8F-4CCC-44F4-9594-9B200499D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6125" y="2371726"/>
              <a:ext cx="227013" cy="19050"/>
            </a:xfrm>
            <a:custGeom>
              <a:avLst/>
              <a:gdLst>
                <a:gd name="T0" fmla="*/ 79 w 83"/>
                <a:gd name="T1" fmla="*/ 7 h 7"/>
                <a:gd name="T2" fmla="*/ 4 w 83"/>
                <a:gd name="T3" fmla="*/ 7 h 7"/>
                <a:gd name="T4" fmla="*/ 0 w 83"/>
                <a:gd name="T5" fmla="*/ 4 h 7"/>
                <a:gd name="T6" fmla="*/ 4 w 83"/>
                <a:gd name="T7" fmla="*/ 0 h 7"/>
                <a:gd name="T8" fmla="*/ 79 w 83"/>
                <a:gd name="T9" fmla="*/ 0 h 7"/>
                <a:gd name="T10" fmla="*/ 83 w 83"/>
                <a:gd name="T11" fmla="*/ 4 h 7"/>
                <a:gd name="T12" fmla="*/ 79 w 83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">
                  <a:moveTo>
                    <a:pt x="79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1" y="0"/>
                    <a:pt x="83" y="2"/>
                    <a:pt x="83" y="4"/>
                  </a:cubicBezTo>
                  <a:cubicBezTo>
                    <a:pt x="83" y="6"/>
                    <a:pt x="81" y="7"/>
                    <a:pt x="79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12" name="Freeform 344">
              <a:extLst>
                <a:ext uri="{FF2B5EF4-FFF2-40B4-BE49-F238E27FC236}">
                  <a16:creationId xmlns:a16="http://schemas.microsoft.com/office/drawing/2014/main" id="{4B21D2F2-06CE-4632-8BBF-B93DBEE3D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1513" y="2501901"/>
              <a:ext cx="150813" cy="19050"/>
            </a:xfrm>
            <a:custGeom>
              <a:avLst/>
              <a:gdLst>
                <a:gd name="T0" fmla="*/ 52 w 56"/>
                <a:gd name="T1" fmla="*/ 7 h 7"/>
                <a:gd name="T2" fmla="*/ 4 w 56"/>
                <a:gd name="T3" fmla="*/ 7 h 7"/>
                <a:gd name="T4" fmla="*/ 0 w 56"/>
                <a:gd name="T5" fmla="*/ 3 h 7"/>
                <a:gd name="T6" fmla="*/ 4 w 56"/>
                <a:gd name="T7" fmla="*/ 0 h 7"/>
                <a:gd name="T8" fmla="*/ 52 w 56"/>
                <a:gd name="T9" fmla="*/ 0 h 7"/>
                <a:gd name="T10" fmla="*/ 56 w 56"/>
                <a:gd name="T11" fmla="*/ 3 h 7"/>
                <a:gd name="T12" fmla="*/ 52 w 5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7">
                  <a:moveTo>
                    <a:pt x="52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1"/>
                    <a:pt x="56" y="3"/>
                  </a:cubicBezTo>
                  <a:cubicBezTo>
                    <a:pt x="56" y="5"/>
                    <a:pt x="54" y="7"/>
                    <a:pt x="52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13" name="Freeform 345">
              <a:extLst>
                <a:ext uri="{FF2B5EF4-FFF2-40B4-BE49-F238E27FC236}">
                  <a16:creationId xmlns:a16="http://schemas.microsoft.com/office/drawing/2014/main" id="{C343E638-DE81-48BE-AAEF-88455F6AD6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6738" y="2090738"/>
              <a:ext cx="166688" cy="371475"/>
            </a:xfrm>
            <a:custGeom>
              <a:avLst/>
              <a:gdLst>
                <a:gd name="T0" fmla="*/ 37 w 61"/>
                <a:gd name="T1" fmla="*/ 137 h 137"/>
                <a:gd name="T2" fmla="*/ 34 w 61"/>
                <a:gd name="T3" fmla="*/ 134 h 137"/>
                <a:gd name="T4" fmla="*/ 2 w 61"/>
                <a:gd name="T5" fmla="*/ 20 h 137"/>
                <a:gd name="T6" fmla="*/ 12 w 61"/>
                <a:gd name="T7" fmla="*/ 2 h 137"/>
                <a:gd name="T8" fmla="*/ 29 w 61"/>
                <a:gd name="T9" fmla="*/ 12 h 137"/>
                <a:gd name="T10" fmla="*/ 61 w 61"/>
                <a:gd name="T11" fmla="*/ 127 h 137"/>
                <a:gd name="T12" fmla="*/ 60 w 61"/>
                <a:gd name="T13" fmla="*/ 130 h 137"/>
                <a:gd name="T14" fmla="*/ 58 w 61"/>
                <a:gd name="T15" fmla="*/ 131 h 137"/>
                <a:gd name="T16" fmla="*/ 38 w 61"/>
                <a:gd name="T17" fmla="*/ 137 h 137"/>
                <a:gd name="T18" fmla="*/ 37 w 61"/>
                <a:gd name="T19" fmla="*/ 137 h 137"/>
                <a:gd name="T20" fmla="*/ 16 w 61"/>
                <a:gd name="T21" fmla="*/ 9 h 137"/>
                <a:gd name="T22" fmla="*/ 14 w 61"/>
                <a:gd name="T23" fmla="*/ 9 h 137"/>
                <a:gd name="T24" fmla="*/ 9 w 61"/>
                <a:gd name="T25" fmla="*/ 18 h 137"/>
                <a:gd name="T26" fmla="*/ 40 w 61"/>
                <a:gd name="T27" fmla="*/ 129 h 137"/>
                <a:gd name="T28" fmla="*/ 53 w 61"/>
                <a:gd name="T29" fmla="*/ 125 h 137"/>
                <a:gd name="T30" fmla="*/ 22 w 61"/>
                <a:gd name="T31" fmla="*/ 14 h 137"/>
                <a:gd name="T32" fmla="*/ 16 w 61"/>
                <a:gd name="T33" fmla="*/ 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1" h="137">
                  <a:moveTo>
                    <a:pt x="37" y="137"/>
                  </a:moveTo>
                  <a:cubicBezTo>
                    <a:pt x="36" y="137"/>
                    <a:pt x="34" y="136"/>
                    <a:pt x="34" y="134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0" y="12"/>
                    <a:pt x="4" y="4"/>
                    <a:pt x="12" y="2"/>
                  </a:cubicBezTo>
                  <a:cubicBezTo>
                    <a:pt x="19" y="0"/>
                    <a:pt x="27" y="5"/>
                    <a:pt x="29" y="12"/>
                  </a:cubicBezTo>
                  <a:cubicBezTo>
                    <a:pt x="61" y="127"/>
                    <a:pt x="61" y="127"/>
                    <a:pt x="61" y="127"/>
                  </a:cubicBezTo>
                  <a:cubicBezTo>
                    <a:pt x="61" y="128"/>
                    <a:pt x="61" y="129"/>
                    <a:pt x="60" y="130"/>
                  </a:cubicBezTo>
                  <a:cubicBezTo>
                    <a:pt x="60" y="130"/>
                    <a:pt x="59" y="131"/>
                    <a:pt x="58" y="131"/>
                  </a:cubicBezTo>
                  <a:cubicBezTo>
                    <a:pt x="38" y="137"/>
                    <a:pt x="38" y="137"/>
                    <a:pt x="38" y="137"/>
                  </a:cubicBezTo>
                  <a:cubicBezTo>
                    <a:pt x="38" y="137"/>
                    <a:pt x="38" y="137"/>
                    <a:pt x="37" y="137"/>
                  </a:cubicBezTo>
                  <a:close/>
                  <a:moveTo>
                    <a:pt x="16" y="9"/>
                  </a:moveTo>
                  <a:cubicBezTo>
                    <a:pt x="15" y="9"/>
                    <a:pt x="14" y="9"/>
                    <a:pt x="14" y="9"/>
                  </a:cubicBezTo>
                  <a:cubicBezTo>
                    <a:pt x="10" y="10"/>
                    <a:pt x="8" y="14"/>
                    <a:pt x="9" y="18"/>
                  </a:cubicBezTo>
                  <a:cubicBezTo>
                    <a:pt x="40" y="129"/>
                    <a:pt x="40" y="129"/>
                    <a:pt x="40" y="129"/>
                  </a:cubicBezTo>
                  <a:cubicBezTo>
                    <a:pt x="53" y="125"/>
                    <a:pt x="53" y="125"/>
                    <a:pt x="53" y="125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1"/>
                    <a:pt x="19" y="9"/>
                    <a:pt x="16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14" name="Freeform 346">
              <a:extLst>
                <a:ext uri="{FF2B5EF4-FFF2-40B4-BE49-F238E27FC236}">
                  <a16:creationId xmlns:a16="http://schemas.microsoft.com/office/drawing/2014/main" id="{BD9F100C-2C8A-42B2-9035-8CB2AD0BF4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37225" y="2427288"/>
              <a:ext cx="76200" cy="93663"/>
            </a:xfrm>
            <a:custGeom>
              <a:avLst/>
              <a:gdLst>
                <a:gd name="T0" fmla="*/ 21 w 28"/>
                <a:gd name="T1" fmla="*/ 35 h 35"/>
                <a:gd name="T2" fmla="*/ 18 w 28"/>
                <a:gd name="T3" fmla="*/ 34 h 35"/>
                <a:gd name="T4" fmla="*/ 1 w 28"/>
                <a:gd name="T5" fmla="*/ 11 h 35"/>
                <a:gd name="T6" fmla="*/ 1 w 28"/>
                <a:gd name="T7" fmla="*/ 8 h 35"/>
                <a:gd name="T8" fmla="*/ 3 w 28"/>
                <a:gd name="T9" fmla="*/ 6 h 35"/>
                <a:gd name="T10" fmla="*/ 23 w 28"/>
                <a:gd name="T11" fmla="*/ 0 h 35"/>
                <a:gd name="T12" fmla="*/ 27 w 28"/>
                <a:gd name="T13" fmla="*/ 1 h 35"/>
                <a:gd name="T14" fmla="*/ 28 w 28"/>
                <a:gd name="T15" fmla="*/ 4 h 35"/>
                <a:gd name="T16" fmla="*/ 25 w 28"/>
                <a:gd name="T17" fmla="*/ 32 h 35"/>
                <a:gd name="T18" fmla="*/ 22 w 28"/>
                <a:gd name="T19" fmla="*/ 35 h 35"/>
                <a:gd name="T20" fmla="*/ 21 w 28"/>
                <a:gd name="T21" fmla="*/ 35 h 35"/>
                <a:gd name="T22" fmla="*/ 10 w 28"/>
                <a:gd name="T23" fmla="*/ 11 h 35"/>
                <a:gd name="T24" fmla="*/ 19 w 28"/>
                <a:gd name="T25" fmla="*/ 22 h 35"/>
                <a:gd name="T26" fmla="*/ 20 w 28"/>
                <a:gd name="T27" fmla="*/ 9 h 35"/>
                <a:gd name="T28" fmla="*/ 10 w 28"/>
                <a:gd name="T29" fmla="*/ 1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35">
                  <a:moveTo>
                    <a:pt x="21" y="35"/>
                  </a:moveTo>
                  <a:cubicBezTo>
                    <a:pt x="20" y="35"/>
                    <a:pt x="19" y="35"/>
                    <a:pt x="18" y="34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0"/>
                    <a:pt x="0" y="9"/>
                    <a:pt x="1" y="8"/>
                  </a:cubicBezTo>
                  <a:cubicBezTo>
                    <a:pt x="1" y="7"/>
                    <a:pt x="2" y="6"/>
                    <a:pt x="3" y="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4" y="0"/>
                    <a:pt x="26" y="0"/>
                    <a:pt x="27" y="1"/>
                  </a:cubicBezTo>
                  <a:cubicBezTo>
                    <a:pt x="27" y="2"/>
                    <a:pt x="28" y="3"/>
                    <a:pt x="28" y="4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4" y="35"/>
                    <a:pt x="22" y="35"/>
                  </a:cubicBezTo>
                  <a:cubicBezTo>
                    <a:pt x="22" y="35"/>
                    <a:pt x="21" y="35"/>
                    <a:pt x="21" y="35"/>
                  </a:cubicBezTo>
                  <a:close/>
                  <a:moveTo>
                    <a:pt x="10" y="11"/>
                  </a:moveTo>
                  <a:cubicBezTo>
                    <a:pt x="19" y="22"/>
                    <a:pt x="19" y="22"/>
                    <a:pt x="19" y="22"/>
                  </a:cubicBezTo>
                  <a:cubicBezTo>
                    <a:pt x="20" y="9"/>
                    <a:pt x="20" y="9"/>
                    <a:pt x="20" y="9"/>
                  </a:cubicBezTo>
                  <a:lnTo>
                    <a:pt x="1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15" name="Freeform 347">
              <a:extLst>
                <a:ext uri="{FF2B5EF4-FFF2-40B4-BE49-F238E27FC236}">
                  <a16:creationId xmlns:a16="http://schemas.microsoft.com/office/drawing/2014/main" id="{EF9C0EA9-6A31-49A4-9351-29323AB97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7688" y="2149476"/>
              <a:ext cx="52388" cy="168275"/>
            </a:xfrm>
            <a:custGeom>
              <a:avLst/>
              <a:gdLst>
                <a:gd name="T0" fmla="*/ 15 w 19"/>
                <a:gd name="T1" fmla="*/ 62 h 62"/>
                <a:gd name="T2" fmla="*/ 12 w 19"/>
                <a:gd name="T3" fmla="*/ 59 h 62"/>
                <a:gd name="T4" fmla="*/ 2 w 19"/>
                <a:gd name="T5" fmla="*/ 22 h 62"/>
                <a:gd name="T6" fmla="*/ 3 w 19"/>
                <a:gd name="T7" fmla="*/ 9 h 62"/>
                <a:gd name="T8" fmla="*/ 14 w 19"/>
                <a:gd name="T9" fmla="*/ 1 h 62"/>
                <a:gd name="T10" fmla="*/ 18 w 19"/>
                <a:gd name="T11" fmla="*/ 3 h 62"/>
                <a:gd name="T12" fmla="*/ 16 w 19"/>
                <a:gd name="T13" fmla="*/ 8 h 62"/>
                <a:gd name="T14" fmla="*/ 9 w 19"/>
                <a:gd name="T15" fmla="*/ 13 h 62"/>
                <a:gd name="T16" fmla="*/ 9 w 19"/>
                <a:gd name="T17" fmla="*/ 20 h 62"/>
                <a:gd name="T18" fmla="*/ 19 w 19"/>
                <a:gd name="T19" fmla="*/ 57 h 62"/>
                <a:gd name="T20" fmla="*/ 16 w 19"/>
                <a:gd name="T21" fmla="*/ 62 h 62"/>
                <a:gd name="T22" fmla="*/ 15 w 19"/>
                <a:gd name="T23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62">
                  <a:moveTo>
                    <a:pt x="15" y="62"/>
                  </a:moveTo>
                  <a:cubicBezTo>
                    <a:pt x="14" y="62"/>
                    <a:pt x="12" y="61"/>
                    <a:pt x="12" y="59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18"/>
                    <a:pt x="1" y="13"/>
                    <a:pt x="3" y="9"/>
                  </a:cubicBezTo>
                  <a:cubicBezTo>
                    <a:pt x="5" y="5"/>
                    <a:pt x="9" y="2"/>
                    <a:pt x="14" y="1"/>
                  </a:cubicBezTo>
                  <a:cubicBezTo>
                    <a:pt x="16" y="0"/>
                    <a:pt x="18" y="1"/>
                    <a:pt x="18" y="3"/>
                  </a:cubicBezTo>
                  <a:cubicBezTo>
                    <a:pt x="19" y="5"/>
                    <a:pt x="18" y="7"/>
                    <a:pt x="16" y="8"/>
                  </a:cubicBezTo>
                  <a:cubicBezTo>
                    <a:pt x="13" y="9"/>
                    <a:pt x="11" y="10"/>
                    <a:pt x="9" y="13"/>
                  </a:cubicBezTo>
                  <a:cubicBezTo>
                    <a:pt x="8" y="15"/>
                    <a:pt x="8" y="18"/>
                    <a:pt x="9" y="20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9" y="59"/>
                    <a:pt x="18" y="61"/>
                    <a:pt x="16" y="62"/>
                  </a:cubicBezTo>
                  <a:cubicBezTo>
                    <a:pt x="16" y="62"/>
                    <a:pt x="15" y="62"/>
                    <a:pt x="15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sp>
          <p:nvSpPr>
            <p:cNvPr id="216" name="Freeform 348">
              <a:extLst>
                <a:ext uri="{FF2B5EF4-FFF2-40B4-BE49-F238E27FC236}">
                  <a16:creationId xmlns:a16="http://schemas.microsoft.com/office/drawing/2014/main" id="{D52D7429-263F-4021-887B-0F94DA661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0400" y="2022476"/>
              <a:ext cx="417513" cy="536575"/>
            </a:xfrm>
            <a:custGeom>
              <a:avLst/>
              <a:gdLst>
                <a:gd name="T0" fmla="*/ 150 w 154"/>
                <a:gd name="T1" fmla="*/ 198 h 198"/>
                <a:gd name="T2" fmla="*/ 107 w 154"/>
                <a:gd name="T3" fmla="*/ 198 h 198"/>
                <a:gd name="T4" fmla="*/ 104 w 154"/>
                <a:gd name="T5" fmla="*/ 196 h 198"/>
                <a:gd name="T6" fmla="*/ 105 w 154"/>
                <a:gd name="T7" fmla="*/ 192 h 198"/>
                <a:gd name="T8" fmla="*/ 129 w 154"/>
                <a:gd name="T9" fmla="*/ 173 h 198"/>
                <a:gd name="T10" fmla="*/ 129 w 154"/>
                <a:gd name="T11" fmla="*/ 21 h 198"/>
                <a:gd name="T12" fmla="*/ 3 w 154"/>
                <a:gd name="T13" fmla="*/ 21 h 198"/>
                <a:gd name="T14" fmla="*/ 0 w 154"/>
                <a:gd name="T15" fmla="*/ 17 h 198"/>
                <a:gd name="T16" fmla="*/ 0 w 154"/>
                <a:gd name="T17" fmla="*/ 4 h 198"/>
                <a:gd name="T18" fmla="*/ 3 w 154"/>
                <a:gd name="T19" fmla="*/ 0 h 198"/>
                <a:gd name="T20" fmla="*/ 150 w 154"/>
                <a:gd name="T21" fmla="*/ 0 h 198"/>
                <a:gd name="T22" fmla="*/ 154 w 154"/>
                <a:gd name="T23" fmla="*/ 4 h 198"/>
                <a:gd name="T24" fmla="*/ 154 w 154"/>
                <a:gd name="T25" fmla="*/ 195 h 198"/>
                <a:gd name="T26" fmla="*/ 150 w 154"/>
                <a:gd name="T27" fmla="*/ 198 h 198"/>
                <a:gd name="T28" fmla="*/ 118 w 154"/>
                <a:gd name="T29" fmla="*/ 191 h 198"/>
                <a:gd name="T30" fmla="*/ 146 w 154"/>
                <a:gd name="T31" fmla="*/ 191 h 198"/>
                <a:gd name="T32" fmla="*/ 146 w 154"/>
                <a:gd name="T33" fmla="*/ 7 h 198"/>
                <a:gd name="T34" fmla="*/ 7 w 154"/>
                <a:gd name="T35" fmla="*/ 7 h 198"/>
                <a:gd name="T36" fmla="*/ 7 w 154"/>
                <a:gd name="T37" fmla="*/ 14 h 198"/>
                <a:gd name="T38" fmla="*/ 133 w 154"/>
                <a:gd name="T39" fmla="*/ 14 h 198"/>
                <a:gd name="T40" fmla="*/ 137 w 154"/>
                <a:gd name="T41" fmla="*/ 17 h 198"/>
                <a:gd name="T42" fmla="*/ 137 w 154"/>
                <a:gd name="T43" fmla="*/ 175 h 198"/>
                <a:gd name="T44" fmla="*/ 135 w 154"/>
                <a:gd name="T45" fmla="*/ 178 h 198"/>
                <a:gd name="T46" fmla="*/ 118 w 154"/>
                <a:gd name="T47" fmla="*/ 191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4" h="198">
                  <a:moveTo>
                    <a:pt x="150" y="198"/>
                  </a:moveTo>
                  <a:cubicBezTo>
                    <a:pt x="107" y="198"/>
                    <a:pt x="107" y="198"/>
                    <a:pt x="107" y="198"/>
                  </a:cubicBezTo>
                  <a:cubicBezTo>
                    <a:pt x="106" y="198"/>
                    <a:pt x="104" y="197"/>
                    <a:pt x="104" y="196"/>
                  </a:cubicBezTo>
                  <a:cubicBezTo>
                    <a:pt x="103" y="194"/>
                    <a:pt x="104" y="193"/>
                    <a:pt x="105" y="192"/>
                  </a:cubicBezTo>
                  <a:cubicBezTo>
                    <a:pt x="113" y="185"/>
                    <a:pt x="122" y="179"/>
                    <a:pt x="129" y="173"/>
                  </a:cubicBezTo>
                  <a:cubicBezTo>
                    <a:pt x="129" y="21"/>
                    <a:pt x="129" y="21"/>
                    <a:pt x="129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19"/>
                    <a:pt x="0" y="1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2" y="0"/>
                    <a:pt x="154" y="2"/>
                    <a:pt x="154" y="4"/>
                  </a:cubicBezTo>
                  <a:cubicBezTo>
                    <a:pt x="154" y="195"/>
                    <a:pt x="154" y="195"/>
                    <a:pt x="154" y="195"/>
                  </a:cubicBezTo>
                  <a:cubicBezTo>
                    <a:pt x="154" y="197"/>
                    <a:pt x="152" y="198"/>
                    <a:pt x="150" y="198"/>
                  </a:cubicBezTo>
                  <a:close/>
                  <a:moveTo>
                    <a:pt x="118" y="191"/>
                  </a:moveTo>
                  <a:cubicBezTo>
                    <a:pt x="146" y="191"/>
                    <a:pt x="146" y="191"/>
                    <a:pt x="146" y="191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133" y="14"/>
                    <a:pt x="133" y="14"/>
                    <a:pt x="133" y="14"/>
                  </a:cubicBezTo>
                  <a:cubicBezTo>
                    <a:pt x="135" y="14"/>
                    <a:pt x="137" y="15"/>
                    <a:pt x="137" y="17"/>
                  </a:cubicBezTo>
                  <a:cubicBezTo>
                    <a:pt x="137" y="175"/>
                    <a:pt x="137" y="175"/>
                    <a:pt x="137" y="175"/>
                  </a:cubicBezTo>
                  <a:cubicBezTo>
                    <a:pt x="137" y="176"/>
                    <a:pt x="136" y="177"/>
                    <a:pt x="135" y="178"/>
                  </a:cubicBezTo>
                  <a:cubicBezTo>
                    <a:pt x="130" y="182"/>
                    <a:pt x="124" y="186"/>
                    <a:pt x="118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</p:grpSp>
      <p:grpSp>
        <p:nvGrpSpPr>
          <p:cNvPr id="217" name="Group 216"/>
          <p:cNvGrpSpPr/>
          <p:nvPr/>
        </p:nvGrpSpPr>
        <p:grpSpPr>
          <a:xfrm>
            <a:off x="10652021" y="5757635"/>
            <a:ext cx="289429" cy="160717"/>
            <a:chOff x="8382336" y="2252567"/>
            <a:chExt cx="660400" cy="366713"/>
          </a:xfrm>
          <a:solidFill>
            <a:schemeClr val="bg1"/>
          </a:solidFill>
        </p:grpSpPr>
        <p:sp>
          <p:nvSpPr>
            <p:cNvPr id="218" name="Freeform 345"/>
            <p:cNvSpPr>
              <a:spLocks noEditPoints="1"/>
            </p:cNvSpPr>
            <p:nvPr/>
          </p:nvSpPr>
          <p:spPr bwMode="auto">
            <a:xfrm>
              <a:off x="8856998" y="2487517"/>
              <a:ext cx="133350" cy="131763"/>
            </a:xfrm>
            <a:custGeom>
              <a:avLst/>
              <a:gdLst>
                <a:gd name="T0" fmla="*/ 25 w 49"/>
                <a:gd name="T1" fmla="*/ 49 h 49"/>
                <a:gd name="T2" fmla="*/ 0 w 49"/>
                <a:gd name="T3" fmla="*/ 25 h 49"/>
                <a:gd name="T4" fmla="*/ 25 w 49"/>
                <a:gd name="T5" fmla="*/ 0 h 49"/>
                <a:gd name="T6" fmla="*/ 49 w 49"/>
                <a:gd name="T7" fmla="*/ 25 h 49"/>
                <a:gd name="T8" fmla="*/ 25 w 49"/>
                <a:gd name="T9" fmla="*/ 49 h 49"/>
                <a:gd name="T10" fmla="*/ 25 w 49"/>
                <a:gd name="T11" fmla="*/ 8 h 49"/>
                <a:gd name="T12" fmla="*/ 8 w 49"/>
                <a:gd name="T13" fmla="*/ 25 h 49"/>
                <a:gd name="T14" fmla="*/ 25 w 49"/>
                <a:gd name="T15" fmla="*/ 42 h 49"/>
                <a:gd name="T16" fmla="*/ 41 w 49"/>
                <a:gd name="T17" fmla="*/ 25 h 49"/>
                <a:gd name="T18" fmla="*/ 25 w 49"/>
                <a:gd name="T19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49">
                  <a:moveTo>
                    <a:pt x="25" y="49"/>
                  </a:moveTo>
                  <a:cubicBezTo>
                    <a:pt x="11" y="49"/>
                    <a:pt x="0" y="38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8" y="0"/>
                    <a:pt x="49" y="11"/>
                    <a:pt x="49" y="25"/>
                  </a:cubicBezTo>
                  <a:cubicBezTo>
                    <a:pt x="49" y="38"/>
                    <a:pt x="38" y="49"/>
                    <a:pt x="25" y="49"/>
                  </a:cubicBezTo>
                  <a:close/>
                  <a:moveTo>
                    <a:pt x="25" y="8"/>
                  </a:moveTo>
                  <a:cubicBezTo>
                    <a:pt x="15" y="8"/>
                    <a:pt x="8" y="16"/>
                    <a:pt x="8" y="25"/>
                  </a:cubicBezTo>
                  <a:cubicBezTo>
                    <a:pt x="8" y="34"/>
                    <a:pt x="15" y="42"/>
                    <a:pt x="25" y="42"/>
                  </a:cubicBezTo>
                  <a:cubicBezTo>
                    <a:pt x="34" y="42"/>
                    <a:pt x="41" y="34"/>
                    <a:pt x="41" y="25"/>
                  </a:cubicBezTo>
                  <a:cubicBezTo>
                    <a:pt x="41" y="16"/>
                    <a:pt x="34" y="8"/>
                    <a:pt x="2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346"/>
            <p:cNvSpPr>
              <a:spLocks noEditPoints="1"/>
            </p:cNvSpPr>
            <p:nvPr/>
          </p:nvSpPr>
          <p:spPr bwMode="auto">
            <a:xfrm>
              <a:off x="8382336" y="2252567"/>
              <a:ext cx="423863" cy="312738"/>
            </a:xfrm>
            <a:custGeom>
              <a:avLst/>
              <a:gdLst>
                <a:gd name="T0" fmla="*/ 152 w 156"/>
                <a:gd name="T1" fmla="*/ 116 h 116"/>
                <a:gd name="T2" fmla="*/ 70 w 156"/>
                <a:gd name="T3" fmla="*/ 116 h 116"/>
                <a:gd name="T4" fmla="*/ 66 w 156"/>
                <a:gd name="T5" fmla="*/ 112 h 116"/>
                <a:gd name="T6" fmla="*/ 49 w 156"/>
                <a:gd name="T7" fmla="*/ 95 h 116"/>
                <a:gd name="T8" fmla="*/ 33 w 156"/>
                <a:gd name="T9" fmla="*/ 112 h 116"/>
                <a:gd name="T10" fmla="*/ 29 w 156"/>
                <a:gd name="T11" fmla="*/ 116 h 116"/>
                <a:gd name="T12" fmla="*/ 14 w 156"/>
                <a:gd name="T13" fmla="*/ 116 h 116"/>
                <a:gd name="T14" fmla="*/ 0 w 156"/>
                <a:gd name="T15" fmla="*/ 102 h 116"/>
                <a:gd name="T16" fmla="*/ 0 w 156"/>
                <a:gd name="T17" fmla="*/ 14 h 116"/>
                <a:gd name="T18" fmla="*/ 14 w 156"/>
                <a:gd name="T19" fmla="*/ 0 h 116"/>
                <a:gd name="T20" fmla="*/ 152 w 156"/>
                <a:gd name="T21" fmla="*/ 0 h 116"/>
                <a:gd name="T22" fmla="*/ 156 w 156"/>
                <a:gd name="T23" fmla="*/ 4 h 116"/>
                <a:gd name="T24" fmla="*/ 156 w 156"/>
                <a:gd name="T25" fmla="*/ 112 h 116"/>
                <a:gd name="T26" fmla="*/ 152 w 156"/>
                <a:gd name="T27" fmla="*/ 116 h 116"/>
                <a:gd name="T28" fmla="*/ 74 w 156"/>
                <a:gd name="T29" fmla="*/ 108 h 116"/>
                <a:gd name="T30" fmla="*/ 148 w 156"/>
                <a:gd name="T31" fmla="*/ 108 h 116"/>
                <a:gd name="T32" fmla="*/ 148 w 156"/>
                <a:gd name="T33" fmla="*/ 8 h 116"/>
                <a:gd name="T34" fmla="*/ 14 w 156"/>
                <a:gd name="T35" fmla="*/ 8 h 116"/>
                <a:gd name="T36" fmla="*/ 8 w 156"/>
                <a:gd name="T37" fmla="*/ 14 h 116"/>
                <a:gd name="T38" fmla="*/ 8 w 156"/>
                <a:gd name="T39" fmla="*/ 102 h 116"/>
                <a:gd name="T40" fmla="*/ 14 w 156"/>
                <a:gd name="T41" fmla="*/ 108 h 116"/>
                <a:gd name="T42" fmla="*/ 25 w 156"/>
                <a:gd name="T43" fmla="*/ 108 h 116"/>
                <a:gd name="T44" fmla="*/ 49 w 156"/>
                <a:gd name="T45" fmla="*/ 87 h 116"/>
                <a:gd name="T46" fmla="*/ 74 w 156"/>
                <a:gd name="T47" fmla="*/ 10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6" h="116">
                  <a:moveTo>
                    <a:pt x="152" y="116"/>
                  </a:moveTo>
                  <a:cubicBezTo>
                    <a:pt x="70" y="116"/>
                    <a:pt x="70" y="116"/>
                    <a:pt x="70" y="116"/>
                  </a:cubicBezTo>
                  <a:cubicBezTo>
                    <a:pt x="68" y="116"/>
                    <a:pt x="66" y="114"/>
                    <a:pt x="66" y="112"/>
                  </a:cubicBezTo>
                  <a:cubicBezTo>
                    <a:pt x="66" y="103"/>
                    <a:pt x="59" y="95"/>
                    <a:pt x="49" y="95"/>
                  </a:cubicBezTo>
                  <a:cubicBezTo>
                    <a:pt x="40" y="95"/>
                    <a:pt x="33" y="103"/>
                    <a:pt x="33" y="112"/>
                  </a:cubicBezTo>
                  <a:cubicBezTo>
                    <a:pt x="33" y="114"/>
                    <a:pt x="31" y="116"/>
                    <a:pt x="29" y="116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7" y="116"/>
                    <a:pt x="0" y="109"/>
                    <a:pt x="0" y="10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7" y="0"/>
                    <a:pt x="14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4" y="0"/>
                    <a:pt x="156" y="2"/>
                    <a:pt x="156" y="4"/>
                  </a:cubicBezTo>
                  <a:cubicBezTo>
                    <a:pt x="156" y="112"/>
                    <a:pt x="156" y="112"/>
                    <a:pt x="156" y="112"/>
                  </a:cubicBezTo>
                  <a:cubicBezTo>
                    <a:pt x="156" y="114"/>
                    <a:pt x="154" y="116"/>
                    <a:pt x="152" y="116"/>
                  </a:cubicBezTo>
                  <a:close/>
                  <a:moveTo>
                    <a:pt x="74" y="108"/>
                  </a:moveTo>
                  <a:cubicBezTo>
                    <a:pt x="148" y="108"/>
                    <a:pt x="148" y="108"/>
                    <a:pt x="148" y="10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1" y="8"/>
                    <a:pt x="8" y="10"/>
                    <a:pt x="8" y="14"/>
                  </a:cubicBezTo>
                  <a:cubicBezTo>
                    <a:pt x="8" y="102"/>
                    <a:pt x="8" y="102"/>
                    <a:pt x="8" y="102"/>
                  </a:cubicBezTo>
                  <a:cubicBezTo>
                    <a:pt x="8" y="105"/>
                    <a:pt x="11" y="108"/>
                    <a:pt x="14" y="108"/>
                  </a:cubicBezTo>
                  <a:cubicBezTo>
                    <a:pt x="25" y="108"/>
                    <a:pt x="25" y="108"/>
                    <a:pt x="25" y="108"/>
                  </a:cubicBezTo>
                  <a:cubicBezTo>
                    <a:pt x="27" y="96"/>
                    <a:pt x="37" y="87"/>
                    <a:pt x="49" y="87"/>
                  </a:cubicBezTo>
                  <a:cubicBezTo>
                    <a:pt x="62" y="87"/>
                    <a:pt x="72" y="96"/>
                    <a:pt x="74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347"/>
            <p:cNvSpPr>
              <a:spLocks noEditPoints="1"/>
            </p:cNvSpPr>
            <p:nvPr/>
          </p:nvSpPr>
          <p:spPr bwMode="auto">
            <a:xfrm>
              <a:off x="8450598" y="2487517"/>
              <a:ext cx="131763" cy="131763"/>
            </a:xfrm>
            <a:custGeom>
              <a:avLst/>
              <a:gdLst>
                <a:gd name="T0" fmla="*/ 24 w 49"/>
                <a:gd name="T1" fmla="*/ 49 h 49"/>
                <a:gd name="T2" fmla="*/ 0 w 49"/>
                <a:gd name="T3" fmla="*/ 25 h 49"/>
                <a:gd name="T4" fmla="*/ 24 w 49"/>
                <a:gd name="T5" fmla="*/ 0 h 49"/>
                <a:gd name="T6" fmla="*/ 49 w 49"/>
                <a:gd name="T7" fmla="*/ 25 h 49"/>
                <a:gd name="T8" fmla="*/ 24 w 49"/>
                <a:gd name="T9" fmla="*/ 49 h 49"/>
                <a:gd name="T10" fmla="*/ 24 w 49"/>
                <a:gd name="T11" fmla="*/ 8 h 49"/>
                <a:gd name="T12" fmla="*/ 8 w 49"/>
                <a:gd name="T13" fmla="*/ 25 h 49"/>
                <a:gd name="T14" fmla="*/ 24 w 49"/>
                <a:gd name="T15" fmla="*/ 42 h 49"/>
                <a:gd name="T16" fmla="*/ 41 w 49"/>
                <a:gd name="T17" fmla="*/ 25 h 49"/>
                <a:gd name="T18" fmla="*/ 24 w 49"/>
                <a:gd name="T19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49">
                  <a:moveTo>
                    <a:pt x="24" y="49"/>
                  </a:moveTo>
                  <a:cubicBezTo>
                    <a:pt x="11" y="49"/>
                    <a:pt x="0" y="38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9" y="11"/>
                    <a:pt x="49" y="25"/>
                  </a:cubicBezTo>
                  <a:cubicBezTo>
                    <a:pt x="49" y="38"/>
                    <a:pt x="38" y="49"/>
                    <a:pt x="24" y="49"/>
                  </a:cubicBezTo>
                  <a:close/>
                  <a:moveTo>
                    <a:pt x="24" y="8"/>
                  </a:moveTo>
                  <a:cubicBezTo>
                    <a:pt x="15" y="8"/>
                    <a:pt x="8" y="16"/>
                    <a:pt x="8" y="25"/>
                  </a:cubicBezTo>
                  <a:cubicBezTo>
                    <a:pt x="8" y="34"/>
                    <a:pt x="15" y="42"/>
                    <a:pt x="24" y="42"/>
                  </a:cubicBezTo>
                  <a:cubicBezTo>
                    <a:pt x="34" y="42"/>
                    <a:pt x="41" y="34"/>
                    <a:pt x="41" y="25"/>
                  </a:cubicBezTo>
                  <a:cubicBezTo>
                    <a:pt x="41" y="16"/>
                    <a:pt x="34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348"/>
            <p:cNvSpPr>
              <a:spLocks noEditPoints="1"/>
            </p:cNvSpPr>
            <p:nvPr/>
          </p:nvSpPr>
          <p:spPr bwMode="auto">
            <a:xfrm>
              <a:off x="8485523" y="2522442"/>
              <a:ext cx="61913" cy="61913"/>
            </a:xfrm>
            <a:custGeom>
              <a:avLst/>
              <a:gdLst>
                <a:gd name="T0" fmla="*/ 11 w 23"/>
                <a:gd name="T1" fmla="*/ 23 h 23"/>
                <a:gd name="T2" fmla="*/ 0 w 23"/>
                <a:gd name="T3" fmla="*/ 12 h 23"/>
                <a:gd name="T4" fmla="*/ 11 w 23"/>
                <a:gd name="T5" fmla="*/ 0 h 23"/>
                <a:gd name="T6" fmla="*/ 23 w 23"/>
                <a:gd name="T7" fmla="*/ 12 h 23"/>
                <a:gd name="T8" fmla="*/ 11 w 23"/>
                <a:gd name="T9" fmla="*/ 23 h 23"/>
                <a:gd name="T10" fmla="*/ 11 w 23"/>
                <a:gd name="T11" fmla="*/ 8 h 23"/>
                <a:gd name="T12" fmla="*/ 8 w 23"/>
                <a:gd name="T13" fmla="*/ 12 h 23"/>
                <a:gd name="T14" fmla="*/ 11 w 23"/>
                <a:gd name="T15" fmla="*/ 16 h 23"/>
                <a:gd name="T16" fmla="*/ 15 w 23"/>
                <a:gd name="T17" fmla="*/ 12 h 23"/>
                <a:gd name="T18" fmla="*/ 11 w 23"/>
                <a:gd name="T19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1" y="23"/>
                  </a:cubicBezTo>
                  <a:close/>
                  <a:moveTo>
                    <a:pt x="11" y="8"/>
                  </a:moveTo>
                  <a:cubicBezTo>
                    <a:pt x="9" y="8"/>
                    <a:pt x="8" y="10"/>
                    <a:pt x="8" y="12"/>
                  </a:cubicBezTo>
                  <a:cubicBezTo>
                    <a:pt x="8" y="14"/>
                    <a:pt x="9" y="16"/>
                    <a:pt x="11" y="16"/>
                  </a:cubicBezTo>
                  <a:cubicBezTo>
                    <a:pt x="14" y="16"/>
                    <a:pt x="15" y="14"/>
                    <a:pt x="15" y="12"/>
                  </a:cubicBezTo>
                  <a:cubicBezTo>
                    <a:pt x="15" y="10"/>
                    <a:pt x="14" y="8"/>
                    <a:pt x="1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349"/>
            <p:cNvSpPr>
              <a:spLocks noEditPoints="1"/>
            </p:cNvSpPr>
            <p:nvPr/>
          </p:nvSpPr>
          <p:spPr bwMode="auto">
            <a:xfrm>
              <a:off x="8783973" y="2273204"/>
              <a:ext cx="258763" cy="292100"/>
            </a:xfrm>
            <a:custGeom>
              <a:avLst/>
              <a:gdLst>
                <a:gd name="T0" fmla="*/ 85 w 95"/>
                <a:gd name="T1" fmla="*/ 108 h 108"/>
                <a:gd name="T2" fmla="*/ 72 w 95"/>
                <a:gd name="T3" fmla="*/ 108 h 108"/>
                <a:gd name="T4" fmla="*/ 68 w 95"/>
                <a:gd name="T5" fmla="*/ 104 h 108"/>
                <a:gd name="T6" fmla="*/ 52 w 95"/>
                <a:gd name="T7" fmla="*/ 87 h 108"/>
                <a:gd name="T8" fmla="*/ 35 w 95"/>
                <a:gd name="T9" fmla="*/ 104 h 108"/>
                <a:gd name="T10" fmla="*/ 31 w 95"/>
                <a:gd name="T11" fmla="*/ 108 h 108"/>
                <a:gd name="T12" fmla="*/ 4 w 95"/>
                <a:gd name="T13" fmla="*/ 108 h 108"/>
                <a:gd name="T14" fmla="*/ 0 w 95"/>
                <a:gd name="T15" fmla="*/ 104 h 108"/>
                <a:gd name="T16" fmla="*/ 0 w 95"/>
                <a:gd name="T17" fmla="*/ 3 h 108"/>
                <a:gd name="T18" fmla="*/ 4 w 95"/>
                <a:gd name="T19" fmla="*/ 0 h 108"/>
                <a:gd name="T20" fmla="*/ 43 w 95"/>
                <a:gd name="T21" fmla="*/ 0 h 108"/>
                <a:gd name="T22" fmla="*/ 47 w 95"/>
                <a:gd name="T23" fmla="*/ 2 h 108"/>
                <a:gd name="T24" fmla="*/ 69 w 95"/>
                <a:gd name="T25" fmla="*/ 50 h 108"/>
                <a:gd name="T26" fmla="*/ 83 w 95"/>
                <a:gd name="T27" fmla="*/ 57 h 108"/>
                <a:gd name="T28" fmla="*/ 86 w 95"/>
                <a:gd name="T29" fmla="*/ 60 h 108"/>
                <a:gd name="T30" fmla="*/ 86 w 95"/>
                <a:gd name="T31" fmla="*/ 87 h 108"/>
                <a:gd name="T32" fmla="*/ 95 w 95"/>
                <a:gd name="T33" fmla="*/ 97 h 108"/>
                <a:gd name="T34" fmla="*/ 85 w 95"/>
                <a:gd name="T35" fmla="*/ 108 h 108"/>
                <a:gd name="T36" fmla="*/ 76 w 95"/>
                <a:gd name="T37" fmla="*/ 100 h 108"/>
                <a:gd name="T38" fmla="*/ 85 w 95"/>
                <a:gd name="T39" fmla="*/ 100 h 108"/>
                <a:gd name="T40" fmla="*/ 88 w 95"/>
                <a:gd name="T41" fmla="*/ 97 h 108"/>
                <a:gd name="T42" fmla="*/ 85 w 95"/>
                <a:gd name="T43" fmla="*/ 94 h 108"/>
                <a:gd name="T44" fmla="*/ 82 w 95"/>
                <a:gd name="T45" fmla="*/ 94 h 108"/>
                <a:gd name="T46" fmla="*/ 78 w 95"/>
                <a:gd name="T47" fmla="*/ 91 h 108"/>
                <a:gd name="T48" fmla="*/ 78 w 95"/>
                <a:gd name="T49" fmla="*/ 63 h 108"/>
                <a:gd name="T50" fmla="*/ 64 w 95"/>
                <a:gd name="T51" fmla="*/ 56 h 108"/>
                <a:gd name="T52" fmla="*/ 63 w 95"/>
                <a:gd name="T53" fmla="*/ 54 h 108"/>
                <a:gd name="T54" fmla="*/ 41 w 95"/>
                <a:gd name="T55" fmla="*/ 7 h 108"/>
                <a:gd name="T56" fmla="*/ 8 w 95"/>
                <a:gd name="T57" fmla="*/ 7 h 108"/>
                <a:gd name="T58" fmla="*/ 8 w 95"/>
                <a:gd name="T59" fmla="*/ 100 h 108"/>
                <a:gd name="T60" fmla="*/ 28 w 95"/>
                <a:gd name="T61" fmla="*/ 100 h 108"/>
                <a:gd name="T62" fmla="*/ 52 w 95"/>
                <a:gd name="T63" fmla="*/ 79 h 108"/>
                <a:gd name="T64" fmla="*/ 76 w 95"/>
                <a:gd name="T65" fmla="*/ 10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" h="108">
                  <a:moveTo>
                    <a:pt x="85" y="108"/>
                  </a:moveTo>
                  <a:cubicBezTo>
                    <a:pt x="72" y="108"/>
                    <a:pt x="72" y="108"/>
                    <a:pt x="72" y="108"/>
                  </a:cubicBezTo>
                  <a:cubicBezTo>
                    <a:pt x="70" y="108"/>
                    <a:pt x="68" y="106"/>
                    <a:pt x="68" y="104"/>
                  </a:cubicBezTo>
                  <a:cubicBezTo>
                    <a:pt x="68" y="95"/>
                    <a:pt x="61" y="87"/>
                    <a:pt x="52" y="87"/>
                  </a:cubicBezTo>
                  <a:cubicBezTo>
                    <a:pt x="42" y="87"/>
                    <a:pt x="35" y="95"/>
                    <a:pt x="35" y="104"/>
                  </a:cubicBezTo>
                  <a:cubicBezTo>
                    <a:pt x="35" y="106"/>
                    <a:pt x="33" y="108"/>
                    <a:pt x="31" y="108"/>
                  </a:cubicBezTo>
                  <a:cubicBezTo>
                    <a:pt x="4" y="108"/>
                    <a:pt x="4" y="108"/>
                    <a:pt x="4" y="108"/>
                  </a:cubicBezTo>
                  <a:cubicBezTo>
                    <a:pt x="2" y="108"/>
                    <a:pt x="0" y="106"/>
                    <a:pt x="0" y="10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5" y="0"/>
                    <a:pt x="46" y="0"/>
                    <a:pt x="47" y="2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5" y="57"/>
                    <a:pt x="86" y="59"/>
                    <a:pt x="86" y="60"/>
                  </a:cubicBezTo>
                  <a:cubicBezTo>
                    <a:pt x="86" y="87"/>
                    <a:pt x="86" y="87"/>
                    <a:pt x="86" y="87"/>
                  </a:cubicBezTo>
                  <a:cubicBezTo>
                    <a:pt x="91" y="87"/>
                    <a:pt x="95" y="92"/>
                    <a:pt x="95" y="97"/>
                  </a:cubicBezTo>
                  <a:cubicBezTo>
                    <a:pt x="95" y="103"/>
                    <a:pt x="90" y="108"/>
                    <a:pt x="85" y="108"/>
                  </a:cubicBezTo>
                  <a:close/>
                  <a:moveTo>
                    <a:pt x="76" y="100"/>
                  </a:moveTo>
                  <a:cubicBezTo>
                    <a:pt x="85" y="100"/>
                    <a:pt x="85" y="100"/>
                    <a:pt x="85" y="100"/>
                  </a:cubicBezTo>
                  <a:cubicBezTo>
                    <a:pt x="86" y="100"/>
                    <a:pt x="88" y="99"/>
                    <a:pt x="88" y="97"/>
                  </a:cubicBezTo>
                  <a:cubicBezTo>
                    <a:pt x="88" y="96"/>
                    <a:pt x="86" y="94"/>
                    <a:pt x="85" y="94"/>
                  </a:cubicBezTo>
                  <a:cubicBezTo>
                    <a:pt x="82" y="94"/>
                    <a:pt x="82" y="94"/>
                    <a:pt x="82" y="94"/>
                  </a:cubicBezTo>
                  <a:cubicBezTo>
                    <a:pt x="80" y="94"/>
                    <a:pt x="78" y="93"/>
                    <a:pt x="78" y="91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64" y="56"/>
                    <a:pt x="64" y="56"/>
                    <a:pt x="64" y="56"/>
                  </a:cubicBezTo>
                  <a:cubicBezTo>
                    <a:pt x="64" y="56"/>
                    <a:pt x="63" y="55"/>
                    <a:pt x="63" y="54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9" y="88"/>
                    <a:pt x="39" y="79"/>
                    <a:pt x="52" y="79"/>
                  </a:cubicBezTo>
                  <a:cubicBezTo>
                    <a:pt x="64" y="79"/>
                    <a:pt x="74" y="88"/>
                    <a:pt x="76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350"/>
            <p:cNvSpPr>
              <a:spLocks/>
            </p:cNvSpPr>
            <p:nvPr/>
          </p:nvSpPr>
          <p:spPr bwMode="auto">
            <a:xfrm>
              <a:off x="8960186" y="2509742"/>
              <a:ext cx="57150" cy="19050"/>
            </a:xfrm>
            <a:custGeom>
              <a:avLst/>
              <a:gdLst>
                <a:gd name="T0" fmla="*/ 17 w 21"/>
                <a:gd name="T1" fmla="*/ 7 h 7"/>
                <a:gd name="T2" fmla="*/ 3 w 21"/>
                <a:gd name="T3" fmla="*/ 7 h 7"/>
                <a:gd name="T4" fmla="*/ 0 w 21"/>
                <a:gd name="T5" fmla="*/ 4 h 7"/>
                <a:gd name="T6" fmla="*/ 3 w 21"/>
                <a:gd name="T7" fmla="*/ 0 h 7"/>
                <a:gd name="T8" fmla="*/ 17 w 21"/>
                <a:gd name="T9" fmla="*/ 0 h 7"/>
                <a:gd name="T10" fmla="*/ 21 w 21"/>
                <a:gd name="T11" fmla="*/ 4 h 7"/>
                <a:gd name="T12" fmla="*/ 17 w 21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7">
                  <a:moveTo>
                    <a:pt x="17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2"/>
                    <a:pt x="21" y="4"/>
                  </a:cubicBezTo>
                  <a:cubicBezTo>
                    <a:pt x="21" y="6"/>
                    <a:pt x="19" y="7"/>
                    <a:pt x="1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351"/>
            <p:cNvSpPr>
              <a:spLocks noEditPoints="1"/>
            </p:cNvSpPr>
            <p:nvPr/>
          </p:nvSpPr>
          <p:spPr bwMode="auto">
            <a:xfrm>
              <a:off x="8893511" y="2522442"/>
              <a:ext cx="61913" cy="61913"/>
            </a:xfrm>
            <a:custGeom>
              <a:avLst/>
              <a:gdLst>
                <a:gd name="T0" fmla="*/ 12 w 23"/>
                <a:gd name="T1" fmla="*/ 23 h 23"/>
                <a:gd name="T2" fmla="*/ 0 w 23"/>
                <a:gd name="T3" fmla="*/ 12 h 23"/>
                <a:gd name="T4" fmla="*/ 12 w 23"/>
                <a:gd name="T5" fmla="*/ 0 h 23"/>
                <a:gd name="T6" fmla="*/ 23 w 23"/>
                <a:gd name="T7" fmla="*/ 12 h 23"/>
                <a:gd name="T8" fmla="*/ 12 w 23"/>
                <a:gd name="T9" fmla="*/ 23 h 23"/>
                <a:gd name="T10" fmla="*/ 12 w 23"/>
                <a:gd name="T11" fmla="*/ 8 h 23"/>
                <a:gd name="T12" fmla="*/ 8 w 23"/>
                <a:gd name="T13" fmla="*/ 12 h 23"/>
                <a:gd name="T14" fmla="*/ 12 w 23"/>
                <a:gd name="T15" fmla="*/ 16 h 23"/>
                <a:gd name="T16" fmla="*/ 16 w 23"/>
                <a:gd name="T17" fmla="*/ 12 h 23"/>
                <a:gd name="T18" fmla="*/ 12 w 23"/>
                <a:gd name="T19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8"/>
                  </a:moveTo>
                  <a:cubicBezTo>
                    <a:pt x="9" y="8"/>
                    <a:pt x="8" y="10"/>
                    <a:pt x="8" y="12"/>
                  </a:cubicBezTo>
                  <a:cubicBezTo>
                    <a:pt x="8" y="14"/>
                    <a:pt x="9" y="16"/>
                    <a:pt x="12" y="16"/>
                  </a:cubicBezTo>
                  <a:cubicBezTo>
                    <a:pt x="14" y="16"/>
                    <a:pt x="16" y="14"/>
                    <a:pt x="16" y="12"/>
                  </a:cubicBezTo>
                  <a:cubicBezTo>
                    <a:pt x="16" y="10"/>
                    <a:pt x="14" y="8"/>
                    <a:pt x="1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352"/>
            <p:cNvSpPr>
              <a:spLocks/>
            </p:cNvSpPr>
            <p:nvPr/>
          </p:nvSpPr>
          <p:spPr bwMode="auto">
            <a:xfrm>
              <a:off x="8783973" y="2308129"/>
              <a:ext cx="147638" cy="117475"/>
            </a:xfrm>
            <a:custGeom>
              <a:avLst/>
              <a:gdLst>
                <a:gd name="T0" fmla="*/ 50 w 54"/>
                <a:gd name="T1" fmla="*/ 43 h 43"/>
                <a:gd name="T2" fmla="*/ 4 w 54"/>
                <a:gd name="T3" fmla="*/ 43 h 43"/>
                <a:gd name="T4" fmla="*/ 0 w 54"/>
                <a:gd name="T5" fmla="*/ 40 h 43"/>
                <a:gd name="T6" fmla="*/ 4 w 54"/>
                <a:gd name="T7" fmla="*/ 36 h 43"/>
                <a:gd name="T8" fmla="*/ 44 w 54"/>
                <a:gd name="T9" fmla="*/ 36 h 43"/>
                <a:gd name="T10" fmla="*/ 31 w 54"/>
                <a:gd name="T11" fmla="*/ 8 h 43"/>
                <a:gd name="T12" fmla="*/ 4 w 54"/>
                <a:gd name="T13" fmla="*/ 8 h 43"/>
                <a:gd name="T14" fmla="*/ 0 w 54"/>
                <a:gd name="T15" fmla="*/ 4 h 43"/>
                <a:gd name="T16" fmla="*/ 4 w 54"/>
                <a:gd name="T17" fmla="*/ 0 h 43"/>
                <a:gd name="T18" fmla="*/ 33 w 54"/>
                <a:gd name="T19" fmla="*/ 0 h 43"/>
                <a:gd name="T20" fmla="*/ 37 w 54"/>
                <a:gd name="T21" fmla="*/ 2 h 43"/>
                <a:gd name="T22" fmla="*/ 54 w 54"/>
                <a:gd name="T23" fmla="*/ 38 h 43"/>
                <a:gd name="T24" fmla="*/ 53 w 54"/>
                <a:gd name="T25" fmla="*/ 42 h 43"/>
                <a:gd name="T26" fmla="*/ 50 w 54"/>
                <a:gd name="T2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" h="43">
                  <a:moveTo>
                    <a:pt x="50" y="43"/>
                  </a:moveTo>
                  <a:cubicBezTo>
                    <a:pt x="4" y="43"/>
                    <a:pt x="4" y="43"/>
                    <a:pt x="4" y="43"/>
                  </a:cubicBezTo>
                  <a:cubicBezTo>
                    <a:pt x="2" y="43"/>
                    <a:pt x="0" y="42"/>
                    <a:pt x="0" y="40"/>
                  </a:cubicBezTo>
                  <a:cubicBezTo>
                    <a:pt x="0" y="37"/>
                    <a:pt x="2" y="36"/>
                    <a:pt x="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5" y="0"/>
                    <a:pt x="36" y="1"/>
                    <a:pt x="37" y="2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40"/>
                    <a:pt x="53" y="42"/>
                  </a:cubicBezTo>
                  <a:cubicBezTo>
                    <a:pt x="53" y="43"/>
                    <a:pt x="51" y="43"/>
                    <a:pt x="50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353"/>
            <p:cNvSpPr>
              <a:spLocks noEditPoints="1"/>
            </p:cNvSpPr>
            <p:nvPr/>
          </p:nvSpPr>
          <p:spPr bwMode="auto">
            <a:xfrm>
              <a:off x="8569661" y="2330354"/>
              <a:ext cx="87313" cy="80963"/>
            </a:xfrm>
            <a:custGeom>
              <a:avLst/>
              <a:gdLst>
                <a:gd name="T0" fmla="*/ 16 w 32"/>
                <a:gd name="T1" fmla="*/ 30 h 30"/>
                <a:gd name="T2" fmla="*/ 5 w 32"/>
                <a:gd name="T3" fmla="*/ 26 h 30"/>
                <a:gd name="T4" fmla="*/ 5 w 32"/>
                <a:gd name="T5" fmla="*/ 6 h 30"/>
                <a:gd name="T6" fmla="*/ 26 w 32"/>
                <a:gd name="T7" fmla="*/ 6 h 30"/>
                <a:gd name="T8" fmla="*/ 26 w 32"/>
                <a:gd name="T9" fmla="*/ 26 h 30"/>
                <a:gd name="T10" fmla="*/ 16 w 32"/>
                <a:gd name="T11" fmla="*/ 30 h 30"/>
                <a:gd name="T12" fmla="*/ 16 w 32"/>
                <a:gd name="T13" fmla="*/ 9 h 30"/>
                <a:gd name="T14" fmla="*/ 11 w 32"/>
                <a:gd name="T15" fmla="*/ 11 h 30"/>
                <a:gd name="T16" fmla="*/ 11 w 32"/>
                <a:gd name="T17" fmla="*/ 21 h 30"/>
                <a:gd name="T18" fmla="*/ 21 w 32"/>
                <a:gd name="T19" fmla="*/ 21 h 30"/>
                <a:gd name="T20" fmla="*/ 21 w 32"/>
                <a:gd name="T21" fmla="*/ 11 h 30"/>
                <a:gd name="T22" fmla="*/ 16 w 32"/>
                <a:gd name="T23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30">
                  <a:moveTo>
                    <a:pt x="16" y="30"/>
                  </a:moveTo>
                  <a:cubicBezTo>
                    <a:pt x="12" y="30"/>
                    <a:pt x="8" y="29"/>
                    <a:pt x="5" y="26"/>
                  </a:cubicBezTo>
                  <a:cubicBezTo>
                    <a:pt x="0" y="21"/>
                    <a:pt x="0" y="11"/>
                    <a:pt x="5" y="6"/>
                  </a:cubicBezTo>
                  <a:cubicBezTo>
                    <a:pt x="11" y="0"/>
                    <a:pt x="20" y="0"/>
                    <a:pt x="26" y="6"/>
                  </a:cubicBezTo>
                  <a:cubicBezTo>
                    <a:pt x="32" y="11"/>
                    <a:pt x="32" y="21"/>
                    <a:pt x="26" y="26"/>
                  </a:cubicBezTo>
                  <a:cubicBezTo>
                    <a:pt x="23" y="29"/>
                    <a:pt x="19" y="30"/>
                    <a:pt x="16" y="30"/>
                  </a:cubicBezTo>
                  <a:close/>
                  <a:moveTo>
                    <a:pt x="16" y="9"/>
                  </a:moveTo>
                  <a:cubicBezTo>
                    <a:pt x="14" y="9"/>
                    <a:pt x="12" y="10"/>
                    <a:pt x="11" y="11"/>
                  </a:cubicBezTo>
                  <a:cubicBezTo>
                    <a:pt x="8" y="14"/>
                    <a:pt x="8" y="18"/>
                    <a:pt x="11" y="21"/>
                  </a:cubicBezTo>
                  <a:cubicBezTo>
                    <a:pt x="13" y="24"/>
                    <a:pt x="18" y="24"/>
                    <a:pt x="21" y="21"/>
                  </a:cubicBezTo>
                  <a:cubicBezTo>
                    <a:pt x="23" y="18"/>
                    <a:pt x="23" y="14"/>
                    <a:pt x="21" y="11"/>
                  </a:cubicBezTo>
                  <a:cubicBezTo>
                    <a:pt x="19" y="10"/>
                    <a:pt x="17" y="9"/>
                    <a:pt x="16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354"/>
            <p:cNvSpPr>
              <a:spLocks noEditPoints="1"/>
            </p:cNvSpPr>
            <p:nvPr/>
          </p:nvSpPr>
          <p:spPr bwMode="auto">
            <a:xfrm>
              <a:off x="8509336" y="2292254"/>
              <a:ext cx="182563" cy="171450"/>
            </a:xfrm>
            <a:custGeom>
              <a:avLst/>
              <a:gdLst>
                <a:gd name="T0" fmla="*/ 17 w 67"/>
                <a:gd name="T1" fmla="*/ 63 h 63"/>
                <a:gd name="T2" fmla="*/ 8 w 67"/>
                <a:gd name="T3" fmla="*/ 63 h 63"/>
                <a:gd name="T4" fmla="*/ 5 w 67"/>
                <a:gd name="T5" fmla="*/ 60 h 63"/>
                <a:gd name="T6" fmla="*/ 19 w 67"/>
                <a:gd name="T7" fmla="*/ 11 h 63"/>
                <a:gd name="T8" fmla="*/ 57 w 67"/>
                <a:gd name="T9" fmla="*/ 11 h 63"/>
                <a:gd name="T10" fmla="*/ 57 w 67"/>
                <a:gd name="T11" fmla="*/ 49 h 63"/>
                <a:gd name="T12" fmla="*/ 17 w 67"/>
                <a:gd name="T13" fmla="*/ 63 h 63"/>
                <a:gd name="T14" fmla="*/ 12 w 67"/>
                <a:gd name="T15" fmla="*/ 56 h 63"/>
                <a:gd name="T16" fmla="*/ 51 w 67"/>
                <a:gd name="T17" fmla="*/ 44 h 63"/>
                <a:gd name="T18" fmla="*/ 51 w 67"/>
                <a:gd name="T19" fmla="*/ 16 h 63"/>
                <a:gd name="T20" fmla="*/ 24 w 67"/>
                <a:gd name="T21" fmla="*/ 16 h 63"/>
                <a:gd name="T22" fmla="*/ 12 w 67"/>
                <a:gd name="T23" fmla="*/ 5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7" h="63">
                  <a:moveTo>
                    <a:pt x="17" y="63"/>
                  </a:moveTo>
                  <a:cubicBezTo>
                    <a:pt x="12" y="63"/>
                    <a:pt x="8" y="63"/>
                    <a:pt x="8" y="63"/>
                  </a:cubicBezTo>
                  <a:cubicBezTo>
                    <a:pt x="6" y="63"/>
                    <a:pt x="5" y="61"/>
                    <a:pt x="5" y="60"/>
                  </a:cubicBezTo>
                  <a:cubicBezTo>
                    <a:pt x="4" y="58"/>
                    <a:pt x="0" y="28"/>
                    <a:pt x="19" y="11"/>
                  </a:cubicBezTo>
                  <a:cubicBezTo>
                    <a:pt x="30" y="0"/>
                    <a:pt x="46" y="0"/>
                    <a:pt x="57" y="11"/>
                  </a:cubicBezTo>
                  <a:cubicBezTo>
                    <a:pt x="67" y="21"/>
                    <a:pt x="67" y="38"/>
                    <a:pt x="57" y="49"/>
                  </a:cubicBezTo>
                  <a:cubicBezTo>
                    <a:pt x="45" y="61"/>
                    <a:pt x="28" y="63"/>
                    <a:pt x="17" y="63"/>
                  </a:cubicBezTo>
                  <a:close/>
                  <a:moveTo>
                    <a:pt x="12" y="56"/>
                  </a:moveTo>
                  <a:cubicBezTo>
                    <a:pt x="19" y="56"/>
                    <a:pt x="40" y="56"/>
                    <a:pt x="51" y="44"/>
                  </a:cubicBezTo>
                  <a:cubicBezTo>
                    <a:pt x="59" y="36"/>
                    <a:pt x="59" y="24"/>
                    <a:pt x="51" y="16"/>
                  </a:cubicBezTo>
                  <a:cubicBezTo>
                    <a:pt x="44" y="9"/>
                    <a:pt x="32" y="9"/>
                    <a:pt x="24" y="16"/>
                  </a:cubicBezTo>
                  <a:cubicBezTo>
                    <a:pt x="11" y="28"/>
                    <a:pt x="11" y="48"/>
                    <a:pt x="12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355"/>
            <p:cNvSpPr>
              <a:spLocks/>
            </p:cNvSpPr>
            <p:nvPr/>
          </p:nvSpPr>
          <p:spPr bwMode="auto">
            <a:xfrm>
              <a:off x="8382336" y="2487517"/>
              <a:ext cx="423863" cy="22225"/>
            </a:xfrm>
            <a:custGeom>
              <a:avLst/>
              <a:gdLst>
                <a:gd name="T0" fmla="*/ 152 w 156"/>
                <a:gd name="T1" fmla="*/ 8 h 8"/>
                <a:gd name="T2" fmla="*/ 4 w 156"/>
                <a:gd name="T3" fmla="*/ 8 h 8"/>
                <a:gd name="T4" fmla="*/ 0 w 156"/>
                <a:gd name="T5" fmla="*/ 4 h 8"/>
                <a:gd name="T6" fmla="*/ 4 w 156"/>
                <a:gd name="T7" fmla="*/ 0 h 8"/>
                <a:gd name="T8" fmla="*/ 152 w 156"/>
                <a:gd name="T9" fmla="*/ 0 h 8"/>
                <a:gd name="T10" fmla="*/ 156 w 156"/>
                <a:gd name="T11" fmla="*/ 4 h 8"/>
                <a:gd name="T12" fmla="*/ 152 w 156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8">
                  <a:moveTo>
                    <a:pt x="152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4" y="0"/>
                    <a:pt x="156" y="2"/>
                    <a:pt x="156" y="4"/>
                  </a:cubicBezTo>
                  <a:cubicBezTo>
                    <a:pt x="156" y="6"/>
                    <a:pt x="154" y="8"/>
                    <a:pt x="1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356"/>
            <p:cNvSpPr>
              <a:spLocks/>
            </p:cNvSpPr>
            <p:nvPr/>
          </p:nvSpPr>
          <p:spPr bwMode="auto">
            <a:xfrm>
              <a:off x="8818898" y="2441479"/>
              <a:ext cx="22225" cy="42863"/>
            </a:xfrm>
            <a:custGeom>
              <a:avLst/>
              <a:gdLst>
                <a:gd name="T0" fmla="*/ 4 w 8"/>
                <a:gd name="T1" fmla="*/ 16 h 16"/>
                <a:gd name="T2" fmla="*/ 0 w 8"/>
                <a:gd name="T3" fmla="*/ 13 h 16"/>
                <a:gd name="T4" fmla="*/ 0 w 8"/>
                <a:gd name="T5" fmla="*/ 4 h 16"/>
                <a:gd name="T6" fmla="*/ 4 w 8"/>
                <a:gd name="T7" fmla="*/ 0 h 16"/>
                <a:gd name="T8" fmla="*/ 8 w 8"/>
                <a:gd name="T9" fmla="*/ 4 h 16"/>
                <a:gd name="T10" fmla="*/ 8 w 8"/>
                <a:gd name="T11" fmla="*/ 13 h 16"/>
                <a:gd name="T12" fmla="*/ 4 w 8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6">
                  <a:moveTo>
                    <a:pt x="4" y="16"/>
                  </a:moveTo>
                  <a:cubicBezTo>
                    <a:pt x="2" y="16"/>
                    <a:pt x="0" y="15"/>
                    <a:pt x="0" y="1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5"/>
                    <a:pt x="6" y="16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0" name="Group 229"/>
          <p:cNvGrpSpPr/>
          <p:nvPr/>
        </p:nvGrpSpPr>
        <p:grpSpPr>
          <a:xfrm>
            <a:off x="7481910" y="4596639"/>
            <a:ext cx="293138" cy="284848"/>
            <a:chOff x="6613525" y="5519738"/>
            <a:chExt cx="785812" cy="763588"/>
          </a:xfrm>
          <a:solidFill>
            <a:schemeClr val="bg1"/>
          </a:solidFill>
        </p:grpSpPr>
        <p:sp>
          <p:nvSpPr>
            <p:cNvPr id="231" name="Freeform 150"/>
            <p:cNvSpPr>
              <a:spLocks/>
            </p:cNvSpPr>
            <p:nvPr/>
          </p:nvSpPr>
          <p:spPr bwMode="auto">
            <a:xfrm>
              <a:off x="7185025" y="5741988"/>
              <a:ext cx="103187" cy="111125"/>
            </a:xfrm>
            <a:custGeom>
              <a:avLst/>
              <a:gdLst>
                <a:gd name="T0" fmla="*/ 33 w 38"/>
                <a:gd name="T1" fmla="*/ 41 h 41"/>
                <a:gd name="T2" fmla="*/ 29 w 38"/>
                <a:gd name="T3" fmla="*/ 40 h 41"/>
                <a:gd name="T4" fmla="*/ 1 w 38"/>
                <a:gd name="T5" fmla="*/ 8 h 41"/>
                <a:gd name="T6" fmla="*/ 2 w 38"/>
                <a:gd name="T7" fmla="*/ 2 h 41"/>
                <a:gd name="T8" fmla="*/ 8 w 38"/>
                <a:gd name="T9" fmla="*/ 2 h 41"/>
                <a:gd name="T10" fmla="*/ 36 w 38"/>
                <a:gd name="T11" fmla="*/ 33 h 41"/>
                <a:gd name="T12" fmla="*/ 36 w 38"/>
                <a:gd name="T13" fmla="*/ 40 h 41"/>
                <a:gd name="T14" fmla="*/ 33 w 38"/>
                <a:gd name="T1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41">
                  <a:moveTo>
                    <a:pt x="33" y="41"/>
                  </a:moveTo>
                  <a:cubicBezTo>
                    <a:pt x="32" y="41"/>
                    <a:pt x="30" y="41"/>
                    <a:pt x="29" y="4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6"/>
                    <a:pt x="0" y="3"/>
                    <a:pt x="2" y="2"/>
                  </a:cubicBezTo>
                  <a:cubicBezTo>
                    <a:pt x="4" y="0"/>
                    <a:pt x="7" y="0"/>
                    <a:pt x="8" y="2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8" y="35"/>
                    <a:pt x="38" y="38"/>
                    <a:pt x="36" y="40"/>
                  </a:cubicBezTo>
                  <a:cubicBezTo>
                    <a:pt x="35" y="41"/>
                    <a:pt x="34" y="41"/>
                    <a:pt x="3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151"/>
            <p:cNvSpPr>
              <a:spLocks/>
            </p:cNvSpPr>
            <p:nvPr/>
          </p:nvSpPr>
          <p:spPr bwMode="auto">
            <a:xfrm>
              <a:off x="7046913" y="5710238"/>
              <a:ext cx="57150" cy="53975"/>
            </a:xfrm>
            <a:custGeom>
              <a:avLst/>
              <a:gdLst>
                <a:gd name="T0" fmla="*/ 5 w 21"/>
                <a:gd name="T1" fmla="*/ 20 h 20"/>
                <a:gd name="T2" fmla="*/ 2 w 21"/>
                <a:gd name="T3" fmla="*/ 18 h 20"/>
                <a:gd name="T4" fmla="*/ 2 w 21"/>
                <a:gd name="T5" fmla="*/ 12 h 20"/>
                <a:gd name="T6" fmla="*/ 13 w 21"/>
                <a:gd name="T7" fmla="*/ 2 h 20"/>
                <a:gd name="T8" fmla="*/ 20 w 21"/>
                <a:gd name="T9" fmla="*/ 2 h 20"/>
                <a:gd name="T10" fmla="*/ 19 w 21"/>
                <a:gd name="T11" fmla="*/ 9 h 20"/>
                <a:gd name="T12" fmla="*/ 8 w 21"/>
                <a:gd name="T13" fmla="*/ 19 h 20"/>
                <a:gd name="T14" fmla="*/ 5 w 21"/>
                <a:gd name="T1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20">
                  <a:moveTo>
                    <a:pt x="5" y="20"/>
                  </a:moveTo>
                  <a:cubicBezTo>
                    <a:pt x="4" y="20"/>
                    <a:pt x="2" y="19"/>
                    <a:pt x="2" y="18"/>
                  </a:cubicBezTo>
                  <a:cubicBezTo>
                    <a:pt x="0" y="16"/>
                    <a:pt x="0" y="13"/>
                    <a:pt x="2" y="1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0"/>
                    <a:pt x="18" y="0"/>
                    <a:pt x="20" y="2"/>
                  </a:cubicBezTo>
                  <a:cubicBezTo>
                    <a:pt x="21" y="4"/>
                    <a:pt x="21" y="7"/>
                    <a:pt x="19" y="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7" y="20"/>
                    <a:pt x="6" y="20"/>
                    <a:pt x="5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152"/>
            <p:cNvSpPr>
              <a:spLocks/>
            </p:cNvSpPr>
            <p:nvPr/>
          </p:nvSpPr>
          <p:spPr bwMode="auto">
            <a:xfrm>
              <a:off x="7077075" y="5741988"/>
              <a:ext cx="58737" cy="53975"/>
            </a:xfrm>
            <a:custGeom>
              <a:avLst/>
              <a:gdLst>
                <a:gd name="T0" fmla="*/ 5 w 22"/>
                <a:gd name="T1" fmla="*/ 20 h 20"/>
                <a:gd name="T2" fmla="*/ 2 w 22"/>
                <a:gd name="T3" fmla="*/ 19 h 20"/>
                <a:gd name="T4" fmla="*/ 2 w 22"/>
                <a:gd name="T5" fmla="*/ 12 h 20"/>
                <a:gd name="T6" fmla="*/ 13 w 22"/>
                <a:gd name="T7" fmla="*/ 2 h 20"/>
                <a:gd name="T8" fmla="*/ 20 w 22"/>
                <a:gd name="T9" fmla="*/ 2 h 20"/>
                <a:gd name="T10" fmla="*/ 19 w 22"/>
                <a:gd name="T11" fmla="*/ 9 h 20"/>
                <a:gd name="T12" fmla="*/ 8 w 22"/>
                <a:gd name="T13" fmla="*/ 19 h 20"/>
                <a:gd name="T14" fmla="*/ 5 w 22"/>
                <a:gd name="T1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20">
                  <a:moveTo>
                    <a:pt x="5" y="20"/>
                  </a:moveTo>
                  <a:cubicBezTo>
                    <a:pt x="4" y="20"/>
                    <a:pt x="3" y="20"/>
                    <a:pt x="2" y="19"/>
                  </a:cubicBezTo>
                  <a:cubicBezTo>
                    <a:pt x="0" y="17"/>
                    <a:pt x="0" y="14"/>
                    <a:pt x="2" y="1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0"/>
                    <a:pt x="18" y="1"/>
                    <a:pt x="20" y="2"/>
                  </a:cubicBezTo>
                  <a:cubicBezTo>
                    <a:pt x="22" y="4"/>
                    <a:pt x="21" y="7"/>
                    <a:pt x="19" y="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7" y="20"/>
                    <a:pt x="6" y="20"/>
                    <a:pt x="5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153"/>
            <p:cNvSpPr>
              <a:spLocks/>
            </p:cNvSpPr>
            <p:nvPr/>
          </p:nvSpPr>
          <p:spPr bwMode="auto">
            <a:xfrm>
              <a:off x="7105650" y="5776913"/>
              <a:ext cx="60325" cy="55563"/>
            </a:xfrm>
            <a:custGeom>
              <a:avLst/>
              <a:gdLst>
                <a:gd name="T0" fmla="*/ 5 w 22"/>
                <a:gd name="T1" fmla="*/ 20 h 20"/>
                <a:gd name="T2" fmla="*/ 2 w 22"/>
                <a:gd name="T3" fmla="*/ 18 h 20"/>
                <a:gd name="T4" fmla="*/ 2 w 22"/>
                <a:gd name="T5" fmla="*/ 11 h 20"/>
                <a:gd name="T6" fmla="*/ 13 w 22"/>
                <a:gd name="T7" fmla="*/ 1 h 20"/>
                <a:gd name="T8" fmla="*/ 20 w 22"/>
                <a:gd name="T9" fmla="*/ 2 h 20"/>
                <a:gd name="T10" fmla="*/ 20 w 22"/>
                <a:gd name="T11" fmla="*/ 9 h 20"/>
                <a:gd name="T12" fmla="*/ 8 w 22"/>
                <a:gd name="T13" fmla="*/ 18 h 20"/>
                <a:gd name="T14" fmla="*/ 5 w 22"/>
                <a:gd name="T1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20">
                  <a:moveTo>
                    <a:pt x="5" y="20"/>
                  </a:moveTo>
                  <a:cubicBezTo>
                    <a:pt x="4" y="20"/>
                    <a:pt x="3" y="19"/>
                    <a:pt x="2" y="18"/>
                  </a:cubicBezTo>
                  <a:cubicBezTo>
                    <a:pt x="0" y="16"/>
                    <a:pt x="0" y="13"/>
                    <a:pt x="2" y="1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5" y="0"/>
                    <a:pt x="18" y="0"/>
                    <a:pt x="20" y="2"/>
                  </a:cubicBezTo>
                  <a:cubicBezTo>
                    <a:pt x="22" y="4"/>
                    <a:pt x="21" y="7"/>
                    <a:pt x="20" y="9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9"/>
                    <a:pt x="6" y="20"/>
                    <a:pt x="5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154"/>
            <p:cNvSpPr>
              <a:spLocks noEditPoints="1"/>
            </p:cNvSpPr>
            <p:nvPr/>
          </p:nvSpPr>
          <p:spPr bwMode="auto">
            <a:xfrm>
              <a:off x="6962775" y="5918200"/>
              <a:ext cx="352425" cy="352425"/>
            </a:xfrm>
            <a:custGeom>
              <a:avLst/>
              <a:gdLst>
                <a:gd name="T0" fmla="*/ 95 w 130"/>
                <a:gd name="T1" fmla="*/ 130 h 130"/>
                <a:gd name="T2" fmla="*/ 85 w 130"/>
                <a:gd name="T3" fmla="*/ 126 h 130"/>
                <a:gd name="T4" fmla="*/ 4 w 130"/>
                <a:gd name="T5" fmla="*/ 46 h 130"/>
                <a:gd name="T6" fmla="*/ 0 w 130"/>
                <a:gd name="T7" fmla="*/ 34 h 130"/>
                <a:gd name="T8" fmla="*/ 6 w 130"/>
                <a:gd name="T9" fmla="*/ 21 h 130"/>
                <a:gd name="T10" fmla="*/ 21 w 130"/>
                <a:gd name="T11" fmla="*/ 6 h 130"/>
                <a:gd name="T12" fmla="*/ 33 w 130"/>
                <a:gd name="T13" fmla="*/ 0 h 130"/>
                <a:gd name="T14" fmla="*/ 46 w 130"/>
                <a:gd name="T15" fmla="*/ 5 h 130"/>
                <a:gd name="T16" fmla="*/ 126 w 130"/>
                <a:gd name="T17" fmla="*/ 85 h 130"/>
                <a:gd name="T18" fmla="*/ 130 w 130"/>
                <a:gd name="T19" fmla="*/ 97 h 130"/>
                <a:gd name="T20" fmla="*/ 124 w 130"/>
                <a:gd name="T21" fmla="*/ 109 h 130"/>
                <a:gd name="T22" fmla="*/ 109 w 130"/>
                <a:gd name="T23" fmla="*/ 125 h 130"/>
                <a:gd name="T24" fmla="*/ 97 w 130"/>
                <a:gd name="T25" fmla="*/ 130 h 130"/>
                <a:gd name="T26" fmla="*/ 95 w 130"/>
                <a:gd name="T27" fmla="*/ 130 h 130"/>
                <a:gd name="T28" fmla="*/ 35 w 130"/>
                <a:gd name="T29" fmla="*/ 10 h 130"/>
                <a:gd name="T30" fmla="*/ 34 w 130"/>
                <a:gd name="T31" fmla="*/ 10 h 130"/>
                <a:gd name="T32" fmla="*/ 28 w 130"/>
                <a:gd name="T33" fmla="*/ 13 h 130"/>
                <a:gd name="T34" fmla="*/ 13 w 130"/>
                <a:gd name="T35" fmla="*/ 28 h 130"/>
                <a:gd name="T36" fmla="*/ 9 w 130"/>
                <a:gd name="T37" fmla="*/ 34 h 130"/>
                <a:gd name="T38" fmla="*/ 11 w 130"/>
                <a:gd name="T39" fmla="*/ 39 h 130"/>
                <a:gd name="T40" fmla="*/ 91 w 130"/>
                <a:gd name="T41" fmla="*/ 119 h 130"/>
                <a:gd name="T42" fmla="*/ 96 w 130"/>
                <a:gd name="T43" fmla="*/ 121 h 130"/>
                <a:gd name="T44" fmla="*/ 102 w 130"/>
                <a:gd name="T45" fmla="*/ 118 h 130"/>
                <a:gd name="T46" fmla="*/ 117 w 130"/>
                <a:gd name="T47" fmla="*/ 103 h 130"/>
                <a:gd name="T48" fmla="*/ 121 w 130"/>
                <a:gd name="T49" fmla="*/ 96 h 130"/>
                <a:gd name="T50" fmla="*/ 119 w 130"/>
                <a:gd name="T51" fmla="*/ 92 h 130"/>
                <a:gd name="T52" fmla="*/ 39 w 130"/>
                <a:gd name="T53" fmla="*/ 11 h 130"/>
                <a:gd name="T54" fmla="*/ 35 w 130"/>
                <a:gd name="T55" fmla="*/ 1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30">
                  <a:moveTo>
                    <a:pt x="95" y="130"/>
                  </a:moveTo>
                  <a:cubicBezTo>
                    <a:pt x="91" y="130"/>
                    <a:pt x="87" y="129"/>
                    <a:pt x="85" y="12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1" y="43"/>
                    <a:pt x="0" y="38"/>
                    <a:pt x="0" y="34"/>
                  </a:cubicBezTo>
                  <a:cubicBezTo>
                    <a:pt x="0" y="29"/>
                    <a:pt x="2" y="25"/>
                    <a:pt x="6" y="21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4" y="3"/>
                    <a:pt x="29" y="1"/>
                    <a:pt x="33" y="0"/>
                  </a:cubicBezTo>
                  <a:cubicBezTo>
                    <a:pt x="38" y="0"/>
                    <a:pt x="42" y="1"/>
                    <a:pt x="46" y="5"/>
                  </a:cubicBezTo>
                  <a:cubicBezTo>
                    <a:pt x="126" y="85"/>
                    <a:pt x="126" y="85"/>
                    <a:pt x="126" y="85"/>
                  </a:cubicBezTo>
                  <a:cubicBezTo>
                    <a:pt x="129" y="88"/>
                    <a:pt x="130" y="92"/>
                    <a:pt x="130" y="97"/>
                  </a:cubicBezTo>
                  <a:cubicBezTo>
                    <a:pt x="130" y="102"/>
                    <a:pt x="128" y="106"/>
                    <a:pt x="124" y="109"/>
                  </a:cubicBezTo>
                  <a:cubicBezTo>
                    <a:pt x="109" y="125"/>
                    <a:pt x="109" y="125"/>
                    <a:pt x="109" y="125"/>
                  </a:cubicBezTo>
                  <a:cubicBezTo>
                    <a:pt x="106" y="128"/>
                    <a:pt x="101" y="130"/>
                    <a:pt x="97" y="130"/>
                  </a:cubicBezTo>
                  <a:cubicBezTo>
                    <a:pt x="96" y="130"/>
                    <a:pt x="96" y="130"/>
                    <a:pt x="95" y="130"/>
                  </a:cubicBezTo>
                  <a:close/>
                  <a:moveTo>
                    <a:pt x="35" y="10"/>
                  </a:moveTo>
                  <a:cubicBezTo>
                    <a:pt x="35" y="10"/>
                    <a:pt x="34" y="10"/>
                    <a:pt x="34" y="10"/>
                  </a:cubicBezTo>
                  <a:cubicBezTo>
                    <a:pt x="32" y="10"/>
                    <a:pt x="30" y="11"/>
                    <a:pt x="28" y="13"/>
                  </a:cubicBezTo>
                  <a:cubicBezTo>
                    <a:pt x="28" y="13"/>
                    <a:pt x="13" y="28"/>
                    <a:pt x="13" y="28"/>
                  </a:cubicBezTo>
                  <a:cubicBezTo>
                    <a:pt x="11" y="30"/>
                    <a:pt x="10" y="32"/>
                    <a:pt x="9" y="34"/>
                  </a:cubicBezTo>
                  <a:cubicBezTo>
                    <a:pt x="9" y="36"/>
                    <a:pt x="9" y="38"/>
                    <a:pt x="11" y="39"/>
                  </a:cubicBezTo>
                  <a:cubicBezTo>
                    <a:pt x="91" y="119"/>
                    <a:pt x="91" y="119"/>
                    <a:pt x="91" y="119"/>
                  </a:cubicBezTo>
                  <a:cubicBezTo>
                    <a:pt x="93" y="121"/>
                    <a:pt x="95" y="121"/>
                    <a:pt x="96" y="121"/>
                  </a:cubicBezTo>
                  <a:cubicBezTo>
                    <a:pt x="98" y="121"/>
                    <a:pt x="100" y="120"/>
                    <a:pt x="102" y="118"/>
                  </a:cubicBezTo>
                  <a:cubicBezTo>
                    <a:pt x="117" y="103"/>
                    <a:pt x="117" y="103"/>
                    <a:pt x="117" y="103"/>
                  </a:cubicBezTo>
                  <a:cubicBezTo>
                    <a:pt x="119" y="101"/>
                    <a:pt x="120" y="98"/>
                    <a:pt x="121" y="96"/>
                  </a:cubicBezTo>
                  <a:cubicBezTo>
                    <a:pt x="121" y="95"/>
                    <a:pt x="121" y="93"/>
                    <a:pt x="119" y="92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8" y="10"/>
                    <a:pt x="36" y="10"/>
                    <a:pt x="35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155"/>
            <p:cNvSpPr>
              <a:spLocks/>
            </p:cNvSpPr>
            <p:nvPr/>
          </p:nvSpPr>
          <p:spPr bwMode="auto">
            <a:xfrm>
              <a:off x="7043738" y="6002338"/>
              <a:ext cx="239712" cy="234950"/>
            </a:xfrm>
            <a:custGeom>
              <a:avLst/>
              <a:gdLst>
                <a:gd name="T0" fmla="*/ 83 w 88"/>
                <a:gd name="T1" fmla="*/ 87 h 87"/>
                <a:gd name="T2" fmla="*/ 80 w 88"/>
                <a:gd name="T3" fmla="*/ 86 h 87"/>
                <a:gd name="T4" fmla="*/ 2 w 88"/>
                <a:gd name="T5" fmla="*/ 8 h 87"/>
                <a:gd name="T6" fmla="*/ 2 w 88"/>
                <a:gd name="T7" fmla="*/ 2 h 87"/>
                <a:gd name="T8" fmla="*/ 9 w 88"/>
                <a:gd name="T9" fmla="*/ 2 h 87"/>
                <a:gd name="T10" fmla="*/ 87 w 88"/>
                <a:gd name="T11" fmla="*/ 79 h 87"/>
                <a:gd name="T12" fmla="*/ 87 w 88"/>
                <a:gd name="T13" fmla="*/ 86 h 87"/>
                <a:gd name="T14" fmla="*/ 83 w 8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87">
                  <a:moveTo>
                    <a:pt x="83" y="87"/>
                  </a:moveTo>
                  <a:cubicBezTo>
                    <a:pt x="82" y="87"/>
                    <a:pt x="81" y="87"/>
                    <a:pt x="80" y="8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7"/>
                    <a:pt x="0" y="3"/>
                    <a:pt x="2" y="2"/>
                  </a:cubicBezTo>
                  <a:cubicBezTo>
                    <a:pt x="4" y="0"/>
                    <a:pt x="7" y="0"/>
                    <a:pt x="9" y="2"/>
                  </a:cubicBezTo>
                  <a:cubicBezTo>
                    <a:pt x="87" y="79"/>
                    <a:pt x="87" y="79"/>
                    <a:pt x="87" y="79"/>
                  </a:cubicBezTo>
                  <a:cubicBezTo>
                    <a:pt x="88" y="81"/>
                    <a:pt x="88" y="84"/>
                    <a:pt x="87" y="86"/>
                  </a:cubicBezTo>
                  <a:cubicBezTo>
                    <a:pt x="86" y="87"/>
                    <a:pt x="84" y="87"/>
                    <a:pt x="83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156"/>
            <p:cNvSpPr>
              <a:spLocks noEditPoints="1"/>
            </p:cNvSpPr>
            <p:nvPr/>
          </p:nvSpPr>
          <p:spPr bwMode="auto">
            <a:xfrm>
              <a:off x="6905625" y="5859463"/>
              <a:ext cx="107950" cy="111125"/>
            </a:xfrm>
            <a:custGeom>
              <a:avLst/>
              <a:gdLst>
                <a:gd name="T0" fmla="*/ 19 w 40"/>
                <a:gd name="T1" fmla="*/ 41 h 41"/>
                <a:gd name="T2" fmla="*/ 15 w 40"/>
                <a:gd name="T3" fmla="*/ 39 h 41"/>
                <a:gd name="T4" fmla="*/ 1 w 40"/>
                <a:gd name="T5" fmla="*/ 25 h 41"/>
                <a:gd name="T6" fmla="*/ 0 w 40"/>
                <a:gd name="T7" fmla="*/ 21 h 41"/>
                <a:gd name="T8" fmla="*/ 1 w 40"/>
                <a:gd name="T9" fmla="*/ 18 h 41"/>
                <a:gd name="T10" fmla="*/ 17 w 40"/>
                <a:gd name="T11" fmla="*/ 2 h 41"/>
                <a:gd name="T12" fmla="*/ 24 w 40"/>
                <a:gd name="T13" fmla="*/ 2 h 41"/>
                <a:gd name="T14" fmla="*/ 38 w 40"/>
                <a:gd name="T15" fmla="*/ 17 h 41"/>
                <a:gd name="T16" fmla="*/ 38 w 40"/>
                <a:gd name="T17" fmla="*/ 23 h 41"/>
                <a:gd name="T18" fmla="*/ 22 w 40"/>
                <a:gd name="T19" fmla="*/ 39 h 41"/>
                <a:gd name="T20" fmla="*/ 19 w 40"/>
                <a:gd name="T21" fmla="*/ 41 h 41"/>
                <a:gd name="T22" fmla="*/ 11 w 40"/>
                <a:gd name="T23" fmla="*/ 21 h 41"/>
                <a:gd name="T24" fmla="*/ 19 w 40"/>
                <a:gd name="T25" fmla="*/ 29 h 41"/>
                <a:gd name="T26" fmla="*/ 28 w 40"/>
                <a:gd name="T27" fmla="*/ 20 h 41"/>
                <a:gd name="T28" fmla="*/ 20 w 40"/>
                <a:gd name="T29" fmla="*/ 12 h 41"/>
                <a:gd name="T30" fmla="*/ 11 w 40"/>
                <a:gd name="T31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" h="41">
                  <a:moveTo>
                    <a:pt x="19" y="41"/>
                  </a:moveTo>
                  <a:cubicBezTo>
                    <a:pt x="17" y="41"/>
                    <a:pt x="16" y="40"/>
                    <a:pt x="15" y="39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0" y="24"/>
                    <a:pt x="0" y="23"/>
                    <a:pt x="0" y="21"/>
                  </a:cubicBezTo>
                  <a:cubicBezTo>
                    <a:pt x="0" y="20"/>
                    <a:pt x="0" y="19"/>
                    <a:pt x="1" y="18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9" y="0"/>
                    <a:pt x="22" y="0"/>
                    <a:pt x="24" y="2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40" y="18"/>
                    <a:pt x="40" y="21"/>
                    <a:pt x="38" y="23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21" y="40"/>
                    <a:pt x="20" y="41"/>
                    <a:pt x="19" y="41"/>
                  </a:cubicBezTo>
                  <a:close/>
                  <a:moveTo>
                    <a:pt x="11" y="21"/>
                  </a:moveTo>
                  <a:cubicBezTo>
                    <a:pt x="19" y="29"/>
                    <a:pt x="19" y="29"/>
                    <a:pt x="19" y="29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0" y="12"/>
                    <a:pt x="20" y="12"/>
                    <a:pt x="20" y="12"/>
                  </a:cubicBezTo>
                  <a:lnTo>
                    <a:pt x="11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157"/>
            <p:cNvSpPr>
              <a:spLocks noEditPoints="1"/>
            </p:cNvSpPr>
            <p:nvPr/>
          </p:nvSpPr>
          <p:spPr bwMode="auto">
            <a:xfrm>
              <a:off x="6669088" y="5626100"/>
              <a:ext cx="130175" cy="130175"/>
            </a:xfrm>
            <a:custGeom>
              <a:avLst/>
              <a:gdLst>
                <a:gd name="T0" fmla="*/ 24 w 48"/>
                <a:gd name="T1" fmla="*/ 48 h 48"/>
                <a:gd name="T2" fmla="*/ 24 w 48"/>
                <a:gd name="T3" fmla="*/ 48 h 48"/>
                <a:gd name="T4" fmla="*/ 20 w 48"/>
                <a:gd name="T5" fmla="*/ 46 h 48"/>
                <a:gd name="T6" fmla="*/ 2 w 48"/>
                <a:gd name="T7" fmla="*/ 21 h 48"/>
                <a:gd name="T8" fmla="*/ 2 w 48"/>
                <a:gd name="T9" fmla="*/ 15 h 48"/>
                <a:gd name="T10" fmla="*/ 15 w 48"/>
                <a:gd name="T11" fmla="*/ 2 h 48"/>
                <a:gd name="T12" fmla="*/ 21 w 48"/>
                <a:gd name="T13" fmla="*/ 2 h 48"/>
                <a:gd name="T14" fmla="*/ 46 w 48"/>
                <a:gd name="T15" fmla="*/ 21 h 48"/>
                <a:gd name="T16" fmla="*/ 48 w 48"/>
                <a:gd name="T17" fmla="*/ 24 h 48"/>
                <a:gd name="T18" fmla="*/ 46 w 48"/>
                <a:gd name="T19" fmla="*/ 28 h 48"/>
                <a:gd name="T20" fmla="*/ 27 w 48"/>
                <a:gd name="T21" fmla="*/ 47 h 48"/>
                <a:gd name="T22" fmla="*/ 24 w 48"/>
                <a:gd name="T23" fmla="*/ 48 h 48"/>
                <a:gd name="T24" fmla="*/ 12 w 48"/>
                <a:gd name="T25" fmla="*/ 19 h 48"/>
                <a:gd name="T26" fmla="*/ 25 w 48"/>
                <a:gd name="T27" fmla="*/ 36 h 48"/>
                <a:gd name="T28" fmla="*/ 36 w 48"/>
                <a:gd name="T29" fmla="*/ 25 h 48"/>
                <a:gd name="T30" fmla="*/ 18 w 48"/>
                <a:gd name="T31" fmla="*/ 12 h 48"/>
                <a:gd name="T32" fmla="*/ 12 w 48"/>
                <a:gd name="T33" fmla="*/ 19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  <a:cubicBezTo>
                    <a:pt x="22" y="48"/>
                    <a:pt x="21" y="47"/>
                    <a:pt x="20" y="46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0" y="19"/>
                    <a:pt x="0" y="17"/>
                    <a:pt x="2" y="15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6" y="1"/>
                    <a:pt x="19" y="0"/>
                    <a:pt x="21" y="2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3"/>
                    <a:pt x="48" y="24"/>
                  </a:cubicBezTo>
                  <a:cubicBezTo>
                    <a:pt x="48" y="25"/>
                    <a:pt x="47" y="27"/>
                    <a:pt x="46" y="2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5" y="48"/>
                    <a:pt x="24" y="48"/>
                  </a:cubicBezTo>
                  <a:close/>
                  <a:moveTo>
                    <a:pt x="12" y="19"/>
                  </a:moveTo>
                  <a:cubicBezTo>
                    <a:pt x="25" y="36"/>
                    <a:pt x="25" y="36"/>
                    <a:pt x="25" y="3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18" y="12"/>
                    <a:pt x="18" y="12"/>
                    <a:pt x="18" y="12"/>
                  </a:cubicBezTo>
                  <a:lnTo>
                    <a:pt x="12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158"/>
            <p:cNvSpPr>
              <a:spLocks/>
            </p:cNvSpPr>
            <p:nvPr/>
          </p:nvSpPr>
          <p:spPr bwMode="auto">
            <a:xfrm>
              <a:off x="6745288" y="5703888"/>
              <a:ext cx="206375" cy="203200"/>
            </a:xfrm>
            <a:custGeom>
              <a:avLst/>
              <a:gdLst>
                <a:gd name="T0" fmla="*/ 71 w 76"/>
                <a:gd name="T1" fmla="*/ 75 h 75"/>
                <a:gd name="T2" fmla="*/ 68 w 76"/>
                <a:gd name="T3" fmla="*/ 74 h 75"/>
                <a:gd name="T4" fmla="*/ 2 w 76"/>
                <a:gd name="T5" fmla="*/ 8 h 75"/>
                <a:gd name="T6" fmla="*/ 2 w 76"/>
                <a:gd name="T7" fmla="*/ 1 h 75"/>
                <a:gd name="T8" fmla="*/ 9 w 76"/>
                <a:gd name="T9" fmla="*/ 1 h 75"/>
                <a:gd name="T10" fmla="*/ 75 w 76"/>
                <a:gd name="T11" fmla="*/ 67 h 75"/>
                <a:gd name="T12" fmla="*/ 75 w 76"/>
                <a:gd name="T13" fmla="*/ 74 h 75"/>
                <a:gd name="T14" fmla="*/ 71 w 76"/>
                <a:gd name="T15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75">
                  <a:moveTo>
                    <a:pt x="71" y="75"/>
                  </a:moveTo>
                  <a:cubicBezTo>
                    <a:pt x="70" y="75"/>
                    <a:pt x="69" y="75"/>
                    <a:pt x="68" y="74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ubicBezTo>
                    <a:pt x="4" y="0"/>
                    <a:pt x="7" y="0"/>
                    <a:pt x="9" y="1"/>
                  </a:cubicBezTo>
                  <a:cubicBezTo>
                    <a:pt x="75" y="67"/>
                    <a:pt x="75" y="67"/>
                    <a:pt x="75" y="67"/>
                  </a:cubicBezTo>
                  <a:cubicBezTo>
                    <a:pt x="76" y="69"/>
                    <a:pt x="76" y="72"/>
                    <a:pt x="75" y="74"/>
                  </a:cubicBezTo>
                  <a:cubicBezTo>
                    <a:pt x="74" y="75"/>
                    <a:pt x="72" y="75"/>
                    <a:pt x="71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159"/>
            <p:cNvSpPr>
              <a:spLocks noEditPoints="1"/>
            </p:cNvSpPr>
            <p:nvPr/>
          </p:nvSpPr>
          <p:spPr bwMode="auto">
            <a:xfrm>
              <a:off x="6959600" y="5519738"/>
              <a:ext cx="439737" cy="395288"/>
            </a:xfrm>
            <a:custGeom>
              <a:avLst/>
              <a:gdLst>
                <a:gd name="T0" fmla="*/ 78 w 162"/>
                <a:gd name="T1" fmla="*/ 146 h 146"/>
                <a:gd name="T2" fmla="*/ 74 w 162"/>
                <a:gd name="T3" fmla="*/ 146 h 146"/>
                <a:gd name="T4" fmla="*/ 26 w 162"/>
                <a:gd name="T5" fmla="*/ 123 h 146"/>
                <a:gd name="T6" fmla="*/ 31 w 162"/>
                <a:gd name="T7" fmla="*/ 24 h 146"/>
                <a:gd name="T8" fmla="*/ 109 w 162"/>
                <a:gd name="T9" fmla="*/ 13 h 146"/>
                <a:gd name="T10" fmla="*/ 112 w 162"/>
                <a:gd name="T11" fmla="*/ 17 h 146"/>
                <a:gd name="T12" fmla="*/ 110 w 162"/>
                <a:gd name="T13" fmla="*/ 21 h 146"/>
                <a:gd name="T14" fmla="*/ 69 w 162"/>
                <a:gd name="T15" fmla="*/ 59 h 146"/>
                <a:gd name="T16" fmla="*/ 88 w 162"/>
                <a:gd name="T17" fmla="*/ 81 h 146"/>
                <a:gd name="T18" fmla="*/ 130 w 162"/>
                <a:gd name="T19" fmla="*/ 43 h 146"/>
                <a:gd name="T20" fmla="*/ 137 w 162"/>
                <a:gd name="T21" fmla="*/ 43 h 146"/>
                <a:gd name="T22" fmla="*/ 158 w 162"/>
                <a:gd name="T23" fmla="*/ 67 h 146"/>
                <a:gd name="T24" fmla="*/ 161 w 162"/>
                <a:gd name="T25" fmla="*/ 78 h 146"/>
                <a:gd name="T26" fmla="*/ 156 w 162"/>
                <a:gd name="T27" fmla="*/ 88 h 146"/>
                <a:gd name="T28" fmla="*/ 123 w 162"/>
                <a:gd name="T29" fmla="*/ 119 h 146"/>
                <a:gd name="T30" fmla="*/ 125 w 162"/>
                <a:gd name="T31" fmla="*/ 121 h 146"/>
                <a:gd name="T32" fmla="*/ 126 w 162"/>
                <a:gd name="T33" fmla="*/ 125 h 146"/>
                <a:gd name="T34" fmla="*/ 125 w 162"/>
                <a:gd name="T35" fmla="*/ 128 h 146"/>
                <a:gd name="T36" fmla="*/ 78 w 162"/>
                <a:gd name="T37" fmla="*/ 146 h 146"/>
                <a:gd name="T38" fmla="*/ 78 w 162"/>
                <a:gd name="T39" fmla="*/ 15 h 146"/>
                <a:gd name="T40" fmla="*/ 37 w 162"/>
                <a:gd name="T41" fmla="*/ 31 h 146"/>
                <a:gd name="T42" fmla="*/ 33 w 162"/>
                <a:gd name="T43" fmla="*/ 117 h 146"/>
                <a:gd name="T44" fmla="*/ 75 w 162"/>
                <a:gd name="T45" fmla="*/ 137 h 146"/>
                <a:gd name="T46" fmla="*/ 115 w 162"/>
                <a:gd name="T47" fmla="*/ 124 h 146"/>
                <a:gd name="T48" fmla="*/ 112 w 162"/>
                <a:gd name="T49" fmla="*/ 122 h 146"/>
                <a:gd name="T50" fmla="*/ 111 w 162"/>
                <a:gd name="T51" fmla="*/ 118 h 146"/>
                <a:gd name="T52" fmla="*/ 113 w 162"/>
                <a:gd name="T53" fmla="*/ 115 h 146"/>
                <a:gd name="T54" fmla="*/ 150 w 162"/>
                <a:gd name="T55" fmla="*/ 81 h 146"/>
                <a:gd name="T56" fmla="*/ 152 w 162"/>
                <a:gd name="T57" fmla="*/ 77 h 146"/>
                <a:gd name="T58" fmla="*/ 151 w 162"/>
                <a:gd name="T59" fmla="*/ 73 h 146"/>
                <a:gd name="T60" fmla="*/ 133 w 162"/>
                <a:gd name="T61" fmla="*/ 53 h 146"/>
                <a:gd name="T62" fmla="*/ 91 w 162"/>
                <a:gd name="T63" fmla="*/ 91 h 146"/>
                <a:gd name="T64" fmla="*/ 88 w 162"/>
                <a:gd name="T65" fmla="*/ 92 h 146"/>
                <a:gd name="T66" fmla="*/ 84 w 162"/>
                <a:gd name="T67" fmla="*/ 90 h 146"/>
                <a:gd name="T68" fmla="*/ 58 w 162"/>
                <a:gd name="T69" fmla="*/ 62 h 146"/>
                <a:gd name="T70" fmla="*/ 59 w 162"/>
                <a:gd name="T71" fmla="*/ 55 h 146"/>
                <a:gd name="T72" fmla="*/ 98 w 162"/>
                <a:gd name="T73" fmla="*/ 19 h 146"/>
                <a:gd name="T74" fmla="*/ 78 w 162"/>
                <a:gd name="T75" fmla="*/ 15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2" h="146">
                  <a:moveTo>
                    <a:pt x="78" y="146"/>
                  </a:moveTo>
                  <a:cubicBezTo>
                    <a:pt x="77" y="146"/>
                    <a:pt x="75" y="146"/>
                    <a:pt x="74" y="146"/>
                  </a:cubicBezTo>
                  <a:cubicBezTo>
                    <a:pt x="55" y="145"/>
                    <a:pt x="38" y="137"/>
                    <a:pt x="26" y="123"/>
                  </a:cubicBezTo>
                  <a:cubicBezTo>
                    <a:pt x="0" y="94"/>
                    <a:pt x="2" y="50"/>
                    <a:pt x="31" y="24"/>
                  </a:cubicBezTo>
                  <a:cubicBezTo>
                    <a:pt x="52" y="4"/>
                    <a:pt x="83" y="0"/>
                    <a:pt x="109" y="13"/>
                  </a:cubicBezTo>
                  <a:cubicBezTo>
                    <a:pt x="111" y="14"/>
                    <a:pt x="112" y="15"/>
                    <a:pt x="112" y="17"/>
                  </a:cubicBezTo>
                  <a:cubicBezTo>
                    <a:pt x="112" y="19"/>
                    <a:pt x="111" y="20"/>
                    <a:pt x="110" y="21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88" y="81"/>
                    <a:pt x="88" y="81"/>
                    <a:pt x="88" y="81"/>
                  </a:cubicBezTo>
                  <a:cubicBezTo>
                    <a:pt x="130" y="43"/>
                    <a:pt x="130" y="43"/>
                    <a:pt x="130" y="43"/>
                  </a:cubicBezTo>
                  <a:cubicBezTo>
                    <a:pt x="132" y="41"/>
                    <a:pt x="135" y="41"/>
                    <a:pt x="137" y="43"/>
                  </a:cubicBezTo>
                  <a:cubicBezTo>
                    <a:pt x="158" y="67"/>
                    <a:pt x="158" y="67"/>
                    <a:pt x="158" y="67"/>
                  </a:cubicBezTo>
                  <a:cubicBezTo>
                    <a:pt x="160" y="70"/>
                    <a:pt x="162" y="74"/>
                    <a:pt x="161" y="78"/>
                  </a:cubicBezTo>
                  <a:cubicBezTo>
                    <a:pt x="161" y="82"/>
                    <a:pt x="159" y="85"/>
                    <a:pt x="156" y="88"/>
                  </a:cubicBezTo>
                  <a:cubicBezTo>
                    <a:pt x="123" y="119"/>
                    <a:pt x="123" y="119"/>
                    <a:pt x="123" y="119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6" y="122"/>
                    <a:pt x="126" y="124"/>
                    <a:pt x="126" y="125"/>
                  </a:cubicBezTo>
                  <a:cubicBezTo>
                    <a:pt x="126" y="126"/>
                    <a:pt x="126" y="127"/>
                    <a:pt x="125" y="128"/>
                  </a:cubicBezTo>
                  <a:cubicBezTo>
                    <a:pt x="112" y="140"/>
                    <a:pt x="95" y="146"/>
                    <a:pt x="78" y="146"/>
                  </a:cubicBezTo>
                  <a:close/>
                  <a:moveTo>
                    <a:pt x="78" y="15"/>
                  </a:moveTo>
                  <a:cubicBezTo>
                    <a:pt x="63" y="15"/>
                    <a:pt x="49" y="21"/>
                    <a:pt x="37" y="31"/>
                  </a:cubicBezTo>
                  <a:cubicBezTo>
                    <a:pt x="12" y="53"/>
                    <a:pt x="10" y="92"/>
                    <a:pt x="33" y="117"/>
                  </a:cubicBezTo>
                  <a:cubicBezTo>
                    <a:pt x="43" y="129"/>
                    <a:pt x="58" y="136"/>
                    <a:pt x="75" y="137"/>
                  </a:cubicBezTo>
                  <a:cubicBezTo>
                    <a:pt x="89" y="137"/>
                    <a:pt x="103" y="133"/>
                    <a:pt x="115" y="124"/>
                  </a:cubicBezTo>
                  <a:cubicBezTo>
                    <a:pt x="112" y="122"/>
                    <a:pt x="112" y="122"/>
                    <a:pt x="112" y="122"/>
                  </a:cubicBezTo>
                  <a:cubicBezTo>
                    <a:pt x="111" y="121"/>
                    <a:pt x="111" y="119"/>
                    <a:pt x="111" y="118"/>
                  </a:cubicBezTo>
                  <a:cubicBezTo>
                    <a:pt x="111" y="117"/>
                    <a:pt x="112" y="116"/>
                    <a:pt x="113" y="115"/>
                  </a:cubicBezTo>
                  <a:cubicBezTo>
                    <a:pt x="150" y="81"/>
                    <a:pt x="150" y="81"/>
                    <a:pt x="150" y="81"/>
                  </a:cubicBezTo>
                  <a:cubicBezTo>
                    <a:pt x="151" y="80"/>
                    <a:pt x="152" y="79"/>
                    <a:pt x="152" y="77"/>
                  </a:cubicBezTo>
                  <a:cubicBezTo>
                    <a:pt x="152" y="76"/>
                    <a:pt x="152" y="74"/>
                    <a:pt x="151" y="73"/>
                  </a:cubicBezTo>
                  <a:cubicBezTo>
                    <a:pt x="133" y="53"/>
                    <a:pt x="133" y="53"/>
                    <a:pt x="133" y="53"/>
                  </a:cubicBezTo>
                  <a:cubicBezTo>
                    <a:pt x="91" y="91"/>
                    <a:pt x="91" y="91"/>
                    <a:pt x="91" y="91"/>
                  </a:cubicBezTo>
                  <a:cubicBezTo>
                    <a:pt x="90" y="92"/>
                    <a:pt x="89" y="92"/>
                    <a:pt x="88" y="92"/>
                  </a:cubicBezTo>
                  <a:cubicBezTo>
                    <a:pt x="86" y="92"/>
                    <a:pt x="85" y="91"/>
                    <a:pt x="84" y="90"/>
                  </a:cubicBezTo>
                  <a:cubicBezTo>
                    <a:pt x="58" y="62"/>
                    <a:pt x="58" y="62"/>
                    <a:pt x="58" y="62"/>
                  </a:cubicBezTo>
                  <a:cubicBezTo>
                    <a:pt x="57" y="60"/>
                    <a:pt x="57" y="57"/>
                    <a:pt x="59" y="55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2" y="17"/>
                    <a:pt x="85" y="15"/>
                    <a:pt x="78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160"/>
            <p:cNvSpPr>
              <a:spLocks noEditPoints="1"/>
            </p:cNvSpPr>
            <p:nvPr/>
          </p:nvSpPr>
          <p:spPr bwMode="auto">
            <a:xfrm>
              <a:off x="6932613" y="5888038"/>
              <a:ext cx="122237" cy="125413"/>
            </a:xfrm>
            <a:custGeom>
              <a:avLst/>
              <a:gdLst>
                <a:gd name="T0" fmla="*/ 17 w 45"/>
                <a:gd name="T1" fmla="*/ 46 h 46"/>
                <a:gd name="T2" fmla="*/ 13 w 45"/>
                <a:gd name="T3" fmla="*/ 44 h 46"/>
                <a:gd name="T4" fmla="*/ 1 w 45"/>
                <a:gd name="T5" fmla="*/ 32 h 46"/>
                <a:gd name="T6" fmla="*/ 0 w 45"/>
                <a:gd name="T7" fmla="*/ 29 h 46"/>
                <a:gd name="T8" fmla="*/ 1 w 45"/>
                <a:gd name="T9" fmla="*/ 25 h 46"/>
                <a:gd name="T10" fmla="*/ 25 w 45"/>
                <a:gd name="T11" fmla="*/ 2 h 46"/>
                <a:gd name="T12" fmla="*/ 32 w 45"/>
                <a:gd name="T13" fmla="*/ 2 h 46"/>
                <a:gd name="T14" fmla="*/ 44 w 45"/>
                <a:gd name="T15" fmla="*/ 14 h 46"/>
                <a:gd name="T16" fmla="*/ 45 w 45"/>
                <a:gd name="T17" fmla="*/ 18 h 46"/>
                <a:gd name="T18" fmla="*/ 42 w 45"/>
                <a:gd name="T19" fmla="*/ 22 h 46"/>
                <a:gd name="T20" fmla="*/ 39 w 45"/>
                <a:gd name="T21" fmla="*/ 24 h 46"/>
                <a:gd name="T22" fmla="*/ 24 w 45"/>
                <a:gd name="T23" fmla="*/ 39 h 46"/>
                <a:gd name="T24" fmla="*/ 21 w 45"/>
                <a:gd name="T25" fmla="*/ 43 h 46"/>
                <a:gd name="T26" fmla="*/ 18 w 45"/>
                <a:gd name="T27" fmla="*/ 45 h 46"/>
                <a:gd name="T28" fmla="*/ 17 w 45"/>
                <a:gd name="T29" fmla="*/ 46 h 46"/>
                <a:gd name="T30" fmla="*/ 11 w 45"/>
                <a:gd name="T31" fmla="*/ 29 h 46"/>
                <a:gd name="T32" fmla="*/ 16 w 45"/>
                <a:gd name="T33" fmla="*/ 33 h 46"/>
                <a:gd name="T34" fmla="*/ 17 w 45"/>
                <a:gd name="T35" fmla="*/ 32 h 46"/>
                <a:gd name="T36" fmla="*/ 32 w 45"/>
                <a:gd name="T37" fmla="*/ 17 h 46"/>
                <a:gd name="T38" fmla="*/ 33 w 45"/>
                <a:gd name="T39" fmla="*/ 16 h 46"/>
                <a:gd name="T40" fmla="*/ 28 w 45"/>
                <a:gd name="T41" fmla="*/ 12 h 46"/>
                <a:gd name="T42" fmla="*/ 11 w 45"/>
                <a:gd name="T43" fmla="*/ 2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" h="46">
                  <a:moveTo>
                    <a:pt x="17" y="46"/>
                  </a:moveTo>
                  <a:cubicBezTo>
                    <a:pt x="16" y="46"/>
                    <a:pt x="14" y="45"/>
                    <a:pt x="13" y="44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0" y="31"/>
                    <a:pt x="0" y="30"/>
                    <a:pt x="0" y="29"/>
                  </a:cubicBezTo>
                  <a:cubicBezTo>
                    <a:pt x="0" y="27"/>
                    <a:pt x="0" y="26"/>
                    <a:pt x="1" y="25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30" y="0"/>
                    <a:pt x="32" y="2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5" y="15"/>
                    <a:pt x="45" y="16"/>
                    <a:pt x="45" y="18"/>
                  </a:cubicBezTo>
                  <a:cubicBezTo>
                    <a:pt x="45" y="20"/>
                    <a:pt x="44" y="21"/>
                    <a:pt x="42" y="22"/>
                  </a:cubicBezTo>
                  <a:cubicBezTo>
                    <a:pt x="41" y="22"/>
                    <a:pt x="40" y="23"/>
                    <a:pt x="39" y="24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0"/>
                    <a:pt x="22" y="41"/>
                    <a:pt x="21" y="43"/>
                  </a:cubicBezTo>
                  <a:cubicBezTo>
                    <a:pt x="21" y="44"/>
                    <a:pt x="19" y="45"/>
                    <a:pt x="18" y="45"/>
                  </a:cubicBezTo>
                  <a:cubicBezTo>
                    <a:pt x="17" y="46"/>
                    <a:pt x="17" y="46"/>
                    <a:pt x="17" y="46"/>
                  </a:cubicBezTo>
                  <a:close/>
                  <a:moveTo>
                    <a:pt x="11" y="29"/>
                  </a:move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2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7"/>
                    <a:pt x="33" y="17"/>
                    <a:pt x="33" y="16"/>
                  </a:cubicBezTo>
                  <a:cubicBezTo>
                    <a:pt x="28" y="12"/>
                    <a:pt x="28" y="12"/>
                    <a:pt x="28" y="12"/>
                  </a:cubicBezTo>
                  <a:lnTo>
                    <a:pt x="11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161"/>
            <p:cNvSpPr>
              <a:spLocks/>
            </p:cNvSpPr>
            <p:nvPr/>
          </p:nvSpPr>
          <p:spPr bwMode="auto">
            <a:xfrm>
              <a:off x="6918325" y="5740400"/>
              <a:ext cx="90487" cy="88900"/>
            </a:xfrm>
            <a:custGeom>
              <a:avLst/>
              <a:gdLst>
                <a:gd name="T0" fmla="*/ 5 w 33"/>
                <a:gd name="T1" fmla="*/ 33 h 33"/>
                <a:gd name="T2" fmla="*/ 1 w 33"/>
                <a:gd name="T3" fmla="*/ 32 h 33"/>
                <a:gd name="T4" fmla="*/ 1 w 33"/>
                <a:gd name="T5" fmla="*/ 25 h 33"/>
                <a:gd name="T6" fmla="*/ 25 w 33"/>
                <a:gd name="T7" fmla="*/ 2 h 33"/>
                <a:gd name="T8" fmla="*/ 31 w 33"/>
                <a:gd name="T9" fmla="*/ 2 h 33"/>
                <a:gd name="T10" fmla="*/ 31 w 33"/>
                <a:gd name="T11" fmla="*/ 8 h 33"/>
                <a:gd name="T12" fmla="*/ 8 w 33"/>
                <a:gd name="T13" fmla="*/ 32 h 33"/>
                <a:gd name="T14" fmla="*/ 5 w 33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33">
                  <a:moveTo>
                    <a:pt x="5" y="33"/>
                  </a:moveTo>
                  <a:cubicBezTo>
                    <a:pt x="4" y="33"/>
                    <a:pt x="2" y="32"/>
                    <a:pt x="1" y="32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0"/>
                    <a:pt x="30" y="0"/>
                    <a:pt x="31" y="2"/>
                  </a:cubicBezTo>
                  <a:cubicBezTo>
                    <a:pt x="33" y="3"/>
                    <a:pt x="33" y="6"/>
                    <a:pt x="31" y="8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7" y="32"/>
                    <a:pt x="6" y="33"/>
                    <a:pt x="5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162"/>
            <p:cNvSpPr>
              <a:spLocks/>
            </p:cNvSpPr>
            <p:nvPr/>
          </p:nvSpPr>
          <p:spPr bwMode="auto">
            <a:xfrm>
              <a:off x="7116763" y="5888038"/>
              <a:ext cx="49212" cy="46038"/>
            </a:xfrm>
            <a:custGeom>
              <a:avLst/>
              <a:gdLst>
                <a:gd name="T0" fmla="*/ 5 w 18"/>
                <a:gd name="T1" fmla="*/ 17 h 17"/>
                <a:gd name="T2" fmla="*/ 2 w 18"/>
                <a:gd name="T3" fmla="*/ 15 h 17"/>
                <a:gd name="T4" fmla="*/ 2 w 18"/>
                <a:gd name="T5" fmla="*/ 9 h 17"/>
                <a:gd name="T6" fmla="*/ 9 w 18"/>
                <a:gd name="T7" fmla="*/ 2 h 17"/>
                <a:gd name="T8" fmla="*/ 16 w 18"/>
                <a:gd name="T9" fmla="*/ 2 h 17"/>
                <a:gd name="T10" fmla="*/ 16 w 18"/>
                <a:gd name="T11" fmla="*/ 8 h 17"/>
                <a:gd name="T12" fmla="*/ 9 w 18"/>
                <a:gd name="T13" fmla="*/ 15 h 17"/>
                <a:gd name="T14" fmla="*/ 5 w 18"/>
                <a:gd name="T1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7">
                  <a:moveTo>
                    <a:pt x="5" y="17"/>
                  </a:moveTo>
                  <a:cubicBezTo>
                    <a:pt x="4" y="17"/>
                    <a:pt x="3" y="16"/>
                    <a:pt x="2" y="15"/>
                  </a:cubicBezTo>
                  <a:cubicBezTo>
                    <a:pt x="0" y="14"/>
                    <a:pt x="0" y="10"/>
                    <a:pt x="2" y="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8" y="3"/>
                    <a:pt x="18" y="6"/>
                    <a:pt x="16" y="8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8" y="16"/>
                    <a:pt x="6" y="17"/>
                    <a:pt x="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163"/>
            <p:cNvSpPr>
              <a:spLocks/>
            </p:cNvSpPr>
            <p:nvPr/>
          </p:nvSpPr>
          <p:spPr bwMode="auto">
            <a:xfrm>
              <a:off x="6613525" y="5875338"/>
              <a:ext cx="365125" cy="407988"/>
            </a:xfrm>
            <a:custGeom>
              <a:avLst/>
              <a:gdLst>
                <a:gd name="T0" fmla="*/ 45 w 134"/>
                <a:gd name="T1" fmla="*/ 151 h 151"/>
                <a:gd name="T2" fmla="*/ 13 w 134"/>
                <a:gd name="T3" fmla="*/ 138 h 151"/>
                <a:gd name="T4" fmla="*/ 0 w 134"/>
                <a:gd name="T5" fmla="*/ 106 h 151"/>
                <a:gd name="T6" fmla="*/ 13 w 134"/>
                <a:gd name="T7" fmla="*/ 75 h 151"/>
                <a:gd name="T8" fmla="*/ 87 w 134"/>
                <a:gd name="T9" fmla="*/ 2 h 151"/>
                <a:gd name="T10" fmla="*/ 93 w 134"/>
                <a:gd name="T11" fmla="*/ 2 h 151"/>
                <a:gd name="T12" fmla="*/ 93 w 134"/>
                <a:gd name="T13" fmla="*/ 8 h 151"/>
                <a:gd name="T14" fmla="*/ 20 w 134"/>
                <a:gd name="T15" fmla="*/ 82 h 151"/>
                <a:gd name="T16" fmla="*/ 10 w 134"/>
                <a:gd name="T17" fmla="*/ 106 h 151"/>
                <a:gd name="T18" fmla="*/ 20 w 134"/>
                <a:gd name="T19" fmla="*/ 131 h 151"/>
                <a:gd name="T20" fmla="*/ 45 w 134"/>
                <a:gd name="T21" fmla="*/ 141 h 151"/>
                <a:gd name="T22" fmla="*/ 69 w 134"/>
                <a:gd name="T23" fmla="*/ 131 h 151"/>
                <a:gd name="T24" fmla="*/ 125 w 134"/>
                <a:gd name="T25" fmla="*/ 75 h 151"/>
                <a:gd name="T26" fmla="*/ 132 w 134"/>
                <a:gd name="T27" fmla="*/ 75 h 151"/>
                <a:gd name="T28" fmla="*/ 132 w 134"/>
                <a:gd name="T29" fmla="*/ 82 h 151"/>
                <a:gd name="T30" fmla="*/ 76 w 134"/>
                <a:gd name="T31" fmla="*/ 138 h 151"/>
                <a:gd name="T32" fmla="*/ 45 w 134"/>
                <a:gd name="T33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" h="151">
                  <a:moveTo>
                    <a:pt x="45" y="151"/>
                  </a:moveTo>
                  <a:cubicBezTo>
                    <a:pt x="33" y="151"/>
                    <a:pt x="22" y="146"/>
                    <a:pt x="13" y="138"/>
                  </a:cubicBezTo>
                  <a:cubicBezTo>
                    <a:pt x="5" y="129"/>
                    <a:pt x="0" y="118"/>
                    <a:pt x="0" y="106"/>
                  </a:cubicBezTo>
                  <a:cubicBezTo>
                    <a:pt x="0" y="95"/>
                    <a:pt x="5" y="83"/>
                    <a:pt x="13" y="75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88" y="0"/>
                    <a:pt x="91" y="0"/>
                    <a:pt x="93" y="2"/>
                  </a:cubicBezTo>
                  <a:cubicBezTo>
                    <a:pt x="95" y="4"/>
                    <a:pt x="95" y="7"/>
                    <a:pt x="93" y="8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13" y="88"/>
                    <a:pt x="10" y="97"/>
                    <a:pt x="10" y="106"/>
                  </a:cubicBezTo>
                  <a:cubicBezTo>
                    <a:pt x="10" y="116"/>
                    <a:pt x="13" y="125"/>
                    <a:pt x="20" y="131"/>
                  </a:cubicBezTo>
                  <a:cubicBezTo>
                    <a:pt x="27" y="138"/>
                    <a:pt x="35" y="141"/>
                    <a:pt x="45" y="141"/>
                  </a:cubicBezTo>
                  <a:cubicBezTo>
                    <a:pt x="54" y="141"/>
                    <a:pt x="63" y="138"/>
                    <a:pt x="69" y="131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7" y="73"/>
                    <a:pt x="130" y="73"/>
                    <a:pt x="132" y="75"/>
                  </a:cubicBezTo>
                  <a:cubicBezTo>
                    <a:pt x="134" y="77"/>
                    <a:pt x="134" y="80"/>
                    <a:pt x="132" y="82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68" y="146"/>
                    <a:pt x="57" y="151"/>
                    <a:pt x="45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164"/>
            <p:cNvSpPr>
              <a:spLocks/>
            </p:cNvSpPr>
            <p:nvPr/>
          </p:nvSpPr>
          <p:spPr bwMode="auto">
            <a:xfrm>
              <a:off x="6699250" y="5951538"/>
              <a:ext cx="238125" cy="246063"/>
            </a:xfrm>
            <a:custGeom>
              <a:avLst/>
              <a:gdLst>
                <a:gd name="T0" fmla="*/ 17 w 88"/>
                <a:gd name="T1" fmla="*/ 91 h 91"/>
                <a:gd name="T2" fmla="*/ 17 w 88"/>
                <a:gd name="T3" fmla="*/ 91 h 91"/>
                <a:gd name="T4" fmla="*/ 5 w 88"/>
                <a:gd name="T5" fmla="*/ 86 h 91"/>
                <a:gd name="T6" fmla="*/ 6 w 88"/>
                <a:gd name="T7" fmla="*/ 63 h 91"/>
                <a:gd name="T8" fmla="*/ 68 w 88"/>
                <a:gd name="T9" fmla="*/ 2 h 91"/>
                <a:gd name="T10" fmla="*/ 74 w 88"/>
                <a:gd name="T11" fmla="*/ 2 h 91"/>
                <a:gd name="T12" fmla="*/ 74 w 88"/>
                <a:gd name="T13" fmla="*/ 8 h 91"/>
                <a:gd name="T14" fmla="*/ 13 w 88"/>
                <a:gd name="T15" fmla="*/ 70 h 91"/>
                <a:gd name="T16" fmla="*/ 12 w 88"/>
                <a:gd name="T17" fmla="*/ 79 h 91"/>
                <a:gd name="T18" fmla="*/ 17 w 88"/>
                <a:gd name="T19" fmla="*/ 81 h 91"/>
                <a:gd name="T20" fmla="*/ 22 w 88"/>
                <a:gd name="T21" fmla="*/ 80 h 91"/>
                <a:gd name="T22" fmla="*/ 79 w 88"/>
                <a:gd name="T23" fmla="*/ 22 h 91"/>
                <a:gd name="T24" fmla="*/ 86 w 88"/>
                <a:gd name="T25" fmla="*/ 22 h 91"/>
                <a:gd name="T26" fmla="*/ 86 w 88"/>
                <a:gd name="T27" fmla="*/ 29 h 91"/>
                <a:gd name="T28" fmla="*/ 29 w 88"/>
                <a:gd name="T29" fmla="*/ 86 h 91"/>
                <a:gd name="T30" fmla="*/ 17 w 88"/>
                <a:gd name="T31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8" h="91">
                  <a:moveTo>
                    <a:pt x="17" y="91"/>
                  </a:moveTo>
                  <a:cubicBezTo>
                    <a:pt x="17" y="91"/>
                    <a:pt x="17" y="91"/>
                    <a:pt x="17" y="91"/>
                  </a:cubicBezTo>
                  <a:cubicBezTo>
                    <a:pt x="12" y="91"/>
                    <a:pt x="8" y="89"/>
                    <a:pt x="5" y="86"/>
                  </a:cubicBezTo>
                  <a:cubicBezTo>
                    <a:pt x="0" y="79"/>
                    <a:pt x="0" y="69"/>
                    <a:pt x="6" y="6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9" y="0"/>
                    <a:pt x="72" y="0"/>
                    <a:pt x="74" y="2"/>
                  </a:cubicBezTo>
                  <a:cubicBezTo>
                    <a:pt x="76" y="4"/>
                    <a:pt x="76" y="7"/>
                    <a:pt x="74" y="8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0" y="72"/>
                    <a:pt x="10" y="77"/>
                    <a:pt x="12" y="79"/>
                  </a:cubicBezTo>
                  <a:cubicBezTo>
                    <a:pt x="14" y="81"/>
                    <a:pt x="15" y="81"/>
                    <a:pt x="17" y="81"/>
                  </a:cubicBezTo>
                  <a:cubicBezTo>
                    <a:pt x="19" y="81"/>
                    <a:pt x="21" y="81"/>
                    <a:pt x="22" y="80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81" y="20"/>
                    <a:pt x="84" y="20"/>
                    <a:pt x="86" y="22"/>
                  </a:cubicBezTo>
                  <a:cubicBezTo>
                    <a:pt x="88" y="24"/>
                    <a:pt x="88" y="27"/>
                    <a:pt x="86" y="29"/>
                  </a:cubicBezTo>
                  <a:cubicBezTo>
                    <a:pt x="29" y="86"/>
                    <a:pt x="29" y="86"/>
                    <a:pt x="29" y="86"/>
                  </a:cubicBezTo>
                  <a:cubicBezTo>
                    <a:pt x="26" y="89"/>
                    <a:pt x="22" y="91"/>
                    <a:pt x="17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6" name="Group 245"/>
          <p:cNvGrpSpPr/>
          <p:nvPr/>
        </p:nvGrpSpPr>
        <p:grpSpPr>
          <a:xfrm>
            <a:off x="9039918" y="5732528"/>
            <a:ext cx="337395" cy="253370"/>
            <a:chOff x="10747375" y="3527425"/>
            <a:chExt cx="828675" cy="622300"/>
          </a:xfrm>
          <a:solidFill>
            <a:schemeClr val="bg1"/>
          </a:solidFill>
        </p:grpSpPr>
        <p:sp>
          <p:nvSpPr>
            <p:cNvPr id="247" name="Freeform 60"/>
            <p:cNvSpPr>
              <a:spLocks/>
            </p:cNvSpPr>
            <p:nvPr/>
          </p:nvSpPr>
          <p:spPr bwMode="auto">
            <a:xfrm>
              <a:off x="11045825" y="3811588"/>
              <a:ext cx="220662" cy="114300"/>
            </a:xfrm>
            <a:custGeom>
              <a:avLst/>
              <a:gdLst>
                <a:gd name="T0" fmla="*/ 76 w 81"/>
                <a:gd name="T1" fmla="*/ 42 h 42"/>
                <a:gd name="T2" fmla="*/ 72 w 81"/>
                <a:gd name="T3" fmla="*/ 41 h 42"/>
                <a:gd name="T4" fmla="*/ 40 w 81"/>
                <a:gd name="T5" fmla="*/ 11 h 42"/>
                <a:gd name="T6" fmla="*/ 3 w 81"/>
                <a:gd name="T7" fmla="*/ 10 h 42"/>
                <a:gd name="T8" fmla="*/ 2 w 81"/>
                <a:gd name="T9" fmla="*/ 4 h 42"/>
                <a:gd name="T10" fmla="*/ 9 w 81"/>
                <a:gd name="T11" fmla="*/ 3 h 42"/>
                <a:gd name="T12" fmla="*/ 38 w 81"/>
                <a:gd name="T13" fmla="*/ 2 h 42"/>
                <a:gd name="T14" fmla="*/ 44 w 81"/>
                <a:gd name="T15" fmla="*/ 2 h 42"/>
                <a:gd name="T16" fmla="*/ 79 w 81"/>
                <a:gd name="T17" fmla="*/ 34 h 42"/>
                <a:gd name="T18" fmla="*/ 79 w 81"/>
                <a:gd name="T19" fmla="*/ 40 h 42"/>
                <a:gd name="T20" fmla="*/ 76 w 8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" h="42">
                  <a:moveTo>
                    <a:pt x="76" y="42"/>
                  </a:moveTo>
                  <a:cubicBezTo>
                    <a:pt x="74" y="42"/>
                    <a:pt x="73" y="42"/>
                    <a:pt x="72" y="4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2" y="17"/>
                    <a:pt x="17" y="21"/>
                    <a:pt x="3" y="10"/>
                  </a:cubicBezTo>
                  <a:cubicBezTo>
                    <a:pt x="1" y="9"/>
                    <a:pt x="0" y="6"/>
                    <a:pt x="2" y="4"/>
                  </a:cubicBezTo>
                  <a:cubicBezTo>
                    <a:pt x="4" y="2"/>
                    <a:pt x="7" y="1"/>
                    <a:pt x="9" y="3"/>
                  </a:cubicBezTo>
                  <a:cubicBezTo>
                    <a:pt x="23" y="14"/>
                    <a:pt x="37" y="2"/>
                    <a:pt x="38" y="2"/>
                  </a:cubicBezTo>
                  <a:cubicBezTo>
                    <a:pt x="39" y="0"/>
                    <a:pt x="42" y="0"/>
                    <a:pt x="44" y="2"/>
                  </a:cubicBezTo>
                  <a:cubicBezTo>
                    <a:pt x="79" y="34"/>
                    <a:pt x="79" y="34"/>
                    <a:pt x="79" y="34"/>
                  </a:cubicBezTo>
                  <a:cubicBezTo>
                    <a:pt x="81" y="35"/>
                    <a:pt x="81" y="38"/>
                    <a:pt x="79" y="40"/>
                  </a:cubicBezTo>
                  <a:cubicBezTo>
                    <a:pt x="78" y="41"/>
                    <a:pt x="77" y="42"/>
                    <a:pt x="76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61"/>
            <p:cNvSpPr>
              <a:spLocks/>
            </p:cNvSpPr>
            <p:nvPr/>
          </p:nvSpPr>
          <p:spPr bwMode="auto">
            <a:xfrm>
              <a:off x="10812463" y="3657600"/>
              <a:ext cx="530225" cy="430213"/>
            </a:xfrm>
            <a:custGeom>
              <a:avLst/>
              <a:gdLst>
                <a:gd name="T0" fmla="*/ 83 w 195"/>
                <a:gd name="T1" fmla="*/ 159 h 159"/>
                <a:gd name="T2" fmla="*/ 80 w 195"/>
                <a:gd name="T3" fmla="*/ 158 h 159"/>
                <a:gd name="T4" fmla="*/ 46 w 195"/>
                <a:gd name="T5" fmla="*/ 128 h 159"/>
                <a:gd name="T6" fmla="*/ 45 w 195"/>
                <a:gd name="T7" fmla="*/ 126 h 159"/>
                <a:gd name="T8" fmla="*/ 37 w 195"/>
                <a:gd name="T9" fmla="*/ 112 h 159"/>
                <a:gd name="T10" fmla="*/ 15 w 195"/>
                <a:gd name="T11" fmla="*/ 85 h 159"/>
                <a:gd name="T12" fmla="*/ 2 w 195"/>
                <a:gd name="T13" fmla="*/ 73 h 159"/>
                <a:gd name="T14" fmla="*/ 0 w 195"/>
                <a:gd name="T15" fmla="*/ 70 h 159"/>
                <a:gd name="T16" fmla="*/ 2 w 195"/>
                <a:gd name="T17" fmla="*/ 66 h 159"/>
                <a:gd name="T18" fmla="*/ 60 w 195"/>
                <a:gd name="T19" fmla="*/ 2 h 159"/>
                <a:gd name="T20" fmla="*/ 67 w 195"/>
                <a:gd name="T21" fmla="*/ 2 h 159"/>
                <a:gd name="T22" fmla="*/ 92 w 195"/>
                <a:gd name="T23" fmla="*/ 25 h 159"/>
                <a:gd name="T24" fmla="*/ 122 w 195"/>
                <a:gd name="T25" fmla="*/ 24 h 159"/>
                <a:gd name="T26" fmla="*/ 150 w 195"/>
                <a:gd name="T27" fmla="*/ 35 h 159"/>
                <a:gd name="T28" fmla="*/ 185 w 195"/>
                <a:gd name="T29" fmla="*/ 67 h 159"/>
                <a:gd name="T30" fmla="*/ 188 w 195"/>
                <a:gd name="T31" fmla="*/ 95 h 159"/>
                <a:gd name="T32" fmla="*/ 174 w 195"/>
                <a:gd name="T33" fmla="*/ 103 h 159"/>
                <a:gd name="T34" fmla="*/ 158 w 195"/>
                <a:gd name="T35" fmla="*/ 98 h 159"/>
                <a:gd name="T36" fmla="*/ 158 w 195"/>
                <a:gd name="T37" fmla="*/ 91 h 159"/>
                <a:gd name="T38" fmla="*/ 165 w 195"/>
                <a:gd name="T39" fmla="*/ 91 h 159"/>
                <a:gd name="T40" fmla="*/ 173 w 195"/>
                <a:gd name="T41" fmla="*/ 94 h 159"/>
                <a:gd name="T42" fmla="*/ 181 w 195"/>
                <a:gd name="T43" fmla="*/ 89 h 159"/>
                <a:gd name="T44" fmla="*/ 179 w 195"/>
                <a:gd name="T45" fmla="*/ 74 h 159"/>
                <a:gd name="T46" fmla="*/ 144 w 195"/>
                <a:gd name="T47" fmla="*/ 42 h 159"/>
                <a:gd name="T48" fmla="*/ 122 w 195"/>
                <a:gd name="T49" fmla="*/ 34 h 159"/>
                <a:gd name="T50" fmla="*/ 90 w 195"/>
                <a:gd name="T51" fmla="*/ 34 h 159"/>
                <a:gd name="T52" fmla="*/ 87 w 195"/>
                <a:gd name="T53" fmla="*/ 33 h 159"/>
                <a:gd name="T54" fmla="*/ 64 w 195"/>
                <a:gd name="T55" fmla="*/ 12 h 159"/>
                <a:gd name="T56" fmla="*/ 12 w 195"/>
                <a:gd name="T57" fmla="*/ 69 h 159"/>
                <a:gd name="T58" fmla="*/ 21 w 195"/>
                <a:gd name="T59" fmla="*/ 78 h 159"/>
                <a:gd name="T60" fmla="*/ 45 w 195"/>
                <a:gd name="T61" fmla="*/ 107 h 159"/>
                <a:gd name="T62" fmla="*/ 53 w 195"/>
                <a:gd name="T63" fmla="*/ 121 h 159"/>
                <a:gd name="T64" fmla="*/ 86 w 195"/>
                <a:gd name="T65" fmla="*/ 151 h 159"/>
                <a:gd name="T66" fmla="*/ 87 w 195"/>
                <a:gd name="T67" fmla="*/ 158 h 159"/>
                <a:gd name="T68" fmla="*/ 83 w 195"/>
                <a:gd name="T69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5" h="159">
                  <a:moveTo>
                    <a:pt x="83" y="159"/>
                  </a:moveTo>
                  <a:cubicBezTo>
                    <a:pt x="82" y="159"/>
                    <a:pt x="81" y="159"/>
                    <a:pt x="80" y="158"/>
                  </a:cubicBezTo>
                  <a:cubicBezTo>
                    <a:pt x="46" y="128"/>
                    <a:pt x="46" y="128"/>
                    <a:pt x="46" y="128"/>
                  </a:cubicBezTo>
                  <a:cubicBezTo>
                    <a:pt x="46" y="127"/>
                    <a:pt x="46" y="127"/>
                    <a:pt x="45" y="126"/>
                  </a:cubicBezTo>
                  <a:cubicBezTo>
                    <a:pt x="37" y="112"/>
                    <a:pt x="37" y="112"/>
                    <a:pt x="37" y="112"/>
                  </a:cubicBezTo>
                  <a:cubicBezTo>
                    <a:pt x="31" y="102"/>
                    <a:pt x="24" y="93"/>
                    <a:pt x="15" y="85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1" y="72"/>
                    <a:pt x="1" y="71"/>
                    <a:pt x="0" y="70"/>
                  </a:cubicBezTo>
                  <a:cubicBezTo>
                    <a:pt x="0" y="68"/>
                    <a:pt x="1" y="67"/>
                    <a:pt x="2" y="6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2" y="0"/>
                    <a:pt x="65" y="0"/>
                    <a:pt x="67" y="2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122" y="24"/>
                    <a:pt x="122" y="24"/>
                    <a:pt x="122" y="24"/>
                  </a:cubicBezTo>
                  <a:cubicBezTo>
                    <a:pt x="132" y="24"/>
                    <a:pt x="143" y="28"/>
                    <a:pt x="150" y="35"/>
                  </a:cubicBezTo>
                  <a:cubicBezTo>
                    <a:pt x="185" y="67"/>
                    <a:pt x="185" y="67"/>
                    <a:pt x="185" y="67"/>
                  </a:cubicBezTo>
                  <a:cubicBezTo>
                    <a:pt x="193" y="74"/>
                    <a:pt x="195" y="87"/>
                    <a:pt x="188" y="95"/>
                  </a:cubicBezTo>
                  <a:cubicBezTo>
                    <a:pt x="185" y="100"/>
                    <a:pt x="180" y="102"/>
                    <a:pt x="174" y="103"/>
                  </a:cubicBezTo>
                  <a:cubicBezTo>
                    <a:pt x="168" y="104"/>
                    <a:pt x="163" y="102"/>
                    <a:pt x="158" y="98"/>
                  </a:cubicBezTo>
                  <a:cubicBezTo>
                    <a:pt x="156" y="96"/>
                    <a:pt x="156" y="93"/>
                    <a:pt x="158" y="91"/>
                  </a:cubicBezTo>
                  <a:cubicBezTo>
                    <a:pt x="160" y="89"/>
                    <a:pt x="163" y="89"/>
                    <a:pt x="165" y="91"/>
                  </a:cubicBezTo>
                  <a:cubicBezTo>
                    <a:pt x="167" y="93"/>
                    <a:pt x="170" y="94"/>
                    <a:pt x="173" y="94"/>
                  </a:cubicBezTo>
                  <a:cubicBezTo>
                    <a:pt x="176" y="93"/>
                    <a:pt x="179" y="92"/>
                    <a:pt x="181" y="89"/>
                  </a:cubicBezTo>
                  <a:cubicBezTo>
                    <a:pt x="184" y="85"/>
                    <a:pt x="183" y="78"/>
                    <a:pt x="179" y="74"/>
                  </a:cubicBezTo>
                  <a:cubicBezTo>
                    <a:pt x="144" y="42"/>
                    <a:pt x="144" y="42"/>
                    <a:pt x="144" y="42"/>
                  </a:cubicBezTo>
                  <a:cubicBezTo>
                    <a:pt x="138" y="37"/>
                    <a:pt x="130" y="34"/>
                    <a:pt x="122" y="34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89" y="34"/>
                    <a:pt x="88" y="34"/>
                    <a:pt x="87" y="33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31" y="86"/>
                    <a:pt x="39" y="96"/>
                    <a:pt x="45" y="107"/>
                  </a:cubicBezTo>
                  <a:cubicBezTo>
                    <a:pt x="53" y="121"/>
                    <a:pt x="53" y="121"/>
                    <a:pt x="53" y="121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8" y="153"/>
                    <a:pt x="88" y="156"/>
                    <a:pt x="87" y="158"/>
                  </a:cubicBezTo>
                  <a:cubicBezTo>
                    <a:pt x="86" y="159"/>
                    <a:pt x="84" y="159"/>
                    <a:pt x="83" y="1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62"/>
            <p:cNvSpPr>
              <a:spLocks/>
            </p:cNvSpPr>
            <p:nvPr/>
          </p:nvSpPr>
          <p:spPr bwMode="auto">
            <a:xfrm>
              <a:off x="10747375" y="3595688"/>
              <a:ext cx="271462" cy="284163"/>
            </a:xfrm>
            <a:custGeom>
              <a:avLst/>
              <a:gdLst>
                <a:gd name="T0" fmla="*/ 22 w 100"/>
                <a:gd name="T1" fmla="*/ 105 h 105"/>
                <a:gd name="T2" fmla="*/ 19 w 100"/>
                <a:gd name="T3" fmla="*/ 103 h 105"/>
                <a:gd name="T4" fmla="*/ 2 w 100"/>
                <a:gd name="T5" fmla="*/ 88 h 105"/>
                <a:gd name="T6" fmla="*/ 2 w 100"/>
                <a:gd name="T7" fmla="*/ 81 h 105"/>
                <a:gd name="T8" fmla="*/ 53 w 100"/>
                <a:gd name="T9" fmla="*/ 25 h 105"/>
                <a:gd name="T10" fmla="*/ 60 w 100"/>
                <a:gd name="T11" fmla="*/ 25 h 105"/>
                <a:gd name="T12" fmla="*/ 60 w 100"/>
                <a:gd name="T13" fmla="*/ 31 h 105"/>
                <a:gd name="T14" fmla="*/ 12 w 100"/>
                <a:gd name="T15" fmla="*/ 84 h 105"/>
                <a:gd name="T16" fmla="*/ 22 w 100"/>
                <a:gd name="T17" fmla="*/ 93 h 105"/>
                <a:gd name="T18" fmla="*/ 88 w 100"/>
                <a:gd name="T19" fmla="*/ 21 h 105"/>
                <a:gd name="T20" fmla="*/ 74 w 100"/>
                <a:gd name="T21" fmla="*/ 9 h 105"/>
                <a:gd name="T22" fmla="*/ 74 w 100"/>
                <a:gd name="T23" fmla="*/ 2 h 105"/>
                <a:gd name="T24" fmla="*/ 81 w 100"/>
                <a:gd name="T25" fmla="*/ 2 h 105"/>
                <a:gd name="T26" fmla="*/ 98 w 100"/>
                <a:gd name="T27" fmla="*/ 17 h 105"/>
                <a:gd name="T28" fmla="*/ 99 w 100"/>
                <a:gd name="T29" fmla="*/ 20 h 105"/>
                <a:gd name="T30" fmla="*/ 98 w 100"/>
                <a:gd name="T31" fmla="*/ 24 h 105"/>
                <a:gd name="T32" fmla="*/ 26 w 100"/>
                <a:gd name="T33" fmla="*/ 103 h 105"/>
                <a:gd name="T34" fmla="*/ 23 w 100"/>
                <a:gd name="T35" fmla="*/ 105 h 105"/>
                <a:gd name="T36" fmla="*/ 22 w 100"/>
                <a:gd name="T3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0" h="105">
                  <a:moveTo>
                    <a:pt x="22" y="105"/>
                  </a:moveTo>
                  <a:cubicBezTo>
                    <a:pt x="21" y="105"/>
                    <a:pt x="20" y="104"/>
                    <a:pt x="19" y="103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0" y="86"/>
                    <a:pt x="0" y="83"/>
                    <a:pt x="2" y="81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5" y="23"/>
                    <a:pt x="58" y="23"/>
                    <a:pt x="60" y="25"/>
                  </a:cubicBezTo>
                  <a:cubicBezTo>
                    <a:pt x="62" y="26"/>
                    <a:pt x="62" y="29"/>
                    <a:pt x="60" y="31"/>
                  </a:cubicBezTo>
                  <a:cubicBezTo>
                    <a:pt x="12" y="84"/>
                    <a:pt x="12" y="84"/>
                    <a:pt x="12" y="84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88" y="21"/>
                    <a:pt x="88" y="21"/>
                    <a:pt x="88" y="21"/>
                  </a:cubicBezTo>
                  <a:cubicBezTo>
                    <a:pt x="74" y="9"/>
                    <a:pt x="74" y="9"/>
                    <a:pt x="74" y="9"/>
                  </a:cubicBezTo>
                  <a:cubicBezTo>
                    <a:pt x="73" y="7"/>
                    <a:pt x="72" y="4"/>
                    <a:pt x="74" y="2"/>
                  </a:cubicBezTo>
                  <a:cubicBezTo>
                    <a:pt x="76" y="0"/>
                    <a:pt x="79" y="0"/>
                    <a:pt x="81" y="2"/>
                  </a:cubicBezTo>
                  <a:cubicBezTo>
                    <a:pt x="98" y="17"/>
                    <a:pt x="98" y="17"/>
                    <a:pt x="98" y="17"/>
                  </a:cubicBezTo>
                  <a:cubicBezTo>
                    <a:pt x="99" y="18"/>
                    <a:pt x="99" y="19"/>
                    <a:pt x="99" y="20"/>
                  </a:cubicBezTo>
                  <a:cubicBezTo>
                    <a:pt x="100" y="22"/>
                    <a:pt x="99" y="23"/>
                    <a:pt x="98" y="24"/>
                  </a:cubicBezTo>
                  <a:cubicBezTo>
                    <a:pt x="26" y="103"/>
                    <a:pt x="26" y="103"/>
                    <a:pt x="26" y="103"/>
                  </a:cubicBezTo>
                  <a:cubicBezTo>
                    <a:pt x="25" y="104"/>
                    <a:pt x="24" y="105"/>
                    <a:pt x="23" y="105"/>
                  </a:cubicBezTo>
                  <a:cubicBezTo>
                    <a:pt x="23" y="105"/>
                    <a:pt x="22" y="105"/>
                    <a:pt x="22" y="1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63"/>
            <p:cNvSpPr>
              <a:spLocks noEditPoints="1"/>
            </p:cNvSpPr>
            <p:nvPr/>
          </p:nvSpPr>
          <p:spPr bwMode="auto">
            <a:xfrm>
              <a:off x="11149013" y="3860800"/>
              <a:ext cx="182562" cy="166688"/>
            </a:xfrm>
            <a:custGeom>
              <a:avLst/>
              <a:gdLst>
                <a:gd name="T0" fmla="*/ 48 w 67"/>
                <a:gd name="T1" fmla="*/ 62 h 62"/>
                <a:gd name="T2" fmla="*/ 37 w 67"/>
                <a:gd name="T3" fmla="*/ 58 h 62"/>
                <a:gd name="T4" fmla="*/ 8 w 67"/>
                <a:gd name="T5" fmla="*/ 31 h 62"/>
                <a:gd name="T6" fmla="*/ 7 w 67"/>
                <a:gd name="T7" fmla="*/ 7 h 62"/>
                <a:gd name="T8" fmla="*/ 30 w 67"/>
                <a:gd name="T9" fmla="*/ 6 h 62"/>
                <a:gd name="T10" fmla="*/ 60 w 67"/>
                <a:gd name="T11" fmla="*/ 33 h 62"/>
                <a:gd name="T12" fmla="*/ 61 w 67"/>
                <a:gd name="T13" fmla="*/ 57 h 62"/>
                <a:gd name="T14" fmla="*/ 49 w 67"/>
                <a:gd name="T15" fmla="*/ 62 h 62"/>
                <a:gd name="T16" fmla="*/ 48 w 67"/>
                <a:gd name="T17" fmla="*/ 62 h 62"/>
                <a:gd name="T18" fmla="*/ 19 w 67"/>
                <a:gd name="T19" fmla="*/ 11 h 62"/>
                <a:gd name="T20" fmla="*/ 14 w 67"/>
                <a:gd name="T21" fmla="*/ 14 h 62"/>
                <a:gd name="T22" fmla="*/ 14 w 67"/>
                <a:gd name="T23" fmla="*/ 24 h 62"/>
                <a:gd name="T24" fmla="*/ 43 w 67"/>
                <a:gd name="T25" fmla="*/ 51 h 62"/>
                <a:gd name="T26" fmla="*/ 54 w 67"/>
                <a:gd name="T27" fmla="*/ 50 h 62"/>
                <a:gd name="T28" fmla="*/ 53 w 67"/>
                <a:gd name="T29" fmla="*/ 40 h 62"/>
                <a:gd name="T30" fmla="*/ 24 w 67"/>
                <a:gd name="T31" fmla="*/ 13 h 62"/>
                <a:gd name="T32" fmla="*/ 19 w 67"/>
                <a:gd name="T33" fmla="*/ 1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62">
                  <a:moveTo>
                    <a:pt x="48" y="62"/>
                  </a:moveTo>
                  <a:cubicBezTo>
                    <a:pt x="44" y="62"/>
                    <a:pt x="40" y="61"/>
                    <a:pt x="37" y="58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" y="25"/>
                    <a:pt x="0" y="14"/>
                    <a:pt x="7" y="7"/>
                  </a:cubicBezTo>
                  <a:cubicBezTo>
                    <a:pt x="13" y="1"/>
                    <a:pt x="24" y="0"/>
                    <a:pt x="30" y="6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6" y="39"/>
                    <a:pt x="67" y="50"/>
                    <a:pt x="61" y="57"/>
                  </a:cubicBezTo>
                  <a:cubicBezTo>
                    <a:pt x="58" y="60"/>
                    <a:pt x="53" y="62"/>
                    <a:pt x="49" y="62"/>
                  </a:cubicBezTo>
                  <a:cubicBezTo>
                    <a:pt x="49" y="62"/>
                    <a:pt x="48" y="62"/>
                    <a:pt x="48" y="62"/>
                  </a:cubicBezTo>
                  <a:close/>
                  <a:moveTo>
                    <a:pt x="19" y="11"/>
                  </a:moveTo>
                  <a:cubicBezTo>
                    <a:pt x="17" y="11"/>
                    <a:pt x="15" y="12"/>
                    <a:pt x="14" y="14"/>
                  </a:cubicBezTo>
                  <a:cubicBezTo>
                    <a:pt x="11" y="17"/>
                    <a:pt x="11" y="22"/>
                    <a:pt x="14" y="24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6" y="54"/>
                    <a:pt x="51" y="53"/>
                    <a:pt x="54" y="50"/>
                  </a:cubicBezTo>
                  <a:cubicBezTo>
                    <a:pt x="56" y="47"/>
                    <a:pt x="56" y="43"/>
                    <a:pt x="53" y="40"/>
                  </a:cubicBezTo>
                  <a:cubicBezTo>
                    <a:pt x="53" y="40"/>
                    <a:pt x="24" y="13"/>
                    <a:pt x="24" y="13"/>
                  </a:cubicBezTo>
                  <a:cubicBezTo>
                    <a:pt x="23" y="12"/>
                    <a:pt x="21" y="11"/>
                    <a:pt x="19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64"/>
            <p:cNvSpPr>
              <a:spLocks noEditPoints="1"/>
            </p:cNvSpPr>
            <p:nvPr/>
          </p:nvSpPr>
          <p:spPr bwMode="auto">
            <a:xfrm>
              <a:off x="11106150" y="3908425"/>
              <a:ext cx="179387" cy="168275"/>
            </a:xfrm>
            <a:custGeom>
              <a:avLst/>
              <a:gdLst>
                <a:gd name="T0" fmla="*/ 48 w 66"/>
                <a:gd name="T1" fmla="*/ 62 h 62"/>
                <a:gd name="T2" fmla="*/ 36 w 66"/>
                <a:gd name="T3" fmla="*/ 58 h 62"/>
                <a:gd name="T4" fmla="*/ 7 w 66"/>
                <a:gd name="T5" fmla="*/ 31 h 62"/>
                <a:gd name="T6" fmla="*/ 6 w 66"/>
                <a:gd name="T7" fmla="*/ 7 h 62"/>
                <a:gd name="T8" fmla="*/ 30 w 66"/>
                <a:gd name="T9" fmla="*/ 6 h 62"/>
                <a:gd name="T10" fmla="*/ 59 w 66"/>
                <a:gd name="T11" fmla="*/ 33 h 62"/>
                <a:gd name="T12" fmla="*/ 60 w 66"/>
                <a:gd name="T13" fmla="*/ 57 h 62"/>
                <a:gd name="T14" fmla="*/ 48 w 66"/>
                <a:gd name="T15" fmla="*/ 62 h 62"/>
                <a:gd name="T16" fmla="*/ 19 w 66"/>
                <a:gd name="T17" fmla="*/ 11 h 62"/>
                <a:gd name="T18" fmla="*/ 13 w 66"/>
                <a:gd name="T19" fmla="*/ 14 h 62"/>
                <a:gd name="T20" fmla="*/ 14 w 66"/>
                <a:gd name="T21" fmla="*/ 24 h 62"/>
                <a:gd name="T22" fmla="*/ 43 w 66"/>
                <a:gd name="T23" fmla="*/ 51 h 62"/>
                <a:gd name="T24" fmla="*/ 53 w 66"/>
                <a:gd name="T25" fmla="*/ 50 h 62"/>
                <a:gd name="T26" fmla="*/ 53 w 66"/>
                <a:gd name="T27" fmla="*/ 40 h 62"/>
                <a:gd name="T28" fmla="*/ 24 w 66"/>
                <a:gd name="T29" fmla="*/ 13 h 62"/>
                <a:gd name="T30" fmla="*/ 19 w 66"/>
                <a:gd name="T31" fmla="*/ 1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62">
                  <a:moveTo>
                    <a:pt x="48" y="62"/>
                  </a:moveTo>
                  <a:cubicBezTo>
                    <a:pt x="44" y="62"/>
                    <a:pt x="39" y="61"/>
                    <a:pt x="36" y="58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0" y="25"/>
                    <a:pt x="0" y="14"/>
                    <a:pt x="6" y="7"/>
                  </a:cubicBezTo>
                  <a:cubicBezTo>
                    <a:pt x="12" y="1"/>
                    <a:pt x="23" y="0"/>
                    <a:pt x="30" y="6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66" y="39"/>
                    <a:pt x="66" y="50"/>
                    <a:pt x="60" y="57"/>
                  </a:cubicBezTo>
                  <a:cubicBezTo>
                    <a:pt x="57" y="60"/>
                    <a:pt x="52" y="62"/>
                    <a:pt x="48" y="62"/>
                  </a:cubicBezTo>
                  <a:close/>
                  <a:moveTo>
                    <a:pt x="19" y="11"/>
                  </a:moveTo>
                  <a:cubicBezTo>
                    <a:pt x="17" y="11"/>
                    <a:pt x="15" y="12"/>
                    <a:pt x="13" y="14"/>
                  </a:cubicBezTo>
                  <a:cubicBezTo>
                    <a:pt x="10" y="17"/>
                    <a:pt x="11" y="22"/>
                    <a:pt x="14" y="24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6" y="54"/>
                    <a:pt x="50" y="53"/>
                    <a:pt x="53" y="50"/>
                  </a:cubicBezTo>
                  <a:cubicBezTo>
                    <a:pt x="56" y="47"/>
                    <a:pt x="56" y="43"/>
                    <a:pt x="53" y="40"/>
                  </a:cubicBezTo>
                  <a:cubicBezTo>
                    <a:pt x="53" y="40"/>
                    <a:pt x="24" y="13"/>
                    <a:pt x="24" y="13"/>
                  </a:cubicBezTo>
                  <a:cubicBezTo>
                    <a:pt x="22" y="12"/>
                    <a:pt x="20" y="11"/>
                    <a:pt x="19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65"/>
            <p:cNvSpPr>
              <a:spLocks noEditPoints="1"/>
            </p:cNvSpPr>
            <p:nvPr/>
          </p:nvSpPr>
          <p:spPr bwMode="auto">
            <a:xfrm>
              <a:off x="11060113" y="3957638"/>
              <a:ext cx="180975" cy="168275"/>
            </a:xfrm>
            <a:custGeom>
              <a:avLst/>
              <a:gdLst>
                <a:gd name="T0" fmla="*/ 48 w 67"/>
                <a:gd name="T1" fmla="*/ 62 h 62"/>
                <a:gd name="T2" fmla="*/ 37 w 67"/>
                <a:gd name="T3" fmla="*/ 58 h 62"/>
                <a:gd name="T4" fmla="*/ 8 w 67"/>
                <a:gd name="T5" fmla="*/ 31 h 62"/>
                <a:gd name="T6" fmla="*/ 7 w 67"/>
                <a:gd name="T7" fmla="*/ 7 h 62"/>
                <a:gd name="T8" fmla="*/ 31 w 67"/>
                <a:gd name="T9" fmla="*/ 6 h 62"/>
                <a:gd name="T10" fmla="*/ 60 w 67"/>
                <a:gd name="T11" fmla="*/ 33 h 62"/>
                <a:gd name="T12" fmla="*/ 61 w 67"/>
                <a:gd name="T13" fmla="*/ 57 h 62"/>
                <a:gd name="T14" fmla="*/ 49 w 67"/>
                <a:gd name="T15" fmla="*/ 62 h 62"/>
                <a:gd name="T16" fmla="*/ 48 w 67"/>
                <a:gd name="T17" fmla="*/ 62 h 62"/>
                <a:gd name="T18" fmla="*/ 19 w 67"/>
                <a:gd name="T19" fmla="*/ 11 h 62"/>
                <a:gd name="T20" fmla="*/ 14 w 67"/>
                <a:gd name="T21" fmla="*/ 14 h 62"/>
                <a:gd name="T22" fmla="*/ 14 w 67"/>
                <a:gd name="T23" fmla="*/ 24 h 62"/>
                <a:gd name="T24" fmla="*/ 43 w 67"/>
                <a:gd name="T25" fmla="*/ 51 h 62"/>
                <a:gd name="T26" fmla="*/ 49 w 67"/>
                <a:gd name="T27" fmla="*/ 53 h 62"/>
                <a:gd name="T28" fmla="*/ 54 w 67"/>
                <a:gd name="T29" fmla="*/ 50 h 62"/>
                <a:gd name="T30" fmla="*/ 53 w 67"/>
                <a:gd name="T31" fmla="*/ 40 h 62"/>
                <a:gd name="T32" fmla="*/ 24 w 67"/>
                <a:gd name="T33" fmla="*/ 13 h 62"/>
                <a:gd name="T34" fmla="*/ 19 w 67"/>
                <a:gd name="T35" fmla="*/ 1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" h="62">
                  <a:moveTo>
                    <a:pt x="48" y="62"/>
                  </a:moveTo>
                  <a:cubicBezTo>
                    <a:pt x="44" y="62"/>
                    <a:pt x="40" y="61"/>
                    <a:pt x="37" y="58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" y="25"/>
                    <a:pt x="0" y="14"/>
                    <a:pt x="7" y="7"/>
                  </a:cubicBezTo>
                  <a:cubicBezTo>
                    <a:pt x="13" y="1"/>
                    <a:pt x="24" y="0"/>
                    <a:pt x="31" y="6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7" y="39"/>
                    <a:pt x="67" y="50"/>
                    <a:pt x="61" y="57"/>
                  </a:cubicBezTo>
                  <a:cubicBezTo>
                    <a:pt x="58" y="60"/>
                    <a:pt x="54" y="62"/>
                    <a:pt x="49" y="62"/>
                  </a:cubicBezTo>
                  <a:cubicBezTo>
                    <a:pt x="49" y="62"/>
                    <a:pt x="48" y="62"/>
                    <a:pt x="48" y="62"/>
                  </a:cubicBezTo>
                  <a:close/>
                  <a:moveTo>
                    <a:pt x="19" y="11"/>
                  </a:moveTo>
                  <a:cubicBezTo>
                    <a:pt x="17" y="11"/>
                    <a:pt x="15" y="12"/>
                    <a:pt x="14" y="14"/>
                  </a:cubicBezTo>
                  <a:cubicBezTo>
                    <a:pt x="11" y="17"/>
                    <a:pt x="11" y="22"/>
                    <a:pt x="14" y="24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5" y="52"/>
                    <a:pt x="47" y="53"/>
                    <a:pt x="49" y="53"/>
                  </a:cubicBezTo>
                  <a:cubicBezTo>
                    <a:pt x="51" y="53"/>
                    <a:pt x="52" y="52"/>
                    <a:pt x="54" y="50"/>
                  </a:cubicBezTo>
                  <a:cubicBezTo>
                    <a:pt x="56" y="47"/>
                    <a:pt x="56" y="43"/>
                    <a:pt x="53" y="40"/>
                  </a:cubicBezTo>
                  <a:cubicBezTo>
                    <a:pt x="53" y="40"/>
                    <a:pt x="24" y="13"/>
                    <a:pt x="24" y="13"/>
                  </a:cubicBezTo>
                  <a:cubicBezTo>
                    <a:pt x="23" y="12"/>
                    <a:pt x="21" y="11"/>
                    <a:pt x="19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66"/>
            <p:cNvSpPr>
              <a:spLocks noEditPoints="1"/>
            </p:cNvSpPr>
            <p:nvPr/>
          </p:nvSpPr>
          <p:spPr bwMode="auto">
            <a:xfrm>
              <a:off x="11012488" y="4000500"/>
              <a:ext cx="152400" cy="149225"/>
            </a:xfrm>
            <a:custGeom>
              <a:avLst/>
              <a:gdLst>
                <a:gd name="T0" fmla="*/ 39 w 56"/>
                <a:gd name="T1" fmla="*/ 55 h 55"/>
                <a:gd name="T2" fmla="*/ 27 w 56"/>
                <a:gd name="T3" fmla="*/ 51 h 55"/>
                <a:gd name="T4" fmla="*/ 6 w 56"/>
                <a:gd name="T5" fmla="*/ 31 h 55"/>
                <a:gd name="T6" fmla="*/ 0 w 56"/>
                <a:gd name="T7" fmla="*/ 19 h 55"/>
                <a:gd name="T8" fmla="*/ 5 w 56"/>
                <a:gd name="T9" fmla="*/ 7 h 55"/>
                <a:gd name="T10" fmla="*/ 29 w 56"/>
                <a:gd name="T11" fmla="*/ 6 h 55"/>
                <a:gd name="T12" fmla="*/ 50 w 56"/>
                <a:gd name="T13" fmla="*/ 26 h 55"/>
                <a:gd name="T14" fmla="*/ 56 w 56"/>
                <a:gd name="T15" fmla="*/ 37 h 55"/>
                <a:gd name="T16" fmla="*/ 51 w 56"/>
                <a:gd name="T17" fmla="*/ 49 h 55"/>
                <a:gd name="T18" fmla="*/ 39 w 56"/>
                <a:gd name="T19" fmla="*/ 55 h 55"/>
                <a:gd name="T20" fmla="*/ 39 w 56"/>
                <a:gd name="T21" fmla="*/ 55 h 55"/>
                <a:gd name="T22" fmla="*/ 17 w 56"/>
                <a:gd name="T23" fmla="*/ 11 h 55"/>
                <a:gd name="T24" fmla="*/ 12 w 56"/>
                <a:gd name="T25" fmla="*/ 14 h 55"/>
                <a:gd name="T26" fmla="*/ 10 w 56"/>
                <a:gd name="T27" fmla="*/ 19 h 55"/>
                <a:gd name="T28" fmla="*/ 12 w 56"/>
                <a:gd name="T29" fmla="*/ 24 h 55"/>
                <a:gd name="T30" fmla="*/ 34 w 56"/>
                <a:gd name="T31" fmla="*/ 44 h 55"/>
                <a:gd name="T32" fmla="*/ 39 w 56"/>
                <a:gd name="T33" fmla="*/ 45 h 55"/>
                <a:gd name="T34" fmla="*/ 44 w 56"/>
                <a:gd name="T35" fmla="*/ 43 h 55"/>
                <a:gd name="T36" fmla="*/ 44 w 56"/>
                <a:gd name="T37" fmla="*/ 33 h 55"/>
                <a:gd name="T38" fmla="*/ 22 w 56"/>
                <a:gd name="T39" fmla="*/ 13 h 55"/>
                <a:gd name="T40" fmla="*/ 17 w 56"/>
                <a:gd name="T41" fmla="*/ 1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55">
                  <a:moveTo>
                    <a:pt x="39" y="55"/>
                  </a:moveTo>
                  <a:cubicBezTo>
                    <a:pt x="34" y="55"/>
                    <a:pt x="30" y="53"/>
                    <a:pt x="27" y="5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2" y="28"/>
                    <a:pt x="1" y="24"/>
                    <a:pt x="0" y="19"/>
                  </a:cubicBezTo>
                  <a:cubicBezTo>
                    <a:pt x="0" y="15"/>
                    <a:pt x="2" y="10"/>
                    <a:pt x="5" y="7"/>
                  </a:cubicBezTo>
                  <a:cubicBezTo>
                    <a:pt x="11" y="0"/>
                    <a:pt x="22" y="0"/>
                    <a:pt x="29" y="6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53" y="29"/>
                    <a:pt x="55" y="33"/>
                    <a:pt x="56" y="37"/>
                  </a:cubicBezTo>
                  <a:cubicBezTo>
                    <a:pt x="56" y="42"/>
                    <a:pt x="54" y="46"/>
                    <a:pt x="51" y="49"/>
                  </a:cubicBezTo>
                  <a:cubicBezTo>
                    <a:pt x="48" y="53"/>
                    <a:pt x="44" y="55"/>
                    <a:pt x="39" y="55"/>
                  </a:cubicBezTo>
                  <a:cubicBezTo>
                    <a:pt x="39" y="55"/>
                    <a:pt x="39" y="55"/>
                    <a:pt x="39" y="55"/>
                  </a:cubicBezTo>
                  <a:close/>
                  <a:moveTo>
                    <a:pt x="17" y="11"/>
                  </a:moveTo>
                  <a:cubicBezTo>
                    <a:pt x="15" y="11"/>
                    <a:pt x="13" y="12"/>
                    <a:pt x="12" y="14"/>
                  </a:cubicBezTo>
                  <a:cubicBezTo>
                    <a:pt x="10" y="15"/>
                    <a:pt x="10" y="17"/>
                    <a:pt x="10" y="19"/>
                  </a:cubicBezTo>
                  <a:cubicBezTo>
                    <a:pt x="10" y="21"/>
                    <a:pt x="11" y="23"/>
                    <a:pt x="12" y="2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5" y="45"/>
                    <a:pt x="37" y="46"/>
                    <a:pt x="39" y="45"/>
                  </a:cubicBezTo>
                  <a:cubicBezTo>
                    <a:pt x="41" y="45"/>
                    <a:pt x="43" y="45"/>
                    <a:pt x="44" y="43"/>
                  </a:cubicBezTo>
                  <a:cubicBezTo>
                    <a:pt x="47" y="40"/>
                    <a:pt x="47" y="35"/>
                    <a:pt x="44" y="33"/>
                  </a:cubicBezTo>
                  <a:cubicBezTo>
                    <a:pt x="44" y="33"/>
                    <a:pt x="22" y="13"/>
                    <a:pt x="22" y="13"/>
                  </a:cubicBezTo>
                  <a:cubicBezTo>
                    <a:pt x="21" y="12"/>
                    <a:pt x="19" y="11"/>
                    <a:pt x="17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67"/>
            <p:cNvSpPr>
              <a:spLocks/>
            </p:cNvSpPr>
            <p:nvPr/>
          </p:nvSpPr>
          <p:spPr bwMode="auto">
            <a:xfrm>
              <a:off x="11220450" y="3527425"/>
              <a:ext cx="355600" cy="338138"/>
            </a:xfrm>
            <a:custGeom>
              <a:avLst/>
              <a:gdLst>
                <a:gd name="T0" fmla="*/ 51 w 131"/>
                <a:gd name="T1" fmla="*/ 125 h 125"/>
                <a:gd name="T2" fmla="*/ 48 w 131"/>
                <a:gd name="T3" fmla="*/ 124 h 125"/>
                <a:gd name="T4" fmla="*/ 47 w 131"/>
                <a:gd name="T5" fmla="*/ 117 h 125"/>
                <a:gd name="T6" fmla="*/ 59 w 131"/>
                <a:gd name="T7" fmla="*/ 104 h 125"/>
                <a:gd name="T8" fmla="*/ 64 w 131"/>
                <a:gd name="T9" fmla="*/ 103 h 125"/>
                <a:gd name="T10" fmla="*/ 106 w 131"/>
                <a:gd name="T11" fmla="*/ 89 h 125"/>
                <a:gd name="T12" fmla="*/ 118 w 131"/>
                <a:gd name="T13" fmla="*/ 52 h 125"/>
                <a:gd name="T14" fmla="*/ 99 w 131"/>
                <a:gd name="T15" fmla="*/ 70 h 125"/>
                <a:gd name="T16" fmla="*/ 72 w 131"/>
                <a:gd name="T17" fmla="*/ 70 h 125"/>
                <a:gd name="T18" fmla="*/ 60 w 131"/>
                <a:gd name="T19" fmla="*/ 60 h 125"/>
                <a:gd name="T20" fmla="*/ 58 w 131"/>
                <a:gd name="T21" fmla="*/ 33 h 125"/>
                <a:gd name="T22" fmla="*/ 75 w 131"/>
                <a:gd name="T23" fmla="*/ 13 h 125"/>
                <a:gd name="T24" fmla="*/ 37 w 131"/>
                <a:gd name="T25" fmla="*/ 29 h 125"/>
                <a:gd name="T26" fmla="*/ 29 w 131"/>
                <a:gd name="T27" fmla="*/ 71 h 125"/>
                <a:gd name="T28" fmla="*/ 28 w 131"/>
                <a:gd name="T29" fmla="*/ 75 h 125"/>
                <a:gd name="T30" fmla="*/ 8 w 131"/>
                <a:gd name="T31" fmla="*/ 97 h 125"/>
                <a:gd name="T32" fmla="*/ 2 w 131"/>
                <a:gd name="T33" fmla="*/ 97 h 125"/>
                <a:gd name="T34" fmla="*/ 1 w 131"/>
                <a:gd name="T35" fmla="*/ 91 h 125"/>
                <a:gd name="T36" fmla="*/ 19 w 131"/>
                <a:gd name="T37" fmla="*/ 71 h 125"/>
                <a:gd name="T38" fmla="*/ 30 w 131"/>
                <a:gd name="T39" fmla="*/ 23 h 125"/>
                <a:gd name="T40" fmla="*/ 85 w 131"/>
                <a:gd name="T41" fmla="*/ 4 h 125"/>
                <a:gd name="T42" fmla="*/ 88 w 131"/>
                <a:gd name="T43" fmla="*/ 7 h 125"/>
                <a:gd name="T44" fmla="*/ 87 w 131"/>
                <a:gd name="T45" fmla="*/ 12 h 125"/>
                <a:gd name="T46" fmla="*/ 66 w 131"/>
                <a:gd name="T47" fmla="*/ 39 h 125"/>
                <a:gd name="T48" fmla="*/ 67 w 131"/>
                <a:gd name="T49" fmla="*/ 53 h 125"/>
                <a:gd name="T50" fmla="*/ 78 w 131"/>
                <a:gd name="T51" fmla="*/ 63 h 125"/>
                <a:gd name="T52" fmla="*/ 92 w 131"/>
                <a:gd name="T53" fmla="*/ 63 h 125"/>
                <a:gd name="T54" fmla="*/ 117 w 131"/>
                <a:gd name="T55" fmla="*/ 39 h 125"/>
                <a:gd name="T56" fmla="*/ 122 w 131"/>
                <a:gd name="T57" fmla="*/ 38 h 125"/>
                <a:gd name="T58" fmla="*/ 125 w 131"/>
                <a:gd name="T59" fmla="*/ 41 h 125"/>
                <a:gd name="T60" fmla="*/ 113 w 131"/>
                <a:gd name="T61" fmla="*/ 95 h 125"/>
                <a:gd name="T62" fmla="*/ 65 w 131"/>
                <a:gd name="T63" fmla="*/ 113 h 125"/>
                <a:gd name="T64" fmla="*/ 54 w 131"/>
                <a:gd name="T65" fmla="*/ 124 h 125"/>
                <a:gd name="T66" fmla="*/ 51 w 131"/>
                <a:gd name="T6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1" h="125">
                  <a:moveTo>
                    <a:pt x="51" y="125"/>
                  </a:moveTo>
                  <a:cubicBezTo>
                    <a:pt x="50" y="125"/>
                    <a:pt x="49" y="125"/>
                    <a:pt x="48" y="124"/>
                  </a:cubicBezTo>
                  <a:cubicBezTo>
                    <a:pt x="46" y="122"/>
                    <a:pt x="46" y="119"/>
                    <a:pt x="47" y="117"/>
                  </a:cubicBezTo>
                  <a:cubicBezTo>
                    <a:pt x="59" y="104"/>
                    <a:pt x="59" y="104"/>
                    <a:pt x="59" y="104"/>
                  </a:cubicBezTo>
                  <a:cubicBezTo>
                    <a:pt x="60" y="103"/>
                    <a:pt x="62" y="102"/>
                    <a:pt x="64" y="103"/>
                  </a:cubicBezTo>
                  <a:cubicBezTo>
                    <a:pt x="80" y="106"/>
                    <a:pt x="95" y="101"/>
                    <a:pt x="106" y="89"/>
                  </a:cubicBezTo>
                  <a:cubicBezTo>
                    <a:pt x="115" y="79"/>
                    <a:pt x="120" y="65"/>
                    <a:pt x="118" y="52"/>
                  </a:cubicBezTo>
                  <a:cubicBezTo>
                    <a:pt x="99" y="70"/>
                    <a:pt x="99" y="70"/>
                    <a:pt x="99" y="70"/>
                  </a:cubicBezTo>
                  <a:cubicBezTo>
                    <a:pt x="92" y="77"/>
                    <a:pt x="80" y="77"/>
                    <a:pt x="72" y="7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53" y="53"/>
                    <a:pt x="52" y="41"/>
                    <a:pt x="58" y="3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60" y="12"/>
                    <a:pt x="47" y="18"/>
                    <a:pt x="37" y="29"/>
                  </a:cubicBezTo>
                  <a:cubicBezTo>
                    <a:pt x="28" y="41"/>
                    <a:pt x="25" y="56"/>
                    <a:pt x="29" y="71"/>
                  </a:cubicBezTo>
                  <a:cubicBezTo>
                    <a:pt x="30" y="73"/>
                    <a:pt x="29" y="74"/>
                    <a:pt x="28" y="75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7" y="99"/>
                    <a:pt x="4" y="99"/>
                    <a:pt x="2" y="97"/>
                  </a:cubicBezTo>
                  <a:cubicBezTo>
                    <a:pt x="0" y="95"/>
                    <a:pt x="0" y="92"/>
                    <a:pt x="1" y="91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15" y="54"/>
                    <a:pt x="19" y="36"/>
                    <a:pt x="30" y="23"/>
                  </a:cubicBezTo>
                  <a:cubicBezTo>
                    <a:pt x="43" y="7"/>
                    <a:pt x="64" y="0"/>
                    <a:pt x="85" y="4"/>
                  </a:cubicBezTo>
                  <a:cubicBezTo>
                    <a:pt x="86" y="5"/>
                    <a:pt x="88" y="6"/>
                    <a:pt x="88" y="7"/>
                  </a:cubicBezTo>
                  <a:cubicBezTo>
                    <a:pt x="89" y="9"/>
                    <a:pt x="88" y="11"/>
                    <a:pt x="87" y="12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2" y="43"/>
                    <a:pt x="63" y="49"/>
                    <a:pt x="67" y="5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82" y="67"/>
                    <a:pt x="89" y="67"/>
                    <a:pt x="92" y="63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8" y="38"/>
                    <a:pt x="120" y="38"/>
                    <a:pt x="122" y="38"/>
                  </a:cubicBezTo>
                  <a:cubicBezTo>
                    <a:pt x="123" y="38"/>
                    <a:pt x="125" y="40"/>
                    <a:pt x="125" y="41"/>
                  </a:cubicBezTo>
                  <a:cubicBezTo>
                    <a:pt x="131" y="60"/>
                    <a:pt x="127" y="81"/>
                    <a:pt x="113" y="95"/>
                  </a:cubicBezTo>
                  <a:cubicBezTo>
                    <a:pt x="101" y="109"/>
                    <a:pt x="83" y="115"/>
                    <a:pt x="65" y="113"/>
                  </a:cubicBezTo>
                  <a:cubicBezTo>
                    <a:pt x="54" y="124"/>
                    <a:pt x="54" y="124"/>
                    <a:pt x="54" y="124"/>
                  </a:cubicBezTo>
                  <a:cubicBezTo>
                    <a:pt x="53" y="125"/>
                    <a:pt x="52" y="125"/>
                    <a:pt x="5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55" name="Freeform: Shape 224">
            <a:extLst>
              <a:ext uri="{FF2B5EF4-FFF2-40B4-BE49-F238E27FC236}">
                <a16:creationId xmlns:a16="http://schemas.microsoft.com/office/drawing/2014/main" id="{2FC10268-26A4-4725-A6A0-6A8F2F4EC634}"/>
              </a:ext>
            </a:extLst>
          </p:cNvPr>
          <p:cNvSpPr/>
          <p:nvPr/>
        </p:nvSpPr>
        <p:spPr>
          <a:xfrm>
            <a:off x="9860058" y="5695378"/>
            <a:ext cx="285230" cy="285230"/>
          </a:xfrm>
          <a:custGeom>
            <a:avLst/>
            <a:gdLst>
              <a:gd name="connsiteX0" fmla="*/ 3249561 w 6296025"/>
              <a:gd name="connsiteY0" fmla="*/ 5585183 h 6296025"/>
              <a:gd name="connsiteX1" fmla="*/ 3452659 w 6296025"/>
              <a:gd name="connsiteY1" fmla="*/ 5585183 h 6296025"/>
              <a:gd name="connsiteX2" fmla="*/ 3452659 w 6296025"/>
              <a:gd name="connsiteY2" fmla="*/ 5788281 h 6296025"/>
              <a:gd name="connsiteX3" fmla="*/ 3249561 w 6296025"/>
              <a:gd name="connsiteY3" fmla="*/ 5788281 h 6296025"/>
              <a:gd name="connsiteX4" fmla="*/ 1929427 w 6296025"/>
              <a:gd name="connsiteY4" fmla="*/ 5585183 h 6296025"/>
              <a:gd name="connsiteX5" fmla="*/ 3046464 w 6296025"/>
              <a:gd name="connsiteY5" fmla="*/ 5585183 h 6296025"/>
              <a:gd name="connsiteX6" fmla="*/ 3046464 w 6296025"/>
              <a:gd name="connsiteY6" fmla="*/ 5788281 h 6296025"/>
              <a:gd name="connsiteX7" fmla="*/ 1929427 w 6296025"/>
              <a:gd name="connsiteY7" fmla="*/ 5788281 h 6296025"/>
              <a:gd name="connsiteX8" fmla="*/ 4020103 w 6296025"/>
              <a:gd name="connsiteY8" fmla="*/ 4698665 h 6296025"/>
              <a:gd name="connsiteX9" fmla="*/ 3936950 w 6296025"/>
              <a:gd name="connsiteY9" fmla="*/ 5006683 h 6296025"/>
              <a:gd name="connsiteX10" fmla="*/ 3858854 w 6296025"/>
              <a:gd name="connsiteY10" fmla="*/ 5151469 h 6296025"/>
              <a:gd name="connsiteX11" fmla="*/ 3858854 w 6296025"/>
              <a:gd name="connsiteY11" fmla="*/ 5483635 h 6296025"/>
              <a:gd name="connsiteX12" fmla="*/ 4975891 w 6296025"/>
              <a:gd name="connsiteY12" fmla="*/ 5483635 h 6296025"/>
              <a:gd name="connsiteX13" fmla="*/ 4975891 w 6296025"/>
              <a:gd name="connsiteY13" fmla="*/ 4865318 h 6296025"/>
              <a:gd name="connsiteX14" fmla="*/ 4828525 w 6296025"/>
              <a:gd name="connsiteY14" fmla="*/ 4874342 h 6296025"/>
              <a:gd name="connsiteX15" fmla="*/ 4346269 w 6296025"/>
              <a:gd name="connsiteY15" fmla="*/ 4796048 h 6296025"/>
              <a:gd name="connsiteX16" fmla="*/ 4175202 w 6296025"/>
              <a:gd name="connsiteY16" fmla="*/ 4739076 h 6296025"/>
              <a:gd name="connsiteX17" fmla="*/ 4020103 w 6296025"/>
              <a:gd name="connsiteY17" fmla="*/ 4698665 h 6296025"/>
              <a:gd name="connsiteX18" fmla="*/ 3437536 w 6296025"/>
              <a:gd name="connsiteY18" fmla="*/ 4671245 h 6296025"/>
              <a:gd name="connsiteX19" fmla="*/ 3384828 w 6296025"/>
              <a:gd name="connsiteY19" fmla="*/ 4866409 h 6296025"/>
              <a:gd name="connsiteX20" fmla="*/ 3379026 w 6296025"/>
              <a:gd name="connsiteY20" fmla="*/ 4910093 h 6296025"/>
              <a:gd name="connsiteX21" fmla="*/ 3546373 w 6296025"/>
              <a:gd name="connsiteY21" fmla="*/ 5077440 h 6296025"/>
              <a:gd name="connsiteX22" fmla="*/ 3579297 w 6296025"/>
              <a:gd name="connsiteY22" fmla="*/ 5077440 h 6296025"/>
              <a:gd name="connsiteX23" fmla="*/ 3740943 w 6296025"/>
              <a:gd name="connsiteY23" fmla="*/ 4953628 h 6296025"/>
              <a:gd name="connsiteX24" fmla="*/ 3816608 w 6296025"/>
              <a:gd name="connsiteY24" fmla="*/ 4673575 h 6296025"/>
              <a:gd name="connsiteX25" fmla="*/ 3757305 w 6296025"/>
              <a:gd name="connsiteY25" fmla="*/ 4671245 h 6296025"/>
              <a:gd name="connsiteX26" fmla="*/ 406195 w 6296025"/>
              <a:gd name="connsiteY26" fmla="*/ 4366597 h 6296025"/>
              <a:gd name="connsiteX27" fmla="*/ 1218585 w 6296025"/>
              <a:gd name="connsiteY27" fmla="*/ 4366597 h 6296025"/>
              <a:gd name="connsiteX28" fmla="*/ 1218585 w 6296025"/>
              <a:gd name="connsiteY28" fmla="*/ 4569695 h 6296025"/>
              <a:gd name="connsiteX29" fmla="*/ 609293 w 6296025"/>
              <a:gd name="connsiteY29" fmla="*/ 4569695 h 6296025"/>
              <a:gd name="connsiteX30" fmla="*/ 609293 w 6296025"/>
              <a:gd name="connsiteY30" fmla="*/ 5382085 h 6296025"/>
              <a:gd name="connsiteX31" fmla="*/ 1421683 w 6296025"/>
              <a:gd name="connsiteY31" fmla="*/ 5382085 h 6296025"/>
              <a:gd name="connsiteX32" fmla="*/ 1421683 w 6296025"/>
              <a:gd name="connsiteY32" fmla="*/ 4975890 h 6296025"/>
              <a:gd name="connsiteX33" fmla="*/ 1624781 w 6296025"/>
              <a:gd name="connsiteY33" fmla="*/ 4975890 h 6296025"/>
              <a:gd name="connsiteX34" fmla="*/ 1624781 w 6296025"/>
              <a:gd name="connsiteY34" fmla="*/ 5585183 h 6296025"/>
              <a:gd name="connsiteX35" fmla="*/ 406195 w 6296025"/>
              <a:gd name="connsiteY35" fmla="*/ 5585183 h 6296025"/>
              <a:gd name="connsiteX36" fmla="*/ 1959178 w 6296025"/>
              <a:gd name="connsiteY36" fmla="*/ 3990154 h 6296025"/>
              <a:gd name="connsiteX37" fmla="*/ 2102774 w 6296025"/>
              <a:gd name="connsiteY37" fmla="*/ 4133750 h 6296025"/>
              <a:gd name="connsiteX38" fmla="*/ 1015488 w 6296025"/>
              <a:gd name="connsiteY38" fmla="*/ 5221036 h 6296025"/>
              <a:gd name="connsiteX39" fmla="*/ 740592 w 6296025"/>
              <a:gd name="connsiteY39" fmla="*/ 4946141 h 6296025"/>
              <a:gd name="connsiteX40" fmla="*/ 884188 w 6296025"/>
              <a:gd name="connsiteY40" fmla="*/ 4802544 h 6296025"/>
              <a:gd name="connsiteX41" fmla="*/ 1015488 w 6296025"/>
              <a:gd name="connsiteY41" fmla="*/ 4933844 h 6296025"/>
              <a:gd name="connsiteX42" fmla="*/ 3471154 w 6296025"/>
              <a:gd name="connsiteY42" fmla="*/ 3768264 h 6296025"/>
              <a:gd name="connsiteX43" fmla="*/ 3331822 w 6296025"/>
              <a:gd name="connsiteY43" fmla="*/ 3846458 h 6296025"/>
              <a:gd name="connsiteX44" fmla="*/ 3217976 w 6296025"/>
              <a:gd name="connsiteY44" fmla="*/ 3960403 h 6296025"/>
              <a:gd name="connsiteX45" fmla="*/ 3419239 w 6296025"/>
              <a:gd name="connsiteY45" fmla="*/ 3960403 h 6296025"/>
              <a:gd name="connsiteX46" fmla="*/ 4274619 w 6296025"/>
              <a:gd name="connsiteY46" fmla="*/ 3757305 h 6296025"/>
              <a:gd name="connsiteX47" fmla="*/ 4219680 w 6296025"/>
              <a:gd name="connsiteY47" fmla="*/ 3960403 h 6296025"/>
              <a:gd name="connsiteX48" fmla="*/ 4292866 w 6296025"/>
              <a:gd name="connsiteY48" fmla="*/ 3960403 h 6296025"/>
              <a:gd name="connsiteX49" fmla="*/ 4394415 w 6296025"/>
              <a:gd name="connsiteY49" fmla="*/ 3858854 h 6296025"/>
              <a:gd name="connsiteX50" fmla="*/ 4292866 w 6296025"/>
              <a:gd name="connsiteY50" fmla="*/ 3757305 h 6296025"/>
              <a:gd name="connsiteX51" fmla="*/ 3445668 w 6296025"/>
              <a:gd name="connsiteY51" fmla="*/ 3249561 h 6296025"/>
              <a:gd name="connsiteX52" fmla="*/ 3230273 w 6296025"/>
              <a:gd name="connsiteY52" fmla="*/ 3338714 h 6296025"/>
              <a:gd name="connsiteX53" fmla="*/ 2498408 w 6296025"/>
              <a:gd name="connsiteY53" fmla="*/ 4070679 h 6296025"/>
              <a:gd name="connsiteX54" fmla="*/ 2464988 w 6296025"/>
              <a:gd name="connsiteY54" fmla="*/ 4151204 h 6296025"/>
              <a:gd name="connsiteX55" fmla="*/ 2578933 w 6296025"/>
              <a:gd name="connsiteY55" fmla="*/ 4265049 h 6296025"/>
              <a:gd name="connsiteX56" fmla="*/ 2659458 w 6296025"/>
              <a:gd name="connsiteY56" fmla="*/ 4231630 h 6296025"/>
              <a:gd name="connsiteX57" fmla="*/ 3188226 w 6296025"/>
              <a:gd name="connsiteY57" fmla="*/ 3702862 h 6296025"/>
              <a:gd name="connsiteX58" fmla="*/ 3528523 w 6296025"/>
              <a:gd name="connsiteY58" fmla="*/ 3556042 h 6296025"/>
              <a:gd name="connsiteX59" fmla="*/ 3611379 w 6296025"/>
              <a:gd name="connsiteY59" fmla="*/ 3249561 h 6296025"/>
              <a:gd name="connsiteX60" fmla="*/ 2132524 w 6296025"/>
              <a:gd name="connsiteY60" fmla="*/ 2741818 h 6296025"/>
              <a:gd name="connsiteX61" fmla="*/ 3452658 w 6296025"/>
              <a:gd name="connsiteY61" fmla="*/ 2741818 h 6296025"/>
              <a:gd name="connsiteX62" fmla="*/ 3452658 w 6296025"/>
              <a:gd name="connsiteY62" fmla="*/ 2944916 h 6296025"/>
              <a:gd name="connsiteX63" fmla="*/ 2132524 w 6296025"/>
              <a:gd name="connsiteY63" fmla="*/ 2944916 h 6296025"/>
              <a:gd name="connsiteX64" fmla="*/ 406195 w 6296025"/>
              <a:gd name="connsiteY64" fmla="*/ 2640269 h 6296025"/>
              <a:gd name="connsiteX65" fmla="*/ 1218585 w 6296025"/>
              <a:gd name="connsiteY65" fmla="*/ 2640269 h 6296025"/>
              <a:gd name="connsiteX66" fmla="*/ 1218585 w 6296025"/>
              <a:gd name="connsiteY66" fmla="*/ 2843368 h 6296025"/>
              <a:gd name="connsiteX67" fmla="*/ 609293 w 6296025"/>
              <a:gd name="connsiteY67" fmla="*/ 2843368 h 6296025"/>
              <a:gd name="connsiteX68" fmla="*/ 609293 w 6296025"/>
              <a:gd name="connsiteY68" fmla="*/ 3655757 h 6296025"/>
              <a:gd name="connsiteX69" fmla="*/ 1421683 w 6296025"/>
              <a:gd name="connsiteY69" fmla="*/ 3655757 h 6296025"/>
              <a:gd name="connsiteX70" fmla="*/ 1421683 w 6296025"/>
              <a:gd name="connsiteY70" fmla="*/ 3249562 h 6296025"/>
              <a:gd name="connsiteX71" fmla="*/ 1624781 w 6296025"/>
              <a:gd name="connsiteY71" fmla="*/ 3249562 h 6296025"/>
              <a:gd name="connsiteX72" fmla="*/ 1624781 w 6296025"/>
              <a:gd name="connsiteY72" fmla="*/ 3858855 h 6296025"/>
              <a:gd name="connsiteX73" fmla="*/ 406195 w 6296025"/>
              <a:gd name="connsiteY73" fmla="*/ 3858855 h 6296025"/>
              <a:gd name="connsiteX74" fmla="*/ 4058481 w 6296025"/>
              <a:gd name="connsiteY74" fmla="*/ 2373802 h 6296025"/>
              <a:gd name="connsiteX75" fmla="*/ 3629675 w 6296025"/>
              <a:gd name="connsiteY75" fmla="*/ 3960403 h 6296025"/>
              <a:gd name="connsiteX76" fmla="*/ 4009343 w 6296025"/>
              <a:gd name="connsiteY76" fmla="*/ 3960403 h 6296025"/>
              <a:gd name="connsiteX77" fmla="*/ 4406811 w 6296025"/>
              <a:gd name="connsiteY77" fmla="*/ 2489881 h 6296025"/>
              <a:gd name="connsiteX78" fmla="*/ 1959178 w 6296025"/>
              <a:gd name="connsiteY78" fmla="*/ 2263825 h 6296025"/>
              <a:gd name="connsiteX79" fmla="*/ 2102774 w 6296025"/>
              <a:gd name="connsiteY79" fmla="*/ 2407421 h 6296025"/>
              <a:gd name="connsiteX80" fmla="*/ 1015488 w 6296025"/>
              <a:gd name="connsiteY80" fmla="*/ 3494707 h 6296025"/>
              <a:gd name="connsiteX81" fmla="*/ 740592 w 6296025"/>
              <a:gd name="connsiteY81" fmla="*/ 3219812 h 6296025"/>
              <a:gd name="connsiteX82" fmla="*/ 884188 w 6296025"/>
              <a:gd name="connsiteY82" fmla="*/ 3076216 h 6296025"/>
              <a:gd name="connsiteX83" fmla="*/ 1015488 w 6296025"/>
              <a:gd name="connsiteY83" fmla="*/ 3207515 h 6296025"/>
              <a:gd name="connsiteX84" fmla="*/ 4167566 w 6296025"/>
              <a:gd name="connsiteY84" fmla="*/ 1970136 h 6296025"/>
              <a:gd name="connsiteX85" fmla="*/ 4111487 w 6296025"/>
              <a:gd name="connsiteY85" fmla="*/ 2177399 h 6296025"/>
              <a:gd name="connsiteX86" fmla="*/ 4459817 w 6296025"/>
              <a:gd name="connsiteY86" fmla="*/ 2293478 h 6296025"/>
              <a:gd name="connsiteX87" fmla="*/ 4515897 w 6296025"/>
              <a:gd name="connsiteY87" fmla="*/ 2086213 h 6296025"/>
              <a:gd name="connsiteX88" fmla="*/ 2437170 w 6296025"/>
              <a:gd name="connsiteY88" fmla="*/ 1421684 h 6296025"/>
              <a:gd name="connsiteX89" fmla="*/ 2640268 w 6296025"/>
              <a:gd name="connsiteY89" fmla="*/ 1421684 h 6296025"/>
              <a:gd name="connsiteX90" fmla="*/ 2640268 w 6296025"/>
              <a:gd name="connsiteY90" fmla="*/ 1624782 h 6296025"/>
              <a:gd name="connsiteX91" fmla="*/ 2437170 w 6296025"/>
              <a:gd name="connsiteY91" fmla="*/ 1624782 h 6296025"/>
              <a:gd name="connsiteX92" fmla="*/ 2030975 w 6296025"/>
              <a:gd name="connsiteY92" fmla="*/ 1421684 h 6296025"/>
              <a:gd name="connsiteX93" fmla="*/ 2234073 w 6296025"/>
              <a:gd name="connsiteY93" fmla="*/ 1421684 h 6296025"/>
              <a:gd name="connsiteX94" fmla="*/ 2234073 w 6296025"/>
              <a:gd name="connsiteY94" fmla="*/ 1624782 h 6296025"/>
              <a:gd name="connsiteX95" fmla="*/ 2030975 w 6296025"/>
              <a:gd name="connsiteY95" fmla="*/ 1624782 h 6296025"/>
              <a:gd name="connsiteX96" fmla="*/ 1624780 w 6296025"/>
              <a:gd name="connsiteY96" fmla="*/ 1421684 h 6296025"/>
              <a:gd name="connsiteX97" fmla="*/ 1827878 w 6296025"/>
              <a:gd name="connsiteY97" fmla="*/ 1421684 h 6296025"/>
              <a:gd name="connsiteX98" fmla="*/ 1827878 w 6296025"/>
              <a:gd name="connsiteY98" fmla="*/ 1624782 h 6296025"/>
              <a:gd name="connsiteX99" fmla="*/ 1624780 w 6296025"/>
              <a:gd name="connsiteY99" fmla="*/ 1624782 h 6296025"/>
              <a:gd name="connsiteX100" fmla="*/ 1218585 w 6296025"/>
              <a:gd name="connsiteY100" fmla="*/ 1421684 h 6296025"/>
              <a:gd name="connsiteX101" fmla="*/ 1421683 w 6296025"/>
              <a:gd name="connsiteY101" fmla="*/ 1421684 h 6296025"/>
              <a:gd name="connsiteX102" fmla="*/ 1421683 w 6296025"/>
              <a:gd name="connsiteY102" fmla="*/ 1624782 h 6296025"/>
              <a:gd name="connsiteX103" fmla="*/ 1218585 w 6296025"/>
              <a:gd name="connsiteY103" fmla="*/ 1624782 h 6296025"/>
              <a:gd name="connsiteX104" fmla="*/ 812390 w 6296025"/>
              <a:gd name="connsiteY104" fmla="*/ 1421684 h 6296025"/>
              <a:gd name="connsiteX105" fmla="*/ 1015488 w 6296025"/>
              <a:gd name="connsiteY105" fmla="*/ 1421684 h 6296025"/>
              <a:gd name="connsiteX106" fmla="*/ 1015488 w 6296025"/>
              <a:gd name="connsiteY106" fmla="*/ 1624782 h 6296025"/>
              <a:gd name="connsiteX107" fmla="*/ 812390 w 6296025"/>
              <a:gd name="connsiteY107" fmla="*/ 1624782 h 6296025"/>
              <a:gd name="connsiteX108" fmla="*/ 4498790 w 6296025"/>
              <a:gd name="connsiteY108" fmla="*/ 1218586 h 6296025"/>
              <a:gd name="connsiteX109" fmla="*/ 4337145 w 6296025"/>
              <a:gd name="connsiteY109" fmla="*/ 1342398 h 6296025"/>
              <a:gd name="connsiteX110" fmla="*/ 4220572 w 6296025"/>
              <a:gd name="connsiteY110" fmla="*/ 1773732 h 6296025"/>
              <a:gd name="connsiteX111" fmla="*/ 4568901 w 6296025"/>
              <a:gd name="connsiteY111" fmla="*/ 1889809 h 6296025"/>
              <a:gd name="connsiteX112" fmla="*/ 4693261 w 6296025"/>
              <a:gd name="connsiteY112" fmla="*/ 1429716 h 6296025"/>
              <a:gd name="connsiteX113" fmla="*/ 4699061 w 6296025"/>
              <a:gd name="connsiteY113" fmla="*/ 1385933 h 6296025"/>
              <a:gd name="connsiteX114" fmla="*/ 4531714 w 6296025"/>
              <a:gd name="connsiteY114" fmla="*/ 1218586 h 6296025"/>
              <a:gd name="connsiteX115" fmla="*/ 609293 w 6296025"/>
              <a:gd name="connsiteY115" fmla="*/ 1218586 h 6296025"/>
              <a:gd name="connsiteX116" fmla="*/ 609293 w 6296025"/>
              <a:gd name="connsiteY116" fmla="*/ 1827878 h 6296025"/>
              <a:gd name="connsiteX117" fmla="*/ 2843366 w 6296025"/>
              <a:gd name="connsiteY117" fmla="*/ 1827878 h 6296025"/>
              <a:gd name="connsiteX118" fmla="*/ 2843366 w 6296025"/>
              <a:gd name="connsiteY118" fmla="*/ 1218586 h 6296025"/>
              <a:gd name="connsiteX119" fmla="*/ 406195 w 6296025"/>
              <a:gd name="connsiteY119" fmla="*/ 1015488 h 6296025"/>
              <a:gd name="connsiteX120" fmla="*/ 3046464 w 6296025"/>
              <a:gd name="connsiteY120" fmla="*/ 1015488 h 6296025"/>
              <a:gd name="connsiteX121" fmla="*/ 3046464 w 6296025"/>
              <a:gd name="connsiteY121" fmla="*/ 2030976 h 6296025"/>
              <a:gd name="connsiteX122" fmla="*/ 406195 w 6296025"/>
              <a:gd name="connsiteY122" fmla="*/ 2030976 h 6296025"/>
              <a:gd name="connsiteX123" fmla="*/ 1523232 w 6296025"/>
              <a:gd name="connsiteY123" fmla="*/ 203098 h 6296025"/>
              <a:gd name="connsiteX124" fmla="*/ 1523232 w 6296025"/>
              <a:gd name="connsiteY124" fmla="*/ 812390 h 6296025"/>
              <a:gd name="connsiteX125" fmla="*/ 203098 w 6296025"/>
              <a:gd name="connsiteY125" fmla="*/ 812390 h 6296025"/>
              <a:gd name="connsiteX126" fmla="*/ 203098 w 6296025"/>
              <a:gd name="connsiteY126" fmla="*/ 6092928 h 6296025"/>
              <a:gd name="connsiteX127" fmla="*/ 3655757 w 6296025"/>
              <a:gd name="connsiteY127" fmla="*/ 6092928 h 6296025"/>
              <a:gd name="connsiteX128" fmla="*/ 3655757 w 6296025"/>
              <a:gd name="connsiteY128" fmla="*/ 5271612 h 6296025"/>
              <a:gd name="connsiteX129" fmla="*/ 3579297 w 6296025"/>
              <a:gd name="connsiteY129" fmla="*/ 5280537 h 6296025"/>
              <a:gd name="connsiteX130" fmla="*/ 3559811 w 6296025"/>
              <a:gd name="connsiteY130" fmla="*/ 5280537 h 6296025"/>
              <a:gd name="connsiteX131" fmla="*/ 3528226 w 6296025"/>
              <a:gd name="connsiteY131" fmla="*/ 5406680 h 6296025"/>
              <a:gd name="connsiteX132" fmla="*/ 3331227 w 6296025"/>
              <a:gd name="connsiteY132" fmla="*/ 5357393 h 6296025"/>
              <a:gd name="connsiteX133" fmla="*/ 3363110 w 6296025"/>
              <a:gd name="connsiteY133" fmla="*/ 5230060 h 6296025"/>
              <a:gd name="connsiteX134" fmla="*/ 3175929 w 6296025"/>
              <a:gd name="connsiteY134" fmla="*/ 4910093 h 6296025"/>
              <a:gd name="connsiteX135" fmla="*/ 3188721 w 6296025"/>
              <a:gd name="connsiteY135" fmla="*/ 4813304 h 6296025"/>
              <a:gd name="connsiteX136" fmla="*/ 3227100 w 6296025"/>
              <a:gd name="connsiteY136" fmla="*/ 4671245 h 6296025"/>
              <a:gd name="connsiteX137" fmla="*/ 2871282 w 6296025"/>
              <a:gd name="connsiteY137" fmla="*/ 4671245 h 6296025"/>
              <a:gd name="connsiteX138" fmla="*/ 2668185 w 6296025"/>
              <a:gd name="connsiteY138" fmla="*/ 4468147 h 6296025"/>
              <a:gd name="connsiteX139" fmla="*/ 2669722 w 6296025"/>
              <a:gd name="connsiteY139" fmla="*/ 4453420 h 6296025"/>
              <a:gd name="connsiteX140" fmla="*/ 2579032 w 6296025"/>
              <a:gd name="connsiteY140" fmla="*/ 4468147 h 6296025"/>
              <a:gd name="connsiteX141" fmla="*/ 2261990 w 6296025"/>
              <a:gd name="connsiteY141" fmla="*/ 4151204 h 6296025"/>
              <a:gd name="connsiteX142" fmla="*/ 2354911 w 6296025"/>
              <a:gd name="connsiteY142" fmla="*/ 3926983 h 6296025"/>
              <a:gd name="connsiteX143" fmla="*/ 2524588 w 6296025"/>
              <a:gd name="connsiteY143" fmla="*/ 3757305 h 6296025"/>
              <a:gd name="connsiteX144" fmla="*/ 2132525 w 6296025"/>
              <a:gd name="connsiteY144" fmla="*/ 3757305 h 6296025"/>
              <a:gd name="connsiteX145" fmla="*/ 2132525 w 6296025"/>
              <a:gd name="connsiteY145" fmla="*/ 3554208 h 6296025"/>
              <a:gd name="connsiteX146" fmla="*/ 2727587 w 6296025"/>
              <a:gd name="connsiteY146" fmla="*/ 3554208 h 6296025"/>
              <a:gd name="connsiteX147" fmla="*/ 2930684 w 6296025"/>
              <a:gd name="connsiteY147" fmla="*/ 3351110 h 6296025"/>
              <a:gd name="connsiteX148" fmla="*/ 2132525 w 6296025"/>
              <a:gd name="connsiteY148" fmla="*/ 3351110 h 6296025"/>
              <a:gd name="connsiteX149" fmla="*/ 2132525 w 6296025"/>
              <a:gd name="connsiteY149" fmla="*/ 3148013 h 6296025"/>
              <a:gd name="connsiteX150" fmla="*/ 3144046 w 6296025"/>
              <a:gd name="connsiteY150" fmla="*/ 3148013 h 6296025"/>
              <a:gd name="connsiteX151" fmla="*/ 3445668 w 6296025"/>
              <a:gd name="connsiteY151" fmla="*/ 3046464 h 6296025"/>
              <a:gd name="connsiteX152" fmla="*/ 3655757 w 6296025"/>
              <a:gd name="connsiteY152" fmla="*/ 3046464 h 6296025"/>
              <a:gd name="connsiteX153" fmla="*/ 3655757 w 6296025"/>
              <a:gd name="connsiteY153" fmla="*/ 812390 h 6296025"/>
              <a:gd name="connsiteX154" fmla="*/ 1726329 w 6296025"/>
              <a:gd name="connsiteY154" fmla="*/ 812390 h 6296025"/>
              <a:gd name="connsiteX155" fmla="*/ 1726329 w 6296025"/>
              <a:gd name="connsiteY155" fmla="*/ 609293 h 6296025"/>
              <a:gd name="connsiteX156" fmla="*/ 3858854 w 6296025"/>
              <a:gd name="connsiteY156" fmla="*/ 609293 h 6296025"/>
              <a:gd name="connsiteX157" fmla="*/ 3858854 w 6296025"/>
              <a:gd name="connsiteY157" fmla="*/ 2333887 h 6296025"/>
              <a:gd name="connsiteX158" fmla="*/ 4141138 w 6296025"/>
              <a:gd name="connsiteY158" fmla="*/ 1289342 h 6296025"/>
              <a:gd name="connsiteX159" fmla="*/ 4498790 w 6296025"/>
              <a:gd name="connsiteY159" fmla="*/ 1015488 h 6296025"/>
              <a:gd name="connsiteX160" fmla="*/ 4531714 w 6296025"/>
              <a:gd name="connsiteY160" fmla="*/ 1015488 h 6296025"/>
              <a:gd name="connsiteX161" fmla="*/ 4902159 w 6296025"/>
              <a:gd name="connsiteY161" fmla="*/ 1385933 h 6296025"/>
              <a:gd name="connsiteX162" fmla="*/ 4889365 w 6296025"/>
              <a:gd name="connsiteY162" fmla="*/ 1482721 h 6296025"/>
              <a:gd name="connsiteX163" fmla="*/ 4466709 w 6296025"/>
              <a:gd name="connsiteY163" fmla="*/ 3046464 h 6296025"/>
              <a:gd name="connsiteX164" fmla="*/ 4474543 w 6296025"/>
              <a:gd name="connsiteY164" fmla="*/ 3046464 h 6296025"/>
              <a:gd name="connsiteX165" fmla="*/ 4756233 w 6296025"/>
              <a:gd name="connsiteY165" fmla="*/ 3131751 h 6296025"/>
              <a:gd name="connsiteX166" fmla="*/ 4975891 w 6296025"/>
              <a:gd name="connsiteY166" fmla="*/ 3278221 h 6296025"/>
              <a:gd name="connsiteX167" fmla="*/ 4975891 w 6296025"/>
              <a:gd name="connsiteY167" fmla="*/ 203098 h 6296025"/>
              <a:gd name="connsiteX168" fmla="*/ 1320134 w 6296025"/>
              <a:gd name="connsiteY168" fmla="*/ 0 h 6296025"/>
              <a:gd name="connsiteX169" fmla="*/ 5178989 w 6296025"/>
              <a:gd name="connsiteY169" fmla="*/ 0 h 6296025"/>
              <a:gd name="connsiteX170" fmla="*/ 5178989 w 6296025"/>
              <a:gd name="connsiteY170" fmla="*/ 3413587 h 6296025"/>
              <a:gd name="connsiteX171" fmla="*/ 5465437 w 6296025"/>
              <a:gd name="connsiteY171" fmla="*/ 3604586 h 6296025"/>
              <a:gd name="connsiteX172" fmla="*/ 5634521 w 6296025"/>
              <a:gd name="connsiteY172" fmla="*/ 3655757 h 6296025"/>
              <a:gd name="connsiteX173" fmla="*/ 6296025 w 6296025"/>
              <a:gd name="connsiteY173" fmla="*/ 3655757 h 6296025"/>
              <a:gd name="connsiteX174" fmla="*/ 6296025 w 6296025"/>
              <a:gd name="connsiteY174" fmla="*/ 3858854 h 6296025"/>
              <a:gd name="connsiteX175" fmla="*/ 5634421 w 6296025"/>
              <a:gd name="connsiteY175" fmla="*/ 3858854 h 6296025"/>
              <a:gd name="connsiteX176" fmla="*/ 5352733 w 6296025"/>
              <a:gd name="connsiteY176" fmla="*/ 3773569 h 6296025"/>
              <a:gd name="connsiteX177" fmla="*/ 4643527 w 6296025"/>
              <a:gd name="connsiteY177" fmla="*/ 3300732 h 6296025"/>
              <a:gd name="connsiteX178" fmla="*/ 4474543 w 6296025"/>
              <a:gd name="connsiteY178" fmla="*/ 3249561 h 6296025"/>
              <a:gd name="connsiteX179" fmla="*/ 4411869 w 6296025"/>
              <a:gd name="connsiteY179" fmla="*/ 3249561 h 6296025"/>
              <a:gd name="connsiteX180" fmla="*/ 4328517 w 6296025"/>
              <a:gd name="connsiteY180" fmla="*/ 3557778 h 6296025"/>
              <a:gd name="connsiteX181" fmla="*/ 4597513 w 6296025"/>
              <a:gd name="connsiteY181" fmla="*/ 3858854 h 6296025"/>
              <a:gd name="connsiteX182" fmla="*/ 4292866 w 6296025"/>
              <a:gd name="connsiteY182" fmla="*/ 4163501 h 6296025"/>
              <a:gd name="connsiteX183" fmla="*/ 3175829 w 6296025"/>
              <a:gd name="connsiteY183" fmla="*/ 4163501 h 6296025"/>
              <a:gd name="connsiteX184" fmla="*/ 2871183 w 6296025"/>
              <a:gd name="connsiteY184" fmla="*/ 4468147 h 6296025"/>
              <a:gd name="connsiteX185" fmla="*/ 3757305 w 6296025"/>
              <a:gd name="connsiteY185" fmla="*/ 4468147 h 6296025"/>
              <a:gd name="connsiteX186" fmla="*/ 4239563 w 6296025"/>
              <a:gd name="connsiteY186" fmla="*/ 4546342 h 6296025"/>
              <a:gd name="connsiteX187" fmla="*/ 4410679 w 6296025"/>
              <a:gd name="connsiteY187" fmla="*/ 4603413 h 6296025"/>
              <a:gd name="connsiteX188" fmla="*/ 5149139 w 6296025"/>
              <a:gd name="connsiteY188" fmla="*/ 4631726 h 6296025"/>
              <a:gd name="connsiteX189" fmla="*/ 5621529 w 6296025"/>
              <a:gd name="connsiteY189" fmla="*/ 4513665 h 6296025"/>
              <a:gd name="connsiteX190" fmla="*/ 5991379 w 6296025"/>
              <a:gd name="connsiteY190" fmla="*/ 4468147 h 6296025"/>
              <a:gd name="connsiteX191" fmla="*/ 6296025 w 6296025"/>
              <a:gd name="connsiteY191" fmla="*/ 4468147 h 6296025"/>
              <a:gd name="connsiteX192" fmla="*/ 6296025 w 6296025"/>
              <a:gd name="connsiteY192" fmla="*/ 4671245 h 6296025"/>
              <a:gd name="connsiteX193" fmla="*/ 5991379 w 6296025"/>
              <a:gd name="connsiteY193" fmla="*/ 4671245 h 6296025"/>
              <a:gd name="connsiteX194" fmla="*/ 5670765 w 6296025"/>
              <a:gd name="connsiteY194" fmla="*/ 4710763 h 6296025"/>
              <a:gd name="connsiteX195" fmla="*/ 5198377 w 6296025"/>
              <a:gd name="connsiteY195" fmla="*/ 4828824 h 6296025"/>
              <a:gd name="connsiteX196" fmla="*/ 5178989 w 6296025"/>
              <a:gd name="connsiteY196" fmla="*/ 4832394 h 6296025"/>
              <a:gd name="connsiteX197" fmla="*/ 5178989 w 6296025"/>
              <a:gd name="connsiteY197" fmla="*/ 5686733 h 6296025"/>
              <a:gd name="connsiteX198" fmla="*/ 3858854 w 6296025"/>
              <a:gd name="connsiteY198" fmla="*/ 5686733 h 6296025"/>
              <a:gd name="connsiteX199" fmla="*/ 3858854 w 6296025"/>
              <a:gd name="connsiteY199" fmla="*/ 6296025 h 6296025"/>
              <a:gd name="connsiteX200" fmla="*/ 0 w 6296025"/>
              <a:gd name="connsiteY200" fmla="*/ 6296025 h 6296025"/>
              <a:gd name="connsiteX201" fmla="*/ 0 w 6296025"/>
              <a:gd name="connsiteY201" fmla="*/ 609293 h 6296025"/>
              <a:gd name="connsiteX202" fmla="*/ 1320134 w 6296025"/>
              <a:gd name="connsiteY202" fmla="*/ 609293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</a:cxnLst>
            <a:rect l="l" t="t" r="r" b="b"/>
            <a:pathLst>
              <a:path w="6296025" h="6296025">
                <a:moveTo>
                  <a:pt x="3249561" y="5585183"/>
                </a:moveTo>
                <a:lnTo>
                  <a:pt x="3452659" y="5585183"/>
                </a:lnTo>
                <a:lnTo>
                  <a:pt x="3452659" y="5788281"/>
                </a:lnTo>
                <a:lnTo>
                  <a:pt x="3249561" y="5788281"/>
                </a:lnTo>
                <a:close/>
                <a:moveTo>
                  <a:pt x="1929427" y="5585183"/>
                </a:moveTo>
                <a:lnTo>
                  <a:pt x="3046464" y="5585183"/>
                </a:lnTo>
                <a:lnTo>
                  <a:pt x="3046464" y="5788281"/>
                </a:lnTo>
                <a:lnTo>
                  <a:pt x="1929427" y="5788281"/>
                </a:lnTo>
                <a:close/>
                <a:moveTo>
                  <a:pt x="4020103" y="4698665"/>
                </a:moveTo>
                <a:lnTo>
                  <a:pt x="3936950" y="5006683"/>
                </a:lnTo>
                <a:cubicBezTo>
                  <a:pt x="3922124" y="5061722"/>
                  <a:pt x="3894505" y="5110364"/>
                  <a:pt x="3858854" y="5151469"/>
                </a:cubicBezTo>
                <a:lnTo>
                  <a:pt x="3858854" y="5483635"/>
                </a:lnTo>
                <a:lnTo>
                  <a:pt x="4975891" y="5483635"/>
                </a:lnTo>
                <a:lnTo>
                  <a:pt x="4975891" y="4865318"/>
                </a:lnTo>
                <a:cubicBezTo>
                  <a:pt x="4926951" y="4870078"/>
                  <a:pt x="4877813" y="4874342"/>
                  <a:pt x="4828525" y="4874342"/>
                </a:cubicBezTo>
                <a:cubicBezTo>
                  <a:pt x="4664353" y="4874342"/>
                  <a:pt x="4502063" y="4848062"/>
                  <a:pt x="4346269" y="4796048"/>
                </a:cubicBezTo>
                <a:lnTo>
                  <a:pt x="4175202" y="4739076"/>
                </a:lnTo>
                <a:cubicBezTo>
                  <a:pt x="4124279" y="4722019"/>
                  <a:pt x="4072414" y="4709325"/>
                  <a:pt x="4020103" y="4698665"/>
                </a:cubicBezTo>
                <a:close/>
                <a:moveTo>
                  <a:pt x="3437536" y="4671245"/>
                </a:moveTo>
                <a:lnTo>
                  <a:pt x="3384828" y="4866409"/>
                </a:lnTo>
                <a:cubicBezTo>
                  <a:pt x="3380960" y="4880639"/>
                  <a:pt x="3379026" y="4895267"/>
                  <a:pt x="3379026" y="4910093"/>
                </a:cubicBezTo>
                <a:cubicBezTo>
                  <a:pt x="3379026" y="5002419"/>
                  <a:pt x="3454097" y="5077440"/>
                  <a:pt x="3546373" y="5077440"/>
                </a:cubicBezTo>
                <a:lnTo>
                  <a:pt x="3579297" y="5077440"/>
                </a:lnTo>
                <a:cubicBezTo>
                  <a:pt x="3654765" y="5077440"/>
                  <a:pt x="3721258" y="5026566"/>
                  <a:pt x="3740943" y="4953628"/>
                </a:cubicBezTo>
                <a:lnTo>
                  <a:pt x="3816608" y="4673575"/>
                </a:lnTo>
                <a:cubicBezTo>
                  <a:pt x="3796824" y="4672782"/>
                  <a:pt x="3777090" y="4671245"/>
                  <a:pt x="3757305" y="4671245"/>
                </a:cubicBezTo>
                <a:close/>
                <a:moveTo>
                  <a:pt x="406195" y="4366597"/>
                </a:moveTo>
                <a:lnTo>
                  <a:pt x="1218585" y="4366597"/>
                </a:lnTo>
                <a:lnTo>
                  <a:pt x="1218585" y="4569695"/>
                </a:lnTo>
                <a:lnTo>
                  <a:pt x="609293" y="4569695"/>
                </a:lnTo>
                <a:lnTo>
                  <a:pt x="609293" y="5382085"/>
                </a:lnTo>
                <a:lnTo>
                  <a:pt x="1421683" y="5382085"/>
                </a:lnTo>
                <a:lnTo>
                  <a:pt x="1421683" y="4975890"/>
                </a:lnTo>
                <a:lnTo>
                  <a:pt x="1624781" y="4975890"/>
                </a:lnTo>
                <a:lnTo>
                  <a:pt x="1624781" y="5585183"/>
                </a:lnTo>
                <a:lnTo>
                  <a:pt x="406195" y="5585183"/>
                </a:lnTo>
                <a:close/>
                <a:moveTo>
                  <a:pt x="1959178" y="3990154"/>
                </a:moveTo>
                <a:lnTo>
                  <a:pt x="2102774" y="4133750"/>
                </a:lnTo>
                <a:lnTo>
                  <a:pt x="1015488" y="5221036"/>
                </a:lnTo>
                <a:lnTo>
                  <a:pt x="740592" y="4946141"/>
                </a:lnTo>
                <a:lnTo>
                  <a:pt x="884188" y="4802544"/>
                </a:lnTo>
                <a:lnTo>
                  <a:pt x="1015488" y="4933844"/>
                </a:lnTo>
                <a:close/>
                <a:moveTo>
                  <a:pt x="3471154" y="3768264"/>
                </a:moveTo>
                <a:cubicBezTo>
                  <a:pt x="3419041" y="3781899"/>
                  <a:pt x="3370200" y="3808080"/>
                  <a:pt x="3331822" y="3846458"/>
                </a:cubicBezTo>
                <a:lnTo>
                  <a:pt x="3217976" y="3960403"/>
                </a:lnTo>
                <a:lnTo>
                  <a:pt x="3419239" y="3960403"/>
                </a:lnTo>
                <a:close/>
                <a:moveTo>
                  <a:pt x="4274619" y="3757305"/>
                </a:moveTo>
                <a:lnTo>
                  <a:pt x="4219680" y="3960403"/>
                </a:lnTo>
                <a:lnTo>
                  <a:pt x="4292866" y="3960403"/>
                </a:lnTo>
                <a:cubicBezTo>
                  <a:pt x="4348847" y="3960403"/>
                  <a:pt x="4394415" y="3914785"/>
                  <a:pt x="4394415" y="3858854"/>
                </a:cubicBezTo>
                <a:cubicBezTo>
                  <a:pt x="4394415" y="3802923"/>
                  <a:pt x="4348847" y="3757305"/>
                  <a:pt x="4292866" y="3757305"/>
                </a:cubicBezTo>
                <a:close/>
                <a:moveTo>
                  <a:pt x="3445668" y="3249561"/>
                </a:moveTo>
                <a:cubicBezTo>
                  <a:pt x="3365539" y="3249561"/>
                  <a:pt x="3287047" y="3282039"/>
                  <a:pt x="3230273" y="3338714"/>
                </a:cubicBezTo>
                <a:lnTo>
                  <a:pt x="2498408" y="4070679"/>
                </a:lnTo>
                <a:cubicBezTo>
                  <a:pt x="2476888" y="4092198"/>
                  <a:pt x="2464988" y="4120759"/>
                  <a:pt x="2464988" y="4151204"/>
                </a:cubicBezTo>
                <a:cubicBezTo>
                  <a:pt x="2464988" y="4213978"/>
                  <a:pt x="2516060" y="4265049"/>
                  <a:pt x="2578933" y="4265049"/>
                </a:cubicBezTo>
                <a:cubicBezTo>
                  <a:pt x="2608882" y="4265049"/>
                  <a:pt x="2638236" y="4252852"/>
                  <a:pt x="2659458" y="4231630"/>
                </a:cubicBezTo>
                <a:lnTo>
                  <a:pt x="3188226" y="3702862"/>
                </a:lnTo>
                <a:cubicBezTo>
                  <a:pt x="3279610" y="3611478"/>
                  <a:pt x="3400050" y="3560703"/>
                  <a:pt x="3528523" y="3556042"/>
                </a:cubicBezTo>
                <a:lnTo>
                  <a:pt x="3611379" y="3249561"/>
                </a:lnTo>
                <a:close/>
                <a:moveTo>
                  <a:pt x="2132524" y="2741818"/>
                </a:moveTo>
                <a:lnTo>
                  <a:pt x="3452658" y="2741818"/>
                </a:lnTo>
                <a:lnTo>
                  <a:pt x="3452658" y="2944916"/>
                </a:lnTo>
                <a:lnTo>
                  <a:pt x="2132524" y="2944916"/>
                </a:lnTo>
                <a:close/>
                <a:moveTo>
                  <a:pt x="406195" y="2640269"/>
                </a:moveTo>
                <a:lnTo>
                  <a:pt x="1218585" y="2640269"/>
                </a:lnTo>
                <a:lnTo>
                  <a:pt x="1218585" y="2843368"/>
                </a:lnTo>
                <a:lnTo>
                  <a:pt x="609293" y="2843368"/>
                </a:lnTo>
                <a:lnTo>
                  <a:pt x="609293" y="3655757"/>
                </a:lnTo>
                <a:lnTo>
                  <a:pt x="1421683" y="3655757"/>
                </a:lnTo>
                <a:lnTo>
                  <a:pt x="1421683" y="3249562"/>
                </a:lnTo>
                <a:lnTo>
                  <a:pt x="1624781" y="3249562"/>
                </a:lnTo>
                <a:lnTo>
                  <a:pt x="1624781" y="3858855"/>
                </a:lnTo>
                <a:lnTo>
                  <a:pt x="406195" y="3858855"/>
                </a:lnTo>
                <a:close/>
                <a:moveTo>
                  <a:pt x="4058481" y="2373802"/>
                </a:moveTo>
                <a:lnTo>
                  <a:pt x="3629675" y="3960403"/>
                </a:lnTo>
                <a:lnTo>
                  <a:pt x="4009343" y="3960403"/>
                </a:lnTo>
                <a:lnTo>
                  <a:pt x="4406811" y="2489881"/>
                </a:lnTo>
                <a:close/>
                <a:moveTo>
                  <a:pt x="1959178" y="2263825"/>
                </a:moveTo>
                <a:lnTo>
                  <a:pt x="2102774" y="2407421"/>
                </a:lnTo>
                <a:lnTo>
                  <a:pt x="1015488" y="3494707"/>
                </a:lnTo>
                <a:lnTo>
                  <a:pt x="740592" y="3219812"/>
                </a:lnTo>
                <a:lnTo>
                  <a:pt x="884188" y="3076216"/>
                </a:lnTo>
                <a:lnTo>
                  <a:pt x="1015488" y="3207515"/>
                </a:lnTo>
                <a:close/>
                <a:moveTo>
                  <a:pt x="4167566" y="1970136"/>
                </a:moveTo>
                <a:lnTo>
                  <a:pt x="4111487" y="2177399"/>
                </a:lnTo>
                <a:lnTo>
                  <a:pt x="4459817" y="2293478"/>
                </a:lnTo>
                <a:lnTo>
                  <a:pt x="4515897" y="2086213"/>
                </a:lnTo>
                <a:close/>
                <a:moveTo>
                  <a:pt x="2437170" y="1421684"/>
                </a:moveTo>
                <a:lnTo>
                  <a:pt x="2640268" y="1421684"/>
                </a:lnTo>
                <a:lnTo>
                  <a:pt x="2640268" y="1624782"/>
                </a:lnTo>
                <a:lnTo>
                  <a:pt x="2437170" y="1624782"/>
                </a:lnTo>
                <a:close/>
                <a:moveTo>
                  <a:pt x="2030975" y="1421684"/>
                </a:moveTo>
                <a:lnTo>
                  <a:pt x="2234073" y="1421684"/>
                </a:lnTo>
                <a:lnTo>
                  <a:pt x="2234073" y="1624782"/>
                </a:lnTo>
                <a:lnTo>
                  <a:pt x="2030975" y="1624782"/>
                </a:lnTo>
                <a:close/>
                <a:moveTo>
                  <a:pt x="1624780" y="1421684"/>
                </a:moveTo>
                <a:lnTo>
                  <a:pt x="1827878" y="1421684"/>
                </a:lnTo>
                <a:lnTo>
                  <a:pt x="1827878" y="1624782"/>
                </a:lnTo>
                <a:lnTo>
                  <a:pt x="1624780" y="1624782"/>
                </a:lnTo>
                <a:close/>
                <a:moveTo>
                  <a:pt x="1218585" y="1421684"/>
                </a:moveTo>
                <a:lnTo>
                  <a:pt x="1421683" y="1421684"/>
                </a:lnTo>
                <a:lnTo>
                  <a:pt x="1421683" y="1624782"/>
                </a:lnTo>
                <a:lnTo>
                  <a:pt x="1218585" y="1624782"/>
                </a:lnTo>
                <a:close/>
                <a:moveTo>
                  <a:pt x="812390" y="1421684"/>
                </a:moveTo>
                <a:lnTo>
                  <a:pt x="1015488" y="1421684"/>
                </a:lnTo>
                <a:lnTo>
                  <a:pt x="1015488" y="1624782"/>
                </a:lnTo>
                <a:lnTo>
                  <a:pt x="812390" y="1624782"/>
                </a:lnTo>
                <a:close/>
                <a:moveTo>
                  <a:pt x="4498790" y="1218586"/>
                </a:moveTo>
                <a:cubicBezTo>
                  <a:pt x="4423372" y="1218586"/>
                  <a:pt x="4356929" y="1269459"/>
                  <a:pt x="4337145" y="1342398"/>
                </a:cubicBezTo>
                <a:lnTo>
                  <a:pt x="4220572" y="1773732"/>
                </a:lnTo>
                <a:lnTo>
                  <a:pt x="4568901" y="1889809"/>
                </a:lnTo>
                <a:lnTo>
                  <a:pt x="4693261" y="1429716"/>
                </a:lnTo>
                <a:cubicBezTo>
                  <a:pt x="4697129" y="1415386"/>
                  <a:pt x="4699061" y="1400759"/>
                  <a:pt x="4699061" y="1385933"/>
                </a:cubicBezTo>
                <a:cubicBezTo>
                  <a:pt x="4699061" y="1293607"/>
                  <a:pt x="4624041" y="1218586"/>
                  <a:pt x="4531714" y="1218586"/>
                </a:cubicBezTo>
                <a:close/>
                <a:moveTo>
                  <a:pt x="609293" y="1218586"/>
                </a:moveTo>
                <a:lnTo>
                  <a:pt x="609293" y="1827878"/>
                </a:lnTo>
                <a:lnTo>
                  <a:pt x="2843366" y="1827878"/>
                </a:lnTo>
                <a:lnTo>
                  <a:pt x="2843366" y="1218586"/>
                </a:lnTo>
                <a:close/>
                <a:moveTo>
                  <a:pt x="406195" y="1015488"/>
                </a:moveTo>
                <a:lnTo>
                  <a:pt x="3046464" y="1015488"/>
                </a:lnTo>
                <a:lnTo>
                  <a:pt x="3046464" y="2030976"/>
                </a:lnTo>
                <a:lnTo>
                  <a:pt x="406195" y="2030976"/>
                </a:lnTo>
                <a:close/>
                <a:moveTo>
                  <a:pt x="1523232" y="203098"/>
                </a:moveTo>
                <a:lnTo>
                  <a:pt x="1523232" y="812390"/>
                </a:lnTo>
                <a:lnTo>
                  <a:pt x="203098" y="812390"/>
                </a:lnTo>
                <a:lnTo>
                  <a:pt x="203098" y="6092928"/>
                </a:lnTo>
                <a:lnTo>
                  <a:pt x="3655757" y="6092928"/>
                </a:lnTo>
                <a:lnTo>
                  <a:pt x="3655757" y="5271612"/>
                </a:lnTo>
                <a:cubicBezTo>
                  <a:pt x="3630865" y="5276868"/>
                  <a:pt x="3605478" y="5280537"/>
                  <a:pt x="3579297" y="5280537"/>
                </a:cubicBezTo>
                <a:lnTo>
                  <a:pt x="3559811" y="5280537"/>
                </a:lnTo>
                <a:lnTo>
                  <a:pt x="3528226" y="5406680"/>
                </a:lnTo>
                <a:lnTo>
                  <a:pt x="3331227" y="5357393"/>
                </a:lnTo>
                <a:lnTo>
                  <a:pt x="3363110" y="5230060"/>
                </a:lnTo>
                <a:cubicBezTo>
                  <a:pt x="3251892" y="5166097"/>
                  <a:pt x="3175929" y="5047392"/>
                  <a:pt x="3175929" y="4910093"/>
                </a:cubicBezTo>
                <a:cubicBezTo>
                  <a:pt x="3175929" y="4877268"/>
                  <a:pt x="3180193" y="4844790"/>
                  <a:pt x="3188721" y="4813304"/>
                </a:cubicBezTo>
                <a:lnTo>
                  <a:pt x="3227100" y="4671245"/>
                </a:lnTo>
                <a:lnTo>
                  <a:pt x="2871282" y="4671245"/>
                </a:lnTo>
                <a:cubicBezTo>
                  <a:pt x="2759271" y="4671245"/>
                  <a:pt x="2668185" y="4580158"/>
                  <a:pt x="2668185" y="4468147"/>
                </a:cubicBezTo>
                <a:cubicBezTo>
                  <a:pt x="2668185" y="4463089"/>
                  <a:pt x="2669623" y="4458379"/>
                  <a:pt x="2669722" y="4453420"/>
                </a:cubicBezTo>
                <a:cubicBezTo>
                  <a:pt x="2640467" y="4462147"/>
                  <a:pt x="2610320" y="4468147"/>
                  <a:pt x="2579032" y="4468147"/>
                </a:cubicBezTo>
                <a:cubicBezTo>
                  <a:pt x="2404148" y="4468147"/>
                  <a:pt x="2261990" y="4325989"/>
                  <a:pt x="2261990" y="4151204"/>
                </a:cubicBezTo>
                <a:cubicBezTo>
                  <a:pt x="2261990" y="4066414"/>
                  <a:pt x="2295013" y="3986782"/>
                  <a:pt x="2354911" y="3926983"/>
                </a:cubicBezTo>
                <a:lnTo>
                  <a:pt x="2524588" y="3757305"/>
                </a:lnTo>
                <a:lnTo>
                  <a:pt x="2132525" y="3757305"/>
                </a:lnTo>
                <a:lnTo>
                  <a:pt x="2132525" y="3554208"/>
                </a:lnTo>
                <a:lnTo>
                  <a:pt x="2727587" y="3554208"/>
                </a:lnTo>
                <a:lnTo>
                  <a:pt x="2930684" y="3351110"/>
                </a:lnTo>
                <a:lnTo>
                  <a:pt x="2132525" y="3351110"/>
                </a:lnTo>
                <a:lnTo>
                  <a:pt x="2132525" y="3148013"/>
                </a:lnTo>
                <a:lnTo>
                  <a:pt x="3144046" y="3148013"/>
                </a:lnTo>
                <a:cubicBezTo>
                  <a:pt x="3231066" y="3083109"/>
                  <a:pt x="3335144" y="3046464"/>
                  <a:pt x="3445668" y="3046464"/>
                </a:cubicBezTo>
                <a:lnTo>
                  <a:pt x="3655757" y="3046464"/>
                </a:lnTo>
                <a:lnTo>
                  <a:pt x="3655757" y="812390"/>
                </a:lnTo>
                <a:lnTo>
                  <a:pt x="1726329" y="812390"/>
                </a:lnTo>
                <a:lnTo>
                  <a:pt x="1726329" y="609293"/>
                </a:lnTo>
                <a:lnTo>
                  <a:pt x="3858854" y="609293"/>
                </a:lnTo>
                <a:lnTo>
                  <a:pt x="3858854" y="2333887"/>
                </a:lnTo>
                <a:lnTo>
                  <a:pt x="4141138" y="1289342"/>
                </a:lnTo>
                <a:cubicBezTo>
                  <a:pt x="4184723" y="1128094"/>
                  <a:pt x="4331790" y="1015488"/>
                  <a:pt x="4498790" y="1015488"/>
                </a:cubicBezTo>
                <a:lnTo>
                  <a:pt x="4531714" y="1015488"/>
                </a:lnTo>
                <a:cubicBezTo>
                  <a:pt x="4735953" y="1015488"/>
                  <a:pt x="4902159" y="1181645"/>
                  <a:pt x="4902159" y="1385933"/>
                </a:cubicBezTo>
                <a:cubicBezTo>
                  <a:pt x="4902159" y="1418758"/>
                  <a:pt x="4897895" y="1451235"/>
                  <a:pt x="4889365" y="1482721"/>
                </a:cubicBezTo>
                <a:lnTo>
                  <a:pt x="4466709" y="3046464"/>
                </a:lnTo>
                <a:lnTo>
                  <a:pt x="4474543" y="3046464"/>
                </a:lnTo>
                <a:cubicBezTo>
                  <a:pt x="4575101" y="3046464"/>
                  <a:pt x="4672485" y="3076016"/>
                  <a:pt x="4756233" y="3131751"/>
                </a:cubicBezTo>
                <a:lnTo>
                  <a:pt x="4975891" y="3278221"/>
                </a:lnTo>
                <a:lnTo>
                  <a:pt x="4975891" y="203098"/>
                </a:lnTo>
                <a:close/>
                <a:moveTo>
                  <a:pt x="1320134" y="0"/>
                </a:moveTo>
                <a:lnTo>
                  <a:pt x="5178989" y="0"/>
                </a:lnTo>
                <a:lnTo>
                  <a:pt x="5178989" y="3413587"/>
                </a:lnTo>
                <a:lnTo>
                  <a:pt x="5465437" y="3604586"/>
                </a:lnTo>
                <a:cubicBezTo>
                  <a:pt x="5515717" y="3638105"/>
                  <a:pt x="5574225" y="3655757"/>
                  <a:pt x="5634521" y="3655757"/>
                </a:cubicBezTo>
                <a:lnTo>
                  <a:pt x="6296025" y="3655757"/>
                </a:lnTo>
                <a:lnTo>
                  <a:pt x="6296025" y="3858854"/>
                </a:lnTo>
                <a:lnTo>
                  <a:pt x="5634421" y="3858854"/>
                </a:lnTo>
                <a:cubicBezTo>
                  <a:pt x="5533913" y="3858854"/>
                  <a:pt x="5436529" y="3829302"/>
                  <a:pt x="5352733" y="3773569"/>
                </a:cubicBezTo>
                <a:lnTo>
                  <a:pt x="4643527" y="3300732"/>
                </a:lnTo>
                <a:cubicBezTo>
                  <a:pt x="4593249" y="3267213"/>
                  <a:pt x="4534888" y="3249561"/>
                  <a:pt x="4474543" y="3249561"/>
                </a:cubicBezTo>
                <a:lnTo>
                  <a:pt x="4411869" y="3249561"/>
                </a:lnTo>
                <a:lnTo>
                  <a:pt x="4328517" y="3557778"/>
                </a:lnTo>
                <a:cubicBezTo>
                  <a:pt x="4479502" y="3575727"/>
                  <a:pt x="4597513" y="3703060"/>
                  <a:pt x="4597513" y="3858854"/>
                </a:cubicBezTo>
                <a:cubicBezTo>
                  <a:pt x="4597513" y="4026796"/>
                  <a:pt x="4460858" y="4163501"/>
                  <a:pt x="4292866" y="4163501"/>
                </a:cubicBezTo>
                <a:lnTo>
                  <a:pt x="3175829" y="4163501"/>
                </a:lnTo>
                <a:cubicBezTo>
                  <a:pt x="3007887" y="4163501"/>
                  <a:pt x="2871183" y="4300205"/>
                  <a:pt x="2871183" y="4468147"/>
                </a:cubicBezTo>
                <a:lnTo>
                  <a:pt x="3757305" y="4468147"/>
                </a:lnTo>
                <a:cubicBezTo>
                  <a:pt x="3921529" y="4468147"/>
                  <a:pt x="4083769" y="4494427"/>
                  <a:pt x="4239563" y="4546342"/>
                </a:cubicBezTo>
                <a:lnTo>
                  <a:pt x="4410679" y="4603413"/>
                </a:lnTo>
                <a:cubicBezTo>
                  <a:pt x="4647889" y="4682500"/>
                  <a:pt x="4906325" y="4692368"/>
                  <a:pt x="5149139" y="4631726"/>
                </a:cubicBezTo>
                <a:lnTo>
                  <a:pt x="5621529" y="4513665"/>
                </a:lnTo>
                <a:cubicBezTo>
                  <a:pt x="5742365" y="4483469"/>
                  <a:pt x="5866873" y="4468147"/>
                  <a:pt x="5991379" y="4468147"/>
                </a:cubicBezTo>
                <a:lnTo>
                  <a:pt x="6296025" y="4468147"/>
                </a:lnTo>
                <a:lnTo>
                  <a:pt x="6296025" y="4671245"/>
                </a:lnTo>
                <a:lnTo>
                  <a:pt x="5991379" y="4671245"/>
                </a:lnTo>
                <a:cubicBezTo>
                  <a:pt x="5883433" y="4671245"/>
                  <a:pt x="5775589" y="4684533"/>
                  <a:pt x="5670765" y="4710763"/>
                </a:cubicBezTo>
                <a:lnTo>
                  <a:pt x="5198377" y="4828824"/>
                </a:lnTo>
                <a:cubicBezTo>
                  <a:pt x="5191981" y="4830361"/>
                  <a:pt x="5185385" y="4830857"/>
                  <a:pt x="5178989" y="4832394"/>
                </a:cubicBezTo>
                <a:lnTo>
                  <a:pt x="5178989" y="5686733"/>
                </a:lnTo>
                <a:lnTo>
                  <a:pt x="3858854" y="5686733"/>
                </a:lnTo>
                <a:lnTo>
                  <a:pt x="3858854" y="6296025"/>
                </a:lnTo>
                <a:lnTo>
                  <a:pt x="0" y="6296025"/>
                </a:lnTo>
                <a:lnTo>
                  <a:pt x="0" y="609293"/>
                </a:lnTo>
                <a:lnTo>
                  <a:pt x="1320134" y="609293"/>
                </a:lnTo>
                <a:close/>
              </a:path>
            </a:pathLst>
          </a:custGeom>
          <a:solidFill>
            <a:schemeClr val="bg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6" name="Freeform: Shape 230">
            <a:extLst>
              <a:ext uri="{FF2B5EF4-FFF2-40B4-BE49-F238E27FC236}">
                <a16:creationId xmlns:a16="http://schemas.microsoft.com/office/drawing/2014/main" id="{69579517-5693-4AE5-A7F6-3B5ADB735819}"/>
              </a:ext>
            </a:extLst>
          </p:cNvPr>
          <p:cNvSpPr/>
          <p:nvPr/>
        </p:nvSpPr>
        <p:spPr>
          <a:xfrm>
            <a:off x="8274977" y="5698259"/>
            <a:ext cx="279151" cy="279468"/>
          </a:xfrm>
          <a:custGeom>
            <a:avLst/>
            <a:gdLst>
              <a:gd name="connsiteX0" fmla="*/ 71580 w 4871223"/>
              <a:gd name="connsiteY0" fmla="*/ 4122886 h 4876746"/>
              <a:gd name="connsiteX1" fmla="*/ 1064133 w 4871223"/>
              <a:gd name="connsiteY1" fmla="*/ 4122886 h 4876746"/>
              <a:gd name="connsiteX2" fmla="*/ 1091918 w 4871223"/>
              <a:gd name="connsiteY2" fmla="*/ 4128496 h 4876746"/>
              <a:gd name="connsiteX3" fmla="*/ 1397298 w 4871223"/>
              <a:gd name="connsiteY3" fmla="*/ 4257084 h 4876746"/>
              <a:gd name="connsiteX4" fmla="*/ 1437770 w 4871223"/>
              <a:gd name="connsiteY4" fmla="*/ 4344561 h 4876746"/>
              <a:gd name="connsiteX5" fmla="*/ 1341730 w 4871223"/>
              <a:gd name="connsiteY5" fmla="*/ 4389015 h 4876746"/>
              <a:gd name="connsiteX6" fmla="*/ 1049674 w 4871223"/>
              <a:gd name="connsiteY6" fmla="*/ 4266047 h 4876746"/>
              <a:gd name="connsiteX7" fmla="*/ 71580 w 4871223"/>
              <a:gd name="connsiteY7" fmla="*/ 4266047 h 4876746"/>
              <a:gd name="connsiteX8" fmla="*/ 0 w 4871223"/>
              <a:gd name="connsiteY8" fmla="*/ 4194467 h 4876746"/>
              <a:gd name="connsiteX9" fmla="*/ 71580 w 4871223"/>
              <a:gd name="connsiteY9" fmla="*/ 4122886 h 4876746"/>
              <a:gd name="connsiteX10" fmla="*/ 3974706 w 4871223"/>
              <a:gd name="connsiteY10" fmla="*/ 2837468 h 4876746"/>
              <a:gd name="connsiteX11" fmla="*/ 3849234 w 4871223"/>
              <a:gd name="connsiteY11" fmla="*/ 2882312 h 4876746"/>
              <a:gd name="connsiteX12" fmla="*/ 3304480 w 4871223"/>
              <a:gd name="connsiteY12" fmla="*/ 3507323 h 4876746"/>
              <a:gd name="connsiteX13" fmla="*/ 3360811 w 4871223"/>
              <a:gd name="connsiteY13" fmla="*/ 3611508 h 4876746"/>
              <a:gd name="connsiteX14" fmla="*/ 3547321 w 4871223"/>
              <a:gd name="connsiteY14" fmla="*/ 3591867 h 4876746"/>
              <a:gd name="connsiteX15" fmla="*/ 4131632 w 4871223"/>
              <a:gd name="connsiteY15" fmla="*/ 2907791 h 4876746"/>
              <a:gd name="connsiteX16" fmla="*/ 3974706 w 4871223"/>
              <a:gd name="connsiteY16" fmla="*/ 2837468 h 4876746"/>
              <a:gd name="connsiteX17" fmla="*/ 4509336 w 4871223"/>
              <a:gd name="connsiteY17" fmla="*/ 2665990 h 4876746"/>
              <a:gd name="connsiteX18" fmla="*/ 4806410 w 4871223"/>
              <a:gd name="connsiteY18" fmla="*/ 2833439 h 4876746"/>
              <a:gd name="connsiteX19" fmla="*/ 4730022 w 4871223"/>
              <a:gd name="connsiteY19" fmla="*/ 3349942 h 4876746"/>
              <a:gd name="connsiteX20" fmla="*/ 4097026 w 4871223"/>
              <a:gd name="connsiteY20" fmla="*/ 4087272 h 4876746"/>
              <a:gd name="connsiteX21" fmla="*/ 4073834 w 4871223"/>
              <a:gd name="connsiteY21" fmla="*/ 4105741 h 4876746"/>
              <a:gd name="connsiteX22" fmla="*/ 2546833 w 4871223"/>
              <a:gd name="connsiteY22" fmla="*/ 4869246 h 4876746"/>
              <a:gd name="connsiteX23" fmla="*/ 2487045 w 4871223"/>
              <a:gd name="connsiteY23" fmla="*/ 4871189 h 4876746"/>
              <a:gd name="connsiteX24" fmla="*/ 1693155 w 4871223"/>
              <a:gd name="connsiteY24" fmla="*/ 4536928 h 4876746"/>
              <a:gd name="connsiteX25" fmla="*/ 1654970 w 4871223"/>
              <a:gd name="connsiteY25" fmla="*/ 4443193 h 4876746"/>
              <a:gd name="connsiteX26" fmla="*/ 1748715 w 4871223"/>
              <a:gd name="connsiteY26" fmla="*/ 4404998 h 4876746"/>
              <a:gd name="connsiteX27" fmla="*/ 2512248 w 4871223"/>
              <a:gd name="connsiteY27" fmla="*/ 4726485 h 4876746"/>
              <a:gd name="connsiteX28" fmla="*/ 3996272 w 4871223"/>
              <a:gd name="connsiteY28" fmla="*/ 3984478 h 4876746"/>
              <a:gd name="connsiteX29" fmla="*/ 4625284 w 4871223"/>
              <a:gd name="connsiteY29" fmla="*/ 3252358 h 4876746"/>
              <a:gd name="connsiteX30" fmla="*/ 4690016 w 4871223"/>
              <a:gd name="connsiteY30" fmla="*/ 2916726 h 4876746"/>
              <a:gd name="connsiteX31" fmla="*/ 4374158 w 4871223"/>
              <a:gd name="connsiteY31" fmla="*/ 2853642 h 4876746"/>
              <a:gd name="connsiteX32" fmla="*/ 3638703 w 4871223"/>
              <a:gd name="connsiteY32" fmla="*/ 3705786 h 4876746"/>
              <a:gd name="connsiteX33" fmla="*/ 3591183 w 4871223"/>
              <a:gd name="connsiteY33" fmla="*/ 3731170 h 4876746"/>
              <a:gd name="connsiteX34" fmla="*/ 3381709 w 4871223"/>
              <a:gd name="connsiteY34" fmla="*/ 3753230 h 4876746"/>
              <a:gd name="connsiteX35" fmla="*/ 3364898 w 4871223"/>
              <a:gd name="connsiteY35" fmla="*/ 3848557 h 4876746"/>
              <a:gd name="connsiteX36" fmla="*/ 3180094 w 4871223"/>
              <a:gd name="connsiteY36" fmla="*/ 4070137 h 4876746"/>
              <a:gd name="connsiteX37" fmla="*/ 2893972 w 4871223"/>
              <a:gd name="connsiteY37" fmla="*/ 4096511 h 4876746"/>
              <a:gd name="connsiteX38" fmla="*/ 2114046 w 4871223"/>
              <a:gd name="connsiteY38" fmla="*/ 3881704 h 4876746"/>
              <a:gd name="connsiteX39" fmla="*/ 2064049 w 4871223"/>
              <a:gd name="connsiteY39" fmla="*/ 3793692 h 4876746"/>
              <a:gd name="connsiteX40" fmla="*/ 2152070 w 4871223"/>
              <a:gd name="connsiteY40" fmla="*/ 3743696 h 4876746"/>
              <a:gd name="connsiteX41" fmla="*/ 2933082 w 4871223"/>
              <a:gd name="connsiteY41" fmla="*/ 3958799 h 4876746"/>
              <a:gd name="connsiteX42" fmla="*/ 3104503 w 4871223"/>
              <a:gd name="connsiteY42" fmla="*/ 3947893 h 4876746"/>
              <a:gd name="connsiteX43" fmla="*/ 3238187 w 4871223"/>
              <a:gd name="connsiteY43" fmla="*/ 3716835 h 4876746"/>
              <a:gd name="connsiteX44" fmla="*/ 3187523 w 4871223"/>
              <a:gd name="connsiteY44" fmla="*/ 3589972 h 4876746"/>
              <a:gd name="connsiteX45" fmla="*/ 3135193 w 4871223"/>
              <a:gd name="connsiteY45" fmla="*/ 3541889 h 4876746"/>
              <a:gd name="connsiteX46" fmla="*/ 3067622 w 4871223"/>
              <a:gd name="connsiteY46" fmla="*/ 3510438 h 4876746"/>
              <a:gd name="connsiteX47" fmla="*/ 1293201 w 4871223"/>
              <a:gd name="connsiteY47" fmla="*/ 2968075 h 4876746"/>
              <a:gd name="connsiteX48" fmla="*/ 409328 w 4871223"/>
              <a:gd name="connsiteY48" fmla="*/ 3184083 h 4876746"/>
              <a:gd name="connsiteX49" fmla="*/ 126464 w 4871223"/>
              <a:gd name="connsiteY49" fmla="*/ 3400586 h 4876746"/>
              <a:gd name="connsiteX50" fmla="*/ 25690 w 4871223"/>
              <a:gd name="connsiteY50" fmla="*/ 3409368 h 4876746"/>
              <a:gd name="connsiteX51" fmla="*/ 16622 w 4871223"/>
              <a:gd name="connsiteY51" fmla="*/ 3308775 h 4876746"/>
              <a:gd name="connsiteX52" fmla="*/ 1293210 w 4871223"/>
              <a:gd name="connsiteY52" fmla="*/ 2824924 h 4876746"/>
              <a:gd name="connsiteX53" fmla="*/ 3121105 w 4871223"/>
              <a:gd name="connsiteY53" fmla="*/ 3377602 h 4876746"/>
              <a:gd name="connsiteX54" fmla="*/ 3197524 w 4871223"/>
              <a:gd name="connsiteY54" fmla="*/ 3412092 h 4876746"/>
              <a:gd name="connsiteX55" fmla="*/ 3745183 w 4871223"/>
              <a:gd name="connsiteY55" fmla="*/ 2783976 h 4876746"/>
              <a:gd name="connsiteX56" fmla="*/ 3984432 w 4871223"/>
              <a:gd name="connsiteY56" fmla="*/ 2694612 h 4876746"/>
              <a:gd name="connsiteX57" fmla="*/ 4227358 w 4871223"/>
              <a:gd name="connsiteY57" fmla="*/ 2801330 h 4876746"/>
              <a:gd name="connsiteX58" fmla="*/ 4270086 w 4871223"/>
              <a:gd name="connsiteY58" fmla="*/ 2755353 h 4876746"/>
              <a:gd name="connsiteX59" fmla="*/ 4509336 w 4871223"/>
              <a:gd name="connsiteY59" fmla="*/ 2665990 h 4876746"/>
              <a:gd name="connsiteX60" fmla="*/ 2438439 w 4871223"/>
              <a:gd name="connsiteY60" fmla="*/ 763476 h 4876746"/>
              <a:gd name="connsiteX61" fmla="*/ 2510019 w 4871223"/>
              <a:gd name="connsiteY61" fmla="*/ 835056 h 4876746"/>
              <a:gd name="connsiteX62" fmla="*/ 2510019 w 4871223"/>
              <a:gd name="connsiteY62" fmla="*/ 916181 h 4876746"/>
              <a:gd name="connsiteX63" fmla="*/ 2667496 w 4871223"/>
              <a:gd name="connsiteY63" fmla="*/ 916181 h 4876746"/>
              <a:gd name="connsiteX64" fmla="*/ 2739076 w 4871223"/>
              <a:gd name="connsiteY64" fmla="*/ 987761 h 4876746"/>
              <a:gd name="connsiteX65" fmla="*/ 2667496 w 4871223"/>
              <a:gd name="connsiteY65" fmla="*/ 1059342 h 4876746"/>
              <a:gd name="connsiteX66" fmla="*/ 2362096 w 4871223"/>
              <a:gd name="connsiteY66" fmla="*/ 1059342 h 4876746"/>
              <a:gd name="connsiteX67" fmla="*/ 2204628 w 4871223"/>
              <a:gd name="connsiteY67" fmla="*/ 1216818 h 4876746"/>
              <a:gd name="connsiteX68" fmla="*/ 2362096 w 4871223"/>
              <a:gd name="connsiteY68" fmla="*/ 1374286 h 4876746"/>
              <a:gd name="connsiteX69" fmla="*/ 2438448 w 4871223"/>
              <a:gd name="connsiteY69" fmla="*/ 1374286 h 4876746"/>
              <a:gd name="connsiteX70" fmla="*/ 2739067 w 4871223"/>
              <a:gd name="connsiteY70" fmla="*/ 1674914 h 4876746"/>
              <a:gd name="connsiteX71" fmla="*/ 2510019 w 4871223"/>
              <a:gd name="connsiteY71" fmla="*/ 1966865 h 4876746"/>
              <a:gd name="connsiteX72" fmla="*/ 2510019 w 4871223"/>
              <a:gd name="connsiteY72" fmla="*/ 2056657 h 4876746"/>
              <a:gd name="connsiteX73" fmla="*/ 2438439 w 4871223"/>
              <a:gd name="connsiteY73" fmla="*/ 2128237 h 4876746"/>
              <a:gd name="connsiteX74" fmla="*/ 2366858 w 4871223"/>
              <a:gd name="connsiteY74" fmla="*/ 2056657 h 4876746"/>
              <a:gd name="connsiteX75" fmla="*/ 2366858 w 4871223"/>
              <a:gd name="connsiteY75" fmla="*/ 1975532 h 4876746"/>
              <a:gd name="connsiteX76" fmla="*/ 2133038 w 4871223"/>
              <a:gd name="connsiteY76" fmla="*/ 1975532 h 4876746"/>
              <a:gd name="connsiteX77" fmla="*/ 2061458 w 4871223"/>
              <a:gd name="connsiteY77" fmla="*/ 1903952 h 4876746"/>
              <a:gd name="connsiteX78" fmla="*/ 2133038 w 4871223"/>
              <a:gd name="connsiteY78" fmla="*/ 1832372 h 4876746"/>
              <a:gd name="connsiteX79" fmla="*/ 2438439 w 4871223"/>
              <a:gd name="connsiteY79" fmla="*/ 1832372 h 4876746"/>
              <a:gd name="connsiteX80" fmla="*/ 2595915 w 4871223"/>
              <a:gd name="connsiteY80" fmla="*/ 1674904 h 4876746"/>
              <a:gd name="connsiteX81" fmla="*/ 2438439 w 4871223"/>
              <a:gd name="connsiteY81" fmla="*/ 1517437 h 4876746"/>
              <a:gd name="connsiteX82" fmla="*/ 2362086 w 4871223"/>
              <a:gd name="connsiteY82" fmla="*/ 1517437 h 4876746"/>
              <a:gd name="connsiteX83" fmla="*/ 2061458 w 4871223"/>
              <a:gd name="connsiteY83" fmla="*/ 1216809 h 4876746"/>
              <a:gd name="connsiteX84" fmla="*/ 2362086 w 4871223"/>
              <a:gd name="connsiteY84" fmla="*/ 916181 h 4876746"/>
              <a:gd name="connsiteX85" fmla="*/ 2366858 w 4871223"/>
              <a:gd name="connsiteY85" fmla="*/ 916181 h 4876746"/>
              <a:gd name="connsiteX86" fmla="*/ 2366858 w 4871223"/>
              <a:gd name="connsiteY86" fmla="*/ 835056 h 4876746"/>
              <a:gd name="connsiteX87" fmla="*/ 2438439 w 4871223"/>
              <a:gd name="connsiteY87" fmla="*/ 763476 h 4876746"/>
              <a:gd name="connsiteX88" fmla="*/ 2438448 w 4871223"/>
              <a:gd name="connsiteY88" fmla="*/ 0 h 4876746"/>
              <a:gd name="connsiteX89" fmla="*/ 3884324 w 4871223"/>
              <a:gd name="connsiteY89" fmla="*/ 1445876 h 4876746"/>
              <a:gd name="connsiteX90" fmla="*/ 3497838 w 4871223"/>
              <a:gd name="connsiteY90" fmla="*/ 2430199 h 4876746"/>
              <a:gd name="connsiteX91" fmla="*/ 3802628 w 4871223"/>
              <a:gd name="connsiteY91" fmla="*/ 2386651 h 4876746"/>
              <a:gd name="connsiteX92" fmla="*/ 3883610 w 4871223"/>
              <a:gd name="connsiteY92" fmla="*/ 2447382 h 4876746"/>
              <a:gd name="connsiteX93" fmla="*/ 3822869 w 4871223"/>
              <a:gd name="connsiteY93" fmla="*/ 2528364 h 4876746"/>
              <a:gd name="connsiteX94" fmla="*/ 3288421 w 4871223"/>
              <a:gd name="connsiteY94" fmla="*/ 2604716 h 4876746"/>
              <a:gd name="connsiteX95" fmla="*/ 3206716 w 4871223"/>
              <a:gd name="connsiteY95" fmla="*/ 2533850 h 4876746"/>
              <a:gd name="connsiteX96" fmla="*/ 3206716 w 4871223"/>
              <a:gd name="connsiteY96" fmla="*/ 1999402 h 4876746"/>
              <a:gd name="connsiteX97" fmla="*/ 3278296 w 4871223"/>
              <a:gd name="connsiteY97" fmla="*/ 1927822 h 4876746"/>
              <a:gd name="connsiteX98" fmla="*/ 3349876 w 4871223"/>
              <a:gd name="connsiteY98" fmla="*/ 1999402 h 4876746"/>
              <a:gd name="connsiteX99" fmla="*/ 3349876 w 4871223"/>
              <a:gd name="connsiteY99" fmla="*/ 2376888 h 4876746"/>
              <a:gd name="connsiteX100" fmla="*/ 3741173 w 4871223"/>
              <a:gd name="connsiteY100" fmla="*/ 1445866 h 4876746"/>
              <a:gd name="connsiteX101" fmla="*/ 2438448 w 4871223"/>
              <a:gd name="connsiteY101" fmla="*/ 143142 h 4876746"/>
              <a:gd name="connsiteX102" fmla="*/ 1135723 w 4871223"/>
              <a:gd name="connsiteY102" fmla="*/ 1445866 h 4876746"/>
              <a:gd name="connsiteX103" fmla="*/ 2076584 w 4871223"/>
              <a:gd name="connsiteY103" fmla="*/ 2697690 h 4876746"/>
              <a:gd name="connsiteX104" fmla="*/ 2126504 w 4871223"/>
              <a:gd name="connsiteY104" fmla="*/ 2782424 h 4876746"/>
              <a:gd name="connsiteX105" fmla="*/ 2036903 w 4871223"/>
              <a:gd name="connsiteY105" fmla="*/ 2835240 h 4876746"/>
              <a:gd name="connsiteX106" fmla="*/ 1288571 w 4871223"/>
              <a:gd name="connsiteY106" fmla="*/ 2322538 h 4876746"/>
              <a:gd name="connsiteX107" fmla="*/ 992572 w 4871223"/>
              <a:gd name="connsiteY107" fmla="*/ 1445876 h 4876746"/>
              <a:gd name="connsiteX108" fmla="*/ 2438448 w 4871223"/>
              <a:gd name="connsiteY108" fmla="*/ 0 h 487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4871223" h="4876746">
                <a:moveTo>
                  <a:pt x="71580" y="4122886"/>
                </a:moveTo>
                <a:lnTo>
                  <a:pt x="1064133" y="4122886"/>
                </a:lnTo>
                <a:cubicBezTo>
                  <a:pt x="1073677" y="4122886"/>
                  <a:pt x="1083126" y="4124791"/>
                  <a:pt x="1091918" y="4128496"/>
                </a:cubicBezTo>
                <a:lnTo>
                  <a:pt x="1397298" y="4257084"/>
                </a:lnTo>
                <a:cubicBezTo>
                  <a:pt x="1430884" y="4271219"/>
                  <a:pt x="1448819" y="4309795"/>
                  <a:pt x="1437770" y="4344561"/>
                </a:cubicBezTo>
                <a:cubicBezTo>
                  <a:pt x="1425188" y="4384166"/>
                  <a:pt x="1380153" y="4405198"/>
                  <a:pt x="1341730" y="4389015"/>
                </a:cubicBezTo>
                <a:lnTo>
                  <a:pt x="1049674" y="4266047"/>
                </a:lnTo>
                <a:lnTo>
                  <a:pt x="71580" y="4266047"/>
                </a:lnTo>
                <a:cubicBezTo>
                  <a:pt x="32052" y="4266047"/>
                  <a:pt x="0" y="4234005"/>
                  <a:pt x="0" y="4194467"/>
                </a:cubicBezTo>
                <a:cubicBezTo>
                  <a:pt x="0" y="4154928"/>
                  <a:pt x="32052" y="4122886"/>
                  <a:pt x="71580" y="4122886"/>
                </a:cubicBezTo>
                <a:close/>
                <a:moveTo>
                  <a:pt x="3974706" y="2837468"/>
                </a:moveTo>
                <a:cubicBezTo>
                  <a:pt x="3939066" y="2834982"/>
                  <a:pt x="3888392" y="2840850"/>
                  <a:pt x="3849234" y="2882312"/>
                </a:cubicBezTo>
                <a:cubicBezTo>
                  <a:pt x="3713703" y="3025777"/>
                  <a:pt x="3460376" y="3322786"/>
                  <a:pt x="3304480" y="3507323"/>
                </a:cubicBezTo>
                <a:cubicBezTo>
                  <a:pt x="3328522" y="3538899"/>
                  <a:pt x="3347591" y="3574074"/>
                  <a:pt x="3360811" y="3611508"/>
                </a:cubicBezTo>
                <a:lnTo>
                  <a:pt x="3547321" y="3591867"/>
                </a:lnTo>
                <a:cubicBezTo>
                  <a:pt x="3624511" y="3499408"/>
                  <a:pt x="3916882" y="3150222"/>
                  <a:pt x="4131632" y="2907791"/>
                </a:cubicBezTo>
                <a:cubicBezTo>
                  <a:pt x="4088360" y="2867758"/>
                  <a:pt x="4030818" y="2841288"/>
                  <a:pt x="3974706" y="2837468"/>
                </a:cubicBezTo>
                <a:close/>
                <a:moveTo>
                  <a:pt x="4509336" y="2665990"/>
                </a:moveTo>
                <a:cubicBezTo>
                  <a:pt x="4624236" y="2673800"/>
                  <a:pt x="4738078" y="2737961"/>
                  <a:pt x="4806410" y="2833439"/>
                </a:cubicBezTo>
                <a:cubicBezTo>
                  <a:pt x="4914938" y="2985048"/>
                  <a:pt x="4885640" y="3182997"/>
                  <a:pt x="4730022" y="3349942"/>
                </a:cubicBezTo>
                <a:cubicBezTo>
                  <a:pt x="4518594" y="3576799"/>
                  <a:pt x="4101218" y="4082195"/>
                  <a:pt x="4097026" y="4087272"/>
                </a:cubicBezTo>
                <a:cubicBezTo>
                  <a:pt x="4090664" y="4094987"/>
                  <a:pt x="4082768" y="4101274"/>
                  <a:pt x="4073834" y="4105741"/>
                </a:cubicBezTo>
                <a:lnTo>
                  <a:pt x="2546833" y="4869246"/>
                </a:lnTo>
                <a:cubicBezTo>
                  <a:pt x="2528317" y="4878505"/>
                  <a:pt x="2506133" y="4879238"/>
                  <a:pt x="2487045" y="4871189"/>
                </a:cubicBezTo>
                <a:lnTo>
                  <a:pt x="1693155" y="4536928"/>
                </a:lnTo>
                <a:cubicBezTo>
                  <a:pt x="1657208" y="4521793"/>
                  <a:pt x="1639834" y="4479140"/>
                  <a:pt x="1654970" y="4443193"/>
                </a:cubicBezTo>
                <a:cubicBezTo>
                  <a:pt x="1670105" y="4407226"/>
                  <a:pt x="1712767" y="4389862"/>
                  <a:pt x="1748715" y="4404998"/>
                </a:cubicBezTo>
                <a:lnTo>
                  <a:pt x="2512248" y="4726485"/>
                </a:lnTo>
                <a:lnTo>
                  <a:pt x="3996272" y="3984478"/>
                </a:lnTo>
                <a:cubicBezTo>
                  <a:pt x="4061814" y="3905249"/>
                  <a:pt x="4426440" y="3465699"/>
                  <a:pt x="4625284" y="3252358"/>
                </a:cubicBezTo>
                <a:cubicBezTo>
                  <a:pt x="4665746" y="3208934"/>
                  <a:pt x="4790010" y="3056429"/>
                  <a:pt x="4690016" y="2916726"/>
                </a:cubicBezTo>
                <a:cubicBezTo>
                  <a:pt x="4624990" y="2825876"/>
                  <a:pt x="4464206" y="2758277"/>
                  <a:pt x="4374158" y="2853642"/>
                </a:cubicBezTo>
                <a:cubicBezTo>
                  <a:pt x="4157502" y="3082965"/>
                  <a:pt x="3643866" y="3699585"/>
                  <a:pt x="3638703" y="3705786"/>
                </a:cubicBezTo>
                <a:cubicBezTo>
                  <a:pt x="3626768" y="3720112"/>
                  <a:pt x="3609719" y="3729218"/>
                  <a:pt x="3591183" y="3731170"/>
                </a:cubicBezTo>
                <a:lnTo>
                  <a:pt x="3381709" y="3753230"/>
                </a:lnTo>
                <a:cubicBezTo>
                  <a:pt x="3380214" y="3785206"/>
                  <a:pt x="3374689" y="3817200"/>
                  <a:pt x="3364898" y="3848557"/>
                </a:cubicBezTo>
                <a:cubicBezTo>
                  <a:pt x="3334913" y="3944673"/>
                  <a:pt x="3269276" y="4023378"/>
                  <a:pt x="3180094" y="4070137"/>
                </a:cubicBezTo>
                <a:cubicBezTo>
                  <a:pt x="3092292" y="4116180"/>
                  <a:pt x="2988736" y="4125743"/>
                  <a:pt x="2893972" y="4096511"/>
                </a:cubicBezTo>
                <a:lnTo>
                  <a:pt x="2114046" y="3881704"/>
                </a:lnTo>
                <a:cubicBezTo>
                  <a:pt x="2076451" y="3871350"/>
                  <a:pt x="2053696" y="3831297"/>
                  <a:pt x="2064049" y="3793692"/>
                </a:cubicBezTo>
                <a:cubicBezTo>
                  <a:pt x="2074403" y="3756107"/>
                  <a:pt x="2114465" y="3733332"/>
                  <a:pt x="2152070" y="3743696"/>
                </a:cubicBezTo>
                <a:lnTo>
                  <a:pt x="2933082" y="3958799"/>
                </a:lnTo>
                <a:cubicBezTo>
                  <a:pt x="2991032" y="3974677"/>
                  <a:pt x="3049344" y="3973896"/>
                  <a:pt x="3104503" y="3947893"/>
                </a:cubicBezTo>
                <a:cubicBezTo>
                  <a:pt x="3191971" y="3906659"/>
                  <a:pt x="3246159" y="3813381"/>
                  <a:pt x="3238187" y="3716835"/>
                </a:cubicBezTo>
                <a:cubicBezTo>
                  <a:pt x="3234395" y="3670753"/>
                  <a:pt x="3216346" y="3626081"/>
                  <a:pt x="3187523" y="3589972"/>
                </a:cubicBezTo>
                <a:cubicBezTo>
                  <a:pt x="3172683" y="3571389"/>
                  <a:pt x="3154976" y="3555091"/>
                  <a:pt x="3135193" y="3541889"/>
                </a:cubicBezTo>
                <a:cubicBezTo>
                  <a:pt x="3114238" y="3527907"/>
                  <a:pt x="3090568" y="3520334"/>
                  <a:pt x="3067622" y="3510438"/>
                </a:cubicBezTo>
                <a:cubicBezTo>
                  <a:pt x="3055068" y="3505018"/>
                  <a:pt x="1806731" y="2968075"/>
                  <a:pt x="1293201" y="2968075"/>
                </a:cubicBezTo>
                <a:cubicBezTo>
                  <a:pt x="878758" y="2968075"/>
                  <a:pt x="583788" y="3085556"/>
                  <a:pt x="409328" y="3184083"/>
                </a:cubicBezTo>
                <a:cubicBezTo>
                  <a:pt x="220047" y="3291001"/>
                  <a:pt x="127379" y="3399510"/>
                  <a:pt x="126464" y="3400586"/>
                </a:cubicBezTo>
                <a:cubicBezTo>
                  <a:pt x="101032" y="3430743"/>
                  <a:pt x="55922" y="3434714"/>
                  <a:pt x="25690" y="3409368"/>
                </a:cubicBezTo>
                <a:cubicBezTo>
                  <a:pt x="-4533" y="3384032"/>
                  <a:pt x="-8629" y="3339083"/>
                  <a:pt x="16622" y="3308775"/>
                </a:cubicBezTo>
                <a:cubicBezTo>
                  <a:pt x="33081" y="3289029"/>
                  <a:pt x="429759" y="2824924"/>
                  <a:pt x="1293210" y="2824924"/>
                </a:cubicBezTo>
                <a:cubicBezTo>
                  <a:pt x="1827734" y="2824924"/>
                  <a:pt x="3033628" y="3339931"/>
                  <a:pt x="3121105" y="3377602"/>
                </a:cubicBezTo>
                <a:cubicBezTo>
                  <a:pt x="3148118" y="3386337"/>
                  <a:pt x="3173655" y="3397976"/>
                  <a:pt x="3197524" y="3412092"/>
                </a:cubicBezTo>
                <a:cubicBezTo>
                  <a:pt x="3380538" y="3195437"/>
                  <a:pt x="3613576" y="2923289"/>
                  <a:pt x="3745183" y="2783976"/>
                </a:cubicBezTo>
                <a:cubicBezTo>
                  <a:pt x="3805638" y="2719977"/>
                  <a:pt x="3890602" y="2688326"/>
                  <a:pt x="3984432" y="2694612"/>
                </a:cubicBezTo>
                <a:cubicBezTo>
                  <a:pt x="4072806" y="2700613"/>
                  <a:pt x="4160464" y="2740047"/>
                  <a:pt x="4227358" y="2801330"/>
                </a:cubicBezTo>
                <a:cubicBezTo>
                  <a:pt x="4242502" y="2784814"/>
                  <a:pt x="4256818" y="2769393"/>
                  <a:pt x="4270086" y="2755353"/>
                </a:cubicBezTo>
                <a:cubicBezTo>
                  <a:pt x="4330552" y="2691345"/>
                  <a:pt x="4415542" y="2659674"/>
                  <a:pt x="4509336" y="2665990"/>
                </a:cubicBezTo>
                <a:close/>
                <a:moveTo>
                  <a:pt x="2438439" y="763476"/>
                </a:moveTo>
                <a:cubicBezTo>
                  <a:pt x="2477977" y="763476"/>
                  <a:pt x="2510019" y="795518"/>
                  <a:pt x="2510019" y="835056"/>
                </a:cubicBezTo>
                <a:lnTo>
                  <a:pt x="2510019" y="916181"/>
                </a:lnTo>
                <a:lnTo>
                  <a:pt x="2667496" y="916181"/>
                </a:lnTo>
                <a:cubicBezTo>
                  <a:pt x="2707034" y="916181"/>
                  <a:pt x="2739076" y="948223"/>
                  <a:pt x="2739076" y="987761"/>
                </a:cubicBezTo>
                <a:cubicBezTo>
                  <a:pt x="2739076" y="1027299"/>
                  <a:pt x="2707034" y="1059342"/>
                  <a:pt x="2667496" y="1059342"/>
                </a:cubicBezTo>
                <a:lnTo>
                  <a:pt x="2362096" y="1059342"/>
                </a:lnTo>
                <a:cubicBezTo>
                  <a:pt x="2275275" y="1059342"/>
                  <a:pt x="2204628" y="1129989"/>
                  <a:pt x="2204628" y="1216818"/>
                </a:cubicBezTo>
                <a:cubicBezTo>
                  <a:pt x="2204628" y="1303639"/>
                  <a:pt x="2275266" y="1374286"/>
                  <a:pt x="2362096" y="1374286"/>
                </a:cubicBezTo>
                <a:lnTo>
                  <a:pt x="2438448" y="1374286"/>
                </a:lnTo>
                <a:cubicBezTo>
                  <a:pt x="2604212" y="1374286"/>
                  <a:pt x="2739076" y="1509150"/>
                  <a:pt x="2739067" y="1674914"/>
                </a:cubicBezTo>
                <a:cubicBezTo>
                  <a:pt x="2739067" y="1816017"/>
                  <a:pt x="2641331" y="1934661"/>
                  <a:pt x="2510019" y="1966865"/>
                </a:cubicBezTo>
                <a:lnTo>
                  <a:pt x="2510019" y="2056657"/>
                </a:lnTo>
                <a:cubicBezTo>
                  <a:pt x="2510019" y="2096195"/>
                  <a:pt x="2477977" y="2128237"/>
                  <a:pt x="2438439" y="2128237"/>
                </a:cubicBezTo>
                <a:cubicBezTo>
                  <a:pt x="2398910" y="2128237"/>
                  <a:pt x="2366858" y="2096195"/>
                  <a:pt x="2366858" y="2056657"/>
                </a:cubicBezTo>
                <a:lnTo>
                  <a:pt x="2366858" y="1975532"/>
                </a:lnTo>
                <a:lnTo>
                  <a:pt x="2133038" y="1975532"/>
                </a:lnTo>
                <a:cubicBezTo>
                  <a:pt x="2093510" y="1975532"/>
                  <a:pt x="2061458" y="1943490"/>
                  <a:pt x="2061458" y="1903952"/>
                </a:cubicBezTo>
                <a:cubicBezTo>
                  <a:pt x="2061458" y="1864414"/>
                  <a:pt x="2093510" y="1832372"/>
                  <a:pt x="2133038" y="1832372"/>
                </a:cubicBezTo>
                <a:lnTo>
                  <a:pt x="2438439" y="1832372"/>
                </a:lnTo>
                <a:cubicBezTo>
                  <a:pt x="2525269" y="1832372"/>
                  <a:pt x="2595915" y="1761725"/>
                  <a:pt x="2595915" y="1674904"/>
                </a:cubicBezTo>
                <a:cubicBezTo>
                  <a:pt x="2595915" y="1588084"/>
                  <a:pt x="2525269" y="1517437"/>
                  <a:pt x="2438439" y="1517437"/>
                </a:cubicBezTo>
                <a:lnTo>
                  <a:pt x="2362086" y="1517437"/>
                </a:lnTo>
                <a:cubicBezTo>
                  <a:pt x="2196323" y="1517437"/>
                  <a:pt x="2061458" y="1382572"/>
                  <a:pt x="2061458" y="1216809"/>
                </a:cubicBezTo>
                <a:cubicBezTo>
                  <a:pt x="2061458" y="1051045"/>
                  <a:pt x="2196323" y="916181"/>
                  <a:pt x="2362086" y="916181"/>
                </a:cubicBezTo>
                <a:lnTo>
                  <a:pt x="2366858" y="916181"/>
                </a:lnTo>
                <a:lnTo>
                  <a:pt x="2366858" y="835056"/>
                </a:lnTo>
                <a:cubicBezTo>
                  <a:pt x="2366858" y="795518"/>
                  <a:pt x="2398910" y="763476"/>
                  <a:pt x="2438439" y="763476"/>
                </a:cubicBezTo>
                <a:close/>
                <a:moveTo>
                  <a:pt x="2438448" y="0"/>
                </a:moveTo>
                <a:cubicBezTo>
                  <a:pt x="3235700" y="0"/>
                  <a:pt x="3884324" y="648624"/>
                  <a:pt x="3884324" y="1445876"/>
                </a:cubicBezTo>
                <a:cubicBezTo>
                  <a:pt x="3884324" y="1816770"/>
                  <a:pt x="3745688" y="2164652"/>
                  <a:pt x="3497838" y="2430199"/>
                </a:cubicBezTo>
                <a:lnTo>
                  <a:pt x="3802628" y="2386651"/>
                </a:lnTo>
                <a:cubicBezTo>
                  <a:pt x="3841195" y="2381193"/>
                  <a:pt x="3878094" y="2408806"/>
                  <a:pt x="3883610" y="2447382"/>
                </a:cubicBezTo>
                <a:cubicBezTo>
                  <a:pt x="3889134" y="2485997"/>
                  <a:pt x="3861482" y="2522849"/>
                  <a:pt x="3822869" y="2528364"/>
                </a:cubicBezTo>
                <a:lnTo>
                  <a:pt x="3288421" y="2604716"/>
                </a:lnTo>
                <a:cubicBezTo>
                  <a:pt x="3246016" y="2610803"/>
                  <a:pt x="3206716" y="2576646"/>
                  <a:pt x="3206716" y="2533850"/>
                </a:cubicBezTo>
                <a:lnTo>
                  <a:pt x="3206716" y="1999402"/>
                </a:lnTo>
                <a:cubicBezTo>
                  <a:pt x="3206716" y="1959864"/>
                  <a:pt x="3238758" y="1927822"/>
                  <a:pt x="3278296" y="1927822"/>
                </a:cubicBezTo>
                <a:cubicBezTo>
                  <a:pt x="3317834" y="1927822"/>
                  <a:pt x="3349876" y="1959864"/>
                  <a:pt x="3349876" y="1999402"/>
                </a:cubicBezTo>
                <a:lnTo>
                  <a:pt x="3349876" y="2376888"/>
                </a:lnTo>
                <a:cubicBezTo>
                  <a:pt x="3600203" y="2132724"/>
                  <a:pt x="3741173" y="1800968"/>
                  <a:pt x="3741173" y="1445866"/>
                </a:cubicBezTo>
                <a:cubicBezTo>
                  <a:pt x="3741173" y="727539"/>
                  <a:pt x="3156776" y="143142"/>
                  <a:pt x="2438448" y="143142"/>
                </a:cubicBezTo>
                <a:cubicBezTo>
                  <a:pt x="1720130" y="143142"/>
                  <a:pt x="1135723" y="727539"/>
                  <a:pt x="1135723" y="1445866"/>
                </a:cubicBezTo>
                <a:cubicBezTo>
                  <a:pt x="1135723" y="2023082"/>
                  <a:pt x="1522619" y="2537860"/>
                  <a:pt x="2076584" y="2697690"/>
                </a:cubicBezTo>
                <a:cubicBezTo>
                  <a:pt x="2112550" y="2708081"/>
                  <a:pt x="2134934" y="2745896"/>
                  <a:pt x="2126504" y="2782424"/>
                </a:cubicBezTo>
                <a:cubicBezTo>
                  <a:pt x="2117398" y="2821934"/>
                  <a:pt x="2075946" y="2846489"/>
                  <a:pt x="2036903" y="2835240"/>
                </a:cubicBezTo>
                <a:cubicBezTo>
                  <a:pt x="1741742" y="2750077"/>
                  <a:pt x="1475985" y="2567997"/>
                  <a:pt x="1288571" y="2322538"/>
                </a:cubicBezTo>
                <a:cubicBezTo>
                  <a:pt x="1094928" y="2068925"/>
                  <a:pt x="992572" y="1765773"/>
                  <a:pt x="992572" y="1445876"/>
                </a:cubicBezTo>
                <a:cubicBezTo>
                  <a:pt x="992572" y="648624"/>
                  <a:pt x="1641186" y="0"/>
                  <a:pt x="2438448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b="1" dirty="0">
                <a:solidFill>
                  <a:srgbClr val="54478C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  <a:endParaRPr lang="en-GB" sz="3200" b="1" dirty="0">
              <a:solidFill>
                <a:schemeClr val="accent1"/>
              </a:solidFill>
              <a:latin typeface="Lato Black" panose="020F0A0202020403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59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3</a:t>
            </a:r>
            <a:endParaRPr lang="en-GB" dirty="0"/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33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FEE1A76-2C00-41B2-80E3-67D80C5C8001}"/>
              </a:ext>
            </a:extLst>
          </p:cNvPr>
          <p:cNvCxnSpPr>
            <a:cxnSpLocks/>
          </p:cNvCxnSpPr>
          <p:nvPr/>
        </p:nvCxnSpPr>
        <p:spPr>
          <a:xfrm flipV="1">
            <a:off x="3302488" y="1918678"/>
            <a:ext cx="0" cy="3677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888C193-E8EF-40B6-96D4-C50F48DC90B0}"/>
              </a:ext>
            </a:extLst>
          </p:cNvPr>
          <p:cNvCxnSpPr>
            <a:cxnSpLocks/>
          </p:cNvCxnSpPr>
          <p:nvPr/>
        </p:nvCxnSpPr>
        <p:spPr>
          <a:xfrm>
            <a:off x="2808960" y="1918677"/>
            <a:ext cx="830044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BD02426-A909-429B-9BB9-F2E3B068AD6E}"/>
              </a:ext>
            </a:extLst>
          </p:cNvPr>
          <p:cNvSpPr/>
          <p:nvPr/>
        </p:nvSpPr>
        <p:spPr>
          <a:xfrm>
            <a:off x="2964115" y="1673352"/>
            <a:ext cx="676746" cy="3986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MAY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6CC83DD-F8F0-4AF5-A695-E98FAD8E4871}"/>
              </a:ext>
            </a:extLst>
          </p:cNvPr>
          <p:cNvCxnSpPr>
            <a:cxnSpLocks/>
          </p:cNvCxnSpPr>
          <p:nvPr/>
        </p:nvCxnSpPr>
        <p:spPr>
          <a:xfrm>
            <a:off x="2808960" y="5596249"/>
            <a:ext cx="830044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79966D-0DE0-4853-9235-15BC9794EDCC}"/>
              </a:ext>
            </a:extLst>
          </p:cNvPr>
          <p:cNvGrpSpPr/>
          <p:nvPr/>
        </p:nvGrpSpPr>
        <p:grpSpPr>
          <a:xfrm>
            <a:off x="10941754" y="5564192"/>
            <a:ext cx="411504" cy="409886"/>
            <a:chOff x="10941754" y="5564192"/>
            <a:chExt cx="411504" cy="409886"/>
          </a:xfrm>
        </p:grpSpPr>
        <p:sp>
          <p:nvSpPr>
            <p:cNvPr id="59" name="Text Placeholder 14">
              <a:extLst>
                <a:ext uri="{FF2B5EF4-FFF2-40B4-BE49-F238E27FC236}">
                  <a16:creationId xmlns:a16="http://schemas.microsoft.com/office/drawing/2014/main" id="{D6C6FD87-4E3F-40E2-8B09-F9DB56ED802B}"/>
                </a:ext>
              </a:extLst>
            </p:cNvPr>
            <p:cNvSpPr txBox="1">
              <a:spLocks/>
            </p:cNvSpPr>
            <p:nvPr/>
          </p:nvSpPr>
          <p:spPr>
            <a:xfrm>
              <a:off x="10941754" y="5789412"/>
              <a:ext cx="411504" cy="18466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2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Open Sans Light" panose="020B0306030504020204" pitchFamily="34" charset="0"/>
                  <a:cs typeface="Open Sans Light" panose="020B0306030504020204" pitchFamily="34" charset="0"/>
                </a:rPr>
                <a:t>2020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6C7CE7A-3579-4FF8-867E-2E593974EC68}"/>
                </a:ext>
              </a:extLst>
            </p:cNvPr>
            <p:cNvSpPr/>
            <p:nvPr/>
          </p:nvSpPr>
          <p:spPr>
            <a:xfrm rot="16200000">
              <a:off x="11109405" y="5564193"/>
              <a:ext cx="64114" cy="641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6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BC09A0-C50F-40AB-A284-039DED5D4688}"/>
              </a:ext>
            </a:extLst>
          </p:cNvPr>
          <p:cNvGrpSpPr/>
          <p:nvPr/>
        </p:nvGrpSpPr>
        <p:grpSpPr>
          <a:xfrm>
            <a:off x="9095872" y="5564192"/>
            <a:ext cx="411504" cy="409886"/>
            <a:chOff x="10097758" y="5564192"/>
            <a:chExt cx="411504" cy="409886"/>
          </a:xfrm>
        </p:grpSpPr>
        <p:sp>
          <p:nvSpPr>
            <p:cNvPr id="60" name="Text Placeholder 14">
              <a:extLst>
                <a:ext uri="{FF2B5EF4-FFF2-40B4-BE49-F238E27FC236}">
                  <a16:creationId xmlns:a16="http://schemas.microsoft.com/office/drawing/2014/main" id="{2CB9A876-1C09-45A0-B65A-B58DFBB3B9EB}"/>
                </a:ext>
              </a:extLst>
            </p:cNvPr>
            <p:cNvSpPr txBox="1">
              <a:spLocks/>
            </p:cNvSpPr>
            <p:nvPr/>
          </p:nvSpPr>
          <p:spPr>
            <a:xfrm>
              <a:off x="10097758" y="5789412"/>
              <a:ext cx="411504" cy="18466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2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Open Sans Light" panose="020B0306030504020204" pitchFamily="34" charset="0"/>
                  <a:cs typeface="Open Sans Light" panose="020B0306030504020204" pitchFamily="34" charset="0"/>
                </a:rPr>
                <a:t>2018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C45C546-F8B1-4B02-8117-4B21A3AA15CA}"/>
                </a:ext>
              </a:extLst>
            </p:cNvPr>
            <p:cNvSpPr/>
            <p:nvPr/>
          </p:nvSpPr>
          <p:spPr>
            <a:xfrm rot="16200000">
              <a:off x="10264882" y="5564193"/>
              <a:ext cx="64114" cy="641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6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D5B3BC-446E-4C45-BCBD-97D2B666C218}"/>
              </a:ext>
            </a:extLst>
          </p:cNvPr>
          <p:cNvGrpSpPr/>
          <p:nvPr/>
        </p:nvGrpSpPr>
        <p:grpSpPr>
          <a:xfrm>
            <a:off x="8172928" y="5564192"/>
            <a:ext cx="411504" cy="409886"/>
            <a:chOff x="9253759" y="5564192"/>
            <a:chExt cx="411504" cy="409886"/>
          </a:xfrm>
        </p:grpSpPr>
        <p:sp>
          <p:nvSpPr>
            <p:cNvPr id="61" name="Text Placeholder 14">
              <a:extLst>
                <a:ext uri="{FF2B5EF4-FFF2-40B4-BE49-F238E27FC236}">
                  <a16:creationId xmlns:a16="http://schemas.microsoft.com/office/drawing/2014/main" id="{4F6C13AE-98A2-4DD5-B19D-8073F7C8081C}"/>
                </a:ext>
              </a:extLst>
            </p:cNvPr>
            <p:cNvSpPr txBox="1">
              <a:spLocks/>
            </p:cNvSpPr>
            <p:nvPr/>
          </p:nvSpPr>
          <p:spPr>
            <a:xfrm>
              <a:off x="9253759" y="5789412"/>
              <a:ext cx="411504" cy="18466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2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Open Sans Light" panose="020B0306030504020204" pitchFamily="34" charset="0"/>
                  <a:cs typeface="Open Sans Light" panose="020B0306030504020204" pitchFamily="34" charset="0"/>
                </a:rPr>
                <a:t>2017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17A42AF-66FB-4BD3-807C-F394D8682B93}"/>
                </a:ext>
              </a:extLst>
            </p:cNvPr>
            <p:cNvSpPr/>
            <p:nvPr/>
          </p:nvSpPr>
          <p:spPr>
            <a:xfrm rot="16200000">
              <a:off x="9420357" y="5564193"/>
              <a:ext cx="64114" cy="641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6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CFAA1C-FFD6-4202-A8F2-89FFDE0728C7}"/>
              </a:ext>
            </a:extLst>
          </p:cNvPr>
          <p:cNvGrpSpPr/>
          <p:nvPr/>
        </p:nvGrpSpPr>
        <p:grpSpPr>
          <a:xfrm>
            <a:off x="7249984" y="5564192"/>
            <a:ext cx="411504" cy="409886"/>
            <a:chOff x="8409760" y="5564192"/>
            <a:chExt cx="411504" cy="409886"/>
          </a:xfrm>
        </p:grpSpPr>
        <p:sp>
          <p:nvSpPr>
            <p:cNvPr id="62" name="Text Placeholder 14">
              <a:extLst>
                <a:ext uri="{FF2B5EF4-FFF2-40B4-BE49-F238E27FC236}">
                  <a16:creationId xmlns:a16="http://schemas.microsoft.com/office/drawing/2014/main" id="{7A6F6E01-976A-499B-BB34-001D324FFCD5}"/>
                </a:ext>
              </a:extLst>
            </p:cNvPr>
            <p:cNvSpPr txBox="1">
              <a:spLocks/>
            </p:cNvSpPr>
            <p:nvPr/>
          </p:nvSpPr>
          <p:spPr>
            <a:xfrm>
              <a:off x="8409760" y="5789412"/>
              <a:ext cx="411504" cy="18466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2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Open Sans Light" panose="020B0306030504020204" pitchFamily="34" charset="0"/>
                  <a:cs typeface="Open Sans Light" panose="020B0306030504020204" pitchFamily="34" charset="0"/>
                </a:rPr>
                <a:t>2016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5B86453-B583-44C1-B587-448184C81E11}"/>
                </a:ext>
              </a:extLst>
            </p:cNvPr>
            <p:cNvSpPr/>
            <p:nvPr/>
          </p:nvSpPr>
          <p:spPr>
            <a:xfrm rot="16200000">
              <a:off x="8575832" y="5564193"/>
              <a:ext cx="64114" cy="641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6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1EB003-ED32-46EB-AAA0-09BD289751A2}"/>
              </a:ext>
            </a:extLst>
          </p:cNvPr>
          <p:cNvGrpSpPr/>
          <p:nvPr/>
        </p:nvGrpSpPr>
        <p:grpSpPr>
          <a:xfrm>
            <a:off x="6327040" y="5564192"/>
            <a:ext cx="411504" cy="409886"/>
            <a:chOff x="7565761" y="5564192"/>
            <a:chExt cx="411504" cy="409886"/>
          </a:xfrm>
        </p:grpSpPr>
        <p:sp>
          <p:nvSpPr>
            <p:cNvPr id="63" name="Text Placeholder 14">
              <a:extLst>
                <a:ext uri="{FF2B5EF4-FFF2-40B4-BE49-F238E27FC236}">
                  <a16:creationId xmlns:a16="http://schemas.microsoft.com/office/drawing/2014/main" id="{0032DCF9-5981-42E0-B520-21EA7279E145}"/>
                </a:ext>
              </a:extLst>
            </p:cNvPr>
            <p:cNvSpPr txBox="1">
              <a:spLocks/>
            </p:cNvSpPr>
            <p:nvPr/>
          </p:nvSpPr>
          <p:spPr>
            <a:xfrm>
              <a:off x="7565761" y="5789412"/>
              <a:ext cx="411504" cy="18466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2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Open Sans Light" panose="020B0306030504020204" pitchFamily="34" charset="0"/>
                  <a:cs typeface="Open Sans Light" panose="020B0306030504020204" pitchFamily="34" charset="0"/>
                </a:rPr>
                <a:t>2015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057B35E-0670-4351-A53B-78AE41E57B16}"/>
                </a:ext>
              </a:extLst>
            </p:cNvPr>
            <p:cNvSpPr/>
            <p:nvPr/>
          </p:nvSpPr>
          <p:spPr>
            <a:xfrm rot="16200000">
              <a:off x="7731307" y="5564193"/>
              <a:ext cx="64114" cy="641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6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B10212-BB69-4F3E-BCEF-04E0674B185A}"/>
              </a:ext>
            </a:extLst>
          </p:cNvPr>
          <p:cNvGrpSpPr/>
          <p:nvPr/>
        </p:nvGrpSpPr>
        <p:grpSpPr>
          <a:xfrm>
            <a:off x="5404096" y="5564192"/>
            <a:ext cx="411504" cy="409886"/>
            <a:chOff x="6721762" y="5564192"/>
            <a:chExt cx="411504" cy="409886"/>
          </a:xfrm>
        </p:grpSpPr>
        <p:sp>
          <p:nvSpPr>
            <p:cNvPr id="64" name="Text Placeholder 14">
              <a:extLst>
                <a:ext uri="{FF2B5EF4-FFF2-40B4-BE49-F238E27FC236}">
                  <a16:creationId xmlns:a16="http://schemas.microsoft.com/office/drawing/2014/main" id="{55D3BEDD-38C9-4623-A67B-B457EFF7896F}"/>
                </a:ext>
              </a:extLst>
            </p:cNvPr>
            <p:cNvSpPr txBox="1">
              <a:spLocks/>
            </p:cNvSpPr>
            <p:nvPr/>
          </p:nvSpPr>
          <p:spPr>
            <a:xfrm>
              <a:off x="6721762" y="5789412"/>
              <a:ext cx="411504" cy="18466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2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Open Sans Light" panose="020B0306030504020204" pitchFamily="34" charset="0"/>
                  <a:cs typeface="Open Sans Light" panose="020B0306030504020204" pitchFamily="34" charset="0"/>
                </a:rPr>
                <a:t>2014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84C4394-FF61-4CE6-B7BF-583DA2E5C173}"/>
                </a:ext>
              </a:extLst>
            </p:cNvPr>
            <p:cNvSpPr/>
            <p:nvPr/>
          </p:nvSpPr>
          <p:spPr>
            <a:xfrm rot="16200000">
              <a:off x="6886782" y="5564193"/>
              <a:ext cx="64114" cy="641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6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8D4A05-1172-4793-BD5D-16FD26F4C11F}"/>
              </a:ext>
            </a:extLst>
          </p:cNvPr>
          <p:cNvGrpSpPr/>
          <p:nvPr/>
        </p:nvGrpSpPr>
        <p:grpSpPr>
          <a:xfrm>
            <a:off x="4481152" y="5564192"/>
            <a:ext cx="411504" cy="409886"/>
            <a:chOff x="5877763" y="5564192"/>
            <a:chExt cx="411504" cy="409886"/>
          </a:xfrm>
        </p:grpSpPr>
        <p:sp>
          <p:nvSpPr>
            <p:cNvPr id="65" name="Text Placeholder 14">
              <a:extLst>
                <a:ext uri="{FF2B5EF4-FFF2-40B4-BE49-F238E27FC236}">
                  <a16:creationId xmlns:a16="http://schemas.microsoft.com/office/drawing/2014/main" id="{945D0050-A01C-49F8-ABAD-8AB865F19688}"/>
                </a:ext>
              </a:extLst>
            </p:cNvPr>
            <p:cNvSpPr txBox="1">
              <a:spLocks/>
            </p:cNvSpPr>
            <p:nvPr/>
          </p:nvSpPr>
          <p:spPr>
            <a:xfrm>
              <a:off x="5877763" y="5789412"/>
              <a:ext cx="411504" cy="18466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2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Open Sans Light" panose="020B0306030504020204" pitchFamily="34" charset="0"/>
                  <a:cs typeface="Open Sans Light" panose="020B0306030504020204" pitchFamily="34" charset="0"/>
                </a:rPr>
                <a:t>2013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3B70A2F-ED07-4498-840B-667DBE8FE3A2}"/>
                </a:ext>
              </a:extLst>
            </p:cNvPr>
            <p:cNvSpPr/>
            <p:nvPr/>
          </p:nvSpPr>
          <p:spPr>
            <a:xfrm rot="16200000">
              <a:off x="6042257" y="5564193"/>
              <a:ext cx="64114" cy="641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6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F474A3-5D20-4DB2-B3B8-363F23539F2F}"/>
              </a:ext>
            </a:extLst>
          </p:cNvPr>
          <p:cNvGrpSpPr/>
          <p:nvPr/>
        </p:nvGrpSpPr>
        <p:grpSpPr>
          <a:xfrm>
            <a:off x="3558208" y="5564192"/>
            <a:ext cx="411504" cy="409886"/>
            <a:chOff x="5033764" y="5564192"/>
            <a:chExt cx="411504" cy="409886"/>
          </a:xfrm>
        </p:grpSpPr>
        <p:sp>
          <p:nvSpPr>
            <p:cNvPr id="66" name="Text Placeholder 14">
              <a:extLst>
                <a:ext uri="{FF2B5EF4-FFF2-40B4-BE49-F238E27FC236}">
                  <a16:creationId xmlns:a16="http://schemas.microsoft.com/office/drawing/2014/main" id="{6D4673A7-E9F9-49BB-A394-45753071A1E0}"/>
                </a:ext>
              </a:extLst>
            </p:cNvPr>
            <p:cNvSpPr txBox="1">
              <a:spLocks/>
            </p:cNvSpPr>
            <p:nvPr/>
          </p:nvSpPr>
          <p:spPr>
            <a:xfrm>
              <a:off x="5033764" y="5789412"/>
              <a:ext cx="411504" cy="18466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2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Open Sans Light" panose="020B0306030504020204" pitchFamily="34" charset="0"/>
                  <a:cs typeface="Open Sans Light" panose="020B0306030504020204" pitchFamily="34" charset="0"/>
                </a:rPr>
                <a:t>2012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0A9895DD-76C3-4B9F-8635-3D883024AE68}"/>
                </a:ext>
              </a:extLst>
            </p:cNvPr>
            <p:cNvSpPr/>
            <p:nvPr/>
          </p:nvSpPr>
          <p:spPr>
            <a:xfrm rot="16200000">
              <a:off x="5197732" y="5564193"/>
              <a:ext cx="64114" cy="641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6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94256D-FEAC-4704-A398-48D71C6282E2}"/>
              </a:ext>
            </a:extLst>
          </p:cNvPr>
          <p:cNvGrpSpPr/>
          <p:nvPr/>
        </p:nvGrpSpPr>
        <p:grpSpPr>
          <a:xfrm>
            <a:off x="2635264" y="5564192"/>
            <a:ext cx="411504" cy="409886"/>
            <a:chOff x="4189765" y="5564192"/>
            <a:chExt cx="411504" cy="409886"/>
          </a:xfrm>
        </p:grpSpPr>
        <p:sp>
          <p:nvSpPr>
            <p:cNvPr id="73" name="Text Placeholder 14">
              <a:extLst>
                <a:ext uri="{FF2B5EF4-FFF2-40B4-BE49-F238E27FC236}">
                  <a16:creationId xmlns:a16="http://schemas.microsoft.com/office/drawing/2014/main" id="{EE5B04E4-BB37-4E34-B356-2D71DDB3C01D}"/>
                </a:ext>
              </a:extLst>
            </p:cNvPr>
            <p:cNvSpPr txBox="1">
              <a:spLocks/>
            </p:cNvSpPr>
            <p:nvPr/>
          </p:nvSpPr>
          <p:spPr>
            <a:xfrm>
              <a:off x="4189765" y="5789412"/>
              <a:ext cx="411504" cy="18466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2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Open Sans Light" panose="020B0306030504020204" pitchFamily="34" charset="0"/>
                  <a:cs typeface="Open Sans Light" panose="020B0306030504020204" pitchFamily="34" charset="0"/>
                </a:rPr>
                <a:t>2011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02A1816D-0D97-4D04-9A14-D94F3071011F}"/>
                </a:ext>
              </a:extLst>
            </p:cNvPr>
            <p:cNvSpPr/>
            <p:nvPr/>
          </p:nvSpPr>
          <p:spPr>
            <a:xfrm rot="16200000">
              <a:off x="4353207" y="5564193"/>
              <a:ext cx="64114" cy="641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6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CB3E59C-F82C-4C30-909A-10404D886F7B}"/>
              </a:ext>
            </a:extLst>
          </p:cNvPr>
          <p:cNvSpPr/>
          <p:nvPr/>
        </p:nvSpPr>
        <p:spPr>
          <a:xfrm>
            <a:off x="609600" y="4454526"/>
            <a:ext cx="1917137" cy="106816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60A0279-CB37-4DEE-A193-1F1AE4B01FF0}"/>
              </a:ext>
            </a:extLst>
          </p:cNvPr>
          <p:cNvSpPr/>
          <p:nvPr/>
        </p:nvSpPr>
        <p:spPr>
          <a:xfrm>
            <a:off x="609600" y="3261715"/>
            <a:ext cx="1917137" cy="106816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3F3E45D-C152-4FF9-A5A3-1A6C35479CB8}"/>
              </a:ext>
            </a:extLst>
          </p:cNvPr>
          <p:cNvSpPr/>
          <p:nvPr/>
        </p:nvSpPr>
        <p:spPr>
          <a:xfrm>
            <a:off x="609600" y="2068905"/>
            <a:ext cx="1917137" cy="106816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B1DECF6-5BDE-4774-AC10-8A9E35AB2FED}"/>
              </a:ext>
            </a:extLst>
          </p:cNvPr>
          <p:cNvCxnSpPr>
            <a:cxnSpLocks/>
          </p:cNvCxnSpPr>
          <p:nvPr/>
        </p:nvCxnSpPr>
        <p:spPr>
          <a:xfrm>
            <a:off x="2808960" y="4380964"/>
            <a:ext cx="830044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9ECE7DB-6A4D-4D68-AFA3-65BEB022E820}"/>
              </a:ext>
            </a:extLst>
          </p:cNvPr>
          <p:cNvCxnSpPr>
            <a:cxnSpLocks/>
          </p:cNvCxnSpPr>
          <p:nvPr/>
        </p:nvCxnSpPr>
        <p:spPr>
          <a:xfrm>
            <a:off x="2808960" y="3287295"/>
            <a:ext cx="830044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1878913-6B10-4295-B451-DB1A4191C664}"/>
              </a:ext>
            </a:extLst>
          </p:cNvPr>
          <p:cNvGrpSpPr/>
          <p:nvPr/>
        </p:nvGrpSpPr>
        <p:grpSpPr>
          <a:xfrm>
            <a:off x="10018816" y="5564192"/>
            <a:ext cx="411504" cy="409886"/>
            <a:chOff x="10941754" y="5564192"/>
            <a:chExt cx="411504" cy="409886"/>
          </a:xfrm>
        </p:grpSpPr>
        <p:sp>
          <p:nvSpPr>
            <p:cNvPr id="44" name="Text Placeholder 14">
              <a:extLst>
                <a:ext uri="{FF2B5EF4-FFF2-40B4-BE49-F238E27FC236}">
                  <a16:creationId xmlns:a16="http://schemas.microsoft.com/office/drawing/2014/main" id="{343918E7-A866-4775-8CD7-6FF362053E51}"/>
                </a:ext>
              </a:extLst>
            </p:cNvPr>
            <p:cNvSpPr txBox="1">
              <a:spLocks/>
            </p:cNvSpPr>
            <p:nvPr/>
          </p:nvSpPr>
          <p:spPr>
            <a:xfrm>
              <a:off x="10941754" y="5789412"/>
              <a:ext cx="411504" cy="18466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IN" sz="1200" dirty="0">
                  <a:solidFill>
                    <a:schemeClr val="bg1">
                      <a:lumMod val="65000"/>
                    </a:schemeClr>
                  </a:solidFill>
                  <a:latin typeface="+mj-lt"/>
                  <a:ea typeface="Open Sans Light" panose="020B0306030504020204" pitchFamily="34" charset="0"/>
                  <a:cs typeface="Open Sans Light" panose="020B0306030504020204" pitchFamily="34" charset="0"/>
                </a:rPr>
                <a:t>2019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6CFE802-D274-4090-97D7-D2AF3BD094AB}"/>
                </a:ext>
              </a:extLst>
            </p:cNvPr>
            <p:cNvSpPr/>
            <p:nvPr/>
          </p:nvSpPr>
          <p:spPr>
            <a:xfrm rot="16200000">
              <a:off x="11109405" y="5564193"/>
              <a:ext cx="64114" cy="6411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bg1">
                    <a:lumMod val="65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677E280-2FC1-4F5E-B5E5-D6D616823F7B}"/>
              </a:ext>
            </a:extLst>
          </p:cNvPr>
          <p:cNvCxnSpPr>
            <a:cxnSpLocks/>
          </p:cNvCxnSpPr>
          <p:nvPr/>
        </p:nvCxnSpPr>
        <p:spPr>
          <a:xfrm flipV="1">
            <a:off x="4225432" y="1918678"/>
            <a:ext cx="0" cy="3677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D717051-746D-4213-AFC0-0455E667DB38}"/>
              </a:ext>
            </a:extLst>
          </p:cNvPr>
          <p:cNvCxnSpPr>
            <a:cxnSpLocks/>
          </p:cNvCxnSpPr>
          <p:nvPr/>
        </p:nvCxnSpPr>
        <p:spPr>
          <a:xfrm flipV="1">
            <a:off x="5148376" y="1918678"/>
            <a:ext cx="0" cy="3677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C39021E-BCF6-475F-B99A-3F242BCC4BAB}"/>
              </a:ext>
            </a:extLst>
          </p:cNvPr>
          <p:cNvCxnSpPr>
            <a:cxnSpLocks/>
          </p:cNvCxnSpPr>
          <p:nvPr/>
        </p:nvCxnSpPr>
        <p:spPr>
          <a:xfrm flipV="1">
            <a:off x="6071320" y="1918678"/>
            <a:ext cx="0" cy="3677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A3A6ABC-3BBB-4AC4-94F5-E280E4AE6CE8}"/>
              </a:ext>
            </a:extLst>
          </p:cNvPr>
          <p:cNvCxnSpPr>
            <a:cxnSpLocks/>
          </p:cNvCxnSpPr>
          <p:nvPr/>
        </p:nvCxnSpPr>
        <p:spPr>
          <a:xfrm flipV="1">
            <a:off x="6994264" y="1918678"/>
            <a:ext cx="0" cy="3677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89B7403-39C1-4208-85CC-FE8CD667E72A}"/>
              </a:ext>
            </a:extLst>
          </p:cNvPr>
          <p:cNvCxnSpPr>
            <a:cxnSpLocks/>
          </p:cNvCxnSpPr>
          <p:nvPr/>
        </p:nvCxnSpPr>
        <p:spPr>
          <a:xfrm flipV="1">
            <a:off x="7917208" y="1918678"/>
            <a:ext cx="0" cy="3677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DB0BA90-F437-4A50-A44C-79966A572C01}"/>
              </a:ext>
            </a:extLst>
          </p:cNvPr>
          <p:cNvCxnSpPr>
            <a:cxnSpLocks/>
          </p:cNvCxnSpPr>
          <p:nvPr/>
        </p:nvCxnSpPr>
        <p:spPr>
          <a:xfrm flipV="1">
            <a:off x="8840152" y="1918678"/>
            <a:ext cx="0" cy="3677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A9057F4-6DA3-40A8-97F7-D8C199F37542}"/>
              </a:ext>
            </a:extLst>
          </p:cNvPr>
          <p:cNvCxnSpPr>
            <a:cxnSpLocks/>
          </p:cNvCxnSpPr>
          <p:nvPr/>
        </p:nvCxnSpPr>
        <p:spPr>
          <a:xfrm flipV="1">
            <a:off x="9763096" y="1918678"/>
            <a:ext cx="0" cy="3677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C74A6E9-2425-44E7-9450-228CF6251F41}"/>
              </a:ext>
            </a:extLst>
          </p:cNvPr>
          <p:cNvCxnSpPr>
            <a:cxnSpLocks/>
          </p:cNvCxnSpPr>
          <p:nvPr/>
        </p:nvCxnSpPr>
        <p:spPr>
          <a:xfrm flipV="1">
            <a:off x="10686040" y="1918678"/>
            <a:ext cx="0" cy="3677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C9B7E50-72C2-44B8-9FD6-EB6EB7C74BB3}"/>
              </a:ext>
            </a:extLst>
          </p:cNvPr>
          <p:cNvSpPr/>
          <p:nvPr/>
        </p:nvSpPr>
        <p:spPr>
          <a:xfrm>
            <a:off x="3886695" y="1673352"/>
            <a:ext cx="676746" cy="3986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ED69A7B-AC45-4BE7-9E5A-73C22923C2CF}"/>
              </a:ext>
            </a:extLst>
          </p:cNvPr>
          <p:cNvSpPr/>
          <p:nvPr/>
        </p:nvSpPr>
        <p:spPr>
          <a:xfrm>
            <a:off x="4809275" y="1673352"/>
            <a:ext cx="676746" cy="3986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JUL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C862225D-A0EE-4E83-B70A-29FEF23D8A81}"/>
              </a:ext>
            </a:extLst>
          </p:cNvPr>
          <p:cNvSpPr/>
          <p:nvPr/>
        </p:nvSpPr>
        <p:spPr>
          <a:xfrm>
            <a:off x="5731855" y="1673352"/>
            <a:ext cx="676746" cy="3986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AUG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9123FD1-2703-4AB5-8980-D2D433F7007F}"/>
              </a:ext>
            </a:extLst>
          </p:cNvPr>
          <p:cNvSpPr/>
          <p:nvPr/>
        </p:nvSpPr>
        <p:spPr>
          <a:xfrm>
            <a:off x="6654435" y="1673352"/>
            <a:ext cx="676746" cy="3986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3AE3F35-CF58-417E-829C-297E2F9DBD52}"/>
              </a:ext>
            </a:extLst>
          </p:cNvPr>
          <p:cNvSpPr/>
          <p:nvPr/>
        </p:nvSpPr>
        <p:spPr>
          <a:xfrm>
            <a:off x="7577015" y="1673352"/>
            <a:ext cx="676746" cy="3986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OCT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A17A8AF1-641C-4ACD-8AEE-C2DF316215E3}"/>
              </a:ext>
            </a:extLst>
          </p:cNvPr>
          <p:cNvSpPr/>
          <p:nvPr/>
        </p:nvSpPr>
        <p:spPr>
          <a:xfrm>
            <a:off x="8499595" y="1673352"/>
            <a:ext cx="676746" cy="3986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NOV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E20DFDE0-5670-4A2D-867B-BE52DDDC6130}"/>
              </a:ext>
            </a:extLst>
          </p:cNvPr>
          <p:cNvSpPr/>
          <p:nvPr/>
        </p:nvSpPr>
        <p:spPr>
          <a:xfrm>
            <a:off x="9422175" y="1673352"/>
            <a:ext cx="676746" cy="3986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910EBDC-1582-45F7-AC3E-425946E49139}"/>
              </a:ext>
            </a:extLst>
          </p:cNvPr>
          <p:cNvSpPr/>
          <p:nvPr/>
        </p:nvSpPr>
        <p:spPr>
          <a:xfrm>
            <a:off x="10344752" y="1673352"/>
            <a:ext cx="676746" cy="3986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JAN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Rectangle 123">
            <a:extLst>
              <a:ext uri="{FF2B5EF4-FFF2-40B4-BE49-F238E27FC236}">
                <a16:creationId xmlns:a16="http://schemas.microsoft.com/office/drawing/2014/main" id="{F9C5DC5D-6D48-49EE-8D38-2B193EA59BEF}"/>
              </a:ext>
            </a:extLst>
          </p:cNvPr>
          <p:cNvSpPr/>
          <p:nvPr/>
        </p:nvSpPr>
        <p:spPr>
          <a:xfrm>
            <a:off x="2808960" y="2624639"/>
            <a:ext cx="1730500" cy="39865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New Admin Console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81" name="Rectangle 123">
            <a:extLst>
              <a:ext uri="{FF2B5EF4-FFF2-40B4-BE49-F238E27FC236}">
                <a16:creationId xmlns:a16="http://schemas.microsoft.com/office/drawing/2014/main" id="{BF64E296-4E38-4ECB-AF50-60649533858E}"/>
              </a:ext>
            </a:extLst>
          </p:cNvPr>
          <p:cNvSpPr/>
          <p:nvPr/>
        </p:nvSpPr>
        <p:spPr>
          <a:xfrm>
            <a:off x="4598999" y="2624639"/>
            <a:ext cx="1730500" cy="39865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3</a:t>
            </a:r>
            <a:r>
              <a:rPr lang="en-US" sz="1200" baseline="30000" dirty="0">
                <a:solidFill>
                  <a:schemeClr val="bg1"/>
                </a:solidFill>
              </a:rPr>
              <a:t>rd</a:t>
            </a:r>
            <a:r>
              <a:rPr lang="en-US" sz="1200" dirty="0">
                <a:solidFill>
                  <a:schemeClr val="bg1"/>
                </a:solidFill>
              </a:rPr>
              <a:t> Party Integration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82" name="Rectangle 123">
            <a:extLst>
              <a:ext uri="{FF2B5EF4-FFF2-40B4-BE49-F238E27FC236}">
                <a16:creationId xmlns:a16="http://schemas.microsoft.com/office/drawing/2014/main" id="{26EF2D72-7357-4171-A000-20170C7460F5}"/>
              </a:ext>
            </a:extLst>
          </p:cNvPr>
          <p:cNvSpPr/>
          <p:nvPr/>
        </p:nvSpPr>
        <p:spPr>
          <a:xfrm>
            <a:off x="5147647" y="2182679"/>
            <a:ext cx="3688801" cy="398655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Security 2.0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83" name="Rectangle 123">
            <a:extLst>
              <a:ext uri="{FF2B5EF4-FFF2-40B4-BE49-F238E27FC236}">
                <a16:creationId xmlns:a16="http://schemas.microsoft.com/office/drawing/2014/main" id="{5B653526-E12C-476E-A437-8A8FF94527F3}"/>
              </a:ext>
            </a:extLst>
          </p:cNvPr>
          <p:cNvSpPr/>
          <p:nvPr/>
        </p:nvSpPr>
        <p:spPr>
          <a:xfrm>
            <a:off x="7917207" y="2624639"/>
            <a:ext cx="2768831" cy="39865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Code Review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87" name="Rectangle 123">
            <a:extLst>
              <a:ext uri="{FF2B5EF4-FFF2-40B4-BE49-F238E27FC236}">
                <a16:creationId xmlns:a16="http://schemas.microsoft.com/office/drawing/2014/main" id="{D7725EE0-8677-414E-80DE-E9B7934CCD42}"/>
              </a:ext>
            </a:extLst>
          </p:cNvPr>
          <p:cNvSpPr/>
          <p:nvPr/>
        </p:nvSpPr>
        <p:spPr>
          <a:xfrm>
            <a:off x="4225431" y="3817449"/>
            <a:ext cx="1842182" cy="39865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Mobile mock up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88" name="Rectangle 123">
            <a:extLst>
              <a:ext uri="{FF2B5EF4-FFF2-40B4-BE49-F238E27FC236}">
                <a16:creationId xmlns:a16="http://schemas.microsoft.com/office/drawing/2014/main" id="{9B9A719C-A0D8-4944-A3FD-0091800AE686}"/>
              </a:ext>
            </a:extLst>
          </p:cNvPr>
          <p:cNvSpPr/>
          <p:nvPr/>
        </p:nvSpPr>
        <p:spPr>
          <a:xfrm>
            <a:off x="6067615" y="3375489"/>
            <a:ext cx="4618419" cy="39865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UX improvements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90" name="Rectangle 123">
            <a:extLst>
              <a:ext uri="{FF2B5EF4-FFF2-40B4-BE49-F238E27FC236}">
                <a16:creationId xmlns:a16="http://schemas.microsoft.com/office/drawing/2014/main" id="{E63ED886-53A4-49E6-BFF5-FAC7D339AFE7}"/>
              </a:ext>
            </a:extLst>
          </p:cNvPr>
          <p:cNvSpPr/>
          <p:nvPr/>
        </p:nvSpPr>
        <p:spPr>
          <a:xfrm>
            <a:off x="4225431" y="5010260"/>
            <a:ext cx="2765139" cy="39865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Customer Outreach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91" name="Rectangle 123">
            <a:extLst>
              <a:ext uri="{FF2B5EF4-FFF2-40B4-BE49-F238E27FC236}">
                <a16:creationId xmlns:a16="http://schemas.microsoft.com/office/drawing/2014/main" id="{D3E59765-B7D4-4E58-9136-15A6F0EB8B9D}"/>
              </a:ext>
            </a:extLst>
          </p:cNvPr>
          <p:cNvSpPr/>
          <p:nvPr/>
        </p:nvSpPr>
        <p:spPr>
          <a:xfrm>
            <a:off x="2808961" y="4568300"/>
            <a:ext cx="2343120" cy="39865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Market Analysis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92" name="Rectangle 123">
            <a:extLst>
              <a:ext uri="{FF2B5EF4-FFF2-40B4-BE49-F238E27FC236}">
                <a16:creationId xmlns:a16="http://schemas.microsoft.com/office/drawing/2014/main" id="{78E9E7ED-6E94-4121-B1DF-7DEBE9CE9B8C}"/>
              </a:ext>
            </a:extLst>
          </p:cNvPr>
          <p:cNvSpPr/>
          <p:nvPr/>
        </p:nvSpPr>
        <p:spPr>
          <a:xfrm>
            <a:off x="6997969" y="3817449"/>
            <a:ext cx="2765117" cy="398655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Android Application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94" name="Rectangle 123">
            <a:extLst>
              <a:ext uri="{FF2B5EF4-FFF2-40B4-BE49-F238E27FC236}">
                <a16:creationId xmlns:a16="http://schemas.microsoft.com/office/drawing/2014/main" id="{E87FF80D-D11E-4395-80E6-B36C90A7B92A}"/>
              </a:ext>
            </a:extLst>
          </p:cNvPr>
          <p:cNvSpPr/>
          <p:nvPr/>
        </p:nvSpPr>
        <p:spPr>
          <a:xfrm>
            <a:off x="6997970" y="4568300"/>
            <a:ext cx="1845874" cy="398655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Analytics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810B5B-985D-43D8-8AD1-7D7113B1ED47}"/>
              </a:ext>
            </a:extLst>
          </p:cNvPr>
          <p:cNvSpPr/>
          <p:nvPr/>
        </p:nvSpPr>
        <p:spPr>
          <a:xfrm>
            <a:off x="750287" y="2362200"/>
            <a:ext cx="508000" cy="50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EFC6ED8-C712-4048-9DA4-7B701AC212C0}"/>
              </a:ext>
            </a:extLst>
          </p:cNvPr>
          <p:cNvSpPr/>
          <p:nvPr/>
        </p:nvSpPr>
        <p:spPr>
          <a:xfrm>
            <a:off x="750287" y="3541796"/>
            <a:ext cx="508000" cy="50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9D7D99F-A6E4-44E6-A764-7C59FAE81868}"/>
              </a:ext>
            </a:extLst>
          </p:cNvPr>
          <p:cNvSpPr/>
          <p:nvPr/>
        </p:nvSpPr>
        <p:spPr>
          <a:xfrm>
            <a:off x="750287" y="4734607"/>
            <a:ext cx="508000" cy="50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66127F-24EF-40AA-B361-A7161867C972}"/>
              </a:ext>
            </a:extLst>
          </p:cNvPr>
          <p:cNvSpPr txBox="1"/>
          <p:nvPr/>
        </p:nvSpPr>
        <p:spPr>
          <a:xfrm>
            <a:off x="1288056" y="4758569"/>
            <a:ext cx="1087797" cy="488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MARKETING </a:t>
            </a:r>
            <a:b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</a:b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TEAM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6D7D30E-DF10-4851-A672-9997C32000CD}"/>
              </a:ext>
            </a:extLst>
          </p:cNvPr>
          <p:cNvSpPr txBox="1"/>
          <p:nvPr/>
        </p:nvSpPr>
        <p:spPr>
          <a:xfrm>
            <a:off x="1278472" y="3635608"/>
            <a:ext cx="1087797" cy="28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UX TEAM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C28C885-5AA9-4EC3-8434-C46E5CB6F366}"/>
              </a:ext>
            </a:extLst>
          </p:cNvPr>
          <p:cNvSpPr txBox="1"/>
          <p:nvPr/>
        </p:nvSpPr>
        <p:spPr>
          <a:xfrm>
            <a:off x="1288056" y="2438666"/>
            <a:ext cx="1206877" cy="28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DEVOPS TEAM</a:t>
            </a:r>
          </a:p>
        </p:txBody>
      </p:sp>
      <p:sp>
        <p:nvSpPr>
          <p:cNvPr id="105" name="Freeform 23">
            <a:extLst>
              <a:ext uri="{FF2B5EF4-FFF2-40B4-BE49-F238E27FC236}">
                <a16:creationId xmlns:a16="http://schemas.microsoft.com/office/drawing/2014/main" id="{DA04E827-0332-4251-AE87-3BCBEBC38BB9}"/>
              </a:ext>
            </a:extLst>
          </p:cNvPr>
          <p:cNvSpPr>
            <a:spLocks noEditPoints="1"/>
          </p:cNvSpPr>
          <p:nvPr/>
        </p:nvSpPr>
        <p:spPr bwMode="auto">
          <a:xfrm>
            <a:off x="860150" y="2485068"/>
            <a:ext cx="288274" cy="262264"/>
          </a:xfrm>
          <a:custGeom>
            <a:avLst/>
            <a:gdLst>
              <a:gd name="T0" fmla="*/ 112 w 224"/>
              <a:gd name="T1" fmla="*/ 120 h 202"/>
              <a:gd name="T2" fmla="*/ 72 w 224"/>
              <a:gd name="T3" fmla="*/ 120 h 202"/>
              <a:gd name="T4" fmla="*/ 72 w 224"/>
              <a:gd name="T5" fmla="*/ 127 h 202"/>
              <a:gd name="T6" fmla="*/ 120 w 224"/>
              <a:gd name="T7" fmla="*/ 127 h 202"/>
              <a:gd name="T8" fmla="*/ 120 w 224"/>
              <a:gd name="T9" fmla="*/ 55 h 202"/>
              <a:gd name="T10" fmla="*/ 112 w 224"/>
              <a:gd name="T11" fmla="*/ 55 h 202"/>
              <a:gd name="T12" fmla="*/ 112 w 224"/>
              <a:gd name="T13" fmla="*/ 120 h 202"/>
              <a:gd name="T14" fmla="*/ 112 w 224"/>
              <a:gd name="T15" fmla="*/ 24 h 202"/>
              <a:gd name="T16" fmla="*/ 24 w 224"/>
              <a:gd name="T17" fmla="*/ 112 h 202"/>
              <a:gd name="T18" fmla="*/ 51 w 224"/>
              <a:gd name="T19" fmla="*/ 175 h 202"/>
              <a:gd name="T20" fmla="*/ 29 w 224"/>
              <a:gd name="T21" fmla="*/ 197 h 202"/>
              <a:gd name="T22" fmla="*/ 35 w 224"/>
              <a:gd name="T23" fmla="*/ 202 h 202"/>
              <a:gd name="T24" fmla="*/ 57 w 224"/>
              <a:gd name="T25" fmla="*/ 180 h 202"/>
              <a:gd name="T26" fmla="*/ 112 w 224"/>
              <a:gd name="T27" fmla="*/ 200 h 202"/>
              <a:gd name="T28" fmla="*/ 169 w 224"/>
              <a:gd name="T29" fmla="*/ 178 h 202"/>
              <a:gd name="T30" fmla="*/ 193 w 224"/>
              <a:gd name="T31" fmla="*/ 202 h 202"/>
              <a:gd name="T32" fmla="*/ 199 w 224"/>
              <a:gd name="T33" fmla="*/ 197 h 202"/>
              <a:gd name="T34" fmla="*/ 175 w 224"/>
              <a:gd name="T35" fmla="*/ 173 h 202"/>
              <a:gd name="T36" fmla="*/ 200 w 224"/>
              <a:gd name="T37" fmla="*/ 112 h 202"/>
              <a:gd name="T38" fmla="*/ 112 w 224"/>
              <a:gd name="T39" fmla="*/ 24 h 202"/>
              <a:gd name="T40" fmla="*/ 112 w 224"/>
              <a:gd name="T41" fmla="*/ 192 h 202"/>
              <a:gd name="T42" fmla="*/ 32 w 224"/>
              <a:gd name="T43" fmla="*/ 112 h 202"/>
              <a:gd name="T44" fmla="*/ 112 w 224"/>
              <a:gd name="T45" fmla="*/ 32 h 202"/>
              <a:gd name="T46" fmla="*/ 192 w 224"/>
              <a:gd name="T47" fmla="*/ 112 h 202"/>
              <a:gd name="T48" fmla="*/ 112 w 224"/>
              <a:gd name="T49" fmla="*/ 192 h 202"/>
              <a:gd name="T50" fmla="*/ 208 w 224"/>
              <a:gd name="T51" fmla="*/ 16 h 202"/>
              <a:gd name="T52" fmla="*/ 157 w 224"/>
              <a:gd name="T53" fmla="*/ 11 h 202"/>
              <a:gd name="T54" fmla="*/ 157 w 224"/>
              <a:gd name="T55" fmla="*/ 11 h 202"/>
              <a:gd name="T56" fmla="*/ 152 w 224"/>
              <a:gd name="T57" fmla="*/ 16 h 202"/>
              <a:gd name="T58" fmla="*/ 208 w 224"/>
              <a:gd name="T59" fmla="*/ 72 h 202"/>
              <a:gd name="T60" fmla="*/ 209 w 224"/>
              <a:gd name="T61" fmla="*/ 70 h 202"/>
              <a:gd name="T62" fmla="*/ 209 w 224"/>
              <a:gd name="T63" fmla="*/ 70 h 202"/>
              <a:gd name="T64" fmla="*/ 209 w 224"/>
              <a:gd name="T65" fmla="*/ 70 h 202"/>
              <a:gd name="T66" fmla="*/ 212 w 224"/>
              <a:gd name="T67" fmla="*/ 67 h 202"/>
              <a:gd name="T68" fmla="*/ 212 w 224"/>
              <a:gd name="T69" fmla="*/ 67 h 202"/>
              <a:gd name="T70" fmla="*/ 208 w 224"/>
              <a:gd name="T71" fmla="*/ 16 h 202"/>
              <a:gd name="T72" fmla="*/ 208 w 224"/>
              <a:gd name="T73" fmla="*/ 62 h 202"/>
              <a:gd name="T74" fmla="*/ 161 w 224"/>
              <a:gd name="T75" fmla="*/ 16 h 202"/>
              <a:gd name="T76" fmla="*/ 203 w 224"/>
              <a:gd name="T77" fmla="*/ 20 h 202"/>
              <a:gd name="T78" fmla="*/ 208 w 224"/>
              <a:gd name="T79" fmla="*/ 62 h 202"/>
              <a:gd name="T80" fmla="*/ 67 w 224"/>
              <a:gd name="T81" fmla="*/ 11 h 202"/>
              <a:gd name="T82" fmla="*/ 67 w 224"/>
              <a:gd name="T83" fmla="*/ 11 h 202"/>
              <a:gd name="T84" fmla="*/ 16 w 224"/>
              <a:gd name="T85" fmla="*/ 16 h 202"/>
              <a:gd name="T86" fmla="*/ 12 w 224"/>
              <a:gd name="T87" fmla="*/ 67 h 202"/>
              <a:gd name="T88" fmla="*/ 11 w 224"/>
              <a:gd name="T89" fmla="*/ 67 h 202"/>
              <a:gd name="T90" fmla="*/ 14 w 224"/>
              <a:gd name="T91" fmla="*/ 70 h 202"/>
              <a:gd name="T92" fmla="*/ 14 w 224"/>
              <a:gd name="T93" fmla="*/ 70 h 202"/>
              <a:gd name="T94" fmla="*/ 14 w 224"/>
              <a:gd name="T95" fmla="*/ 70 h 202"/>
              <a:gd name="T96" fmla="*/ 16 w 224"/>
              <a:gd name="T97" fmla="*/ 72 h 202"/>
              <a:gd name="T98" fmla="*/ 72 w 224"/>
              <a:gd name="T99" fmla="*/ 16 h 202"/>
              <a:gd name="T100" fmla="*/ 67 w 224"/>
              <a:gd name="T101" fmla="*/ 11 h 202"/>
              <a:gd name="T102" fmla="*/ 16 w 224"/>
              <a:gd name="T103" fmla="*/ 62 h 202"/>
              <a:gd name="T104" fmla="*/ 21 w 224"/>
              <a:gd name="T105" fmla="*/ 20 h 202"/>
              <a:gd name="T106" fmla="*/ 62 w 224"/>
              <a:gd name="T107" fmla="*/ 16 h 202"/>
              <a:gd name="T108" fmla="*/ 16 w 224"/>
              <a:gd name="T109" fmla="*/ 6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24" h="202">
                <a:moveTo>
                  <a:pt x="112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127"/>
                  <a:pt x="72" y="127"/>
                  <a:pt x="72" y="127"/>
                </a:cubicBezTo>
                <a:cubicBezTo>
                  <a:pt x="120" y="127"/>
                  <a:pt x="120" y="127"/>
                  <a:pt x="120" y="127"/>
                </a:cubicBezTo>
                <a:cubicBezTo>
                  <a:pt x="120" y="55"/>
                  <a:pt x="120" y="55"/>
                  <a:pt x="120" y="55"/>
                </a:cubicBezTo>
                <a:cubicBezTo>
                  <a:pt x="112" y="55"/>
                  <a:pt x="112" y="55"/>
                  <a:pt x="112" y="55"/>
                </a:cubicBezTo>
                <a:lnTo>
                  <a:pt x="112" y="120"/>
                </a:lnTo>
                <a:close/>
                <a:moveTo>
                  <a:pt x="112" y="24"/>
                </a:moveTo>
                <a:cubicBezTo>
                  <a:pt x="63" y="24"/>
                  <a:pt x="24" y="63"/>
                  <a:pt x="24" y="112"/>
                </a:cubicBezTo>
                <a:cubicBezTo>
                  <a:pt x="24" y="136"/>
                  <a:pt x="34" y="159"/>
                  <a:pt x="51" y="175"/>
                </a:cubicBezTo>
                <a:cubicBezTo>
                  <a:pt x="29" y="197"/>
                  <a:pt x="29" y="197"/>
                  <a:pt x="29" y="197"/>
                </a:cubicBezTo>
                <a:cubicBezTo>
                  <a:pt x="35" y="202"/>
                  <a:pt x="35" y="202"/>
                  <a:pt x="35" y="202"/>
                </a:cubicBezTo>
                <a:cubicBezTo>
                  <a:pt x="57" y="180"/>
                  <a:pt x="57" y="180"/>
                  <a:pt x="57" y="180"/>
                </a:cubicBezTo>
                <a:cubicBezTo>
                  <a:pt x="72" y="192"/>
                  <a:pt x="91" y="200"/>
                  <a:pt x="112" y="200"/>
                </a:cubicBezTo>
                <a:cubicBezTo>
                  <a:pt x="134" y="200"/>
                  <a:pt x="154" y="192"/>
                  <a:pt x="169" y="178"/>
                </a:cubicBezTo>
                <a:cubicBezTo>
                  <a:pt x="193" y="202"/>
                  <a:pt x="193" y="202"/>
                  <a:pt x="193" y="202"/>
                </a:cubicBezTo>
                <a:cubicBezTo>
                  <a:pt x="199" y="197"/>
                  <a:pt x="199" y="197"/>
                  <a:pt x="199" y="197"/>
                </a:cubicBezTo>
                <a:cubicBezTo>
                  <a:pt x="175" y="173"/>
                  <a:pt x="175" y="173"/>
                  <a:pt x="175" y="173"/>
                </a:cubicBezTo>
                <a:cubicBezTo>
                  <a:pt x="190" y="157"/>
                  <a:pt x="200" y="135"/>
                  <a:pt x="200" y="112"/>
                </a:cubicBezTo>
                <a:cubicBezTo>
                  <a:pt x="200" y="63"/>
                  <a:pt x="161" y="24"/>
                  <a:pt x="112" y="24"/>
                </a:cubicBezTo>
                <a:close/>
                <a:moveTo>
                  <a:pt x="112" y="192"/>
                </a:moveTo>
                <a:cubicBezTo>
                  <a:pt x="68" y="192"/>
                  <a:pt x="32" y="156"/>
                  <a:pt x="32" y="112"/>
                </a:cubicBezTo>
                <a:cubicBezTo>
                  <a:pt x="32" y="67"/>
                  <a:pt x="68" y="32"/>
                  <a:pt x="112" y="32"/>
                </a:cubicBezTo>
                <a:cubicBezTo>
                  <a:pt x="156" y="32"/>
                  <a:pt x="192" y="67"/>
                  <a:pt x="192" y="112"/>
                </a:cubicBezTo>
                <a:cubicBezTo>
                  <a:pt x="192" y="156"/>
                  <a:pt x="156" y="192"/>
                  <a:pt x="112" y="192"/>
                </a:cubicBezTo>
                <a:close/>
                <a:moveTo>
                  <a:pt x="208" y="16"/>
                </a:moveTo>
                <a:cubicBezTo>
                  <a:pt x="194" y="1"/>
                  <a:pt x="172" y="0"/>
                  <a:pt x="157" y="11"/>
                </a:cubicBezTo>
                <a:cubicBezTo>
                  <a:pt x="157" y="11"/>
                  <a:pt x="157" y="11"/>
                  <a:pt x="157" y="11"/>
                </a:cubicBezTo>
                <a:cubicBezTo>
                  <a:pt x="152" y="16"/>
                  <a:pt x="152" y="16"/>
                  <a:pt x="152" y="16"/>
                </a:cubicBezTo>
                <a:cubicBezTo>
                  <a:pt x="208" y="72"/>
                  <a:pt x="208" y="72"/>
                  <a:pt x="208" y="72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12" y="67"/>
                  <a:pt x="212" y="67"/>
                  <a:pt x="212" y="67"/>
                </a:cubicBezTo>
                <a:cubicBezTo>
                  <a:pt x="212" y="67"/>
                  <a:pt x="212" y="67"/>
                  <a:pt x="212" y="67"/>
                </a:cubicBezTo>
                <a:cubicBezTo>
                  <a:pt x="224" y="52"/>
                  <a:pt x="222" y="30"/>
                  <a:pt x="208" y="16"/>
                </a:cubicBezTo>
                <a:close/>
                <a:moveTo>
                  <a:pt x="208" y="62"/>
                </a:moveTo>
                <a:cubicBezTo>
                  <a:pt x="161" y="16"/>
                  <a:pt x="161" y="16"/>
                  <a:pt x="161" y="16"/>
                </a:cubicBezTo>
                <a:cubicBezTo>
                  <a:pt x="174" y="7"/>
                  <a:pt x="191" y="8"/>
                  <a:pt x="203" y="20"/>
                </a:cubicBezTo>
                <a:cubicBezTo>
                  <a:pt x="216" y="33"/>
                  <a:pt x="217" y="49"/>
                  <a:pt x="208" y="62"/>
                </a:cubicBezTo>
                <a:close/>
                <a:moveTo>
                  <a:pt x="67" y="11"/>
                </a:moveTo>
                <a:cubicBezTo>
                  <a:pt x="67" y="11"/>
                  <a:pt x="67" y="11"/>
                  <a:pt x="67" y="11"/>
                </a:cubicBezTo>
                <a:cubicBezTo>
                  <a:pt x="52" y="0"/>
                  <a:pt x="30" y="1"/>
                  <a:pt x="16" y="16"/>
                </a:cubicBezTo>
                <a:cubicBezTo>
                  <a:pt x="2" y="30"/>
                  <a:pt x="0" y="52"/>
                  <a:pt x="12" y="67"/>
                </a:cubicBezTo>
                <a:cubicBezTo>
                  <a:pt x="11" y="67"/>
                  <a:pt x="11" y="67"/>
                  <a:pt x="11" y="67"/>
                </a:cubicBezTo>
                <a:cubicBezTo>
                  <a:pt x="14" y="70"/>
                  <a:pt x="14" y="70"/>
                  <a:pt x="14" y="70"/>
                </a:cubicBezTo>
                <a:cubicBezTo>
                  <a:pt x="14" y="70"/>
                  <a:pt x="14" y="70"/>
                  <a:pt x="14" y="70"/>
                </a:cubicBezTo>
                <a:cubicBezTo>
                  <a:pt x="14" y="70"/>
                  <a:pt x="14" y="70"/>
                  <a:pt x="14" y="70"/>
                </a:cubicBezTo>
                <a:cubicBezTo>
                  <a:pt x="16" y="72"/>
                  <a:pt x="16" y="72"/>
                  <a:pt x="16" y="72"/>
                </a:cubicBezTo>
                <a:cubicBezTo>
                  <a:pt x="72" y="16"/>
                  <a:pt x="72" y="16"/>
                  <a:pt x="72" y="16"/>
                </a:cubicBezTo>
                <a:lnTo>
                  <a:pt x="67" y="11"/>
                </a:lnTo>
                <a:close/>
                <a:moveTo>
                  <a:pt x="16" y="62"/>
                </a:moveTo>
                <a:cubicBezTo>
                  <a:pt x="7" y="49"/>
                  <a:pt x="8" y="33"/>
                  <a:pt x="21" y="20"/>
                </a:cubicBezTo>
                <a:cubicBezTo>
                  <a:pt x="33" y="8"/>
                  <a:pt x="49" y="7"/>
                  <a:pt x="62" y="16"/>
                </a:cubicBezTo>
                <a:lnTo>
                  <a:pt x="16" y="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Freeform 163">
            <a:extLst>
              <a:ext uri="{FF2B5EF4-FFF2-40B4-BE49-F238E27FC236}">
                <a16:creationId xmlns:a16="http://schemas.microsoft.com/office/drawing/2014/main" id="{1979C733-3210-4DF5-84B5-EF05DDB71617}"/>
              </a:ext>
            </a:extLst>
          </p:cNvPr>
          <p:cNvSpPr>
            <a:spLocks noEditPoints="1"/>
          </p:cNvSpPr>
          <p:nvPr/>
        </p:nvSpPr>
        <p:spPr bwMode="auto">
          <a:xfrm>
            <a:off x="903500" y="4844470"/>
            <a:ext cx="201575" cy="288274"/>
          </a:xfrm>
          <a:custGeom>
            <a:avLst/>
            <a:gdLst>
              <a:gd name="T0" fmla="*/ 142 w 156"/>
              <a:gd name="T1" fmla="*/ 196 h 224"/>
              <a:gd name="T2" fmla="*/ 140 w 156"/>
              <a:gd name="T3" fmla="*/ 196 h 224"/>
              <a:gd name="T4" fmla="*/ 102 w 156"/>
              <a:gd name="T5" fmla="*/ 112 h 224"/>
              <a:gd name="T6" fmla="*/ 139 w 156"/>
              <a:gd name="T7" fmla="*/ 28 h 224"/>
              <a:gd name="T8" fmla="*/ 142 w 156"/>
              <a:gd name="T9" fmla="*/ 28 h 224"/>
              <a:gd name="T10" fmla="*/ 156 w 156"/>
              <a:gd name="T11" fmla="*/ 14 h 224"/>
              <a:gd name="T12" fmla="*/ 142 w 156"/>
              <a:gd name="T13" fmla="*/ 0 h 224"/>
              <a:gd name="T14" fmla="*/ 14 w 156"/>
              <a:gd name="T15" fmla="*/ 0 h 224"/>
              <a:gd name="T16" fmla="*/ 0 w 156"/>
              <a:gd name="T17" fmla="*/ 14 h 224"/>
              <a:gd name="T18" fmla="*/ 12 w 156"/>
              <a:gd name="T19" fmla="*/ 28 h 224"/>
              <a:gd name="T20" fmla="*/ 50 w 156"/>
              <a:gd name="T21" fmla="*/ 112 h 224"/>
              <a:gd name="T22" fmla="*/ 13 w 156"/>
              <a:gd name="T23" fmla="*/ 196 h 224"/>
              <a:gd name="T24" fmla="*/ 0 w 156"/>
              <a:gd name="T25" fmla="*/ 210 h 224"/>
              <a:gd name="T26" fmla="*/ 14 w 156"/>
              <a:gd name="T27" fmla="*/ 224 h 224"/>
              <a:gd name="T28" fmla="*/ 142 w 156"/>
              <a:gd name="T29" fmla="*/ 224 h 224"/>
              <a:gd name="T30" fmla="*/ 156 w 156"/>
              <a:gd name="T31" fmla="*/ 210 h 224"/>
              <a:gd name="T32" fmla="*/ 142 w 156"/>
              <a:gd name="T33" fmla="*/ 196 h 224"/>
              <a:gd name="T34" fmla="*/ 8 w 156"/>
              <a:gd name="T35" fmla="*/ 14 h 224"/>
              <a:gd name="T36" fmla="*/ 14 w 156"/>
              <a:gd name="T37" fmla="*/ 8 h 224"/>
              <a:gd name="T38" fmla="*/ 142 w 156"/>
              <a:gd name="T39" fmla="*/ 8 h 224"/>
              <a:gd name="T40" fmla="*/ 148 w 156"/>
              <a:gd name="T41" fmla="*/ 14 h 224"/>
              <a:gd name="T42" fmla="*/ 142 w 156"/>
              <a:gd name="T43" fmla="*/ 20 h 224"/>
              <a:gd name="T44" fmla="*/ 14 w 156"/>
              <a:gd name="T45" fmla="*/ 20 h 224"/>
              <a:gd name="T46" fmla="*/ 8 w 156"/>
              <a:gd name="T47" fmla="*/ 14 h 224"/>
              <a:gd name="T48" fmla="*/ 61 w 156"/>
              <a:gd name="T49" fmla="*/ 116 h 224"/>
              <a:gd name="T50" fmla="*/ 64 w 156"/>
              <a:gd name="T51" fmla="*/ 116 h 224"/>
              <a:gd name="T52" fmla="*/ 68 w 156"/>
              <a:gd name="T53" fmla="*/ 116 h 224"/>
              <a:gd name="T54" fmla="*/ 68 w 156"/>
              <a:gd name="T55" fmla="*/ 108 h 224"/>
              <a:gd name="T56" fmla="*/ 64 w 156"/>
              <a:gd name="T57" fmla="*/ 108 h 224"/>
              <a:gd name="T58" fmla="*/ 61 w 156"/>
              <a:gd name="T59" fmla="*/ 108 h 224"/>
              <a:gd name="T60" fmla="*/ 20 w 156"/>
              <a:gd name="T61" fmla="*/ 28 h 224"/>
              <a:gd name="T62" fmla="*/ 131 w 156"/>
              <a:gd name="T63" fmla="*/ 28 h 224"/>
              <a:gd name="T64" fmla="*/ 116 w 156"/>
              <a:gd name="T65" fmla="*/ 85 h 224"/>
              <a:gd name="T66" fmla="*/ 91 w 156"/>
              <a:gd name="T67" fmla="*/ 108 h 224"/>
              <a:gd name="T68" fmla="*/ 88 w 156"/>
              <a:gd name="T69" fmla="*/ 108 h 224"/>
              <a:gd name="T70" fmla="*/ 84 w 156"/>
              <a:gd name="T71" fmla="*/ 108 h 224"/>
              <a:gd name="T72" fmla="*/ 84 w 156"/>
              <a:gd name="T73" fmla="*/ 116 h 224"/>
              <a:gd name="T74" fmla="*/ 88 w 156"/>
              <a:gd name="T75" fmla="*/ 116 h 224"/>
              <a:gd name="T76" fmla="*/ 91 w 156"/>
              <a:gd name="T77" fmla="*/ 116 h 224"/>
              <a:gd name="T78" fmla="*/ 132 w 156"/>
              <a:gd name="T79" fmla="*/ 196 h 224"/>
              <a:gd name="T80" fmla="*/ 21 w 156"/>
              <a:gd name="T81" fmla="*/ 196 h 224"/>
              <a:gd name="T82" fmla="*/ 36 w 156"/>
              <a:gd name="T83" fmla="*/ 139 h 224"/>
              <a:gd name="T84" fmla="*/ 61 w 156"/>
              <a:gd name="T85" fmla="*/ 116 h 224"/>
              <a:gd name="T86" fmla="*/ 142 w 156"/>
              <a:gd name="T87" fmla="*/ 216 h 224"/>
              <a:gd name="T88" fmla="*/ 14 w 156"/>
              <a:gd name="T89" fmla="*/ 216 h 224"/>
              <a:gd name="T90" fmla="*/ 8 w 156"/>
              <a:gd name="T91" fmla="*/ 210 h 224"/>
              <a:gd name="T92" fmla="*/ 14 w 156"/>
              <a:gd name="T93" fmla="*/ 204 h 224"/>
              <a:gd name="T94" fmla="*/ 142 w 156"/>
              <a:gd name="T95" fmla="*/ 204 h 224"/>
              <a:gd name="T96" fmla="*/ 148 w 156"/>
              <a:gd name="T97" fmla="*/ 210 h 224"/>
              <a:gd name="T98" fmla="*/ 142 w 156"/>
              <a:gd name="T99" fmla="*/ 216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56" h="224">
                <a:moveTo>
                  <a:pt x="142" y="196"/>
                </a:moveTo>
                <a:cubicBezTo>
                  <a:pt x="140" y="196"/>
                  <a:pt x="140" y="196"/>
                  <a:pt x="140" y="196"/>
                </a:cubicBezTo>
                <a:cubicBezTo>
                  <a:pt x="139" y="157"/>
                  <a:pt x="121" y="124"/>
                  <a:pt x="102" y="112"/>
                </a:cubicBezTo>
                <a:cubicBezTo>
                  <a:pt x="122" y="99"/>
                  <a:pt x="138" y="59"/>
                  <a:pt x="139" y="28"/>
                </a:cubicBezTo>
                <a:cubicBezTo>
                  <a:pt x="142" y="28"/>
                  <a:pt x="142" y="28"/>
                  <a:pt x="142" y="28"/>
                </a:cubicBezTo>
                <a:cubicBezTo>
                  <a:pt x="150" y="28"/>
                  <a:pt x="156" y="22"/>
                  <a:pt x="156" y="14"/>
                </a:cubicBezTo>
                <a:cubicBezTo>
                  <a:pt x="156" y="6"/>
                  <a:pt x="150" y="0"/>
                  <a:pt x="142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6" y="0"/>
                  <a:pt x="0" y="6"/>
                  <a:pt x="0" y="14"/>
                </a:cubicBezTo>
                <a:cubicBezTo>
                  <a:pt x="0" y="21"/>
                  <a:pt x="5" y="27"/>
                  <a:pt x="12" y="28"/>
                </a:cubicBezTo>
                <a:cubicBezTo>
                  <a:pt x="13" y="66"/>
                  <a:pt x="31" y="100"/>
                  <a:pt x="50" y="112"/>
                </a:cubicBezTo>
                <a:cubicBezTo>
                  <a:pt x="30" y="125"/>
                  <a:pt x="14" y="162"/>
                  <a:pt x="13" y="196"/>
                </a:cubicBezTo>
                <a:cubicBezTo>
                  <a:pt x="6" y="197"/>
                  <a:pt x="0" y="203"/>
                  <a:pt x="0" y="210"/>
                </a:cubicBezTo>
                <a:cubicBezTo>
                  <a:pt x="0" y="218"/>
                  <a:pt x="6" y="224"/>
                  <a:pt x="14" y="224"/>
                </a:cubicBezTo>
                <a:cubicBezTo>
                  <a:pt x="142" y="224"/>
                  <a:pt x="142" y="224"/>
                  <a:pt x="142" y="224"/>
                </a:cubicBezTo>
                <a:cubicBezTo>
                  <a:pt x="150" y="224"/>
                  <a:pt x="156" y="218"/>
                  <a:pt x="156" y="210"/>
                </a:cubicBezTo>
                <a:cubicBezTo>
                  <a:pt x="156" y="202"/>
                  <a:pt x="150" y="196"/>
                  <a:pt x="142" y="196"/>
                </a:cubicBezTo>
                <a:close/>
                <a:moveTo>
                  <a:pt x="8" y="14"/>
                </a:moveTo>
                <a:cubicBezTo>
                  <a:pt x="8" y="11"/>
                  <a:pt x="11" y="8"/>
                  <a:pt x="14" y="8"/>
                </a:cubicBezTo>
                <a:cubicBezTo>
                  <a:pt x="142" y="8"/>
                  <a:pt x="142" y="8"/>
                  <a:pt x="142" y="8"/>
                </a:cubicBezTo>
                <a:cubicBezTo>
                  <a:pt x="145" y="8"/>
                  <a:pt x="148" y="11"/>
                  <a:pt x="148" y="14"/>
                </a:cubicBezTo>
                <a:cubicBezTo>
                  <a:pt x="148" y="17"/>
                  <a:pt x="145" y="20"/>
                  <a:pt x="142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1" y="20"/>
                  <a:pt x="8" y="17"/>
                  <a:pt x="8" y="14"/>
                </a:cubicBezTo>
                <a:close/>
                <a:moveTo>
                  <a:pt x="61" y="116"/>
                </a:moveTo>
                <a:cubicBezTo>
                  <a:pt x="62" y="116"/>
                  <a:pt x="63" y="116"/>
                  <a:pt x="64" y="116"/>
                </a:cubicBezTo>
                <a:cubicBezTo>
                  <a:pt x="68" y="116"/>
                  <a:pt x="68" y="116"/>
                  <a:pt x="68" y="116"/>
                </a:cubicBezTo>
                <a:cubicBezTo>
                  <a:pt x="68" y="108"/>
                  <a:pt x="68" y="108"/>
                  <a:pt x="68" y="108"/>
                </a:cubicBezTo>
                <a:cubicBezTo>
                  <a:pt x="64" y="108"/>
                  <a:pt x="64" y="108"/>
                  <a:pt x="64" y="108"/>
                </a:cubicBezTo>
                <a:cubicBezTo>
                  <a:pt x="63" y="108"/>
                  <a:pt x="62" y="108"/>
                  <a:pt x="61" y="108"/>
                </a:cubicBezTo>
                <a:cubicBezTo>
                  <a:pt x="45" y="104"/>
                  <a:pt x="21" y="70"/>
                  <a:pt x="20" y="28"/>
                </a:cubicBezTo>
                <a:cubicBezTo>
                  <a:pt x="131" y="28"/>
                  <a:pt x="131" y="28"/>
                  <a:pt x="131" y="28"/>
                </a:cubicBezTo>
                <a:cubicBezTo>
                  <a:pt x="130" y="47"/>
                  <a:pt x="125" y="68"/>
                  <a:pt x="116" y="85"/>
                </a:cubicBezTo>
                <a:cubicBezTo>
                  <a:pt x="108" y="97"/>
                  <a:pt x="99" y="106"/>
                  <a:pt x="91" y="108"/>
                </a:cubicBezTo>
                <a:cubicBezTo>
                  <a:pt x="90" y="108"/>
                  <a:pt x="89" y="108"/>
                  <a:pt x="88" y="108"/>
                </a:cubicBezTo>
                <a:cubicBezTo>
                  <a:pt x="84" y="108"/>
                  <a:pt x="84" y="108"/>
                  <a:pt x="84" y="108"/>
                </a:cubicBezTo>
                <a:cubicBezTo>
                  <a:pt x="84" y="116"/>
                  <a:pt x="84" y="116"/>
                  <a:pt x="84" y="116"/>
                </a:cubicBezTo>
                <a:cubicBezTo>
                  <a:pt x="88" y="116"/>
                  <a:pt x="88" y="116"/>
                  <a:pt x="88" y="116"/>
                </a:cubicBezTo>
                <a:cubicBezTo>
                  <a:pt x="89" y="116"/>
                  <a:pt x="90" y="116"/>
                  <a:pt x="91" y="116"/>
                </a:cubicBezTo>
                <a:cubicBezTo>
                  <a:pt x="107" y="120"/>
                  <a:pt x="131" y="152"/>
                  <a:pt x="132" y="196"/>
                </a:cubicBezTo>
                <a:cubicBezTo>
                  <a:pt x="21" y="196"/>
                  <a:pt x="21" y="196"/>
                  <a:pt x="21" y="196"/>
                </a:cubicBezTo>
                <a:cubicBezTo>
                  <a:pt x="22" y="175"/>
                  <a:pt x="27" y="155"/>
                  <a:pt x="36" y="139"/>
                </a:cubicBezTo>
                <a:cubicBezTo>
                  <a:pt x="44" y="126"/>
                  <a:pt x="53" y="118"/>
                  <a:pt x="61" y="116"/>
                </a:cubicBezTo>
                <a:close/>
                <a:moveTo>
                  <a:pt x="142" y="216"/>
                </a:moveTo>
                <a:cubicBezTo>
                  <a:pt x="14" y="216"/>
                  <a:pt x="14" y="216"/>
                  <a:pt x="14" y="216"/>
                </a:cubicBezTo>
                <a:cubicBezTo>
                  <a:pt x="11" y="216"/>
                  <a:pt x="8" y="213"/>
                  <a:pt x="8" y="210"/>
                </a:cubicBezTo>
                <a:cubicBezTo>
                  <a:pt x="8" y="207"/>
                  <a:pt x="11" y="204"/>
                  <a:pt x="14" y="204"/>
                </a:cubicBezTo>
                <a:cubicBezTo>
                  <a:pt x="142" y="204"/>
                  <a:pt x="142" y="204"/>
                  <a:pt x="142" y="204"/>
                </a:cubicBezTo>
                <a:cubicBezTo>
                  <a:pt x="145" y="204"/>
                  <a:pt x="148" y="207"/>
                  <a:pt x="148" y="210"/>
                </a:cubicBezTo>
                <a:cubicBezTo>
                  <a:pt x="148" y="213"/>
                  <a:pt x="145" y="216"/>
                  <a:pt x="142" y="2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07" name="Gruppieren 755">
            <a:extLst>
              <a:ext uri="{FF2B5EF4-FFF2-40B4-BE49-F238E27FC236}">
                <a16:creationId xmlns:a16="http://schemas.microsoft.com/office/drawing/2014/main" id="{9401814F-6B3D-4C62-859D-6A7244FAB507}"/>
              </a:ext>
            </a:extLst>
          </p:cNvPr>
          <p:cNvGrpSpPr/>
          <p:nvPr/>
        </p:nvGrpSpPr>
        <p:grpSpPr>
          <a:xfrm>
            <a:off x="864485" y="3655994"/>
            <a:ext cx="279604" cy="279604"/>
            <a:chOff x="6177282" y="3757371"/>
            <a:chExt cx="279604" cy="279604"/>
          </a:xfrm>
          <a:solidFill>
            <a:schemeClr val="bg1"/>
          </a:solidFill>
        </p:grpSpPr>
        <p:sp>
          <p:nvSpPr>
            <p:cNvPr id="108" name="Freeform 191">
              <a:extLst>
                <a:ext uri="{FF2B5EF4-FFF2-40B4-BE49-F238E27FC236}">
                  <a16:creationId xmlns:a16="http://schemas.microsoft.com/office/drawing/2014/main" id="{E62143BD-0E89-4D3A-9862-CB0C05EDE4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77282" y="3757371"/>
              <a:ext cx="279604" cy="279604"/>
            </a:xfrm>
            <a:custGeom>
              <a:avLst/>
              <a:gdLst>
                <a:gd name="T0" fmla="*/ 108 w 216"/>
                <a:gd name="T1" fmla="*/ 216 h 216"/>
                <a:gd name="T2" fmla="*/ 0 w 216"/>
                <a:gd name="T3" fmla="*/ 108 h 216"/>
                <a:gd name="T4" fmla="*/ 108 w 216"/>
                <a:gd name="T5" fmla="*/ 0 h 216"/>
                <a:gd name="T6" fmla="*/ 216 w 216"/>
                <a:gd name="T7" fmla="*/ 108 h 216"/>
                <a:gd name="T8" fmla="*/ 108 w 216"/>
                <a:gd name="T9" fmla="*/ 216 h 216"/>
                <a:gd name="T10" fmla="*/ 108 w 216"/>
                <a:gd name="T11" fmla="*/ 8 h 216"/>
                <a:gd name="T12" fmla="*/ 8 w 216"/>
                <a:gd name="T13" fmla="*/ 108 h 216"/>
                <a:gd name="T14" fmla="*/ 108 w 216"/>
                <a:gd name="T15" fmla="*/ 208 h 216"/>
                <a:gd name="T16" fmla="*/ 208 w 216"/>
                <a:gd name="T17" fmla="*/ 108 h 216"/>
                <a:gd name="T18" fmla="*/ 108 w 216"/>
                <a:gd name="T19" fmla="*/ 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cubicBezTo>
                    <a:pt x="48" y="216"/>
                    <a:pt x="0" y="168"/>
                    <a:pt x="0" y="108"/>
                  </a:cubicBezTo>
                  <a:cubicBezTo>
                    <a:pt x="0" y="48"/>
                    <a:pt x="48" y="0"/>
                    <a:pt x="108" y="0"/>
                  </a:cubicBezTo>
                  <a:cubicBezTo>
                    <a:pt x="168" y="0"/>
                    <a:pt x="216" y="48"/>
                    <a:pt x="216" y="108"/>
                  </a:cubicBezTo>
                  <a:cubicBezTo>
                    <a:pt x="216" y="168"/>
                    <a:pt x="168" y="216"/>
                    <a:pt x="108" y="216"/>
                  </a:cubicBezTo>
                  <a:close/>
                  <a:moveTo>
                    <a:pt x="108" y="8"/>
                  </a:moveTo>
                  <a:cubicBezTo>
                    <a:pt x="53" y="8"/>
                    <a:pt x="8" y="53"/>
                    <a:pt x="8" y="108"/>
                  </a:cubicBezTo>
                  <a:cubicBezTo>
                    <a:pt x="8" y="163"/>
                    <a:pt x="53" y="208"/>
                    <a:pt x="108" y="208"/>
                  </a:cubicBezTo>
                  <a:cubicBezTo>
                    <a:pt x="163" y="208"/>
                    <a:pt x="208" y="163"/>
                    <a:pt x="208" y="108"/>
                  </a:cubicBezTo>
                  <a:cubicBezTo>
                    <a:pt x="208" y="53"/>
                    <a:pt x="163" y="8"/>
                    <a:pt x="10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192">
              <a:extLst>
                <a:ext uri="{FF2B5EF4-FFF2-40B4-BE49-F238E27FC236}">
                  <a16:creationId xmlns:a16="http://schemas.microsoft.com/office/drawing/2014/main" id="{868BF9F2-DF28-4413-BE33-810060836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665" y="3757371"/>
              <a:ext cx="10838" cy="47684"/>
            </a:xfrm>
            <a:custGeom>
              <a:avLst/>
              <a:gdLst>
                <a:gd name="T0" fmla="*/ 4 w 8"/>
                <a:gd name="T1" fmla="*/ 36 h 36"/>
                <a:gd name="T2" fmla="*/ 0 w 8"/>
                <a:gd name="T3" fmla="*/ 32 h 36"/>
                <a:gd name="T4" fmla="*/ 0 w 8"/>
                <a:gd name="T5" fmla="*/ 4 h 36"/>
                <a:gd name="T6" fmla="*/ 4 w 8"/>
                <a:gd name="T7" fmla="*/ 0 h 36"/>
                <a:gd name="T8" fmla="*/ 8 w 8"/>
                <a:gd name="T9" fmla="*/ 4 h 36"/>
                <a:gd name="T10" fmla="*/ 8 w 8"/>
                <a:gd name="T11" fmla="*/ 32 h 36"/>
                <a:gd name="T12" fmla="*/ 4 w 8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6">
                  <a:moveTo>
                    <a:pt x="4" y="36"/>
                  </a:moveTo>
                  <a:cubicBezTo>
                    <a:pt x="2" y="36"/>
                    <a:pt x="0" y="34"/>
                    <a:pt x="0" y="3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4"/>
                    <a:pt x="6" y="36"/>
                    <a:pt x="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1" name="Freeform 193">
              <a:extLst>
                <a:ext uri="{FF2B5EF4-FFF2-40B4-BE49-F238E27FC236}">
                  <a16:creationId xmlns:a16="http://schemas.microsoft.com/office/drawing/2014/main" id="{7C76CEA8-D3D0-4FFA-BCA2-CEA4D057D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665" y="3989290"/>
              <a:ext cx="10838" cy="47684"/>
            </a:xfrm>
            <a:custGeom>
              <a:avLst/>
              <a:gdLst>
                <a:gd name="T0" fmla="*/ 4 w 8"/>
                <a:gd name="T1" fmla="*/ 36 h 36"/>
                <a:gd name="T2" fmla="*/ 0 w 8"/>
                <a:gd name="T3" fmla="*/ 32 h 36"/>
                <a:gd name="T4" fmla="*/ 0 w 8"/>
                <a:gd name="T5" fmla="*/ 4 h 36"/>
                <a:gd name="T6" fmla="*/ 4 w 8"/>
                <a:gd name="T7" fmla="*/ 0 h 36"/>
                <a:gd name="T8" fmla="*/ 8 w 8"/>
                <a:gd name="T9" fmla="*/ 4 h 36"/>
                <a:gd name="T10" fmla="*/ 8 w 8"/>
                <a:gd name="T11" fmla="*/ 32 h 36"/>
                <a:gd name="T12" fmla="*/ 4 w 8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6">
                  <a:moveTo>
                    <a:pt x="4" y="36"/>
                  </a:moveTo>
                  <a:cubicBezTo>
                    <a:pt x="2" y="36"/>
                    <a:pt x="0" y="34"/>
                    <a:pt x="0" y="3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4"/>
                    <a:pt x="6" y="36"/>
                    <a:pt x="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2" name="Freeform 194">
              <a:extLst>
                <a:ext uri="{FF2B5EF4-FFF2-40B4-BE49-F238E27FC236}">
                  <a16:creationId xmlns:a16="http://schemas.microsoft.com/office/drawing/2014/main" id="{87155458-D5EF-4DCB-9B96-EE0EC8F7C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9202" y="3891753"/>
              <a:ext cx="47684" cy="10838"/>
            </a:xfrm>
            <a:custGeom>
              <a:avLst/>
              <a:gdLst>
                <a:gd name="T0" fmla="*/ 32 w 36"/>
                <a:gd name="T1" fmla="*/ 8 h 8"/>
                <a:gd name="T2" fmla="*/ 4 w 36"/>
                <a:gd name="T3" fmla="*/ 8 h 8"/>
                <a:gd name="T4" fmla="*/ 0 w 36"/>
                <a:gd name="T5" fmla="*/ 4 h 8"/>
                <a:gd name="T6" fmla="*/ 4 w 36"/>
                <a:gd name="T7" fmla="*/ 0 h 8"/>
                <a:gd name="T8" fmla="*/ 32 w 36"/>
                <a:gd name="T9" fmla="*/ 0 h 8"/>
                <a:gd name="T10" fmla="*/ 36 w 36"/>
                <a:gd name="T11" fmla="*/ 4 h 8"/>
                <a:gd name="T12" fmla="*/ 32 w 36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8">
                  <a:moveTo>
                    <a:pt x="32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4" y="0"/>
                    <a:pt x="36" y="2"/>
                    <a:pt x="36" y="4"/>
                  </a:cubicBezTo>
                  <a:cubicBezTo>
                    <a:pt x="36" y="6"/>
                    <a:pt x="34" y="8"/>
                    <a:pt x="3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3" name="Freeform 195">
              <a:extLst>
                <a:ext uri="{FF2B5EF4-FFF2-40B4-BE49-F238E27FC236}">
                  <a16:creationId xmlns:a16="http://schemas.microsoft.com/office/drawing/2014/main" id="{2C3BA2F5-4A02-4FBE-89BA-831693D9F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7282" y="3891753"/>
              <a:ext cx="47684" cy="10838"/>
            </a:xfrm>
            <a:custGeom>
              <a:avLst/>
              <a:gdLst>
                <a:gd name="T0" fmla="*/ 32 w 36"/>
                <a:gd name="T1" fmla="*/ 8 h 8"/>
                <a:gd name="T2" fmla="*/ 4 w 36"/>
                <a:gd name="T3" fmla="*/ 8 h 8"/>
                <a:gd name="T4" fmla="*/ 0 w 36"/>
                <a:gd name="T5" fmla="*/ 4 h 8"/>
                <a:gd name="T6" fmla="*/ 4 w 36"/>
                <a:gd name="T7" fmla="*/ 0 h 8"/>
                <a:gd name="T8" fmla="*/ 32 w 36"/>
                <a:gd name="T9" fmla="*/ 0 h 8"/>
                <a:gd name="T10" fmla="*/ 36 w 36"/>
                <a:gd name="T11" fmla="*/ 4 h 8"/>
                <a:gd name="T12" fmla="*/ 32 w 36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8">
                  <a:moveTo>
                    <a:pt x="32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4" y="0"/>
                    <a:pt x="36" y="2"/>
                    <a:pt x="36" y="4"/>
                  </a:cubicBezTo>
                  <a:cubicBezTo>
                    <a:pt x="36" y="6"/>
                    <a:pt x="34" y="8"/>
                    <a:pt x="3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4" name="Freeform 196">
              <a:extLst>
                <a:ext uri="{FF2B5EF4-FFF2-40B4-BE49-F238E27FC236}">
                  <a16:creationId xmlns:a16="http://schemas.microsoft.com/office/drawing/2014/main" id="{FE4168FD-7E14-4C92-AAB6-DE823EBE3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6297" y="3796385"/>
              <a:ext cx="36848" cy="36848"/>
            </a:xfrm>
            <a:custGeom>
              <a:avLst/>
              <a:gdLst>
                <a:gd name="T0" fmla="*/ 24 w 29"/>
                <a:gd name="T1" fmla="*/ 28 h 28"/>
                <a:gd name="T2" fmla="*/ 21 w 29"/>
                <a:gd name="T3" fmla="*/ 27 h 28"/>
                <a:gd name="T4" fmla="*/ 2 w 29"/>
                <a:gd name="T5" fmla="*/ 7 h 28"/>
                <a:gd name="T6" fmla="*/ 2 w 29"/>
                <a:gd name="T7" fmla="*/ 2 h 28"/>
                <a:gd name="T8" fmla="*/ 7 w 29"/>
                <a:gd name="T9" fmla="*/ 2 h 28"/>
                <a:gd name="T10" fmla="*/ 27 w 29"/>
                <a:gd name="T11" fmla="*/ 21 h 28"/>
                <a:gd name="T12" fmla="*/ 27 w 29"/>
                <a:gd name="T13" fmla="*/ 27 h 28"/>
                <a:gd name="T14" fmla="*/ 24 w 29"/>
                <a:gd name="T1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28">
                  <a:moveTo>
                    <a:pt x="24" y="28"/>
                  </a:moveTo>
                  <a:cubicBezTo>
                    <a:pt x="23" y="28"/>
                    <a:pt x="22" y="28"/>
                    <a:pt x="21" y="2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6"/>
                    <a:pt x="0" y="3"/>
                    <a:pt x="2" y="2"/>
                  </a:cubicBezTo>
                  <a:cubicBezTo>
                    <a:pt x="3" y="0"/>
                    <a:pt x="6" y="0"/>
                    <a:pt x="7" y="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9" y="23"/>
                    <a:pt x="29" y="26"/>
                    <a:pt x="27" y="27"/>
                  </a:cubicBezTo>
                  <a:cubicBezTo>
                    <a:pt x="26" y="28"/>
                    <a:pt x="25" y="28"/>
                    <a:pt x="24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197">
              <a:extLst>
                <a:ext uri="{FF2B5EF4-FFF2-40B4-BE49-F238E27FC236}">
                  <a16:creationId xmlns:a16="http://schemas.microsoft.com/office/drawing/2014/main" id="{FD18F1AE-A7B5-494B-A1A7-48BA0903A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024" y="3961112"/>
              <a:ext cx="36848" cy="36848"/>
            </a:xfrm>
            <a:custGeom>
              <a:avLst/>
              <a:gdLst>
                <a:gd name="T0" fmla="*/ 25 w 29"/>
                <a:gd name="T1" fmla="*/ 29 h 29"/>
                <a:gd name="T2" fmla="*/ 22 w 29"/>
                <a:gd name="T3" fmla="*/ 27 h 29"/>
                <a:gd name="T4" fmla="*/ 2 w 29"/>
                <a:gd name="T5" fmla="*/ 8 h 29"/>
                <a:gd name="T6" fmla="*/ 2 w 29"/>
                <a:gd name="T7" fmla="*/ 2 h 29"/>
                <a:gd name="T8" fmla="*/ 8 w 29"/>
                <a:gd name="T9" fmla="*/ 2 h 29"/>
                <a:gd name="T10" fmla="*/ 27 w 29"/>
                <a:gd name="T11" fmla="*/ 22 h 29"/>
                <a:gd name="T12" fmla="*/ 27 w 29"/>
                <a:gd name="T13" fmla="*/ 27 h 29"/>
                <a:gd name="T14" fmla="*/ 25 w 29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29">
                  <a:moveTo>
                    <a:pt x="25" y="29"/>
                  </a:moveTo>
                  <a:cubicBezTo>
                    <a:pt x="24" y="29"/>
                    <a:pt x="22" y="28"/>
                    <a:pt x="22" y="2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ubicBezTo>
                    <a:pt x="3" y="0"/>
                    <a:pt x="6" y="0"/>
                    <a:pt x="8" y="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3"/>
                    <a:pt x="29" y="26"/>
                    <a:pt x="27" y="27"/>
                  </a:cubicBezTo>
                  <a:cubicBezTo>
                    <a:pt x="27" y="28"/>
                    <a:pt x="26" y="29"/>
                    <a:pt x="25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6" name="Freeform 198">
              <a:extLst>
                <a:ext uri="{FF2B5EF4-FFF2-40B4-BE49-F238E27FC236}">
                  <a16:creationId xmlns:a16="http://schemas.microsoft.com/office/drawing/2014/main" id="{C00D983D-91FF-48F0-B26B-742E74E73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024" y="3796385"/>
              <a:ext cx="36848" cy="36848"/>
            </a:xfrm>
            <a:custGeom>
              <a:avLst/>
              <a:gdLst>
                <a:gd name="T0" fmla="*/ 5 w 29"/>
                <a:gd name="T1" fmla="*/ 28 h 28"/>
                <a:gd name="T2" fmla="*/ 2 w 29"/>
                <a:gd name="T3" fmla="*/ 27 h 28"/>
                <a:gd name="T4" fmla="*/ 2 w 29"/>
                <a:gd name="T5" fmla="*/ 21 h 28"/>
                <a:gd name="T6" fmla="*/ 22 w 29"/>
                <a:gd name="T7" fmla="*/ 2 h 28"/>
                <a:gd name="T8" fmla="*/ 27 w 29"/>
                <a:gd name="T9" fmla="*/ 2 h 28"/>
                <a:gd name="T10" fmla="*/ 27 w 29"/>
                <a:gd name="T11" fmla="*/ 7 h 28"/>
                <a:gd name="T12" fmla="*/ 8 w 29"/>
                <a:gd name="T13" fmla="*/ 27 h 28"/>
                <a:gd name="T14" fmla="*/ 5 w 29"/>
                <a:gd name="T1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28">
                  <a:moveTo>
                    <a:pt x="5" y="28"/>
                  </a:moveTo>
                  <a:cubicBezTo>
                    <a:pt x="4" y="28"/>
                    <a:pt x="3" y="28"/>
                    <a:pt x="2" y="27"/>
                  </a:cubicBezTo>
                  <a:cubicBezTo>
                    <a:pt x="0" y="26"/>
                    <a:pt x="0" y="23"/>
                    <a:pt x="2" y="2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3" y="0"/>
                    <a:pt x="26" y="0"/>
                    <a:pt x="27" y="2"/>
                  </a:cubicBezTo>
                  <a:cubicBezTo>
                    <a:pt x="29" y="3"/>
                    <a:pt x="29" y="6"/>
                    <a:pt x="27" y="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7" y="28"/>
                    <a:pt x="6" y="28"/>
                    <a:pt x="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" name="Freeform 199">
              <a:extLst>
                <a:ext uri="{FF2B5EF4-FFF2-40B4-BE49-F238E27FC236}">
                  <a16:creationId xmlns:a16="http://schemas.microsoft.com/office/drawing/2014/main" id="{46B08D4E-8586-4EFD-9ABD-2EADBC95B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6297" y="3961112"/>
              <a:ext cx="36848" cy="36848"/>
            </a:xfrm>
            <a:custGeom>
              <a:avLst/>
              <a:gdLst>
                <a:gd name="T0" fmla="*/ 4 w 29"/>
                <a:gd name="T1" fmla="*/ 29 h 29"/>
                <a:gd name="T2" fmla="*/ 2 w 29"/>
                <a:gd name="T3" fmla="*/ 27 h 29"/>
                <a:gd name="T4" fmla="*/ 2 w 29"/>
                <a:gd name="T5" fmla="*/ 22 h 29"/>
                <a:gd name="T6" fmla="*/ 21 w 29"/>
                <a:gd name="T7" fmla="*/ 2 h 29"/>
                <a:gd name="T8" fmla="*/ 27 w 29"/>
                <a:gd name="T9" fmla="*/ 2 h 29"/>
                <a:gd name="T10" fmla="*/ 27 w 29"/>
                <a:gd name="T11" fmla="*/ 8 h 29"/>
                <a:gd name="T12" fmla="*/ 7 w 29"/>
                <a:gd name="T13" fmla="*/ 27 h 29"/>
                <a:gd name="T14" fmla="*/ 4 w 29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29">
                  <a:moveTo>
                    <a:pt x="4" y="29"/>
                  </a:moveTo>
                  <a:cubicBezTo>
                    <a:pt x="3" y="29"/>
                    <a:pt x="2" y="28"/>
                    <a:pt x="2" y="27"/>
                  </a:cubicBezTo>
                  <a:cubicBezTo>
                    <a:pt x="0" y="26"/>
                    <a:pt x="0" y="23"/>
                    <a:pt x="2" y="2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3" y="0"/>
                    <a:pt x="26" y="0"/>
                    <a:pt x="27" y="2"/>
                  </a:cubicBezTo>
                  <a:cubicBezTo>
                    <a:pt x="29" y="3"/>
                    <a:pt x="29" y="6"/>
                    <a:pt x="27" y="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8"/>
                    <a:pt x="5" y="29"/>
                    <a:pt x="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Freeform 200">
              <a:extLst>
                <a:ext uri="{FF2B5EF4-FFF2-40B4-BE49-F238E27FC236}">
                  <a16:creationId xmlns:a16="http://schemas.microsoft.com/office/drawing/2014/main" id="{0AA72FDA-0ADE-476D-9963-7369FB747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665" y="3824563"/>
              <a:ext cx="10838" cy="62857"/>
            </a:xfrm>
            <a:custGeom>
              <a:avLst/>
              <a:gdLst>
                <a:gd name="T0" fmla="*/ 4 w 8"/>
                <a:gd name="T1" fmla="*/ 48 h 48"/>
                <a:gd name="T2" fmla="*/ 0 w 8"/>
                <a:gd name="T3" fmla="*/ 44 h 48"/>
                <a:gd name="T4" fmla="*/ 0 w 8"/>
                <a:gd name="T5" fmla="*/ 4 h 48"/>
                <a:gd name="T6" fmla="*/ 4 w 8"/>
                <a:gd name="T7" fmla="*/ 0 h 48"/>
                <a:gd name="T8" fmla="*/ 8 w 8"/>
                <a:gd name="T9" fmla="*/ 4 h 48"/>
                <a:gd name="T10" fmla="*/ 8 w 8"/>
                <a:gd name="T11" fmla="*/ 44 h 48"/>
                <a:gd name="T12" fmla="*/ 4 w 8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8">
                  <a:moveTo>
                    <a:pt x="4" y="48"/>
                  </a:moveTo>
                  <a:cubicBezTo>
                    <a:pt x="2" y="48"/>
                    <a:pt x="0" y="46"/>
                    <a:pt x="0" y="4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6"/>
                    <a:pt x="6" y="48"/>
                    <a:pt x="4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Freeform 201">
              <a:extLst>
                <a:ext uri="{FF2B5EF4-FFF2-40B4-BE49-F238E27FC236}">
                  <a16:creationId xmlns:a16="http://schemas.microsoft.com/office/drawing/2014/main" id="{CFE0A3C1-91E9-4DC1-ABB8-9FBC4960F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0484" y="3891753"/>
              <a:ext cx="36848" cy="10838"/>
            </a:xfrm>
            <a:custGeom>
              <a:avLst/>
              <a:gdLst>
                <a:gd name="T0" fmla="*/ 24 w 28"/>
                <a:gd name="T1" fmla="*/ 8 h 8"/>
                <a:gd name="T2" fmla="*/ 4 w 28"/>
                <a:gd name="T3" fmla="*/ 8 h 8"/>
                <a:gd name="T4" fmla="*/ 0 w 28"/>
                <a:gd name="T5" fmla="*/ 4 h 8"/>
                <a:gd name="T6" fmla="*/ 4 w 28"/>
                <a:gd name="T7" fmla="*/ 0 h 8"/>
                <a:gd name="T8" fmla="*/ 24 w 28"/>
                <a:gd name="T9" fmla="*/ 0 h 8"/>
                <a:gd name="T10" fmla="*/ 28 w 28"/>
                <a:gd name="T11" fmla="*/ 4 h 8"/>
                <a:gd name="T12" fmla="*/ 24 w 28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8">
                  <a:moveTo>
                    <a:pt x="2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6" y="0"/>
                    <a:pt x="28" y="2"/>
                    <a:pt x="28" y="4"/>
                  </a:cubicBezTo>
                  <a:cubicBezTo>
                    <a:pt x="28" y="6"/>
                    <a:pt x="26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202">
              <a:extLst>
                <a:ext uri="{FF2B5EF4-FFF2-40B4-BE49-F238E27FC236}">
                  <a16:creationId xmlns:a16="http://schemas.microsoft.com/office/drawing/2014/main" id="{B8A9B03D-4CDA-42E3-952B-B8EBB290EF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96494" y="3876582"/>
              <a:ext cx="41183" cy="41183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0"/>
                    <a:pt x="12" y="24"/>
                    <a:pt x="16" y="24"/>
                  </a:cubicBezTo>
                  <a:cubicBezTo>
                    <a:pt x="20" y="24"/>
                    <a:pt x="24" y="20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b="1" dirty="0">
                <a:solidFill>
                  <a:srgbClr val="54478C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  <a:endParaRPr lang="en-GB" sz="3200" b="1" dirty="0">
              <a:solidFill>
                <a:schemeClr val="accent1"/>
              </a:solidFill>
              <a:latin typeface="Lato Black" panose="020F0A0202020403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32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4</a:t>
            </a:r>
            <a:endParaRPr lang="en-GB" dirty="0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2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ounded Rectangle 140"/>
          <p:cNvSpPr/>
          <p:nvPr/>
        </p:nvSpPr>
        <p:spPr>
          <a:xfrm>
            <a:off x="373039" y="3454832"/>
            <a:ext cx="11445922" cy="2234389"/>
          </a:xfrm>
          <a:prstGeom prst="roundRect">
            <a:avLst>
              <a:gd name="adj" fmla="val 598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612266" y="1327831"/>
            <a:ext cx="11048430" cy="1144588"/>
            <a:chOff x="957263" y="1385887"/>
            <a:chExt cx="10415587" cy="1144588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957263" y="2530475"/>
              <a:ext cx="10415587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957263" y="2158106"/>
              <a:ext cx="10415587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957263" y="1757160"/>
              <a:ext cx="10415587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957263" y="1385887"/>
              <a:ext cx="10415587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ounded Rectangle 10"/>
          <p:cNvSpPr/>
          <p:nvPr/>
        </p:nvSpPr>
        <p:spPr>
          <a:xfrm>
            <a:off x="905274" y="2397013"/>
            <a:ext cx="1015424" cy="7540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476404" y="2397013"/>
            <a:ext cx="1015424" cy="7540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047534" y="2175557"/>
            <a:ext cx="1015424" cy="296862"/>
          </a:xfrm>
          <a:prstGeom prst="roundRect">
            <a:avLst>
              <a:gd name="adj" fmla="val 118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618663" y="2320813"/>
            <a:ext cx="1015424" cy="15160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7189793" y="2395325"/>
            <a:ext cx="1015424" cy="77093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8760923" y="1542144"/>
            <a:ext cx="1015424" cy="930275"/>
          </a:xfrm>
          <a:prstGeom prst="roundRect">
            <a:avLst>
              <a:gd name="adj" fmla="val 566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0315776" y="2395325"/>
            <a:ext cx="1015424" cy="7709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996082" y="2116466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567211" y="2115233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38341" y="1897340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19576" y="2040215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280601" y="2116415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51730" y="1261176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406585" y="2115846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6082" y="2485295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567211" y="2485295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38341" y="2485295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19576" y="2485295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80601" y="2485295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51730" y="2485295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6585" y="2485295"/>
            <a:ext cx="83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week(s)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Rectangle 123">
            <a:extLst>
              <a:ext uri="{FF2B5EF4-FFF2-40B4-BE49-F238E27FC236}">
                <a16:creationId xmlns:a16="http://schemas.microsoft.com/office/drawing/2014/main" id="{E3F3E45D-C152-4FF9-A5A3-1A6C35479CB8}"/>
              </a:ext>
            </a:extLst>
          </p:cNvPr>
          <p:cNvSpPr/>
          <p:nvPr/>
        </p:nvSpPr>
        <p:spPr>
          <a:xfrm>
            <a:off x="661772" y="2788424"/>
            <a:ext cx="1502428" cy="3423692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3" name="Rectangle 123">
            <a:extLst>
              <a:ext uri="{FF2B5EF4-FFF2-40B4-BE49-F238E27FC236}">
                <a16:creationId xmlns:a16="http://schemas.microsoft.com/office/drawing/2014/main" id="{E3F3E45D-C152-4FF9-A5A3-1A6C35479CB8}"/>
              </a:ext>
            </a:extLst>
          </p:cNvPr>
          <p:cNvSpPr/>
          <p:nvPr/>
        </p:nvSpPr>
        <p:spPr>
          <a:xfrm>
            <a:off x="2232901" y="2788424"/>
            <a:ext cx="1502428" cy="3423692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4" name="Rectangle 123">
            <a:extLst>
              <a:ext uri="{FF2B5EF4-FFF2-40B4-BE49-F238E27FC236}">
                <a16:creationId xmlns:a16="http://schemas.microsoft.com/office/drawing/2014/main" id="{E3F3E45D-C152-4FF9-A5A3-1A6C35479CB8}"/>
              </a:ext>
            </a:extLst>
          </p:cNvPr>
          <p:cNvSpPr/>
          <p:nvPr/>
        </p:nvSpPr>
        <p:spPr>
          <a:xfrm>
            <a:off x="3804031" y="2788424"/>
            <a:ext cx="1502428" cy="3423692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5" name="Rectangle 123">
            <a:extLst>
              <a:ext uri="{FF2B5EF4-FFF2-40B4-BE49-F238E27FC236}">
                <a16:creationId xmlns:a16="http://schemas.microsoft.com/office/drawing/2014/main" id="{E3F3E45D-C152-4FF9-A5A3-1A6C35479CB8}"/>
              </a:ext>
            </a:extLst>
          </p:cNvPr>
          <p:cNvSpPr/>
          <p:nvPr/>
        </p:nvSpPr>
        <p:spPr>
          <a:xfrm>
            <a:off x="5375161" y="2788424"/>
            <a:ext cx="1502428" cy="3423692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6" name="Rectangle 123">
            <a:extLst>
              <a:ext uri="{FF2B5EF4-FFF2-40B4-BE49-F238E27FC236}">
                <a16:creationId xmlns:a16="http://schemas.microsoft.com/office/drawing/2014/main" id="{E3F3E45D-C152-4FF9-A5A3-1A6C35479CB8}"/>
              </a:ext>
            </a:extLst>
          </p:cNvPr>
          <p:cNvSpPr/>
          <p:nvPr/>
        </p:nvSpPr>
        <p:spPr>
          <a:xfrm>
            <a:off x="6946291" y="2788424"/>
            <a:ext cx="1502428" cy="3423692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7" name="Rectangle 123">
            <a:extLst>
              <a:ext uri="{FF2B5EF4-FFF2-40B4-BE49-F238E27FC236}">
                <a16:creationId xmlns:a16="http://schemas.microsoft.com/office/drawing/2014/main" id="{E3F3E45D-C152-4FF9-A5A3-1A6C35479CB8}"/>
              </a:ext>
            </a:extLst>
          </p:cNvPr>
          <p:cNvSpPr/>
          <p:nvPr/>
        </p:nvSpPr>
        <p:spPr>
          <a:xfrm>
            <a:off x="8517420" y="2788424"/>
            <a:ext cx="1502428" cy="3423692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8" name="Rectangle 123">
            <a:extLst>
              <a:ext uri="{FF2B5EF4-FFF2-40B4-BE49-F238E27FC236}">
                <a16:creationId xmlns:a16="http://schemas.microsoft.com/office/drawing/2014/main" id="{E3F3E45D-C152-4FF9-A5A3-1A6C35479CB8}"/>
              </a:ext>
            </a:extLst>
          </p:cNvPr>
          <p:cNvSpPr/>
          <p:nvPr/>
        </p:nvSpPr>
        <p:spPr>
          <a:xfrm>
            <a:off x="10072275" y="2788424"/>
            <a:ext cx="1502428" cy="3423692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9" name="Oval 48"/>
          <p:cNvSpPr/>
          <p:nvPr/>
        </p:nvSpPr>
        <p:spPr>
          <a:xfrm>
            <a:off x="1158022" y="2912038"/>
            <a:ext cx="509928" cy="50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729151" y="2912038"/>
            <a:ext cx="509928" cy="50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5871411" y="2912038"/>
            <a:ext cx="509928" cy="50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7442541" y="2912038"/>
            <a:ext cx="509928" cy="50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9013670" y="2912038"/>
            <a:ext cx="509928" cy="50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0568525" y="2912038"/>
            <a:ext cx="509928" cy="50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4300281" y="2912038"/>
            <a:ext cx="509928" cy="50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878367" y="3453533"/>
            <a:ext cx="1353757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000" b="1" dirty="0">
                <a:solidFill>
                  <a:schemeClr val="accent3"/>
                </a:solidFill>
              </a:rPr>
              <a:t>Initial Marketing Strategy Presentation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Team leads meet with the client to present:</a:t>
            </a:r>
          </a:p>
          <a:p>
            <a:pPr marL="92075" indent="-92075">
              <a:buClr>
                <a:schemeClr val="accent3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3 content concepts</a:t>
            </a:r>
          </a:p>
          <a:p>
            <a:pPr marL="92075" indent="-92075">
              <a:buClr>
                <a:schemeClr val="accent3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Story behind each idea</a:t>
            </a:r>
          </a:p>
          <a:p>
            <a:pPr marL="92075" indent="-92075">
              <a:buClr>
                <a:schemeClr val="accent3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Thought processes involved</a:t>
            </a:r>
          </a:p>
          <a:p>
            <a:pPr marL="92075" indent="-92075">
              <a:buClr>
                <a:schemeClr val="accent3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Expected outcomes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The client will have the opportunity to:</a:t>
            </a:r>
          </a:p>
          <a:p>
            <a:pPr marL="92075" indent="-92075">
              <a:buClr>
                <a:schemeClr val="accent3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Make a decision</a:t>
            </a:r>
          </a:p>
          <a:p>
            <a:pPr marL="92075" indent="-92075">
              <a:buClr>
                <a:schemeClr val="accent3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Refine the concept being pursued</a:t>
            </a:r>
          </a:p>
          <a:p>
            <a:pPr marL="92075" indent="-92075">
              <a:buClr>
                <a:schemeClr val="accent3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Request changes to a particular concept</a:t>
            </a:r>
            <a:endParaRPr lang="en-US" sz="850" dirty="0"/>
          </a:p>
        </p:txBody>
      </p:sp>
      <p:sp>
        <p:nvSpPr>
          <p:cNvPr id="60" name="TextBox 59"/>
          <p:cNvSpPr txBox="1"/>
          <p:nvPr/>
        </p:nvSpPr>
        <p:spPr>
          <a:xfrm>
            <a:off x="736108" y="3453533"/>
            <a:ext cx="1353757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000" b="1" dirty="0">
                <a:solidFill>
                  <a:schemeClr val="accent1"/>
                </a:solidFill>
              </a:rPr>
              <a:t>Design Team + Marketing Team Meeting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All members of the design team and marketing team will have a 2-hour meeting, which will consist of:</a:t>
            </a:r>
          </a:p>
          <a:p>
            <a:pPr marL="92075" indent="-92075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Project briefing</a:t>
            </a:r>
          </a:p>
          <a:p>
            <a:pPr marL="92075" indent="-92075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Brainstorming period</a:t>
            </a:r>
          </a:p>
          <a:p>
            <a:pPr marL="92075" indent="-92075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Protocols overview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A secondary meeting between department heads will be held to:</a:t>
            </a:r>
          </a:p>
          <a:p>
            <a:pPr marL="92075" indent="-92075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Determine project leads</a:t>
            </a:r>
          </a:p>
          <a:p>
            <a:pPr marL="92075" indent="-92075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Discuss client concerns</a:t>
            </a:r>
          </a:p>
          <a:p>
            <a:pPr marL="92075" indent="-92075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ID" sz="850" dirty="0"/>
              <a:t>Review brainstorms</a:t>
            </a:r>
            <a:endParaRPr lang="en-US" sz="850" dirty="0"/>
          </a:p>
        </p:txBody>
      </p:sp>
      <p:sp>
        <p:nvSpPr>
          <p:cNvPr id="65" name="TextBox 64"/>
          <p:cNvSpPr txBox="1"/>
          <p:nvPr/>
        </p:nvSpPr>
        <p:spPr>
          <a:xfrm>
            <a:off x="2307237" y="3453533"/>
            <a:ext cx="1353757" cy="2328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000" b="1" dirty="0">
                <a:solidFill>
                  <a:schemeClr val="accent2"/>
                </a:solidFill>
              </a:rPr>
              <a:t>Discovery Phase for Project Scope &amp; Outline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The project leads will meet with the client to determine creative roadmap for the client.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This information will shape the content the teams design for the client, including scope.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Marketing will create a storyboard and outline. Design will provide concepts.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49497" y="3453533"/>
            <a:ext cx="1353757" cy="2305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000" b="1" dirty="0">
                <a:solidFill>
                  <a:schemeClr val="accent4">
                    <a:lumMod val="75000"/>
                  </a:schemeClr>
                </a:solidFill>
              </a:rPr>
              <a:t>Refine / Finalize Marketing Strategy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Both teams will use client’s feedback to refine or finalize content and prepare for a second presentation.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The content should move from concept to actual samples of content to be applied.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Two meetings between the teams should be held in order to ensure conceptual consistency.</a:t>
            </a:r>
            <a:endParaRPr lang="en-US" sz="850" dirty="0"/>
          </a:p>
        </p:txBody>
      </p:sp>
      <p:sp>
        <p:nvSpPr>
          <p:cNvPr id="69" name="TextBox 68"/>
          <p:cNvSpPr txBox="1"/>
          <p:nvPr/>
        </p:nvSpPr>
        <p:spPr>
          <a:xfrm>
            <a:off x="7020627" y="3453533"/>
            <a:ext cx="1353757" cy="1705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000" b="1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r>
              <a:rPr lang="en-ID" sz="1000" b="1" baseline="30000" dirty="0">
                <a:solidFill>
                  <a:schemeClr val="accent5">
                    <a:lumMod val="75000"/>
                  </a:schemeClr>
                </a:solidFill>
              </a:rPr>
              <a:t>nd</a:t>
            </a:r>
            <a:r>
              <a:rPr lang="en-ID" sz="1000" b="1" dirty="0">
                <a:solidFill>
                  <a:schemeClr val="accent5">
                    <a:lumMod val="75000"/>
                  </a:schemeClr>
                </a:solidFill>
              </a:rPr>
              <a:t> Marketing Strategy Presentation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Project leads present the marketing strategy for the client as it should be executed from beginning to end.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Final notes are made, client can provide feedback and has one week to grant approval.</a:t>
            </a:r>
            <a:endParaRPr lang="en-US" sz="850" dirty="0"/>
          </a:p>
        </p:txBody>
      </p:sp>
      <p:sp>
        <p:nvSpPr>
          <p:cNvPr id="71" name="TextBox 70"/>
          <p:cNvSpPr txBox="1"/>
          <p:nvPr/>
        </p:nvSpPr>
        <p:spPr>
          <a:xfrm>
            <a:off x="8591756" y="3453533"/>
            <a:ext cx="1353757" cy="1313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000" b="1" dirty="0">
                <a:solidFill>
                  <a:schemeClr val="accent6"/>
                </a:solidFill>
              </a:rPr>
              <a:t>Execution of Marketing Strategy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Upon client’s approval, the marketing strategy is executed.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The client will be provided metrics on a bi-weekly basis for a 12-week period</a:t>
            </a:r>
            <a:endParaRPr lang="en-US" sz="850" dirty="0"/>
          </a:p>
        </p:txBody>
      </p:sp>
      <p:sp>
        <p:nvSpPr>
          <p:cNvPr id="73" name="TextBox 72"/>
          <p:cNvSpPr txBox="1"/>
          <p:nvPr/>
        </p:nvSpPr>
        <p:spPr>
          <a:xfrm>
            <a:off x="10146609" y="3453533"/>
            <a:ext cx="1353757" cy="2698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000" b="1" dirty="0">
                <a:solidFill>
                  <a:schemeClr val="accent1"/>
                </a:solidFill>
              </a:rPr>
              <a:t>Measuring Marketing Strategy Success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A presentation is made to the client regarding the success and performance of the marketing strategy.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/>
              <a:t>Discuss the strength of the campaigns along with their weaknesses and what can be improved if the client wishes to continue.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ID" sz="850" dirty="0">
                <a:solidFill>
                  <a:schemeClr val="accent1"/>
                </a:solidFill>
              </a:rPr>
              <a:t>Upon client’s approval another round of conceptualizations and presentations are carried out. The project resets to phase 1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1243205" y="3024281"/>
            <a:ext cx="339562" cy="285442"/>
            <a:chOff x="5740400" y="2136775"/>
            <a:chExt cx="617537" cy="519113"/>
          </a:xfrm>
          <a:solidFill>
            <a:schemeClr val="accent1"/>
          </a:solidFill>
        </p:grpSpPr>
        <p:sp>
          <p:nvSpPr>
            <p:cNvPr id="81" name="Freeform 77"/>
            <p:cNvSpPr>
              <a:spLocks/>
            </p:cNvSpPr>
            <p:nvPr/>
          </p:nvSpPr>
          <p:spPr bwMode="auto">
            <a:xfrm>
              <a:off x="5938838" y="2538413"/>
              <a:ext cx="214312" cy="117475"/>
            </a:xfrm>
            <a:custGeom>
              <a:avLst/>
              <a:gdLst>
                <a:gd name="T0" fmla="*/ 75 w 79"/>
                <a:gd name="T1" fmla="*/ 43 h 43"/>
                <a:gd name="T2" fmla="*/ 72 w 79"/>
                <a:gd name="T3" fmla="*/ 40 h 43"/>
                <a:gd name="T4" fmla="*/ 39 w 79"/>
                <a:gd name="T5" fmla="*/ 7 h 43"/>
                <a:gd name="T6" fmla="*/ 7 w 79"/>
                <a:gd name="T7" fmla="*/ 40 h 43"/>
                <a:gd name="T8" fmla="*/ 3 w 79"/>
                <a:gd name="T9" fmla="*/ 43 h 43"/>
                <a:gd name="T10" fmla="*/ 0 w 79"/>
                <a:gd name="T11" fmla="*/ 40 h 43"/>
                <a:gd name="T12" fmla="*/ 39 w 79"/>
                <a:gd name="T13" fmla="*/ 0 h 43"/>
                <a:gd name="T14" fmla="*/ 79 w 79"/>
                <a:gd name="T15" fmla="*/ 40 h 43"/>
                <a:gd name="T16" fmla="*/ 75 w 79"/>
                <a:gd name="T1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43">
                  <a:moveTo>
                    <a:pt x="75" y="43"/>
                  </a:moveTo>
                  <a:cubicBezTo>
                    <a:pt x="74" y="43"/>
                    <a:pt x="72" y="42"/>
                    <a:pt x="72" y="40"/>
                  </a:cubicBezTo>
                  <a:cubicBezTo>
                    <a:pt x="72" y="22"/>
                    <a:pt x="58" y="7"/>
                    <a:pt x="39" y="7"/>
                  </a:cubicBezTo>
                  <a:cubicBezTo>
                    <a:pt x="21" y="7"/>
                    <a:pt x="7" y="22"/>
                    <a:pt x="7" y="40"/>
                  </a:cubicBezTo>
                  <a:cubicBezTo>
                    <a:pt x="7" y="42"/>
                    <a:pt x="5" y="43"/>
                    <a:pt x="3" y="43"/>
                  </a:cubicBezTo>
                  <a:cubicBezTo>
                    <a:pt x="2" y="43"/>
                    <a:pt x="0" y="42"/>
                    <a:pt x="0" y="40"/>
                  </a:cubicBezTo>
                  <a:cubicBezTo>
                    <a:pt x="0" y="18"/>
                    <a:pt x="18" y="0"/>
                    <a:pt x="39" y="0"/>
                  </a:cubicBezTo>
                  <a:cubicBezTo>
                    <a:pt x="61" y="0"/>
                    <a:pt x="79" y="18"/>
                    <a:pt x="79" y="40"/>
                  </a:cubicBezTo>
                  <a:cubicBezTo>
                    <a:pt x="79" y="42"/>
                    <a:pt x="77" y="43"/>
                    <a:pt x="75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78"/>
            <p:cNvSpPr>
              <a:spLocks noEditPoints="1"/>
            </p:cNvSpPr>
            <p:nvPr/>
          </p:nvSpPr>
          <p:spPr bwMode="auto">
            <a:xfrm>
              <a:off x="5995988" y="2430463"/>
              <a:ext cx="100012" cy="100012"/>
            </a:xfrm>
            <a:custGeom>
              <a:avLst/>
              <a:gdLst>
                <a:gd name="T0" fmla="*/ 18 w 37"/>
                <a:gd name="T1" fmla="*/ 37 h 37"/>
                <a:gd name="T2" fmla="*/ 0 w 37"/>
                <a:gd name="T3" fmla="*/ 18 h 37"/>
                <a:gd name="T4" fmla="*/ 18 w 37"/>
                <a:gd name="T5" fmla="*/ 0 h 37"/>
                <a:gd name="T6" fmla="*/ 37 w 37"/>
                <a:gd name="T7" fmla="*/ 18 h 37"/>
                <a:gd name="T8" fmla="*/ 18 w 37"/>
                <a:gd name="T9" fmla="*/ 37 h 37"/>
                <a:gd name="T10" fmla="*/ 18 w 37"/>
                <a:gd name="T11" fmla="*/ 6 h 37"/>
                <a:gd name="T12" fmla="*/ 6 w 37"/>
                <a:gd name="T13" fmla="*/ 18 h 37"/>
                <a:gd name="T14" fmla="*/ 18 w 37"/>
                <a:gd name="T15" fmla="*/ 31 h 37"/>
                <a:gd name="T16" fmla="*/ 31 w 37"/>
                <a:gd name="T17" fmla="*/ 18 h 37"/>
                <a:gd name="T18" fmla="*/ 18 w 37"/>
                <a:gd name="T19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" h="37">
                  <a:moveTo>
                    <a:pt x="18" y="37"/>
                  </a:moveTo>
                  <a:cubicBezTo>
                    <a:pt x="8" y="37"/>
                    <a:pt x="0" y="29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9" y="0"/>
                    <a:pt x="37" y="8"/>
                    <a:pt x="37" y="18"/>
                  </a:cubicBezTo>
                  <a:cubicBezTo>
                    <a:pt x="37" y="29"/>
                    <a:pt x="29" y="37"/>
                    <a:pt x="18" y="37"/>
                  </a:cubicBezTo>
                  <a:close/>
                  <a:moveTo>
                    <a:pt x="18" y="6"/>
                  </a:moveTo>
                  <a:cubicBezTo>
                    <a:pt x="12" y="6"/>
                    <a:pt x="6" y="12"/>
                    <a:pt x="6" y="18"/>
                  </a:cubicBezTo>
                  <a:cubicBezTo>
                    <a:pt x="6" y="25"/>
                    <a:pt x="12" y="31"/>
                    <a:pt x="18" y="31"/>
                  </a:cubicBezTo>
                  <a:cubicBezTo>
                    <a:pt x="25" y="31"/>
                    <a:pt x="31" y="25"/>
                    <a:pt x="31" y="18"/>
                  </a:cubicBezTo>
                  <a:cubicBezTo>
                    <a:pt x="31" y="12"/>
                    <a:pt x="25" y="6"/>
                    <a:pt x="1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79"/>
            <p:cNvSpPr>
              <a:spLocks/>
            </p:cNvSpPr>
            <p:nvPr/>
          </p:nvSpPr>
          <p:spPr bwMode="auto">
            <a:xfrm>
              <a:off x="6134100" y="2538413"/>
              <a:ext cx="214312" cy="117475"/>
            </a:xfrm>
            <a:custGeom>
              <a:avLst/>
              <a:gdLst>
                <a:gd name="T0" fmla="*/ 76 w 79"/>
                <a:gd name="T1" fmla="*/ 43 h 43"/>
                <a:gd name="T2" fmla="*/ 72 w 79"/>
                <a:gd name="T3" fmla="*/ 40 h 43"/>
                <a:gd name="T4" fmla="*/ 40 w 79"/>
                <a:gd name="T5" fmla="*/ 7 h 43"/>
                <a:gd name="T6" fmla="*/ 7 w 79"/>
                <a:gd name="T7" fmla="*/ 40 h 43"/>
                <a:gd name="T8" fmla="*/ 3 w 79"/>
                <a:gd name="T9" fmla="*/ 43 h 43"/>
                <a:gd name="T10" fmla="*/ 0 w 79"/>
                <a:gd name="T11" fmla="*/ 40 h 43"/>
                <a:gd name="T12" fmla="*/ 40 w 79"/>
                <a:gd name="T13" fmla="*/ 0 h 43"/>
                <a:gd name="T14" fmla="*/ 79 w 79"/>
                <a:gd name="T15" fmla="*/ 40 h 43"/>
                <a:gd name="T16" fmla="*/ 76 w 79"/>
                <a:gd name="T1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43">
                  <a:moveTo>
                    <a:pt x="76" y="43"/>
                  </a:moveTo>
                  <a:cubicBezTo>
                    <a:pt x="74" y="43"/>
                    <a:pt x="72" y="42"/>
                    <a:pt x="72" y="40"/>
                  </a:cubicBezTo>
                  <a:cubicBezTo>
                    <a:pt x="72" y="22"/>
                    <a:pt x="58" y="7"/>
                    <a:pt x="40" y="7"/>
                  </a:cubicBezTo>
                  <a:cubicBezTo>
                    <a:pt x="21" y="7"/>
                    <a:pt x="7" y="22"/>
                    <a:pt x="7" y="40"/>
                  </a:cubicBezTo>
                  <a:cubicBezTo>
                    <a:pt x="7" y="42"/>
                    <a:pt x="5" y="43"/>
                    <a:pt x="3" y="43"/>
                  </a:cubicBezTo>
                  <a:cubicBezTo>
                    <a:pt x="2" y="43"/>
                    <a:pt x="0" y="4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1" y="0"/>
                    <a:pt x="79" y="18"/>
                    <a:pt x="79" y="40"/>
                  </a:cubicBezTo>
                  <a:cubicBezTo>
                    <a:pt x="79" y="42"/>
                    <a:pt x="77" y="43"/>
                    <a:pt x="76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80"/>
            <p:cNvSpPr>
              <a:spLocks noEditPoints="1"/>
            </p:cNvSpPr>
            <p:nvPr/>
          </p:nvSpPr>
          <p:spPr bwMode="auto">
            <a:xfrm>
              <a:off x="6191250" y="2430463"/>
              <a:ext cx="100012" cy="100012"/>
            </a:xfrm>
            <a:custGeom>
              <a:avLst/>
              <a:gdLst>
                <a:gd name="T0" fmla="*/ 19 w 37"/>
                <a:gd name="T1" fmla="*/ 37 h 37"/>
                <a:gd name="T2" fmla="*/ 0 w 37"/>
                <a:gd name="T3" fmla="*/ 18 h 37"/>
                <a:gd name="T4" fmla="*/ 19 w 37"/>
                <a:gd name="T5" fmla="*/ 0 h 37"/>
                <a:gd name="T6" fmla="*/ 37 w 37"/>
                <a:gd name="T7" fmla="*/ 18 h 37"/>
                <a:gd name="T8" fmla="*/ 19 w 37"/>
                <a:gd name="T9" fmla="*/ 37 h 37"/>
                <a:gd name="T10" fmla="*/ 19 w 37"/>
                <a:gd name="T11" fmla="*/ 6 h 37"/>
                <a:gd name="T12" fmla="*/ 6 w 37"/>
                <a:gd name="T13" fmla="*/ 18 h 37"/>
                <a:gd name="T14" fmla="*/ 19 w 37"/>
                <a:gd name="T15" fmla="*/ 31 h 37"/>
                <a:gd name="T16" fmla="*/ 31 w 37"/>
                <a:gd name="T17" fmla="*/ 18 h 37"/>
                <a:gd name="T18" fmla="*/ 19 w 37"/>
                <a:gd name="T19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" h="37">
                  <a:moveTo>
                    <a:pt x="19" y="37"/>
                  </a:moveTo>
                  <a:cubicBezTo>
                    <a:pt x="8" y="37"/>
                    <a:pt x="0" y="29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cubicBezTo>
                    <a:pt x="37" y="29"/>
                    <a:pt x="29" y="37"/>
                    <a:pt x="19" y="37"/>
                  </a:cubicBezTo>
                  <a:close/>
                  <a:moveTo>
                    <a:pt x="19" y="6"/>
                  </a:moveTo>
                  <a:cubicBezTo>
                    <a:pt x="12" y="6"/>
                    <a:pt x="6" y="12"/>
                    <a:pt x="6" y="18"/>
                  </a:cubicBezTo>
                  <a:cubicBezTo>
                    <a:pt x="6" y="25"/>
                    <a:pt x="12" y="31"/>
                    <a:pt x="19" y="31"/>
                  </a:cubicBezTo>
                  <a:cubicBezTo>
                    <a:pt x="25" y="31"/>
                    <a:pt x="31" y="25"/>
                    <a:pt x="31" y="18"/>
                  </a:cubicBezTo>
                  <a:cubicBezTo>
                    <a:pt x="31" y="12"/>
                    <a:pt x="25" y="6"/>
                    <a:pt x="19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81"/>
            <p:cNvSpPr>
              <a:spLocks/>
            </p:cNvSpPr>
            <p:nvPr/>
          </p:nvSpPr>
          <p:spPr bwMode="auto">
            <a:xfrm>
              <a:off x="5741988" y="2538413"/>
              <a:ext cx="215900" cy="117475"/>
            </a:xfrm>
            <a:custGeom>
              <a:avLst/>
              <a:gdLst>
                <a:gd name="T0" fmla="*/ 75 w 79"/>
                <a:gd name="T1" fmla="*/ 43 h 43"/>
                <a:gd name="T2" fmla="*/ 72 w 79"/>
                <a:gd name="T3" fmla="*/ 40 h 43"/>
                <a:gd name="T4" fmla="*/ 39 w 79"/>
                <a:gd name="T5" fmla="*/ 7 h 43"/>
                <a:gd name="T6" fmla="*/ 7 w 79"/>
                <a:gd name="T7" fmla="*/ 40 h 43"/>
                <a:gd name="T8" fmla="*/ 3 w 79"/>
                <a:gd name="T9" fmla="*/ 43 h 43"/>
                <a:gd name="T10" fmla="*/ 0 w 79"/>
                <a:gd name="T11" fmla="*/ 40 h 43"/>
                <a:gd name="T12" fmla="*/ 39 w 79"/>
                <a:gd name="T13" fmla="*/ 0 h 43"/>
                <a:gd name="T14" fmla="*/ 79 w 79"/>
                <a:gd name="T15" fmla="*/ 40 h 43"/>
                <a:gd name="T16" fmla="*/ 75 w 79"/>
                <a:gd name="T1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43">
                  <a:moveTo>
                    <a:pt x="75" y="43"/>
                  </a:moveTo>
                  <a:cubicBezTo>
                    <a:pt x="74" y="43"/>
                    <a:pt x="72" y="42"/>
                    <a:pt x="72" y="40"/>
                  </a:cubicBezTo>
                  <a:cubicBezTo>
                    <a:pt x="72" y="22"/>
                    <a:pt x="57" y="7"/>
                    <a:pt x="39" y="7"/>
                  </a:cubicBezTo>
                  <a:cubicBezTo>
                    <a:pt x="21" y="7"/>
                    <a:pt x="7" y="22"/>
                    <a:pt x="7" y="40"/>
                  </a:cubicBezTo>
                  <a:cubicBezTo>
                    <a:pt x="7" y="42"/>
                    <a:pt x="5" y="43"/>
                    <a:pt x="3" y="43"/>
                  </a:cubicBezTo>
                  <a:cubicBezTo>
                    <a:pt x="2" y="43"/>
                    <a:pt x="0" y="42"/>
                    <a:pt x="0" y="40"/>
                  </a:cubicBezTo>
                  <a:cubicBezTo>
                    <a:pt x="0" y="18"/>
                    <a:pt x="18" y="0"/>
                    <a:pt x="39" y="0"/>
                  </a:cubicBezTo>
                  <a:cubicBezTo>
                    <a:pt x="61" y="0"/>
                    <a:pt x="79" y="18"/>
                    <a:pt x="79" y="40"/>
                  </a:cubicBezTo>
                  <a:cubicBezTo>
                    <a:pt x="79" y="42"/>
                    <a:pt x="77" y="43"/>
                    <a:pt x="75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82"/>
            <p:cNvSpPr>
              <a:spLocks noEditPoints="1"/>
            </p:cNvSpPr>
            <p:nvPr/>
          </p:nvSpPr>
          <p:spPr bwMode="auto">
            <a:xfrm>
              <a:off x="5799138" y="2430463"/>
              <a:ext cx="101600" cy="100012"/>
            </a:xfrm>
            <a:custGeom>
              <a:avLst/>
              <a:gdLst>
                <a:gd name="T0" fmla="*/ 18 w 37"/>
                <a:gd name="T1" fmla="*/ 37 h 37"/>
                <a:gd name="T2" fmla="*/ 0 w 37"/>
                <a:gd name="T3" fmla="*/ 18 h 37"/>
                <a:gd name="T4" fmla="*/ 18 w 37"/>
                <a:gd name="T5" fmla="*/ 0 h 37"/>
                <a:gd name="T6" fmla="*/ 37 w 37"/>
                <a:gd name="T7" fmla="*/ 18 h 37"/>
                <a:gd name="T8" fmla="*/ 18 w 37"/>
                <a:gd name="T9" fmla="*/ 37 h 37"/>
                <a:gd name="T10" fmla="*/ 18 w 37"/>
                <a:gd name="T11" fmla="*/ 6 h 37"/>
                <a:gd name="T12" fmla="*/ 6 w 37"/>
                <a:gd name="T13" fmla="*/ 18 h 37"/>
                <a:gd name="T14" fmla="*/ 18 w 37"/>
                <a:gd name="T15" fmla="*/ 31 h 37"/>
                <a:gd name="T16" fmla="*/ 31 w 37"/>
                <a:gd name="T17" fmla="*/ 18 h 37"/>
                <a:gd name="T18" fmla="*/ 18 w 37"/>
                <a:gd name="T19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" h="37">
                  <a:moveTo>
                    <a:pt x="18" y="37"/>
                  </a:moveTo>
                  <a:cubicBezTo>
                    <a:pt x="8" y="37"/>
                    <a:pt x="0" y="29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9" y="0"/>
                    <a:pt x="37" y="8"/>
                    <a:pt x="37" y="18"/>
                  </a:cubicBezTo>
                  <a:cubicBezTo>
                    <a:pt x="37" y="29"/>
                    <a:pt x="29" y="37"/>
                    <a:pt x="18" y="37"/>
                  </a:cubicBezTo>
                  <a:close/>
                  <a:moveTo>
                    <a:pt x="18" y="6"/>
                  </a:moveTo>
                  <a:cubicBezTo>
                    <a:pt x="12" y="6"/>
                    <a:pt x="6" y="12"/>
                    <a:pt x="6" y="18"/>
                  </a:cubicBezTo>
                  <a:cubicBezTo>
                    <a:pt x="6" y="25"/>
                    <a:pt x="12" y="31"/>
                    <a:pt x="18" y="31"/>
                  </a:cubicBezTo>
                  <a:cubicBezTo>
                    <a:pt x="25" y="31"/>
                    <a:pt x="31" y="25"/>
                    <a:pt x="31" y="18"/>
                  </a:cubicBezTo>
                  <a:cubicBezTo>
                    <a:pt x="31" y="12"/>
                    <a:pt x="25" y="6"/>
                    <a:pt x="1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3"/>
            <p:cNvSpPr>
              <a:spLocks noEditPoints="1"/>
            </p:cNvSpPr>
            <p:nvPr/>
          </p:nvSpPr>
          <p:spPr bwMode="auto">
            <a:xfrm>
              <a:off x="5740400" y="2155825"/>
              <a:ext cx="263525" cy="244475"/>
            </a:xfrm>
            <a:custGeom>
              <a:avLst/>
              <a:gdLst>
                <a:gd name="T0" fmla="*/ 4 w 97"/>
                <a:gd name="T1" fmla="*/ 90 h 90"/>
                <a:gd name="T2" fmla="*/ 2 w 97"/>
                <a:gd name="T3" fmla="*/ 89 h 90"/>
                <a:gd name="T4" fmla="*/ 1 w 97"/>
                <a:gd name="T5" fmla="*/ 85 h 90"/>
                <a:gd name="T6" fmla="*/ 10 w 97"/>
                <a:gd name="T7" fmla="*/ 58 h 90"/>
                <a:gd name="T8" fmla="*/ 2 w 97"/>
                <a:gd name="T9" fmla="*/ 38 h 90"/>
                <a:gd name="T10" fmla="*/ 50 w 97"/>
                <a:gd name="T11" fmla="*/ 0 h 90"/>
                <a:gd name="T12" fmla="*/ 97 w 97"/>
                <a:gd name="T13" fmla="*/ 38 h 90"/>
                <a:gd name="T14" fmla="*/ 50 w 97"/>
                <a:gd name="T15" fmla="*/ 75 h 90"/>
                <a:gd name="T16" fmla="*/ 32 w 97"/>
                <a:gd name="T17" fmla="*/ 72 h 90"/>
                <a:gd name="T18" fmla="*/ 6 w 97"/>
                <a:gd name="T19" fmla="*/ 89 h 90"/>
                <a:gd name="T20" fmla="*/ 4 w 97"/>
                <a:gd name="T21" fmla="*/ 90 h 90"/>
                <a:gd name="T22" fmla="*/ 50 w 97"/>
                <a:gd name="T23" fmla="*/ 7 h 90"/>
                <a:gd name="T24" fmla="*/ 9 w 97"/>
                <a:gd name="T25" fmla="*/ 38 h 90"/>
                <a:gd name="T26" fmla="*/ 16 w 97"/>
                <a:gd name="T27" fmla="*/ 55 h 90"/>
                <a:gd name="T28" fmla="*/ 17 w 97"/>
                <a:gd name="T29" fmla="*/ 59 h 90"/>
                <a:gd name="T30" fmla="*/ 10 w 97"/>
                <a:gd name="T31" fmla="*/ 79 h 90"/>
                <a:gd name="T32" fmla="*/ 29 w 97"/>
                <a:gd name="T33" fmla="*/ 66 h 90"/>
                <a:gd name="T34" fmla="*/ 32 w 97"/>
                <a:gd name="T35" fmla="*/ 66 h 90"/>
                <a:gd name="T36" fmla="*/ 50 w 97"/>
                <a:gd name="T37" fmla="*/ 69 h 90"/>
                <a:gd name="T38" fmla="*/ 91 w 97"/>
                <a:gd name="T39" fmla="*/ 38 h 90"/>
                <a:gd name="T40" fmla="*/ 50 w 97"/>
                <a:gd name="T41" fmla="*/ 7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7" h="90">
                  <a:moveTo>
                    <a:pt x="4" y="90"/>
                  </a:moveTo>
                  <a:cubicBezTo>
                    <a:pt x="3" y="90"/>
                    <a:pt x="2" y="89"/>
                    <a:pt x="2" y="89"/>
                  </a:cubicBezTo>
                  <a:cubicBezTo>
                    <a:pt x="1" y="88"/>
                    <a:pt x="0" y="87"/>
                    <a:pt x="1" y="85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5" y="52"/>
                    <a:pt x="2" y="45"/>
                    <a:pt x="2" y="38"/>
                  </a:cubicBezTo>
                  <a:cubicBezTo>
                    <a:pt x="2" y="17"/>
                    <a:pt x="24" y="0"/>
                    <a:pt x="50" y="0"/>
                  </a:cubicBezTo>
                  <a:cubicBezTo>
                    <a:pt x="76" y="0"/>
                    <a:pt x="97" y="17"/>
                    <a:pt x="97" y="38"/>
                  </a:cubicBezTo>
                  <a:cubicBezTo>
                    <a:pt x="97" y="58"/>
                    <a:pt x="76" y="75"/>
                    <a:pt x="50" y="75"/>
                  </a:cubicBezTo>
                  <a:cubicBezTo>
                    <a:pt x="44" y="75"/>
                    <a:pt x="37" y="74"/>
                    <a:pt x="32" y="72"/>
                  </a:cubicBezTo>
                  <a:cubicBezTo>
                    <a:pt x="6" y="89"/>
                    <a:pt x="6" y="89"/>
                    <a:pt x="6" y="89"/>
                  </a:cubicBezTo>
                  <a:cubicBezTo>
                    <a:pt x="5" y="89"/>
                    <a:pt x="4" y="90"/>
                    <a:pt x="4" y="90"/>
                  </a:cubicBezTo>
                  <a:close/>
                  <a:moveTo>
                    <a:pt x="50" y="7"/>
                  </a:moveTo>
                  <a:cubicBezTo>
                    <a:pt x="27" y="7"/>
                    <a:pt x="9" y="21"/>
                    <a:pt x="9" y="38"/>
                  </a:cubicBezTo>
                  <a:cubicBezTo>
                    <a:pt x="9" y="44"/>
                    <a:pt x="11" y="50"/>
                    <a:pt x="16" y="55"/>
                  </a:cubicBezTo>
                  <a:cubicBezTo>
                    <a:pt x="17" y="56"/>
                    <a:pt x="17" y="57"/>
                    <a:pt x="17" y="59"/>
                  </a:cubicBezTo>
                  <a:cubicBezTo>
                    <a:pt x="10" y="79"/>
                    <a:pt x="10" y="79"/>
                    <a:pt x="10" y="79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30" y="65"/>
                    <a:pt x="31" y="65"/>
                    <a:pt x="32" y="66"/>
                  </a:cubicBezTo>
                  <a:cubicBezTo>
                    <a:pt x="38" y="68"/>
                    <a:pt x="44" y="69"/>
                    <a:pt x="50" y="69"/>
                  </a:cubicBezTo>
                  <a:cubicBezTo>
                    <a:pt x="73" y="69"/>
                    <a:pt x="91" y="55"/>
                    <a:pt x="91" y="38"/>
                  </a:cubicBezTo>
                  <a:cubicBezTo>
                    <a:pt x="91" y="21"/>
                    <a:pt x="73" y="7"/>
                    <a:pt x="5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Oval 84"/>
            <p:cNvSpPr>
              <a:spLocks noChangeArrowheads="1"/>
            </p:cNvSpPr>
            <p:nvPr/>
          </p:nvSpPr>
          <p:spPr bwMode="auto">
            <a:xfrm>
              <a:off x="5859463" y="2239963"/>
              <a:ext cx="33337" cy="3333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Oval 85"/>
            <p:cNvSpPr>
              <a:spLocks noChangeArrowheads="1"/>
            </p:cNvSpPr>
            <p:nvPr/>
          </p:nvSpPr>
          <p:spPr bwMode="auto">
            <a:xfrm>
              <a:off x="5911850" y="2239963"/>
              <a:ext cx="31750" cy="3333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86"/>
            <p:cNvSpPr>
              <a:spLocks noChangeArrowheads="1"/>
            </p:cNvSpPr>
            <p:nvPr/>
          </p:nvSpPr>
          <p:spPr bwMode="auto">
            <a:xfrm>
              <a:off x="5808663" y="2239963"/>
              <a:ext cx="31750" cy="3333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87"/>
            <p:cNvSpPr>
              <a:spLocks noEditPoints="1"/>
            </p:cNvSpPr>
            <p:nvPr/>
          </p:nvSpPr>
          <p:spPr bwMode="auto">
            <a:xfrm>
              <a:off x="6092825" y="2136775"/>
              <a:ext cx="265112" cy="241300"/>
            </a:xfrm>
            <a:custGeom>
              <a:avLst/>
              <a:gdLst>
                <a:gd name="T0" fmla="*/ 93 w 97"/>
                <a:gd name="T1" fmla="*/ 89 h 89"/>
                <a:gd name="T2" fmla="*/ 91 w 97"/>
                <a:gd name="T3" fmla="*/ 88 h 89"/>
                <a:gd name="T4" fmla="*/ 66 w 97"/>
                <a:gd name="T5" fmla="*/ 72 h 89"/>
                <a:gd name="T6" fmla="*/ 47 w 97"/>
                <a:gd name="T7" fmla="*/ 74 h 89"/>
                <a:gd name="T8" fmla="*/ 0 w 97"/>
                <a:gd name="T9" fmla="*/ 37 h 89"/>
                <a:gd name="T10" fmla="*/ 47 w 97"/>
                <a:gd name="T11" fmla="*/ 0 h 89"/>
                <a:gd name="T12" fmla="*/ 95 w 97"/>
                <a:gd name="T13" fmla="*/ 37 h 89"/>
                <a:gd name="T14" fmla="*/ 87 w 97"/>
                <a:gd name="T15" fmla="*/ 57 h 89"/>
                <a:gd name="T16" fmla="*/ 96 w 97"/>
                <a:gd name="T17" fmla="*/ 85 h 89"/>
                <a:gd name="T18" fmla="*/ 95 w 97"/>
                <a:gd name="T19" fmla="*/ 88 h 89"/>
                <a:gd name="T20" fmla="*/ 93 w 97"/>
                <a:gd name="T21" fmla="*/ 89 h 89"/>
                <a:gd name="T22" fmla="*/ 66 w 97"/>
                <a:gd name="T23" fmla="*/ 65 h 89"/>
                <a:gd name="T24" fmla="*/ 68 w 97"/>
                <a:gd name="T25" fmla="*/ 65 h 89"/>
                <a:gd name="T26" fmla="*/ 87 w 97"/>
                <a:gd name="T27" fmla="*/ 78 h 89"/>
                <a:gd name="T28" fmla="*/ 80 w 97"/>
                <a:gd name="T29" fmla="*/ 58 h 89"/>
                <a:gd name="T30" fmla="*/ 81 w 97"/>
                <a:gd name="T31" fmla="*/ 54 h 89"/>
                <a:gd name="T32" fmla="*/ 88 w 97"/>
                <a:gd name="T33" fmla="*/ 37 h 89"/>
                <a:gd name="T34" fmla="*/ 47 w 97"/>
                <a:gd name="T35" fmla="*/ 6 h 89"/>
                <a:gd name="T36" fmla="*/ 6 w 97"/>
                <a:gd name="T37" fmla="*/ 37 h 89"/>
                <a:gd name="T38" fmla="*/ 47 w 97"/>
                <a:gd name="T39" fmla="*/ 68 h 89"/>
                <a:gd name="T40" fmla="*/ 65 w 97"/>
                <a:gd name="T41" fmla="*/ 65 h 89"/>
                <a:gd name="T42" fmla="*/ 66 w 97"/>
                <a:gd name="T43" fmla="*/ 6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89">
                  <a:moveTo>
                    <a:pt x="93" y="89"/>
                  </a:moveTo>
                  <a:cubicBezTo>
                    <a:pt x="93" y="89"/>
                    <a:pt x="92" y="89"/>
                    <a:pt x="91" y="88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60" y="73"/>
                    <a:pt x="54" y="74"/>
                    <a:pt x="47" y="74"/>
                  </a:cubicBezTo>
                  <a:cubicBezTo>
                    <a:pt x="21" y="74"/>
                    <a:pt x="0" y="58"/>
                    <a:pt x="0" y="37"/>
                  </a:cubicBezTo>
                  <a:cubicBezTo>
                    <a:pt x="0" y="16"/>
                    <a:pt x="21" y="0"/>
                    <a:pt x="47" y="0"/>
                  </a:cubicBezTo>
                  <a:cubicBezTo>
                    <a:pt x="73" y="0"/>
                    <a:pt x="95" y="16"/>
                    <a:pt x="95" y="37"/>
                  </a:cubicBezTo>
                  <a:cubicBezTo>
                    <a:pt x="95" y="44"/>
                    <a:pt x="92" y="51"/>
                    <a:pt x="87" y="57"/>
                  </a:cubicBezTo>
                  <a:cubicBezTo>
                    <a:pt x="96" y="85"/>
                    <a:pt x="96" y="85"/>
                    <a:pt x="96" y="85"/>
                  </a:cubicBezTo>
                  <a:cubicBezTo>
                    <a:pt x="97" y="86"/>
                    <a:pt x="96" y="87"/>
                    <a:pt x="95" y="88"/>
                  </a:cubicBezTo>
                  <a:cubicBezTo>
                    <a:pt x="95" y="89"/>
                    <a:pt x="94" y="89"/>
                    <a:pt x="93" y="89"/>
                  </a:cubicBezTo>
                  <a:close/>
                  <a:moveTo>
                    <a:pt x="66" y="65"/>
                  </a:moveTo>
                  <a:cubicBezTo>
                    <a:pt x="67" y="65"/>
                    <a:pt x="67" y="65"/>
                    <a:pt x="68" y="65"/>
                  </a:cubicBezTo>
                  <a:cubicBezTo>
                    <a:pt x="87" y="78"/>
                    <a:pt x="87" y="78"/>
                    <a:pt x="87" y="78"/>
                  </a:cubicBezTo>
                  <a:cubicBezTo>
                    <a:pt x="80" y="58"/>
                    <a:pt x="80" y="58"/>
                    <a:pt x="80" y="58"/>
                  </a:cubicBezTo>
                  <a:cubicBezTo>
                    <a:pt x="80" y="57"/>
                    <a:pt x="80" y="55"/>
                    <a:pt x="81" y="54"/>
                  </a:cubicBezTo>
                  <a:cubicBezTo>
                    <a:pt x="86" y="49"/>
                    <a:pt x="88" y="43"/>
                    <a:pt x="88" y="37"/>
                  </a:cubicBezTo>
                  <a:cubicBezTo>
                    <a:pt x="88" y="20"/>
                    <a:pt x="70" y="6"/>
                    <a:pt x="47" y="6"/>
                  </a:cubicBezTo>
                  <a:cubicBezTo>
                    <a:pt x="25" y="6"/>
                    <a:pt x="6" y="20"/>
                    <a:pt x="6" y="37"/>
                  </a:cubicBezTo>
                  <a:cubicBezTo>
                    <a:pt x="6" y="54"/>
                    <a:pt x="25" y="68"/>
                    <a:pt x="47" y="68"/>
                  </a:cubicBezTo>
                  <a:cubicBezTo>
                    <a:pt x="53" y="68"/>
                    <a:pt x="59" y="67"/>
                    <a:pt x="65" y="65"/>
                  </a:cubicBezTo>
                  <a:cubicBezTo>
                    <a:pt x="65" y="65"/>
                    <a:pt x="66" y="65"/>
                    <a:pt x="66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Oval 88"/>
            <p:cNvSpPr>
              <a:spLocks noChangeArrowheads="1"/>
            </p:cNvSpPr>
            <p:nvPr/>
          </p:nvSpPr>
          <p:spPr bwMode="auto">
            <a:xfrm>
              <a:off x="6205538" y="2219325"/>
              <a:ext cx="31750" cy="349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89"/>
            <p:cNvSpPr>
              <a:spLocks noChangeArrowheads="1"/>
            </p:cNvSpPr>
            <p:nvPr/>
          </p:nvSpPr>
          <p:spPr bwMode="auto">
            <a:xfrm>
              <a:off x="6153150" y="2219325"/>
              <a:ext cx="33337" cy="349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90"/>
            <p:cNvSpPr>
              <a:spLocks noChangeArrowheads="1"/>
            </p:cNvSpPr>
            <p:nvPr/>
          </p:nvSpPr>
          <p:spPr bwMode="auto">
            <a:xfrm>
              <a:off x="6256338" y="2219325"/>
              <a:ext cx="33337" cy="349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91"/>
            <p:cNvSpPr>
              <a:spLocks noChangeArrowheads="1"/>
            </p:cNvSpPr>
            <p:nvPr/>
          </p:nvSpPr>
          <p:spPr bwMode="auto">
            <a:xfrm>
              <a:off x="6030913" y="2235200"/>
              <a:ext cx="34925" cy="317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92"/>
            <p:cNvSpPr>
              <a:spLocks noEditPoints="1"/>
            </p:cNvSpPr>
            <p:nvPr/>
          </p:nvSpPr>
          <p:spPr bwMode="auto">
            <a:xfrm>
              <a:off x="5949950" y="2151063"/>
              <a:ext cx="203200" cy="203200"/>
            </a:xfrm>
            <a:custGeom>
              <a:avLst/>
              <a:gdLst>
                <a:gd name="T0" fmla="*/ 37 w 75"/>
                <a:gd name="T1" fmla="*/ 75 h 75"/>
                <a:gd name="T2" fmla="*/ 4 w 75"/>
                <a:gd name="T3" fmla="*/ 65 h 75"/>
                <a:gd name="T4" fmla="*/ 3 w 75"/>
                <a:gd name="T5" fmla="*/ 62 h 75"/>
                <a:gd name="T6" fmla="*/ 4 w 75"/>
                <a:gd name="T7" fmla="*/ 60 h 75"/>
                <a:gd name="T8" fmla="*/ 14 w 75"/>
                <a:gd name="T9" fmla="*/ 40 h 75"/>
                <a:gd name="T10" fmla="*/ 2 w 75"/>
                <a:gd name="T11" fmla="*/ 18 h 75"/>
                <a:gd name="T12" fmla="*/ 0 w 75"/>
                <a:gd name="T13" fmla="*/ 15 h 75"/>
                <a:gd name="T14" fmla="*/ 1 w 75"/>
                <a:gd name="T15" fmla="*/ 13 h 75"/>
                <a:gd name="T16" fmla="*/ 37 w 75"/>
                <a:gd name="T17" fmla="*/ 0 h 75"/>
                <a:gd name="T18" fmla="*/ 67 w 75"/>
                <a:gd name="T19" fmla="*/ 9 h 75"/>
                <a:gd name="T20" fmla="*/ 68 w 75"/>
                <a:gd name="T21" fmla="*/ 11 h 75"/>
                <a:gd name="T22" fmla="*/ 67 w 75"/>
                <a:gd name="T23" fmla="*/ 14 h 75"/>
                <a:gd name="T24" fmla="*/ 67 w 75"/>
                <a:gd name="T25" fmla="*/ 14 h 75"/>
                <a:gd name="T26" fmla="*/ 65 w 75"/>
                <a:gd name="T27" fmla="*/ 16 h 75"/>
                <a:gd name="T28" fmla="*/ 63 w 75"/>
                <a:gd name="T29" fmla="*/ 19 h 75"/>
                <a:gd name="T30" fmla="*/ 59 w 75"/>
                <a:gd name="T31" fmla="*/ 32 h 75"/>
                <a:gd name="T32" fmla="*/ 67 w 75"/>
                <a:gd name="T33" fmla="*/ 50 h 75"/>
                <a:gd name="T34" fmla="*/ 68 w 75"/>
                <a:gd name="T35" fmla="*/ 51 h 75"/>
                <a:gd name="T36" fmla="*/ 74 w 75"/>
                <a:gd name="T37" fmla="*/ 56 h 75"/>
                <a:gd name="T38" fmla="*/ 75 w 75"/>
                <a:gd name="T39" fmla="*/ 58 h 75"/>
                <a:gd name="T40" fmla="*/ 74 w 75"/>
                <a:gd name="T41" fmla="*/ 61 h 75"/>
                <a:gd name="T42" fmla="*/ 37 w 75"/>
                <a:gd name="T43" fmla="*/ 75 h 75"/>
                <a:gd name="T44" fmla="*/ 11 w 75"/>
                <a:gd name="T45" fmla="*/ 62 h 75"/>
                <a:gd name="T46" fmla="*/ 37 w 75"/>
                <a:gd name="T47" fmla="*/ 68 h 75"/>
                <a:gd name="T48" fmla="*/ 67 w 75"/>
                <a:gd name="T49" fmla="*/ 59 h 75"/>
                <a:gd name="T50" fmla="*/ 64 w 75"/>
                <a:gd name="T51" fmla="*/ 56 h 75"/>
                <a:gd name="T52" fmla="*/ 62 w 75"/>
                <a:gd name="T53" fmla="*/ 55 h 75"/>
                <a:gd name="T54" fmla="*/ 53 w 75"/>
                <a:gd name="T55" fmla="*/ 32 h 75"/>
                <a:gd name="T56" fmla="*/ 58 w 75"/>
                <a:gd name="T57" fmla="*/ 16 h 75"/>
                <a:gd name="T58" fmla="*/ 60 w 75"/>
                <a:gd name="T59" fmla="*/ 12 h 75"/>
                <a:gd name="T60" fmla="*/ 60 w 75"/>
                <a:gd name="T61" fmla="*/ 12 h 75"/>
                <a:gd name="T62" fmla="*/ 37 w 75"/>
                <a:gd name="T63" fmla="*/ 7 h 75"/>
                <a:gd name="T64" fmla="*/ 9 w 75"/>
                <a:gd name="T65" fmla="*/ 15 h 75"/>
                <a:gd name="T66" fmla="*/ 20 w 75"/>
                <a:gd name="T67" fmla="*/ 40 h 75"/>
                <a:gd name="T68" fmla="*/ 11 w 75"/>
                <a:gd name="T69" fmla="*/ 6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5" h="75">
                  <a:moveTo>
                    <a:pt x="37" y="75"/>
                  </a:moveTo>
                  <a:cubicBezTo>
                    <a:pt x="25" y="75"/>
                    <a:pt x="13" y="71"/>
                    <a:pt x="4" y="65"/>
                  </a:cubicBezTo>
                  <a:cubicBezTo>
                    <a:pt x="4" y="64"/>
                    <a:pt x="3" y="63"/>
                    <a:pt x="3" y="62"/>
                  </a:cubicBezTo>
                  <a:cubicBezTo>
                    <a:pt x="3" y="61"/>
                    <a:pt x="3" y="60"/>
                    <a:pt x="4" y="60"/>
                  </a:cubicBezTo>
                  <a:cubicBezTo>
                    <a:pt x="10" y="54"/>
                    <a:pt x="14" y="47"/>
                    <a:pt x="14" y="40"/>
                  </a:cubicBezTo>
                  <a:cubicBezTo>
                    <a:pt x="14" y="31"/>
                    <a:pt x="10" y="24"/>
                    <a:pt x="2" y="18"/>
                  </a:cubicBezTo>
                  <a:cubicBezTo>
                    <a:pt x="1" y="17"/>
                    <a:pt x="0" y="16"/>
                    <a:pt x="0" y="15"/>
                  </a:cubicBezTo>
                  <a:cubicBezTo>
                    <a:pt x="0" y="14"/>
                    <a:pt x="1" y="13"/>
                    <a:pt x="1" y="13"/>
                  </a:cubicBezTo>
                  <a:cubicBezTo>
                    <a:pt x="10" y="5"/>
                    <a:pt x="23" y="0"/>
                    <a:pt x="37" y="0"/>
                  </a:cubicBezTo>
                  <a:cubicBezTo>
                    <a:pt x="48" y="0"/>
                    <a:pt x="58" y="3"/>
                    <a:pt x="67" y="9"/>
                  </a:cubicBezTo>
                  <a:cubicBezTo>
                    <a:pt x="68" y="9"/>
                    <a:pt x="68" y="10"/>
                    <a:pt x="68" y="11"/>
                  </a:cubicBezTo>
                  <a:cubicBezTo>
                    <a:pt x="68" y="12"/>
                    <a:pt x="68" y="13"/>
                    <a:pt x="67" y="14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66" y="15"/>
                    <a:pt x="66" y="15"/>
                    <a:pt x="65" y="16"/>
                  </a:cubicBezTo>
                  <a:cubicBezTo>
                    <a:pt x="64" y="17"/>
                    <a:pt x="64" y="18"/>
                    <a:pt x="63" y="19"/>
                  </a:cubicBezTo>
                  <a:cubicBezTo>
                    <a:pt x="61" y="23"/>
                    <a:pt x="59" y="27"/>
                    <a:pt x="59" y="32"/>
                  </a:cubicBezTo>
                  <a:cubicBezTo>
                    <a:pt x="59" y="39"/>
                    <a:pt x="62" y="45"/>
                    <a:pt x="67" y="50"/>
                  </a:cubicBezTo>
                  <a:cubicBezTo>
                    <a:pt x="67" y="51"/>
                    <a:pt x="68" y="51"/>
                    <a:pt x="68" y="51"/>
                  </a:cubicBezTo>
                  <a:cubicBezTo>
                    <a:pt x="70" y="53"/>
                    <a:pt x="72" y="54"/>
                    <a:pt x="74" y="56"/>
                  </a:cubicBezTo>
                  <a:cubicBezTo>
                    <a:pt x="75" y="56"/>
                    <a:pt x="75" y="57"/>
                    <a:pt x="75" y="58"/>
                  </a:cubicBezTo>
                  <a:cubicBezTo>
                    <a:pt x="75" y="59"/>
                    <a:pt x="75" y="60"/>
                    <a:pt x="74" y="61"/>
                  </a:cubicBezTo>
                  <a:cubicBezTo>
                    <a:pt x="65" y="70"/>
                    <a:pt x="52" y="75"/>
                    <a:pt x="37" y="75"/>
                  </a:cubicBezTo>
                  <a:close/>
                  <a:moveTo>
                    <a:pt x="11" y="62"/>
                  </a:moveTo>
                  <a:cubicBezTo>
                    <a:pt x="19" y="66"/>
                    <a:pt x="28" y="68"/>
                    <a:pt x="37" y="68"/>
                  </a:cubicBezTo>
                  <a:cubicBezTo>
                    <a:pt x="48" y="68"/>
                    <a:pt x="59" y="65"/>
                    <a:pt x="67" y="59"/>
                  </a:cubicBezTo>
                  <a:cubicBezTo>
                    <a:pt x="66" y="58"/>
                    <a:pt x="65" y="57"/>
                    <a:pt x="64" y="56"/>
                  </a:cubicBezTo>
                  <a:cubicBezTo>
                    <a:pt x="63" y="56"/>
                    <a:pt x="63" y="55"/>
                    <a:pt x="62" y="55"/>
                  </a:cubicBezTo>
                  <a:cubicBezTo>
                    <a:pt x="56" y="48"/>
                    <a:pt x="53" y="40"/>
                    <a:pt x="53" y="32"/>
                  </a:cubicBezTo>
                  <a:cubicBezTo>
                    <a:pt x="53" y="26"/>
                    <a:pt x="54" y="21"/>
                    <a:pt x="58" y="16"/>
                  </a:cubicBezTo>
                  <a:cubicBezTo>
                    <a:pt x="58" y="14"/>
                    <a:pt x="59" y="13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53" y="9"/>
                    <a:pt x="45" y="7"/>
                    <a:pt x="37" y="7"/>
                  </a:cubicBezTo>
                  <a:cubicBezTo>
                    <a:pt x="26" y="7"/>
                    <a:pt x="16" y="10"/>
                    <a:pt x="9" y="15"/>
                  </a:cubicBezTo>
                  <a:cubicBezTo>
                    <a:pt x="16" y="22"/>
                    <a:pt x="20" y="31"/>
                    <a:pt x="20" y="40"/>
                  </a:cubicBezTo>
                  <a:cubicBezTo>
                    <a:pt x="20" y="48"/>
                    <a:pt x="17" y="55"/>
                    <a:pt x="1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93"/>
            <p:cNvSpPr>
              <a:spLocks/>
            </p:cNvSpPr>
            <p:nvPr/>
          </p:nvSpPr>
          <p:spPr bwMode="auto">
            <a:xfrm>
              <a:off x="6083300" y="2235200"/>
              <a:ext cx="23812" cy="31750"/>
            </a:xfrm>
            <a:custGeom>
              <a:avLst/>
              <a:gdLst>
                <a:gd name="T0" fmla="*/ 7 w 9"/>
                <a:gd name="T1" fmla="*/ 12 h 12"/>
                <a:gd name="T2" fmla="*/ 9 w 9"/>
                <a:gd name="T3" fmla="*/ 11 h 12"/>
                <a:gd name="T4" fmla="*/ 7 w 9"/>
                <a:gd name="T5" fmla="*/ 1 h 12"/>
                <a:gd name="T6" fmla="*/ 7 w 9"/>
                <a:gd name="T7" fmla="*/ 0 h 12"/>
                <a:gd name="T8" fmla="*/ 7 w 9"/>
                <a:gd name="T9" fmla="*/ 0 h 12"/>
                <a:gd name="T10" fmla="*/ 0 w 9"/>
                <a:gd name="T11" fmla="*/ 6 h 12"/>
                <a:gd name="T12" fmla="*/ 7 w 9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2">
                  <a:moveTo>
                    <a:pt x="7" y="12"/>
                  </a:moveTo>
                  <a:cubicBezTo>
                    <a:pt x="7" y="12"/>
                    <a:pt x="8" y="12"/>
                    <a:pt x="9" y="11"/>
                  </a:cubicBezTo>
                  <a:cubicBezTo>
                    <a:pt x="8" y="8"/>
                    <a:pt x="7" y="5"/>
                    <a:pt x="7" y="1"/>
                  </a:cubicBezTo>
                  <a:cubicBezTo>
                    <a:pt x="7" y="1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94"/>
            <p:cNvSpPr>
              <a:spLocks/>
            </p:cNvSpPr>
            <p:nvPr/>
          </p:nvSpPr>
          <p:spPr bwMode="auto">
            <a:xfrm>
              <a:off x="5992813" y="2235200"/>
              <a:ext cx="22225" cy="31750"/>
            </a:xfrm>
            <a:custGeom>
              <a:avLst/>
              <a:gdLst>
                <a:gd name="T0" fmla="*/ 2 w 8"/>
                <a:gd name="T1" fmla="*/ 0 h 12"/>
                <a:gd name="T2" fmla="*/ 0 w 8"/>
                <a:gd name="T3" fmla="*/ 0 h 12"/>
                <a:gd name="T4" fmla="*/ 1 w 8"/>
                <a:gd name="T5" fmla="*/ 9 h 12"/>
                <a:gd name="T6" fmla="*/ 1 w 8"/>
                <a:gd name="T7" fmla="*/ 12 h 12"/>
                <a:gd name="T8" fmla="*/ 2 w 8"/>
                <a:gd name="T9" fmla="*/ 12 h 12"/>
                <a:gd name="T10" fmla="*/ 8 w 8"/>
                <a:gd name="T11" fmla="*/ 6 h 12"/>
                <a:gd name="T12" fmla="*/ 2 w 8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2">
                  <a:moveTo>
                    <a:pt x="2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3"/>
                    <a:pt x="1" y="6"/>
                    <a:pt x="1" y="9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1" y="12"/>
                    <a:pt x="1" y="12"/>
                    <a:pt x="2" y="12"/>
                  </a:cubicBezTo>
                  <a:cubicBezTo>
                    <a:pt x="5" y="12"/>
                    <a:pt x="8" y="9"/>
                    <a:pt x="8" y="6"/>
                  </a:cubicBezTo>
                  <a:cubicBezTo>
                    <a:pt x="8" y="3"/>
                    <a:pt x="5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2809106" y="3013723"/>
            <a:ext cx="350020" cy="306560"/>
            <a:chOff x="5784851" y="3184525"/>
            <a:chExt cx="473075" cy="414338"/>
          </a:xfrm>
          <a:solidFill>
            <a:schemeClr val="accent2"/>
          </a:solidFill>
        </p:grpSpPr>
        <p:sp>
          <p:nvSpPr>
            <p:cNvPr id="100" name="Freeform 315"/>
            <p:cNvSpPr>
              <a:spLocks/>
            </p:cNvSpPr>
            <p:nvPr/>
          </p:nvSpPr>
          <p:spPr bwMode="auto">
            <a:xfrm>
              <a:off x="5784851" y="3184525"/>
              <a:ext cx="117475" cy="190500"/>
            </a:xfrm>
            <a:custGeom>
              <a:avLst/>
              <a:gdLst>
                <a:gd name="T0" fmla="*/ 14 w 43"/>
                <a:gd name="T1" fmla="*/ 70 h 70"/>
                <a:gd name="T2" fmla="*/ 0 w 43"/>
                <a:gd name="T3" fmla="*/ 55 h 70"/>
                <a:gd name="T4" fmla="*/ 0 w 43"/>
                <a:gd name="T5" fmla="*/ 47 h 70"/>
                <a:gd name="T6" fmla="*/ 2 w 43"/>
                <a:gd name="T7" fmla="*/ 44 h 70"/>
                <a:gd name="T8" fmla="*/ 14 w 43"/>
                <a:gd name="T9" fmla="*/ 44 h 70"/>
                <a:gd name="T10" fmla="*/ 17 w 43"/>
                <a:gd name="T11" fmla="*/ 47 h 70"/>
                <a:gd name="T12" fmla="*/ 14 w 43"/>
                <a:gd name="T13" fmla="*/ 50 h 70"/>
                <a:gd name="T14" fmla="*/ 5 w 43"/>
                <a:gd name="T15" fmla="*/ 50 h 70"/>
                <a:gd name="T16" fmla="*/ 5 w 43"/>
                <a:gd name="T17" fmla="*/ 55 h 70"/>
                <a:gd name="T18" fmla="*/ 14 w 43"/>
                <a:gd name="T19" fmla="*/ 64 h 70"/>
                <a:gd name="T20" fmla="*/ 24 w 43"/>
                <a:gd name="T21" fmla="*/ 55 h 70"/>
                <a:gd name="T22" fmla="*/ 24 w 43"/>
                <a:gd name="T23" fmla="*/ 17 h 70"/>
                <a:gd name="T24" fmla="*/ 41 w 43"/>
                <a:gd name="T25" fmla="*/ 0 h 70"/>
                <a:gd name="T26" fmla="*/ 43 w 43"/>
                <a:gd name="T27" fmla="*/ 3 h 70"/>
                <a:gd name="T28" fmla="*/ 41 w 43"/>
                <a:gd name="T29" fmla="*/ 6 h 70"/>
                <a:gd name="T30" fmla="*/ 29 w 43"/>
                <a:gd name="T31" fmla="*/ 17 h 70"/>
                <a:gd name="T32" fmla="*/ 29 w 43"/>
                <a:gd name="T33" fmla="*/ 55 h 70"/>
                <a:gd name="T34" fmla="*/ 14 w 43"/>
                <a:gd name="T35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3" h="70">
                  <a:moveTo>
                    <a:pt x="14" y="70"/>
                  </a:moveTo>
                  <a:cubicBezTo>
                    <a:pt x="6" y="70"/>
                    <a:pt x="0" y="63"/>
                    <a:pt x="0" y="5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6"/>
                    <a:pt x="1" y="44"/>
                    <a:pt x="2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6" y="44"/>
                    <a:pt x="17" y="46"/>
                    <a:pt x="17" y="47"/>
                  </a:cubicBezTo>
                  <a:cubicBezTo>
                    <a:pt x="17" y="49"/>
                    <a:pt x="16" y="50"/>
                    <a:pt x="1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5" y="60"/>
                    <a:pt x="9" y="64"/>
                    <a:pt x="14" y="64"/>
                  </a:cubicBezTo>
                  <a:cubicBezTo>
                    <a:pt x="20" y="64"/>
                    <a:pt x="24" y="60"/>
                    <a:pt x="24" y="55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8"/>
                    <a:pt x="31" y="0"/>
                    <a:pt x="41" y="0"/>
                  </a:cubicBezTo>
                  <a:cubicBezTo>
                    <a:pt x="42" y="0"/>
                    <a:pt x="43" y="2"/>
                    <a:pt x="43" y="3"/>
                  </a:cubicBezTo>
                  <a:cubicBezTo>
                    <a:pt x="43" y="5"/>
                    <a:pt x="42" y="6"/>
                    <a:pt x="41" y="6"/>
                  </a:cubicBezTo>
                  <a:cubicBezTo>
                    <a:pt x="34" y="6"/>
                    <a:pt x="29" y="11"/>
                    <a:pt x="29" y="17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9" y="63"/>
                    <a:pt x="23" y="70"/>
                    <a:pt x="14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316"/>
            <p:cNvSpPr>
              <a:spLocks/>
            </p:cNvSpPr>
            <p:nvPr/>
          </p:nvSpPr>
          <p:spPr bwMode="auto">
            <a:xfrm>
              <a:off x="5818188" y="3359150"/>
              <a:ext cx="122238" cy="15875"/>
            </a:xfrm>
            <a:custGeom>
              <a:avLst/>
              <a:gdLst>
                <a:gd name="T0" fmla="*/ 42 w 45"/>
                <a:gd name="T1" fmla="*/ 6 h 6"/>
                <a:gd name="T2" fmla="*/ 2 w 45"/>
                <a:gd name="T3" fmla="*/ 6 h 6"/>
                <a:gd name="T4" fmla="*/ 0 w 45"/>
                <a:gd name="T5" fmla="*/ 3 h 6"/>
                <a:gd name="T6" fmla="*/ 2 w 45"/>
                <a:gd name="T7" fmla="*/ 0 h 6"/>
                <a:gd name="T8" fmla="*/ 42 w 45"/>
                <a:gd name="T9" fmla="*/ 0 h 6"/>
                <a:gd name="T10" fmla="*/ 45 w 45"/>
                <a:gd name="T11" fmla="*/ 3 h 6"/>
                <a:gd name="T12" fmla="*/ 42 w 45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6">
                  <a:moveTo>
                    <a:pt x="42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5" y="3"/>
                  </a:cubicBezTo>
                  <a:cubicBezTo>
                    <a:pt x="45" y="4"/>
                    <a:pt x="44" y="6"/>
                    <a:pt x="42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317"/>
            <p:cNvSpPr>
              <a:spLocks/>
            </p:cNvSpPr>
            <p:nvPr/>
          </p:nvSpPr>
          <p:spPr bwMode="auto">
            <a:xfrm>
              <a:off x="5888038" y="3184525"/>
              <a:ext cx="319088" cy="414338"/>
            </a:xfrm>
            <a:custGeom>
              <a:avLst/>
              <a:gdLst>
                <a:gd name="T0" fmla="*/ 114 w 117"/>
                <a:gd name="T1" fmla="*/ 153 h 153"/>
                <a:gd name="T2" fmla="*/ 16 w 117"/>
                <a:gd name="T3" fmla="*/ 153 h 153"/>
                <a:gd name="T4" fmla="*/ 13 w 117"/>
                <a:gd name="T5" fmla="*/ 150 h 153"/>
                <a:gd name="T6" fmla="*/ 13 w 117"/>
                <a:gd name="T7" fmla="*/ 17 h 153"/>
                <a:gd name="T8" fmla="*/ 3 w 117"/>
                <a:gd name="T9" fmla="*/ 6 h 153"/>
                <a:gd name="T10" fmla="*/ 0 w 117"/>
                <a:gd name="T11" fmla="*/ 3 h 153"/>
                <a:gd name="T12" fmla="*/ 3 w 117"/>
                <a:gd name="T13" fmla="*/ 0 h 153"/>
                <a:gd name="T14" fmla="*/ 100 w 117"/>
                <a:gd name="T15" fmla="*/ 0 h 153"/>
                <a:gd name="T16" fmla="*/ 117 w 117"/>
                <a:gd name="T17" fmla="*/ 17 h 153"/>
                <a:gd name="T18" fmla="*/ 117 w 117"/>
                <a:gd name="T19" fmla="*/ 33 h 153"/>
                <a:gd name="T20" fmla="*/ 114 w 117"/>
                <a:gd name="T21" fmla="*/ 36 h 153"/>
                <a:gd name="T22" fmla="*/ 111 w 117"/>
                <a:gd name="T23" fmla="*/ 33 h 153"/>
                <a:gd name="T24" fmla="*/ 111 w 117"/>
                <a:gd name="T25" fmla="*/ 17 h 153"/>
                <a:gd name="T26" fmla="*/ 100 w 117"/>
                <a:gd name="T27" fmla="*/ 6 h 153"/>
                <a:gd name="T28" fmla="*/ 15 w 117"/>
                <a:gd name="T29" fmla="*/ 6 h 153"/>
                <a:gd name="T30" fmla="*/ 19 w 117"/>
                <a:gd name="T31" fmla="*/ 17 h 153"/>
                <a:gd name="T32" fmla="*/ 19 w 117"/>
                <a:gd name="T33" fmla="*/ 147 h 153"/>
                <a:gd name="T34" fmla="*/ 111 w 117"/>
                <a:gd name="T35" fmla="*/ 147 h 153"/>
                <a:gd name="T36" fmla="*/ 111 w 117"/>
                <a:gd name="T37" fmla="*/ 119 h 153"/>
                <a:gd name="T38" fmla="*/ 114 w 117"/>
                <a:gd name="T39" fmla="*/ 116 h 153"/>
                <a:gd name="T40" fmla="*/ 117 w 117"/>
                <a:gd name="T41" fmla="*/ 119 h 153"/>
                <a:gd name="T42" fmla="*/ 117 w 117"/>
                <a:gd name="T43" fmla="*/ 150 h 153"/>
                <a:gd name="T44" fmla="*/ 114 w 117"/>
                <a:gd name="T45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7" h="153">
                  <a:moveTo>
                    <a:pt x="114" y="153"/>
                  </a:moveTo>
                  <a:cubicBezTo>
                    <a:pt x="16" y="153"/>
                    <a:pt x="16" y="153"/>
                    <a:pt x="16" y="153"/>
                  </a:cubicBezTo>
                  <a:cubicBezTo>
                    <a:pt x="15" y="153"/>
                    <a:pt x="13" y="151"/>
                    <a:pt x="13" y="150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1"/>
                    <a:pt x="9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10" y="0"/>
                    <a:pt x="117" y="8"/>
                    <a:pt x="117" y="17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5"/>
                    <a:pt x="116" y="36"/>
                    <a:pt x="114" y="36"/>
                  </a:cubicBezTo>
                  <a:cubicBezTo>
                    <a:pt x="113" y="36"/>
                    <a:pt x="111" y="35"/>
                    <a:pt x="111" y="33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1"/>
                    <a:pt x="107" y="6"/>
                    <a:pt x="100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8" y="9"/>
                    <a:pt x="19" y="13"/>
                    <a:pt x="19" y="1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11" y="119"/>
                    <a:pt x="111" y="119"/>
                    <a:pt x="111" y="119"/>
                  </a:cubicBezTo>
                  <a:cubicBezTo>
                    <a:pt x="111" y="118"/>
                    <a:pt x="113" y="116"/>
                    <a:pt x="114" y="116"/>
                  </a:cubicBezTo>
                  <a:cubicBezTo>
                    <a:pt x="116" y="116"/>
                    <a:pt x="117" y="118"/>
                    <a:pt x="117" y="119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1"/>
                    <a:pt x="116" y="153"/>
                    <a:pt x="114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319"/>
            <p:cNvSpPr>
              <a:spLocks/>
            </p:cNvSpPr>
            <p:nvPr/>
          </p:nvSpPr>
          <p:spPr bwMode="auto">
            <a:xfrm>
              <a:off x="5983288" y="3533775"/>
              <a:ext cx="90488" cy="17463"/>
            </a:xfrm>
            <a:custGeom>
              <a:avLst/>
              <a:gdLst>
                <a:gd name="T0" fmla="*/ 30 w 33"/>
                <a:gd name="T1" fmla="*/ 6 h 6"/>
                <a:gd name="T2" fmla="*/ 3 w 33"/>
                <a:gd name="T3" fmla="*/ 6 h 6"/>
                <a:gd name="T4" fmla="*/ 0 w 33"/>
                <a:gd name="T5" fmla="*/ 3 h 6"/>
                <a:gd name="T6" fmla="*/ 3 w 33"/>
                <a:gd name="T7" fmla="*/ 0 h 6"/>
                <a:gd name="T8" fmla="*/ 30 w 33"/>
                <a:gd name="T9" fmla="*/ 0 h 6"/>
                <a:gd name="T10" fmla="*/ 33 w 33"/>
                <a:gd name="T11" fmla="*/ 3 h 6"/>
                <a:gd name="T12" fmla="*/ 30 w 33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6">
                  <a:moveTo>
                    <a:pt x="30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3" y="1"/>
                    <a:pt x="33" y="3"/>
                  </a:cubicBezTo>
                  <a:cubicBezTo>
                    <a:pt x="33" y="4"/>
                    <a:pt x="32" y="6"/>
                    <a:pt x="3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320"/>
            <p:cNvSpPr>
              <a:spLocks noEditPoints="1"/>
            </p:cNvSpPr>
            <p:nvPr/>
          </p:nvSpPr>
          <p:spPr bwMode="auto">
            <a:xfrm>
              <a:off x="6115051" y="3298825"/>
              <a:ext cx="134938" cy="234950"/>
            </a:xfrm>
            <a:custGeom>
              <a:avLst/>
              <a:gdLst>
                <a:gd name="T0" fmla="*/ 11 w 50"/>
                <a:gd name="T1" fmla="*/ 87 h 87"/>
                <a:gd name="T2" fmla="*/ 8 w 50"/>
                <a:gd name="T3" fmla="*/ 86 h 87"/>
                <a:gd name="T4" fmla="*/ 2 w 50"/>
                <a:gd name="T5" fmla="*/ 73 h 87"/>
                <a:gd name="T6" fmla="*/ 32 w 50"/>
                <a:gd name="T7" fmla="*/ 2 h 87"/>
                <a:gd name="T8" fmla="*/ 33 w 50"/>
                <a:gd name="T9" fmla="*/ 1 h 87"/>
                <a:gd name="T10" fmla="*/ 35 w 50"/>
                <a:gd name="T11" fmla="*/ 1 h 87"/>
                <a:gd name="T12" fmla="*/ 48 w 50"/>
                <a:gd name="T13" fmla="*/ 6 h 87"/>
                <a:gd name="T14" fmla="*/ 49 w 50"/>
                <a:gd name="T15" fmla="*/ 10 h 87"/>
                <a:gd name="T16" fmla="*/ 20 w 50"/>
                <a:gd name="T17" fmla="*/ 81 h 87"/>
                <a:gd name="T18" fmla="*/ 11 w 50"/>
                <a:gd name="T19" fmla="*/ 87 h 87"/>
                <a:gd name="T20" fmla="*/ 36 w 50"/>
                <a:gd name="T21" fmla="*/ 7 h 87"/>
                <a:gd name="T22" fmla="*/ 8 w 50"/>
                <a:gd name="T23" fmla="*/ 76 h 87"/>
                <a:gd name="T24" fmla="*/ 10 w 50"/>
                <a:gd name="T25" fmla="*/ 81 h 87"/>
                <a:gd name="T26" fmla="*/ 15 w 50"/>
                <a:gd name="T27" fmla="*/ 79 h 87"/>
                <a:gd name="T28" fmla="*/ 43 w 50"/>
                <a:gd name="T29" fmla="*/ 10 h 87"/>
                <a:gd name="T30" fmla="*/ 36 w 50"/>
                <a:gd name="T31" fmla="*/ 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0" h="87">
                  <a:moveTo>
                    <a:pt x="11" y="87"/>
                  </a:moveTo>
                  <a:cubicBezTo>
                    <a:pt x="10" y="87"/>
                    <a:pt x="9" y="87"/>
                    <a:pt x="8" y="86"/>
                  </a:cubicBezTo>
                  <a:cubicBezTo>
                    <a:pt x="3" y="84"/>
                    <a:pt x="0" y="78"/>
                    <a:pt x="2" y="73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2"/>
                    <a:pt x="32" y="1"/>
                    <a:pt x="33" y="1"/>
                  </a:cubicBezTo>
                  <a:cubicBezTo>
                    <a:pt x="34" y="0"/>
                    <a:pt x="35" y="0"/>
                    <a:pt x="35" y="1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7"/>
                    <a:pt x="50" y="8"/>
                    <a:pt x="49" y="10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19" y="85"/>
                    <a:pt x="15" y="87"/>
                    <a:pt x="11" y="87"/>
                  </a:cubicBezTo>
                  <a:close/>
                  <a:moveTo>
                    <a:pt x="36" y="7"/>
                  </a:moveTo>
                  <a:cubicBezTo>
                    <a:pt x="8" y="76"/>
                    <a:pt x="8" y="76"/>
                    <a:pt x="8" y="76"/>
                  </a:cubicBezTo>
                  <a:cubicBezTo>
                    <a:pt x="7" y="78"/>
                    <a:pt x="8" y="80"/>
                    <a:pt x="10" y="81"/>
                  </a:cubicBezTo>
                  <a:cubicBezTo>
                    <a:pt x="12" y="82"/>
                    <a:pt x="14" y="81"/>
                    <a:pt x="15" y="79"/>
                  </a:cubicBezTo>
                  <a:cubicBezTo>
                    <a:pt x="43" y="10"/>
                    <a:pt x="43" y="10"/>
                    <a:pt x="43" y="10"/>
                  </a:cubicBezTo>
                  <a:lnTo>
                    <a:pt x="36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321"/>
            <p:cNvSpPr>
              <a:spLocks/>
            </p:cNvSpPr>
            <p:nvPr/>
          </p:nvSpPr>
          <p:spPr bwMode="auto">
            <a:xfrm>
              <a:off x="6122988" y="3516313"/>
              <a:ext cx="23813" cy="34925"/>
            </a:xfrm>
            <a:custGeom>
              <a:avLst/>
              <a:gdLst>
                <a:gd name="T0" fmla="*/ 3 w 9"/>
                <a:gd name="T1" fmla="*/ 13 h 13"/>
                <a:gd name="T2" fmla="*/ 2 w 9"/>
                <a:gd name="T3" fmla="*/ 12 h 13"/>
                <a:gd name="T4" fmla="*/ 0 w 9"/>
                <a:gd name="T5" fmla="*/ 9 h 13"/>
                <a:gd name="T6" fmla="*/ 3 w 9"/>
                <a:gd name="T7" fmla="*/ 2 h 13"/>
                <a:gd name="T8" fmla="*/ 7 w 9"/>
                <a:gd name="T9" fmla="*/ 1 h 13"/>
                <a:gd name="T10" fmla="*/ 8 w 9"/>
                <a:gd name="T11" fmla="*/ 4 h 13"/>
                <a:gd name="T12" fmla="*/ 6 w 9"/>
                <a:gd name="T13" fmla="*/ 11 h 13"/>
                <a:gd name="T14" fmla="*/ 3 w 9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3">
                  <a:moveTo>
                    <a:pt x="3" y="13"/>
                  </a:moveTo>
                  <a:cubicBezTo>
                    <a:pt x="3" y="13"/>
                    <a:pt x="2" y="13"/>
                    <a:pt x="2" y="12"/>
                  </a:cubicBezTo>
                  <a:cubicBezTo>
                    <a:pt x="1" y="12"/>
                    <a:pt x="0" y="10"/>
                    <a:pt x="0" y="9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1"/>
                    <a:pt x="5" y="0"/>
                    <a:pt x="7" y="1"/>
                  </a:cubicBezTo>
                  <a:cubicBezTo>
                    <a:pt x="8" y="1"/>
                    <a:pt x="9" y="3"/>
                    <a:pt x="8" y="4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2"/>
                    <a:pt x="4" y="13"/>
                    <a:pt x="3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322"/>
            <p:cNvSpPr>
              <a:spLocks noEditPoints="1"/>
            </p:cNvSpPr>
            <p:nvPr/>
          </p:nvSpPr>
          <p:spPr bwMode="auto">
            <a:xfrm>
              <a:off x="6203951" y="3271838"/>
              <a:ext cx="52388" cy="57150"/>
            </a:xfrm>
            <a:custGeom>
              <a:avLst/>
              <a:gdLst>
                <a:gd name="T0" fmla="*/ 12 w 19"/>
                <a:gd name="T1" fmla="*/ 21 h 21"/>
                <a:gd name="T2" fmla="*/ 11 w 19"/>
                <a:gd name="T3" fmla="*/ 20 h 21"/>
                <a:gd name="T4" fmla="*/ 2 w 19"/>
                <a:gd name="T5" fmla="*/ 17 h 21"/>
                <a:gd name="T6" fmla="*/ 1 w 19"/>
                <a:gd name="T7" fmla="*/ 13 h 21"/>
                <a:gd name="T8" fmla="*/ 4 w 19"/>
                <a:gd name="T9" fmla="*/ 5 h 21"/>
                <a:gd name="T10" fmla="*/ 8 w 19"/>
                <a:gd name="T11" fmla="*/ 1 h 21"/>
                <a:gd name="T12" fmla="*/ 14 w 19"/>
                <a:gd name="T13" fmla="*/ 1 h 21"/>
                <a:gd name="T14" fmla="*/ 18 w 19"/>
                <a:gd name="T15" fmla="*/ 10 h 21"/>
                <a:gd name="T16" fmla="*/ 14 w 19"/>
                <a:gd name="T17" fmla="*/ 19 h 21"/>
                <a:gd name="T18" fmla="*/ 13 w 19"/>
                <a:gd name="T19" fmla="*/ 20 h 21"/>
                <a:gd name="T20" fmla="*/ 12 w 19"/>
                <a:gd name="T21" fmla="*/ 21 h 21"/>
                <a:gd name="T22" fmla="*/ 7 w 19"/>
                <a:gd name="T23" fmla="*/ 13 h 21"/>
                <a:gd name="T24" fmla="*/ 10 w 19"/>
                <a:gd name="T25" fmla="*/ 14 h 21"/>
                <a:gd name="T26" fmla="*/ 13 w 19"/>
                <a:gd name="T27" fmla="*/ 8 h 21"/>
                <a:gd name="T28" fmla="*/ 12 w 19"/>
                <a:gd name="T29" fmla="*/ 6 h 21"/>
                <a:gd name="T30" fmla="*/ 11 w 19"/>
                <a:gd name="T31" fmla="*/ 6 h 21"/>
                <a:gd name="T32" fmla="*/ 10 w 19"/>
                <a:gd name="T33" fmla="*/ 7 h 21"/>
                <a:gd name="T34" fmla="*/ 7 w 19"/>
                <a:gd name="T35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" h="21">
                  <a:moveTo>
                    <a:pt x="12" y="21"/>
                  </a:moveTo>
                  <a:cubicBezTo>
                    <a:pt x="11" y="21"/>
                    <a:pt x="11" y="20"/>
                    <a:pt x="11" y="20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6"/>
                    <a:pt x="0" y="15"/>
                    <a:pt x="1" y="13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3"/>
                    <a:pt x="7" y="1"/>
                    <a:pt x="8" y="1"/>
                  </a:cubicBezTo>
                  <a:cubicBezTo>
                    <a:pt x="10" y="0"/>
                    <a:pt x="12" y="0"/>
                    <a:pt x="14" y="1"/>
                  </a:cubicBezTo>
                  <a:cubicBezTo>
                    <a:pt x="18" y="2"/>
                    <a:pt x="19" y="6"/>
                    <a:pt x="18" y="1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3" y="20"/>
                    <a:pt x="13" y="20"/>
                  </a:cubicBezTo>
                  <a:cubicBezTo>
                    <a:pt x="12" y="20"/>
                    <a:pt x="12" y="21"/>
                    <a:pt x="12" y="21"/>
                  </a:cubicBezTo>
                  <a:close/>
                  <a:moveTo>
                    <a:pt x="7" y="13"/>
                  </a:moveTo>
                  <a:cubicBezTo>
                    <a:pt x="10" y="14"/>
                    <a:pt x="10" y="14"/>
                    <a:pt x="10" y="14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7"/>
                    <a:pt x="12" y="6"/>
                    <a:pt x="12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6"/>
                    <a:pt x="10" y="6"/>
                    <a:pt x="10" y="7"/>
                  </a:cubicBezTo>
                  <a:lnTo>
                    <a:pt x="7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323"/>
            <p:cNvSpPr>
              <a:spLocks/>
            </p:cNvSpPr>
            <p:nvPr/>
          </p:nvSpPr>
          <p:spPr bwMode="auto">
            <a:xfrm>
              <a:off x="6219826" y="3336925"/>
              <a:ext cx="38100" cy="96838"/>
            </a:xfrm>
            <a:custGeom>
              <a:avLst/>
              <a:gdLst>
                <a:gd name="T0" fmla="*/ 3 w 14"/>
                <a:gd name="T1" fmla="*/ 36 h 36"/>
                <a:gd name="T2" fmla="*/ 2 w 14"/>
                <a:gd name="T3" fmla="*/ 35 h 36"/>
                <a:gd name="T4" fmla="*/ 1 w 14"/>
                <a:gd name="T5" fmla="*/ 32 h 36"/>
                <a:gd name="T6" fmla="*/ 7 w 14"/>
                <a:gd name="T7" fmla="*/ 16 h 36"/>
                <a:gd name="T8" fmla="*/ 7 w 14"/>
                <a:gd name="T9" fmla="*/ 10 h 36"/>
                <a:gd name="T10" fmla="*/ 3 w 14"/>
                <a:gd name="T11" fmla="*/ 6 h 36"/>
                <a:gd name="T12" fmla="*/ 1 w 14"/>
                <a:gd name="T13" fmla="*/ 3 h 36"/>
                <a:gd name="T14" fmla="*/ 5 w 14"/>
                <a:gd name="T15" fmla="*/ 1 h 36"/>
                <a:gd name="T16" fmla="*/ 12 w 14"/>
                <a:gd name="T17" fmla="*/ 8 h 36"/>
                <a:gd name="T18" fmla="*/ 12 w 14"/>
                <a:gd name="T19" fmla="*/ 18 h 36"/>
                <a:gd name="T20" fmla="*/ 6 w 14"/>
                <a:gd name="T21" fmla="*/ 34 h 36"/>
                <a:gd name="T22" fmla="*/ 3 w 14"/>
                <a:gd name="T2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36">
                  <a:moveTo>
                    <a:pt x="3" y="36"/>
                  </a:moveTo>
                  <a:cubicBezTo>
                    <a:pt x="3" y="36"/>
                    <a:pt x="2" y="36"/>
                    <a:pt x="2" y="35"/>
                  </a:cubicBezTo>
                  <a:cubicBezTo>
                    <a:pt x="1" y="35"/>
                    <a:pt x="0" y="33"/>
                    <a:pt x="1" y="32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4"/>
                    <a:pt x="8" y="12"/>
                    <a:pt x="7" y="10"/>
                  </a:cubicBezTo>
                  <a:cubicBezTo>
                    <a:pt x="6" y="8"/>
                    <a:pt x="5" y="7"/>
                    <a:pt x="3" y="6"/>
                  </a:cubicBezTo>
                  <a:cubicBezTo>
                    <a:pt x="2" y="6"/>
                    <a:pt x="1" y="4"/>
                    <a:pt x="1" y="3"/>
                  </a:cubicBezTo>
                  <a:cubicBezTo>
                    <a:pt x="2" y="1"/>
                    <a:pt x="4" y="0"/>
                    <a:pt x="5" y="1"/>
                  </a:cubicBezTo>
                  <a:cubicBezTo>
                    <a:pt x="8" y="2"/>
                    <a:pt x="11" y="5"/>
                    <a:pt x="12" y="8"/>
                  </a:cubicBezTo>
                  <a:cubicBezTo>
                    <a:pt x="14" y="11"/>
                    <a:pt x="14" y="15"/>
                    <a:pt x="12" y="18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5"/>
                    <a:pt x="4" y="36"/>
                    <a:pt x="3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324"/>
            <p:cNvSpPr>
              <a:spLocks/>
            </p:cNvSpPr>
            <p:nvPr/>
          </p:nvSpPr>
          <p:spPr bwMode="auto">
            <a:xfrm>
              <a:off x="6124576" y="3475038"/>
              <a:ext cx="52388" cy="31750"/>
            </a:xfrm>
            <a:custGeom>
              <a:avLst/>
              <a:gdLst>
                <a:gd name="T0" fmla="*/ 16 w 19"/>
                <a:gd name="T1" fmla="*/ 12 h 12"/>
                <a:gd name="T2" fmla="*/ 15 w 19"/>
                <a:gd name="T3" fmla="*/ 11 h 12"/>
                <a:gd name="T4" fmla="*/ 2 w 19"/>
                <a:gd name="T5" fmla="*/ 6 h 12"/>
                <a:gd name="T6" fmla="*/ 1 w 19"/>
                <a:gd name="T7" fmla="*/ 2 h 12"/>
                <a:gd name="T8" fmla="*/ 5 w 19"/>
                <a:gd name="T9" fmla="*/ 1 h 12"/>
                <a:gd name="T10" fmla="*/ 17 w 19"/>
                <a:gd name="T11" fmla="*/ 6 h 12"/>
                <a:gd name="T12" fmla="*/ 19 w 19"/>
                <a:gd name="T13" fmla="*/ 10 h 12"/>
                <a:gd name="T14" fmla="*/ 16 w 19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12">
                  <a:moveTo>
                    <a:pt x="16" y="12"/>
                  </a:moveTo>
                  <a:cubicBezTo>
                    <a:pt x="16" y="12"/>
                    <a:pt x="15" y="11"/>
                    <a:pt x="15" y="11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1" y="1"/>
                    <a:pt x="3" y="0"/>
                    <a:pt x="5" y="1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9" y="7"/>
                    <a:pt x="19" y="8"/>
                    <a:pt x="19" y="10"/>
                  </a:cubicBezTo>
                  <a:cubicBezTo>
                    <a:pt x="18" y="11"/>
                    <a:pt x="17" y="12"/>
                    <a:pt x="1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325"/>
            <p:cNvSpPr>
              <a:spLocks/>
            </p:cNvSpPr>
            <p:nvPr/>
          </p:nvSpPr>
          <p:spPr bwMode="auto">
            <a:xfrm>
              <a:off x="6024563" y="3236913"/>
              <a:ext cx="92075" cy="12700"/>
            </a:xfrm>
            <a:custGeom>
              <a:avLst/>
              <a:gdLst>
                <a:gd name="T0" fmla="*/ 31 w 34"/>
                <a:gd name="T1" fmla="*/ 5 h 5"/>
                <a:gd name="T2" fmla="*/ 3 w 34"/>
                <a:gd name="T3" fmla="*/ 5 h 5"/>
                <a:gd name="T4" fmla="*/ 0 w 34"/>
                <a:gd name="T5" fmla="*/ 3 h 5"/>
                <a:gd name="T6" fmla="*/ 3 w 34"/>
                <a:gd name="T7" fmla="*/ 0 h 5"/>
                <a:gd name="T8" fmla="*/ 31 w 34"/>
                <a:gd name="T9" fmla="*/ 0 h 5"/>
                <a:gd name="T10" fmla="*/ 34 w 34"/>
                <a:gd name="T11" fmla="*/ 3 h 5"/>
                <a:gd name="T12" fmla="*/ 31 w 34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5">
                  <a:moveTo>
                    <a:pt x="31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3" y="0"/>
                    <a:pt x="34" y="1"/>
                    <a:pt x="34" y="3"/>
                  </a:cubicBezTo>
                  <a:cubicBezTo>
                    <a:pt x="34" y="4"/>
                    <a:pt x="33" y="5"/>
                    <a:pt x="3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326"/>
            <p:cNvSpPr>
              <a:spLocks/>
            </p:cNvSpPr>
            <p:nvPr/>
          </p:nvSpPr>
          <p:spPr bwMode="auto">
            <a:xfrm>
              <a:off x="5973763" y="3279775"/>
              <a:ext cx="195263" cy="14288"/>
            </a:xfrm>
            <a:custGeom>
              <a:avLst/>
              <a:gdLst>
                <a:gd name="T0" fmla="*/ 69 w 72"/>
                <a:gd name="T1" fmla="*/ 5 h 5"/>
                <a:gd name="T2" fmla="*/ 3 w 72"/>
                <a:gd name="T3" fmla="*/ 5 h 5"/>
                <a:gd name="T4" fmla="*/ 0 w 72"/>
                <a:gd name="T5" fmla="*/ 3 h 5"/>
                <a:gd name="T6" fmla="*/ 3 w 72"/>
                <a:gd name="T7" fmla="*/ 0 h 5"/>
                <a:gd name="T8" fmla="*/ 69 w 72"/>
                <a:gd name="T9" fmla="*/ 0 h 5"/>
                <a:gd name="T10" fmla="*/ 72 w 72"/>
                <a:gd name="T11" fmla="*/ 3 h 5"/>
                <a:gd name="T12" fmla="*/ 69 w 72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5">
                  <a:moveTo>
                    <a:pt x="69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1" y="0"/>
                    <a:pt x="72" y="1"/>
                    <a:pt x="72" y="3"/>
                  </a:cubicBezTo>
                  <a:cubicBezTo>
                    <a:pt x="72" y="4"/>
                    <a:pt x="71" y="5"/>
                    <a:pt x="6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327"/>
            <p:cNvSpPr>
              <a:spLocks/>
            </p:cNvSpPr>
            <p:nvPr/>
          </p:nvSpPr>
          <p:spPr bwMode="auto">
            <a:xfrm>
              <a:off x="5973763" y="3322638"/>
              <a:ext cx="195263" cy="14288"/>
            </a:xfrm>
            <a:custGeom>
              <a:avLst/>
              <a:gdLst>
                <a:gd name="T0" fmla="*/ 69 w 72"/>
                <a:gd name="T1" fmla="*/ 5 h 5"/>
                <a:gd name="T2" fmla="*/ 3 w 72"/>
                <a:gd name="T3" fmla="*/ 5 h 5"/>
                <a:gd name="T4" fmla="*/ 0 w 72"/>
                <a:gd name="T5" fmla="*/ 3 h 5"/>
                <a:gd name="T6" fmla="*/ 3 w 72"/>
                <a:gd name="T7" fmla="*/ 0 h 5"/>
                <a:gd name="T8" fmla="*/ 69 w 72"/>
                <a:gd name="T9" fmla="*/ 0 h 5"/>
                <a:gd name="T10" fmla="*/ 72 w 72"/>
                <a:gd name="T11" fmla="*/ 3 h 5"/>
                <a:gd name="T12" fmla="*/ 69 w 72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5">
                  <a:moveTo>
                    <a:pt x="69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1" y="0"/>
                    <a:pt x="72" y="1"/>
                    <a:pt x="72" y="3"/>
                  </a:cubicBezTo>
                  <a:cubicBezTo>
                    <a:pt x="72" y="4"/>
                    <a:pt x="71" y="5"/>
                    <a:pt x="6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328"/>
            <p:cNvSpPr>
              <a:spLocks/>
            </p:cNvSpPr>
            <p:nvPr/>
          </p:nvSpPr>
          <p:spPr bwMode="auto">
            <a:xfrm>
              <a:off x="5973763" y="3367088"/>
              <a:ext cx="180975" cy="15875"/>
            </a:xfrm>
            <a:custGeom>
              <a:avLst/>
              <a:gdLst>
                <a:gd name="T0" fmla="*/ 64 w 67"/>
                <a:gd name="T1" fmla="*/ 6 h 6"/>
                <a:gd name="T2" fmla="*/ 3 w 67"/>
                <a:gd name="T3" fmla="*/ 6 h 6"/>
                <a:gd name="T4" fmla="*/ 0 w 67"/>
                <a:gd name="T5" fmla="*/ 3 h 6"/>
                <a:gd name="T6" fmla="*/ 3 w 67"/>
                <a:gd name="T7" fmla="*/ 0 h 6"/>
                <a:gd name="T8" fmla="*/ 64 w 67"/>
                <a:gd name="T9" fmla="*/ 0 h 6"/>
                <a:gd name="T10" fmla="*/ 67 w 67"/>
                <a:gd name="T11" fmla="*/ 3 h 6"/>
                <a:gd name="T12" fmla="*/ 64 w 67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6">
                  <a:moveTo>
                    <a:pt x="64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7" y="1"/>
                    <a:pt x="67" y="3"/>
                  </a:cubicBezTo>
                  <a:cubicBezTo>
                    <a:pt x="67" y="4"/>
                    <a:pt x="66" y="6"/>
                    <a:pt x="6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329"/>
            <p:cNvSpPr>
              <a:spLocks/>
            </p:cNvSpPr>
            <p:nvPr/>
          </p:nvSpPr>
          <p:spPr bwMode="auto">
            <a:xfrm>
              <a:off x="5973763" y="3409950"/>
              <a:ext cx="157163" cy="15875"/>
            </a:xfrm>
            <a:custGeom>
              <a:avLst/>
              <a:gdLst>
                <a:gd name="T0" fmla="*/ 55 w 58"/>
                <a:gd name="T1" fmla="*/ 6 h 6"/>
                <a:gd name="T2" fmla="*/ 3 w 58"/>
                <a:gd name="T3" fmla="*/ 6 h 6"/>
                <a:gd name="T4" fmla="*/ 0 w 58"/>
                <a:gd name="T5" fmla="*/ 3 h 6"/>
                <a:gd name="T6" fmla="*/ 3 w 58"/>
                <a:gd name="T7" fmla="*/ 0 h 6"/>
                <a:gd name="T8" fmla="*/ 55 w 58"/>
                <a:gd name="T9" fmla="*/ 0 h 6"/>
                <a:gd name="T10" fmla="*/ 58 w 58"/>
                <a:gd name="T11" fmla="*/ 3 h 6"/>
                <a:gd name="T12" fmla="*/ 55 w 58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6">
                  <a:moveTo>
                    <a:pt x="55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7" y="0"/>
                    <a:pt x="58" y="1"/>
                    <a:pt x="58" y="3"/>
                  </a:cubicBezTo>
                  <a:cubicBezTo>
                    <a:pt x="58" y="4"/>
                    <a:pt x="57" y="6"/>
                    <a:pt x="55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4394971" y="3005510"/>
            <a:ext cx="320549" cy="322984"/>
            <a:chOff x="2238375" y="4403725"/>
            <a:chExt cx="627062" cy="631825"/>
          </a:xfrm>
          <a:solidFill>
            <a:schemeClr val="accent3"/>
          </a:solidFill>
        </p:grpSpPr>
        <p:sp>
          <p:nvSpPr>
            <p:cNvPr id="115" name="Freeform 46"/>
            <p:cNvSpPr>
              <a:spLocks/>
            </p:cNvSpPr>
            <p:nvPr/>
          </p:nvSpPr>
          <p:spPr bwMode="auto">
            <a:xfrm>
              <a:off x="2381250" y="4708525"/>
              <a:ext cx="19050" cy="101600"/>
            </a:xfrm>
            <a:custGeom>
              <a:avLst/>
              <a:gdLst>
                <a:gd name="T0" fmla="*/ 4 w 7"/>
                <a:gd name="T1" fmla="*/ 38 h 38"/>
                <a:gd name="T2" fmla="*/ 0 w 7"/>
                <a:gd name="T3" fmla="*/ 34 h 38"/>
                <a:gd name="T4" fmla="*/ 0 w 7"/>
                <a:gd name="T5" fmla="*/ 3 h 38"/>
                <a:gd name="T6" fmla="*/ 4 w 7"/>
                <a:gd name="T7" fmla="*/ 0 h 38"/>
                <a:gd name="T8" fmla="*/ 7 w 7"/>
                <a:gd name="T9" fmla="*/ 3 h 38"/>
                <a:gd name="T10" fmla="*/ 7 w 7"/>
                <a:gd name="T11" fmla="*/ 34 h 38"/>
                <a:gd name="T12" fmla="*/ 4 w 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8">
                  <a:moveTo>
                    <a:pt x="4" y="38"/>
                  </a:moveTo>
                  <a:cubicBezTo>
                    <a:pt x="2" y="38"/>
                    <a:pt x="0" y="36"/>
                    <a:pt x="0" y="3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5" y="0"/>
                    <a:pt x="7" y="1"/>
                    <a:pt x="7" y="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6"/>
                    <a:pt x="5" y="38"/>
                    <a:pt x="4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47"/>
            <p:cNvSpPr>
              <a:spLocks noEditPoints="1"/>
            </p:cNvSpPr>
            <p:nvPr/>
          </p:nvSpPr>
          <p:spPr bwMode="auto">
            <a:xfrm>
              <a:off x="2289175" y="4521200"/>
              <a:ext cx="98425" cy="100012"/>
            </a:xfrm>
            <a:custGeom>
              <a:avLst/>
              <a:gdLst>
                <a:gd name="T0" fmla="*/ 18 w 36"/>
                <a:gd name="T1" fmla="*/ 37 h 37"/>
                <a:gd name="T2" fmla="*/ 0 w 36"/>
                <a:gd name="T3" fmla="*/ 18 h 37"/>
                <a:gd name="T4" fmla="*/ 18 w 36"/>
                <a:gd name="T5" fmla="*/ 0 h 37"/>
                <a:gd name="T6" fmla="*/ 36 w 36"/>
                <a:gd name="T7" fmla="*/ 18 h 37"/>
                <a:gd name="T8" fmla="*/ 18 w 36"/>
                <a:gd name="T9" fmla="*/ 37 h 37"/>
                <a:gd name="T10" fmla="*/ 18 w 36"/>
                <a:gd name="T11" fmla="*/ 7 h 37"/>
                <a:gd name="T12" fmla="*/ 6 w 36"/>
                <a:gd name="T13" fmla="*/ 18 h 37"/>
                <a:gd name="T14" fmla="*/ 18 w 36"/>
                <a:gd name="T15" fmla="*/ 30 h 37"/>
                <a:gd name="T16" fmla="*/ 29 w 36"/>
                <a:gd name="T17" fmla="*/ 18 h 37"/>
                <a:gd name="T18" fmla="*/ 18 w 36"/>
                <a:gd name="T19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7">
                  <a:moveTo>
                    <a:pt x="18" y="37"/>
                  </a:moveTo>
                  <a:cubicBezTo>
                    <a:pt x="8" y="37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7"/>
                    <a:pt x="18" y="37"/>
                  </a:cubicBezTo>
                  <a:close/>
                  <a:moveTo>
                    <a:pt x="18" y="7"/>
                  </a:moveTo>
                  <a:cubicBezTo>
                    <a:pt x="11" y="7"/>
                    <a:pt x="6" y="12"/>
                    <a:pt x="6" y="18"/>
                  </a:cubicBezTo>
                  <a:cubicBezTo>
                    <a:pt x="6" y="25"/>
                    <a:pt x="11" y="30"/>
                    <a:pt x="18" y="30"/>
                  </a:cubicBezTo>
                  <a:cubicBezTo>
                    <a:pt x="24" y="30"/>
                    <a:pt x="29" y="25"/>
                    <a:pt x="29" y="18"/>
                  </a:cubicBezTo>
                  <a:cubicBezTo>
                    <a:pt x="29" y="12"/>
                    <a:pt x="24" y="7"/>
                    <a:pt x="1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48"/>
            <p:cNvSpPr>
              <a:spLocks/>
            </p:cNvSpPr>
            <p:nvPr/>
          </p:nvSpPr>
          <p:spPr bwMode="auto">
            <a:xfrm>
              <a:off x="2276475" y="4708525"/>
              <a:ext cx="15875" cy="101600"/>
            </a:xfrm>
            <a:custGeom>
              <a:avLst/>
              <a:gdLst>
                <a:gd name="T0" fmla="*/ 3 w 6"/>
                <a:gd name="T1" fmla="*/ 38 h 38"/>
                <a:gd name="T2" fmla="*/ 0 w 6"/>
                <a:gd name="T3" fmla="*/ 34 h 38"/>
                <a:gd name="T4" fmla="*/ 0 w 6"/>
                <a:gd name="T5" fmla="*/ 3 h 38"/>
                <a:gd name="T6" fmla="*/ 3 w 6"/>
                <a:gd name="T7" fmla="*/ 0 h 38"/>
                <a:gd name="T8" fmla="*/ 6 w 6"/>
                <a:gd name="T9" fmla="*/ 3 h 38"/>
                <a:gd name="T10" fmla="*/ 6 w 6"/>
                <a:gd name="T11" fmla="*/ 34 h 38"/>
                <a:gd name="T12" fmla="*/ 3 w 6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38">
                  <a:moveTo>
                    <a:pt x="3" y="38"/>
                  </a:moveTo>
                  <a:cubicBezTo>
                    <a:pt x="1" y="38"/>
                    <a:pt x="0" y="36"/>
                    <a:pt x="0" y="3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6"/>
                    <a:pt x="5" y="38"/>
                    <a:pt x="3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49"/>
            <p:cNvSpPr>
              <a:spLocks/>
            </p:cNvSpPr>
            <p:nvPr/>
          </p:nvSpPr>
          <p:spPr bwMode="auto">
            <a:xfrm>
              <a:off x="2276475" y="4805363"/>
              <a:ext cx="123825" cy="15875"/>
            </a:xfrm>
            <a:custGeom>
              <a:avLst/>
              <a:gdLst>
                <a:gd name="T0" fmla="*/ 43 w 46"/>
                <a:gd name="T1" fmla="*/ 6 h 6"/>
                <a:gd name="T2" fmla="*/ 3 w 46"/>
                <a:gd name="T3" fmla="*/ 6 h 6"/>
                <a:gd name="T4" fmla="*/ 0 w 46"/>
                <a:gd name="T5" fmla="*/ 3 h 6"/>
                <a:gd name="T6" fmla="*/ 3 w 46"/>
                <a:gd name="T7" fmla="*/ 0 h 6"/>
                <a:gd name="T8" fmla="*/ 43 w 46"/>
                <a:gd name="T9" fmla="*/ 0 h 6"/>
                <a:gd name="T10" fmla="*/ 46 w 46"/>
                <a:gd name="T11" fmla="*/ 3 h 6"/>
                <a:gd name="T12" fmla="*/ 43 w 46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6">
                  <a:moveTo>
                    <a:pt x="43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6" y="3"/>
                  </a:cubicBezTo>
                  <a:cubicBezTo>
                    <a:pt x="46" y="5"/>
                    <a:pt x="44" y="6"/>
                    <a:pt x="4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50"/>
            <p:cNvSpPr>
              <a:spLocks noEditPoints="1"/>
            </p:cNvSpPr>
            <p:nvPr/>
          </p:nvSpPr>
          <p:spPr bwMode="auto">
            <a:xfrm>
              <a:off x="2238375" y="4632325"/>
              <a:ext cx="200025" cy="403225"/>
            </a:xfrm>
            <a:custGeom>
              <a:avLst/>
              <a:gdLst>
                <a:gd name="T0" fmla="*/ 57 w 74"/>
                <a:gd name="T1" fmla="*/ 149 h 149"/>
                <a:gd name="T2" fmla="*/ 42 w 74"/>
                <a:gd name="T3" fmla="*/ 149 h 149"/>
                <a:gd name="T4" fmla="*/ 38 w 74"/>
                <a:gd name="T5" fmla="*/ 146 h 149"/>
                <a:gd name="T6" fmla="*/ 38 w 74"/>
                <a:gd name="T7" fmla="*/ 85 h 149"/>
                <a:gd name="T8" fmla="*/ 38 w 74"/>
                <a:gd name="T9" fmla="*/ 84 h 149"/>
                <a:gd name="T10" fmla="*/ 36 w 74"/>
                <a:gd name="T11" fmla="*/ 83 h 149"/>
                <a:gd name="T12" fmla="*/ 35 w 74"/>
                <a:gd name="T13" fmla="*/ 85 h 149"/>
                <a:gd name="T14" fmla="*/ 35 w 74"/>
                <a:gd name="T15" fmla="*/ 146 h 149"/>
                <a:gd name="T16" fmla="*/ 32 w 74"/>
                <a:gd name="T17" fmla="*/ 149 h 149"/>
                <a:gd name="T18" fmla="*/ 17 w 74"/>
                <a:gd name="T19" fmla="*/ 149 h 149"/>
                <a:gd name="T20" fmla="*/ 14 w 74"/>
                <a:gd name="T21" fmla="*/ 146 h 149"/>
                <a:gd name="T22" fmla="*/ 14 w 74"/>
                <a:gd name="T23" fmla="*/ 72 h 149"/>
                <a:gd name="T24" fmla="*/ 8 w 74"/>
                <a:gd name="T25" fmla="*/ 72 h 149"/>
                <a:gd name="T26" fmla="*/ 0 w 74"/>
                <a:gd name="T27" fmla="*/ 62 h 149"/>
                <a:gd name="T28" fmla="*/ 0 w 74"/>
                <a:gd name="T29" fmla="*/ 24 h 149"/>
                <a:gd name="T30" fmla="*/ 21 w 74"/>
                <a:gd name="T31" fmla="*/ 1 h 149"/>
                <a:gd name="T32" fmla="*/ 23 w 74"/>
                <a:gd name="T33" fmla="*/ 2 h 149"/>
                <a:gd name="T34" fmla="*/ 37 w 74"/>
                <a:gd name="T35" fmla="*/ 16 h 149"/>
                <a:gd name="T36" fmla="*/ 50 w 74"/>
                <a:gd name="T37" fmla="*/ 2 h 149"/>
                <a:gd name="T38" fmla="*/ 53 w 74"/>
                <a:gd name="T39" fmla="*/ 1 h 149"/>
                <a:gd name="T40" fmla="*/ 74 w 74"/>
                <a:gd name="T41" fmla="*/ 24 h 149"/>
                <a:gd name="T42" fmla="*/ 74 w 74"/>
                <a:gd name="T43" fmla="*/ 62 h 149"/>
                <a:gd name="T44" fmla="*/ 66 w 74"/>
                <a:gd name="T45" fmla="*/ 72 h 149"/>
                <a:gd name="T46" fmla="*/ 60 w 74"/>
                <a:gd name="T47" fmla="*/ 72 h 149"/>
                <a:gd name="T48" fmla="*/ 60 w 74"/>
                <a:gd name="T49" fmla="*/ 146 h 149"/>
                <a:gd name="T50" fmla="*/ 57 w 74"/>
                <a:gd name="T51" fmla="*/ 149 h 149"/>
                <a:gd name="T52" fmla="*/ 45 w 74"/>
                <a:gd name="T53" fmla="*/ 143 h 149"/>
                <a:gd name="T54" fmla="*/ 53 w 74"/>
                <a:gd name="T55" fmla="*/ 143 h 149"/>
                <a:gd name="T56" fmla="*/ 53 w 74"/>
                <a:gd name="T57" fmla="*/ 62 h 149"/>
                <a:gd name="T58" fmla="*/ 57 w 74"/>
                <a:gd name="T59" fmla="*/ 59 h 149"/>
                <a:gd name="T60" fmla="*/ 60 w 74"/>
                <a:gd name="T61" fmla="*/ 62 h 149"/>
                <a:gd name="T62" fmla="*/ 61 w 74"/>
                <a:gd name="T63" fmla="*/ 65 h 149"/>
                <a:gd name="T64" fmla="*/ 64 w 74"/>
                <a:gd name="T65" fmla="*/ 66 h 149"/>
                <a:gd name="T66" fmla="*/ 67 w 74"/>
                <a:gd name="T67" fmla="*/ 62 h 149"/>
                <a:gd name="T68" fmla="*/ 67 w 74"/>
                <a:gd name="T69" fmla="*/ 24 h 149"/>
                <a:gd name="T70" fmla="*/ 54 w 74"/>
                <a:gd name="T71" fmla="*/ 7 h 149"/>
                <a:gd name="T72" fmla="*/ 39 w 74"/>
                <a:gd name="T73" fmla="*/ 23 h 149"/>
                <a:gd name="T74" fmla="*/ 34 w 74"/>
                <a:gd name="T75" fmla="*/ 23 h 149"/>
                <a:gd name="T76" fmla="*/ 20 w 74"/>
                <a:gd name="T77" fmla="*/ 7 h 149"/>
                <a:gd name="T78" fmla="*/ 6 w 74"/>
                <a:gd name="T79" fmla="*/ 24 h 149"/>
                <a:gd name="T80" fmla="*/ 6 w 74"/>
                <a:gd name="T81" fmla="*/ 62 h 149"/>
                <a:gd name="T82" fmla="*/ 9 w 74"/>
                <a:gd name="T83" fmla="*/ 66 h 149"/>
                <a:gd name="T84" fmla="*/ 12 w 74"/>
                <a:gd name="T85" fmla="*/ 65 h 149"/>
                <a:gd name="T86" fmla="*/ 14 w 74"/>
                <a:gd name="T87" fmla="*/ 62 h 149"/>
                <a:gd name="T88" fmla="*/ 17 w 74"/>
                <a:gd name="T89" fmla="*/ 59 h 149"/>
                <a:gd name="T90" fmla="*/ 20 w 74"/>
                <a:gd name="T91" fmla="*/ 62 h 149"/>
                <a:gd name="T92" fmla="*/ 20 w 74"/>
                <a:gd name="T93" fmla="*/ 143 h 149"/>
                <a:gd name="T94" fmla="*/ 29 w 74"/>
                <a:gd name="T95" fmla="*/ 143 h 149"/>
                <a:gd name="T96" fmla="*/ 29 w 74"/>
                <a:gd name="T97" fmla="*/ 85 h 149"/>
                <a:gd name="T98" fmla="*/ 35 w 74"/>
                <a:gd name="T99" fmla="*/ 77 h 149"/>
                <a:gd name="T100" fmla="*/ 42 w 74"/>
                <a:gd name="T101" fmla="*/ 79 h 149"/>
                <a:gd name="T102" fmla="*/ 45 w 74"/>
                <a:gd name="T103" fmla="*/ 85 h 149"/>
                <a:gd name="T104" fmla="*/ 45 w 74"/>
                <a:gd name="T105" fmla="*/ 14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4" h="149">
                  <a:moveTo>
                    <a:pt x="57" y="149"/>
                  </a:moveTo>
                  <a:cubicBezTo>
                    <a:pt x="42" y="149"/>
                    <a:pt x="42" y="149"/>
                    <a:pt x="42" y="149"/>
                  </a:cubicBezTo>
                  <a:cubicBezTo>
                    <a:pt x="40" y="149"/>
                    <a:pt x="38" y="148"/>
                    <a:pt x="38" y="146"/>
                  </a:cubicBezTo>
                  <a:cubicBezTo>
                    <a:pt x="38" y="85"/>
                    <a:pt x="38" y="85"/>
                    <a:pt x="38" y="85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38" y="83"/>
                    <a:pt x="37" y="83"/>
                    <a:pt x="36" y="83"/>
                  </a:cubicBezTo>
                  <a:cubicBezTo>
                    <a:pt x="36" y="83"/>
                    <a:pt x="35" y="84"/>
                    <a:pt x="35" y="85"/>
                  </a:cubicBezTo>
                  <a:cubicBezTo>
                    <a:pt x="35" y="146"/>
                    <a:pt x="35" y="146"/>
                    <a:pt x="35" y="146"/>
                  </a:cubicBezTo>
                  <a:cubicBezTo>
                    <a:pt x="35" y="148"/>
                    <a:pt x="34" y="149"/>
                    <a:pt x="32" y="149"/>
                  </a:cubicBezTo>
                  <a:cubicBezTo>
                    <a:pt x="17" y="149"/>
                    <a:pt x="17" y="149"/>
                    <a:pt x="17" y="149"/>
                  </a:cubicBezTo>
                  <a:cubicBezTo>
                    <a:pt x="15" y="149"/>
                    <a:pt x="14" y="148"/>
                    <a:pt x="14" y="146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2" y="73"/>
                    <a:pt x="10" y="73"/>
                    <a:pt x="8" y="72"/>
                  </a:cubicBezTo>
                  <a:cubicBezTo>
                    <a:pt x="3" y="72"/>
                    <a:pt x="0" y="67"/>
                    <a:pt x="0" y="6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2"/>
                    <a:pt x="9" y="2"/>
                    <a:pt x="21" y="1"/>
                  </a:cubicBezTo>
                  <a:cubicBezTo>
                    <a:pt x="22" y="0"/>
                    <a:pt x="23" y="1"/>
                    <a:pt x="23" y="2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1" y="1"/>
                    <a:pt x="52" y="0"/>
                    <a:pt x="53" y="1"/>
                  </a:cubicBezTo>
                  <a:cubicBezTo>
                    <a:pt x="65" y="2"/>
                    <a:pt x="74" y="12"/>
                    <a:pt x="74" y="24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7"/>
                    <a:pt x="70" y="72"/>
                    <a:pt x="66" y="72"/>
                  </a:cubicBezTo>
                  <a:cubicBezTo>
                    <a:pt x="64" y="73"/>
                    <a:pt x="62" y="73"/>
                    <a:pt x="60" y="72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60" y="148"/>
                    <a:pt x="58" y="149"/>
                    <a:pt x="57" y="149"/>
                  </a:cubicBezTo>
                  <a:close/>
                  <a:moveTo>
                    <a:pt x="45" y="143"/>
                  </a:moveTo>
                  <a:cubicBezTo>
                    <a:pt x="53" y="143"/>
                    <a:pt x="53" y="143"/>
                    <a:pt x="53" y="143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53" y="61"/>
                    <a:pt x="55" y="59"/>
                    <a:pt x="57" y="59"/>
                  </a:cubicBezTo>
                  <a:cubicBezTo>
                    <a:pt x="58" y="59"/>
                    <a:pt x="60" y="61"/>
                    <a:pt x="60" y="62"/>
                  </a:cubicBezTo>
                  <a:cubicBezTo>
                    <a:pt x="60" y="64"/>
                    <a:pt x="60" y="65"/>
                    <a:pt x="61" y="65"/>
                  </a:cubicBezTo>
                  <a:cubicBezTo>
                    <a:pt x="62" y="66"/>
                    <a:pt x="63" y="66"/>
                    <a:pt x="64" y="66"/>
                  </a:cubicBezTo>
                  <a:cubicBezTo>
                    <a:pt x="66" y="66"/>
                    <a:pt x="67" y="64"/>
                    <a:pt x="67" y="62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7" y="16"/>
                    <a:pt x="62" y="9"/>
                    <a:pt x="54" y="7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4"/>
                    <a:pt x="36" y="24"/>
                    <a:pt x="34" y="23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2" y="9"/>
                    <a:pt x="6" y="16"/>
                    <a:pt x="6" y="24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64"/>
                    <a:pt x="7" y="66"/>
                    <a:pt x="9" y="66"/>
                  </a:cubicBezTo>
                  <a:cubicBezTo>
                    <a:pt x="10" y="66"/>
                    <a:pt x="11" y="66"/>
                    <a:pt x="12" y="65"/>
                  </a:cubicBezTo>
                  <a:cubicBezTo>
                    <a:pt x="13" y="65"/>
                    <a:pt x="14" y="64"/>
                    <a:pt x="14" y="62"/>
                  </a:cubicBezTo>
                  <a:cubicBezTo>
                    <a:pt x="14" y="61"/>
                    <a:pt x="15" y="59"/>
                    <a:pt x="17" y="59"/>
                  </a:cubicBezTo>
                  <a:cubicBezTo>
                    <a:pt x="19" y="59"/>
                    <a:pt x="20" y="61"/>
                    <a:pt x="20" y="62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9" y="85"/>
                    <a:pt x="29" y="85"/>
                    <a:pt x="29" y="85"/>
                  </a:cubicBezTo>
                  <a:cubicBezTo>
                    <a:pt x="29" y="81"/>
                    <a:pt x="32" y="77"/>
                    <a:pt x="35" y="77"/>
                  </a:cubicBezTo>
                  <a:cubicBezTo>
                    <a:pt x="38" y="76"/>
                    <a:pt x="40" y="77"/>
                    <a:pt x="42" y="79"/>
                  </a:cubicBezTo>
                  <a:cubicBezTo>
                    <a:pt x="44" y="80"/>
                    <a:pt x="45" y="82"/>
                    <a:pt x="45" y="85"/>
                  </a:cubicBezTo>
                  <a:lnTo>
                    <a:pt x="45" y="1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51"/>
            <p:cNvSpPr>
              <a:spLocks/>
            </p:cNvSpPr>
            <p:nvPr/>
          </p:nvSpPr>
          <p:spPr bwMode="auto">
            <a:xfrm>
              <a:off x="2330450" y="4679950"/>
              <a:ext cx="15875" cy="141287"/>
            </a:xfrm>
            <a:custGeom>
              <a:avLst/>
              <a:gdLst>
                <a:gd name="T0" fmla="*/ 3 w 6"/>
                <a:gd name="T1" fmla="*/ 52 h 52"/>
                <a:gd name="T2" fmla="*/ 0 w 6"/>
                <a:gd name="T3" fmla="*/ 49 h 52"/>
                <a:gd name="T4" fmla="*/ 0 w 6"/>
                <a:gd name="T5" fmla="*/ 3 h 52"/>
                <a:gd name="T6" fmla="*/ 3 w 6"/>
                <a:gd name="T7" fmla="*/ 0 h 52"/>
                <a:gd name="T8" fmla="*/ 6 w 6"/>
                <a:gd name="T9" fmla="*/ 3 h 52"/>
                <a:gd name="T10" fmla="*/ 6 w 6"/>
                <a:gd name="T11" fmla="*/ 49 h 52"/>
                <a:gd name="T12" fmla="*/ 3 w 6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52">
                  <a:moveTo>
                    <a:pt x="3" y="52"/>
                  </a:moveTo>
                  <a:cubicBezTo>
                    <a:pt x="1" y="52"/>
                    <a:pt x="0" y="51"/>
                    <a:pt x="0" y="4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6" y="51"/>
                    <a:pt x="5" y="52"/>
                    <a:pt x="3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52"/>
            <p:cNvSpPr>
              <a:spLocks/>
            </p:cNvSpPr>
            <p:nvPr/>
          </p:nvSpPr>
          <p:spPr bwMode="auto">
            <a:xfrm>
              <a:off x="2281238" y="4460875"/>
              <a:ext cx="557212" cy="382587"/>
            </a:xfrm>
            <a:custGeom>
              <a:avLst/>
              <a:gdLst>
                <a:gd name="T0" fmla="*/ 201 w 205"/>
                <a:gd name="T1" fmla="*/ 141 h 141"/>
                <a:gd name="T2" fmla="*/ 70 w 205"/>
                <a:gd name="T3" fmla="*/ 141 h 141"/>
                <a:gd name="T4" fmla="*/ 67 w 205"/>
                <a:gd name="T5" fmla="*/ 138 h 141"/>
                <a:gd name="T6" fmla="*/ 70 w 205"/>
                <a:gd name="T7" fmla="*/ 135 h 141"/>
                <a:gd name="T8" fmla="*/ 198 w 205"/>
                <a:gd name="T9" fmla="*/ 135 h 141"/>
                <a:gd name="T10" fmla="*/ 198 w 205"/>
                <a:gd name="T11" fmla="*/ 7 h 141"/>
                <a:gd name="T12" fmla="*/ 7 w 205"/>
                <a:gd name="T13" fmla="*/ 7 h 141"/>
                <a:gd name="T14" fmla="*/ 7 w 205"/>
                <a:gd name="T15" fmla="*/ 17 h 141"/>
                <a:gd name="T16" fmla="*/ 3 w 205"/>
                <a:gd name="T17" fmla="*/ 20 h 141"/>
                <a:gd name="T18" fmla="*/ 0 w 205"/>
                <a:gd name="T19" fmla="*/ 17 h 141"/>
                <a:gd name="T20" fmla="*/ 0 w 205"/>
                <a:gd name="T21" fmla="*/ 4 h 141"/>
                <a:gd name="T22" fmla="*/ 3 w 205"/>
                <a:gd name="T23" fmla="*/ 0 h 141"/>
                <a:gd name="T24" fmla="*/ 201 w 205"/>
                <a:gd name="T25" fmla="*/ 0 h 141"/>
                <a:gd name="T26" fmla="*/ 205 w 205"/>
                <a:gd name="T27" fmla="*/ 4 h 141"/>
                <a:gd name="T28" fmla="*/ 205 w 205"/>
                <a:gd name="T29" fmla="*/ 138 h 141"/>
                <a:gd name="T30" fmla="*/ 201 w 205"/>
                <a:gd name="T31" fmla="*/ 14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5" h="141">
                  <a:moveTo>
                    <a:pt x="201" y="141"/>
                  </a:moveTo>
                  <a:cubicBezTo>
                    <a:pt x="70" y="141"/>
                    <a:pt x="70" y="141"/>
                    <a:pt x="70" y="141"/>
                  </a:cubicBezTo>
                  <a:cubicBezTo>
                    <a:pt x="68" y="141"/>
                    <a:pt x="67" y="140"/>
                    <a:pt x="67" y="138"/>
                  </a:cubicBezTo>
                  <a:cubicBezTo>
                    <a:pt x="67" y="136"/>
                    <a:pt x="68" y="135"/>
                    <a:pt x="70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7"/>
                    <a:pt x="198" y="7"/>
                    <a:pt x="198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9"/>
                    <a:pt x="5" y="20"/>
                    <a:pt x="3" y="20"/>
                  </a:cubicBezTo>
                  <a:cubicBezTo>
                    <a:pt x="2" y="20"/>
                    <a:pt x="0" y="19"/>
                    <a:pt x="0" y="1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03" y="0"/>
                    <a:pt x="205" y="2"/>
                    <a:pt x="205" y="4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5" y="140"/>
                    <a:pt x="203" y="141"/>
                    <a:pt x="201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53"/>
            <p:cNvSpPr>
              <a:spLocks noEditPoints="1"/>
            </p:cNvSpPr>
            <p:nvPr/>
          </p:nvSpPr>
          <p:spPr bwMode="auto">
            <a:xfrm>
              <a:off x="2254250" y="4403725"/>
              <a:ext cx="611187" cy="76200"/>
            </a:xfrm>
            <a:custGeom>
              <a:avLst/>
              <a:gdLst>
                <a:gd name="T0" fmla="*/ 220 w 225"/>
                <a:gd name="T1" fmla="*/ 28 h 28"/>
                <a:gd name="T2" fmla="*/ 5 w 225"/>
                <a:gd name="T3" fmla="*/ 28 h 28"/>
                <a:gd name="T4" fmla="*/ 0 w 225"/>
                <a:gd name="T5" fmla="*/ 23 h 28"/>
                <a:gd name="T6" fmla="*/ 0 w 225"/>
                <a:gd name="T7" fmla="*/ 5 h 28"/>
                <a:gd name="T8" fmla="*/ 5 w 225"/>
                <a:gd name="T9" fmla="*/ 0 h 28"/>
                <a:gd name="T10" fmla="*/ 220 w 225"/>
                <a:gd name="T11" fmla="*/ 0 h 28"/>
                <a:gd name="T12" fmla="*/ 225 w 225"/>
                <a:gd name="T13" fmla="*/ 5 h 28"/>
                <a:gd name="T14" fmla="*/ 225 w 225"/>
                <a:gd name="T15" fmla="*/ 23 h 28"/>
                <a:gd name="T16" fmla="*/ 220 w 225"/>
                <a:gd name="T17" fmla="*/ 28 h 28"/>
                <a:gd name="T18" fmla="*/ 6 w 225"/>
                <a:gd name="T19" fmla="*/ 21 h 28"/>
                <a:gd name="T20" fmla="*/ 219 w 225"/>
                <a:gd name="T21" fmla="*/ 21 h 28"/>
                <a:gd name="T22" fmla="*/ 219 w 225"/>
                <a:gd name="T23" fmla="*/ 6 h 28"/>
                <a:gd name="T24" fmla="*/ 6 w 225"/>
                <a:gd name="T25" fmla="*/ 6 h 28"/>
                <a:gd name="T26" fmla="*/ 6 w 225"/>
                <a:gd name="T27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5" h="28">
                  <a:moveTo>
                    <a:pt x="220" y="28"/>
                  </a:moveTo>
                  <a:cubicBezTo>
                    <a:pt x="5" y="28"/>
                    <a:pt x="5" y="28"/>
                    <a:pt x="5" y="28"/>
                  </a:cubicBezTo>
                  <a:cubicBezTo>
                    <a:pt x="2" y="28"/>
                    <a:pt x="0" y="26"/>
                    <a:pt x="0" y="2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3" y="0"/>
                    <a:pt x="225" y="2"/>
                    <a:pt x="225" y="5"/>
                  </a:cubicBezTo>
                  <a:cubicBezTo>
                    <a:pt x="225" y="23"/>
                    <a:pt x="225" y="23"/>
                    <a:pt x="225" y="23"/>
                  </a:cubicBezTo>
                  <a:cubicBezTo>
                    <a:pt x="225" y="26"/>
                    <a:pt x="223" y="28"/>
                    <a:pt x="220" y="28"/>
                  </a:cubicBezTo>
                  <a:close/>
                  <a:moveTo>
                    <a:pt x="6" y="21"/>
                  </a:moveTo>
                  <a:cubicBezTo>
                    <a:pt x="219" y="21"/>
                    <a:pt x="219" y="21"/>
                    <a:pt x="219" y="21"/>
                  </a:cubicBezTo>
                  <a:cubicBezTo>
                    <a:pt x="219" y="6"/>
                    <a:pt x="219" y="6"/>
                    <a:pt x="219" y="6"/>
                  </a:cubicBezTo>
                  <a:cubicBezTo>
                    <a:pt x="6" y="6"/>
                    <a:pt x="6" y="6"/>
                    <a:pt x="6" y="6"/>
                  </a:cubicBezTo>
                  <a:lnTo>
                    <a:pt x="6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54"/>
            <p:cNvSpPr>
              <a:spLocks noEditPoints="1"/>
            </p:cNvSpPr>
            <p:nvPr/>
          </p:nvSpPr>
          <p:spPr bwMode="auto">
            <a:xfrm>
              <a:off x="2697163" y="4521200"/>
              <a:ext cx="71437" cy="242887"/>
            </a:xfrm>
            <a:custGeom>
              <a:avLst/>
              <a:gdLst>
                <a:gd name="T0" fmla="*/ 22 w 26"/>
                <a:gd name="T1" fmla="*/ 90 h 90"/>
                <a:gd name="T2" fmla="*/ 3 w 26"/>
                <a:gd name="T3" fmla="*/ 90 h 90"/>
                <a:gd name="T4" fmla="*/ 0 w 26"/>
                <a:gd name="T5" fmla="*/ 87 h 90"/>
                <a:gd name="T6" fmla="*/ 0 w 26"/>
                <a:gd name="T7" fmla="*/ 4 h 90"/>
                <a:gd name="T8" fmla="*/ 3 w 26"/>
                <a:gd name="T9" fmla="*/ 0 h 90"/>
                <a:gd name="T10" fmla="*/ 22 w 26"/>
                <a:gd name="T11" fmla="*/ 0 h 90"/>
                <a:gd name="T12" fmla="*/ 26 w 26"/>
                <a:gd name="T13" fmla="*/ 4 h 90"/>
                <a:gd name="T14" fmla="*/ 26 w 26"/>
                <a:gd name="T15" fmla="*/ 87 h 90"/>
                <a:gd name="T16" fmla="*/ 22 w 26"/>
                <a:gd name="T17" fmla="*/ 90 h 90"/>
                <a:gd name="T18" fmla="*/ 6 w 26"/>
                <a:gd name="T19" fmla="*/ 84 h 90"/>
                <a:gd name="T20" fmla="*/ 19 w 26"/>
                <a:gd name="T21" fmla="*/ 84 h 90"/>
                <a:gd name="T22" fmla="*/ 19 w 26"/>
                <a:gd name="T23" fmla="*/ 7 h 90"/>
                <a:gd name="T24" fmla="*/ 6 w 26"/>
                <a:gd name="T25" fmla="*/ 7 h 90"/>
                <a:gd name="T26" fmla="*/ 6 w 26"/>
                <a:gd name="T27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90">
                  <a:moveTo>
                    <a:pt x="22" y="90"/>
                  </a:moveTo>
                  <a:cubicBezTo>
                    <a:pt x="3" y="90"/>
                    <a:pt x="3" y="90"/>
                    <a:pt x="3" y="90"/>
                  </a:cubicBezTo>
                  <a:cubicBezTo>
                    <a:pt x="1" y="90"/>
                    <a:pt x="0" y="89"/>
                    <a:pt x="0" y="8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4" y="0"/>
                    <a:pt x="26" y="2"/>
                    <a:pt x="26" y="4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6" y="89"/>
                    <a:pt x="24" y="90"/>
                    <a:pt x="22" y="90"/>
                  </a:cubicBezTo>
                  <a:close/>
                  <a:moveTo>
                    <a:pt x="6" y="84"/>
                  </a:moveTo>
                  <a:cubicBezTo>
                    <a:pt x="19" y="84"/>
                    <a:pt x="19" y="84"/>
                    <a:pt x="19" y="84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6" y="7"/>
                    <a:pt x="6" y="7"/>
                    <a:pt x="6" y="7"/>
                  </a:cubicBezTo>
                  <a:lnTo>
                    <a:pt x="6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55"/>
            <p:cNvSpPr>
              <a:spLocks noEditPoints="1"/>
            </p:cNvSpPr>
            <p:nvPr/>
          </p:nvSpPr>
          <p:spPr bwMode="auto">
            <a:xfrm>
              <a:off x="2582863" y="4606925"/>
              <a:ext cx="71437" cy="157162"/>
            </a:xfrm>
            <a:custGeom>
              <a:avLst/>
              <a:gdLst>
                <a:gd name="T0" fmla="*/ 23 w 26"/>
                <a:gd name="T1" fmla="*/ 58 h 58"/>
                <a:gd name="T2" fmla="*/ 4 w 26"/>
                <a:gd name="T3" fmla="*/ 58 h 58"/>
                <a:gd name="T4" fmla="*/ 0 w 26"/>
                <a:gd name="T5" fmla="*/ 55 h 58"/>
                <a:gd name="T6" fmla="*/ 0 w 26"/>
                <a:gd name="T7" fmla="*/ 3 h 58"/>
                <a:gd name="T8" fmla="*/ 4 w 26"/>
                <a:gd name="T9" fmla="*/ 0 h 58"/>
                <a:gd name="T10" fmla="*/ 23 w 26"/>
                <a:gd name="T11" fmla="*/ 0 h 58"/>
                <a:gd name="T12" fmla="*/ 26 w 26"/>
                <a:gd name="T13" fmla="*/ 3 h 58"/>
                <a:gd name="T14" fmla="*/ 26 w 26"/>
                <a:gd name="T15" fmla="*/ 55 h 58"/>
                <a:gd name="T16" fmla="*/ 23 w 26"/>
                <a:gd name="T17" fmla="*/ 58 h 58"/>
                <a:gd name="T18" fmla="*/ 7 w 26"/>
                <a:gd name="T19" fmla="*/ 52 h 58"/>
                <a:gd name="T20" fmla="*/ 20 w 26"/>
                <a:gd name="T21" fmla="*/ 52 h 58"/>
                <a:gd name="T22" fmla="*/ 20 w 26"/>
                <a:gd name="T23" fmla="*/ 6 h 58"/>
                <a:gd name="T24" fmla="*/ 7 w 26"/>
                <a:gd name="T25" fmla="*/ 6 h 58"/>
                <a:gd name="T26" fmla="*/ 7 w 26"/>
                <a:gd name="T27" fmla="*/ 5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58">
                  <a:moveTo>
                    <a:pt x="23" y="58"/>
                  </a:moveTo>
                  <a:cubicBezTo>
                    <a:pt x="4" y="58"/>
                    <a:pt x="4" y="58"/>
                    <a:pt x="4" y="58"/>
                  </a:cubicBezTo>
                  <a:cubicBezTo>
                    <a:pt x="2" y="58"/>
                    <a:pt x="0" y="57"/>
                    <a:pt x="0" y="5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0"/>
                    <a:pt x="26" y="1"/>
                    <a:pt x="26" y="3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7"/>
                    <a:pt x="25" y="58"/>
                    <a:pt x="23" y="58"/>
                  </a:cubicBezTo>
                  <a:close/>
                  <a:moveTo>
                    <a:pt x="7" y="52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56"/>
            <p:cNvSpPr>
              <a:spLocks/>
            </p:cNvSpPr>
            <p:nvPr/>
          </p:nvSpPr>
          <p:spPr bwMode="auto">
            <a:xfrm>
              <a:off x="2555875" y="4748213"/>
              <a:ext cx="241300" cy="15875"/>
            </a:xfrm>
            <a:custGeom>
              <a:avLst/>
              <a:gdLst>
                <a:gd name="T0" fmla="*/ 86 w 89"/>
                <a:gd name="T1" fmla="*/ 6 h 6"/>
                <a:gd name="T2" fmla="*/ 3 w 89"/>
                <a:gd name="T3" fmla="*/ 6 h 6"/>
                <a:gd name="T4" fmla="*/ 0 w 89"/>
                <a:gd name="T5" fmla="*/ 3 h 6"/>
                <a:gd name="T6" fmla="*/ 3 w 89"/>
                <a:gd name="T7" fmla="*/ 0 h 6"/>
                <a:gd name="T8" fmla="*/ 86 w 89"/>
                <a:gd name="T9" fmla="*/ 0 h 6"/>
                <a:gd name="T10" fmla="*/ 89 w 89"/>
                <a:gd name="T11" fmla="*/ 3 h 6"/>
                <a:gd name="T12" fmla="*/ 86 w 89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6">
                  <a:moveTo>
                    <a:pt x="86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7" y="0"/>
                    <a:pt x="89" y="1"/>
                    <a:pt x="89" y="3"/>
                  </a:cubicBezTo>
                  <a:cubicBezTo>
                    <a:pt x="89" y="5"/>
                    <a:pt x="87" y="6"/>
                    <a:pt x="8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7537230" y="3005510"/>
            <a:ext cx="320549" cy="322984"/>
            <a:chOff x="2238375" y="4403725"/>
            <a:chExt cx="627062" cy="631825"/>
          </a:xfrm>
          <a:solidFill>
            <a:schemeClr val="accent5">
              <a:lumMod val="75000"/>
            </a:schemeClr>
          </a:solidFill>
        </p:grpSpPr>
        <p:sp>
          <p:nvSpPr>
            <p:cNvPr id="127" name="Freeform 46"/>
            <p:cNvSpPr>
              <a:spLocks/>
            </p:cNvSpPr>
            <p:nvPr/>
          </p:nvSpPr>
          <p:spPr bwMode="auto">
            <a:xfrm>
              <a:off x="2381250" y="4708525"/>
              <a:ext cx="19050" cy="101600"/>
            </a:xfrm>
            <a:custGeom>
              <a:avLst/>
              <a:gdLst>
                <a:gd name="T0" fmla="*/ 4 w 7"/>
                <a:gd name="T1" fmla="*/ 38 h 38"/>
                <a:gd name="T2" fmla="*/ 0 w 7"/>
                <a:gd name="T3" fmla="*/ 34 h 38"/>
                <a:gd name="T4" fmla="*/ 0 w 7"/>
                <a:gd name="T5" fmla="*/ 3 h 38"/>
                <a:gd name="T6" fmla="*/ 4 w 7"/>
                <a:gd name="T7" fmla="*/ 0 h 38"/>
                <a:gd name="T8" fmla="*/ 7 w 7"/>
                <a:gd name="T9" fmla="*/ 3 h 38"/>
                <a:gd name="T10" fmla="*/ 7 w 7"/>
                <a:gd name="T11" fmla="*/ 34 h 38"/>
                <a:gd name="T12" fmla="*/ 4 w 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38">
                  <a:moveTo>
                    <a:pt x="4" y="38"/>
                  </a:moveTo>
                  <a:cubicBezTo>
                    <a:pt x="2" y="38"/>
                    <a:pt x="0" y="36"/>
                    <a:pt x="0" y="3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5" y="0"/>
                    <a:pt x="7" y="1"/>
                    <a:pt x="7" y="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6"/>
                    <a:pt x="5" y="38"/>
                    <a:pt x="4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47"/>
            <p:cNvSpPr>
              <a:spLocks noEditPoints="1"/>
            </p:cNvSpPr>
            <p:nvPr/>
          </p:nvSpPr>
          <p:spPr bwMode="auto">
            <a:xfrm>
              <a:off x="2289175" y="4521200"/>
              <a:ext cx="98425" cy="100012"/>
            </a:xfrm>
            <a:custGeom>
              <a:avLst/>
              <a:gdLst>
                <a:gd name="T0" fmla="*/ 18 w 36"/>
                <a:gd name="T1" fmla="*/ 37 h 37"/>
                <a:gd name="T2" fmla="*/ 0 w 36"/>
                <a:gd name="T3" fmla="*/ 18 h 37"/>
                <a:gd name="T4" fmla="*/ 18 w 36"/>
                <a:gd name="T5" fmla="*/ 0 h 37"/>
                <a:gd name="T6" fmla="*/ 36 w 36"/>
                <a:gd name="T7" fmla="*/ 18 h 37"/>
                <a:gd name="T8" fmla="*/ 18 w 36"/>
                <a:gd name="T9" fmla="*/ 37 h 37"/>
                <a:gd name="T10" fmla="*/ 18 w 36"/>
                <a:gd name="T11" fmla="*/ 7 h 37"/>
                <a:gd name="T12" fmla="*/ 6 w 36"/>
                <a:gd name="T13" fmla="*/ 18 h 37"/>
                <a:gd name="T14" fmla="*/ 18 w 36"/>
                <a:gd name="T15" fmla="*/ 30 h 37"/>
                <a:gd name="T16" fmla="*/ 29 w 36"/>
                <a:gd name="T17" fmla="*/ 18 h 37"/>
                <a:gd name="T18" fmla="*/ 18 w 36"/>
                <a:gd name="T19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7">
                  <a:moveTo>
                    <a:pt x="18" y="37"/>
                  </a:moveTo>
                  <a:cubicBezTo>
                    <a:pt x="8" y="37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7"/>
                    <a:pt x="18" y="37"/>
                  </a:cubicBezTo>
                  <a:close/>
                  <a:moveTo>
                    <a:pt x="18" y="7"/>
                  </a:moveTo>
                  <a:cubicBezTo>
                    <a:pt x="11" y="7"/>
                    <a:pt x="6" y="12"/>
                    <a:pt x="6" y="18"/>
                  </a:cubicBezTo>
                  <a:cubicBezTo>
                    <a:pt x="6" y="25"/>
                    <a:pt x="11" y="30"/>
                    <a:pt x="18" y="30"/>
                  </a:cubicBezTo>
                  <a:cubicBezTo>
                    <a:pt x="24" y="30"/>
                    <a:pt x="29" y="25"/>
                    <a:pt x="29" y="18"/>
                  </a:cubicBezTo>
                  <a:cubicBezTo>
                    <a:pt x="29" y="12"/>
                    <a:pt x="24" y="7"/>
                    <a:pt x="1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48"/>
            <p:cNvSpPr>
              <a:spLocks/>
            </p:cNvSpPr>
            <p:nvPr/>
          </p:nvSpPr>
          <p:spPr bwMode="auto">
            <a:xfrm>
              <a:off x="2276475" y="4708525"/>
              <a:ext cx="15875" cy="101600"/>
            </a:xfrm>
            <a:custGeom>
              <a:avLst/>
              <a:gdLst>
                <a:gd name="T0" fmla="*/ 3 w 6"/>
                <a:gd name="T1" fmla="*/ 38 h 38"/>
                <a:gd name="T2" fmla="*/ 0 w 6"/>
                <a:gd name="T3" fmla="*/ 34 h 38"/>
                <a:gd name="T4" fmla="*/ 0 w 6"/>
                <a:gd name="T5" fmla="*/ 3 h 38"/>
                <a:gd name="T6" fmla="*/ 3 w 6"/>
                <a:gd name="T7" fmla="*/ 0 h 38"/>
                <a:gd name="T8" fmla="*/ 6 w 6"/>
                <a:gd name="T9" fmla="*/ 3 h 38"/>
                <a:gd name="T10" fmla="*/ 6 w 6"/>
                <a:gd name="T11" fmla="*/ 34 h 38"/>
                <a:gd name="T12" fmla="*/ 3 w 6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38">
                  <a:moveTo>
                    <a:pt x="3" y="38"/>
                  </a:moveTo>
                  <a:cubicBezTo>
                    <a:pt x="1" y="38"/>
                    <a:pt x="0" y="36"/>
                    <a:pt x="0" y="3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6"/>
                    <a:pt x="5" y="38"/>
                    <a:pt x="3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49"/>
            <p:cNvSpPr>
              <a:spLocks/>
            </p:cNvSpPr>
            <p:nvPr/>
          </p:nvSpPr>
          <p:spPr bwMode="auto">
            <a:xfrm>
              <a:off x="2276475" y="4805363"/>
              <a:ext cx="123825" cy="15875"/>
            </a:xfrm>
            <a:custGeom>
              <a:avLst/>
              <a:gdLst>
                <a:gd name="T0" fmla="*/ 43 w 46"/>
                <a:gd name="T1" fmla="*/ 6 h 6"/>
                <a:gd name="T2" fmla="*/ 3 w 46"/>
                <a:gd name="T3" fmla="*/ 6 h 6"/>
                <a:gd name="T4" fmla="*/ 0 w 46"/>
                <a:gd name="T5" fmla="*/ 3 h 6"/>
                <a:gd name="T6" fmla="*/ 3 w 46"/>
                <a:gd name="T7" fmla="*/ 0 h 6"/>
                <a:gd name="T8" fmla="*/ 43 w 46"/>
                <a:gd name="T9" fmla="*/ 0 h 6"/>
                <a:gd name="T10" fmla="*/ 46 w 46"/>
                <a:gd name="T11" fmla="*/ 3 h 6"/>
                <a:gd name="T12" fmla="*/ 43 w 46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6">
                  <a:moveTo>
                    <a:pt x="43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6" y="3"/>
                  </a:cubicBezTo>
                  <a:cubicBezTo>
                    <a:pt x="46" y="5"/>
                    <a:pt x="44" y="6"/>
                    <a:pt x="4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50"/>
            <p:cNvSpPr>
              <a:spLocks noEditPoints="1"/>
            </p:cNvSpPr>
            <p:nvPr/>
          </p:nvSpPr>
          <p:spPr bwMode="auto">
            <a:xfrm>
              <a:off x="2238375" y="4632325"/>
              <a:ext cx="200025" cy="403225"/>
            </a:xfrm>
            <a:custGeom>
              <a:avLst/>
              <a:gdLst>
                <a:gd name="T0" fmla="*/ 57 w 74"/>
                <a:gd name="T1" fmla="*/ 149 h 149"/>
                <a:gd name="T2" fmla="*/ 42 w 74"/>
                <a:gd name="T3" fmla="*/ 149 h 149"/>
                <a:gd name="T4" fmla="*/ 38 w 74"/>
                <a:gd name="T5" fmla="*/ 146 h 149"/>
                <a:gd name="T6" fmla="*/ 38 w 74"/>
                <a:gd name="T7" fmla="*/ 85 h 149"/>
                <a:gd name="T8" fmla="*/ 38 w 74"/>
                <a:gd name="T9" fmla="*/ 84 h 149"/>
                <a:gd name="T10" fmla="*/ 36 w 74"/>
                <a:gd name="T11" fmla="*/ 83 h 149"/>
                <a:gd name="T12" fmla="*/ 35 w 74"/>
                <a:gd name="T13" fmla="*/ 85 h 149"/>
                <a:gd name="T14" fmla="*/ 35 w 74"/>
                <a:gd name="T15" fmla="*/ 146 h 149"/>
                <a:gd name="T16" fmla="*/ 32 w 74"/>
                <a:gd name="T17" fmla="*/ 149 h 149"/>
                <a:gd name="T18" fmla="*/ 17 w 74"/>
                <a:gd name="T19" fmla="*/ 149 h 149"/>
                <a:gd name="T20" fmla="*/ 14 w 74"/>
                <a:gd name="T21" fmla="*/ 146 h 149"/>
                <a:gd name="T22" fmla="*/ 14 w 74"/>
                <a:gd name="T23" fmla="*/ 72 h 149"/>
                <a:gd name="T24" fmla="*/ 8 w 74"/>
                <a:gd name="T25" fmla="*/ 72 h 149"/>
                <a:gd name="T26" fmla="*/ 0 w 74"/>
                <a:gd name="T27" fmla="*/ 62 h 149"/>
                <a:gd name="T28" fmla="*/ 0 w 74"/>
                <a:gd name="T29" fmla="*/ 24 h 149"/>
                <a:gd name="T30" fmla="*/ 21 w 74"/>
                <a:gd name="T31" fmla="*/ 1 h 149"/>
                <a:gd name="T32" fmla="*/ 23 w 74"/>
                <a:gd name="T33" fmla="*/ 2 h 149"/>
                <a:gd name="T34" fmla="*/ 37 w 74"/>
                <a:gd name="T35" fmla="*/ 16 h 149"/>
                <a:gd name="T36" fmla="*/ 50 w 74"/>
                <a:gd name="T37" fmla="*/ 2 h 149"/>
                <a:gd name="T38" fmla="*/ 53 w 74"/>
                <a:gd name="T39" fmla="*/ 1 h 149"/>
                <a:gd name="T40" fmla="*/ 74 w 74"/>
                <a:gd name="T41" fmla="*/ 24 h 149"/>
                <a:gd name="T42" fmla="*/ 74 w 74"/>
                <a:gd name="T43" fmla="*/ 62 h 149"/>
                <a:gd name="T44" fmla="*/ 66 w 74"/>
                <a:gd name="T45" fmla="*/ 72 h 149"/>
                <a:gd name="T46" fmla="*/ 60 w 74"/>
                <a:gd name="T47" fmla="*/ 72 h 149"/>
                <a:gd name="T48" fmla="*/ 60 w 74"/>
                <a:gd name="T49" fmla="*/ 146 h 149"/>
                <a:gd name="T50" fmla="*/ 57 w 74"/>
                <a:gd name="T51" fmla="*/ 149 h 149"/>
                <a:gd name="T52" fmla="*/ 45 w 74"/>
                <a:gd name="T53" fmla="*/ 143 h 149"/>
                <a:gd name="T54" fmla="*/ 53 w 74"/>
                <a:gd name="T55" fmla="*/ 143 h 149"/>
                <a:gd name="T56" fmla="*/ 53 w 74"/>
                <a:gd name="T57" fmla="*/ 62 h 149"/>
                <a:gd name="T58" fmla="*/ 57 w 74"/>
                <a:gd name="T59" fmla="*/ 59 h 149"/>
                <a:gd name="T60" fmla="*/ 60 w 74"/>
                <a:gd name="T61" fmla="*/ 62 h 149"/>
                <a:gd name="T62" fmla="*/ 61 w 74"/>
                <a:gd name="T63" fmla="*/ 65 h 149"/>
                <a:gd name="T64" fmla="*/ 64 w 74"/>
                <a:gd name="T65" fmla="*/ 66 h 149"/>
                <a:gd name="T66" fmla="*/ 67 w 74"/>
                <a:gd name="T67" fmla="*/ 62 h 149"/>
                <a:gd name="T68" fmla="*/ 67 w 74"/>
                <a:gd name="T69" fmla="*/ 24 h 149"/>
                <a:gd name="T70" fmla="*/ 54 w 74"/>
                <a:gd name="T71" fmla="*/ 7 h 149"/>
                <a:gd name="T72" fmla="*/ 39 w 74"/>
                <a:gd name="T73" fmla="*/ 23 h 149"/>
                <a:gd name="T74" fmla="*/ 34 w 74"/>
                <a:gd name="T75" fmla="*/ 23 h 149"/>
                <a:gd name="T76" fmla="*/ 20 w 74"/>
                <a:gd name="T77" fmla="*/ 7 h 149"/>
                <a:gd name="T78" fmla="*/ 6 w 74"/>
                <a:gd name="T79" fmla="*/ 24 h 149"/>
                <a:gd name="T80" fmla="*/ 6 w 74"/>
                <a:gd name="T81" fmla="*/ 62 h 149"/>
                <a:gd name="T82" fmla="*/ 9 w 74"/>
                <a:gd name="T83" fmla="*/ 66 h 149"/>
                <a:gd name="T84" fmla="*/ 12 w 74"/>
                <a:gd name="T85" fmla="*/ 65 h 149"/>
                <a:gd name="T86" fmla="*/ 14 w 74"/>
                <a:gd name="T87" fmla="*/ 62 h 149"/>
                <a:gd name="T88" fmla="*/ 17 w 74"/>
                <a:gd name="T89" fmla="*/ 59 h 149"/>
                <a:gd name="T90" fmla="*/ 20 w 74"/>
                <a:gd name="T91" fmla="*/ 62 h 149"/>
                <a:gd name="T92" fmla="*/ 20 w 74"/>
                <a:gd name="T93" fmla="*/ 143 h 149"/>
                <a:gd name="T94" fmla="*/ 29 w 74"/>
                <a:gd name="T95" fmla="*/ 143 h 149"/>
                <a:gd name="T96" fmla="*/ 29 w 74"/>
                <a:gd name="T97" fmla="*/ 85 h 149"/>
                <a:gd name="T98" fmla="*/ 35 w 74"/>
                <a:gd name="T99" fmla="*/ 77 h 149"/>
                <a:gd name="T100" fmla="*/ 42 w 74"/>
                <a:gd name="T101" fmla="*/ 79 h 149"/>
                <a:gd name="T102" fmla="*/ 45 w 74"/>
                <a:gd name="T103" fmla="*/ 85 h 149"/>
                <a:gd name="T104" fmla="*/ 45 w 74"/>
                <a:gd name="T105" fmla="*/ 14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4" h="149">
                  <a:moveTo>
                    <a:pt x="57" y="149"/>
                  </a:moveTo>
                  <a:cubicBezTo>
                    <a:pt x="42" y="149"/>
                    <a:pt x="42" y="149"/>
                    <a:pt x="42" y="149"/>
                  </a:cubicBezTo>
                  <a:cubicBezTo>
                    <a:pt x="40" y="149"/>
                    <a:pt x="38" y="148"/>
                    <a:pt x="38" y="146"/>
                  </a:cubicBezTo>
                  <a:cubicBezTo>
                    <a:pt x="38" y="85"/>
                    <a:pt x="38" y="85"/>
                    <a:pt x="38" y="85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38" y="83"/>
                    <a:pt x="37" y="83"/>
                    <a:pt x="36" y="83"/>
                  </a:cubicBezTo>
                  <a:cubicBezTo>
                    <a:pt x="36" y="83"/>
                    <a:pt x="35" y="84"/>
                    <a:pt x="35" y="85"/>
                  </a:cubicBezTo>
                  <a:cubicBezTo>
                    <a:pt x="35" y="146"/>
                    <a:pt x="35" y="146"/>
                    <a:pt x="35" y="146"/>
                  </a:cubicBezTo>
                  <a:cubicBezTo>
                    <a:pt x="35" y="148"/>
                    <a:pt x="34" y="149"/>
                    <a:pt x="32" y="149"/>
                  </a:cubicBezTo>
                  <a:cubicBezTo>
                    <a:pt x="17" y="149"/>
                    <a:pt x="17" y="149"/>
                    <a:pt x="17" y="149"/>
                  </a:cubicBezTo>
                  <a:cubicBezTo>
                    <a:pt x="15" y="149"/>
                    <a:pt x="14" y="148"/>
                    <a:pt x="14" y="146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2" y="73"/>
                    <a:pt x="10" y="73"/>
                    <a:pt x="8" y="72"/>
                  </a:cubicBezTo>
                  <a:cubicBezTo>
                    <a:pt x="3" y="72"/>
                    <a:pt x="0" y="67"/>
                    <a:pt x="0" y="6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2"/>
                    <a:pt x="9" y="2"/>
                    <a:pt x="21" y="1"/>
                  </a:cubicBezTo>
                  <a:cubicBezTo>
                    <a:pt x="22" y="0"/>
                    <a:pt x="23" y="1"/>
                    <a:pt x="23" y="2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1" y="1"/>
                    <a:pt x="52" y="0"/>
                    <a:pt x="53" y="1"/>
                  </a:cubicBezTo>
                  <a:cubicBezTo>
                    <a:pt x="65" y="2"/>
                    <a:pt x="74" y="12"/>
                    <a:pt x="74" y="24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7"/>
                    <a:pt x="70" y="72"/>
                    <a:pt x="66" y="72"/>
                  </a:cubicBezTo>
                  <a:cubicBezTo>
                    <a:pt x="64" y="73"/>
                    <a:pt x="62" y="73"/>
                    <a:pt x="60" y="72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60" y="148"/>
                    <a:pt x="58" y="149"/>
                    <a:pt x="57" y="149"/>
                  </a:cubicBezTo>
                  <a:close/>
                  <a:moveTo>
                    <a:pt x="45" y="143"/>
                  </a:moveTo>
                  <a:cubicBezTo>
                    <a:pt x="53" y="143"/>
                    <a:pt x="53" y="143"/>
                    <a:pt x="53" y="143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53" y="61"/>
                    <a:pt x="55" y="59"/>
                    <a:pt x="57" y="59"/>
                  </a:cubicBezTo>
                  <a:cubicBezTo>
                    <a:pt x="58" y="59"/>
                    <a:pt x="60" y="61"/>
                    <a:pt x="60" y="62"/>
                  </a:cubicBezTo>
                  <a:cubicBezTo>
                    <a:pt x="60" y="64"/>
                    <a:pt x="60" y="65"/>
                    <a:pt x="61" y="65"/>
                  </a:cubicBezTo>
                  <a:cubicBezTo>
                    <a:pt x="62" y="66"/>
                    <a:pt x="63" y="66"/>
                    <a:pt x="64" y="66"/>
                  </a:cubicBezTo>
                  <a:cubicBezTo>
                    <a:pt x="66" y="66"/>
                    <a:pt x="67" y="64"/>
                    <a:pt x="67" y="62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7" y="16"/>
                    <a:pt x="62" y="9"/>
                    <a:pt x="54" y="7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4"/>
                    <a:pt x="36" y="24"/>
                    <a:pt x="34" y="23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2" y="9"/>
                    <a:pt x="6" y="16"/>
                    <a:pt x="6" y="24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64"/>
                    <a:pt x="7" y="66"/>
                    <a:pt x="9" y="66"/>
                  </a:cubicBezTo>
                  <a:cubicBezTo>
                    <a:pt x="10" y="66"/>
                    <a:pt x="11" y="66"/>
                    <a:pt x="12" y="65"/>
                  </a:cubicBezTo>
                  <a:cubicBezTo>
                    <a:pt x="13" y="65"/>
                    <a:pt x="14" y="64"/>
                    <a:pt x="14" y="62"/>
                  </a:cubicBezTo>
                  <a:cubicBezTo>
                    <a:pt x="14" y="61"/>
                    <a:pt x="15" y="59"/>
                    <a:pt x="17" y="59"/>
                  </a:cubicBezTo>
                  <a:cubicBezTo>
                    <a:pt x="19" y="59"/>
                    <a:pt x="20" y="61"/>
                    <a:pt x="20" y="62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9" y="85"/>
                    <a:pt x="29" y="85"/>
                    <a:pt x="29" y="85"/>
                  </a:cubicBezTo>
                  <a:cubicBezTo>
                    <a:pt x="29" y="81"/>
                    <a:pt x="32" y="77"/>
                    <a:pt x="35" y="77"/>
                  </a:cubicBezTo>
                  <a:cubicBezTo>
                    <a:pt x="38" y="76"/>
                    <a:pt x="40" y="77"/>
                    <a:pt x="42" y="79"/>
                  </a:cubicBezTo>
                  <a:cubicBezTo>
                    <a:pt x="44" y="80"/>
                    <a:pt x="45" y="82"/>
                    <a:pt x="45" y="85"/>
                  </a:cubicBezTo>
                  <a:lnTo>
                    <a:pt x="45" y="1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51"/>
            <p:cNvSpPr>
              <a:spLocks/>
            </p:cNvSpPr>
            <p:nvPr/>
          </p:nvSpPr>
          <p:spPr bwMode="auto">
            <a:xfrm>
              <a:off x="2330450" y="4679950"/>
              <a:ext cx="15875" cy="141287"/>
            </a:xfrm>
            <a:custGeom>
              <a:avLst/>
              <a:gdLst>
                <a:gd name="T0" fmla="*/ 3 w 6"/>
                <a:gd name="T1" fmla="*/ 52 h 52"/>
                <a:gd name="T2" fmla="*/ 0 w 6"/>
                <a:gd name="T3" fmla="*/ 49 h 52"/>
                <a:gd name="T4" fmla="*/ 0 w 6"/>
                <a:gd name="T5" fmla="*/ 3 h 52"/>
                <a:gd name="T6" fmla="*/ 3 w 6"/>
                <a:gd name="T7" fmla="*/ 0 h 52"/>
                <a:gd name="T8" fmla="*/ 6 w 6"/>
                <a:gd name="T9" fmla="*/ 3 h 52"/>
                <a:gd name="T10" fmla="*/ 6 w 6"/>
                <a:gd name="T11" fmla="*/ 49 h 52"/>
                <a:gd name="T12" fmla="*/ 3 w 6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52">
                  <a:moveTo>
                    <a:pt x="3" y="52"/>
                  </a:moveTo>
                  <a:cubicBezTo>
                    <a:pt x="1" y="52"/>
                    <a:pt x="0" y="51"/>
                    <a:pt x="0" y="4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6" y="51"/>
                    <a:pt x="5" y="52"/>
                    <a:pt x="3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52"/>
            <p:cNvSpPr>
              <a:spLocks/>
            </p:cNvSpPr>
            <p:nvPr/>
          </p:nvSpPr>
          <p:spPr bwMode="auto">
            <a:xfrm>
              <a:off x="2281238" y="4460875"/>
              <a:ext cx="557212" cy="382587"/>
            </a:xfrm>
            <a:custGeom>
              <a:avLst/>
              <a:gdLst>
                <a:gd name="T0" fmla="*/ 201 w 205"/>
                <a:gd name="T1" fmla="*/ 141 h 141"/>
                <a:gd name="T2" fmla="*/ 70 w 205"/>
                <a:gd name="T3" fmla="*/ 141 h 141"/>
                <a:gd name="T4" fmla="*/ 67 w 205"/>
                <a:gd name="T5" fmla="*/ 138 h 141"/>
                <a:gd name="T6" fmla="*/ 70 w 205"/>
                <a:gd name="T7" fmla="*/ 135 h 141"/>
                <a:gd name="T8" fmla="*/ 198 w 205"/>
                <a:gd name="T9" fmla="*/ 135 h 141"/>
                <a:gd name="T10" fmla="*/ 198 w 205"/>
                <a:gd name="T11" fmla="*/ 7 h 141"/>
                <a:gd name="T12" fmla="*/ 7 w 205"/>
                <a:gd name="T13" fmla="*/ 7 h 141"/>
                <a:gd name="T14" fmla="*/ 7 w 205"/>
                <a:gd name="T15" fmla="*/ 17 h 141"/>
                <a:gd name="T16" fmla="*/ 3 w 205"/>
                <a:gd name="T17" fmla="*/ 20 h 141"/>
                <a:gd name="T18" fmla="*/ 0 w 205"/>
                <a:gd name="T19" fmla="*/ 17 h 141"/>
                <a:gd name="T20" fmla="*/ 0 w 205"/>
                <a:gd name="T21" fmla="*/ 4 h 141"/>
                <a:gd name="T22" fmla="*/ 3 w 205"/>
                <a:gd name="T23" fmla="*/ 0 h 141"/>
                <a:gd name="T24" fmla="*/ 201 w 205"/>
                <a:gd name="T25" fmla="*/ 0 h 141"/>
                <a:gd name="T26" fmla="*/ 205 w 205"/>
                <a:gd name="T27" fmla="*/ 4 h 141"/>
                <a:gd name="T28" fmla="*/ 205 w 205"/>
                <a:gd name="T29" fmla="*/ 138 h 141"/>
                <a:gd name="T30" fmla="*/ 201 w 205"/>
                <a:gd name="T31" fmla="*/ 14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5" h="141">
                  <a:moveTo>
                    <a:pt x="201" y="141"/>
                  </a:moveTo>
                  <a:cubicBezTo>
                    <a:pt x="70" y="141"/>
                    <a:pt x="70" y="141"/>
                    <a:pt x="70" y="141"/>
                  </a:cubicBezTo>
                  <a:cubicBezTo>
                    <a:pt x="68" y="141"/>
                    <a:pt x="67" y="140"/>
                    <a:pt x="67" y="138"/>
                  </a:cubicBezTo>
                  <a:cubicBezTo>
                    <a:pt x="67" y="136"/>
                    <a:pt x="68" y="135"/>
                    <a:pt x="70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7"/>
                    <a:pt x="198" y="7"/>
                    <a:pt x="198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9"/>
                    <a:pt x="5" y="20"/>
                    <a:pt x="3" y="20"/>
                  </a:cubicBezTo>
                  <a:cubicBezTo>
                    <a:pt x="2" y="20"/>
                    <a:pt x="0" y="19"/>
                    <a:pt x="0" y="1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03" y="0"/>
                    <a:pt x="205" y="2"/>
                    <a:pt x="205" y="4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5" y="140"/>
                    <a:pt x="203" y="141"/>
                    <a:pt x="201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53"/>
            <p:cNvSpPr>
              <a:spLocks noEditPoints="1"/>
            </p:cNvSpPr>
            <p:nvPr/>
          </p:nvSpPr>
          <p:spPr bwMode="auto">
            <a:xfrm>
              <a:off x="2254250" y="4403725"/>
              <a:ext cx="611187" cy="76200"/>
            </a:xfrm>
            <a:custGeom>
              <a:avLst/>
              <a:gdLst>
                <a:gd name="T0" fmla="*/ 220 w 225"/>
                <a:gd name="T1" fmla="*/ 28 h 28"/>
                <a:gd name="T2" fmla="*/ 5 w 225"/>
                <a:gd name="T3" fmla="*/ 28 h 28"/>
                <a:gd name="T4" fmla="*/ 0 w 225"/>
                <a:gd name="T5" fmla="*/ 23 h 28"/>
                <a:gd name="T6" fmla="*/ 0 w 225"/>
                <a:gd name="T7" fmla="*/ 5 h 28"/>
                <a:gd name="T8" fmla="*/ 5 w 225"/>
                <a:gd name="T9" fmla="*/ 0 h 28"/>
                <a:gd name="T10" fmla="*/ 220 w 225"/>
                <a:gd name="T11" fmla="*/ 0 h 28"/>
                <a:gd name="T12" fmla="*/ 225 w 225"/>
                <a:gd name="T13" fmla="*/ 5 h 28"/>
                <a:gd name="T14" fmla="*/ 225 w 225"/>
                <a:gd name="T15" fmla="*/ 23 h 28"/>
                <a:gd name="T16" fmla="*/ 220 w 225"/>
                <a:gd name="T17" fmla="*/ 28 h 28"/>
                <a:gd name="T18" fmla="*/ 6 w 225"/>
                <a:gd name="T19" fmla="*/ 21 h 28"/>
                <a:gd name="T20" fmla="*/ 219 w 225"/>
                <a:gd name="T21" fmla="*/ 21 h 28"/>
                <a:gd name="T22" fmla="*/ 219 w 225"/>
                <a:gd name="T23" fmla="*/ 6 h 28"/>
                <a:gd name="T24" fmla="*/ 6 w 225"/>
                <a:gd name="T25" fmla="*/ 6 h 28"/>
                <a:gd name="T26" fmla="*/ 6 w 225"/>
                <a:gd name="T27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5" h="28">
                  <a:moveTo>
                    <a:pt x="220" y="28"/>
                  </a:moveTo>
                  <a:cubicBezTo>
                    <a:pt x="5" y="28"/>
                    <a:pt x="5" y="28"/>
                    <a:pt x="5" y="28"/>
                  </a:cubicBezTo>
                  <a:cubicBezTo>
                    <a:pt x="2" y="28"/>
                    <a:pt x="0" y="26"/>
                    <a:pt x="0" y="2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3" y="0"/>
                    <a:pt x="225" y="2"/>
                    <a:pt x="225" y="5"/>
                  </a:cubicBezTo>
                  <a:cubicBezTo>
                    <a:pt x="225" y="23"/>
                    <a:pt x="225" y="23"/>
                    <a:pt x="225" y="23"/>
                  </a:cubicBezTo>
                  <a:cubicBezTo>
                    <a:pt x="225" y="26"/>
                    <a:pt x="223" y="28"/>
                    <a:pt x="220" y="28"/>
                  </a:cubicBezTo>
                  <a:close/>
                  <a:moveTo>
                    <a:pt x="6" y="21"/>
                  </a:moveTo>
                  <a:cubicBezTo>
                    <a:pt x="219" y="21"/>
                    <a:pt x="219" y="21"/>
                    <a:pt x="219" y="21"/>
                  </a:cubicBezTo>
                  <a:cubicBezTo>
                    <a:pt x="219" y="6"/>
                    <a:pt x="219" y="6"/>
                    <a:pt x="219" y="6"/>
                  </a:cubicBezTo>
                  <a:cubicBezTo>
                    <a:pt x="6" y="6"/>
                    <a:pt x="6" y="6"/>
                    <a:pt x="6" y="6"/>
                  </a:cubicBezTo>
                  <a:lnTo>
                    <a:pt x="6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54"/>
            <p:cNvSpPr>
              <a:spLocks noEditPoints="1"/>
            </p:cNvSpPr>
            <p:nvPr/>
          </p:nvSpPr>
          <p:spPr bwMode="auto">
            <a:xfrm>
              <a:off x="2697163" y="4521200"/>
              <a:ext cx="71437" cy="242887"/>
            </a:xfrm>
            <a:custGeom>
              <a:avLst/>
              <a:gdLst>
                <a:gd name="T0" fmla="*/ 22 w 26"/>
                <a:gd name="T1" fmla="*/ 90 h 90"/>
                <a:gd name="T2" fmla="*/ 3 w 26"/>
                <a:gd name="T3" fmla="*/ 90 h 90"/>
                <a:gd name="T4" fmla="*/ 0 w 26"/>
                <a:gd name="T5" fmla="*/ 87 h 90"/>
                <a:gd name="T6" fmla="*/ 0 w 26"/>
                <a:gd name="T7" fmla="*/ 4 h 90"/>
                <a:gd name="T8" fmla="*/ 3 w 26"/>
                <a:gd name="T9" fmla="*/ 0 h 90"/>
                <a:gd name="T10" fmla="*/ 22 w 26"/>
                <a:gd name="T11" fmla="*/ 0 h 90"/>
                <a:gd name="T12" fmla="*/ 26 w 26"/>
                <a:gd name="T13" fmla="*/ 4 h 90"/>
                <a:gd name="T14" fmla="*/ 26 w 26"/>
                <a:gd name="T15" fmla="*/ 87 h 90"/>
                <a:gd name="T16" fmla="*/ 22 w 26"/>
                <a:gd name="T17" fmla="*/ 90 h 90"/>
                <a:gd name="T18" fmla="*/ 6 w 26"/>
                <a:gd name="T19" fmla="*/ 84 h 90"/>
                <a:gd name="T20" fmla="*/ 19 w 26"/>
                <a:gd name="T21" fmla="*/ 84 h 90"/>
                <a:gd name="T22" fmla="*/ 19 w 26"/>
                <a:gd name="T23" fmla="*/ 7 h 90"/>
                <a:gd name="T24" fmla="*/ 6 w 26"/>
                <a:gd name="T25" fmla="*/ 7 h 90"/>
                <a:gd name="T26" fmla="*/ 6 w 26"/>
                <a:gd name="T27" fmla="*/ 8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90">
                  <a:moveTo>
                    <a:pt x="22" y="90"/>
                  </a:moveTo>
                  <a:cubicBezTo>
                    <a:pt x="3" y="90"/>
                    <a:pt x="3" y="90"/>
                    <a:pt x="3" y="90"/>
                  </a:cubicBezTo>
                  <a:cubicBezTo>
                    <a:pt x="1" y="90"/>
                    <a:pt x="0" y="89"/>
                    <a:pt x="0" y="8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4" y="0"/>
                    <a:pt x="26" y="2"/>
                    <a:pt x="26" y="4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6" y="89"/>
                    <a:pt x="24" y="90"/>
                    <a:pt x="22" y="90"/>
                  </a:cubicBezTo>
                  <a:close/>
                  <a:moveTo>
                    <a:pt x="6" y="84"/>
                  </a:moveTo>
                  <a:cubicBezTo>
                    <a:pt x="19" y="84"/>
                    <a:pt x="19" y="84"/>
                    <a:pt x="19" y="84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6" y="7"/>
                    <a:pt x="6" y="7"/>
                    <a:pt x="6" y="7"/>
                  </a:cubicBezTo>
                  <a:lnTo>
                    <a:pt x="6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55"/>
            <p:cNvSpPr>
              <a:spLocks noEditPoints="1"/>
            </p:cNvSpPr>
            <p:nvPr/>
          </p:nvSpPr>
          <p:spPr bwMode="auto">
            <a:xfrm>
              <a:off x="2582863" y="4606925"/>
              <a:ext cx="71437" cy="157162"/>
            </a:xfrm>
            <a:custGeom>
              <a:avLst/>
              <a:gdLst>
                <a:gd name="T0" fmla="*/ 23 w 26"/>
                <a:gd name="T1" fmla="*/ 58 h 58"/>
                <a:gd name="T2" fmla="*/ 4 w 26"/>
                <a:gd name="T3" fmla="*/ 58 h 58"/>
                <a:gd name="T4" fmla="*/ 0 w 26"/>
                <a:gd name="T5" fmla="*/ 55 h 58"/>
                <a:gd name="T6" fmla="*/ 0 w 26"/>
                <a:gd name="T7" fmla="*/ 3 h 58"/>
                <a:gd name="T8" fmla="*/ 4 w 26"/>
                <a:gd name="T9" fmla="*/ 0 h 58"/>
                <a:gd name="T10" fmla="*/ 23 w 26"/>
                <a:gd name="T11" fmla="*/ 0 h 58"/>
                <a:gd name="T12" fmla="*/ 26 w 26"/>
                <a:gd name="T13" fmla="*/ 3 h 58"/>
                <a:gd name="T14" fmla="*/ 26 w 26"/>
                <a:gd name="T15" fmla="*/ 55 h 58"/>
                <a:gd name="T16" fmla="*/ 23 w 26"/>
                <a:gd name="T17" fmla="*/ 58 h 58"/>
                <a:gd name="T18" fmla="*/ 7 w 26"/>
                <a:gd name="T19" fmla="*/ 52 h 58"/>
                <a:gd name="T20" fmla="*/ 20 w 26"/>
                <a:gd name="T21" fmla="*/ 52 h 58"/>
                <a:gd name="T22" fmla="*/ 20 w 26"/>
                <a:gd name="T23" fmla="*/ 6 h 58"/>
                <a:gd name="T24" fmla="*/ 7 w 26"/>
                <a:gd name="T25" fmla="*/ 6 h 58"/>
                <a:gd name="T26" fmla="*/ 7 w 26"/>
                <a:gd name="T27" fmla="*/ 5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58">
                  <a:moveTo>
                    <a:pt x="23" y="58"/>
                  </a:moveTo>
                  <a:cubicBezTo>
                    <a:pt x="4" y="58"/>
                    <a:pt x="4" y="58"/>
                    <a:pt x="4" y="58"/>
                  </a:cubicBezTo>
                  <a:cubicBezTo>
                    <a:pt x="2" y="58"/>
                    <a:pt x="0" y="57"/>
                    <a:pt x="0" y="5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0"/>
                    <a:pt x="26" y="1"/>
                    <a:pt x="26" y="3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7"/>
                    <a:pt x="25" y="58"/>
                    <a:pt x="23" y="58"/>
                  </a:cubicBezTo>
                  <a:close/>
                  <a:moveTo>
                    <a:pt x="7" y="52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56"/>
            <p:cNvSpPr>
              <a:spLocks/>
            </p:cNvSpPr>
            <p:nvPr/>
          </p:nvSpPr>
          <p:spPr bwMode="auto">
            <a:xfrm>
              <a:off x="2555875" y="4748213"/>
              <a:ext cx="241300" cy="15875"/>
            </a:xfrm>
            <a:custGeom>
              <a:avLst/>
              <a:gdLst>
                <a:gd name="T0" fmla="*/ 86 w 89"/>
                <a:gd name="T1" fmla="*/ 6 h 6"/>
                <a:gd name="T2" fmla="*/ 3 w 89"/>
                <a:gd name="T3" fmla="*/ 6 h 6"/>
                <a:gd name="T4" fmla="*/ 0 w 89"/>
                <a:gd name="T5" fmla="*/ 3 h 6"/>
                <a:gd name="T6" fmla="*/ 3 w 89"/>
                <a:gd name="T7" fmla="*/ 0 h 6"/>
                <a:gd name="T8" fmla="*/ 86 w 89"/>
                <a:gd name="T9" fmla="*/ 0 h 6"/>
                <a:gd name="T10" fmla="*/ 89 w 89"/>
                <a:gd name="T11" fmla="*/ 3 h 6"/>
                <a:gd name="T12" fmla="*/ 86 w 89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6">
                  <a:moveTo>
                    <a:pt x="86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7" y="0"/>
                    <a:pt x="89" y="1"/>
                    <a:pt x="89" y="3"/>
                  </a:cubicBezTo>
                  <a:cubicBezTo>
                    <a:pt x="89" y="5"/>
                    <a:pt x="87" y="6"/>
                    <a:pt x="8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8" name="Freeform: Shape 80">
            <a:extLst>
              <a:ext uri="{FF2B5EF4-FFF2-40B4-BE49-F238E27FC236}">
                <a16:creationId xmlns:a16="http://schemas.microsoft.com/office/drawing/2014/main" id="{8E91C8E3-E243-4329-87E1-30A1136D23D0}"/>
              </a:ext>
            </a:extLst>
          </p:cNvPr>
          <p:cNvSpPr/>
          <p:nvPr/>
        </p:nvSpPr>
        <p:spPr>
          <a:xfrm>
            <a:off x="10628849" y="2992037"/>
            <a:ext cx="389275" cy="349929"/>
          </a:xfrm>
          <a:custGeom>
            <a:avLst/>
            <a:gdLst>
              <a:gd name="connsiteX0" fmla="*/ 456083 w 6486530"/>
              <a:gd name="connsiteY0" fmla="*/ 4847535 h 5830908"/>
              <a:gd name="connsiteX1" fmla="*/ 734851 w 6486530"/>
              <a:gd name="connsiteY1" fmla="*/ 4847535 h 5830908"/>
              <a:gd name="connsiteX2" fmla="*/ 829868 w 6486530"/>
              <a:gd name="connsiteY2" fmla="*/ 4942738 h 5830908"/>
              <a:gd name="connsiteX3" fmla="*/ 734851 w 6486530"/>
              <a:gd name="connsiteY3" fmla="*/ 5037942 h 5830908"/>
              <a:gd name="connsiteX4" fmla="*/ 456083 w 6486530"/>
              <a:gd name="connsiteY4" fmla="*/ 5037942 h 5830908"/>
              <a:gd name="connsiteX5" fmla="*/ 361066 w 6486530"/>
              <a:gd name="connsiteY5" fmla="*/ 4942738 h 5830908"/>
              <a:gd name="connsiteX6" fmla="*/ 456083 w 6486530"/>
              <a:gd name="connsiteY6" fmla="*/ 4847535 h 5830908"/>
              <a:gd name="connsiteX7" fmla="*/ 190035 w 6486530"/>
              <a:gd name="connsiteY7" fmla="*/ 3345057 h 5830908"/>
              <a:gd name="connsiteX8" fmla="*/ 190035 w 6486530"/>
              <a:gd name="connsiteY8" fmla="*/ 5283289 h 5830908"/>
              <a:gd name="connsiteX9" fmla="*/ 1005008 w 6486530"/>
              <a:gd name="connsiteY9" fmla="*/ 5283289 h 5830908"/>
              <a:gd name="connsiteX10" fmla="*/ 1013965 w 6486530"/>
              <a:gd name="connsiteY10" fmla="*/ 5274315 h 5830908"/>
              <a:gd name="connsiteX11" fmla="*/ 1013965 w 6486530"/>
              <a:gd name="connsiteY11" fmla="*/ 4286678 h 5830908"/>
              <a:gd name="connsiteX12" fmla="*/ 1108982 w 6486530"/>
              <a:gd name="connsiteY12" fmla="*/ 4191475 h 5830908"/>
              <a:gd name="connsiteX13" fmla="*/ 1204000 w 6486530"/>
              <a:gd name="connsiteY13" fmla="*/ 4286678 h 5830908"/>
              <a:gd name="connsiteX14" fmla="*/ 1204000 w 6486530"/>
              <a:gd name="connsiteY14" fmla="*/ 5071462 h 5830908"/>
              <a:gd name="connsiteX15" fmla="*/ 2662765 w 6486530"/>
              <a:gd name="connsiteY15" fmla="*/ 5624931 h 5830908"/>
              <a:gd name="connsiteX16" fmla="*/ 2832758 w 6486530"/>
              <a:gd name="connsiteY16" fmla="*/ 5635790 h 5830908"/>
              <a:gd name="connsiteX17" fmla="*/ 2835430 w 6486530"/>
              <a:gd name="connsiteY17" fmla="*/ 5635344 h 5830908"/>
              <a:gd name="connsiteX18" fmla="*/ 4691339 w 6486530"/>
              <a:gd name="connsiteY18" fmla="*/ 5367336 h 5830908"/>
              <a:gd name="connsiteX19" fmla="*/ 5034837 w 6486530"/>
              <a:gd name="connsiteY19" fmla="*/ 5213127 h 5830908"/>
              <a:gd name="connsiteX20" fmla="*/ 6233294 w 6486530"/>
              <a:gd name="connsiteY20" fmla="*/ 4205805 h 5830908"/>
              <a:gd name="connsiteX21" fmla="*/ 6263581 w 6486530"/>
              <a:gd name="connsiteY21" fmla="*/ 3955152 h 5830908"/>
              <a:gd name="connsiteX22" fmla="*/ 5998472 w 6486530"/>
              <a:gd name="connsiteY22" fmla="*/ 3903832 h 5830908"/>
              <a:gd name="connsiteX23" fmla="*/ 4998067 w 6486530"/>
              <a:gd name="connsiteY23" fmla="*/ 4574669 h 5830908"/>
              <a:gd name="connsiteX24" fmla="*/ 4786208 w 6486530"/>
              <a:gd name="connsiteY24" fmla="*/ 4716730 h 5830908"/>
              <a:gd name="connsiteX25" fmla="*/ 4728009 w 6486530"/>
              <a:gd name="connsiteY25" fmla="*/ 4732696 h 5830908"/>
              <a:gd name="connsiteX26" fmla="*/ 4372337 w 6486530"/>
              <a:gd name="connsiteY26" fmla="*/ 4712664 h 5830908"/>
              <a:gd name="connsiteX27" fmla="*/ 2568094 w 6486530"/>
              <a:gd name="connsiteY27" fmla="*/ 4824231 h 5830908"/>
              <a:gd name="connsiteX28" fmla="*/ 2565570 w 6486530"/>
              <a:gd name="connsiteY28" fmla="*/ 4824379 h 5830908"/>
              <a:gd name="connsiteX29" fmla="*/ 2561166 w 6486530"/>
              <a:gd name="connsiteY29" fmla="*/ 4824479 h 5830908"/>
              <a:gd name="connsiteX30" fmla="*/ 2552703 w 6486530"/>
              <a:gd name="connsiteY30" fmla="*/ 4824231 h 5830908"/>
              <a:gd name="connsiteX31" fmla="*/ 2540183 w 6486530"/>
              <a:gd name="connsiteY31" fmla="*/ 4823437 h 5830908"/>
              <a:gd name="connsiteX32" fmla="*/ 2272847 w 6486530"/>
              <a:gd name="connsiteY32" fmla="*/ 4683161 h 5830908"/>
              <a:gd name="connsiteX33" fmla="*/ 2284923 w 6486530"/>
              <a:gd name="connsiteY33" fmla="*/ 4549033 h 5830908"/>
              <a:gd name="connsiteX34" fmla="*/ 2418739 w 6486530"/>
              <a:gd name="connsiteY34" fmla="*/ 4561182 h 5830908"/>
              <a:gd name="connsiteX35" fmla="*/ 2557108 w 6486530"/>
              <a:gd name="connsiteY35" fmla="*/ 4633774 h 5830908"/>
              <a:gd name="connsiteX36" fmla="*/ 2560127 w 6486530"/>
              <a:gd name="connsiteY36" fmla="*/ 4633973 h 5830908"/>
              <a:gd name="connsiteX37" fmla="*/ 4267769 w 6486530"/>
              <a:gd name="connsiteY37" fmla="*/ 4528406 h 5830908"/>
              <a:gd name="connsiteX38" fmla="*/ 4263364 w 6486530"/>
              <a:gd name="connsiteY38" fmla="*/ 4484275 h 5830908"/>
              <a:gd name="connsiteX39" fmla="*/ 3951143 w 6486530"/>
              <a:gd name="connsiteY39" fmla="*/ 4157162 h 5830908"/>
              <a:gd name="connsiteX40" fmla="*/ 2984587 w 6486530"/>
              <a:gd name="connsiteY40" fmla="*/ 4045645 h 5830908"/>
              <a:gd name="connsiteX41" fmla="*/ 2982113 w 6486530"/>
              <a:gd name="connsiteY41" fmla="*/ 4045348 h 5830908"/>
              <a:gd name="connsiteX42" fmla="*/ 2314566 w 6486530"/>
              <a:gd name="connsiteY42" fmla="*/ 3812546 h 5830908"/>
              <a:gd name="connsiteX43" fmla="*/ 2295513 w 6486530"/>
              <a:gd name="connsiteY43" fmla="*/ 3801786 h 5830908"/>
              <a:gd name="connsiteX44" fmla="*/ 2294622 w 6486530"/>
              <a:gd name="connsiteY44" fmla="*/ 3801290 h 5830908"/>
              <a:gd name="connsiteX45" fmla="*/ 1486677 w 6486530"/>
              <a:gd name="connsiteY45" fmla="*/ 3587727 h 5830908"/>
              <a:gd name="connsiteX46" fmla="*/ 1204000 w 6486530"/>
              <a:gd name="connsiteY46" fmla="*/ 3587727 h 5830908"/>
              <a:gd name="connsiteX47" fmla="*/ 1204000 w 6486530"/>
              <a:gd name="connsiteY47" fmla="*/ 3843685 h 5830908"/>
              <a:gd name="connsiteX48" fmla="*/ 1108982 w 6486530"/>
              <a:gd name="connsiteY48" fmla="*/ 3938889 h 5830908"/>
              <a:gd name="connsiteX49" fmla="*/ 1013965 w 6486530"/>
              <a:gd name="connsiteY49" fmla="*/ 3843685 h 5830908"/>
              <a:gd name="connsiteX50" fmla="*/ 1013965 w 6486530"/>
              <a:gd name="connsiteY50" fmla="*/ 3354032 h 5830908"/>
              <a:gd name="connsiteX51" fmla="*/ 1005008 w 6486530"/>
              <a:gd name="connsiteY51" fmla="*/ 3345057 h 5830908"/>
              <a:gd name="connsiteX52" fmla="*/ 1938455 w 6486530"/>
              <a:gd name="connsiteY52" fmla="*/ 3139874 h 5830908"/>
              <a:gd name="connsiteX53" fmla="*/ 1938455 w 6486530"/>
              <a:gd name="connsiteY53" fmla="*/ 3454393 h 5830908"/>
              <a:gd name="connsiteX54" fmla="*/ 2245480 w 6486530"/>
              <a:gd name="connsiteY54" fmla="*/ 3562488 h 5830908"/>
              <a:gd name="connsiteX55" fmla="*/ 2245480 w 6486530"/>
              <a:gd name="connsiteY55" fmla="*/ 3139874 h 5830908"/>
              <a:gd name="connsiteX56" fmla="*/ 2972265 w 6486530"/>
              <a:gd name="connsiteY56" fmla="*/ 2448559 h 5830908"/>
              <a:gd name="connsiteX57" fmla="*/ 2972265 w 6486530"/>
              <a:gd name="connsiteY57" fmla="*/ 3851173 h 5830908"/>
              <a:gd name="connsiteX58" fmla="*/ 3007550 w 6486530"/>
              <a:gd name="connsiteY58" fmla="*/ 3856627 h 5830908"/>
              <a:gd name="connsiteX59" fmla="*/ 3279290 w 6486530"/>
              <a:gd name="connsiteY59" fmla="*/ 3887965 h 5830908"/>
              <a:gd name="connsiteX60" fmla="*/ 3279290 w 6486530"/>
              <a:gd name="connsiteY60" fmla="*/ 2448559 h 5830908"/>
              <a:gd name="connsiteX61" fmla="*/ 4006124 w 6486530"/>
              <a:gd name="connsiteY61" fmla="*/ 1841736 h 5830908"/>
              <a:gd name="connsiteX62" fmla="*/ 4006124 w 6486530"/>
              <a:gd name="connsiteY62" fmla="*/ 3973549 h 5830908"/>
              <a:gd name="connsiteX63" fmla="*/ 4313149 w 6486530"/>
              <a:gd name="connsiteY63" fmla="*/ 4147989 h 5830908"/>
              <a:gd name="connsiteX64" fmla="*/ 4313149 w 6486530"/>
              <a:gd name="connsiteY64" fmla="*/ 1841736 h 5830908"/>
              <a:gd name="connsiteX65" fmla="*/ 4983319 w 6486530"/>
              <a:gd name="connsiteY65" fmla="*/ 1140801 h 5830908"/>
              <a:gd name="connsiteX66" fmla="*/ 5403623 w 6486530"/>
              <a:gd name="connsiteY66" fmla="*/ 1140801 h 5830908"/>
              <a:gd name="connsiteX67" fmla="*/ 5536994 w 6486530"/>
              <a:gd name="connsiteY67" fmla="*/ 1274433 h 5830908"/>
              <a:gd name="connsiteX68" fmla="*/ 5536994 w 6486530"/>
              <a:gd name="connsiteY68" fmla="*/ 3984160 h 5830908"/>
              <a:gd name="connsiteX69" fmla="*/ 5892567 w 6486530"/>
              <a:gd name="connsiteY69" fmla="*/ 3745705 h 5830908"/>
              <a:gd name="connsiteX70" fmla="*/ 6420706 w 6486530"/>
              <a:gd name="connsiteY70" fmla="*/ 3848049 h 5830908"/>
              <a:gd name="connsiteX71" fmla="*/ 6358598 w 6486530"/>
              <a:gd name="connsiteY71" fmla="*/ 4349007 h 5830908"/>
              <a:gd name="connsiteX72" fmla="*/ 6356569 w 6486530"/>
              <a:gd name="connsiteY72" fmla="*/ 4350742 h 5830908"/>
              <a:gd name="connsiteX73" fmla="*/ 5156528 w 6486530"/>
              <a:gd name="connsiteY73" fmla="*/ 5359403 h 5830908"/>
              <a:gd name="connsiteX74" fmla="*/ 5155489 w 6486530"/>
              <a:gd name="connsiteY74" fmla="*/ 5360246 h 5830908"/>
              <a:gd name="connsiteX75" fmla="*/ 4720636 w 6486530"/>
              <a:gd name="connsiteY75" fmla="*/ 5555462 h 5830908"/>
              <a:gd name="connsiteX76" fmla="*/ 4719250 w 6486530"/>
              <a:gd name="connsiteY76" fmla="*/ 5555710 h 5830908"/>
              <a:gd name="connsiteX77" fmla="*/ 2861213 w 6486530"/>
              <a:gd name="connsiteY77" fmla="*/ 5824065 h 5830908"/>
              <a:gd name="connsiteX78" fmla="*/ 2773916 w 6486530"/>
              <a:gd name="connsiteY78" fmla="*/ 5830908 h 5830908"/>
              <a:gd name="connsiteX79" fmla="*/ 2607339 w 6486530"/>
              <a:gd name="connsiteY79" fmla="*/ 5807156 h 5830908"/>
              <a:gd name="connsiteX80" fmla="*/ 2599470 w 6486530"/>
              <a:gd name="connsiteY80" fmla="*/ 5804578 h 5830908"/>
              <a:gd name="connsiteX81" fmla="*/ 1203950 w 6486530"/>
              <a:gd name="connsiteY81" fmla="*/ 5275108 h 5830908"/>
              <a:gd name="connsiteX82" fmla="*/ 1005008 w 6486530"/>
              <a:gd name="connsiteY82" fmla="*/ 5473696 h 5830908"/>
              <a:gd name="connsiteX83" fmla="*/ 118326 w 6486530"/>
              <a:gd name="connsiteY83" fmla="*/ 5473696 h 5830908"/>
              <a:gd name="connsiteX84" fmla="*/ 0 w 6486530"/>
              <a:gd name="connsiteY84" fmla="*/ 5355138 h 5830908"/>
              <a:gd name="connsiteX85" fmla="*/ 0 w 6486530"/>
              <a:gd name="connsiteY85" fmla="*/ 3273209 h 5830908"/>
              <a:gd name="connsiteX86" fmla="*/ 118326 w 6486530"/>
              <a:gd name="connsiteY86" fmla="*/ 3154650 h 5830908"/>
              <a:gd name="connsiteX87" fmla="*/ 1005008 w 6486530"/>
              <a:gd name="connsiteY87" fmla="*/ 3154650 h 5830908"/>
              <a:gd name="connsiteX88" fmla="*/ 1204000 w 6486530"/>
              <a:gd name="connsiteY88" fmla="*/ 3354032 h 5830908"/>
              <a:gd name="connsiteX89" fmla="*/ 1204000 w 6486530"/>
              <a:gd name="connsiteY89" fmla="*/ 3397320 h 5830908"/>
              <a:gd name="connsiteX90" fmla="*/ 1486627 w 6486530"/>
              <a:gd name="connsiteY90" fmla="*/ 3397320 h 5830908"/>
              <a:gd name="connsiteX91" fmla="*/ 1748420 w 6486530"/>
              <a:gd name="connsiteY91" fmla="*/ 3416460 h 5830908"/>
              <a:gd name="connsiteX92" fmla="*/ 1748420 w 6486530"/>
              <a:gd name="connsiteY92" fmla="*/ 3083099 h 5830908"/>
              <a:gd name="connsiteX93" fmla="*/ 1881791 w 6486530"/>
              <a:gd name="connsiteY93" fmla="*/ 2949467 h 5830908"/>
              <a:gd name="connsiteX94" fmla="*/ 2302144 w 6486530"/>
              <a:gd name="connsiteY94" fmla="*/ 2949467 h 5830908"/>
              <a:gd name="connsiteX95" fmla="*/ 2435565 w 6486530"/>
              <a:gd name="connsiteY95" fmla="*/ 3083099 h 5830908"/>
              <a:gd name="connsiteX96" fmla="*/ 2435565 w 6486530"/>
              <a:gd name="connsiteY96" fmla="*/ 3662452 h 5830908"/>
              <a:gd name="connsiteX97" fmla="*/ 2782279 w 6486530"/>
              <a:gd name="connsiteY97" fmla="*/ 3808182 h 5830908"/>
              <a:gd name="connsiteX98" fmla="*/ 2782279 w 6486530"/>
              <a:gd name="connsiteY98" fmla="*/ 2391833 h 5830908"/>
              <a:gd name="connsiteX99" fmla="*/ 2915650 w 6486530"/>
              <a:gd name="connsiteY99" fmla="*/ 2258152 h 5830908"/>
              <a:gd name="connsiteX100" fmla="*/ 3335954 w 6486530"/>
              <a:gd name="connsiteY100" fmla="*/ 2258152 h 5830908"/>
              <a:gd name="connsiteX101" fmla="*/ 3469374 w 6486530"/>
              <a:gd name="connsiteY101" fmla="*/ 2391833 h 5830908"/>
              <a:gd name="connsiteX102" fmla="*/ 3469374 w 6486530"/>
              <a:gd name="connsiteY102" fmla="*/ 3909881 h 5830908"/>
              <a:gd name="connsiteX103" fmla="*/ 3816089 w 6486530"/>
              <a:gd name="connsiteY103" fmla="*/ 3949896 h 5830908"/>
              <a:gd name="connsiteX104" fmla="*/ 3816089 w 6486530"/>
              <a:gd name="connsiteY104" fmla="*/ 1784961 h 5830908"/>
              <a:gd name="connsiteX105" fmla="*/ 3949510 w 6486530"/>
              <a:gd name="connsiteY105" fmla="*/ 1651280 h 5830908"/>
              <a:gd name="connsiteX106" fmla="*/ 4369764 w 6486530"/>
              <a:gd name="connsiteY106" fmla="*/ 1651280 h 5830908"/>
              <a:gd name="connsiteX107" fmla="*/ 4503184 w 6486530"/>
              <a:gd name="connsiteY107" fmla="*/ 1784961 h 5830908"/>
              <a:gd name="connsiteX108" fmla="*/ 4503184 w 6486530"/>
              <a:gd name="connsiteY108" fmla="*/ 4529348 h 5830908"/>
              <a:gd name="connsiteX109" fmla="*/ 4706927 w 6486530"/>
              <a:gd name="connsiteY109" fmla="*/ 4540802 h 5830908"/>
              <a:gd name="connsiteX110" fmla="*/ 4849899 w 6486530"/>
              <a:gd name="connsiteY110" fmla="*/ 4444905 h 5830908"/>
              <a:gd name="connsiteX111" fmla="*/ 4849899 w 6486530"/>
              <a:gd name="connsiteY111" fmla="*/ 2397883 h 5830908"/>
              <a:gd name="connsiteX112" fmla="*/ 4944917 w 6486530"/>
              <a:gd name="connsiteY112" fmla="*/ 2302679 h 5830908"/>
              <a:gd name="connsiteX113" fmla="*/ 5039934 w 6486530"/>
              <a:gd name="connsiteY113" fmla="*/ 2397883 h 5830908"/>
              <a:gd name="connsiteX114" fmla="*/ 5039934 w 6486530"/>
              <a:gd name="connsiteY114" fmla="*/ 4317471 h 5830908"/>
              <a:gd name="connsiteX115" fmla="*/ 5346959 w 6486530"/>
              <a:gd name="connsiteY115" fmla="*/ 4111593 h 5830908"/>
              <a:gd name="connsiteX116" fmla="*/ 5346959 w 6486530"/>
              <a:gd name="connsiteY116" fmla="*/ 1331208 h 5830908"/>
              <a:gd name="connsiteX117" fmla="*/ 5039934 w 6486530"/>
              <a:gd name="connsiteY117" fmla="*/ 1331208 h 5830908"/>
              <a:gd name="connsiteX118" fmla="*/ 5039934 w 6486530"/>
              <a:gd name="connsiteY118" fmla="*/ 1954939 h 5830908"/>
              <a:gd name="connsiteX119" fmla="*/ 4944917 w 6486530"/>
              <a:gd name="connsiteY119" fmla="*/ 2050142 h 5830908"/>
              <a:gd name="connsiteX120" fmla="*/ 4849899 w 6486530"/>
              <a:gd name="connsiteY120" fmla="*/ 1954939 h 5830908"/>
              <a:gd name="connsiteX121" fmla="*/ 4849899 w 6486530"/>
              <a:gd name="connsiteY121" fmla="*/ 1274433 h 5830908"/>
              <a:gd name="connsiteX122" fmla="*/ 4983319 w 6486530"/>
              <a:gd name="connsiteY122" fmla="*/ 1140801 h 5830908"/>
              <a:gd name="connsiteX123" fmla="*/ 5115403 w 6486530"/>
              <a:gd name="connsiteY123" fmla="*/ 393 h 5830908"/>
              <a:gd name="connsiteX124" fmla="*/ 5139702 w 6486530"/>
              <a:gd name="connsiteY124" fmla="*/ 1385 h 5830908"/>
              <a:gd name="connsiteX125" fmla="*/ 5140494 w 6486530"/>
              <a:gd name="connsiteY125" fmla="*/ 1484 h 5830908"/>
              <a:gd name="connsiteX126" fmla="*/ 5147125 w 6486530"/>
              <a:gd name="connsiteY126" fmla="*/ 2922 h 5830908"/>
              <a:gd name="connsiteX127" fmla="*/ 5150639 w 6486530"/>
              <a:gd name="connsiteY127" fmla="*/ 3864 h 5830908"/>
              <a:gd name="connsiteX128" fmla="*/ 5154549 w 6486530"/>
              <a:gd name="connsiteY128" fmla="*/ 5104 h 5830908"/>
              <a:gd name="connsiteX129" fmla="*/ 5160438 w 6486530"/>
              <a:gd name="connsiteY129" fmla="*/ 7236 h 5830908"/>
              <a:gd name="connsiteX130" fmla="*/ 5161774 w 6486530"/>
              <a:gd name="connsiteY130" fmla="*/ 7831 h 5830908"/>
              <a:gd name="connsiteX131" fmla="*/ 5175383 w 6486530"/>
              <a:gd name="connsiteY131" fmla="*/ 14872 h 5830908"/>
              <a:gd name="connsiteX132" fmla="*/ 5219527 w 6486530"/>
              <a:gd name="connsiteY132" fmla="*/ 95894 h 5830908"/>
              <a:gd name="connsiteX133" fmla="*/ 5257534 w 6486530"/>
              <a:gd name="connsiteY133" fmla="*/ 514194 h 5830908"/>
              <a:gd name="connsiteX134" fmla="*/ 5171523 w 6486530"/>
              <a:gd name="connsiteY134" fmla="*/ 617628 h 5830908"/>
              <a:gd name="connsiteX135" fmla="*/ 5162764 w 6486530"/>
              <a:gd name="connsiteY135" fmla="*/ 618025 h 5830908"/>
              <a:gd name="connsiteX136" fmla="*/ 5068241 w 6486530"/>
              <a:gd name="connsiteY136" fmla="*/ 531450 h 5830908"/>
              <a:gd name="connsiteX137" fmla="*/ 5050871 w 6486530"/>
              <a:gd name="connsiteY137" fmla="*/ 340249 h 5830908"/>
              <a:gd name="connsiteX138" fmla="*/ 4440829 w 6486530"/>
              <a:gd name="connsiteY138" fmla="*/ 904825 h 5830908"/>
              <a:gd name="connsiteX139" fmla="*/ 1367657 w 6486530"/>
              <a:gd name="connsiteY139" fmla="*/ 2641643 h 5830908"/>
              <a:gd name="connsiteX140" fmla="*/ 1330343 w 6486530"/>
              <a:gd name="connsiteY140" fmla="*/ 2649329 h 5830908"/>
              <a:gd name="connsiteX141" fmla="*/ 1242897 w 6486530"/>
              <a:gd name="connsiteY141" fmla="*/ 2591562 h 5830908"/>
              <a:gd name="connsiteX142" fmla="*/ 1292930 w 6486530"/>
              <a:gd name="connsiteY142" fmla="*/ 2466607 h 5830908"/>
              <a:gd name="connsiteX143" fmla="*/ 4308448 w 6486530"/>
              <a:gd name="connsiteY143" fmla="*/ 767028 h 5830908"/>
              <a:gd name="connsiteX144" fmla="*/ 4911611 w 6486530"/>
              <a:gd name="connsiteY144" fmla="*/ 210188 h 5830908"/>
              <a:gd name="connsiteX145" fmla="*/ 4705839 w 6486530"/>
              <a:gd name="connsiteY145" fmla="*/ 228931 h 5830908"/>
              <a:gd name="connsiteX146" fmla="*/ 4602606 w 6486530"/>
              <a:gd name="connsiteY146" fmla="*/ 142752 h 5830908"/>
              <a:gd name="connsiteX147" fmla="*/ 4688617 w 6486530"/>
              <a:gd name="connsiteY147" fmla="*/ 39317 h 5830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486530" h="5830908">
                <a:moveTo>
                  <a:pt x="456083" y="4847535"/>
                </a:moveTo>
                <a:lnTo>
                  <a:pt x="734851" y="4847535"/>
                </a:lnTo>
                <a:cubicBezTo>
                  <a:pt x="787308" y="4847535"/>
                  <a:pt x="829868" y="4890129"/>
                  <a:pt x="829868" y="4942738"/>
                </a:cubicBezTo>
                <a:cubicBezTo>
                  <a:pt x="829868" y="4995348"/>
                  <a:pt x="787308" y="5037942"/>
                  <a:pt x="734851" y="5037942"/>
                </a:cubicBezTo>
                <a:lnTo>
                  <a:pt x="456083" y="5037942"/>
                </a:lnTo>
                <a:cubicBezTo>
                  <a:pt x="403626" y="5037942"/>
                  <a:pt x="361066" y="4995348"/>
                  <a:pt x="361066" y="4942738"/>
                </a:cubicBezTo>
                <a:cubicBezTo>
                  <a:pt x="361066" y="4890129"/>
                  <a:pt x="403626" y="4847535"/>
                  <a:pt x="456083" y="4847535"/>
                </a:cubicBezTo>
                <a:close/>
                <a:moveTo>
                  <a:pt x="190035" y="3345057"/>
                </a:moveTo>
                <a:lnTo>
                  <a:pt x="190035" y="5283289"/>
                </a:lnTo>
                <a:lnTo>
                  <a:pt x="1005008" y="5283289"/>
                </a:lnTo>
                <a:cubicBezTo>
                  <a:pt x="1009956" y="5283289"/>
                  <a:pt x="1013965" y="5279273"/>
                  <a:pt x="1013965" y="5274315"/>
                </a:cubicBezTo>
                <a:lnTo>
                  <a:pt x="1013965" y="4286678"/>
                </a:lnTo>
                <a:cubicBezTo>
                  <a:pt x="1013965" y="4234069"/>
                  <a:pt x="1056525" y="4191475"/>
                  <a:pt x="1108982" y="4191475"/>
                </a:cubicBezTo>
                <a:cubicBezTo>
                  <a:pt x="1161489" y="4191475"/>
                  <a:pt x="1204000" y="4234069"/>
                  <a:pt x="1204000" y="4286678"/>
                </a:cubicBezTo>
                <a:lnTo>
                  <a:pt x="1204000" y="5071462"/>
                </a:lnTo>
                <a:lnTo>
                  <a:pt x="2662765" y="5624931"/>
                </a:lnTo>
                <a:cubicBezTo>
                  <a:pt x="2720716" y="5640848"/>
                  <a:pt x="2777875" y="5644468"/>
                  <a:pt x="2832758" y="5635790"/>
                </a:cubicBezTo>
                <a:lnTo>
                  <a:pt x="2835430" y="5635344"/>
                </a:lnTo>
                <a:lnTo>
                  <a:pt x="4691339" y="5367336"/>
                </a:lnTo>
                <a:cubicBezTo>
                  <a:pt x="4817237" y="5347056"/>
                  <a:pt x="4936009" y="5293752"/>
                  <a:pt x="5034837" y="5213127"/>
                </a:cubicBezTo>
                <a:lnTo>
                  <a:pt x="6233294" y="4205805"/>
                </a:lnTo>
                <a:cubicBezTo>
                  <a:pt x="6304260" y="4141840"/>
                  <a:pt x="6317325" y="4034340"/>
                  <a:pt x="6263581" y="3955152"/>
                </a:cubicBezTo>
                <a:cubicBezTo>
                  <a:pt x="6204541" y="3868180"/>
                  <a:pt x="6085621" y="3845173"/>
                  <a:pt x="5998472" y="3903832"/>
                </a:cubicBezTo>
                <a:lnTo>
                  <a:pt x="4998067" y="4574669"/>
                </a:lnTo>
                <a:lnTo>
                  <a:pt x="4786208" y="4716730"/>
                </a:lnTo>
                <a:cubicBezTo>
                  <a:pt x="4769035" y="4728234"/>
                  <a:pt x="4748745" y="4733887"/>
                  <a:pt x="4728009" y="4732696"/>
                </a:cubicBezTo>
                <a:lnTo>
                  <a:pt x="4372337" y="4712664"/>
                </a:lnTo>
                <a:lnTo>
                  <a:pt x="2568094" y="4824231"/>
                </a:lnTo>
                <a:cubicBezTo>
                  <a:pt x="2567253" y="4824330"/>
                  <a:pt x="2566412" y="4824330"/>
                  <a:pt x="2565570" y="4824379"/>
                </a:cubicBezTo>
                <a:cubicBezTo>
                  <a:pt x="2564432" y="4824429"/>
                  <a:pt x="2562304" y="4824479"/>
                  <a:pt x="2561166" y="4824479"/>
                </a:cubicBezTo>
                <a:cubicBezTo>
                  <a:pt x="2558345" y="4824479"/>
                  <a:pt x="2555524" y="4824379"/>
                  <a:pt x="2552703" y="4824231"/>
                </a:cubicBezTo>
                <a:cubicBezTo>
                  <a:pt x="2549041" y="4824082"/>
                  <a:pt x="2544587" y="4823834"/>
                  <a:pt x="2540183" y="4823437"/>
                </a:cubicBezTo>
                <a:cubicBezTo>
                  <a:pt x="2435070" y="4813867"/>
                  <a:pt x="2340201" y="4764084"/>
                  <a:pt x="2272847" y="4683161"/>
                </a:cubicBezTo>
                <a:cubicBezTo>
                  <a:pt x="2239195" y="4642749"/>
                  <a:pt x="2244639" y="4582751"/>
                  <a:pt x="2284923" y="4549033"/>
                </a:cubicBezTo>
                <a:cubicBezTo>
                  <a:pt x="2325206" y="4515365"/>
                  <a:pt x="2385136" y="4520819"/>
                  <a:pt x="2418739" y="4561182"/>
                </a:cubicBezTo>
                <a:cubicBezTo>
                  <a:pt x="2453628" y="4603031"/>
                  <a:pt x="2502770" y="4628816"/>
                  <a:pt x="2557108" y="4633774"/>
                </a:cubicBezTo>
                <a:cubicBezTo>
                  <a:pt x="2558048" y="4633873"/>
                  <a:pt x="2559087" y="4633923"/>
                  <a:pt x="2560127" y="4633973"/>
                </a:cubicBezTo>
                <a:lnTo>
                  <a:pt x="4267769" y="4528406"/>
                </a:lnTo>
                <a:lnTo>
                  <a:pt x="4263364" y="4484275"/>
                </a:lnTo>
                <a:cubicBezTo>
                  <a:pt x="4246687" y="4315735"/>
                  <a:pt x="4118363" y="4181360"/>
                  <a:pt x="3951143" y="4157162"/>
                </a:cubicBezTo>
                <a:lnTo>
                  <a:pt x="2984587" y="4045645"/>
                </a:lnTo>
                <a:cubicBezTo>
                  <a:pt x="2983746" y="4045546"/>
                  <a:pt x="2982954" y="4045447"/>
                  <a:pt x="2982113" y="4045348"/>
                </a:cubicBezTo>
                <a:cubicBezTo>
                  <a:pt x="2745460" y="4011779"/>
                  <a:pt x="2520883" y="3933484"/>
                  <a:pt x="2314566" y="3812546"/>
                </a:cubicBezTo>
                <a:cubicBezTo>
                  <a:pt x="2308281" y="3808876"/>
                  <a:pt x="2301847" y="3805405"/>
                  <a:pt x="2295513" y="3801786"/>
                </a:cubicBezTo>
                <a:cubicBezTo>
                  <a:pt x="2295216" y="3801637"/>
                  <a:pt x="2294919" y="3801488"/>
                  <a:pt x="2294622" y="3801290"/>
                </a:cubicBezTo>
                <a:cubicBezTo>
                  <a:pt x="2048517" y="3661658"/>
                  <a:pt x="1769750" y="3587727"/>
                  <a:pt x="1486677" y="3587727"/>
                </a:cubicBezTo>
                <a:lnTo>
                  <a:pt x="1204000" y="3587727"/>
                </a:lnTo>
                <a:lnTo>
                  <a:pt x="1204000" y="3843685"/>
                </a:lnTo>
                <a:cubicBezTo>
                  <a:pt x="1204000" y="3896245"/>
                  <a:pt x="1161489" y="3938889"/>
                  <a:pt x="1108982" y="3938889"/>
                </a:cubicBezTo>
                <a:cubicBezTo>
                  <a:pt x="1056525" y="3938889"/>
                  <a:pt x="1013965" y="3896245"/>
                  <a:pt x="1013965" y="3843685"/>
                </a:cubicBezTo>
                <a:lnTo>
                  <a:pt x="1013965" y="3354032"/>
                </a:lnTo>
                <a:cubicBezTo>
                  <a:pt x="1013965" y="3349074"/>
                  <a:pt x="1009956" y="3345057"/>
                  <a:pt x="1005008" y="3345057"/>
                </a:cubicBezTo>
                <a:close/>
                <a:moveTo>
                  <a:pt x="1938455" y="3139874"/>
                </a:moveTo>
                <a:lnTo>
                  <a:pt x="1938455" y="3454393"/>
                </a:lnTo>
                <a:cubicBezTo>
                  <a:pt x="2043618" y="3481268"/>
                  <a:pt x="2146405" y="3517316"/>
                  <a:pt x="2245480" y="3562488"/>
                </a:cubicBezTo>
                <a:lnTo>
                  <a:pt x="2245480" y="3139874"/>
                </a:lnTo>
                <a:close/>
                <a:moveTo>
                  <a:pt x="2972265" y="2448559"/>
                </a:moveTo>
                <a:lnTo>
                  <a:pt x="2972265" y="3851173"/>
                </a:lnTo>
                <a:cubicBezTo>
                  <a:pt x="2983994" y="3853106"/>
                  <a:pt x="2995772" y="3854941"/>
                  <a:pt x="3007550" y="3856627"/>
                </a:cubicBezTo>
                <a:lnTo>
                  <a:pt x="3279290" y="3887965"/>
                </a:lnTo>
                <a:lnTo>
                  <a:pt x="3279290" y="2448559"/>
                </a:lnTo>
                <a:close/>
                <a:moveTo>
                  <a:pt x="4006124" y="1841736"/>
                </a:moveTo>
                <a:lnTo>
                  <a:pt x="4006124" y="3973549"/>
                </a:lnTo>
                <a:cubicBezTo>
                  <a:pt x="4127717" y="3997399"/>
                  <a:pt x="4234315" y="4059975"/>
                  <a:pt x="4313149" y="4147989"/>
                </a:cubicBezTo>
                <a:lnTo>
                  <a:pt x="4313149" y="1841736"/>
                </a:lnTo>
                <a:close/>
                <a:moveTo>
                  <a:pt x="4983319" y="1140801"/>
                </a:moveTo>
                <a:lnTo>
                  <a:pt x="5403623" y="1140801"/>
                </a:lnTo>
                <a:cubicBezTo>
                  <a:pt x="5477163" y="1140801"/>
                  <a:pt x="5536994" y="1200749"/>
                  <a:pt x="5536994" y="1274433"/>
                </a:cubicBezTo>
                <a:lnTo>
                  <a:pt x="5536994" y="3984160"/>
                </a:lnTo>
                <a:lnTo>
                  <a:pt x="5892567" y="3745705"/>
                </a:lnTo>
                <a:cubicBezTo>
                  <a:pt x="6066073" y="3628932"/>
                  <a:pt x="6303023" y="3674798"/>
                  <a:pt x="6420706" y="3848049"/>
                </a:cubicBezTo>
                <a:cubicBezTo>
                  <a:pt x="6528244" y="4006423"/>
                  <a:pt x="6501570" y="4221772"/>
                  <a:pt x="6358598" y="4349007"/>
                </a:cubicBezTo>
                <a:cubicBezTo>
                  <a:pt x="6357955" y="4349602"/>
                  <a:pt x="6357262" y="4350197"/>
                  <a:pt x="6356569" y="4350742"/>
                </a:cubicBezTo>
                <a:lnTo>
                  <a:pt x="5156528" y="5359403"/>
                </a:lnTo>
                <a:cubicBezTo>
                  <a:pt x="5156182" y="5359700"/>
                  <a:pt x="5155835" y="5359998"/>
                  <a:pt x="5155489" y="5360246"/>
                </a:cubicBezTo>
                <a:cubicBezTo>
                  <a:pt x="5030432" y="5462490"/>
                  <a:pt x="4880087" y="5529976"/>
                  <a:pt x="4720636" y="5555462"/>
                </a:cubicBezTo>
                <a:cubicBezTo>
                  <a:pt x="4720190" y="5555561"/>
                  <a:pt x="4719695" y="5555611"/>
                  <a:pt x="4719250" y="5555710"/>
                </a:cubicBezTo>
                <a:lnTo>
                  <a:pt x="2861213" y="5824065"/>
                </a:lnTo>
                <a:cubicBezTo>
                  <a:pt x="2832510" y="5828627"/>
                  <a:pt x="2803361" y="5830908"/>
                  <a:pt x="2773916" y="5830908"/>
                </a:cubicBezTo>
                <a:cubicBezTo>
                  <a:pt x="2719083" y="5830908"/>
                  <a:pt x="2663211" y="5822974"/>
                  <a:pt x="2607339" y="5807156"/>
                </a:cubicBezTo>
                <a:cubicBezTo>
                  <a:pt x="2604666" y="5806412"/>
                  <a:pt x="2602043" y="5805570"/>
                  <a:pt x="2599470" y="5804578"/>
                </a:cubicBezTo>
                <a:lnTo>
                  <a:pt x="1203950" y="5275108"/>
                </a:lnTo>
                <a:cubicBezTo>
                  <a:pt x="1203555" y="5384691"/>
                  <a:pt x="1114476" y="5473696"/>
                  <a:pt x="1005008" y="5473696"/>
                </a:cubicBezTo>
                <a:lnTo>
                  <a:pt x="118326" y="5473696"/>
                </a:lnTo>
                <a:cubicBezTo>
                  <a:pt x="53101" y="5473696"/>
                  <a:pt x="0" y="5420541"/>
                  <a:pt x="0" y="5355138"/>
                </a:cubicBezTo>
                <a:lnTo>
                  <a:pt x="0" y="3273209"/>
                </a:lnTo>
                <a:cubicBezTo>
                  <a:pt x="0" y="3207855"/>
                  <a:pt x="53101" y="3154650"/>
                  <a:pt x="118326" y="3154650"/>
                </a:cubicBezTo>
                <a:lnTo>
                  <a:pt x="1005008" y="3154650"/>
                </a:lnTo>
                <a:cubicBezTo>
                  <a:pt x="1114773" y="3154650"/>
                  <a:pt x="1204000" y="3244102"/>
                  <a:pt x="1204000" y="3354032"/>
                </a:cubicBezTo>
                <a:lnTo>
                  <a:pt x="1204000" y="3397320"/>
                </a:lnTo>
                <a:lnTo>
                  <a:pt x="1486627" y="3397320"/>
                </a:lnTo>
                <a:cubicBezTo>
                  <a:pt x="1574518" y="3397320"/>
                  <a:pt x="1661964" y="3403915"/>
                  <a:pt x="1748420" y="3416460"/>
                </a:cubicBezTo>
                <a:lnTo>
                  <a:pt x="1748420" y="3083099"/>
                </a:lnTo>
                <a:cubicBezTo>
                  <a:pt x="1748420" y="3009416"/>
                  <a:pt x="1808252" y="2949467"/>
                  <a:pt x="1881791" y="2949467"/>
                </a:cubicBezTo>
                <a:lnTo>
                  <a:pt x="2302144" y="2949467"/>
                </a:lnTo>
                <a:cubicBezTo>
                  <a:pt x="2375684" y="2949467"/>
                  <a:pt x="2435565" y="3009416"/>
                  <a:pt x="2435565" y="3083099"/>
                </a:cubicBezTo>
                <a:lnTo>
                  <a:pt x="2435565" y="3662452"/>
                </a:lnTo>
                <a:cubicBezTo>
                  <a:pt x="2545825" y="3724582"/>
                  <a:pt x="2661776" y="3773324"/>
                  <a:pt x="2782279" y="3808182"/>
                </a:cubicBezTo>
                <a:lnTo>
                  <a:pt x="2782279" y="2391833"/>
                </a:lnTo>
                <a:cubicBezTo>
                  <a:pt x="2782279" y="2318150"/>
                  <a:pt x="2842111" y="2258152"/>
                  <a:pt x="2915650" y="2258152"/>
                </a:cubicBezTo>
                <a:lnTo>
                  <a:pt x="3335954" y="2258152"/>
                </a:lnTo>
                <a:cubicBezTo>
                  <a:pt x="3409494" y="2258152"/>
                  <a:pt x="3469374" y="2318100"/>
                  <a:pt x="3469374" y="2391833"/>
                </a:cubicBezTo>
                <a:lnTo>
                  <a:pt x="3469374" y="3909881"/>
                </a:lnTo>
                <a:lnTo>
                  <a:pt x="3816089" y="3949896"/>
                </a:lnTo>
                <a:lnTo>
                  <a:pt x="3816089" y="1784961"/>
                </a:lnTo>
                <a:cubicBezTo>
                  <a:pt x="3816089" y="1711278"/>
                  <a:pt x="3875921" y="1651280"/>
                  <a:pt x="3949510" y="1651280"/>
                </a:cubicBezTo>
                <a:lnTo>
                  <a:pt x="4369764" y="1651280"/>
                </a:lnTo>
                <a:cubicBezTo>
                  <a:pt x="4443353" y="1651280"/>
                  <a:pt x="4503184" y="1711278"/>
                  <a:pt x="4503184" y="1784961"/>
                </a:cubicBezTo>
                <a:lnTo>
                  <a:pt x="4503184" y="4529348"/>
                </a:lnTo>
                <a:lnTo>
                  <a:pt x="4706927" y="4540802"/>
                </a:lnTo>
                <a:lnTo>
                  <a:pt x="4849899" y="4444905"/>
                </a:lnTo>
                <a:lnTo>
                  <a:pt x="4849899" y="2397883"/>
                </a:lnTo>
                <a:cubicBezTo>
                  <a:pt x="4849899" y="2345322"/>
                  <a:pt x="4892459" y="2302679"/>
                  <a:pt x="4944917" y="2302679"/>
                </a:cubicBezTo>
                <a:cubicBezTo>
                  <a:pt x="4997424" y="2302679"/>
                  <a:pt x="5039934" y="2345322"/>
                  <a:pt x="5039934" y="2397883"/>
                </a:cubicBezTo>
                <a:lnTo>
                  <a:pt x="5039934" y="4317471"/>
                </a:lnTo>
                <a:lnTo>
                  <a:pt x="5346959" y="4111593"/>
                </a:lnTo>
                <a:lnTo>
                  <a:pt x="5346959" y="1331208"/>
                </a:lnTo>
                <a:lnTo>
                  <a:pt x="5039934" y="1331208"/>
                </a:lnTo>
                <a:lnTo>
                  <a:pt x="5039934" y="1954939"/>
                </a:lnTo>
                <a:cubicBezTo>
                  <a:pt x="5039934" y="2007499"/>
                  <a:pt x="4997424" y="2050142"/>
                  <a:pt x="4944917" y="2050142"/>
                </a:cubicBezTo>
                <a:cubicBezTo>
                  <a:pt x="4892459" y="2050142"/>
                  <a:pt x="4849899" y="2007499"/>
                  <a:pt x="4849899" y="1954939"/>
                </a:cubicBezTo>
                <a:lnTo>
                  <a:pt x="4849899" y="1274433"/>
                </a:lnTo>
                <a:cubicBezTo>
                  <a:pt x="4849899" y="1200749"/>
                  <a:pt x="4909730" y="1140801"/>
                  <a:pt x="4983319" y="1140801"/>
                </a:cubicBezTo>
                <a:close/>
                <a:moveTo>
                  <a:pt x="5115403" y="393"/>
                </a:moveTo>
                <a:cubicBezTo>
                  <a:pt x="5123569" y="-400"/>
                  <a:pt x="5131734" y="46"/>
                  <a:pt x="5139702" y="1385"/>
                </a:cubicBezTo>
                <a:cubicBezTo>
                  <a:pt x="5139950" y="1385"/>
                  <a:pt x="5140246" y="1434"/>
                  <a:pt x="5140494" y="1484"/>
                </a:cubicBezTo>
                <a:cubicBezTo>
                  <a:pt x="5142721" y="1881"/>
                  <a:pt x="5144948" y="2376"/>
                  <a:pt x="5147125" y="2922"/>
                </a:cubicBezTo>
                <a:cubicBezTo>
                  <a:pt x="5148313" y="3219"/>
                  <a:pt x="5149501" y="3517"/>
                  <a:pt x="5150639" y="3864"/>
                </a:cubicBezTo>
                <a:cubicBezTo>
                  <a:pt x="5151975" y="4211"/>
                  <a:pt x="5153262" y="4657"/>
                  <a:pt x="5154549" y="5104"/>
                </a:cubicBezTo>
                <a:cubicBezTo>
                  <a:pt x="5156528" y="5748"/>
                  <a:pt x="5158508" y="6442"/>
                  <a:pt x="5160438" y="7236"/>
                </a:cubicBezTo>
                <a:cubicBezTo>
                  <a:pt x="5160883" y="7434"/>
                  <a:pt x="5161328" y="7632"/>
                  <a:pt x="5161774" y="7831"/>
                </a:cubicBezTo>
                <a:cubicBezTo>
                  <a:pt x="5166426" y="9814"/>
                  <a:pt x="5170979" y="12095"/>
                  <a:pt x="5175383" y="14872"/>
                </a:cubicBezTo>
                <a:cubicBezTo>
                  <a:pt x="5204086" y="33070"/>
                  <a:pt x="5219675" y="64159"/>
                  <a:pt x="5219527" y="95894"/>
                </a:cubicBezTo>
                <a:lnTo>
                  <a:pt x="5257534" y="514194"/>
                </a:lnTo>
                <a:cubicBezTo>
                  <a:pt x="5262284" y="566556"/>
                  <a:pt x="5223783" y="612868"/>
                  <a:pt x="5171523" y="617628"/>
                </a:cubicBezTo>
                <a:cubicBezTo>
                  <a:pt x="5168554" y="617926"/>
                  <a:pt x="5165683" y="618025"/>
                  <a:pt x="5162764" y="618025"/>
                </a:cubicBezTo>
                <a:cubicBezTo>
                  <a:pt x="5114166" y="618025"/>
                  <a:pt x="5072744" y="580886"/>
                  <a:pt x="5068241" y="531450"/>
                </a:cubicBezTo>
                <a:lnTo>
                  <a:pt x="5050871" y="340249"/>
                </a:lnTo>
                <a:cubicBezTo>
                  <a:pt x="4933386" y="472344"/>
                  <a:pt x="4739985" y="666073"/>
                  <a:pt x="4440829" y="904825"/>
                </a:cubicBezTo>
                <a:cubicBezTo>
                  <a:pt x="3500502" y="1655246"/>
                  <a:pt x="2250577" y="2263507"/>
                  <a:pt x="1367657" y="2641643"/>
                </a:cubicBezTo>
                <a:cubicBezTo>
                  <a:pt x="1355483" y="2646849"/>
                  <a:pt x="1342814" y="2649329"/>
                  <a:pt x="1330343" y="2649329"/>
                </a:cubicBezTo>
                <a:cubicBezTo>
                  <a:pt x="1293425" y="2649329"/>
                  <a:pt x="1258338" y="2627660"/>
                  <a:pt x="1242897" y="2591562"/>
                </a:cubicBezTo>
                <a:cubicBezTo>
                  <a:pt x="1222310" y="2543216"/>
                  <a:pt x="1244679" y="2487235"/>
                  <a:pt x="1292930" y="2466607"/>
                </a:cubicBezTo>
                <a:cubicBezTo>
                  <a:pt x="2159321" y="2095562"/>
                  <a:pt x="3385739" y="1499500"/>
                  <a:pt x="4308448" y="767028"/>
                </a:cubicBezTo>
                <a:cubicBezTo>
                  <a:pt x="4608891" y="528524"/>
                  <a:pt x="4799718" y="336332"/>
                  <a:pt x="4911611" y="210188"/>
                </a:cubicBezTo>
                <a:lnTo>
                  <a:pt x="4705839" y="228931"/>
                </a:lnTo>
                <a:cubicBezTo>
                  <a:pt x="4653430" y="233691"/>
                  <a:pt x="4607357" y="195114"/>
                  <a:pt x="4602606" y="142752"/>
                </a:cubicBezTo>
                <a:cubicBezTo>
                  <a:pt x="4597806" y="90390"/>
                  <a:pt x="4636357" y="44078"/>
                  <a:pt x="4688617" y="3931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9" name="Freeform: Shape 115">
            <a:extLst>
              <a:ext uri="{FF2B5EF4-FFF2-40B4-BE49-F238E27FC236}">
                <a16:creationId xmlns:a16="http://schemas.microsoft.com/office/drawing/2014/main" id="{BBB19871-895A-48D0-801B-730DFA9FAE9E}"/>
              </a:ext>
            </a:extLst>
          </p:cNvPr>
          <p:cNvSpPr/>
          <p:nvPr/>
        </p:nvSpPr>
        <p:spPr>
          <a:xfrm>
            <a:off x="5944451" y="2986174"/>
            <a:ext cx="363849" cy="361656"/>
          </a:xfrm>
          <a:custGeom>
            <a:avLst/>
            <a:gdLst>
              <a:gd name="connsiteX0" fmla="*/ 755161 w 6505572"/>
              <a:gd name="connsiteY0" fmla="*/ 5274503 h 6466358"/>
              <a:gd name="connsiteX1" fmla="*/ 792300 w 6505572"/>
              <a:gd name="connsiteY1" fmla="*/ 5282299 h 6466358"/>
              <a:gd name="connsiteX2" fmla="*/ 988651 w 6505572"/>
              <a:gd name="connsiteY2" fmla="*/ 5580498 h 6466358"/>
              <a:gd name="connsiteX3" fmla="*/ 664146 w 6505572"/>
              <a:gd name="connsiteY3" fmla="*/ 5905002 h 6466358"/>
              <a:gd name="connsiteX4" fmla="*/ 339642 w 6505572"/>
              <a:gd name="connsiteY4" fmla="*/ 5580498 h 6466358"/>
              <a:gd name="connsiteX5" fmla="*/ 536985 w 6505572"/>
              <a:gd name="connsiteY5" fmla="*/ 5540096 h 6466358"/>
              <a:gd name="connsiteX6" fmla="*/ 664146 w 6505572"/>
              <a:gd name="connsiteY6" fmla="*/ 5713863 h 6466358"/>
              <a:gd name="connsiteX7" fmla="*/ 716758 w 6505572"/>
              <a:gd name="connsiteY7" fmla="*/ 5457903 h 6466358"/>
              <a:gd name="connsiteX8" fmla="*/ 666777 w 6505572"/>
              <a:gd name="connsiteY8" fmla="*/ 5332330 h 6466358"/>
              <a:gd name="connsiteX9" fmla="*/ 755161 w 6505572"/>
              <a:gd name="connsiteY9" fmla="*/ 5274503 h 6466358"/>
              <a:gd name="connsiteX10" fmla="*/ 482637 w 6505572"/>
              <a:gd name="connsiteY10" fmla="*/ 3625132 h 6466358"/>
              <a:gd name="connsiteX11" fmla="*/ 845657 w 6505572"/>
              <a:gd name="connsiteY11" fmla="*/ 3625132 h 6466358"/>
              <a:gd name="connsiteX12" fmla="*/ 1325416 w 6505572"/>
              <a:gd name="connsiteY12" fmla="*/ 4054909 h 6466358"/>
              <a:gd name="connsiteX13" fmla="*/ 2725331 w 6505572"/>
              <a:gd name="connsiteY13" fmla="*/ 4054909 h 6466358"/>
              <a:gd name="connsiteX14" fmla="*/ 3051176 w 6505572"/>
              <a:gd name="connsiteY14" fmla="*/ 4189813 h 6466358"/>
              <a:gd name="connsiteX15" fmla="*/ 3752995 w 6505572"/>
              <a:gd name="connsiteY15" fmla="*/ 4891633 h 6466358"/>
              <a:gd name="connsiteX16" fmla="*/ 3857722 w 6505572"/>
              <a:gd name="connsiteY16" fmla="*/ 5068626 h 6466358"/>
              <a:gd name="connsiteX17" fmla="*/ 6060610 w 6505572"/>
              <a:gd name="connsiteY17" fmla="*/ 4514119 h 6466358"/>
              <a:gd name="connsiteX18" fmla="*/ 6499024 w 6505572"/>
              <a:gd name="connsiteY18" fmla="*/ 4886471 h 6466358"/>
              <a:gd name="connsiteX19" fmla="*/ 6294037 w 6505572"/>
              <a:gd name="connsiteY19" fmla="*/ 5220902 h 6466358"/>
              <a:gd name="connsiteX20" fmla="*/ 6165585 w 6505572"/>
              <a:gd name="connsiteY20" fmla="*/ 5178862 h 6466358"/>
              <a:gd name="connsiteX21" fmla="*/ 6207625 w 6505572"/>
              <a:gd name="connsiteY21" fmla="*/ 5050410 h 6466358"/>
              <a:gd name="connsiteX22" fmla="*/ 6121808 w 6505572"/>
              <a:gd name="connsiteY22" fmla="*/ 4699799 h 6466358"/>
              <a:gd name="connsiteX23" fmla="*/ 3866855 w 6505572"/>
              <a:gd name="connsiteY23" fmla="*/ 5263438 h 6466358"/>
              <a:gd name="connsiteX24" fmla="*/ 3185187 w 6505572"/>
              <a:gd name="connsiteY24" fmla="*/ 5469368 h 6466358"/>
              <a:gd name="connsiteX25" fmla="*/ 2552954 w 6505572"/>
              <a:gd name="connsiteY25" fmla="*/ 4836986 h 6466358"/>
              <a:gd name="connsiteX26" fmla="*/ 2552954 w 6505572"/>
              <a:gd name="connsiteY26" fmla="*/ 4701784 h 6466358"/>
              <a:gd name="connsiteX27" fmla="*/ 2688156 w 6505572"/>
              <a:gd name="connsiteY27" fmla="*/ 4701784 h 6466358"/>
              <a:gd name="connsiteX28" fmla="*/ 3320289 w 6505572"/>
              <a:gd name="connsiteY28" fmla="*/ 5334166 h 6466358"/>
              <a:gd name="connsiteX29" fmla="*/ 3471672 w 6505572"/>
              <a:gd name="connsiteY29" fmla="*/ 5396853 h 6466358"/>
              <a:gd name="connsiteX30" fmla="*/ 3617793 w 6505572"/>
              <a:gd name="connsiteY30" fmla="*/ 5026686 h 6466358"/>
              <a:gd name="connsiteX31" fmla="*/ 2916123 w 6505572"/>
              <a:gd name="connsiteY31" fmla="*/ 4325015 h 6466358"/>
              <a:gd name="connsiteX32" fmla="*/ 2725381 w 6505572"/>
              <a:gd name="connsiteY32" fmla="*/ 4245999 h 6466358"/>
              <a:gd name="connsiteX33" fmla="*/ 1328344 w 6505572"/>
              <a:gd name="connsiteY33" fmla="*/ 4245999 h 6466358"/>
              <a:gd name="connsiteX34" fmla="*/ 1328344 w 6505572"/>
              <a:gd name="connsiteY34" fmla="*/ 5440133 h 6466358"/>
              <a:gd name="connsiteX35" fmla="*/ 3013653 w 6505572"/>
              <a:gd name="connsiteY35" fmla="*/ 6052860 h 6466358"/>
              <a:gd name="connsiteX36" fmla="*/ 3612284 w 6505572"/>
              <a:gd name="connsiteY36" fmla="*/ 6275219 h 6466358"/>
              <a:gd name="connsiteX37" fmla="*/ 4036800 w 6505572"/>
              <a:gd name="connsiteY37" fmla="*/ 6151582 h 6466358"/>
              <a:gd name="connsiteX38" fmla="*/ 5866642 w 6505572"/>
              <a:gd name="connsiteY38" fmla="*/ 5223284 h 6466358"/>
              <a:gd name="connsiteX39" fmla="*/ 5995094 w 6505572"/>
              <a:gd name="connsiteY39" fmla="*/ 5265324 h 6466358"/>
              <a:gd name="connsiteX40" fmla="*/ 5953054 w 6505572"/>
              <a:gd name="connsiteY40" fmla="*/ 5393776 h 6466358"/>
              <a:gd name="connsiteX41" fmla="*/ 4135372 w 6505572"/>
              <a:gd name="connsiteY41" fmla="*/ 6315422 h 6466358"/>
              <a:gd name="connsiteX42" fmla="*/ 3612284 w 6505572"/>
              <a:gd name="connsiteY42" fmla="*/ 6466358 h 6466358"/>
              <a:gd name="connsiteX43" fmla="*/ 2929673 w 6505572"/>
              <a:gd name="connsiteY43" fmla="*/ 6224543 h 6466358"/>
              <a:gd name="connsiteX44" fmla="*/ 1328344 w 6505572"/>
              <a:gd name="connsiteY44" fmla="*/ 5634052 h 6466358"/>
              <a:gd name="connsiteX45" fmla="*/ 1328344 w 6505572"/>
              <a:gd name="connsiteY45" fmla="*/ 5803203 h 6466358"/>
              <a:gd name="connsiteX46" fmla="*/ 845657 w 6505572"/>
              <a:gd name="connsiteY46" fmla="*/ 6285890 h 6466358"/>
              <a:gd name="connsiteX47" fmla="*/ 482637 w 6505572"/>
              <a:gd name="connsiteY47" fmla="*/ 6285890 h 6466358"/>
              <a:gd name="connsiteX48" fmla="*/ 0 w 6505572"/>
              <a:gd name="connsiteY48" fmla="*/ 5803203 h 6466358"/>
              <a:gd name="connsiteX49" fmla="*/ 0 w 6505572"/>
              <a:gd name="connsiteY49" fmla="*/ 5461327 h 6466358"/>
              <a:gd name="connsiteX50" fmla="*/ 95545 w 6505572"/>
              <a:gd name="connsiteY50" fmla="*/ 5365782 h 6466358"/>
              <a:gd name="connsiteX51" fmla="*/ 191139 w 6505572"/>
              <a:gd name="connsiteY51" fmla="*/ 5461327 h 6466358"/>
              <a:gd name="connsiteX52" fmla="*/ 191139 w 6505572"/>
              <a:gd name="connsiteY52" fmla="*/ 5803203 h 6466358"/>
              <a:gd name="connsiteX53" fmla="*/ 482637 w 6505572"/>
              <a:gd name="connsiteY53" fmla="*/ 6094751 h 6466358"/>
              <a:gd name="connsiteX54" fmla="*/ 845657 w 6505572"/>
              <a:gd name="connsiteY54" fmla="*/ 6094751 h 6466358"/>
              <a:gd name="connsiteX55" fmla="*/ 1137206 w 6505572"/>
              <a:gd name="connsiteY55" fmla="*/ 5803203 h 6466358"/>
              <a:gd name="connsiteX56" fmla="*/ 1132341 w 6505572"/>
              <a:gd name="connsiteY56" fmla="*/ 4054909 h 6466358"/>
              <a:gd name="connsiteX57" fmla="*/ 845657 w 6505572"/>
              <a:gd name="connsiteY57" fmla="*/ 3816271 h 6466358"/>
              <a:gd name="connsiteX58" fmla="*/ 482637 w 6505572"/>
              <a:gd name="connsiteY58" fmla="*/ 3816271 h 6466358"/>
              <a:gd name="connsiteX59" fmla="*/ 191139 w 6505572"/>
              <a:gd name="connsiteY59" fmla="*/ 4107769 h 6466358"/>
              <a:gd name="connsiteX60" fmla="*/ 191139 w 6505572"/>
              <a:gd name="connsiteY60" fmla="*/ 5079099 h 6466358"/>
              <a:gd name="connsiteX61" fmla="*/ 95545 w 6505572"/>
              <a:gd name="connsiteY61" fmla="*/ 5174643 h 6466358"/>
              <a:gd name="connsiteX62" fmla="*/ 0 w 6505572"/>
              <a:gd name="connsiteY62" fmla="*/ 5079099 h 6466358"/>
              <a:gd name="connsiteX63" fmla="*/ 0 w 6505572"/>
              <a:gd name="connsiteY63" fmla="*/ 4107769 h 6466358"/>
              <a:gd name="connsiteX64" fmla="*/ 482637 w 6505572"/>
              <a:gd name="connsiteY64" fmla="*/ 3625132 h 6466358"/>
              <a:gd name="connsiteX65" fmla="*/ 5266199 w 6505572"/>
              <a:gd name="connsiteY65" fmla="*/ 1449543 h 6466358"/>
              <a:gd name="connsiteX66" fmla="*/ 5333775 w 6505572"/>
              <a:gd name="connsiteY66" fmla="*/ 1477536 h 6466358"/>
              <a:gd name="connsiteX67" fmla="*/ 5333775 w 6505572"/>
              <a:gd name="connsiteY67" fmla="*/ 1612689 h 6466358"/>
              <a:gd name="connsiteX68" fmla="*/ 4248685 w 6505572"/>
              <a:gd name="connsiteY68" fmla="*/ 2697778 h 6466358"/>
              <a:gd name="connsiteX69" fmla="*/ 3999723 w 6505572"/>
              <a:gd name="connsiteY69" fmla="*/ 2697778 h 6466358"/>
              <a:gd name="connsiteX70" fmla="*/ 3536244 w 6505572"/>
              <a:gd name="connsiteY70" fmla="*/ 2234300 h 6466358"/>
              <a:gd name="connsiteX71" fmla="*/ 3536244 w 6505572"/>
              <a:gd name="connsiteY71" fmla="*/ 2099148 h 6466358"/>
              <a:gd name="connsiteX72" fmla="*/ 3671397 w 6505572"/>
              <a:gd name="connsiteY72" fmla="*/ 2099148 h 6466358"/>
              <a:gd name="connsiteX73" fmla="*/ 4124204 w 6505572"/>
              <a:gd name="connsiteY73" fmla="*/ 2551955 h 6466358"/>
              <a:gd name="connsiteX74" fmla="*/ 5198623 w 6505572"/>
              <a:gd name="connsiteY74" fmla="*/ 1477536 h 6466358"/>
              <a:gd name="connsiteX75" fmla="*/ 5266199 w 6505572"/>
              <a:gd name="connsiteY75" fmla="*/ 1449543 h 6466358"/>
              <a:gd name="connsiteX76" fmla="*/ 4348846 w 6505572"/>
              <a:gd name="connsiteY76" fmla="*/ 191182 h 6466358"/>
              <a:gd name="connsiteX77" fmla="*/ 3898222 w 6505572"/>
              <a:gd name="connsiteY77" fmla="*/ 270645 h 6466358"/>
              <a:gd name="connsiteX78" fmla="*/ 3895393 w 6505572"/>
              <a:gd name="connsiteY78" fmla="*/ 274666 h 6466358"/>
              <a:gd name="connsiteX79" fmla="*/ 3993171 w 6505572"/>
              <a:gd name="connsiteY79" fmla="*/ 829073 h 6466358"/>
              <a:gd name="connsiteX80" fmla="*/ 3937731 w 6505572"/>
              <a:gd name="connsiteY80" fmla="*/ 933055 h 6466358"/>
              <a:gd name="connsiteX81" fmla="*/ 3700829 w 6505572"/>
              <a:gd name="connsiteY81" fmla="*/ 1070094 h 6466358"/>
              <a:gd name="connsiteX82" fmla="*/ 3582950 w 6505572"/>
              <a:gd name="connsiteY82" fmla="*/ 1066173 h 6466358"/>
              <a:gd name="connsiteX83" fmla="*/ 3151485 w 6505572"/>
              <a:gd name="connsiteY83" fmla="*/ 704145 h 6466358"/>
              <a:gd name="connsiteX84" fmla="*/ 3148953 w 6505572"/>
              <a:gd name="connsiteY84" fmla="*/ 703351 h 6466358"/>
              <a:gd name="connsiteX85" fmla="*/ 3146571 w 6505572"/>
              <a:gd name="connsiteY85" fmla="*/ 704592 h 6466358"/>
              <a:gd name="connsiteX86" fmla="*/ 2852492 w 6505572"/>
              <a:gd name="connsiteY86" fmla="*/ 1055104 h 6466358"/>
              <a:gd name="connsiteX87" fmla="*/ 2851648 w 6505572"/>
              <a:gd name="connsiteY87" fmla="*/ 1057636 h 6466358"/>
              <a:gd name="connsiteX88" fmla="*/ 2852889 w 6505572"/>
              <a:gd name="connsiteY88" fmla="*/ 1059968 h 6466358"/>
              <a:gd name="connsiteX89" fmla="*/ 3284155 w 6505572"/>
              <a:gd name="connsiteY89" fmla="*/ 1421847 h 6466358"/>
              <a:gd name="connsiteX90" fmla="*/ 3308476 w 6505572"/>
              <a:gd name="connsiteY90" fmla="*/ 1537295 h 6466358"/>
              <a:gd name="connsiteX91" fmla="*/ 3214916 w 6505572"/>
              <a:gd name="connsiteY91" fmla="*/ 1794397 h 6466358"/>
              <a:gd name="connsiteX92" fmla="*/ 3122102 w 6505572"/>
              <a:gd name="connsiteY92" fmla="*/ 1867160 h 6466358"/>
              <a:gd name="connsiteX93" fmla="*/ 2559108 w 6505572"/>
              <a:gd name="connsiteY93" fmla="*/ 1867160 h 6466358"/>
              <a:gd name="connsiteX94" fmla="*/ 2555633 w 6505572"/>
              <a:gd name="connsiteY94" fmla="*/ 1870634 h 6466358"/>
              <a:gd name="connsiteX95" fmla="*/ 2555633 w 6505572"/>
              <a:gd name="connsiteY95" fmla="*/ 2328206 h 6466358"/>
              <a:gd name="connsiteX96" fmla="*/ 2559108 w 6505572"/>
              <a:gd name="connsiteY96" fmla="*/ 2331681 h 6466358"/>
              <a:gd name="connsiteX97" fmla="*/ 3122102 w 6505572"/>
              <a:gd name="connsiteY97" fmla="*/ 2331681 h 6466358"/>
              <a:gd name="connsiteX98" fmla="*/ 3214916 w 6505572"/>
              <a:gd name="connsiteY98" fmla="*/ 2404443 h 6466358"/>
              <a:gd name="connsiteX99" fmla="*/ 3308476 w 6505572"/>
              <a:gd name="connsiteY99" fmla="*/ 2661595 h 6466358"/>
              <a:gd name="connsiteX100" fmla="*/ 3284155 w 6505572"/>
              <a:gd name="connsiteY100" fmla="*/ 2776993 h 6466358"/>
              <a:gd name="connsiteX101" fmla="*/ 2852889 w 6505572"/>
              <a:gd name="connsiteY101" fmla="*/ 3138872 h 6466358"/>
              <a:gd name="connsiteX102" fmla="*/ 2852492 w 6505572"/>
              <a:gd name="connsiteY102" fmla="*/ 3143785 h 6466358"/>
              <a:gd name="connsiteX103" fmla="*/ 3146621 w 6505572"/>
              <a:gd name="connsiteY103" fmla="*/ 3494298 h 6466358"/>
              <a:gd name="connsiteX104" fmla="*/ 3151485 w 6505572"/>
              <a:gd name="connsiteY104" fmla="*/ 3494695 h 6466358"/>
              <a:gd name="connsiteX105" fmla="*/ 3582950 w 6505572"/>
              <a:gd name="connsiteY105" fmla="*/ 3132668 h 6466358"/>
              <a:gd name="connsiteX106" fmla="*/ 3700829 w 6505572"/>
              <a:gd name="connsiteY106" fmla="*/ 3128796 h 6466358"/>
              <a:gd name="connsiteX107" fmla="*/ 3937731 w 6505572"/>
              <a:gd name="connsiteY107" fmla="*/ 3265834 h 6466358"/>
              <a:gd name="connsiteX108" fmla="*/ 3993171 w 6505572"/>
              <a:gd name="connsiteY108" fmla="*/ 3369817 h 6466358"/>
              <a:gd name="connsiteX109" fmla="*/ 3895393 w 6505572"/>
              <a:gd name="connsiteY109" fmla="*/ 3924224 h 6466358"/>
              <a:gd name="connsiteX110" fmla="*/ 4348796 w 6505572"/>
              <a:gd name="connsiteY110" fmla="*/ 4007708 h 6466358"/>
              <a:gd name="connsiteX111" fmla="*/ 4352866 w 6505572"/>
              <a:gd name="connsiteY111" fmla="*/ 4004879 h 6466358"/>
              <a:gd name="connsiteX112" fmla="*/ 4450644 w 6505572"/>
              <a:gd name="connsiteY112" fmla="*/ 3450174 h 6466358"/>
              <a:gd name="connsiteX113" fmla="*/ 4538446 w 6505572"/>
              <a:gd name="connsiteY113" fmla="*/ 3371405 h 6466358"/>
              <a:gd name="connsiteX114" fmla="*/ 4808006 w 6505572"/>
              <a:gd name="connsiteY114" fmla="*/ 3324204 h 6466358"/>
              <a:gd name="connsiteX115" fmla="*/ 4917299 w 6505572"/>
              <a:gd name="connsiteY115" fmla="*/ 3368229 h 6466358"/>
              <a:gd name="connsiteX116" fmla="*/ 5198771 w 6505572"/>
              <a:gd name="connsiteY116" fmla="*/ 3855730 h 6466358"/>
              <a:gd name="connsiteX117" fmla="*/ 5203536 w 6505572"/>
              <a:gd name="connsiteY117" fmla="*/ 3856971 h 6466358"/>
              <a:gd name="connsiteX118" fmla="*/ 5599811 w 6505572"/>
              <a:gd name="connsiteY118" fmla="*/ 3628209 h 6466358"/>
              <a:gd name="connsiteX119" fmla="*/ 5601052 w 6505572"/>
              <a:gd name="connsiteY119" fmla="*/ 3623445 h 6466358"/>
              <a:gd name="connsiteX120" fmla="*/ 5319431 w 6505572"/>
              <a:gd name="connsiteY120" fmla="*/ 3135646 h 6466358"/>
              <a:gd name="connsiteX121" fmla="*/ 5336008 w 6505572"/>
              <a:gd name="connsiteY121" fmla="*/ 3018957 h 6466358"/>
              <a:gd name="connsiteX122" fmla="*/ 5512059 w 6505572"/>
              <a:gd name="connsiteY122" fmla="*/ 2809354 h 6466358"/>
              <a:gd name="connsiteX123" fmla="*/ 5624082 w 6505572"/>
              <a:gd name="connsiteY123" fmla="*/ 2772824 h 6466358"/>
              <a:gd name="connsiteX124" fmla="*/ 6153226 w 6505572"/>
              <a:gd name="connsiteY124" fmla="*/ 2965452 h 6466358"/>
              <a:gd name="connsiteX125" fmla="*/ 6155856 w 6505572"/>
              <a:gd name="connsiteY125" fmla="*/ 2965303 h 6466358"/>
              <a:gd name="connsiteX126" fmla="*/ 6157693 w 6505572"/>
              <a:gd name="connsiteY126" fmla="*/ 2963367 h 6466358"/>
              <a:gd name="connsiteX127" fmla="*/ 6314187 w 6505572"/>
              <a:gd name="connsiteY127" fmla="*/ 2533391 h 6466358"/>
              <a:gd name="connsiteX128" fmla="*/ 6314038 w 6505572"/>
              <a:gd name="connsiteY128" fmla="*/ 2530761 h 6466358"/>
              <a:gd name="connsiteX129" fmla="*/ 6312103 w 6505572"/>
              <a:gd name="connsiteY129" fmla="*/ 2528924 h 6466358"/>
              <a:gd name="connsiteX130" fmla="*/ 5782860 w 6505572"/>
              <a:gd name="connsiteY130" fmla="*/ 2336346 h 6466358"/>
              <a:gd name="connsiteX131" fmla="*/ 5720570 w 6505572"/>
              <a:gd name="connsiteY131" fmla="*/ 2236384 h 6466358"/>
              <a:gd name="connsiteX132" fmla="*/ 5720570 w 6505572"/>
              <a:gd name="connsiteY132" fmla="*/ 1962506 h 6466358"/>
              <a:gd name="connsiteX133" fmla="*/ 5782860 w 6505572"/>
              <a:gd name="connsiteY133" fmla="*/ 1862544 h 6466358"/>
              <a:gd name="connsiteX134" fmla="*/ 6312103 w 6505572"/>
              <a:gd name="connsiteY134" fmla="*/ 1669965 h 6466358"/>
              <a:gd name="connsiteX135" fmla="*/ 6314038 w 6505572"/>
              <a:gd name="connsiteY135" fmla="*/ 1668129 h 6466358"/>
              <a:gd name="connsiteX136" fmla="*/ 6314187 w 6505572"/>
              <a:gd name="connsiteY136" fmla="*/ 1665498 h 6466358"/>
              <a:gd name="connsiteX137" fmla="*/ 6157693 w 6505572"/>
              <a:gd name="connsiteY137" fmla="*/ 1235522 h 6466358"/>
              <a:gd name="connsiteX138" fmla="*/ 6153226 w 6505572"/>
              <a:gd name="connsiteY138" fmla="*/ 1233438 h 6466358"/>
              <a:gd name="connsiteX139" fmla="*/ 5624082 w 6505572"/>
              <a:gd name="connsiteY139" fmla="*/ 1426016 h 6466358"/>
              <a:gd name="connsiteX140" fmla="*/ 5512059 w 6505572"/>
              <a:gd name="connsiteY140" fmla="*/ 1389535 h 6466358"/>
              <a:gd name="connsiteX141" fmla="*/ 5336008 w 6505572"/>
              <a:gd name="connsiteY141" fmla="*/ 1179933 h 6466358"/>
              <a:gd name="connsiteX142" fmla="*/ 5319431 w 6505572"/>
              <a:gd name="connsiteY142" fmla="*/ 1063244 h 6466358"/>
              <a:gd name="connsiteX143" fmla="*/ 5601101 w 6505572"/>
              <a:gd name="connsiteY143" fmla="*/ 575445 h 6466358"/>
              <a:gd name="connsiteX144" fmla="*/ 5599811 w 6505572"/>
              <a:gd name="connsiteY144" fmla="*/ 570680 h 6466358"/>
              <a:gd name="connsiteX145" fmla="*/ 5203536 w 6505572"/>
              <a:gd name="connsiteY145" fmla="*/ 341919 h 6466358"/>
              <a:gd name="connsiteX146" fmla="*/ 5200906 w 6505572"/>
              <a:gd name="connsiteY146" fmla="*/ 341572 h 6466358"/>
              <a:gd name="connsiteX147" fmla="*/ 5198771 w 6505572"/>
              <a:gd name="connsiteY147" fmla="*/ 343160 h 6466358"/>
              <a:gd name="connsiteX148" fmla="*/ 4917349 w 6505572"/>
              <a:gd name="connsiteY148" fmla="*/ 830711 h 6466358"/>
              <a:gd name="connsiteX149" fmla="*/ 4808006 w 6505572"/>
              <a:gd name="connsiteY149" fmla="*/ 874686 h 6466358"/>
              <a:gd name="connsiteX150" fmla="*/ 4538446 w 6505572"/>
              <a:gd name="connsiteY150" fmla="*/ 827485 h 6466358"/>
              <a:gd name="connsiteX151" fmla="*/ 4450644 w 6505572"/>
              <a:gd name="connsiteY151" fmla="*/ 748716 h 6466358"/>
              <a:gd name="connsiteX152" fmla="*/ 4352866 w 6505572"/>
              <a:gd name="connsiteY152" fmla="*/ 194011 h 6466358"/>
              <a:gd name="connsiteX153" fmla="*/ 4351427 w 6505572"/>
              <a:gd name="connsiteY153" fmla="*/ 191777 h 6466358"/>
              <a:gd name="connsiteX154" fmla="*/ 4348846 w 6505572"/>
              <a:gd name="connsiteY154" fmla="*/ 191182 h 6466358"/>
              <a:gd name="connsiteX155" fmla="*/ 4354901 w 6505572"/>
              <a:gd name="connsiteY155" fmla="*/ 75 h 6466358"/>
              <a:gd name="connsiteX156" fmla="*/ 4541077 w 6505572"/>
              <a:gd name="connsiteY156" fmla="*/ 160806 h 6466358"/>
              <a:gd name="connsiteX157" fmla="*/ 4626198 w 6505572"/>
              <a:gd name="connsiteY157" fmla="*/ 643691 h 6466358"/>
              <a:gd name="connsiteX158" fmla="*/ 4788202 w 6505572"/>
              <a:gd name="connsiteY158" fmla="*/ 672032 h 6466358"/>
              <a:gd name="connsiteX159" fmla="*/ 5033293 w 6505572"/>
              <a:gd name="connsiteY159" fmla="*/ 247615 h 6466358"/>
              <a:gd name="connsiteX160" fmla="*/ 5151421 w 6505572"/>
              <a:gd name="connsiteY160" fmla="*/ 156935 h 6466358"/>
              <a:gd name="connsiteX161" fmla="*/ 5299081 w 6505572"/>
              <a:gd name="connsiteY161" fmla="*/ 176391 h 6466358"/>
              <a:gd name="connsiteX162" fmla="*/ 5695356 w 6505572"/>
              <a:gd name="connsiteY162" fmla="*/ 405152 h 6466358"/>
              <a:gd name="connsiteX163" fmla="*/ 5766580 w 6505572"/>
              <a:gd name="connsiteY163" fmla="*/ 670990 h 6466358"/>
              <a:gd name="connsiteX164" fmla="*/ 5521390 w 6505572"/>
              <a:gd name="connsiteY164" fmla="*/ 1095655 h 6466358"/>
              <a:gd name="connsiteX165" fmla="*/ 5627109 w 6505572"/>
              <a:gd name="connsiteY165" fmla="*/ 1221526 h 6466358"/>
              <a:gd name="connsiteX166" fmla="*/ 6087858 w 6505572"/>
              <a:gd name="connsiteY166" fmla="*/ 1053814 h 6466358"/>
              <a:gd name="connsiteX167" fmla="*/ 6337267 w 6505572"/>
              <a:gd name="connsiteY167" fmla="*/ 1170155 h 6466358"/>
              <a:gd name="connsiteX168" fmla="*/ 6493762 w 6505572"/>
              <a:gd name="connsiteY168" fmla="*/ 1600131 h 6466358"/>
              <a:gd name="connsiteX169" fmla="*/ 6377421 w 6505572"/>
              <a:gd name="connsiteY169" fmla="*/ 1849540 h 6466358"/>
              <a:gd name="connsiteX170" fmla="*/ 5916672 w 6505572"/>
              <a:gd name="connsiteY170" fmla="*/ 2017252 h 6466358"/>
              <a:gd name="connsiteX171" fmla="*/ 5916672 w 6505572"/>
              <a:gd name="connsiteY171" fmla="*/ 2181638 h 6466358"/>
              <a:gd name="connsiteX172" fmla="*/ 6377470 w 6505572"/>
              <a:gd name="connsiteY172" fmla="*/ 2349350 h 6466358"/>
              <a:gd name="connsiteX173" fmla="*/ 6493762 w 6505572"/>
              <a:gd name="connsiteY173" fmla="*/ 2598809 h 6466358"/>
              <a:gd name="connsiteX174" fmla="*/ 6337267 w 6505572"/>
              <a:gd name="connsiteY174" fmla="*/ 3028735 h 6466358"/>
              <a:gd name="connsiteX175" fmla="*/ 6087858 w 6505572"/>
              <a:gd name="connsiteY175" fmla="*/ 3145076 h 6466358"/>
              <a:gd name="connsiteX176" fmla="*/ 5627109 w 6505572"/>
              <a:gd name="connsiteY176" fmla="*/ 2977364 h 6466358"/>
              <a:gd name="connsiteX177" fmla="*/ 5521390 w 6505572"/>
              <a:gd name="connsiteY177" fmla="*/ 3103235 h 6466358"/>
              <a:gd name="connsiteX178" fmla="*/ 5766580 w 6505572"/>
              <a:gd name="connsiteY178" fmla="*/ 3527950 h 6466358"/>
              <a:gd name="connsiteX179" fmla="*/ 5695405 w 6505572"/>
              <a:gd name="connsiteY179" fmla="*/ 3793737 h 6466358"/>
              <a:gd name="connsiteX180" fmla="*/ 5299131 w 6505572"/>
              <a:gd name="connsiteY180" fmla="*/ 4022548 h 6466358"/>
              <a:gd name="connsiteX181" fmla="*/ 5033293 w 6505572"/>
              <a:gd name="connsiteY181" fmla="*/ 3951274 h 6466358"/>
              <a:gd name="connsiteX182" fmla="*/ 4788252 w 6505572"/>
              <a:gd name="connsiteY182" fmla="*/ 3526858 h 6466358"/>
              <a:gd name="connsiteX183" fmla="*/ 4626198 w 6505572"/>
              <a:gd name="connsiteY183" fmla="*/ 3555198 h 6466358"/>
              <a:gd name="connsiteX184" fmla="*/ 4541077 w 6505572"/>
              <a:gd name="connsiteY184" fmla="*/ 4038084 h 6466358"/>
              <a:gd name="connsiteX185" fmla="*/ 4315641 w 6505572"/>
              <a:gd name="connsiteY185" fmla="*/ 4195919 h 6466358"/>
              <a:gd name="connsiteX186" fmla="*/ 3865017 w 6505572"/>
              <a:gd name="connsiteY186" fmla="*/ 4116505 h 6466358"/>
              <a:gd name="connsiteX187" fmla="*/ 3707183 w 6505572"/>
              <a:gd name="connsiteY187" fmla="*/ 3891069 h 6466358"/>
              <a:gd name="connsiteX188" fmla="*/ 3792304 w 6505572"/>
              <a:gd name="connsiteY188" fmla="*/ 3408382 h 6466358"/>
              <a:gd name="connsiteX189" fmla="*/ 3649905 w 6505572"/>
              <a:gd name="connsiteY189" fmla="*/ 3325990 h 6466358"/>
              <a:gd name="connsiteX190" fmla="*/ 3274328 w 6505572"/>
              <a:gd name="connsiteY190" fmla="*/ 3641164 h 6466358"/>
              <a:gd name="connsiteX191" fmla="*/ 3000202 w 6505572"/>
              <a:gd name="connsiteY191" fmla="*/ 3617191 h 6466358"/>
              <a:gd name="connsiteX192" fmla="*/ 2706073 w 6505572"/>
              <a:gd name="connsiteY192" fmla="*/ 3266678 h 6466358"/>
              <a:gd name="connsiteX193" fmla="*/ 2730046 w 6505572"/>
              <a:gd name="connsiteY193" fmla="*/ 2992453 h 6466358"/>
              <a:gd name="connsiteX194" fmla="*/ 3105474 w 6505572"/>
              <a:gd name="connsiteY194" fmla="*/ 2677478 h 6466358"/>
              <a:gd name="connsiteX195" fmla="*/ 3049190 w 6505572"/>
              <a:gd name="connsiteY195" fmla="*/ 2522820 h 6466358"/>
              <a:gd name="connsiteX196" fmla="*/ 2559108 w 6505572"/>
              <a:gd name="connsiteY196" fmla="*/ 2522820 h 6466358"/>
              <a:gd name="connsiteX197" fmla="*/ 2364544 w 6505572"/>
              <a:gd name="connsiteY197" fmla="*/ 2328206 h 6466358"/>
              <a:gd name="connsiteX198" fmla="*/ 2364544 w 6505572"/>
              <a:gd name="connsiteY198" fmla="*/ 1870684 h 6466358"/>
              <a:gd name="connsiteX199" fmla="*/ 2559108 w 6505572"/>
              <a:gd name="connsiteY199" fmla="*/ 1676070 h 6466358"/>
              <a:gd name="connsiteX200" fmla="*/ 3049190 w 6505572"/>
              <a:gd name="connsiteY200" fmla="*/ 1676070 h 6466358"/>
              <a:gd name="connsiteX201" fmla="*/ 3105474 w 6505572"/>
              <a:gd name="connsiteY201" fmla="*/ 1521412 h 6466358"/>
              <a:gd name="connsiteX202" fmla="*/ 2730046 w 6505572"/>
              <a:gd name="connsiteY202" fmla="*/ 1206388 h 6466358"/>
              <a:gd name="connsiteX203" fmla="*/ 2706073 w 6505572"/>
              <a:gd name="connsiteY203" fmla="*/ 932261 h 6466358"/>
              <a:gd name="connsiteX204" fmla="*/ 3000202 w 6505572"/>
              <a:gd name="connsiteY204" fmla="*/ 581749 h 6466358"/>
              <a:gd name="connsiteX205" fmla="*/ 3274328 w 6505572"/>
              <a:gd name="connsiteY205" fmla="*/ 557726 h 6466358"/>
              <a:gd name="connsiteX206" fmla="*/ 3649905 w 6505572"/>
              <a:gd name="connsiteY206" fmla="*/ 872899 h 6466358"/>
              <a:gd name="connsiteX207" fmla="*/ 3792304 w 6505572"/>
              <a:gd name="connsiteY207" fmla="*/ 790508 h 6466358"/>
              <a:gd name="connsiteX208" fmla="*/ 3707183 w 6505572"/>
              <a:gd name="connsiteY208" fmla="*/ 307821 h 6466358"/>
              <a:gd name="connsiteX209" fmla="*/ 3865017 w 6505572"/>
              <a:gd name="connsiteY209" fmla="*/ 82385 h 6466358"/>
              <a:gd name="connsiteX210" fmla="*/ 4315641 w 6505572"/>
              <a:gd name="connsiteY210" fmla="*/ 2971 h 6466358"/>
              <a:gd name="connsiteX211" fmla="*/ 4354901 w 6505572"/>
              <a:gd name="connsiteY211" fmla="*/ 75 h 646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6505572" h="6466358">
                <a:moveTo>
                  <a:pt x="755161" y="5274503"/>
                </a:moveTo>
                <a:cubicBezTo>
                  <a:pt x="767573" y="5274578"/>
                  <a:pt x="780177" y="5277088"/>
                  <a:pt x="792300" y="5282299"/>
                </a:cubicBezTo>
                <a:cubicBezTo>
                  <a:pt x="911570" y="5333571"/>
                  <a:pt x="988651" y="5450656"/>
                  <a:pt x="988651" y="5580498"/>
                </a:cubicBezTo>
                <a:cubicBezTo>
                  <a:pt x="988651" y="5759427"/>
                  <a:pt x="843076" y="5905002"/>
                  <a:pt x="664146" y="5905002"/>
                </a:cubicBezTo>
                <a:cubicBezTo>
                  <a:pt x="485217" y="5905002"/>
                  <a:pt x="339642" y="5759427"/>
                  <a:pt x="339642" y="5580498"/>
                </a:cubicBezTo>
                <a:cubicBezTo>
                  <a:pt x="339642" y="5323942"/>
                  <a:pt x="578182" y="5410304"/>
                  <a:pt x="536985" y="5540096"/>
                </a:cubicBezTo>
                <a:cubicBezTo>
                  <a:pt x="509736" y="5626061"/>
                  <a:pt x="574161" y="5713863"/>
                  <a:pt x="664146" y="5713863"/>
                </a:cubicBezTo>
                <a:cubicBezTo>
                  <a:pt x="808729" y="5713863"/>
                  <a:pt x="849131" y="5514833"/>
                  <a:pt x="716758" y="5457903"/>
                </a:cubicBezTo>
                <a:cubicBezTo>
                  <a:pt x="668316" y="5437007"/>
                  <a:pt x="645881" y="5380822"/>
                  <a:pt x="666777" y="5332330"/>
                </a:cubicBezTo>
                <a:cubicBezTo>
                  <a:pt x="682412" y="5295961"/>
                  <a:pt x="717924" y="5274277"/>
                  <a:pt x="755161" y="5274503"/>
                </a:cubicBezTo>
                <a:close/>
                <a:moveTo>
                  <a:pt x="482637" y="3625132"/>
                </a:moveTo>
                <a:lnTo>
                  <a:pt x="845657" y="3625132"/>
                </a:lnTo>
                <a:cubicBezTo>
                  <a:pt x="1094024" y="3625132"/>
                  <a:pt x="1299011" y="3813591"/>
                  <a:pt x="1325416" y="4054909"/>
                </a:cubicBezTo>
                <a:lnTo>
                  <a:pt x="2725331" y="4054909"/>
                </a:lnTo>
                <a:cubicBezTo>
                  <a:pt x="2848423" y="4054909"/>
                  <a:pt x="2964119" y="4102806"/>
                  <a:pt x="3051176" y="4189813"/>
                </a:cubicBezTo>
                <a:lnTo>
                  <a:pt x="3752995" y="4891633"/>
                </a:lnTo>
                <a:cubicBezTo>
                  <a:pt x="3803919" y="4942557"/>
                  <a:pt x="3838812" y="5003805"/>
                  <a:pt x="3857722" y="5068626"/>
                </a:cubicBezTo>
                <a:lnTo>
                  <a:pt x="6060610" y="4514119"/>
                </a:lnTo>
                <a:cubicBezTo>
                  <a:pt x="6245346" y="4467613"/>
                  <a:pt x="6499024" y="4627234"/>
                  <a:pt x="6499024" y="4886471"/>
                </a:cubicBezTo>
                <a:cubicBezTo>
                  <a:pt x="6499024" y="5011895"/>
                  <a:pt x="6434798" y="5149529"/>
                  <a:pt x="6294037" y="5220902"/>
                </a:cubicBezTo>
                <a:cubicBezTo>
                  <a:pt x="6246935" y="5244776"/>
                  <a:pt x="6189409" y="5225965"/>
                  <a:pt x="6165585" y="5178862"/>
                </a:cubicBezTo>
                <a:cubicBezTo>
                  <a:pt x="6141711" y="5131810"/>
                  <a:pt x="6160522" y="5074284"/>
                  <a:pt x="6207625" y="5050410"/>
                </a:cubicBezTo>
                <a:cubicBezTo>
                  <a:pt x="6380449" y="4962758"/>
                  <a:pt x="6315032" y="4699799"/>
                  <a:pt x="6121808" y="4699799"/>
                </a:cubicBezTo>
                <a:cubicBezTo>
                  <a:pt x="6098083" y="4699799"/>
                  <a:pt x="6228471" y="4668927"/>
                  <a:pt x="3866855" y="5263438"/>
                </a:cubicBezTo>
                <a:cubicBezTo>
                  <a:pt x="3805458" y="5580597"/>
                  <a:pt x="3413104" y="5696541"/>
                  <a:pt x="3185187" y="5469368"/>
                </a:cubicBezTo>
                <a:lnTo>
                  <a:pt x="2552954" y="4836986"/>
                </a:lnTo>
                <a:cubicBezTo>
                  <a:pt x="2515629" y="4799662"/>
                  <a:pt x="2515629" y="4739109"/>
                  <a:pt x="2552954" y="4701784"/>
                </a:cubicBezTo>
                <a:cubicBezTo>
                  <a:pt x="2590278" y="4664460"/>
                  <a:pt x="2650831" y="4664460"/>
                  <a:pt x="2688156" y="4701784"/>
                </a:cubicBezTo>
                <a:lnTo>
                  <a:pt x="3320289" y="5334166"/>
                </a:lnTo>
                <a:cubicBezTo>
                  <a:pt x="3360790" y="5374568"/>
                  <a:pt x="3414544" y="5396853"/>
                  <a:pt x="3471672" y="5396853"/>
                </a:cubicBezTo>
                <a:cubicBezTo>
                  <a:pt x="3663059" y="5396853"/>
                  <a:pt x="3756023" y="5164915"/>
                  <a:pt x="3617793" y="5026686"/>
                </a:cubicBezTo>
                <a:lnTo>
                  <a:pt x="2916123" y="4325015"/>
                </a:lnTo>
                <a:cubicBezTo>
                  <a:pt x="2865149" y="4274042"/>
                  <a:pt x="2797499" y="4245999"/>
                  <a:pt x="2725381" y="4245999"/>
                </a:cubicBezTo>
                <a:lnTo>
                  <a:pt x="1328344" y="4245999"/>
                </a:lnTo>
                <a:lnTo>
                  <a:pt x="1328344" y="5440133"/>
                </a:lnTo>
                <a:cubicBezTo>
                  <a:pt x="2098658" y="5573152"/>
                  <a:pt x="1947076" y="5531062"/>
                  <a:pt x="3013653" y="6052860"/>
                </a:cubicBezTo>
                <a:cubicBezTo>
                  <a:pt x="3196453" y="6142350"/>
                  <a:pt x="3322374" y="6275219"/>
                  <a:pt x="3612284" y="6275219"/>
                </a:cubicBezTo>
                <a:cubicBezTo>
                  <a:pt x="3762872" y="6275219"/>
                  <a:pt x="3909639" y="6232484"/>
                  <a:pt x="4036800" y="6151582"/>
                </a:cubicBezTo>
                <a:cubicBezTo>
                  <a:pt x="4042955" y="6147660"/>
                  <a:pt x="5860090" y="5226610"/>
                  <a:pt x="5866642" y="5223284"/>
                </a:cubicBezTo>
                <a:cubicBezTo>
                  <a:pt x="5913695" y="5199460"/>
                  <a:pt x="5971220" y="5218271"/>
                  <a:pt x="5995094" y="5265324"/>
                </a:cubicBezTo>
                <a:cubicBezTo>
                  <a:pt x="6018967" y="5312377"/>
                  <a:pt x="6000156" y="5369902"/>
                  <a:pt x="5953054" y="5393776"/>
                </a:cubicBezTo>
                <a:lnTo>
                  <a:pt x="4135372" y="6315422"/>
                </a:lnTo>
                <a:cubicBezTo>
                  <a:pt x="3978431" y="6414193"/>
                  <a:pt x="3797715" y="6466358"/>
                  <a:pt x="3612284" y="6466358"/>
                </a:cubicBezTo>
                <a:cubicBezTo>
                  <a:pt x="3264501" y="6466358"/>
                  <a:pt x="3100115" y="6307977"/>
                  <a:pt x="2929673" y="6224543"/>
                </a:cubicBezTo>
                <a:cubicBezTo>
                  <a:pt x="1880716" y="5711331"/>
                  <a:pt x="2032148" y="5755605"/>
                  <a:pt x="1328344" y="5634052"/>
                </a:cubicBezTo>
                <a:lnTo>
                  <a:pt x="1328344" y="5803203"/>
                </a:lnTo>
                <a:cubicBezTo>
                  <a:pt x="1328344" y="6069388"/>
                  <a:pt x="1111842" y="6285890"/>
                  <a:pt x="845657" y="6285890"/>
                </a:cubicBezTo>
                <a:lnTo>
                  <a:pt x="482637" y="6285890"/>
                </a:lnTo>
                <a:cubicBezTo>
                  <a:pt x="216502" y="6285890"/>
                  <a:pt x="0" y="6069388"/>
                  <a:pt x="0" y="5803203"/>
                </a:cubicBezTo>
                <a:lnTo>
                  <a:pt x="0" y="5461327"/>
                </a:lnTo>
                <a:cubicBezTo>
                  <a:pt x="0" y="5408616"/>
                  <a:pt x="42834" y="5365782"/>
                  <a:pt x="95545" y="5365782"/>
                </a:cubicBezTo>
                <a:cubicBezTo>
                  <a:pt x="148305" y="5365782"/>
                  <a:pt x="191139" y="5408616"/>
                  <a:pt x="191139" y="5461327"/>
                </a:cubicBezTo>
                <a:lnTo>
                  <a:pt x="191139" y="5803203"/>
                </a:lnTo>
                <a:cubicBezTo>
                  <a:pt x="191139" y="5964016"/>
                  <a:pt x="321973" y="6094751"/>
                  <a:pt x="482637" y="6094751"/>
                </a:cubicBezTo>
                <a:lnTo>
                  <a:pt x="845657" y="6094751"/>
                </a:lnTo>
                <a:cubicBezTo>
                  <a:pt x="1006371" y="6094751"/>
                  <a:pt x="1137206" y="5964016"/>
                  <a:pt x="1137206" y="5803203"/>
                </a:cubicBezTo>
                <a:cubicBezTo>
                  <a:pt x="1137206" y="3978771"/>
                  <a:pt x="1139439" y="4093078"/>
                  <a:pt x="1132341" y="4054909"/>
                </a:cubicBezTo>
                <a:cubicBezTo>
                  <a:pt x="1107375" y="3919310"/>
                  <a:pt x="988255" y="3816271"/>
                  <a:pt x="845657" y="3816271"/>
                </a:cubicBezTo>
                <a:lnTo>
                  <a:pt x="482637" y="3816271"/>
                </a:lnTo>
                <a:cubicBezTo>
                  <a:pt x="321973" y="3816271"/>
                  <a:pt x="191139" y="3946956"/>
                  <a:pt x="191139" y="4107769"/>
                </a:cubicBezTo>
                <a:lnTo>
                  <a:pt x="191139" y="5079099"/>
                </a:lnTo>
                <a:cubicBezTo>
                  <a:pt x="191139" y="5131859"/>
                  <a:pt x="148305" y="5174643"/>
                  <a:pt x="95545" y="5174643"/>
                </a:cubicBezTo>
                <a:cubicBezTo>
                  <a:pt x="42834" y="5174643"/>
                  <a:pt x="0" y="5131859"/>
                  <a:pt x="0" y="5079099"/>
                </a:cubicBezTo>
                <a:lnTo>
                  <a:pt x="0" y="4107769"/>
                </a:lnTo>
                <a:cubicBezTo>
                  <a:pt x="0" y="3841584"/>
                  <a:pt x="216502" y="3625132"/>
                  <a:pt x="482637" y="3625132"/>
                </a:cubicBezTo>
                <a:close/>
                <a:moveTo>
                  <a:pt x="5266199" y="1449543"/>
                </a:moveTo>
                <a:cubicBezTo>
                  <a:pt x="5290656" y="1449543"/>
                  <a:pt x="5315113" y="1458874"/>
                  <a:pt x="5333775" y="1477536"/>
                </a:cubicBezTo>
                <a:cubicBezTo>
                  <a:pt x="5371099" y="1514861"/>
                  <a:pt x="5371099" y="1575364"/>
                  <a:pt x="5333775" y="1612689"/>
                </a:cubicBezTo>
                <a:lnTo>
                  <a:pt x="4248685" y="2697778"/>
                </a:lnTo>
                <a:cubicBezTo>
                  <a:pt x="4179893" y="2766571"/>
                  <a:pt x="4068515" y="2766571"/>
                  <a:pt x="3999723" y="2697778"/>
                </a:cubicBezTo>
                <a:lnTo>
                  <a:pt x="3536244" y="2234300"/>
                </a:lnTo>
                <a:cubicBezTo>
                  <a:pt x="3498920" y="2196975"/>
                  <a:pt x="3498920" y="2136472"/>
                  <a:pt x="3536244" y="2099148"/>
                </a:cubicBezTo>
                <a:cubicBezTo>
                  <a:pt x="3573569" y="2061873"/>
                  <a:pt x="3634072" y="2061873"/>
                  <a:pt x="3671397" y="2099148"/>
                </a:cubicBezTo>
                <a:lnTo>
                  <a:pt x="4124204" y="2551955"/>
                </a:lnTo>
                <a:lnTo>
                  <a:pt x="5198623" y="1477536"/>
                </a:lnTo>
                <a:cubicBezTo>
                  <a:pt x="5217285" y="1458874"/>
                  <a:pt x="5241742" y="1449543"/>
                  <a:pt x="5266199" y="1449543"/>
                </a:cubicBezTo>
                <a:close/>
                <a:moveTo>
                  <a:pt x="4348846" y="191182"/>
                </a:moveTo>
                <a:lnTo>
                  <a:pt x="3898222" y="270645"/>
                </a:lnTo>
                <a:cubicBezTo>
                  <a:pt x="3896336" y="270943"/>
                  <a:pt x="3895046" y="272779"/>
                  <a:pt x="3895393" y="274666"/>
                </a:cubicBezTo>
                <a:lnTo>
                  <a:pt x="3993171" y="829073"/>
                </a:lnTo>
                <a:cubicBezTo>
                  <a:pt x="4000765" y="872353"/>
                  <a:pt x="3977884" y="915286"/>
                  <a:pt x="3937731" y="933055"/>
                </a:cubicBezTo>
                <a:cubicBezTo>
                  <a:pt x="3854346" y="969933"/>
                  <a:pt x="3774635" y="1016043"/>
                  <a:pt x="3700829" y="1070094"/>
                </a:cubicBezTo>
                <a:cubicBezTo>
                  <a:pt x="3665341" y="1096102"/>
                  <a:pt x="3616651" y="1094513"/>
                  <a:pt x="3582950" y="1066173"/>
                </a:cubicBezTo>
                <a:lnTo>
                  <a:pt x="3151485" y="704145"/>
                </a:lnTo>
                <a:cubicBezTo>
                  <a:pt x="3151137" y="703847"/>
                  <a:pt x="3150393" y="703252"/>
                  <a:pt x="3148953" y="703351"/>
                </a:cubicBezTo>
                <a:cubicBezTo>
                  <a:pt x="3147514" y="703500"/>
                  <a:pt x="3146918" y="704244"/>
                  <a:pt x="3146571" y="704592"/>
                </a:cubicBezTo>
                <a:lnTo>
                  <a:pt x="2852492" y="1055104"/>
                </a:lnTo>
                <a:cubicBezTo>
                  <a:pt x="2852144" y="1055452"/>
                  <a:pt x="2851549" y="1056196"/>
                  <a:pt x="2851648" y="1057636"/>
                </a:cubicBezTo>
                <a:cubicBezTo>
                  <a:pt x="2851797" y="1059075"/>
                  <a:pt x="2852542" y="1059720"/>
                  <a:pt x="2852889" y="1059968"/>
                </a:cubicBezTo>
                <a:lnTo>
                  <a:pt x="3284155" y="1421847"/>
                </a:lnTo>
                <a:cubicBezTo>
                  <a:pt x="3317906" y="1450138"/>
                  <a:pt x="3327932" y="1497786"/>
                  <a:pt x="3308476" y="1537295"/>
                </a:cubicBezTo>
                <a:cubicBezTo>
                  <a:pt x="3268173" y="1619240"/>
                  <a:pt x="3236656" y="1705751"/>
                  <a:pt x="3214916" y="1794397"/>
                </a:cubicBezTo>
                <a:cubicBezTo>
                  <a:pt x="3204394" y="1837131"/>
                  <a:pt x="3166127" y="1867160"/>
                  <a:pt x="3122102" y="1867160"/>
                </a:cubicBezTo>
                <a:lnTo>
                  <a:pt x="2559108" y="1867160"/>
                </a:lnTo>
                <a:cubicBezTo>
                  <a:pt x="2557172" y="1867160"/>
                  <a:pt x="2555633" y="1868748"/>
                  <a:pt x="2555633" y="1870634"/>
                </a:cubicBezTo>
                <a:lnTo>
                  <a:pt x="2555633" y="2328206"/>
                </a:lnTo>
                <a:cubicBezTo>
                  <a:pt x="2555633" y="2330142"/>
                  <a:pt x="2557172" y="2331681"/>
                  <a:pt x="2559108" y="2331681"/>
                </a:cubicBezTo>
                <a:lnTo>
                  <a:pt x="3122102" y="2331681"/>
                </a:lnTo>
                <a:cubicBezTo>
                  <a:pt x="3166127" y="2331681"/>
                  <a:pt x="3204444" y="2361709"/>
                  <a:pt x="3214916" y="2404443"/>
                </a:cubicBezTo>
                <a:cubicBezTo>
                  <a:pt x="3236656" y="2493139"/>
                  <a:pt x="3268173" y="2579650"/>
                  <a:pt x="3308476" y="2661595"/>
                </a:cubicBezTo>
                <a:cubicBezTo>
                  <a:pt x="3327932" y="2701054"/>
                  <a:pt x="3317906" y="2748702"/>
                  <a:pt x="3284155" y="2776993"/>
                </a:cubicBezTo>
                <a:lnTo>
                  <a:pt x="2852889" y="3138872"/>
                </a:lnTo>
                <a:cubicBezTo>
                  <a:pt x="2851450" y="3140113"/>
                  <a:pt x="2851251" y="3142296"/>
                  <a:pt x="2852492" y="3143785"/>
                </a:cubicBezTo>
                <a:lnTo>
                  <a:pt x="3146621" y="3494298"/>
                </a:lnTo>
                <a:cubicBezTo>
                  <a:pt x="3147861" y="3495737"/>
                  <a:pt x="3150045" y="3495936"/>
                  <a:pt x="3151485" y="3494695"/>
                </a:cubicBezTo>
                <a:lnTo>
                  <a:pt x="3582950" y="3132668"/>
                </a:lnTo>
                <a:cubicBezTo>
                  <a:pt x="3616601" y="3104426"/>
                  <a:pt x="3665242" y="3102738"/>
                  <a:pt x="3700829" y="3128796"/>
                </a:cubicBezTo>
                <a:cubicBezTo>
                  <a:pt x="3774635" y="3182797"/>
                  <a:pt x="3854346" y="3228907"/>
                  <a:pt x="3937731" y="3265834"/>
                </a:cubicBezTo>
                <a:cubicBezTo>
                  <a:pt x="3977884" y="3283603"/>
                  <a:pt x="4000765" y="3326536"/>
                  <a:pt x="3993171" y="3369817"/>
                </a:cubicBezTo>
                <a:lnTo>
                  <a:pt x="3895393" y="3924224"/>
                </a:lnTo>
                <a:cubicBezTo>
                  <a:pt x="3894450" y="3929535"/>
                  <a:pt x="4343535" y="4006765"/>
                  <a:pt x="4348796" y="4007708"/>
                </a:cubicBezTo>
                <a:cubicBezTo>
                  <a:pt x="4350732" y="4008006"/>
                  <a:pt x="4352519" y="4006765"/>
                  <a:pt x="4352866" y="4004879"/>
                </a:cubicBezTo>
                <a:lnTo>
                  <a:pt x="4450644" y="3450174"/>
                </a:lnTo>
                <a:cubicBezTo>
                  <a:pt x="4458288" y="3406794"/>
                  <a:pt x="4494570" y="3374284"/>
                  <a:pt x="4538446" y="3371405"/>
                </a:cubicBezTo>
                <a:cubicBezTo>
                  <a:pt x="4629970" y="3365350"/>
                  <a:pt x="4720651" y="3349467"/>
                  <a:pt x="4808006" y="3324204"/>
                </a:cubicBezTo>
                <a:cubicBezTo>
                  <a:pt x="4850244" y="3311994"/>
                  <a:pt x="4895361" y="3330160"/>
                  <a:pt x="4917299" y="3368229"/>
                </a:cubicBezTo>
                <a:lnTo>
                  <a:pt x="5198771" y="3855730"/>
                </a:lnTo>
                <a:cubicBezTo>
                  <a:pt x="5199764" y="3857368"/>
                  <a:pt x="5201898" y="3857963"/>
                  <a:pt x="5203536" y="3856971"/>
                </a:cubicBezTo>
                <a:lnTo>
                  <a:pt x="5599811" y="3628209"/>
                </a:lnTo>
                <a:cubicBezTo>
                  <a:pt x="5601449" y="3627266"/>
                  <a:pt x="5602044" y="3625132"/>
                  <a:pt x="5601052" y="3623445"/>
                </a:cubicBezTo>
                <a:lnTo>
                  <a:pt x="5319431" y="3135646"/>
                </a:lnTo>
                <a:cubicBezTo>
                  <a:pt x="5297443" y="3097577"/>
                  <a:pt x="5304293" y="3049432"/>
                  <a:pt x="5336008" y="3018957"/>
                </a:cubicBezTo>
                <a:cubicBezTo>
                  <a:pt x="5401971" y="2955624"/>
                  <a:pt x="5461184" y="2885095"/>
                  <a:pt x="5512059" y="2809354"/>
                </a:cubicBezTo>
                <a:cubicBezTo>
                  <a:pt x="5536578" y="2772874"/>
                  <a:pt x="5582787" y="2757835"/>
                  <a:pt x="5624082" y="2772824"/>
                </a:cubicBezTo>
                <a:lnTo>
                  <a:pt x="6153226" y="2965452"/>
                </a:lnTo>
                <a:cubicBezTo>
                  <a:pt x="6153672" y="2965601"/>
                  <a:pt x="6154566" y="2965948"/>
                  <a:pt x="6155856" y="2965303"/>
                </a:cubicBezTo>
                <a:cubicBezTo>
                  <a:pt x="6157196" y="2964707"/>
                  <a:pt x="6157494" y="2963814"/>
                  <a:pt x="6157693" y="2963367"/>
                </a:cubicBezTo>
                <a:lnTo>
                  <a:pt x="6314187" y="2533391"/>
                </a:lnTo>
                <a:cubicBezTo>
                  <a:pt x="6314336" y="2532945"/>
                  <a:pt x="6314684" y="2532051"/>
                  <a:pt x="6314038" y="2530761"/>
                </a:cubicBezTo>
                <a:cubicBezTo>
                  <a:pt x="6313443" y="2529421"/>
                  <a:pt x="6312549" y="2529123"/>
                  <a:pt x="6312103" y="2528924"/>
                </a:cubicBezTo>
                <a:lnTo>
                  <a:pt x="5782860" y="2336346"/>
                </a:lnTo>
                <a:cubicBezTo>
                  <a:pt x="5741614" y="2321307"/>
                  <a:pt x="5715904" y="2280062"/>
                  <a:pt x="5720570" y="2236384"/>
                </a:cubicBezTo>
                <a:cubicBezTo>
                  <a:pt x="5730695" y="2141485"/>
                  <a:pt x="5729950" y="2050407"/>
                  <a:pt x="5720570" y="1962506"/>
                </a:cubicBezTo>
                <a:cubicBezTo>
                  <a:pt x="5715904" y="1918828"/>
                  <a:pt x="5741614" y="1877583"/>
                  <a:pt x="5782860" y="1862544"/>
                </a:cubicBezTo>
                <a:lnTo>
                  <a:pt x="6312103" y="1669965"/>
                </a:lnTo>
                <a:cubicBezTo>
                  <a:pt x="6312549" y="1669767"/>
                  <a:pt x="6313443" y="1669469"/>
                  <a:pt x="6314038" y="1668129"/>
                </a:cubicBezTo>
                <a:cubicBezTo>
                  <a:pt x="6314684" y="1666838"/>
                  <a:pt x="6314336" y="1665945"/>
                  <a:pt x="6314187" y="1665498"/>
                </a:cubicBezTo>
                <a:lnTo>
                  <a:pt x="6157693" y="1235522"/>
                </a:lnTo>
                <a:cubicBezTo>
                  <a:pt x="6156998" y="1233736"/>
                  <a:pt x="6155012" y="1232842"/>
                  <a:pt x="6153226" y="1233438"/>
                </a:cubicBezTo>
                <a:lnTo>
                  <a:pt x="5624082" y="1426016"/>
                </a:lnTo>
                <a:cubicBezTo>
                  <a:pt x="5582787" y="1441006"/>
                  <a:pt x="5536578" y="1426016"/>
                  <a:pt x="5512059" y="1389535"/>
                </a:cubicBezTo>
                <a:cubicBezTo>
                  <a:pt x="5461234" y="1313844"/>
                  <a:pt x="5401971" y="1243315"/>
                  <a:pt x="5336008" y="1179933"/>
                </a:cubicBezTo>
                <a:cubicBezTo>
                  <a:pt x="5304293" y="1149458"/>
                  <a:pt x="5297443" y="1101313"/>
                  <a:pt x="5319431" y="1063244"/>
                </a:cubicBezTo>
                <a:lnTo>
                  <a:pt x="5601101" y="575445"/>
                </a:lnTo>
                <a:cubicBezTo>
                  <a:pt x="5602044" y="573758"/>
                  <a:pt x="5601449" y="571623"/>
                  <a:pt x="5599811" y="570680"/>
                </a:cubicBezTo>
                <a:lnTo>
                  <a:pt x="5203536" y="341919"/>
                </a:lnTo>
                <a:cubicBezTo>
                  <a:pt x="5203139" y="341671"/>
                  <a:pt x="5202295" y="341175"/>
                  <a:pt x="5200906" y="341572"/>
                </a:cubicBezTo>
                <a:cubicBezTo>
                  <a:pt x="5199516" y="341919"/>
                  <a:pt x="5199020" y="342763"/>
                  <a:pt x="5198771" y="343160"/>
                </a:cubicBezTo>
                <a:lnTo>
                  <a:pt x="4917349" y="830711"/>
                </a:lnTo>
                <a:cubicBezTo>
                  <a:pt x="4895361" y="868730"/>
                  <a:pt x="4850244" y="886896"/>
                  <a:pt x="4808006" y="874686"/>
                </a:cubicBezTo>
                <a:cubicBezTo>
                  <a:pt x="4720701" y="849423"/>
                  <a:pt x="4630020" y="833540"/>
                  <a:pt x="4538446" y="827485"/>
                </a:cubicBezTo>
                <a:cubicBezTo>
                  <a:pt x="4494570" y="824606"/>
                  <a:pt x="4458288" y="792046"/>
                  <a:pt x="4450644" y="748716"/>
                </a:cubicBezTo>
                <a:lnTo>
                  <a:pt x="4352866" y="194011"/>
                </a:lnTo>
                <a:cubicBezTo>
                  <a:pt x="4352767" y="193564"/>
                  <a:pt x="4352618" y="192572"/>
                  <a:pt x="4351427" y="191777"/>
                </a:cubicBezTo>
                <a:cubicBezTo>
                  <a:pt x="4350235" y="190934"/>
                  <a:pt x="4349292" y="191132"/>
                  <a:pt x="4348846" y="191182"/>
                </a:cubicBezTo>
                <a:close/>
                <a:moveTo>
                  <a:pt x="4354901" y="75"/>
                </a:moveTo>
                <a:cubicBezTo>
                  <a:pt x="4445299" y="2599"/>
                  <a:pt x="4524747" y="68345"/>
                  <a:pt x="4541077" y="160806"/>
                </a:cubicBezTo>
                <a:lnTo>
                  <a:pt x="4626198" y="643691"/>
                </a:lnTo>
                <a:cubicBezTo>
                  <a:pt x="4680795" y="650094"/>
                  <a:pt x="4734946" y="659574"/>
                  <a:pt x="4788202" y="672032"/>
                </a:cubicBezTo>
                <a:lnTo>
                  <a:pt x="5033293" y="247615"/>
                </a:lnTo>
                <a:cubicBezTo>
                  <a:pt x="5059251" y="202598"/>
                  <a:pt x="5101241" y="170385"/>
                  <a:pt x="5151421" y="156935"/>
                </a:cubicBezTo>
                <a:cubicBezTo>
                  <a:pt x="5201650" y="143434"/>
                  <a:pt x="5254063" y="150383"/>
                  <a:pt x="5299081" y="176391"/>
                </a:cubicBezTo>
                <a:lnTo>
                  <a:pt x="5695356" y="405152"/>
                </a:lnTo>
                <a:cubicBezTo>
                  <a:pt x="5788270" y="458806"/>
                  <a:pt x="5820234" y="578076"/>
                  <a:pt x="5766580" y="670990"/>
                </a:cubicBezTo>
                <a:lnTo>
                  <a:pt x="5521390" y="1095655"/>
                </a:lnTo>
                <a:cubicBezTo>
                  <a:pt x="5558963" y="1135660"/>
                  <a:pt x="5594302" y="1177699"/>
                  <a:pt x="5627109" y="1221526"/>
                </a:cubicBezTo>
                <a:lnTo>
                  <a:pt x="6087858" y="1053814"/>
                </a:lnTo>
                <a:cubicBezTo>
                  <a:pt x="6188664" y="1017135"/>
                  <a:pt x="6300588" y="1069349"/>
                  <a:pt x="6337267" y="1170155"/>
                </a:cubicBezTo>
                <a:lnTo>
                  <a:pt x="6493762" y="1600131"/>
                </a:lnTo>
                <a:cubicBezTo>
                  <a:pt x="6530540" y="1701234"/>
                  <a:pt x="6478524" y="1812811"/>
                  <a:pt x="6377421" y="1849540"/>
                </a:cubicBezTo>
                <a:lnTo>
                  <a:pt x="5916672" y="2017252"/>
                </a:lnTo>
                <a:cubicBezTo>
                  <a:pt x="5919749" y="2072444"/>
                  <a:pt x="5919749" y="2126694"/>
                  <a:pt x="5916672" y="2181638"/>
                </a:cubicBezTo>
                <a:lnTo>
                  <a:pt x="6377470" y="2349350"/>
                </a:lnTo>
                <a:cubicBezTo>
                  <a:pt x="6478574" y="2386129"/>
                  <a:pt x="6530540" y="2497705"/>
                  <a:pt x="6493762" y="2598809"/>
                </a:cubicBezTo>
                <a:lnTo>
                  <a:pt x="6337267" y="3028735"/>
                </a:lnTo>
                <a:cubicBezTo>
                  <a:pt x="6300389" y="3130037"/>
                  <a:pt x="6188763" y="3181755"/>
                  <a:pt x="6087858" y="3145076"/>
                </a:cubicBezTo>
                <a:lnTo>
                  <a:pt x="5627109" y="2977364"/>
                </a:lnTo>
                <a:cubicBezTo>
                  <a:pt x="5594302" y="3021190"/>
                  <a:pt x="5558963" y="3063280"/>
                  <a:pt x="5521390" y="3103235"/>
                </a:cubicBezTo>
                <a:lnTo>
                  <a:pt x="5766580" y="3527950"/>
                </a:lnTo>
                <a:cubicBezTo>
                  <a:pt x="5820234" y="3620864"/>
                  <a:pt x="5788319" y="3740084"/>
                  <a:pt x="5695405" y="3793737"/>
                </a:cubicBezTo>
                <a:lnTo>
                  <a:pt x="5299131" y="4022548"/>
                </a:lnTo>
                <a:cubicBezTo>
                  <a:pt x="5206167" y="4076202"/>
                  <a:pt x="5086947" y="4044238"/>
                  <a:pt x="5033293" y="3951274"/>
                </a:cubicBezTo>
                <a:lnTo>
                  <a:pt x="4788252" y="3526858"/>
                </a:lnTo>
                <a:cubicBezTo>
                  <a:pt x="4734946" y="3539316"/>
                  <a:pt x="4680795" y="3548796"/>
                  <a:pt x="4626198" y="3555198"/>
                </a:cubicBezTo>
                <a:lnTo>
                  <a:pt x="4541077" y="4038084"/>
                </a:lnTo>
                <a:cubicBezTo>
                  <a:pt x="4522365" y="4144200"/>
                  <a:pt x="4420765" y="4214581"/>
                  <a:pt x="4315641" y="4195919"/>
                </a:cubicBezTo>
                <a:lnTo>
                  <a:pt x="3865017" y="4116505"/>
                </a:lnTo>
                <a:cubicBezTo>
                  <a:pt x="3759099" y="4097793"/>
                  <a:pt x="3688520" y="3996987"/>
                  <a:pt x="3707183" y="3891069"/>
                </a:cubicBezTo>
                <a:lnTo>
                  <a:pt x="3792304" y="3408382"/>
                </a:lnTo>
                <a:cubicBezTo>
                  <a:pt x="3743415" y="3383615"/>
                  <a:pt x="3695816" y="3356118"/>
                  <a:pt x="3649905" y="3325990"/>
                </a:cubicBezTo>
                <a:lnTo>
                  <a:pt x="3274328" y="3641164"/>
                </a:lnTo>
                <a:cubicBezTo>
                  <a:pt x="3192135" y="3710105"/>
                  <a:pt x="3069143" y="3699334"/>
                  <a:pt x="3000202" y="3617191"/>
                </a:cubicBezTo>
                <a:lnTo>
                  <a:pt x="2706073" y="3266678"/>
                </a:lnTo>
                <a:cubicBezTo>
                  <a:pt x="2637082" y="3184435"/>
                  <a:pt x="2647853" y="3061443"/>
                  <a:pt x="2730046" y="2992453"/>
                </a:cubicBezTo>
                <a:lnTo>
                  <a:pt x="3105474" y="2677478"/>
                </a:lnTo>
                <a:cubicBezTo>
                  <a:pt x="3083834" y="2627050"/>
                  <a:pt x="3065023" y="2575381"/>
                  <a:pt x="3049190" y="2522820"/>
                </a:cubicBezTo>
                <a:lnTo>
                  <a:pt x="2559108" y="2522820"/>
                </a:lnTo>
                <a:cubicBezTo>
                  <a:pt x="2451800" y="2522820"/>
                  <a:pt x="2364544" y="2435514"/>
                  <a:pt x="2364544" y="2328206"/>
                </a:cubicBezTo>
                <a:lnTo>
                  <a:pt x="2364544" y="1870684"/>
                </a:lnTo>
                <a:cubicBezTo>
                  <a:pt x="2364544" y="1763376"/>
                  <a:pt x="2451800" y="1676070"/>
                  <a:pt x="2559108" y="1676070"/>
                </a:cubicBezTo>
                <a:lnTo>
                  <a:pt x="3049190" y="1676070"/>
                </a:lnTo>
                <a:cubicBezTo>
                  <a:pt x="3065023" y="1623558"/>
                  <a:pt x="3083834" y="1571840"/>
                  <a:pt x="3105474" y="1521412"/>
                </a:cubicBezTo>
                <a:lnTo>
                  <a:pt x="2730046" y="1206388"/>
                </a:lnTo>
                <a:cubicBezTo>
                  <a:pt x="2647654" y="1137248"/>
                  <a:pt x="2636933" y="1014603"/>
                  <a:pt x="2706073" y="932261"/>
                </a:cubicBezTo>
                <a:lnTo>
                  <a:pt x="3000202" y="581749"/>
                </a:lnTo>
                <a:cubicBezTo>
                  <a:pt x="3069192" y="499456"/>
                  <a:pt x="3191787" y="488437"/>
                  <a:pt x="3274328" y="557726"/>
                </a:cubicBezTo>
                <a:lnTo>
                  <a:pt x="3649905" y="872899"/>
                </a:lnTo>
                <a:cubicBezTo>
                  <a:pt x="3695816" y="842772"/>
                  <a:pt x="3743415" y="815275"/>
                  <a:pt x="3792304" y="790508"/>
                </a:cubicBezTo>
                <a:lnTo>
                  <a:pt x="3707183" y="307821"/>
                </a:lnTo>
                <a:cubicBezTo>
                  <a:pt x="3688520" y="202151"/>
                  <a:pt x="3759347" y="101047"/>
                  <a:pt x="3865017" y="82385"/>
                </a:cubicBezTo>
                <a:lnTo>
                  <a:pt x="4315641" y="2971"/>
                </a:lnTo>
                <a:cubicBezTo>
                  <a:pt x="4328850" y="645"/>
                  <a:pt x="4341987" y="-285"/>
                  <a:pt x="4354901" y="75"/>
                </a:cubicBezTo>
                <a:close/>
              </a:path>
            </a:pathLst>
          </a:custGeom>
          <a:solidFill>
            <a:schemeClr val="accent4"/>
          </a:solidFill>
          <a:ln w="127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0" name="Freeform: Shape 145">
            <a:extLst>
              <a:ext uri="{FF2B5EF4-FFF2-40B4-BE49-F238E27FC236}">
                <a16:creationId xmlns:a16="http://schemas.microsoft.com/office/drawing/2014/main" id="{6955E24A-5D0E-4292-8802-2FCAC5F0EEE9}"/>
              </a:ext>
            </a:extLst>
          </p:cNvPr>
          <p:cNvSpPr/>
          <p:nvPr/>
        </p:nvSpPr>
        <p:spPr>
          <a:xfrm>
            <a:off x="9094886" y="2993254"/>
            <a:ext cx="347496" cy="347496"/>
          </a:xfrm>
          <a:custGeom>
            <a:avLst/>
            <a:gdLst>
              <a:gd name="connsiteX0" fmla="*/ 2777299 w 4876800"/>
              <a:gd name="connsiteY0" fmla="*/ 4173187 h 4876799"/>
              <a:gd name="connsiteX1" fmla="*/ 2844631 w 4876800"/>
              <a:gd name="connsiteY1" fmla="*/ 4201000 h 4876799"/>
              <a:gd name="connsiteX2" fmla="*/ 2872549 w 4876800"/>
              <a:gd name="connsiteY2" fmla="*/ 4268342 h 4876799"/>
              <a:gd name="connsiteX3" fmla="*/ 2844631 w 4876800"/>
              <a:gd name="connsiteY3" fmla="*/ 4335779 h 4876799"/>
              <a:gd name="connsiteX4" fmla="*/ 2777299 w 4876800"/>
              <a:gd name="connsiteY4" fmla="*/ 4363592 h 4876799"/>
              <a:gd name="connsiteX5" fmla="*/ 2709957 w 4876800"/>
              <a:gd name="connsiteY5" fmla="*/ 4335779 h 4876799"/>
              <a:gd name="connsiteX6" fmla="*/ 2682049 w 4876800"/>
              <a:gd name="connsiteY6" fmla="*/ 4268342 h 4876799"/>
              <a:gd name="connsiteX7" fmla="*/ 2709957 w 4876800"/>
              <a:gd name="connsiteY7" fmla="*/ 4201000 h 4876799"/>
              <a:gd name="connsiteX8" fmla="*/ 2777299 w 4876800"/>
              <a:gd name="connsiteY8" fmla="*/ 4173187 h 4876799"/>
              <a:gd name="connsiteX9" fmla="*/ 1133788 w 4876800"/>
              <a:gd name="connsiteY9" fmla="*/ 3321368 h 4876799"/>
              <a:gd name="connsiteX10" fmla="*/ 1201140 w 4876800"/>
              <a:gd name="connsiteY10" fmla="*/ 3349264 h 4876799"/>
              <a:gd name="connsiteX11" fmla="*/ 1201140 w 4876800"/>
              <a:gd name="connsiteY11" fmla="*/ 3483967 h 4876799"/>
              <a:gd name="connsiteX12" fmla="*/ 823588 w 4876800"/>
              <a:gd name="connsiteY12" fmla="*/ 3861519 h 4876799"/>
              <a:gd name="connsiteX13" fmla="*/ 756237 w 4876800"/>
              <a:gd name="connsiteY13" fmla="*/ 3889418 h 4876799"/>
              <a:gd name="connsiteX14" fmla="*/ 688886 w 4876800"/>
              <a:gd name="connsiteY14" fmla="*/ 3861519 h 4876799"/>
              <a:gd name="connsiteX15" fmla="*/ 515521 w 4876800"/>
              <a:gd name="connsiteY15" fmla="*/ 3688173 h 4876799"/>
              <a:gd name="connsiteX16" fmla="*/ 515521 w 4876800"/>
              <a:gd name="connsiteY16" fmla="*/ 3553461 h 4876799"/>
              <a:gd name="connsiteX17" fmla="*/ 650233 w 4876800"/>
              <a:gd name="connsiteY17" fmla="*/ 3553461 h 4876799"/>
              <a:gd name="connsiteX18" fmla="*/ 756237 w 4876800"/>
              <a:gd name="connsiteY18" fmla="*/ 3659465 h 4876799"/>
              <a:gd name="connsiteX19" fmla="*/ 1066428 w 4876800"/>
              <a:gd name="connsiteY19" fmla="*/ 3349264 h 4876799"/>
              <a:gd name="connsiteX20" fmla="*/ 1133788 w 4876800"/>
              <a:gd name="connsiteY20" fmla="*/ 3321368 h 4876799"/>
              <a:gd name="connsiteX21" fmla="*/ 3932986 w 4876800"/>
              <a:gd name="connsiteY21" fmla="*/ 3086099 h 4876799"/>
              <a:gd name="connsiteX22" fmla="*/ 3761536 w 4876800"/>
              <a:gd name="connsiteY22" fmla="*/ 3257549 h 4876799"/>
              <a:gd name="connsiteX23" fmla="*/ 3932986 w 4876800"/>
              <a:gd name="connsiteY23" fmla="*/ 3428999 h 4876799"/>
              <a:gd name="connsiteX24" fmla="*/ 4104436 w 4876800"/>
              <a:gd name="connsiteY24" fmla="*/ 3257549 h 4876799"/>
              <a:gd name="connsiteX25" fmla="*/ 3932986 w 4876800"/>
              <a:gd name="connsiteY25" fmla="*/ 3086099 h 4876799"/>
              <a:gd name="connsiteX26" fmla="*/ 3043980 w 4876800"/>
              <a:gd name="connsiteY26" fmla="*/ 3086099 h 4876799"/>
              <a:gd name="connsiteX27" fmla="*/ 2872530 w 4876800"/>
              <a:gd name="connsiteY27" fmla="*/ 3257549 h 4876799"/>
              <a:gd name="connsiteX28" fmla="*/ 3043980 w 4876800"/>
              <a:gd name="connsiteY28" fmla="*/ 3428999 h 4876799"/>
              <a:gd name="connsiteX29" fmla="*/ 3215430 w 4876800"/>
              <a:gd name="connsiteY29" fmla="*/ 3257549 h 4876799"/>
              <a:gd name="connsiteX30" fmla="*/ 3043980 w 4876800"/>
              <a:gd name="connsiteY30" fmla="*/ 3086099 h 4876799"/>
              <a:gd name="connsiteX31" fmla="*/ 2154983 w 4876800"/>
              <a:gd name="connsiteY31" fmla="*/ 3086099 h 4876799"/>
              <a:gd name="connsiteX32" fmla="*/ 1983533 w 4876800"/>
              <a:gd name="connsiteY32" fmla="*/ 3257549 h 4876799"/>
              <a:gd name="connsiteX33" fmla="*/ 2154983 w 4876800"/>
              <a:gd name="connsiteY33" fmla="*/ 3428999 h 4876799"/>
              <a:gd name="connsiteX34" fmla="*/ 2326433 w 4876800"/>
              <a:gd name="connsiteY34" fmla="*/ 3257549 h 4876799"/>
              <a:gd name="connsiteX35" fmla="*/ 2154983 w 4876800"/>
              <a:gd name="connsiteY35" fmla="*/ 3086099 h 4876799"/>
              <a:gd name="connsiteX36" fmla="*/ 861812 w 4876800"/>
              <a:gd name="connsiteY36" fmla="*/ 2990849 h 4876799"/>
              <a:gd name="connsiteX37" fmla="*/ 271262 w 4876800"/>
              <a:gd name="connsiteY37" fmla="*/ 3581399 h 4876799"/>
              <a:gd name="connsiteX38" fmla="*/ 861812 w 4876800"/>
              <a:gd name="connsiteY38" fmla="*/ 4171949 h 4876799"/>
              <a:gd name="connsiteX39" fmla="*/ 1452363 w 4876800"/>
              <a:gd name="connsiteY39" fmla="*/ 3581399 h 4876799"/>
              <a:gd name="connsiteX40" fmla="*/ 861812 w 4876800"/>
              <a:gd name="connsiteY40" fmla="*/ 2990849 h 4876799"/>
              <a:gd name="connsiteX41" fmla="*/ 3932986 w 4876800"/>
              <a:gd name="connsiteY41" fmla="*/ 2895599 h 4876799"/>
              <a:gd name="connsiteX42" fmla="*/ 4294936 w 4876800"/>
              <a:gd name="connsiteY42" fmla="*/ 3257549 h 4876799"/>
              <a:gd name="connsiteX43" fmla="*/ 3932986 w 4876800"/>
              <a:gd name="connsiteY43" fmla="*/ 3619499 h 4876799"/>
              <a:gd name="connsiteX44" fmla="*/ 3571036 w 4876800"/>
              <a:gd name="connsiteY44" fmla="*/ 3257549 h 4876799"/>
              <a:gd name="connsiteX45" fmla="*/ 3932986 w 4876800"/>
              <a:gd name="connsiteY45" fmla="*/ 2895599 h 4876799"/>
              <a:gd name="connsiteX46" fmla="*/ 3043980 w 4876800"/>
              <a:gd name="connsiteY46" fmla="*/ 2895599 h 4876799"/>
              <a:gd name="connsiteX47" fmla="*/ 3405930 w 4876800"/>
              <a:gd name="connsiteY47" fmla="*/ 3257549 h 4876799"/>
              <a:gd name="connsiteX48" fmla="*/ 3043980 w 4876800"/>
              <a:gd name="connsiteY48" fmla="*/ 3619499 h 4876799"/>
              <a:gd name="connsiteX49" fmla="*/ 2682030 w 4876800"/>
              <a:gd name="connsiteY49" fmla="*/ 3257549 h 4876799"/>
              <a:gd name="connsiteX50" fmla="*/ 3043980 w 4876800"/>
              <a:gd name="connsiteY50" fmla="*/ 2895599 h 4876799"/>
              <a:gd name="connsiteX51" fmla="*/ 2154983 w 4876800"/>
              <a:gd name="connsiteY51" fmla="*/ 2895599 h 4876799"/>
              <a:gd name="connsiteX52" fmla="*/ 2516933 w 4876800"/>
              <a:gd name="connsiteY52" fmla="*/ 3257549 h 4876799"/>
              <a:gd name="connsiteX53" fmla="*/ 2154983 w 4876800"/>
              <a:gd name="connsiteY53" fmla="*/ 3619499 h 4876799"/>
              <a:gd name="connsiteX54" fmla="*/ 1793033 w 4876800"/>
              <a:gd name="connsiteY54" fmla="*/ 3257549 h 4876799"/>
              <a:gd name="connsiteX55" fmla="*/ 2154983 w 4876800"/>
              <a:gd name="connsiteY55" fmla="*/ 2895599 h 4876799"/>
              <a:gd name="connsiteX56" fmla="*/ 3932986 w 4876800"/>
              <a:gd name="connsiteY56" fmla="*/ 2095499 h 4876799"/>
              <a:gd name="connsiteX57" fmla="*/ 3761536 w 4876800"/>
              <a:gd name="connsiteY57" fmla="*/ 2266949 h 4876799"/>
              <a:gd name="connsiteX58" fmla="*/ 3932986 w 4876800"/>
              <a:gd name="connsiteY58" fmla="*/ 2438399 h 4876799"/>
              <a:gd name="connsiteX59" fmla="*/ 4104436 w 4876800"/>
              <a:gd name="connsiteY59" fmla="*/ 2266949 h 4876799"/>
              <a:gd name="connsiteX60" fmla="*/ 3932986 w 4876800"/>
              <a:gd name="connsiteY60" fmla="*/ 2095499 h 4876799"/>
              <a:gd name="connsiteX61" fmla="*/ 3043980 w 4876800"/>
              <a:gd name="connsiteY61" fmla="*/ 2095499 h 4876799"/>
              <a:gd name="connsiteX62" fmla="*/ 2872530 w 4876800"/>
              <a:gd name="connsiteY62" fmla="*/ 2266949 h 4876799"/>
              <a:gd name="connsiteX63" fmla="*/ 3043980 w 4876800"/>
              <a:gd name="connsiteY63" fmla="*/ 2438399 h 4876799"/>
              <a:gd name="connsiteX64" fmla="*/ 3215430 w 4876800"/>
              <a:gd name="connsiteY64" fmla="*/ 2266949 h 4876799"/>
              <a:gd name="connsiteX65" fmla="*/ 3043980 w 4876800"/>
              <a:gd name="connsiteY65" fmla="*/ 2095499 h 4876799"/>
              <a:gd name="connsiteX66" fmla="*/ 2154983 w 4876800"/>
              <a:gd name="connsiteY66" fmla="*/ 2095499 h 4876799"/>
              <a:gd name="connsiteX67" fmla="*/ 1983533 w 4876800"/>
              <a:gd name="connsiteY67" fmla="*/ 2266949 h 4876799"/>
              <a:gd name="connsiteX68" fmla="*/ 2154983 w 4876800"/>
              <a:gd name="connsiteY68" fmla="*/ 2438399 h 4876799"/>
              <a:gd name="connsiteX69" fmla="*/ 2326433 w 4876800"/>
              <a:gd name="connsiteY69" fmla="*/ 2266949 h 4876799"/>
              <a:gd name="connsiteX70" fmla="*/ 2154983 w 4876800"/>
              <a:gd name="connsiteY70" fmla="*/ 2095499 h 4876799"/>
              <a:gd name="connsiteX71" fmla="*/ 1265986 w 4876800"/>
              <a:gd name="connsiteY71" fmla="*/ 2095499 h 4876799"/>
              <a:gd name="connsiteX72" fmla="*/ 1094536 w 4876800"/>
              <a:gd name="connsiteY72" fmla="*/ 2266949 h 4876799"/>
              <a:gd name="connsiteX73" fmla="*/ 1265986 w 4876800"/>
              <a:gd name="connsiteY73" fmla="*/ 2438399 h 4876799"/>
              <a:gd name="connsiteX74" fmla="*/ 1437436 w 4876800"/>
              <a:gd name="connsiteY74" fmla="*/ 2266949 h 4876799"/>
              <a:gd name="connsiteX75" fmla="*/ 1265986 w 4876800"/>
              <a:gd name="connsiteY75" fmla="*/ 2095499 h 4876799"/>
              <a:gd name="connsiteX76" fmla="*/ 3932986 w 4876800"/>
              <a:gd name="connsiteY76" fmla="*/ 1904999 h 4876799"/>
              <a:gd name="connsiteX77" fmla="*/ 4294936 w 4876800"/>
              <a:gd name="connsiteY77" fmla="*/ 2266949 h 4876799"/>
              <a:gd name="connsiteX78" fmla="*/ 3932986 w 4876800"/>
              <a:gd name="connsiteY78" fmla="*/ 2628899 h 4876799"/>
              <a:gd name="connsiteX79" fmla="*/ 3571036 w 4876800"/>
              <a:gd name="connsiteY79" fmla="*/ 2266949 h 4876799"/>
              <a:gd name="connsiteX80" fmla="*/ 3932986 w 4876800"/>
              <a:gd name="connsiteY80" fmla="*/ 1904999 h 4876799"/>
              <a:gd name="connsiteX81" fmla="*/ 3043980 w 4876800"/>
              <a:gd name="connsiteY81" fmla="*/ 1904999 h 4876799"/>
              <a:gd name="connsiteX82" fmla="*/ 3405930 w 4876800"/>
              <a:gd name="connsiteY82" fmla="*/ 2266949 h 4876799"/>
              <a:gd name="connsiteX83" fmla="*/ 3043980 w 4876800"/>
              <a:gd name="connsiteY83" fmla="*/ 2628899 h 4876799"/>
              <a:gd name="connsiteX84" fmla="*/ 2682030 w 4876800"/>
              <a:gd name="connsiteY84" fmla="*/ 2266949 h 4876799"/>
              <a:gd name="connsiteX85" fmla="*/ 3043980 w 4876800"/>
              <a:gd name="connsiteY85" fmla="*/ 1904999 h 4876799"/>
              <a:gd name="connsiteX86" fmla="*/ 2154983 w 4876800"/>
              <a:gd name="connsiteY86" fmla="*/ 1904999 h 4876799"/>
              <a:gd name="connsiteX87" fmla="*/ 2516933 w 4876800"/>
              <a:gd name="connsiteY87" fmla="*/ 2266949 h 4876799"/>
              <a:gd name="connsiteX88" fmla="*/ 2154983 w 4876800"/>
              <a:gd name="connsiteY88" fmla="*/ 2628899 h 4876799"/>
              <a:gd name="connsiteX89" fmla="*/ 1793033 w 4876800"/>
              <a:gd name="connsiteY89" fmla="*/ 2266949 h 4876799"/>
              <a:gd name="connsiteX90" fmla="*/ 2154983 w 4876800"/>
              <a:gd name="connsiteY90" fmla="*/ 1904999 h 4876799"/>
              <a:gd name="connsiteX91" fmla="*/ 1265986 w 4876800"/>
              <a:gd name="connsiteY91" fmla="*/ 1904999 h 4876799"/>
              <a:gd name="connsiteX92" fmla="*/ 1627936 w 4876800"/>
              <a:gd name="connsiteY92" fmla="*/ 2266949 h 4876799"/>
              <a:gd name="connsiteX93" fmla="*/ 1265986 w 4876800"/>
              <a:gd name="connsiteY93" fmla="*/ 2628899 h 4876799"/>
              <a:gd name="connsiteX94" fmla="*/ 904036 w 4876800"/>
              <a:gd name="connsiteY94" fmla="*/ 2266949 h 4876799"/>
              <a:gd name="connsiteX95" fmla="*/ 1265986 w 4876800"/>
              <a:gd name="connsiteY95" fmla="*/ 1904999 h 4876799"/>
              <a:gd name="connsiteX96" fmla="*/ 4393310 w 4876800"/>
              <a:gd name="connsiteY96" fmla="*/ 1209674 h 4876799"/>
              <a:gd name="connsiteX97" fmla="*/ 4460642 w 4876800"/>
              <a:gd name="connsiteY97" fmla="*/ 1237582 h 4876799"/>
              <a:gd name="connsiteX98" fmla="*/ 4488560 w 4876800"/>
              <a:gd name="connsiteY98" fmla="*/ 1304924 h 4876799"/>
              <a:gd name="connsiteX99" fmla="*/ 4460642 w 4876800"/>
              <a:gd name="connsiteY99" fmla="*/ 1372266 h 4876799"/>
              <a:gd name="connsiteX100" fmla="*/ 4393310 w 4876800"/>
              <a:gd name="connsiteY100" fmla="*/ 1400174 h 4876799"/>
              <a:gd name="connsiteX101" fmla="*/ 4325968 w 4876800"/>
              <a:gd name="connsiteY101" fmla="*/ 1372266 h 4876799"/>
              <a:gd name="connsiteX102" fmla="*/ 4298060 w 4876800"/>
              <a:gd name="connsiteY102" fmla="*/ 1304924 h 4876799"/>
              <a:gd name="connsiteX103" fmla="*/ 4325968 w 4876800"/>
              <a:gd name="connsiteY103" fmla="*/ 1237582 h 4876799"/>
              <a:gd name="connsiteX104" fmla="*/ 4393310 w 4876800"/>
              <a:gd name="connsiteY104" fmla="*/ 1209674 h 4876799"/>
              <a:gd name="connsiteX105" fmla="*/ 3660772 w 4876800"/>
              <a:gd name="connsiteY105" fmla="*/ 190500 h 4876799"/>
              <a:gd name="connsiteX106" fmla="*/ 3565522 w 4876800"/>
              <a:gd name="connsiteY106" fmla="*/ 285750 h 4876799"/>
              <a:gd name="connsiteX107" fmla="*/ 3565522 w 4876800"/>
              <a:gd name="connsiteY107" fmla="*/ 728662 h 4876799"/>
              <a:gd name="connsiteX108" fmla="*/ 3660772 w 4876800"/>
              <a:gd name="connsiteY108" fmla="*/ 823913 h 4876799"/>
              <a:gd name="connsiteX109" fmla="*/ 3756022 w 4876800"/>
              <a:gd name="connsiteY109" fmla="*/ 728662 h 4876799"/>
              <a:gd name="connsiteX110" fmla="*/ 3756022 w 4876800"/>
              <a:gd name="connsiteY110" fmla="*/ 285750 h 4876799"/>
              <a:gd name="connsiteX111" fmla="*/ 3660772 w 4876800"/>
              <a:gd name="connsiteY111" fmla="*/ 190500 h 4876799"/>
              <a:gd name="connsiteX112" fmla="*/ 1489072 w 4876800"/>
              <a:gd name="connsiteY112" fmla="*/ 190500 h 4876799"/>
              <a:gd name="connsiteX113" fmla="*/ 1393822 w 4876800"/>
              <a:gd name="connsiteY113" fmla="*/ 285750 h 4876799"/>
              <a:gd name="connsiteX114" fmla="*/ 1393822 w 4876800"/>
              <a:gd name="connsiteY114" fmla="*/ 728662 h 4876799"/>
              <a:gd name="connsiteX115" fmla="*/ 1489072 w 4876800"/>
              <a:gd name="connsiteY115" fmla="*/ 823913 h 4876799"/>
              <a:gd name="connsiteX116" fmla="*/ 1584322 w 4876800"/>
              <a:gd name="connsiteY116" fmla="*/ 728662 h 4876799"/>
              <a:gd name="connsiteX117" fmla="*/ 1584322 w 4876800"/>
              <a:gd name="connsiteY117" fmla="*/ 285750 h 4876799"/>
              <a:gd name="connsiteX118" fmla="*/ 1489072 w 4876800"/>
              <a:gd name="connsiteY118" fmla="*/ 190500 h 4876799"/>
              <a:gd name="connsiteX119" fmla="*/ 1489072 w 4876800"/>
              <a:gd name="connsiteY119" fmla="*/ 0 h 4876799"/>
              <a:gd name="connsiteX120" fmla="*/ 1774822 w 4876800"/>
              <a:gd name="connsiteY120" fmla="*/ 285750 h 4876799"/>
              <a:gd name="connsiteX121" fmla="*/ 1774822 w 4876800"/>
              <a:gd name="connsiteY121" fmla="*/ 419100 h 4876799"/>
              <a:gd name="connsiteX122" fmla="*/ 3375022 w 4876800"/>
              <a:gd name="connsiteY122" fmla="*/ 419100 h 4876799"/>
              <a:gd name="connsiteX123" fmla="*/ 3375022 w 4876800"/>
              <a:gd name="connsiteY123" fmla="*/ 285750 h 4876799"/>
              <a:gd name="connsiteX124" fmla="*/ 3660772 w 4876800"/>
              <a:gd name="connsiteY124" fmla="*/ 0 h 4876799"/>
              <a:gd name="connsiteX125" fmla="*/ 3946522 w 4876800"/>
              <a:gd name="connsiteY125" fmla="*/ 285750 h 4876799"/>
              <a:gd name="connsiteX126" fmla="*/ 3946522 w 4876800"/>
              <a:gd name="connsiteY126" fmla="*/ 419100 h 4876799"/>
              <a:gd name="connsiteX127" fmla="*/ 4400550 w 4876800"/>
              <a:gd name="connsiteY127" fmla="*/ 419100 h 4876799"/>
              <a:gd name="connsiteX128" fmla="*/ 4876800 w 4876800"/>
              <a:gd name="connsiteY128" fmla="*/ 895350 h 4876799"/>
              <a:gd name="connsiteX129" fmla="*/ 4876800 w 4876800"/>
              <a:gd name="connsiteY129" fmla="*/ 4514792 h 4876799"/>
              <a:gd name="connsiteX130" fmla="*/ 4514793 w 4876800"/>
              <a:gd name="connsiteY130" fmla="*/ 4876799 h 4876799"/>
              <a:gd name="connsiteX131" fmla="*/ 361950 w 4876800"/>
              <a:gd name="connsiteY131" fmla="*/ 4876799 h 4876799"/>
              <a:gd name="connsiteX132" fmla="*/ 0 w 4876800"/>
              <a:gd name="connsiteY132" fmla="*/ 4514849 h 4876799"/>
              <a:gd name="connsiteX133" fmla="*/ 0 w 4876800"/>
              <a:gd name="connsiteY133" fmla="*/ 4268390 h 4876799"/>
              <a:gd name="connsiteX134" fmla="*/ 95250 w 4876800"/>
              <a:gd name="connsiteY134" fmla="*/ 4173140 h 4876799"/>
              <a:gd name="connsiteX135" fmla="*/ 352892 w 4876800"/>
              <a:gd name="connsiteY135" fmla="*/ 4173140 h 4876799"/>
              <a:gd name="connsiteX136" fmla="*/ 80762 w 4876800"/>
              <a:gd name="connsiteY136" fmla="*/ 3581399 h 4876799"/>
              <a:gd name="connsiteX137" fmla="*/ 861812 w 4876800"/>
              <a:gd name="connsiteY137" fmla="*/ 2800349 h 4876799"/>
              <a:gd name="connsiteX138" fmla="*/ 1642863 w 4876800"/>
              <a:gd name="connsiteY138" fmla="*/ 3581399 h 4876799"/>
              <a:gd name="connsiteX139" fmla="*/ 1370733 w 4876800"/>
              <a:gd name="connsiteY139" fmla="*/ 4173140 h 4876799"/>
              <a:gd name="connsiteX140" fmla="*/ 2322433 w 4876800"/>
              <a:gd name="connsiteY140" fmla="*/ 4173140 h 4876799"/>
              <a:gd name="connsiteX141" fmla="*/ 2417683 w 4876800"/>
              <a:gd name="connsiteY141" fmla="*/ 4268390 h 4876799"/>
              <a:gd name="connsiteX142" fmla="*/ 2322433 w 4876800"/>
              <a:gd name="connsiteY142" fmla="*/ 4363640 h 4876799"/>
              <a:gd name="connsiteX143" fmla="*/ 190500 w 4876800"/>
              <a:gd name="connsiteY143" fmla="*/ 4363640 h 4876799"/>
              <a:gd name="connsiteX144" fmla="*/ 190500 w 4876800"/>
              <a:gd name="connsiteY144" fmla="*/ 4514849 h 4876799"/>
              <a:gd name="connsiteX145" fmla="*/ 361950 w 4876800"/>
              <a:gd name="connsiteY145" fmla="*/ 4686299 h 4876799"/>
              <a:gd name="connsiteX146" fmla="*/ 4196077 w 4876800"/>
              <a:gd name="connsiteY146" fmla="*/ 4686299 h 4876799"/>
              <a:gd name="connsiteX147" fmla="*/ 4152786 w 4876800"/>
              <a:gd name="connsiteY147" fmla="*/ 4514792 h 4876799"/>
              <a:gd name="connsiteX148" fmla="*/ 4152786 w 4876800"/>
              <a:gd name="connsiteY148" fmla="*/ 4363640 h 4876799"/>
              <a:gd name="connsiteX149" fmla="*/ 3140078 w 4876800"/>
              <a:gd name="connsiteY149" fmla="*/ 4363640 h 4876799"/>
              <a:gd name="connsiteX150" fmla="*/ 3044828 w 4876800"/>
              <a:gd name="connsiteY150" fmla="*/ 4268390 h 4876799"/>
              <a:gd name="connsiteX151" fmla="*/ 3140078 w 4876800"/>
              <a:gd name="connsiteY151" fmla="*/ 4173140 h 4876799"/>
              <a:gd name="connsiteX152" fmla="*/ 4248036 w 4876800"/>
              <a:gd name="connsiteY152" fmla="*/ 4173140 h 4876799"/>
              <a:gd name="connsiteX153" fmla="*/ 4343286 w 4876800"/>
              <a:gd name="connsiteY153" fmla="*/ 4268390 h 4876799"/>
              <a:gd name="connsiteX154" fmla="*/ 4343286 w 4876800"/>
              <a:gd name="connsiteY154" fmla="*/ 4514792 h 4876799"/>
              <a:gd name="connsiteX155" fmla="*/ 4514793 w 4876800"/>
              <a:gd name="connsiteY155" fmla="*/ 4686299 h 4876799"/>
              <a:gd name="connsiteX156" fmla="*/ 4686300 w 4876800"/>
              <a:gd name="connsiteY156" fmla="*/ 4514792 h 4876799"/>
              <a:gd name="connsiteX157" fmla="*/ 4686300 w 4876800"/>
              <a:gd name="connsiteY157" fmla="*/ 895350 h 4876799"/>
              <a:gd name="connsiteX158" fmla="*/ 4400550 w 4876800"/>
              <a:gd name="connsiteY158" fmla="*/ 609599 h 4876799"/>
              <a:gd name="connsiteX159" fmla="*/ 3946522 w 4876800"/>
              <a:gd name="connsiteY159" fmla="*/ 609599 h 4876799"/>
              <a:gd name="connsiteX160" fmla="*/ 3946522 w 4876800"/>
              <a:gd name="connsiteY160" fmla="*/ 728662 h 4876799"/>
              <a:gd name="connsiteX161" fmla="*/ 3660772 w 4876800"/>
              <a:gd name="connsiteY161" fmla="*/ 1014413 h 4876799"/>
              <a:gd name="connsiteX162" fmla="*/ 3375022 w 4876800"/>
              <a:gd name="connsiteY162" fmla="*/ 728662 h 4876799"/>
              <a:gd name="connsiteX163" fmla="*/ 3375022 w 4876800"/>
              <a:gd name="connsiteY163" fmla="*/ 609599 h 4876799"/>
              <a:gd name="connsiteX164" fmla="*/ 1774822 w 4876800"/>
              <a:gd name="connsiteY164" fmla="*/ 609599 h 4876799"/>
              <a:gd name="connsiteX165" fmla="*/ 1774822 w 4876800"/>
              <a:gd name="connsiteY165" fmla="*/ 728662 h 4876799"/>
              <a:gd name="connsiteX166" fmla="*/ 1489072 w 4876800"/>
              <a:gd name="connsiteY166" fmla="*/ 1014413 h 4876799"/>
              <a:gd name="connsiteX167" fmla="*/ 1203322 w 4876800"/>
              <a:gd name="connsiteY167" fmla="*/ 728662 h 4876799"/>
              <a:gd name="connsiteX168" fmla="*/ 1203322 w 4876800"/>
              <a:gd name="connsiteY168" fmla="*/ 606076 h 4876799"/>
              <a:gd name="connsiteX169" fmla="*/ 1177928 w 4876800"/>
              <a:gd name="connsiteY169" fmla="*/ 609599 h 4876799"/>
              <a:gd name="connsiteX170" fmla="*/ 798414 w 4876800"/>
              <a:gd name="connsiteY170" fmla="*/ 609599 h 4876799"/>
              <a:gd name="connsiteX171" fmla="*/ 512664 w 4876800"/>
              <a:gd name="connsiteY171" fmla="*/ 895350 h 4876799"/>
              <a:gd name="connsiteX172" fmla="*/ 512664 w 4876800"/>
              <a:gd name="connsiteY172" fmla="*/ 1209674 h 4876799"/>
              <a:gd name="connsiteX173" fmla="*/ 3946522 w 4876800"/>
              <a:gd name="connsiteY173" fmla="*/ 1209674 h 4876799"/>
              <a:gd name="connsiteX174" fmla="*/ 4041772 w 4876800"/>
              <a:gd name="connsiteY174" fmla="*/ 1304924 h 4876799"/>
              <a:gd name="connsiteX175" fmla="*/ 3946522 w 4876800"/>
              <a:gd name="connsiteY175" fmla="*/ 1400174 h 4876799"/>
              <a:gd name="connsiteX176" fmla="*/ 512664 w 4876800"/>
              <a:gd name="connsiteY176" fmla="*/ 1400174 h 4876799"/>
              <a:gd name="connsiteX177" fmla="*/ 512664 w 4876800"/>
              <a:gd name="connsiteY177" fmla="*/ 2517771 h 4876799"/>
              <a:gd name="connsiteX178" fmla="*/ 417414 w 4876800"/>
              <a:gd name="connsiteY178" fmla="*/ 2613021 h 4876799"/>
              <a:gd name="connsiteX179" fmla="*/ 322164 w 4876800"/>
              <a:gd name="connsiteY179" fmla="*/ 2517771 h 4876799"/>
              <a:gd name="connsiteX180" fmla="*/ 322164 w 4876800"/>
              <a:gd name="connsiteY180" fmla="*/ 895350 h 4876799"/>
              <a:gd name="connsiteX181" fmla="*/ 798414 w 4876800"/>
              <a:gd name="connsiteY181" fmla="*/ 419100 h 4876799"/>
              <a:gd name="connsiteX182" fmla="*/ 1177928 w 4876800"/>
              <a:gd name="connsiteY182" fmla="*/ 419100 h 4876799"/>
              <a:gd name="connsiteX183" fmla="*/ 1203322 w 4876800"/>
              <a:gd name="connsiteY183" fmla="*/ 422623 h 4876799"/>
              <a:gd name="connsiteX184" fmla="*/ 1203322 w 4876800"/>
              <a:gd name="connsiteY184" fmla="*/ 285750 h 4876799"/>
              <a:gd name="connsiteX185" fmla="*/ 1489072 w 4876800"/>
              <a:gd name="connsiteY185" fmla="*/ 0 h 487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4876800" h="4876799">
                <a:moveTo>
                  <a:pt x="2777299" y="4173187"/>
                </a:moveTo>
                <a:cubicBezTo>
                  <a:pt x="2802350" y="4173187"/>
                  <a:pt x="2826924" y="4183283"/>
                  <a:pt x="2844631" y="4201000"/>
                </a:cubicBezTo>
                <a:cubicBezTo>
                  <a:pt x="2862357" y="4218812"/>
                  <a:pt x="2872549" y="4243291"/>
                  <a:pt x="2872549" y="4268342"/>
                </a:cubicBezTo>
                <a:cubicBezTo>
                  <a:pt x="2872549" y="4293392"/>
                  <a:pt x="2862348" y="4317967"/>
                  <a:pt x="2844631" y="4335779"/>
                </a:cubicBezTo>
                <a:cubicBezTo>
                  <a:pt x="2826924" y="4353495"/>
                  <a:pt x="2802350" y="4363592"/>
                  <a:pt x="2777299" y="4363592"/>
                </a:cubicBezTo>
                <a:cubicBezTo>
                  <a:pt x="2752248" y="4363592"/>
                  <a:pt x="2727674" y="4353495"/>
                  <a:pt x="2709957" y="4335779"/>
                </a:cubicBezTo>
                <a:cubicBezTo>
                  <a:pt x="2692231" y="4317967"/>
                  <a:pt x="2682049" y="4293488"/>
                  <a:pt x="2682049" y="4268342"/>
                </a:cubicBezTo>
                <a:cubicBezTo>
                  <a:pt x="2682049" y="4243291"/>
                  <a:pt x="2692241" y="4218812"/>
                  <a:pt x="2709957" y="4201000"/>
                </a:cubicBezTo>
                <a:cubicBezTo>
                  <a:pt x="2727674" y="4183283"/>
                  <a:pt x="2752248" y="4173187"/>
                  <a:pt x="2777299" y="4173187"/>
                </a:cubicBezTo>
                <a:close/>
                <a:moveTo>
                  <a:pt x="1133788" y="3321368"/>
                </a:moveTo>
                <a:cubicBezTo>
                  <a:pt x="1158164" y="3321368"/>
                  <a:pt x="1182538" y="3330667"/>
                  <a:pt x="1201140" y="3349264"/>
                </a:cubicBezTo>
                <a:cubicBezTo>
                  <a:pt x="1238336" y="3386459"/>
                  <a:pt x="1238336" y="3446772"/>
                  <a:pt x="1201140" y="3483967"/>
                </a:cubicBezTo>
                <a:lnTo>
                  <a:pt x="823588" y="3861519"/>
                </a:lnTo>
                <a:cubicBezTo>
                  <a:pt x="805720" y="3879378"/>
                  <a:pt x="781497" y="3889418"/>
                  <a:pt x="756237" y="3889418"/>
                </a:cubicBezTo>
                <a:cubicBezTo>
                  <a:pt x="730977" y="3889418"/>
                  <a:pt x="706755" y="3879378"/>
                  <a:pt x="688886" y="3861519"/>
                </a:cubicBezTo>
                <a:lnTo>
                  <a:pt x="515521" y="3688173"/>
                </a:lnTo>
                <a:cubicBezTo>
                  <a:pt x="478326" y="3650969"/>
                  <a:pt x="478326" y="3590656"/>
                  <a:pt x="515521" y="3553461"/>
                </a:cubicBezTo>
                <a:cubicBezTo>
                  <a:pt x="552736" y="3516266"/>
                  <a:pt x="613029" y="3516266"/>
                  <a:pt x="650233" y="3553461"/>
                </a:cubicBezTo>
                <a:lnTo>
                  <a:pt x="756237" y="3659465"/>
                </a:lnTo>
                <a:lnTo>
                  <a:pt x="1066428" y="3349264"/>
                </a:lnTo>
                <a:cubicBezTo>
                  <a:pt x="1085035" y="3330667"/>
                  <a:pt x="1109412" y="3321368"/>
                  <a:pt x="1133788" y="3321368"/>
                </a:cubicBezTo>
                <a:close/>
                <a:moveTo>
                  <a:pt x="3932986" y="3086099"/>
                </a:moveTo>
                <a:cubicBezTo>
                  <a:pt x="3838451" y="3086099"/>
                  <a:pt x="3761536" y="3163014"/>
                  <a:pt x="3761536" y="3257549"/>
                </a:cubicBezTo>
                <a:cubicBezTo>
                  <a:pt x="3761536" y="3352085"/>
                  <a:pt x="3838451" y="3428999"/>
                  <a:pt x="3932986" y="3428999"/>
                </a:cubicBezTo>
                <a:cubicBezTo>
                  <a:pt x="4027522" y="3428999"/>
                  <a:pt x="4104436" y="3352085"/>
                  <a:pt x="4104436" y="3257549"/>
                </a:cubicBezTo>
                <a:cubicBezTo>
                  <a:pt x="4104436" y="3163014"/>
                  <a:pt x="4027522" y="3086099"/>
                  <a:pt x="3932986" y="3086099"/>
                </a:cubicBezTo>
                <a:close/>
                <a:moveTo>
                  <a:pt x="3043980" y="3086099"/>
                </a:moveTo>
                <a:cubicBezTo>
                  <a:pt x="2949445" y="3086099"/>
                  <a:pt x="2872530" y="3163014"/>
                  <a:pt x="2872530" y="3257549"/>
                </a:cubicBezTo>
                <a:cubicBezTo>
                  <a:pt x="2872530" y="3352085"/>
                  <a:pt x="2949445" y="3428999"/>
                  <a:pt x="3043980" y="3428999"/>
                </a:cubicBezTo>
                <a:cubicBezTo>
                  <a:pt x="3138516" y="3428999"/>
                  <a:pt x="3215430" y="3352085"/>
                  <a:pt x="3215430" y="3257549"/>
                </a:cubicBezTo>
                <a:cubicBezTo>
                  <a:pt x="3215430" y="3163014"/>
                  <a:pt x="3138516" y="3086099"/>
                  <a:pt x="3043980" y="3086099"/>
                </a:cubicBezTo>
                <a:close/>
                <a:moveTo>
                  <a:pt x="2154983" y="3086099"/>
                </a:moveTo>
                <a:cubicBezTo>
                  <a:pt x="2060448" y="3086099"/>
                  <a:pt x="1983533" y="3163014"/>
                  <a:pt x="1983533" y="3257549"/>
                </a:cubicBezTo>
                <a:cubicBezTo>
                  <a:pt x="1983533" y="3352085"/>
                  <a:pt x="2060448" y="3428999"/>
                  <a:pt x="2154983" y="3428999"/>
                </a:cubicBezTo>
                <a:cubicBezTo>
                  <a:pt x="2249519" y="3428999"/>
                  <a:pt x="2326433" y="3352085"/>
                  <a:pt x="2326433" y="3257549"/>
                </a:cubicBezTo>
                <a:cubicBezTo>
                  <a:pt x="2326433" y="3163014"/>
                  <a:pt x="2249519" y="3086099"/>
                  <a:pt x="2154983" y="3086099"/>
                </a:cubicBezTo>
                <a:close/>
                <a:moveTo>
                  <a:pt x="861812" y="2990849"/>
                </a:moveTo>
                <a:cubicBezTo>
                  <a:pt x="536181" y="2990849"/>
                  <a:pt x="271262" y="3255768"/>
                  <a:pt x="271262" y="3581399"/>
                </a:cubicBezTo>
                <a:cubicBezTo>
                  <a:pt x="271262" y="3907030"/>
                  <a:pt x="536181" y="4171949"/>
                  <a:pt x="861812" y="4171949"/>
                </a:cubicBezTo>
                <a:cubicBezTo>
                  <a:pt x="1187444" y="4171949"/>
                  <a:pt x="1452363" y="3907030"/>
                  <a:pt x="1452363" y="3581399"/>
                </a:cubicBezTo>
                <a:cubicBezTo>
                  <a:pt x="1452363" y="3255768"/>
                  <a:pt x="1187444" y="2990849"/>
                  <a:pt x="861812" y="2990849"/>
                </a:cubicBezTo>
                <a:close/>
                <a:moveTo>
                  <a:pt x="3932986" y="2895599"/>
                </a:moveTo>
                <a:cubicBezTo>
                  <a:pt x="4132563" y="2895599"/>
                  <a:pt x="4294936" y="3057972"/>
                  <a:pt x="4294936" y="3257549"/>
                </a:cubicBezTo>
                <a:cubicBezTo>
                  <a:pt x="4294936" y="3457126"/>
                  <a:pt x="4132563" y="3619499"/>
                  <a:pt x="3932986" y="3619499"/>
                </a:cubicBezTo>
                <a:cubicBezTo>
                  <a:pt x="3733409" y="3619499"/>
                  <a:pt x="3571036" y="3457126"/>
                  <a:pt x="3571036" y="3257549"/>
                </a:cubicBezTo>
                <a:cubicBezTo>
                  <a:pt x="3571036" y="3057972"/>
                  <a:pt x="3733409" y="2895599"/>
                  <a:pt x="3932986" y="2895599"/>
                </a:cubicBezTo>
                <a:close/>
                <a:moveTo>
                  <a:pt x="3043980" y="2895599"/>
                </a:moveTo>
                <a:cubicBezTo>
                  <a:pt x="3243557" y="2895599"/>
                  <a:pt x="3405930" y="3057972"/>
                  <a:pt x="3405930" y="3257549"/>
                </a:cubicBezTo>
                <a:cubicBezTo>
                  <a:pt x="3405930" y="3457126"/>
                  <a:pt x="3243557" y="3619499"/>
                  <a:pt x="3043980" y="3619499"/>
                </a:cubicBezTo>
                <a:cubicBezTo>
                  <a:pt x="2844403" y="3619499"/>
                  <a:pt x="2682030" y="3457126"/>
                  <a:pt x="2682030" y="3257549"/>
                </a:cubicBezTo>
                <a:cubicBezTo>
                  <a:pt x="2682030" y="3057972"/>
                  <a:pt x="2844403" y="2895599"/>
                  <a:pt x="3043980" y="2895599"/>
                </a:cubicBezTo>
                <a:close/>
                <a:moveTo>
                  <a:pt x="2154983" y="2895599"/>
                </a:moveTo>
                <a:cubicBezTo>
                  <a:pt x="2354560" y="2895599"/>
                  <a:pt x="2516933" y="3057972"/>
                  <a:pt x="2516933" y="3257549"/>
                </a:cubicBezTo>
                <a:cubicBezTo>
                  <a:pt x="2516933" y="3457126"/>
                  <a:pt x="2354560" y="3619499"/>
                  <a:pt x="2154983" y="3619499"/>
                </a:cubicBezTo>
                <a:cubicBezTo>
                  <a:pt x="1955406" y="3619499"/>
                  <a:pt x="1793033" y="3457126"/>
                  <a:pt x="1793033" y="3257549"/>
                </a:cubicBezTo>
                <a:cubicBezTo>
                  <a:pt x="1793033" y="3057972"/>
                  <a:pt x="1955406" y="2895599"/>
                  <a:pt x="2154983" y="2895599"/>
                </a:cubicBezTo>
                <a:close/>
                <a:moveTo>
                  <a:pt x="3932986" y="2095499"/>
                </a:moveTo>
                <a:cubicBezTo>
                  <a:pt x="3838451" y="2095499"/>
                  <a:pt x="3761536" y="2172413"/>
                  <a:pt x="3761536" y="2266949"/>
                </a:cubicBezTo>
                <a:cubicBezTo>
                  <a:pt x="3761536" y="2361485"/>
                  <a:pt x="3838451" y="2438399"/>
                  <a:pt x="3932986" y="2438399"/>
                </a:cubicBezTo>
                <a:cubicBezTo>
                  <a:pt x="4027522" y="2438399"/>
                  <a:pt x="4104436" y="2361485"/>
                  <a:pt x="4104436" y="2266949"/>
                </a:cubicBezTo>
                <a:cubicBezTo>
                  <a:pt x="4104436" y="2172413"/>
                  <a:pt x="4027522" y="2095499"/>
                  <a:pt x="3932986" y="2095499"/>
                </a:cubicBezTo>
                <a:close/>
                <a:moveTo>
                  <a:pt x="3043980" y="2095499"/>
                </a:moveTo>
                <a:cubicBezTo>
                  <a:pt x="2949445" y="2095499"/>
                  <a:pt x="2872530" y="2172413"/>
                  <a:pt x="2872530" y="2266949"/>
                </a:cubicBezTo>
                <a:cubicBezTo>
                  <a:pt x="2872530" y="2361485"/>
                  <a:pt x="2949445" y="2438399"/>
                  <a:pt x="3043980" y="2438399"/>
                </a:cubicBezTo>
                <a:cubicBezTo>
                  <a:pt x="3138516" y="2438399"/>
                  <a:pt x="3215430" y="2361485"/>
                  <a:pt x="3215430" y="2266949"/>
                </a:cubicBezTo>
                <a:cubicBezTo>
                  <a:pt x="3215430" y="2172413"/>
                  <a:pt x="3138516" y="2095499"/>
                  <a:pt x="3043980" y="2095499"/>
                </a:cubicBezTo>
                <a:close/>
                <a:moveTo>
                  <a:pt x="2154983" y="2095499"/>
                </a:moveTo>
                <a:cubicBezTo>
                  <a:pt x="2060448" y="2095499"/>
                  <a:pt x="1983533" y="2172413"/>
                  <a:pt x="1983533" y="2266949"/>
                </a:cubicBezTo>
                <a:cubicBezTo>
                  <a:pt x="1983533" y="2361485"/>
                  <a:pt x="2060448" y="2438399"/>
                  <a:pt x="2154983" y="2438399"/>
                </a:cubicBezTo>
                <a:cubicBezTo>
                  <a:pt x="2249519" y="2438399"/>
                  <a:pt x="2326433" y="2361485"/>
                  <a:pt x="2326433" y="2266949"/>
                </a:cubicBezTo>
                <a:cubicBezTo>
                  <a:pt x="2326433" y="2172413"/>
                  <a:pt x="2249519" y="2095499"/>
                  <a:pt x="2154983" y="2095499"/>
                </a:cubicBezTo>
                <a:close/>
                <a:moveTo>
                  <a:pt x="1265986" y="2095499"/>
                </a:moveTo>
                <a:cubicBezTo>
                  <a:pt x="1171450" y="2095499"/>
                  <a:pt x="1094536" y="2172413"/>
                  <a:pt x="1094536" y="2266949"/>
                </a:cubicBezTo>
                <a:cubicBezTo>
                  <a:pt x="1094536" y="2361485"/>
                  <a:pt x="1171450" y="2438399"/>
                  <a:pt x="1265986" y="2438399"/>
                </a:cubicBezTo>
                <a:cubicBezTo>
                  <a:pt x="1360522" y="2438399"/>
                  <a:pt x="1437436" y="2361485"/>
                  <a:pt x="1437436" y="2266949"/>
                </a:cubicBezTo>
                <a:cubicBezTo>
                  <a:pt x="1437436" y="2172413"/>
                  <a:pt x="1360522" y="2095499"/>
                  <a:pt x="1265986" y="2095499"/>
                </a:cubicBezTo>
                <a:close/>
                <a:moveTo>
                  <a:pt x="3932986" y="1904999"/>
                </a:moveTo>
                <a:cubicBezTo>
                  <a:pt x="4132563" y="1904999"/>
                  <a:pt x="4294936" y="2067372"/>
                  <a:pt x="4294936" y="2266949"/>
                </a:cubicBezTo>
                <a:cubicBezTo>
                  <a:pt x="4294936" y="2466526"/>
                  <a:pt x="4132563" y="2628899"/>
                  <a:pt x="3932986" y="2628899"/>
                </a:cubicBezTo>
                <a:cubicBezTo>
                  <a:pt x="3733409" y="2628899"/>
                  <a:pt x="3571036" y="2466526"/>
                  <a:pt x="3571036" y="2266949"/>
                </a:cubicBezTo>
                <a:cubicBezTo>
                  <a:pt x="3571036" y="2067372"/>
                  <a:pt x="3733409" y="1904999"/>
                  <a:pt x="3932986" y="1904999"/>
                </a:cubicBezTo>
                <a:close/>
                <a:moveTo>
                  <a:pt x="3043980" y="1904999"/>
                </a:moveTo>
                <a:cubicBezTo>
                  <a:pt x="3243557" y="1904999"/>
                  <a:pt x="3405930" y="2067372"/>
                  <a:pt x="3405930" y="2266949"/>
                </a:cubicBezTo>
                <a:cubicBezTo>
                  <a:pt x="3405930" y="2466526"/>
                  <a:pt x="3243557" y="2628899"/>
                  <a:pt x="3043980" y="2628899"/>
                </a:cubicBezTo>
                <a:cubicBezTo>
                  <a:pt x="2844403" y="2628899"/>
                  <a:pt x="2682030" y="2466526"/>
                  <a:pt x="2682030" y="2266949"/>
                </a:cubicBezTo>
                <a:cubicBezTo>
                  <a:pt x="2682030" y="2067372"/>
                  <a:pt x="2844403" y="1904999"/>
                  <a:pt x="3043980" y="1904999"/>
                </a:cubicBezTo>
                <a:close/>
                <a:moveTo>
                  <a:pt x="2154983" y="1904999"/>
                </a:moveTo>
                <a:cubicBezTo>
                  <a:pt x="2354560" y="1904999"/>
                  <a:pt x="2516933" y="2067372"/>
                  <a:pt x="2516933" y="2266949"/>
                </a:cubicBezTo>
                <a:cubicBezTo>
                  <a:pt x="2516933" y="2466526"/>
                  <a:pt x="2354560" y="2628899"/>
                  <a:pt x="2154983" y="2628899"/>
                </a:cubicBezTo>
                <a:cubicBezTo>
                  <a:pt x="1955406" y="2628899"/>
                  <a:pt x="1793033" y="2466526"/>
                  <a:pt x="1793033" y="2266949"/>
                </a:cubicBezTo>
                <a:cubicBezTo>
                  <a:pt x="1793033" y="2067372"/>
                  <a:pt x="1955406" y="1904999"/>
                  <a:pt x="2154983" y="1904999"/>
                </a:cubicBezTo>
                <a:close/>
                <a:moveTo>
                  <a:pt x="1265986" y="1904999"/>
                </a:moveTo>
                <a:cubicBezTo>
                  <a:pt x="1465563" y="1904999"/>
                  <a:pt x="1627936" y="2067372"/>
                  <a:pt x="1627936" y="2266949"/>
                </a:cubicBezTo>
                <a:cubicBezTo>
                  <a:pt x="1627936" y="2466526"/>
                  <a:pt x="1465563" y="2628899"/>
                  <a:pt x="1265986" y="2628899"/>
                </a:cubicBezTo>
                <a:cubicBezTo>
                  <a:pt x="1066409" y="2628899"/>
                  <a:pt x="904036" y="2466526"/>
                  <a:pt x="904036" y="2266949"/>
                </a:cubicBezTo>
                <a:cubicBezTo>
                  <a:pt x="904036" y="2067372"/>
                  <a:pt x="1066409" y="1904999"/>
                  <a:pt x="1265986" y="1904999"/>
                </a:cubicBezTo>
                <a:close/>
                <a:moveTo>
                  <a:pt x="4393310" y="1209674"/>
                </a:moveTo>
                <a:cubicBezTo>
                  <a:pt x="4418361" y="1209674"/>
                  <a:pt x="4442935" y="1219866"/>
                  <a:pt x="4460642" y="1237582"/>
                </a:cubicBezTo>
                <a:cubicBezTo>
                  <a:pt x="4478368" y="1255299"/>
                  <a:pt x="4488560" y="1279873"/>
                  <a:pt x="4488560" y="1304924"/>
                </a:cubicBezTo>
                <a:cubicBezTo>
                  <a:pt x="4488560" y="1329975"/>
                  <a:pt x="4478359" y="1354549"/>
                  <a:pt x="4460642" y="1372266"/>
                </a:cubicBezTo>
                <a:cubicBezTo>
                  <a:pt x="4442935" y="1389982"/>
                  <a:pt x="4418361" y="1400174"/>
                  <a:pt x="4393310" y="1400174"/>
                </a:cubicBezTo>
                <a:cubicBezTo>
                  <a:pt x="4368250" y="1400174"/>
                  <a:pt x="4343694" y="1389982"/>
                  <a:pt x="4325968" y="1372266"/>
                </a:cubicBezTo>
                <a:cubicBezTo>
                  <a:pt x="4308242" y="1354549"/>
                  <a:pt x="4298060" y="1329975"/>
                  <a:pt x="4298060" y="1304924"/>
                </a:cubicBezTo>
                <a:cubicBezTo>
                  <a:pt x="4298060" y="1279873"/>
                  <a:pt x="4308252" y="1255299"/>
                  <a:pt x="4325968" y="1237582"/>
                </a:cubicBezTo>
                <a:cubicBezTo>
                  <a:pt x="4343685" y="1219866"/>
                  <a:pt x="4368250" y="1209674"/>
                  <a:pt x="4393310" y="1209674"/>
                </a:cubicBezTo>
                <a:close/>
                <a:moveTo>
                  <a:pt x="3660772" y="190500"/>
                </a:moveTo>
                <a:cubicBezTo>
                  <a:pt x="3608251" y="190500"/>
                  <a:pt x="3565522" y="233229"/>
                  <a:pt x="3565522" y="285750"/>
                </a:cubicBezTo>
                <a:lnTo>
                  <a:pt x="3565522" y="728662"/>
                </a:lnTo>
                <a:cubicBezTo>
                  <a:pt x="3565522" y="781183"/>
                  <a:pt x="3608251" y="823913"/>
                  <a:pt x="3660772" y="823913"/>
                </a:cubicBezTo>
                <a:cubicBezTo>
                  <a:pt x="3713293" y="823913"/>
                  <a:pt x="3756022" y="781183"/>
                  <a:pt x="3756022" y="728662"/>
                </a:cubicBezTo>
                <a:lnTo>
                  <a:pt x="3756022" y="285750"/>
                </a:lnTo>
                <a:cubicBezTo>
                  <a:pt x="3756022" y="233229"/>
                  <a:pt x="3713293" y="190500"/>
                  <a:pt x="3660772" y="190500"/>
                </a:cubicBezTo>
                <a:close/>
                <a:moveTo>
                  <a:pt x="1489072" y="190500"/>
                </a:moveTo>
                <a:cubicBezTo>
                  <a:pt x="1436551" y="190500"/>
                  <a:pt x="1393822" y="233229"/>
                  <a:pt x="1393822" y="285750"/>
                </a:cubicBezTo>
                <a:lnTo>
                  <a:pt x="1393822" y="728662"/>
                </a:lnTo>
                <a:cubicBezTo>
                  <a:pt x="1393822" y="781183"/>
                  <a:pt x="1436551" y="823913"/>
                  <a:pt x="1489072" y="823913"/>
                </a:cubicBezTo>
                <a:cubicBezTo>
                  <a:pt x="1541593" y="823913"/>
                  <a:pt x="1584322" y="781183"/>
                  <a:pt x="1584322" y="728662"/>
                </a:cubicBezTo>
                <a:lnTo>
                  <a:pt x="1584322" y="285750"/>
                </a:lnTo>
                <a:cubicBezTo>
                  <a:pt x="1584322" y="233229"/>
                  <a:pt x="1541593" y="190500"/>
                  <a:pt x="1489072" y="190500"/>
                </a:cubicBezTo>
                <a:close/>
                <a:moveTo>
                  <a:pt x="1489072" y="0"/>
                </a:moveTo>
                <a:cubicBezTo>
                  <a:pt x="1646634" y="0"/>
                  <a:pt x="1774822" y="128187"/>
                  <a:pt x="1774822" y="285750"/>
                </a:cubicBezTo>
                <a:lnTo>
                  <a:pt x="1774822" y="419100"/>
                </a:lnTo>
                <a:lnTo>
                  <a:pt x="3375022" y="419100"/>
                </a:lnTo>
                <a:lnTo>
                  <a:pt x="3375022" y="285750"/>
                </a:lnTo>
                <a:cubicBezTo>
                  <a:pt x="3375022" y="128187"/>
                  <a:pt x="3503209" y="0"/>
                  <a:pt x="3660772" y="0"/>
                </a:cubicBezTo>
                <a:cubicBezTo>
                  <a:pt x="3818335" y="0"/>
                  <a:pt x="3946522" y="128187"/>
                  <a:pt x="3946522" y="285750"/>
                </a:cubicBezTo>
                <a:lnTo>
                  <a:pt x="3946522" y="419100"/>
                </a:lnTo>
                <a:lnTo>
                  <a:pt x="4400550" y="419100"/>
                </a:lnTo>
                <a:cubicBezTo>
                  <a:pt x="4663155" y="419100"/>
                  <a:pt x="4876800" y="632746"/>
                  <a:pt x="4876800" y="895350"/>
                </a:cubicBezTo>
                <a:lnTo>
                  <a:pt x="4876800" y="4514792"/>
                </a:lnTo>
                <a:cubicBezTo>
                  <a:pt x="4876800" y="4714407"/>
                  <a:pt x="4714400" y="4876799"/>
                  <a:pt x="4514793" y="4876799"/>
                </a:cubicBezTo>
                <a:lnTo>
                  <a:pt x="361950" y="4876799"/>
                </a:lnTo>
                <a:cubicBezTo>
                  <a:pt x="162373" y="4876799"/>
                  <a:pt x="0" y="4714427"/>
                  <a:pt x="0" y="4514849"/>
                </a:cubicBezTo>
                <a:lnTo>
                  <a:pt x="0" y="4268390"/>
                </a:lnTo>
                <a:cubicBezTo>
                  <a:pt x="0" y="4215783"/>
                  <a:pt x="42653" y="4173140"/>
                  <a:pt x="95250" y="4173140"/>
                </a:cubicBezTo>
                <a:lnTo>
                  <a:pt x="352892" y="4173140"/>
                </a:lnTo>
                <a:cubicBezTo>
                  <a:pt x="186452" y="4029798"/>
                  <a:pt x="80762" y="3817772"/>
                  <a:pt x="80762" y="3581399"/>
                </a:cubicBezTo>
                <a:cubicBezTo>
                  <a:pt x="80762" y="3150726"/>
                  <a:pt x="431140" y="2800349"/>
                  <a:pt x="861812" y="2800349"/>
                </a:cubicBezTo>
                <a:cubicBezTo>
                  <a:pt x="1292485" y="2800349"/>
                  <a:pt x="1642863" y="3150726"/>
                  <a:pt x="1642863" y="3581399"/>
                </a:cubicBezTo>
                <a:cubicBezTo>
                  <a:pt x="1642863" y="3817772"/>
                  <a:pt x="1537173" y="4029798"/>
                  <a:pt x="1370733" y="4173140"/>
                </a:cubicBezTo>
                <a:lnTo>
                  <a:pt x="2322433" y="4173140"/>
                </a:lnTo>
                <a:cubicBezTo>
                  <a:pt x="2375030" y="4173140"/>
                  <a:pt x="2417683" y="4215783"/>
                  <a:pt x="2417683" y="4268390"/>
                </a:cubicBezTo>
                <a:cubicBezTo>
                  <a:pt x="2417683" y="4320997"/>
                  <a:pt x="2375030" y="4363640"/>
                  <a:pt x="2322433" y="4363640"/>
                </a:cubicBezTo>
                <a:lnTo>
                  <a:pt x="190500" y="4363640"/>
                </a:lnTo>
                <a:lnTo>
                  <a:pt x="190500" y="4514849"/>
                </a:lnTo>
                <a:cubicBezTo>
                  <a:pt x="190500" y="4609385"/>
                  <a:pt x="267414" y="4686299"/>
                  <a:pt x="361950" y="4686299"/>
                </a:cubicBezTo>
                <a:lnTo>
                  <a:pt x="4196077" y="4686299"/>
                </a:lnTo>
                <a:cubicBezTo>
                  <a:pt x="4168483" y="4635217"/>
                  <a:pt x="4152786" y="4576809"/>
                  <a:pt x="4152786" y="4514792"/>
                </a:cubicBezTo>
                <a:lnTo>
                  <a:pt x="4152786" y="4363640"/>
                </a:lnTo>
                <a:lnTo>
                  <a:pt x="3140078" y="4363640"/>
                </a:lnTo>
                <a:cubicBezTo>
                  <a:pt x="3087481" y="4363640"/>
                  <a:pt x="3044828" y="4320997"/>
                  <a:pt x="3044828" y="4268390"/>
                </a:cubicBezTo>
                <a:cubicBezTo>
                  <a:pt x="3044828" y="4215783"/>
                  <a:pt x="3087481" y="4173140"/>
                  <a:pt x="3140078" y="4173140"/>
                </a:cubicBezTo>
                <a:lnTo>
                  <a:pt x="4248036" y="4173140"/>
                </a:lnTo>
                <a:cubicBezTo>
                  <a:pt x="4300633" y="4173140"/>
                  <a:pt x="4343286" y="4215783"/>
                  <a:pt x="4343286" y="4268390"/>
                </a:cubicBezTo>
                <a:lnTo>
                  <a:pt x="4343286" y="4514792"/>
                </a:lnTo>
                <a:cubicBezTo>
                  <a:pt x="4343286" y="4609356"/>
                  <a:pt x="4420219" y="4686299"/>
                  <a:pt x="4514793" y="4686299"/>
                </a:cubicBezTo>
                <a:cubicBezTo>
                  <a:pt x="4609367" y="4686299"/>
                  <a:pt x="4686300" y="4609356"/>
                  <a:pt x="4686300" y="4514792"/>
                </a:cubicBezTo>
                <a:lnTo>
                  <a:pt x="4686300" y="895350"/>
                </a:lnTo>
                <a:cubicBezTo>
                  <a:pt x="4686300" y="737786"/>
                  <a:pt x="4558113" y="609599"/>
                  <a:pt x="4400550" y="609599"/>
                </a:cubicBezTo>
                <a:lnTo>
                  <a:pt x="3946522" y="609599"/>
                </a:lnTo>
                <a:lnTo>
                  <a:pt x="3946522" y="728662"/>
                </a:lnTo>
                <a:cubicBezTo>
                  <a:pt x="3946522" y="886225"/>
                  <a:pt x="3818335" y="1014413"/>
                  <a:pt x="3660772" y="1014413"/>
                </a:cubicBezTo>
                <a:cubicBezTo>
                  <a:pt x="3503209" y="1014413"/>
                  <a:pt x="3375022" y="886225"/>
                  <a:pt x="3375022" y="728662"/>
                </a:cubicBezTo>
                <a:lnTo>
                  <a:pt x="3375022" y="609599"/>
                </a:lnTo>
                <a:lnTo>
                  <a:pt x="1774822" y="609599"/>
                </a:lnTo>
                <a:lnTo>
                  <a:pt x="1774822" y="728662"/>
                </a:lnTo>
                <a:cubicBezTo>
                  <a:pt x="1774822" y="886225"/>
                  <a:pt x="1646634" y="1014413"/>
                  <a:pt x="1489072" y="1014413"/>
                </a:cubicBezTo>
                <a:cubicBezTo>
                  <a:pt x="1331509" y="1014413"/>
                  <a:pt x="1203322" y="886225"/>
                  <a:pt x="1203322" y="728662"/>
                </a:cubicBezTo>
                <a:lnTo>
                  <a:pt x="1203322" y="606076"/>
                </a:lnTo>
                <a:cubicBezTo>
                  <a:pt x="1195226" y="608305"/>
                  <a:pt x="1186739" y="609599"/>
                  <a:pt x="1177928" y="609599"/>
                </a:cubicBezTo>
                <a:lnTo>
                  <a:pt x="798414" y="609599"/>
                </a:lnTo>
                <a:cubicBezTo>
                  <a:pt x="640852" y="609599"/>
                  <a:pt x="512664" y="737786"/>
                  <a:pt x="512664" y="895350"/>
                </a:cubicBezTo>
                <a:lnTo>
                  <a:pt x="512664" y="1209674"/>
                </a:lnTo>
                <a:lnTo>
                  <a:pt x="3946522" y="1209674"/>
                </a:lnTo>
                <a:cubicBezTo>
                  <a:pt x="3999119" y="1209674"/>
                  <a:pt x="4041772" y="1252318"/>
                  <a:pt x="4041772" y="1304924"/>
                </a:cubicBezTo>
                <a:cubicBezTo>
                  <a:pt x="4041772" y="1357531"/>
                  <a:pt x="3999119" y="1400174"/>
                  <a:pt x="3946522" y="1400174"/>
                </a:cubicBezTo>
                <a:lnTo>
                  <a:pt x="512664" y="1400174"/>
                </a:lnTo>
                <a:lnTo>
                  <a:pt x="512664" y="2517771"/>
                </a:lnTo>
                <a:cubicBezTo>
                  <a:pt x="512664" y="2570377"/>
                  <a:pt x="470011" y="2613021"/>
                  <a:pt x="417414" y="2613021"/>
                </a:cubicBezTo>
                <a:cubicBezTo>
                  <a:pt x="364817" y="2613021"/>
                  <a:pt x="322164" y="2570377"/>
                  <a:pt x="322164" y="2517771"/>
                </a:cubicBezTo>
                <a:lnTo>
                  <a:pt x="322164" y="895350"/>
                </a:lnTo>
                <a:cubicBezTo>
                  <a:pt x="322164" y="632746"/>
                  <a:pt x="535810" y="419100"/>
                  <a:pt x="798414" y="419100"/>
                </a:cubicBezTo>
                <a:lnTo>
                  <a:pt x="1177928" y="419100"/>
                </a:lnTo>
                <a:cubicBezTo>
                  <a:pt x="1186739" y="419100"/>
                  <a:pt x="1195226" y="420386"/>
                  <a:pt x="1203322" y="422623"/>
                </a:cubicBezTo>
                <a:lnTo>
                  <a:pt x="1203322" y="285750"/>
                </a:lnTo>
                <a:cubicBezTo>
                  <a:pt x="1203322" y="128187"/>
                  <a:pt x="1331509" y="0"/>
                  <a:pt x="1489072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b="1" dirty="0">
                <a:solidFill>
                  <a:srgbClr val="54478C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  <a:endParaRPr lang="en-GB" sz="3200" b="1" dirty="0">
              <a:solidFill>
                <a:schemeClr val="accent1"/>
              </a:solidFill>
              <a:latin typeface="Lato Black" panose="020F0A0202020403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44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5</a:t>
            </a:r>
            <a:endParaRPr lang="en-GB" dirty="0"/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92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6794F20-3851-4421-9375-C7E73245A1F2}"/>
              </a:ext>
            </a:extLst>
          </p:cNvPr>
          <p:cNvSpPr/>
          <p:nvPr/>
        </p:nvSpPr>
        <p:spPr>
          <a:xfrm>
            <a:off x="4292411" y="4171981"/>
            <a:ext cx="301052" cy="1464885"/>
          </a:xfrm>
          <a:custGeom>
            <a:avLst/>
            <a:gdLst>
              <a:gd name="connsiteX0" fmla="*/ 71340 w 301052"/>
              <a:gd name="connsiteY0" fmla="*/ 376245 h 1464885"/>
              <a:gd name="connsiteX1" fmla="*/ 71340 w 301052"/>
              <a:gd name="connsiteY1" fmla="*/ 1464886 h 1464885"/>
              <a:gd name="connsiteX2" fmla="*/ 0 w 301052"/>
              <a:gd name="connsiteY2" fmla="*/ 1464886 h 1464885"/>
              <a:gd name="connsiteX3" fmla="*/ 0 w 301052"/>
              <a:gd name="connsiteY3" fmla="*/ 376245 h 1464885"/>
              <a:gd name="connsiteX4" fmla="*/ 231996 w 301052"/>
              <a:gd name="connsiteY4" fmla="*/ 0 h 1464885"/>
              <a:gd name="connsiteX5" fmla="*/ 301053 w 301052"/>
              <a:gd name="connsiteY5" fmla="*/ 0 h 1464885"/>
              <a:gd name="connsiteX6" fmla="*/ 301053 w 301052"/>
              <a:gd name="connsiteY6" fmla="*/ 47940 h 1464885"/>
              <a:gd name="connsiteX7" fmla="*/ 71340 w 301052"/>
              <a:gd name="connsiteY7" fmla="*/ 376245 h 1464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1052" h="1464885">
                <a:moveTo>
                  <a:pt x="71340" y="376245"/>
                </a:moveTo>
                <a:lnTo>
                  <a:pt x="71340" y="1464886"/>
                </a:lnTo>
                <a:lnTo>
                  <a:pt x="0" y="1464886"/>
                </a:lnTo>
                <a:lnTo>
                  <a:pt x="0" y="376245"/>
                </a:lnTo>
                <a:cubicBezTo>
                  <a:pt x="0" y="214019"/>
                  <a:pt x="91885" y="70055"/>
                  <a:pt x="231996" y="0"/>
                </a:cubicBezTo>
                <a:lnTo>
                  <a:pt x="301053" y="0"/>
                </a:lnTo>
                <a:lnTo>
                  <a:pt x="301053" y="47940"/>
                </a:lnTo>
                <a:cubicBezTo>
                  <a:pt x="164223" y="97735"/>
                  <a:pt x="71340" y="227858"/>
                  <a:pt x="71340" y="376245"/>
                </a:cubicBezTo>
                <a:close/>
              </a:path>
            </a:pathLst>
          </a:custGeom>
          <a:solidFill>
            <a:schemeClr val="accent2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DBECF1E-5E0E-4E91-B672-E701CFF1CCD4}"/>
              </a:ext>
            </a:extLst>
          </p:cNvPr>
          <p:cNvSpPr/>
          <p:nvPr/>
        </p:nvSpPr>
        <p:spPr>
          <a:xfrm>
            <a:off x="7397391" y="4171981"/>
            <a:ext cx="301052" cy="1464885"/>
          </a:xfrm>
          <a:custGeom>
            <a:avLst/>
            <a:gdLst>
              <a:gd name="connsiteX0" fmla="*/ 71340 w 301052"/>
              <a:gd name="connsiteY0" fmla="*/ 376245 h 1464885"/>
              <a:gd name="connsiteX1" fmla="*/ 71340 w 301052"/>
              <a:gd name="connsiteY1" fmla="*/ 1464886 h 1464885"/>
              <a:gd name="connsiteX2" fmla="*/ 0 w 301052"/>
              <a:gd name="connsiteY2" fmla="*/ 1464886 h 1464885"/>
              <a:gd name="connsiteX3" fmla="*/ 0 w 301052"/>
              <a:gd name="connsiteY3" fmla="*/ 376245 h 1464885"/>
              <a:gd name="connsiteX4" fmla="*/ 231996 w 301052"/>
              <a:gd name="connsiteY4" fmla="*/ 0 h 1464885"/>
              <a:gd name="connsiteX5" fmla="*/ 301053 w 301052"/>
              <a:gd name="connsiteY5" fmla="*/ 0 h 1464885"/>
              <a:gd name="connsiteX6" fmla="*/ 301053 w 301052"/>
              <a:gd name="connsiteY6" fmla="*/ 47940 h 1464885"/>
              <a:gd name="connsiteX7" fmla="*/ 71340 w 301052"/>
              <a:gd name="connsiteY7" fmla="*/ 376245 h 1464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1052" h="1464885">
                <a:moveTo>
                  <a:pt x="71340" y="376245"/>
                </a:moveTo>
                <a:lnTo>
                  <a:pt x="71340" y="1464886"/>
                </a:lnTo>
                <a:lnTo>
                  <a:pt x="0" y="1464886"/>
                </a:lnTo>
                <a:lnTo>
                  <a:pt x="0" y="376245"/>
                </a:lnTo>
                <a:cubicBezTo>
                  <a:pt x="0" y="214019"/>
                  <a:pt x="92028" y="70055"/>
                  <a:pt x="231996" y="0"/>
                </a:cubicBezTo>
                <a:lnTo>
                  <a:pt x="301053" y="0"/>
                </a:lnTo>
                <a:lnTo>
                  <a:pt x="301053" y="47940"/>
                </a:lnTo>
                <a:cubicBezTo>
                  <a:pt x="164224" y="97735"/>
                  <a:pt x="71340" y="227858"/>
                  <a:pt x="71340" y="376245"/>
                </a:cubicBezTo>
                <a:close/>
              </a:path>
            </a:pathLst>
          </a:custGeom>
          <a:solidFill>
            <a:schemeClr val="accent4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2750884-0CCC-4FD8-AC7C-DA38022FC6FF}"/>
              </a:ext>
            </a:extLst>
          </p:cNvPr>
          <p:cNvSpPr/>
          <p:nvPr/>
        </p:nvSpPr>
        <p:spPr>
          <a:xfrm>
            <a:off x="10498377" y="4171981"/>
            <a:ext cx="301052" cy="1464885"/>
          </a:xfrm>
          <a:custGeom>
            <a:avLst/>
            <a:gdLst>
              <a:gd name="connsiteX0" fmla="*/ 71340 w 301052"/>
              <a:gd name="connsiteY0" fmla="*/ 376245 h 1464885"/>
              <a:gd name="connsiteX1" fmla="*/ 71340 w 301052"/>
              <a:gd name="connsiteY1" fmla="*/ 1464886 h 1464885"/>
              <a:gd name="connsiteX2" fmla="*/ 0 w 301052"/>
              <a:gd name="connsiteY2" fmla="*/ 1464886 h 1464885"/>
              <a:gd name="connsiteX3" fmla="*/ 0 w 301052"/>
              <a:gd name="connsiteY3" fmla="*/ 376245 h 1464885"/>
              <a:gd name="connsiteX4" fmla="*/ 231995 w 301052"/>
              <a:gd name="connsiteY4" fmla="*/ 0 h 1464885"/>
              <a:gd name="connsiteX5" fmla="*/ 301052 w 301052"/>
              <a:gd name="connsiteY5" fmla="*/ 0 h 1464885"/>
              <a:gd name="connsiteX6" fmla="*/ 301052 w 301052"/>
              <a:gd name="connsiteY6" fmla="*/ 47940 h 1464885"/>
              <a:gd name="connsiteX7" fmla="*/ 71340 w 301052"/>
              <a:gd name="connsiteY7" fmla="*/ 376245 h 1464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1052" h="1464885">
                <a:moveTo>
                  <a:pt x="71340" y="376245"/>
                </a:moveTo>
                <a:lnTo>
                  <a:pt x="71340" y="1464886"/>
                </a:lnTo>
                <a:lnTo>
                  <a:pt x="0" y="1464886"/>
                </a:lnTo>
                <a:lnTo>
                  <a:pt x="0" y="376245"/>
                </a:lnTo>
                <a:cubicBezTo>
                  <a:pt x="0" y="214019"/>
                  <a:pt x="91885" y="70055"/>
                  <a:pt x="231995" y="0"/>
                </a:cubicBezTo>
                <a:lnTo>
                  <a:pt x="301052" y="0"/>
                </a:lnTo>
                <a:lnTo>
                  <a:pt x="301052" y="47940"/>
                </a:lnTo>
                <a:cubicBezTo>
                  <a:pt x="164223" y="97735"/>
                  <a:pt x="71340" y="227858"/>
                  <a:pt x="71340" y="376245"/>
                </a:cubicBezTo>
                <a:close/>
              </a:path>
            </a:pathLst>
          </a:custGeom>
          <a:solidFill>
            <a:schemeClr val="accent6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F1F0466-D0A8-4750-9E0A-6E2DFCF859FC}"/>
              </a:ext>
            </a:extLst>
          </p:cNvPr>
          <p:cNvSpPr/>
          <p:nvPr/>
        </p:nvSpPr>
        <p:spPr>
          <a:xfrm>
            <a:off x="5928939" y="2064612"/>
            <a:ext cx="301052" cy="1464885"/>
          </a:xfrm>
          <a:custGeom>
            <a:avLst/>
            <a:gdLst>
              <a:gd name="connsiteX0" fmla="*/ 71340 w 301052"/>
              <a:gd name="connsiteY0" fmla="*/ 1088641 h 1464885"/>
              <a:gd name="connsiteX1" fmla="*/ 71340 w 301052"/>
              <a:gd name="connsiteY1" fmla="*/ 0 h 1464885"/>
              <a:gd name="connsiteX2" fmla="*/ 0 w 301052"/>
              <a:gd name="connsiteY2" fmla="*/ 0 h 1464885"/>
              <a:gd name="connsiteX3" fmla="*/ 0 w 301052"/>
              <a:gd name="connsiteY3" fmla="*/ 1088641 h 1464885"/>
              <a:gd name="connsiteX4" fmla="*/ 231996 w 301052"/>
              <a:gd name="connsiteY4" fmla="*/ 1464886 h 1464885"/>
              <a:gd name="connsiteX5" fmla="*/ 301052 w 301052"/>
              <a:gd name="connsiteY5" fmla="*/ 1464886 h 1464885"/>
              <a:gd name="connsiteX6" fmla="*/ 301052 w 301052"/>
              <a:gd name="connsiteY6" fmla="*/ 1416946 h 1464885"/>
              <a:gd name="connsiteX7" fmla="*/ 71340 w 301052"/>
              <a:gd name="connsiteY7" fmla="*/ 1088641 h 1464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1052" h="1464885">
                <a:moveTo>
                  <a:pt x="71340" y="1088641"/>
                </a:moveTo>
                <a:lnTo>
                  <a:pt x="71340" y="0"/>
                </a:lnTo>
                <a:lnTo>
                  <a:pt x="0" y="0"/>
                </a:lnTo>
                <a:lnTo>
                  <a:pt x="0" y="1088641"/>
                </a:lnTo>
                <a:cubicBezTo>
                  <a:pt x="0" y="1250867"/>
                  <a:pt x="91885" y="1394688"/>
                  <a:pt x="231996" y="1464886"/>
                </a:cubicBezTo>
                <a:lnTo>
                  <a:pt x="301052" y="1464886"/>
                </a:lnTo>
                <a:lnTo>
                  <a:pt x="301052" y="1416946"/>
                </a:lnTo>
                <a:cubicBezTo>
                  <a:pt x="164223" y="1367151"/>
                  <a:pt x="71340" y="1237170"/>
                  <a:pt x="71340" y="1088641"/>
                </a:cubicBezTo>
                <a:close/>
              </a:path>
            </a:pathLst>
          </a:custGeom>
          <a:solidFill>
            <a:schemeClr val="accent3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B2C32E0-1699-4FD0-90BE-2FA9367C51EA}"/>
              </a:ext>
            </a:extLst>
          </p:cNvPr>
          <p:cNvSpPr/>
          <p:nvPr/>
        </p:nvSpPr>
        <p:spPr>
          <a:xfrm>
            <a:off x="9029782" y="2064612"/>
            <a:ext cx="301052" cy="1464885"/>
          </a:xfrm>
          <a:custGeom>
            <a:avLst/>
            <a:gdLst>
              <a:gd name="connsiteX0" fmla="*/ 71340 w 301052"/>
              <a:gd name="connsiteY0" fmla="*/ 1088641 h 1464885"/>
              <a:gd name="connsiteX1" fmla="*/ 71340 w 301052"/>
              <a:gd name="connsiteY1" fmla="*/ 0 h 1464885"/>
              <a:gd name="connsiteX2" fmla="*/ 0 w 301052"/>
              <a:gd name="connsiteY2" fmla="*/ 0 h 1464885"/>
              <a:gd name="connsiteX3" fmla="*/ 0 w 301052"/>
              <a:gd name="connsiteY3" fmla="*/ 1088641 h 1464885"/>
              <a:gd name="connsiteX4" fmla="*/ 231996 w 301052"/>
              <a:gd name="connsiteY4" fmla="*/ 1464886 h 1464885"/>
              <a:gd name="connsiteX5" fmla="*/ 301053 w 301052"/>
              <a:gd name="connsiteY5" fmla="*/ 1464886 h 1464885"/>
              <a:gd name="connsiteX6" fmla="*/ 301053 w 301052"/>
              <a:gd name="connsiteY6" fmla="*/ 1416946 h 1464885"/>
              <a:gd name="connsiteX7" fmla="*/ 71340 w 301052"/>
              <a:gd name="connsiteY7" fmla="*/ 1088641 h 1464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1052" h="1464885">
                <a:moveTo>
                  <a:pt x="71340" y="1088641"/>
                </a:moveTo>
                <a:lnTo>
                  <a:pt x="71340" y="0"/>
                </a:lnTo>
                <a:lnTo>
                  <a:pt x="0" y="0"/>
                </a:lnTo>
                <a:lnTo>
                  <a:pt x="0" y="1088641"/>
                </a:lnTo>
                <a:cubicBezTo>
                  <a:pt x="0" y="1250867"/>
                  <a:pt x="91885" y="1394688"/>
                  <a:pt x="231996" y="1464886"/>
                </a:cubicBezTo>
                <a:lnTo>
                  <a:pt x="301053" y="1464886"/>
                </a:lnTo>
                <a:lnTo>
                  <a:pt x="301053" y="1416946"/>
                </a:lnTo>
                <a:cubicBezTo>
                  <a:pt x="164223" y="1367151"/>
                  <a:pt x="71340" y="1237170"/>
                  <a:pt x="71340" y="1088641"/>
                </a:cubicBezTo>
                <a:close/>
              </a:path>
            </a:pathLst>
          </a:custGeom>
          <a:solidFill>
            <a:schemeClr val="accent5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5EFFB30-A7BC-4D63-8441-8C3BBEA988D4}"/>
              </a:ext>
            </a:extLst>
          </p:cNvPr>
          <p:cNvSpPr/>
          <p:nvPr/>
        </p:nvSpPr>
        <p:spPr>
          <a:xfrm>
            <a:off x="1881136" y="3453307"/>
            <a:ext cx="1483861" cy="770466"/>
          </a:xfrm>
          <a:custGeom>
            <a:avLst/>
            <a:gdLst>
              <a:gd name="connsiteX0" fmla="*/ 1098628 w 1483861"/>
              <a:gd name="connsiteY0" fmla="*/ 0 h 770466"/>
              <a:gd name="connsiteX1" fmla="*/ 0 w 1483861"/>
              <a:gd name="connsiteY1" fmla="*/ 0 h 770466"/>
              <a:gd name="connsiteX2" fmla="*/ 0 w 1483861"/>
              <a:gd name="connsiteY2" fmla="*/ 770467 h 770466"/>
              <a:gd name="connsiteX3" fmla="*/ 1098628 w 1483861"/>
              <a:gd name="connsiteY3" fmla="*/ 770467 h 770466"/>
              <a:gd name="connsiteX4" fmla="*/ 1483862 w 1483861"/>
              <a:gd name="connsiteY4" fmla="*/ 385233 h 770466"/>
              <a:gd name="connsiteX5" fmla="*/ 1098628 w 1483861"/>
              <a:gd name="connsiteY5" fmla="*/ 0 h 77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3861" h="770466">
                <a:moveTo>
                  <a:pt x="1098628" y="0"/>
                </a:moveTo>
                <a:lnTo>
                  <a:pt x="0" y="0"/>
                </a:lnTo>
                <a:lnTo>
                  <a:pt x="0" y="770467"/>
                </a:lnTo>
                <a:lnTo>
                  <a:pt x="1098628" y="770467"/>
                </a:lnTo>
                <a:cubicBezTo>
                  <a:pt x="1311363" y="770467"/>
                  <a:pt x="1483862" y="597968"/>
                  <a:pt x="1483862" y="385233"/>
                </a:cubicBezTo>
                <a:cubicBezTo>
                  <a:pt x="1483862" y="172499"/>
                  <a:pt x="1311363" y="0"/>
                  <a:pt x="1098628" y="0"/>
                </a:cubicBezTo>
                <a:close/>
              </a:path>
            </a:pathLst>
          </a:custGeom>
          <a:solidFill>
            <a:schemeClr val="accent1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7CA5385-E142-45AA-97C4-F623B68E986F}"/>
              </a:ext>
            </a:extLst>
          </p:cNvPr>
          <p:cNvSpPr/>
          <p:nvPr/>
        </p:nvSpPr>
        <p:spPr>
          <a:xfrm>
            <a:off x="3297938" y="3453307"/>
            <a:ext cx="1622260" cy="770466"/>
          </a:xfrm>
          <a:custGeom>
            <a:avLst/>
            <a:gdLst>
              <a:gd name="connsiteX0" fmla="*/ 1237027 w 1622260"/>
              <a:gd name="connsiteY0" fmla="*/ 0 h 770466"/>
              <a:gd name="connsiteX1" fmla="*/ 0 w 1622260"/>
              <a:gd name="connsiteY1" fmla="*/ 0 h 770466"/>
              <a:gd name="connsiteX2" fmla="*/ 257250 w 1622260"/>
              <a:gd name="connsiteY2" fmla="*/ 385233 h 770466"/>
              <a:gd name="connsiteX3" fmla="*/ 0 w 1622260"/>
              <a:gd name="connsiteY3" fmla="*/ 770467 h 770466"/>
              <a:gd name="connsiteX4" fmla="*/ 1237027 w 1622260"/>
              <a:gd name="connsiteY4" fmla="*/ 770467 h 770466"/>
              <a:gd name="connsiteX5" fmla="*/ 1622260 w 1622260"/>
              <a:gd name="connsiteY5" fmla="*/ 385233 h 770466"/>
              <a:gd name="connsiteX6" fmla="*/ 1237027 w 1622260"/>
              <a:gd name="connsiteY6" fmla="*/ 0 h 77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2260" h="770466">
                <a:moveTo>
                  <a:pt x="1237027" y="0"/>
                </a:moveTo>
                <a:lnTo>
                  <a:pt x="0" y="0"/>
                </a:lnTo>
                <a:cubicBezTo>
                  <a:pt x="151097" y="62636"/>
                  <a:pt x="257250" y="211593"/>
                  <a:pt x="257250" y="385233"/>
                </a:cubicBezTo>
                <a:cubicBezTo>
                  <a:pt x="257250" y="558874"/>
                  <a:pt x="150954" y="707831"/>
                  <a:pt x="0" y="770467"/>
                </a:cubicBezTo>
                <a:lnTo>
                  <a:pt x="1237027" y="770467"/>
                </a:lnTo>
                <a:cubicBezTo>
                  <a:pt x="1449762" y="770467"/>
                  <a:pt x="1622260" y="597968"/>
                  <a:pt x="1622260" y="385233"/>
                </a:cubicBezTo>
                <a:cubicBezTo>
                  <a:pt x="1622260" y="172499"/>
                  <a:pt x="1449762" y="0"/>
                  <a:pt x="1237027" y="0"/>
                </a:cubicBezTo>
                <a:close/>
              </a:path>
            </a:pathLst>
          </a:custGeom>
          <a:solidFill>
            <a:schemeClr val="accent2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A0A979CF-FE3D-4854-9DCD-92787D23CD52}"/>
              </a:ext>
            </a:extLst>
          </p:cNvPr>
          <p:cNvSpPr/>
          <p:nvPr/>
        </p:nvSpPr>
        <p:spPr>
          <a:xfrm>
            <a:off x="4848431" y="3453307"/>
            <a:ext cx="1622260" cy="770466"/>
          </a:xfrm>
          <a:custGeom>
            <a:avLst/>
            <a:gdLst>
              <a:gd name="connsiteX0" fmla="*/ 1237027 w 1622260"/>
              <a:gd name="connsiteY0" fmla="*/ 0 h 770466"/>
              <a:gd name="connsiteX1" fmla="*/ 0 w 1622260"/>
              <a:gd name="connsiteY1" fmla="*/ 0 h 770466"/>
              <a:gd name="connsiteX2" fmla="*/ 257250 w 1622260"/>
              <a:gd name="connsiteY2" fmla="*/ 385233 h 770466"/>
              <a:gd name="connsiteX3" fmla="*/ 0 w 1622260"/>
              <a:gd name="connsiteY3" fmla="*/ 770467 h 770466"/>
              <a:gd name="connsiteX4" fmla="*/ 1237027 w 1622260"/>
              <a:gd name="connsiteY4" fmla="*/ 770467 h 770466"/>
              <a:gd name="connsiteX5" fmla="*/ 1622261 w 1622260"/>
              <a:gd name="connsiteY5" fmla="*/ 385233 h 770466"/>
              <a:gd name="connsiteX6" fmla="*/ 1237027 w 1622260"/>
              <a:gd name="connsiteY6" fmla="*/ 0 h 77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2260" h="770466">
                <a:moveTo>
                  <a:pt x="1237027" y="0"/>
                </a:moveTo>
                <a:lnTo>
                  <a:pt x="0" y="0"/>
                </a:lnTo>
                <a:cubicBezTo>
                  <a:pt x="150954" y="62636"/>
                  <a:pt x="257250" y="211593"/>
                  <a:pt x="257250" y="385233"/>
                </a:cubicBezTo>
                <a:cubicBezTo>
                  <a:pt x="257250" y="558874"/>
                  <a:pt x="150954" y="707831"/>
                  <a:pt x="0" y="770467"/>
                </a:cubicBezTo>
                <a:lnTo>
                  <a:pt x="1237027" y="770467"/>
                </a:lnTo>
                <a:cubicBezTo>
                  <a:pt x="1449761" y="770467"/>
                  <a:pt x="1622261" y="597968"/>
                  <a:pt x="1622261" y="385233"/>
                </a:cubicBezTo>
                <a:cubicBezTo>
                  <a:pt x="1622261" y="172499"/>
                  <a:pt x="1449761" y="0"/>
                  <a:pt x="1237027" y="0"/>
                </a:cubicBezTo>
                <a:close/>
              </a:path>
            </a:pathLst>
          </a:custGeom>
          <a:solidFill>
            <a:schemeClr val="accent3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D0DC634-B1CB-4852-897C-0106BE19E8FC}"/>
              </a:ext>
            </a:extLst>
          </p:cNvPr>
          <p:cNvSpPr/>
          <p:nvPr/>
        </p:nvSpPr>
        <p:spPr>
          <a:xfrm>
            <a:off x="6398781" y="3453307"/>
            <a:ext cx="1622260" cy="770466"/>
          </a:xfrm>
          <a:custGeom>
            <a:avLst/>
            <a:gdLst>
              <a:gd name="connsiteX0" fmla="*/ 1237027 w 1622260"/>
              <a:gd name="connsiteY0" fmla="*/ 0 h 770466"/>
              <a:gd name="connsiteX1" fmla="*/ 0 w 1622260"/>
              <a:gd name="connsiteY1" fmla="*/ 0 h 770466"/>
              <a:gd name="connsiteX2" fmla="*/ 257250 w 1622260"/>
              <a:gd name="connsiteY2" fmla="*/ 385233 h 770466"/>
              <a:gd name="connsiteX3" fmla="*/ 0 w 1622260"/>
              <a:gd name="connsiteY3" fmla="*/ 770467 h 770466"/>
              <a:gd name="connsiteX4" fmla="*/ 1237027 w 1622260"/>
              <a:gd name="connsiteY4" fmla="*/ 770467 h 770466"/>
              <a:gd name="connsiteX5" fmla="*/ 1622260 w 1622260"/>
              <a:gd name="connsiteY5" fmla="*/ 385233 h 770466"/>
              <a:gd name="connsiteX6" fmla="*/ 1237027 w 1622260"/>
              <a:gd name="connsiteY6" fmla="*/ 0 h 77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2260" h="770466">
                <a:moveTo>
                  <a:pt x="1237027" y="0"/>
                </a:moveTo>
                <a:lnTo>
                  <a:pt x="0" y="0"/>
                </a:lnTo>
                <a:cubicBezTo>
                  <a:pt x="150954" y="62636"/>
                  <a:pt x="257250" y="211593"/>
                  <a:pt x="257250" y="385233"/>
                </a:cubicBezTo>
                <a:cubicBezTo>
                  <a:pt x="257250" y="558874"/>
                  <a:pt x="150954" y="707831"/>
                  <a:pt x="0" y="770467"/>
                </a:cubicBezTo>
                <a:lnTo>
                  <a:pt x="1237027" y="770467"/>
                </a:lnTo>
                <a:cubicBezTo>
                  <a:pt x="1449761" y="770467"/>
                  <a:pt x="1622260" y="597968"/>
                  <a:pt x="1622260" y="385233"/>
                </a:cubicBezTo>
                <a:cubicBezTo>
                  <a:pt x="1622260" y="172499"/>
                  <a:pt x="1449761" y="0"/>
                  <a:pt x="1237027" y="0"/>
                </a:cubicBezTo>
                <a:close/>
              </a:path>
            </a:pathLst>
          </a:custGeom>
          <a:solidFill>
            <a:schemeClr val="accent4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7039EBE0-CEDD-4F78-8FAF-B20FD7D86726}"/>
              </a:ext>
            </a:extLst>
          </p:cNvPr>
          <p:cNvSpPr/>
          <p:nvPr/>
        </p:nvSpPr>
        <p:spPr>
          <a:xfrm>
            <a:off x="7949274" y="3453307"/>
            <a:ext cx="1622260" cy="770466"/>
          </a:xfrm>
          <a:custGeom>
            <a:avLst/>
            <a:gdLst>
              <a:gd name="connsiteX0" fmla="*/ 1237027 w 1622260"/>
              <a:gd name="connsiteY0" fmla="*/ 0 h 770466"/>
              <a:gd name="connsiteX1" fmla="*/ 0 w 1622260"/>
              <a:gd name="connsiteY1" fmla="*/ 0 h 770466"/>
              <a:gd name="connsiteX2" fmla="*/ 257250 w 1622260"/>
              <a:gd name="connsiteY2" fmla="*/ 385233 h 770466"/>
              <a:gd name="connsiteX3" fmla="*/ 0 w 1622260"/>
              <a:gd name="connsiteY3" fmla="*/ 770467 h 770466"/>
              <a:gd name="connsiteX4" fmla="*/ 1237027 w 1622260"/>
              <a:gd name="connsiteY4" fmla="*/ 770467 h 770466"/>
              <a:gd name="connsiteX5" fmla="*/ 1622261 w 1622260"/>
              <a:gd name="connsiteY5" fmla="*/ 385233 h 770466"/>
              <a:gd name="connsiteX6" fmla="*/ 1237027 w 1622260"/>
              <a:gd name="connsiteY6" fmla="*/ 0 h 77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2260" h="770466">
                <a:moveTo>
                  <a:pt x="1237027" y="0"/>
                </a:moveTo>
                <a:lnTo>
                  <a:pt x="0" y="0"/>
                </a:lnTo>
                <a:cubicBezTo>
                  <a:pt x="151097" y="62636"/>
                  <a:pt x="257250" y="211593"/>
                  <a:pt x="257250" y="385233"/>
                </a:cubicBezTo>
                <a:cubicBezTo>
                  <a:pt x="257250" y="558874"/>
                  <a:pt x="150955" y="707831"/>
                  <a:pt x="0" y="770467"/>
                </a:cubicBezTo>
                <a:lnTo>
                  <a:pt x="1237027" y="770467"/>
                </a:lnTo>
                <a:cubicBezTo>
                  <a:pt x="1449761" y="770467"/>
                  <a:pt x="1622261" y="597968"/>
                  <a:pt x="1622261" y="385233"/>
                </a:cubicBezTo>
                <a:cubicBezTo>
                  <a:pt x="1622261" y="172499"/>
                  <a:pt x="1449761" y="0"/>
                  <a:pt x="1237027" y="0"/>
                </a:cubicBezTo>
                <a:close/>
              </a:path>
            </a:pathLst>
          </a:custGeom>
          <a:solidFill>
            <a:schemeClr val="accent5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E2537C84-5331-42A0-AA1C-121212376C9F}"/>
              </a:ext>
            </a:extLst>
          </p:cNvPr>
          <p:cNvSpPr/>
          <p:nvPr/>
        </p:nvSpPr>
        <p:spPr>
          <a:xfrm>
            <a:off x="9499766" y="3453307"/>
            <a:ext cx="1622260" cy="770466"/>
          </a:xfrm>
          <a:custGeom>
            <a:avLst/>
            <a:gdLst>
              <a:gd name="connsiteX0" fmla="*/ 1237027 w 1622260"/>
              <a:gd name="connsiteY0" fmla="*/ 0 h 770466"/>
              <a:gd name="connsiteX1" fmla="*/ 0 w 1622260"/>
              <a:gd name="connsiteY1" fmla="*/ 0 h 770466"/>
              <a:gd name="connsiteX2" fmla="*/ 257251 w 1622260"/>
              <a:gd name="connsiteY2" fmla="*/ 385233 h 770466"/>
              <a:gd name="connsiteX3" fmla="*/ 0 w 1622260"/>
              <a:gd name="connsiteY3" fmla="*/ 770467 h 770466"/>
              <a:gd name="connsiteX4" fmla="*/ 1237027 w 1622260"/>
              <a:gd name="connsiteY4" fmla="*/ 770467 h 770466"/>
              <a:gd name="connsiteX5" fmla="*/ 1622261 w 1622260"/>
              <a:gd name="connsiteY5" fmla="*/ 385233 h 770466"/>
              <a:gd name="connsiteX6" fmla="*/ 1237027 w 1622260"/>
              <a:gd name="connsiteY6" fmla="*/ 0 h 77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2260" h="770466">
                <a:moveTo>
                  <a:pt x="1237027" y="0"/>
                </a:moveTo>
                <a:lnTo>
                  <a:pt x="0" y="0"/>
                </a:lnTo>
                <a:cubicBezTo>
                  <a:pt x="151097" y="62636"/>
                  <a:pt x="257251" y="211593"/>
                  <a:pt x="257251" y="385233"/>
                </a:cubicBezTo>
                <a:cubicBezTo>
                  <a:pt x="257251" y="558874"/>
                  <a:pt x="150955" y="707831"/>
                  <a:pt x="0" y="770467"/>
                </a:cubicBezTo>
                <a:lnTo>
                  <a:pt x="1237027" y="770467"/>
                </a:lnTo>
                <a:cubicBezTo>
                  <a:pt x="1449762" y="770467"/>
                  <a:pt x="1622261" y="597968"/>
                  <a:pt x="1622261" y="385233"/>
                </a:cubicBezTo>
                <a:cubicBezTo>
                  <a:pt x="1622261" y="172499"/>
                  <a:pt x="1449762" y="0"/>
                  <a:pt x="1237027" y="0"/>
                </a:cubicBezTo>
                <a:close/>
              </a:path>
            </a:pathLst>
          </a:custGeom>
          <a:solidFill>
            <a:schemeClr val="accent6"/>
          </a:solidFill>
          <a:ln w="14258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AA3B694-6F79-46BB-8C49-82C69279B05E}"/>
              </a:ext>
            </a:extLst>
          </p:cNvPr>
          <p:cNvGrpSpPr/>
          <p:nvPr/>
        </p:nvGrpSpPr>
        <p:grpSpPr>
          <a:xfrm>
            <a:off x="704675" y="2064612"/>
            <a:ext cx="2030175" cy="876281"/>
            <a:chOff x="837548" y="4437022"/>
            <a:chExt cx="2030175" cy="876281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4F0BF95-7D9C-4816-9FD0-A5504C5C7B1E}"/>
                </a:ext>
              </a:extLst>
            </p:cNvPr>
            <p:cNvSpPr txBox="1"/>
            <p:nvPr/>
          </p:nvSpPr>
          <p:spPr>
            <a:xfrm>
              <a:off x="975149" y="4721603"/>
              <a:ext cx="1892574" cy="591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spcAft>
                  <a:spcPts val="1200"/>
                </a:spcAft>
                <a:defRPr/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anose="020F0502020204030204" pitchFamily="34" charset="0"/>
                </a:rPr>
                <a:t>Phase of analyzing competitors, reviewing insights, proposing new products and gain buy-in.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82A222F-616A-4355-ACDB-83D4F6245F3B}"/>
                </a:ext>
              </a:extLst>
            </p:cNvPr>
            <p:cNvSpPr txBox="1"/>
            <p:nvPr/>
          </p:nvSpPr>
          <p:spPr>
            <a:xfrm>
              <a:off x="837548" y="4437022"/>
              <a:ext cx="2030175" cy="277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defRPr/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Opportunity Identification</a:t>
              </a:r>
              <a:endPara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0548350-461C-4ADB-9189-6408CABD6758}"/>
              </a:ext>
            </a:extLst>
          </p:cNvPr>
          <p:cNvGrpSpPr/>
          <p:nvPr/>
        </p:nvGrpSpPr>
        <p:grpSpPr>
          <a:xfrm>
            <a:off x="2236633" y="4760585"/>
            <a:ext cx="1950102" cy="876281"/>
            <a:chOff x="917621" y="4437022"/>
            <a:chExt cx="1950102" cy="876281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3FB61C1-1DB5-4832-9AE8-6EA435B3A7D9}"/>
                </a:ext>
              </a:extLst>
            </p:cNvPr>
            <p:cNvSpPr txBox="1"/>
            <p:nvPr/>
          </p:nvSpPr>
          <p:spPr>
            <a:xfrm>
              <a:off x="975149" y="4721603"/>
              <a:ext cx="1892574" cy="591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spcAft>
                  <a:spcPts val="1200"/>
                </a:spcAft>
                <a:defRPr/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anose="020F0502020204030204" pitchFamily="34" charset="0"/>
                </a:rPr>
                <a:t>When, while the lovely valley teems with </a:t>
              </a:r>
              <a:r>
                <a:rPr lang="en-US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anose="020F0502020204030204" pitchFamily="34" charset="0"/>
                </a:rPr>
                <a:t>vapour</a:t>
              </a: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anose="020F0502020204030204" pitchFamily="34" charset="0"/>
                </a:rPr>
                <a:t> around me and the meridian.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B485232-55B1-48A5-A628-35DFD840896A}"/>
                </a:ext>
              </a:extLst>
            </p:cNvPr>
            <p:cNvSpPr txBox="1"/>
            <p:nvPr/>
          </p:nvSpPr>
          <p:spPr>
            <a:xfrm>
              <a:off x="917621" y="4437022"/>
              <a:ext cx="1950102" cy="277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defRPr/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Scope Definition</a:t>
              </a:r>
              <a:endPara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12AEABB-C3C4-40B7-B26F-BEADCA1B6370}"/>
              </a:ext>
            </a:extLst>
          </p:cNvPr>
          <p:cNvGrpSpPr/>
          <p:nvPr/>
        </p:nvGrpSpPr>
        <p:grpSpPr>
          <a:xfrm>
            <a:off x="3834757" y="2064612"/>
            <a:ext cx="1950102" cy="707004"/>
            <a:chOff x="917621" y="4437022"/>
            <a:chExt cx="1950102" cy="707004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34C2637-3C0F-4C02-9E5F-309162C0C1A9}"/>
                </a:ext>
              </a:extLst>
            </p:cNvPr>
            <p:cNvSpPr txBox="1"/>
            <p:nvPr/>
          </p:nvSpPr>
          <p:spPr>
            <a:xfrm>
              <a:off x="975149" y="4721603"/>
              <a:ext cx="1892574" cy="42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spcAft>
                  <a:spcPts val="1200"/>
                </a:spcAft>
                <a:defRPr/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anose="020F0502020204030204" pitchFamily="34" charset="0"/>
                </a:rPr>
                <a:t>Statement of project scope, objectives and participants.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4968647-240A-4542-80DD-979F453AC7C0}"/>
                </a:ext>
              </a:extLst>
            </p:cNvPr>
            <p:cNvSpPr txBox="1"/>
            <p:nvPr/>
          </p:nvSpPr>
          <p:spPr>
            <a:xfrm>
              <a:off x="917621" y="4437022"/>
              <a:ext cx="1950102" cy="277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defRPr/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Project Charter</a:t>
              </a:r>
              <a:endPara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64015EA-4819-49DF-A587-E7248F6AF013}"/>
              </a:ext>
            </a:extLst>
          </p:cNvPr>
          <p:cNvGrpSpPr/>
          <p:nvPr/>
        </p:nvGrpSpPr>
        <p:grpSpPr>
          <a:xfrm>
            <a:off x="5286642" y="4760585"/>
            <a:ext cx="1950102" cy="876281"/>
            <a:chOff x="917621" y="4437022"/>
            <a:chExt cx="1950102" cy="876281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3F4EED6-4E5B-4634-8785-ACEEA35CF21D}"/>
                </a:ext>
              </a:extLst>
            </p:cNvPr>
            <p:cNvSpPr txBox="1"/>
            <p:nvPr/>
          </p:nvSpPr>
          <p:spPr>
            <a:xfrm>
              <a:off x="975149" y="4721603"/>
              <a:ext cx="1892574" cy="591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spcAft>
                  <a:spcPts val="1200"/>
                </a:spcAft>
                <a:defRPr/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anose="020F0502020204030204" pitchFamily="34" charset="0"/>
                </a:rPr>
                <a:t>When, while the lovely valley teems with vapor around me and the meridian.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46B9F20-9037-4B93-8A8D-805774353EA1}"/>
                </a:ext>
              </a:extLst>
            </p:cNvPr>
            <p:cNvSpPr txBox="1"/>
            <p:nvPr/>
          </p:nvSpPr>
          <p:spPr>
            <a:xfrm>
              <a:off x="917621" y="4437022"/>
              <a:ext cx="1950102" cy="277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defRPr/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Deliverables</a:t>
              </a:r>
              <a:endPara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3B9129D-78B5-4161-8895-F22683C295D0}"/>
              </a:ext>
            </a:extLst>
          </p:cNvPr>
          <p:cNvGrpSpPr/>
          <p:nvPr/>
        </p:nvGrpSpPr>
        <p:grpSpPr>
          <a:xfrm>
            <a:off x="6606533" y="2064612"/>
            <a:ext cx="2341351" cy="707004"/>
            <a:chOff x="526372" y="4437022"/>
            <a:chExt cx="2341351" cy="70700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56F17F9-9BDB-45AA-9B41-9D6B163A6BAB}"/>
                </a:ext>
              </a:extLst>
            </p:cNvPr>
            <p:cNvSpPr txBox="1"/>
            <p:nvPr/>
          </p:nvSpPr>
          <p:spPr>
            <a:xfrm>
              <a:off x="526372" y="4721603"/>
              <a:ext cx="2341351" cy="42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spcAft>
                  <a:spcPts val="1200"/>
                </a:spcAft>
                <a:defRPr/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anose="020F0502020204030204" pitchFamily="34" charset="0"/>
                </a:rPr>
                <a:t>RAID log, release timing, documentation, training and maintenance.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8D13086-8F2B-490C-8D49-D6E9D5820875}"/>
                </a:ext>
              </a:extLst>
            </p:cNvPr>
            <p:cNvSpPr txBox="1"/>
            <p:nvPr/>
          </p:nvSpPr>
          <p:spPr>
            <a:xfrm>
              <a:off x="917621" y="4437022"/>
              <a:ext cx="1950102" cy="277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defRPr/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Deployment</a:t>
              </a:r>
              <a:endPara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1975B2F-867B-4738-B642-4137776FAAEE}"/>
              </a:ext>
            </a:extLst>
          </p:cNvPr>
          <p:cNvGrpSpPr/>
          <p:nvPr/>
        </p:nvGrpSpPr>
        <p:grpSpPr>
          <a:xfrm>
            <a:off x="8449667" y="4760585"/>
            <a:ext cx="1950102" cy="876281"/>
            <a:chOff x="917621" y="4437022"/>
            <a:chExt cx="1950102" cy="876281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9AAF071-57A9-47BA-9D1A-52026E9346A2}"/>
                </a:ext>
              </a:extLst>
            </p:cNvPr>
            <p:cNvSpPr txBox="1"/>
            <p:nvPr/>
          </p:nvSpPr>
          <p:spPr>
            <a:xfrm>
              <a:off x="975149" y="4721603"/>
              <a:ext cx="1892574" cy="591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spcAft>
                  <a:spcPts val="1200"/>
                </a:spcAft>
                <a:defRPr/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anose="020F0502020204030204" pitchFamily="34" charset="0"/>
                </a:rPr>
                <a:t>When, while the lovely valley teems with </a:t>
              </a:r>
              <a:r>
                <a:rPr lang="en-US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anose="020F0502020204030204" pitchFamily="34" charset="0"/>
                </a:rPr>
                <a:t>vapour</a:t>
              </a: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anose="020F0502020204030204" pitchFamily="34" charset="0"/>
                </a:rPr>
                <a:t> around me and the meridian.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4ECF3B1-4A50-4084-A34E-69E165BAD7E6}"/>
                </a:ext>
              </a:extLst>
            </p:cNvPr>
            <p:cNvSpPr txBox="1"/>
            <p:nvPr/>
          </p:nvSpPr>
          <p:spPr>
            <a:xfrm>
              <a:off x="917621" y="4437022"/>
              <a:ext cx="1950102" cy="277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  <a:defRPr/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Monetization</a:t>
              </a:r>
              <a:endParaRPr lang="en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0A7442F0-F7D7-4092-A606-E1C70C3B63FB}"/>
              </a:ext>
            </a:extLst>
          </p:cNvPr>
          <p:cNvSpPr txBox="1"/>
          <p:nvPr/>
        </p:nvSpPr>
        <p:spPr>
          <a:xfrm>
            <a:off x="2019688" y="3576385"/>
            <a:ext cx="1206756" cy="52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defRPr/>
            </a:pPr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2021</a:t>
            </a:r>
            <a:endParaRPr lang="en-ID" sz="28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C05D705-F1AD-4673-8331-C54F399C49BB}"/>
              </a:ext>
            </a:extLst>
          </p:cNvPr>
          <p:cNvSpPr txBox="1"/>
          <p:nvPr/>
        </p:nvSpPr>
        <p:spPr>
          <a:xfrm>
            <a:off x="3505690" y="3576385"/>
            <a:ext cx="1206756" cy="52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defRPr/>
            </a:pPr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2022</a:t>
            </a:r>
            <a:endParaRPr lang="en-ID" sz="28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44D39C7-5B43-47FE-B7AA-2AE947AC6380}"/>
              </a:ext>
            </a:extLst>
          </p:cNvPr>
          <p:cNvSpPr txBox="1"/>
          <p:nvPr/>
        </p:nvSpPr>
        <p:spPr>
          <a:xfrm>
            <a:off x="5056183" y="3576385"/>
            <a:ext cx="1206756" cy="52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defRPr/>
            </a:pPr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2023</a:t>
            </a:r>
            <a:endParaRPr lang="en-ID" sz="28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477B7AB-CE4D-4BF6-B5EE-6D0EF561AAAB}"/>
              </a:ext>
            </a:extLst>
          </p:cNvPr>
          <p:cNvSpPr txBox="1"/>
          <p:nvPr/>
        </p:nvSpPr>
        <p:spPr>
          <a:xfrm>
            <a:off x="6606533" y="3576385"/>
            <a:ext cx="1206756" cy="52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defRPr/>
            </a:pPr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2024</a:t>
            </a:r>
            <a:endParaRPr lang="en-ID" sz="28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DEB16BB-2813-42C1-B24C-51B0F0838355}"/>
              </a:ext>
            </a:extLst>
          </p:cNvPr>
          <p:cNvSpPr txBox="1"/>
          <p:nvPr/>
        </p:nvSpPr>
        <p:spPr>
          <a:xfrm>
            <a:off x="8157026" y="3576385"/>
            <a:ext cx="1206756" cy="52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defRPr/>
            </a:pPr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2025</a:t>
            </a:r>
            <a:endParaRPr lang="en-ID" sz="28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CE6C72C-51C2-4448-B04C-8F882AEE1184}"/>
              </a:ext>
            </a:extLst>
          </p:cNvPr>
          <p:cNvSpPr txBox="1"/>
          <p:nvPr/>
        </p:nvSpPr>
        <p:spPr>
          <a:xfrm>
            <a:off x="9707518" y="3590420"/>
            <a:ext cx="1206756" cy="52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defRPr/>
            </a:pPr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2026</a:t>
            </a:r>
            <a:endParaRPr lang="en-ID" sz="28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C14EA89-B757-4C94-8711-C3CF81D7F23F}"/>
              </a:ext>
            </a:extLst>
          </p:cNvPr>
          <p:cNvGrpSpPr/>
          <p:nvPr/>
        </p:nvGrpSpPr>
        <p:grpSpPr>
          <a:xfrm>
            <a:off x="2720882" y="1902608"/>
            <a:ext cx="404128" cy="1626889"/>
            <a:chOff x="2863495" y="1902608"/>
            <a:chExt cx="404128" cy="1626889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FA08381-E151-40A0-86ED-58E9B8158AD6}"/>
                </a:ext>
              </a:extLst>
            </p:cNvPr>
            <p:cNvSpPr/>
            <p:nvPr/>
          </p:nvSpPr>
          <p:spPr>
            <a:xfrm>
              <a:off x="2966571" y="2064612"/>
              <a:ext cx="301052" cy="1464885"/>
            </a:xfrm>
            <a:custGeom>
              <a:avLst/>
              <a:gdLst>
                <a:gd name="connsiteX0" fmla="*/ 71340 w 301052"/>
                <a:gd name="connsiteY0" fmla="*/ 1088641 h 1464885"/>
                <a:gd name="connsiteX1" fmla="*/ 71340 w 301052"/>
                <a:gd name="connsiteY1" fmla="*/ 0 h 1464885"/>
                <a:gd name="connsiteX2" fmla="*/ 0 w 301052"/>
                <a:gd name="connsiteY2" fmla="*/ 0 h 1464885"/>
                <a:gd name="connsiteX3" fmla="*/ 0 w 301052"/>
                <a:gd name="connsiteY3" fmla="*/ 1088641 h 1464885"/>
                <a:gd name="connsiteX4" fmla="*/ 231996 w 301052"/>
                <a:gd name="connsiteY4" fmla="*/ 1464886 h 1464885"/>
                <a:gd name="connsiteX5" fmla="*/ 301053 w 301052"/>
                <a:gd name="connsiteY5" fmla="*/ 1464886 h 1464885"/>
                <a:gd name="connsiteX6" fmla="*/ 301053 w 301052"/>
                <a:gd name="connsiteY6" fmla="*/ 1416946 h 1464885"/>
                <a:gd name="connsiteX7" fmla="*/ 71340 w 301052"/>
                <a:gd name="connsiteY7" fmla="*/ 1088641 h 1464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1052" h="1464885">
                  <a:moveTo>
                    <a:pt x="71340" y="1088641"/>
                  </a:moveTo>
                  <a:lnTo>
                    <a:pt x="71340" y="0"/>
                  </a:lnTo>
                  <a:lnTo>
                    <a:pt x="0" y="0"/>
                  </a:lnTo>
                  <a:lnTo>
                    <a:pt x="0" y="1088641"/>
                  </a:lnTo>
                  <a:cubicBezTo>
                    <a:pt x="0" y="1250867"/>
                    <a:pt x="91885" y="1394688"/>
                    <a:pt x="231996" y="1464886"/>
                  </a:cubicBezTo>
                  <a:lnTo>
                    <a:pt x="301053" y="1464886"/>
                  </a:lnTo>
                  <a:lnTo>
                    <a:pt x="301053" y="1416946"/>
                  </a:lnTo>
                  <a:cubicBezTo>
                    <a:pt x="164081" y="1367151"/>
                    <a:pt x="71340" y="1237170"/>
                    <a:pt x="71340" y="1088641"/>
                  </a:cubicBezTo>
                  <a:close/>
                </a:path>
              </a:pathLst>
            </a:custGeom>
            <a:solidFill>
              <a:schemeClr val="accent1"/>
            </a:solidFill>
            <a:ln w="142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D0E1AA8-8BDD-4027-BF85-3977128AE30A}"/>
                </a:ext>
              </a:extLst>
            </p:cNvPr>
            <p:cNvSpPr/>
            <p:nvPr/>
          </p:nvSpPr>
          <p:spPr>
            <a:xfrm>
              <a:off x="2863495" y="1902608"/>
              <a:ext cx="277448" cy="2774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03" name="Oval 102">
            <a:extLst>
              <a:ext uri="{FF2B5EF4-FFF2-40B4-BE49-F238E27FC236}">
                <a16:creationId xmlns:a16="http://schemas.microsoft.com/office/drawing/2014/main" id="{513EC483-A37E-4A84-9B77-4E8E7118283F}"/>
              </a:ext>
            </a:extLst>
          </p:cNvPr>
          <p:cNvSpPr/>
          <p:nvPr/>
        </p:nvSpPr>
        <p:spPr>
          <a:xfrm>
            <a:off x="5825863" y="1902608"/>
            <a:ext cx="277448" cy="2774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504F63D-7426-4836-BDE4-3FB492FDE063}"/>
              </a:ext>
            </a:extLst>
          </p:cNvPr>
          <p:cNvSpPr/>
          <p:nvPr/>
        </p:nvSpPr>
        <p:spPr>
          <a:xfrm>
            <a:off x="8926706" y="1902608"/>
            <a:ext cx="277448" cy="2774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2B65A61D-2E49-48F6-816A-026CE2621BA4}"/>
              </a:ext>
            </a:extLst>
          </p:cNvPr>
          <p:cNvSpPr/>
          <p:nvPr/>
        </p:nvSpPr>
        <p:spPr>
          <a:xfrm flipV="1">
            <a:off x="4189335" y="5521422"/>
            <a:ext cx="277448" cy="2774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C52E69BA-4651-45D2-A2E3-8AACC520A2C4}"/>
              </a:ext>
            </a:extLst>
          </p:cNvPr>
          <p:cNvSpPr/>
          <p:nvPr/>
        </p:nvSpPr>
        <p:spPr>
          <a:xfrm flipV="1">
            <a:off x="7294315" y="5521422"/>
            <a:ext cx="277448" cy="2774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F170AD1-027D-4313-9A08-E92A242390EA}"/>
              </a:ext>
            </a:extLst>
          </p:cNvPr>
          <p:cNvSpPr/>
          <p:nvPr/>
        </p:nvSpPr>
        <p:spPr>
          <a:xfrm flipV="1">
            <a:off x="10395301" y="5521422"/>
            <a:ext cx="277448" cy="2774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b="1" dirty="0">
                <a:solidFill>
                  <a:srgbClr val="54478C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  <a:endParaRPr lang="en-GB" sz="3200" b="1" dirty="0">
              <a:solidFill>
                <a:schemeClr val="accent1"/>
              </a:solidFill>
              <a:latin typeface="Lato Black" panose="020F0A0202020403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4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6</a:t>
            </a:r>
            <a:endParaRPr lang="en-GB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1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9B5DD95-3506-4AF7-B6FB-E96FEEB326FE}"/>
              </a:ext>
            </a:extLst>
          </p:cNvPr>
          <p:cNvSpPr/>
          <p:nvPr/>
        </p:nvSpPr>
        <p:spPr>
          <a:xfrm>
            <a:off x="1086423" y="3308464"/>
            <a:ext cx="1657820" cy="803833"/>
          </a:xfrm>
          <a:custGeom>
            <a:avLst/>
            <a:gdLst>
              <a:gd name="connsiteX0" fmla="*/ 1634625 w 1657820"/>
              <a:gd name="connsiteY0" fmla="*/ 0 h 803833"/>
              <a:gd name="connsiteX1" fmla="*/ 828910 w 1657820"/>
              <a:gd name="connsiteY1" fmla="*/ 780639 h 803833"/>
              <a:gd name="connsiteX2" fmla="*/ 23038 w 1657820"/>
              <a:gd name="connsiteY2" fmla="*/ 0 h 803833"/>
              <a:gd name="connsiteX3" fmla="*/ 0 w 1657820"/>
              <a:gd name="connsiteY3" fmla="*/ 0 h 803833"/>
              <a:gd name="connsiteX4" fmla="*/ 828910 w 1657820"/>
              <a:gd name="connsiteY4" fmla="*/ 803834 h 803833"/>
              <a:gd name="connsiteX5" fmla="*/ 1657820 w 1657820"/>
              <a:gd name="connsiteY5" fmla="*/ 0 h 803833"/>
              <a:gd name="connsiteX6" fmla="*/ 1634625 w 1657820"/>
              <a:gd name="connsiteY6" fmla="*/ 0 h 803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7820" h="803833">
                <a:moveTo>
                  <a:pt x="1634625" y="0"/>
                </a:moveTo>
                <a:cubicBezTo>
                  <a:pt x="1621147" y="433340"/>
                  <a:pt x="1265698" y="780639"/>
                  <a:pt x="828910" y="780639"/>
                </a:cubicBezTo>
                <a:cubicBezTo>
                  <a:pt x="392122" y="780639"/>
                  <a:pt x="36673" y="433340"/>
                  <a:pt x="23038" y="0"/>
                </a:cubicBezTo>
                <a:lnTo>
                  <a:pt x="0" y="0"/>
                </a:lnTo>
                <a:cubicBezTo>
                  <a:pt x="13635" y="446191"/>
                  <a:pt x="379427" y="803834"/>
                  <a:pt x="828910" y="803834"/>
                </a:cubicBezTo>
                <a:cubicBezTo>
                  <a:pt x="1278393" y="803834"/>
                  <a:pt x="1644185" y="446191"/>
                  <a:pt x="1657820" y="0"/>
                </a:cubicBezTo>
                <a:lnTo>
                  <a:pt x="1634625" y="0"/>
                </a:lnTo>
                <a:close/>
              </a:path>
            </a:pathLst>
          </a:custGeom>
          <a:solidFill>
            <a:srgbClr val="D2D2D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E3E3E58-AFBF-4C6F-A618-464FD1100489}"/>
              </a:ext>
            </a:extLst>
          </p:cNvPr>
          <p:cNvSpPr/>
          <p:nvPr/>
        </p:nvSpPr>
        <p:spPr>
          <a:xfrm rot="16200000">
            <a:off x="1732672" y="4261498"/>
            <a:ext cx="365322" cy="23665"/>
          </a:xfrm>
          <a:custGeom>
            <a:avLst/>
            <a:gdLst>
              <a:gd name="connsiteX0" fmla="*/ 0 w 365322"/>
              <a:gd name="connsiteY0" fmla="*/ 0 h 23665"/>
              <a:gd name="connsiteX1" fmla="*/ 365322 w 365322"/>
              <a:gd name="connsiteY1" fmla="*/ 0 h 23665"/>
              <a:gd name="connsiteX2" fmla="*/ 365322 w 365322"/>
              <a:gd name="connsiteY2" fmla="*/ 23665 h 23665"/>
              <a:gd name="connsiteX3" fmla="*/ 0 w 365322"/>
              <a:gd name="connsiteY3" fmla="*/ 23665 h 23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322" h="23665">
                <a:moveTo>
                  <a:pt x="0" y="0"/>
                </a:moveTo>
                <a:lnTo>
                  <a:pt x="365322" y="0"/>
                </a:lnTo>
                <a:lnTo>
                  <a:pt x="365322" y="23665"/>
                </a:lnTo>
                <a:lnTo>
                  <a:pt x="0" y="23665"/>
                </a:lnTo>
                <a:close/>
              </a:path>
            </a:pathLst>
          </a:custGeom>
          <a:solidFill>
            <a:srgbClr val="D2D2D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A2D28B7-58C3-4592-8960-3A20D2FD2E03}"/>
              </a:ext>
            </a:extLst>
          </p:cNvPr>
          <p:cNvSpPr/>
          <p:nvPr/>
        </p:nvSpPr>
        <p:spPr>
          <a:xfrm>
            <a:off x="1185936" y="2553250"/>
            <a:ext cx="1458794" cy="1458793"/>
          </a:xfrm>
          <a:custGeom>
            <a:avLst/>
            <a:gdLst>
              <a:gd name="connsiteX0" fmla="*/ 1458795 w 1458794"/>
              <a:gd name="connsiteY0" fmla="*/ 729397 h 1458793"/>
              <a:gd name="connsiteX1" fmla="*/ 729397 w 1458794"/>
              <a:gd name="connsiteY1" fmla="*/ 1458794 h 1458793"/>
              <a:gd name="connsiteX2" fmla="*/ 0 w 1458794"/>
              <a:gd name="connsiteY2" fmla="*/ 729397 h 1458793"/>
              <a:gd name="connsiteX3" fmla="*/ 729397 w 1458794"/>
              <a:gd name="connsiteY3" fmla="*/ 0 h 1458793"/>
              <a:gd name="connsiteX4" fmla="*/ 1458795 w 1458794"/>
              <a:gd name="connsiteY4" fmla="*/ 729397 h 145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794" h="1458793">
                <a:moveTo>
                  <a:pt x="1458795" y="729397"/>
                </a:moveTo>
                <a:cubicBezTo>
                  <a:pt x="1458795" y="1132231"/>
                  <a:pt x="1132232" y="1458794"/>
                  <a:pt x="729397" y="1458794"/>
                </a:cubicBezTo>
                <a:cubicBezTo>
                  <a:pt x="326562" y="1458794"/>
                  <a:pt x="0" y="1132231"/>
                  <a:pt x="0" y="729397"/>
                </a:cubicBezTo>
                <a:cubicBezTo>
                  <a:pt x="0" y="326562"/>
                  <a:pt x="326562" y="0"/>
                  <a:pt x="729397" y="0"/>
                </a:cubicBezTo>
                <a:cubicBezTo>
                  <a:pt x="1132232" y="0"/>
                  <a:pt x="1458795" y="326562"/>
                  <a:pt x="1458795" y="729397"/>
                </a:cubicBezTo>
                <a:close/>
              </a:path>
            </a:pathLst>
          </a:custGeom>
          <a:solidFill>
            <a:schemeClr val="accent1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2A40A1A-88E5-45A4-A21A-4D0D35288372}"/>
              </a:ext>
            </a:extLst>
          </p:cNvPr>
          <p:cNvSpPr/>
          <p:nvPr/>
        </p:nvSpPr>
        <p:spPr>
          <a:xfrm>
            <a:off x="1307096" y="2674361"/>
            <a:ext cx="1216475" cy="1216474"/>
          </a:xfrm>
          <a:custGeom>
            <a:avLst/>
            <a:gdLst>
              <a:gd name="connsiteX0" fmla="*/ 1216475 w 1216475"/>
              <a:gd name="connsiteY0" fmla="*/ 608237 h 1216474"/>
              <a:gd name="connsiteX1" fmla="*/ 608238 w 1216475"/>
              <a:gd name="connsiteY1" fmla="*/ 1216474 h 1216474"/>
              <a:gd name="connsiteX2" fmla="*/ 0 w 1216475"/>
              <a:gd name="connsiteY2" fmla="*/ 608237 h 1216474"/>
              <a:gd name="connsiteX3" fmla="*/ 608238 w 1216475"/>
              <a:gd name="connsiteY3" fmla="*/ 0 h 1216474"/>
              <a:gd name="connsiteX4" fmla="*/ 1216475 w 1216475"/>
              <a:gd name="connsiteY4" fmla="*/ 608237 h 121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475" h="1216474">
                <a:moveTo>
                  <a:pt x="1216475" y="608237"/>
                </a:moveTo>
                <a:cubicBezTo>
                  <a:pt x="1216475" y="944157"/>
                  <a:pt x="944158" y="1216474"/>
                  <a:pt x="608238" y="1216474"/>
                </a:cubicBezTo>
                <a:cubicBezTo>
                  <a:pt x="272317" y="1216474"/>
                  <a:pt x="0" y="944157"/>
                  <a:pt x="0" y="608237"/>
                </a:cubicBezTo>
                <a:cubicBezTo>
                  <a:pt x="0" y="272317"/>
                  <a:pt x="272317" y="0"/>
                  <a:pt x="608238" y="0"/>
                </a:cubicBezTo>
                <a:cubicBezTo>
                  <a:pt x="944158" y="0"/>
                  <a:pt x="1216475" y="272317"/>
                  <a:pt x="1216475" y="6082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lt1"/>
              </a:solidFill>
            </a:endParaRPr>
          </a:p>
        </p:txBody>
      </p:sp>
      <p:sp>
        <p:nvSpPr>
          <p:cNvPr id="46" name="Arrow: Chevron 45">
            <a:extLst>
              <a:ext uri="{FF2B5EF4-FFF2-40B4-BE49-F238E27FC236}">
                <a16:creationId xmlns:a16="http://schemas.microsoft.com/office/drawing/2014/main" id="{2BCE21FE-18AD-449C-866E-DB4A63B52B5E}"/>
              </a:ext>
            </a:extLst>
          </p:cNvPr>
          <p:cNvSpPr/>
          <p:nvPr/>
        </p:nvSpPr>
        <p:spPr>
          <a:xfrm>
            <a:off x="898152" y="4455992"/>
            <a:ext cx="2034364" cy="313446"/>
          </a:xfrm>
          <a:prstGeom prst="chevron">
            <a:avLst/>
          </a:prstGeom>
          <a:solidFill>
            <a:schemeClr val="accent1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CB1E99-5166-4E06-B971-B2601EDA2D45}"/>
              </a:ext>
            </a:extLst>
          </p:cNvPr>
          <p:cNvSpPr txBox="1"/>
          <p:nvPr/>
        </p:nvSpPr>
        <p:spPr>
          <a:xfrm>
            <a:off x="940282" y="5270765"/>
            <a:ext cx="195010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Gather a team of expert to discuss on the project and draw up a roadmap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960B9E-34B2-474F-96F9-1CAB410CC98B}"/>
              </a:ext>
            </a:extLst>
          </p:cNvPr>
          <p:cNvSpPr txBox="1"/>
          <p:nvPr/>
        </p:nvSpPr>
        <p:spPr>
          <a:xfrm>
            <a:off x="1458932" y="4489412"/>
            <a:ext cx="912804" cy="246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0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2021</a:t>
            </a:r>
            <a:endParaRPr lang="en-ID" sz="10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C4C51043-F747-4D8F-9259-20E641CD0ABB}"/>
              </a:ext>
            </a:extLst>
          </p:cNvPr>
          <p:cNvSpPr/>
          <p:nvPr/>
        </p:nvSpPr>
        <p:spPr>
          <a:xfrm>
            <a:off x="3176757" y="3308464"/>
            <a:ext cx="1657820" cy="803833"/>
          </a:xfrm>
          <a:custGeom>
            <a:avLst/>
            <a:gdLst>
              <a:gd name="connsiteX0" fmla="*/ 1634625 w 1657820"/>
              <a:gd name="connsiteY0" fmla="*/ 0 h 803833"/>
              <a:gd name="connsiteX1" fmla="*/ 828910 w 1657820"/>
              <a:gd name="connsiteY1" fmla="*/ 780639 h 803833"/>
              <a:gd name="connsiteX2" fmla="*/ 23038 w 1657820"/>
              <a:gd name="connsiteY2" fmla="*/ 0 h 803833"/>
              <a:gd name="connsiteX3" fmla="*/ 0 w 1657820"/>
              <a:gd name="connsiteY3" fmla="*/ 0 h 803833"/>
              <a:gd name="connsiteX4" fmla="*/ 828910 w 1657820"/>
              <a:gd name="connsiteY4" fmla="*/ 803834 h 803833"/>
              <a:gd name="connsiteX5" fmla="*/ 1657820 w 1657820"/>
              <a:gd name="connsiteY5" fmla="*/ 0 h 803833"/>
              <a:gd name="connsiteX6" fmla="*/ 1634625 w 1657820"/>
              <a:gd name="connsiteY6" fmla="*/ 0 h 803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7820" h="803833">
                <a:moveTo>
                  <a:pt x="1634625" y="0"/>
                </a:moveTo>
                <a:cubicBezTo>
                  <a:pt x="1621147" y="433340"/>
                  <a:pt x="1265698" y="780639"/>
                  <a:pt x="828910" y="780639"/>
                </a:cubicBezTo>
                <a:cubicBezTo>
                  <a:pt x="392122" y="780639"/>
                  <a:pt x="36673" y="433340"/>
                  <a:pt x="23038" y="0"/>
                </a:cubicBezTo>
                <a:lnTo>
                  <a:pt x="0" y="0"/>
                </a:lnTo>
                <a:cubicBezTo>
                  <a:pt x="13635" y="446191"/>
                  <a:pt x="379427" y="803834"/>
                  <a:pt x="828910" y="803834"/>
                </a:cubicBezTo>
                <a:cubicBezTo>
                  <a:pt x="1278393" y="803834"/>
                  <a:pt x="1644185" y="446191"/>
                  <a:pt x="1657820" y="0"/>
                </a:cubicBezTo>
                <a:lnTo>
                  <a:pt x="1634625" y="0"/>
                </a:lnTo>
                <a:close/>
              </a:path>
            </a:pathLst>
          </a:custGeom>
          <a:solidFill>
            <a:srgbClr val="D2D2D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05E284B8-7E30-4FC9-AD7B-6FE446887238}"/>
              </a:ext>
            </a:extLst>
          </p:cNvPr>
          <p:cNvSpPr/>
          <p:nvPr/>
        </p:nvSpPr>
        <p:spPr>
          <a:xfrm rot="16200000">
            <a:off x="3823006" y="4261498"/>
            <a:ext cx="365322" cy="23665"/>
          </a:xfrm>
          <a:custGeom>
            <a:avLst/>
            <a:gdLst>
              <a:gd name="connsiteX0" fmla="*/ 0 w 365322"/>
              <a:gd name="connsiteY0" fmla="*/ 0 h 23665"/>
              <a:gd name="connsiteX1" fmla="*/ 365322 w 365322"/>
              <a:gd name="connsiteY1" fmla="*/ 0 h 23665"/>
              <a:gd name="connsiteX2" fmla="*/ 365322 w 365322"/>
              <a:gd name="connsiteY2" fmla="*/ 23665 h 23665"/>
              <a:gd name="connsiteX3" fmla="*/ 0 w 365322"/>
              <a:gd name="connsiteY3" fmla="*/ 23665 h 23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322" h="23665">
                <a:moveTo>
                  <a:pt x="0" y="0"/>
                </a:moveTo>
                <a:lnTo>
                  <a:pt x="365322" y="0"/>
                </a:lnTo>
                <a:lnTo>
                  <a:pt x="365322" y="23665"/>
                </a:lnTo>
                <a:lnTo>
                  <a:pt x="0" y="23665"/>
                </a:lnTo>
                <a:close/>
              </a:path>
            </a:pathLst>
          </a:custGeom>
          <a:solidFill>
            <a:srgbClr val="D2D2D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DB0DB7CE-E27E-4714-9D3E-E7B36FF69998}"/>
              </a:ext>
            </a:extLst>
          </p:cNvPr>
          <p:cNvSpPr/>
          <p:nvPr/>
        </p:nvSpPr>
        <p:spPr>
          <a:xfrm>
            <a:off x="3276270" y="2553250"/>
            <a:ext cx="1458794" cy="1458793"/>
          </a:xfrm>
          <a:custGeom>
            <a:avLst/>
            <a:gdLst>
              <a:gd name="connsiteX0" fmla="*/ 1458795 w 1458794"/>
              <a:gd name="connsiteY0" fmla="*/ 729397 h 1458793"/>
              <a:gd name="connsiteX1" fmla="*/ 729397 w 1458794"/>
              <a:gd name="connsiteY1" fmla="*/ 1458794 h 1458793"/>
              <a:gd name="connsiteX2" fmla="*/ 0 w 1458794"/>
              <a:gd name="connsiteY2" fmla="*/ 729397 h 1458793"/>
              <a:gd name="connsiteX3" fmla="*/ 729397 w 1458794"/>
              <a:gd name="connsiteY3" fmla="*/ 0 h 1458793"/>
              <a:gd name="connsiteX4" fmla="*/ 1458795 w 1458794"/>
              <a:gd name="connsiteY4" fmla="*/ 729397 h 145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794" h="1458793">
                <a:moveTo>
                  <a:pt x="1458795" y="729397"/>
                </a:moveTo>
                <a:cubicBezTo>
                  <a:pt x="1458795" y="1132231"/>
                  <a:pt x="1132232" y="1458794"/>
                  <a:pt x="729397" y="1458794"/>
                </a:cubicBezTo>
                <a:cubicBezTo>
                  <a:pt x="326562" y="1458794"/>
                  <a:pt x="0" y="1132231"/>
                  <a:pt x="0" y="729397"/>
                </a:cubicBezTo>
                <a:cubicBezTo>
                  <a:pt x="0" y="326562"/>
                  <a:pt x="326562" y="0"/>
                  <a:pt x="729397" y="0"/>
                </a:cubicBezTo>
                <a:cubicBezTo>
                  <a:pt x="1132232" y="0"/>
                  <a:pt x="1458795" y="326562"/>
                  <a:pt x="1458795" y="729397"/>
                </a:cubicBezTo>
                <a:close/>
              </a:path>
            </a:pathLst>
          </a:custGeom>
          <a:solidFill>
            <a:schemeClr val="accent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0D889451-263D-4592-AD89-F4B765C6F999}"/>
              </a:ext>
            </a:extLst>
          </p:cNvPr>
          <p:cNvSpPr/>
          <p:nvPr/>
        </p:nvSpPr>
        <p:spPr>
          <a:xfrm>
            <a:off x="3397430" y="2674361"/>
            <a:ext cx="1216475" cy="1216474"/>
          </a:xfrm>
          <a:custGeom>
            <a:avLst/>
            <a:gdLst>
              <a:gd name="connsiteX0" fmla="*/ 1216475 w 1216475"/>
              <a:gd name="connsiteY0" fmla="*/ 608237 h 1216474"/>
              <a:gd name="connsiteX1" fmla="*/ 608238 w 1216475"/>
              <a:gd name="connsiteY1" fmla="*/ 1216474 h 1216474"/>
              <a:gd name="connsiteX2" fmla="*/ 0 w 1216475"/>
              <a:gd name="connsiteY2" fmla="*/ 608237 h 1216474"/>
              <a:gd name="connsiteX3" fmla="*/ 608238 w 1216475"/>
              <a:gd name="connsiteY3" fmla="*/ 0 h 1216474"/>
              <a:gd name="connsiteX4" fmla="*/ 1216475 w 1216475"/>
              <a:gd name="connsiteY4" fmla="*/ 608237 h 121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475" h="1216474">
                <a:moveTo>
                  <a:pt x="1216475" y="608237"/>
                </a:moveTo>
                <a:cubicBezTo>
                  <a:pt x="1216475" y="944157"/>
                  <a:pt x="944158" y="1216474"/>
                  <a:pt x="608238" y="1216474"/>
                </a:cubicBezTo>
                <a:cubicBezTo>
                  <a:pt x="272317" y="1216474"/>
                  <a:pt x="0" y="944157"/>
                  <a:pt x="0" y="608237"/>
                </a:cubicBezTo>
                <a:cubicBezTo>
                  <a:pt x="0" y="272317"/>
                  <a:pt x="272317" y="0"/>
                  <a:pt x="608238" y="0"/>
                </a:cubicBezTo>
                <a:cubicBezTo>
                  <a:pt x="944158" y="0"/>
                  <a:pt x="1216475" y="272317"/>
                  <a:pt x="1216475" y="6082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lt1"/>
              </a:solidFill>
            </a:endParaRPr>
          </a:p>
        </p:txBody>
      </p:sp>
      <p:sp>
        <p:nvSpPr>
          <p:cNvPr id="86" name="Arrow: Chevron 85">
            <a:extLst>
              <a:ext uri="{FF2B5EF4-FFF2-40B4-BE49-F238E27FC236}">
                <a16:creationId xmlns:a16="http://schemas.microsoft.com/office/drawing/2014/main" id="{E9E4011C-1BBD-4C99-8AD0-EAA77418AD7D}"/>
              </a:ext>
            </a:extLst>
          </p:cNvPr>
          <p:cNvSpPr/>
          <p:nvPr/>
        </p:nvSpPr>
        <p:spPr>
          <a:xfrm>
            <a:off x="2988486" y="4455992"/>
            <a:ext cx="2034364" cy="313446"/>
          </a:xfrm>
          <a:prstGeom prst="chevron">
            <a:avLst/>
          </a:prstGeom>
          <a:solidFill>
            <a:schemeClr val="accent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833C0C1-8AD9-4358-817C-FD9497AC1263}"/>
              </a:ext>
            </a:extLst>
          </p:cNvPr>
          <p:cNvSpPr txBox="1"/>
          <p:nvPr/>
        </p:nvSpPr>
        <p:spPr>
          <a:xfrm>
            <a:off x="3030616" y="5270765"/>
            <a:ext cx="19501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Present project plan and road map to the board for approval.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2322BE2-5613-44D4-AB06-A624810D8CFC}"/>
              </a:ext>
            </a:extLst>
          </p:cNvPr>
          <p:cNvSpPr txBox="1"/>
          <p:nvPr/>
        </p:nvSpPr>
        <p:spPr>
          <a:xfrm>
            <a:off x="3549266" y="4489412"/>
            <a:ext cx="912804" cy="246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0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2022</a:t>
            </a:r>
            <a:endParaRPr lang="en-ID" sz="10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F9DF2F60-D986-48F5-BF22-57935829DCCD}"/>
              </a:ext>
            </a:extLst>
          </p:cNvPr>
          <p:cNvSpPr/>
          <p:nvPr/>
        </p:nvSpPr>
        <p:spPr>
          <a:xfrm>
            <a:off x="5267091" y="3308464"/>
            <a:ext cx="1657820" cy="803833"/>
          </a:xfrm>
          <a:custGeom>
            <a:avLst/>
            <a:gdLst>
              <a:gd name="connsiteX0" fmla="*/ 1634625 w 1657820"/>
              <a:gd name="connsiteY0" fmla="*/ 0 h 803833"/>
              <a:gd name="connsiteX1" fmla="*/ 828910 w 1657820"/>
              <a:gd name="connsiteY1" fmla="*/ 780639 h 803833"/>
              <a:gd name="connsiteX2" fmla="*/ 23038 w 1657820"/>
              <a:gd name="connsiteY2" fmla="*/ 0 h 803833"/>
              <a:gd name="connsiteX3" fmla="*/ 0 w 1657820"/>
              <a:gd name="connsiteY3" fmla="*/ 0 h 803833"/>
              <a:gd name="connsiteX4" fmla="*/ 828910 w 1657820"/>
              <a:gd name="connsiteY4" fmla="*/ 803834 h 803833"/>
              <a:gd name="connsiteX5" fmla="*/ 1657820 w 1657820"/>
              <a:gd name="connsiteY5" fmla="*/ 0 h 803833"/>
              <a:gd name="connsiteX6" fmla="*/ 1634625 w 1657820"/>
              <a:gd name="connsiteY6" fmla="*/ 0 h 803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7820" h="803833">
                <a:moveTo>
                  <a:pt x="1634625" y="0"/>
                </a:moveTo>
                <a:cubicBezTo>
                  <a:pt x="1621147" y="433340"/>
                  <a:pt x="1265698" y="780639"/>
                  <a:pt x="828910" y="780639"/>
                </a:cubicBezTo>
                <a:cubicBezTo>
                  <a:pt x="392122" y="780639"/>
                  <a:pt x="36673" y="433340"/>
                  <a:pt x="23038" y="0"/>
                </a:cubicBezTo>
                <a:lnTo>
                  <a:pt x="0" y="0"/>
                </a:lnTo>
                <a:cubicBezTo>
                  <a:pt x="13635" y="446191"/>
                  <a:pt x="379427" y="803834"/>
                  <a:pt x="828910" y="803834"/>
                </a:cubicBezTo>
                <a:cubicBezTo>
                  <a:pt x="1278393" y="803834"/>
                  <a:pt x="1644185" y="446191"/>
                  <a:pt x="1657820" y="0"/>
                </a:cubicBezTo>
                <a:lnTo>
                  <a:pt x="1634625" y="0"/>
                </a:lnTo>
                <a:close/>
              </a:path>
            </a:pathLst>
          </a:custGeom>
          <a:solidFill>
            <a:srgbClr val="D2D2D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8A369AA8-3FFE-4DE0-ACE3-83F20B5E2788}"/>
              </a:ext>
            </a:extLst>
          </p:cNvPr>
          <p:cNvSpPr/>
          <p:nvPr/>
        </p:nvSpPr>
        <p:spPr>
          <a:xfrm rot="16200000">
            <a:off x="5913340" y="4261498"/>
            <a:ext cx="365322" cy="23665"/>
          </a:xfrm>
          <a:custGeom>
            <a:avLst/>
            <a:gdLst>
              <a:gd name="connsiteX0" fmla="*/ 0 w 365322"/>
              <a:gd name="connsiteY0" fmla="*/ 0 h 23665"/>
              <a:gd name="connsiteX1" fmla="*/ 365322 w 365322"/>
              <a:gd name="connsiteY1" fmla="*/ 0 h 23665"/>
              <a:gd name="connsiteX2" fmla="*/ 365322 w 365322"/>
              <a:gd name="connsiteY2" fmla="*/ 23665 h 23665"/>
              <a:gd name="connsiteX3" fmla="*/ 0 w 365322"/>
              <a:gd name="connsiteY3" fmla="*/ 23665 h 23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322" h="23665">
                <a:moveTo>
                  <a:pt x="0" y="0"/>
                </a:moveTo>
                <a:lnTo>
                  <a:pt x="365322" y="0"/>
                </a:lnTo>
                <a:lnTo>
                  <a:pt x="365322" y="23665"/>
                </a:lnTo>
                <a:lnTo>
                  <a:pt x="0" y="23665"/>
                </a:lnTo>
                <a:close/>
              </a:path>
            </a:pathLst>
          </a:custGeom>
          <a:solidFill>
            <a:srgbClr val="D2D2D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1CB2319C-17D2-4FED-AE9C-053F3C81543A}"/>
              </a:ext>
            </a:extLst>
          </p:cNvPr>
          <p:cNvSpPr/>
          <p:nvPr/>
        </p:nvSpPr>
        <p:spPr>
          <a:xfrm>
            <a:off x="5366604" y="2553250"/>
            <a:ext cx="1458794" cy="1458793"/>
          </a:xfrm>
          <a:custGeom>
            <a:avLst/>
            <a:gdLst>
              <a:gd name="connsiteX0" fmla="*/ 1458795 w 1458794"/>
              <a:gd name="connsiteY0" fmla="*/ 729397 h 1458793"/>
              <a:gd name="connsiteX1" fmla="*/ 729397 w 1458794"/>
              <a:gd name="connsiteY1" fmla="*/ 1458794 h 1458793"/>
              <a:gd name="connsiteX2" fmla="*/ 0 w 1458794"/>
              <a:gd name="connsiteY2" fmla="*/ 729397 h 1458793"/>
              <a:gd name="connsiteX3" fmla="*/ 729397 w 1458794"/>
              <a:gd name="connsiteY3" fmla="*/ 0 h 1458793"/>
              <a:gd name="connsiteX4" fmla="*/ 1458795 w 1458794"/>
              <a:gd name="connsiteY4" fmla="*/ 729397 h 145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794" h="1458793">
                <a:moveTo>
                  <a:pt x="1458795" y="729397"/>
                </a:moveTo>
                <a:cubicBezTo>
                  <a:pt x="1458795" y="1132231"/>
                  <a:pt x="1132232" y="1458794"/>
                  <a:pt x="729397" y="1458794"/>
                </a:cubicBezTo>
                <a:cubicBezTo>
                  <a:pt x="326562" y="1458794"/>
                  <a:pt x="0" y="1132231"/>
                  <a:pt x="0" y="729397"/>
                </a:cubicBezTo>
                <a:cubicBezTo>
                  <a:pt x="0" y="326562"/>
                  <a:pt x="326562" y="0"/>
                  <a:pt x="729397" y="0"/>
                </a:cubicBezTo>
                <a:cubicBezTo>
                  <a:pt x="1132232" y="0"/>
                  <a:pt x="1458795" y="326562"/>
                  <a:pt x="1458795" y="729397"/>
                </a:cubicBezTo>
                <a:close/>
              </a:path>
            </a:pathLst>
          </a:custGeom>
          <a:solidFill>
            <a:schemeClr val="accent3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35A559A4-9BCE-40D4-873B-B921F80BAFD1}"/>
              </a:ext>
            </a:extLst>
          </p:cNvPr>
          <p:cNvSpPr/>
          <p:nvPr/>
        </p:nvSpPr>
        <p:spPr>
          <a:xfrm>
            <a:off x="5487764" y="2674361"/>
            <a:ext cx="1216475" cy="1216474"/>
          </a:xfrm>
          <a:custGeom>
            <a:avLst/>
            <a:gdLst>
              <a:gd name="connsiteX0" fmla="*/ 1216475 w 1216475"/>
              <a:gd name="connsiteY0" fmla="*/ 608237 h 1216474"/>
              <a:gd name="connsiteX1" fmla="*/ 608238 w 1216475"/>
              <a:gd name="connsiteY1" fmla="*/ 1216474 h 1216474"/>
              <a:gd name="connsiteX2" fmla="*/ 0 w 1216475"/>
              <a:gd name="connsiteY2" fmla="*/ 608237 h 1216474"/>
              <a:gd name="connsiteX3" fmla="*/ 608238 w 1216475"/>
              <a:gd name="connsiteY3" fmla="*/ 0 h 1216474"/>
              <a:gd name="connsiteX4" fmla="*/ 1216475 w 1216475"/>
              <a:gd name="connsiteY4" fmla="*/ 608237 h 121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475" h="1216474">
                <a:moveTo>
                  <a:pt x="1216475" y="608237"/>
                </a:moveTo>
                <a:cubicBezTo>
                  <a:pt x="1216475" y="944157"/>
                  <a:pt x="944158" y="1216474"/>
                  <a:pt x="608238" y="1216474"/>
                </a:cubicBezTo>
                <a:cubicBezTo>
                  <a:pt x="272317" y="1216474"/>
                  <a:pt x="0" y="944157"/>
                  <a:pt x="0" y="608237"/>
                </a:cubicBezTo>
                <a:cubicBezTo>
                  <a:pt x="0" y="272317"/>
                  <a:pt x="272317" y="0"/>
                  <a:pt x="608238" y="0"/>
                </a:cubicBezTo>
                <a:cubicBezTo>
                  <a:pt x="944158" y="0"/>
                  <a:pt x="1216475" y="272317"/>
                  <a:pt x="1216475" y="6082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lt1"/>
              </a:solidFill>
            </a:endParaRPr>
          </a:p>
        </p:txBody>
      </p:sp>
      <p:sp>
        <p:nvSpPr>
          <p:cNvPr id="96" name="Arrow: Chevron 95">
            <a:extLst>
              <a:ext uri="{FF2B5EF4-FFF2-40B4-BE49-F238E27FC236}">
                <a16:creationId xmlns:a16="http://schemas.microsoft.com/office/drawing/2014/main" id="{80EA5A1C-100A-47F0-8FDF-51B00BD83265}"/>
              </a:ext>
            </a:extLst>
          </p:cNvPr>
          <p:cNvSpPr/>
          <p:nvPr/>
        </p:nvSpPr>
        <p:spPr>
          <a:xfrm>
            <a:off x="5078820" y="4455992"/>
            <a:ext cx="2034364" cy="313446"/>
          </a:xfrm>
          <a:prstGeom prst="chevron">
            <a:avLst/>
          </a:prstGeom>
          <a:solidFill>
            <a:schemeClr val="accent3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6B01AA7-F338-41C3-9C7E-CC6B4B17DE65}"/>
              </a:ext>
            </a:extLst>
          </p:cNvPr>
          <p:cNvSpPr txBox="1"/>
          <p:nvPr/>
        </p:nvSpPr>
        <p:spPr>
          <a:xfrm>
            <a:off x="5120950" y="5270765"/>
            <a:ext cx="19501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Upon approval, commence the execution of the project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7A336D4-7AED-4F84-B6C3-E0DB6D910398}"/>
              </a:ext>
            </a:extLst>
          </p:cNvPr>
          <p:cNvSpPr txBox="1"/>
          <p:nvPr/>
        </p:nvSpPr>
        <p:spPr>
          <a:xfrm>
            <a:off x="5639600" y="4489412"/>
            <a:ext cx="912804" cy="246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0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2023</a:t>
            </a:r>
            <a:endParaRPr lang="en-ID" sz="10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BAD359EB-BF75-42DF-8DB6-57909CE72049}"/>
              </a:ext>
            </a:extLst>
          </p:cNvPr>
          <p:cNvSpPr/>
          <p:nvPr/>
        </p:nvSpPr>
        <p:spPr>
          <a:xfrm>
            <a:off x="7357425" y="3308464"/>
            <a:ext cx="1657820" cy="803833"/>
          </a:xfrm>
          <a:custGeom>
            <a:avLst/>
            <a:gdLst>
              <a:gd name="connsiteX0" fmla="*/ 1634625 w 1657820"/>
              <a:gd name="connsiteY0" fmla="*/ 0 h 803833"/>
              <a:gd name="connsiteX1" fmla="*/ 828910 w 1657820"/>
              <a:gd name="connsiteY1" fmla="*/ 780639 h 803833"/>
              <a:gd name="connsiteX2" fmla="*/ 23038 w 1657820"/>
              <a:gd name="connsiteY2" fmla="*/ 0 h 803833"/>
              <a:gd name="connsiteX3" fmla="*/ 0 w 1657820"/>
              <a:gd name="connsiteY3" fmla="*/ 0 h 803833"/>
              <a:gd name="connsiteX4" fmla="*/ 828910 w 1657820"/>
              <a:gd name="connsiteY4" fmla="*/ 803834 h 803833"/>
              <a:gd name="connsiteX5" fmla="*/ 1657820 w 1657820"/>
              <a:gd name="connsiteY5" fmla="*/ 0 h 803833"/>
              <a:gd name="connsiteX6" fmla="*/ 1634625 w 1657820"/>
              <a:gd name="connsiteY6" fmla="*/ 0 h 803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7820" h="803833">
                <a:moveTo>
                  <a:pt x="1634625" y="0"/>
                </a:moveTo>
                <a:cubicBezTo>
                  <a:pt x="1621147" y="433340"/>
                  <a:pt x="1265698" y="780639"/>
                  <a:pt x="828910" y="780639"/>
                </a:cubicBezTo>
                <a:cubicBezTo>
                  <a:pt x="392122" y="780639"/>
                  <a:pt x="36673" y="433340"/>
                  <a:pt x="23038" y="0"/>
                </a:cubicBezTo>
                <a:lnTo>
                  <a:pt x="0" y="0"/>
                </a:lnTo>
                <a:cubicBezTo>
                  <a:pt x="13635" y="446191"/>
                  <a:pt x="379427" y="803834"/>
                  <a:pt x="828910" y="803834"/>
                </a:cubicBezTo>
                <a:cubicBezTo>
                  <a:pt x="1278393" y="803834"/>
                  <a:pt x="1644185" y="446191"/>
                  <a:pt x="1657820" y="0"/>
                </a:cubicBezTo>
                <a:lnTo>
                  <a:pt x="1634625" y="0"/>
                </a:lnTo>
                <a:close/>
              </a:path>
            </a:pathLst>
          </a:custGeom>
          <a:solidFill>
            <a:srgbClr val="D2D2D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B26742F5-D3C4-4BE1-B617-1A3BEF6B1729}"/>
              </a:ext>
            </a:extLst>
          </p:cNvPr>
          <p:cNvSpPr/>
          <p:nvPr/>
        </p:nvSpPr>
        <p:spPr>
          <a:xfrm rot="16200000">
            <a:off x="8003674" y="4261498"/>
            <a:ext cx="365322" cy="23665"/>
          </a:xfrm>
          <a:custGeom>
            <a:avLst/>
            <a:gdLst>
              <a:gd name="connsiteX0" fmla="*/ 0 w 365322"/>
              <a:gd name="connsiteY0" fmla="*/ 0 h 23665"/>
              <a:gd name="connsiteX1" fmla="*/ 365322 w 365322"/>
              <a:gd name="connsiteY1" fmla="*/ 0 h 23665"/>
              <a:gd name="connsiteX2" fmla="*/ 365322 w 365322"/>
              <a:gd name="connsiteY2" fmla="*/ 23665 h 23665"/>
              <a:gd name="connsiteX3" fmla="*/ 0 w 365322"/>
              <a:gd name="connsiteY3" fmla="*/ 23665 h 23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322" h="23665">
                <a:moveTo>
                  <a:pt x="0" y="0"/>
                </a:moveTo>
                <a:lnTo>
                  <a:pt x="365322" y="0"/>
                </a:lnTo>
                <a:lnTo>
                  <a:pt x="365322" y="23665"/>
                </a:lnTo>
                <a:lnTo>
                  <a:pt x="0" y="23665"/>
                </a:lnTo>
                <a:close/>
              </a:path>
            </a:pathLst>
          </a:custGeom>
          <a:solidFill>
            <a:srgbClr val="D2D2D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C498FB7E-A2C6-43C6-B623-0C56C3C14E7E}"/>
              </a:ext>
            </a:extLst>
          </p:cNvPr>
          <p:cNvSpPr/>
          <p:nvPr/>
        </p:nvSpPr>
        <p:spPr>
          <a:xfrm>
            <a:off x="7456938" y="2553250"/>
            <a:ext cx="1458794" cy="1458793"/>
          </a:xfrm>
          <a:custGeom>
            <a:avLst/>
            <a:gdLst>
              <a:gd name="connsiteX0" fmla="*/ 1458795 w 1458794"/>
              <a:gd name="connsiteY0" fmla="*/ 729397 h 1458793"/>
              <a:gd name="connsiteX1" fmla="*/ 729397 w 1458794"/>
              <a:gd name="connsiteY1" fmla="*/ 1458794 h 1458793"/>
              <a:gd name="connsiteX2" fmla="*/ 0 w 1458794"/>
              <a:gd name="connsiteY2" fmla="*/ 729397 h 1458793"/>
              <a:gd name="connsiteX3" fmla="*/ 729397 w 1458794"/>
              <a:gd name="connsiteY3" fmla="*/ 0 h 1458793"/>
              <a:gd name="connsiteX4" fmla="*/ 1458795 w 1458794"/>
              <a:gd name="connsiteY4" fmla="*/ 729397 h 145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794" h="1458793">
                <a:moveTo>
                  <a:pt x="1458795" y="729397"/>
                </a:moveTo>
                <a:cubicBezTo>
                  <a:pt x="1458795" y="1132231"/>
                  <a:pt x="1132232" y="1458794"/>
                  <a:pt x="729397" y="1458794"/>
                </a:cubicBezTo>
                <a:cubicBezTo>
                  <a:pt x="326562" y="1458794"/>
                  <a:pt x="0" y="1132231"/>
                  <a:pt x="0" y="729397"/>
                </a:cubicBezTo>
                <a:cubicBezTo>
                  <a:pt x="0" y="326562"/>
                  <a:pt x="326562" y="0"/>
                  <a:pt x="729397" y="0"/>
                </a:cubicBezTo>
                <a:cubicBezTo>
                  <a:pt x="1132232" y="0"/>
                  <a:pt x="1458795" y="326562"/>
                  <a:pt x="1458795" y="729397"/>
                </a:cubicBezTo>
                <a:close/>
              </a:path>
            </a:pathLst>
          </a:custGeom>
          <a:solidFill>
            <a:schemeClr val="accent4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B526C2D4-2C3C-47F7-9CE2-2F30E380B17E}"/>
              </a:ext>
            </a:extLst>
          </p:cNvPr>
          <p:cNvSpPr/>
          <p:nvPr/>
        </p:nvSpPr>
        <p:spPr>
          <a:xfrm>
            <a:off x="7578098" y="2674361"/>
            <a:ext cx="1216475" cy="1216474"/>
          </a:xfrm>
          <a:custGeom>
            <a:avLst/>
            <a:gdLst>
              <a:gd name="connsiteX0" fmla="*/ 1216475 w 1216475"/>
              <a:gd name="connsiteY0" fmla="*/ 608237 h 1216474"/>
              <a:gd name="connsiteX1" fmla="*/ 608238 w 1216475"/>
              <a:gd name="connsiteY1" fmla="*/ 1216474 h 1216474"/>
              <a:gd name="connsiteX2" fmla="*/ 0 w 1216475"/>
              <a:gd name="connsiteY2" fmla="*/ 608237 h 1216474"/>
              <a:gd name="connsiteX3" fmla="*/ 608238 w 1216475"/>
              <a:gd name="connsiteY3" fmla="*/ 0 h 1216474"/>
              <a:gd name="connsiteX4" fmla="*/ 1216475 w 1216475"/>
              <a:gd name="connsiteY4" fmla="*/ 608237 h 121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475" h="1216474">
                <a:moveTo>
                  <a:pt x="1216475" y="608237"/>
                </a:moveTo>
                <a:cubicBezTo>
                  <a:pt x="1216475" y="944157"/>
                  <a:pt x="944158" y="1216474"/>
                  <a:pt x="608238" y="1216474"/>
                </a:cubicBezTo>
                <a:cubicBezTo>
                  <a:pt x="272317" y="1216474"/>
                  <a:pt x="0" y="944157"/>
                  <a:pt x="0" y="608237"/>
                </a:cubicBezTo>
                <a:cubicBezTo>
                  <a:pt x="0" y="272317"/>
                  <a:pt x="272317" y="0"/>
                  <a:pt x="608238" y="0"/>
                </a:cubicBezTo>
                <a:cubicBezTo>
                  <a:pt x="944158" y="0"/>
                  <a:pt x="1216475" y="272317"/>
                  <a:pt x="1216475" y="6082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lt1"/>
              </a:solidFill>
            </a:endParaRPr>
          </a:p>
        </p:txBody>
      </p:sp>
      <p:sp>
        <p:nvSpPr>
          <p:cNvPr id="106" name="Arrow: Chevron 105">
            <a:extLst>
              <a:ext uri="{FF2B5EF4-FFF2-40B4-BE49-F238E27FC236}">
                <a16:creationId xmlns:a16="http://schemas.microsoft.com/office/drawing/2014/main" id="{022EED14-E949-4E33-AF67-EAA7A935B27B}"/>
              </a:ext>
            </a:extLst>
          </p:cNvPr>
          <p:cNvSpPr/>
          <p:nvPr/>
        </p:nvSpPr>
        <p:spPr>
          <a:xfrm>
            <a:off x="7169154" y="4455992"/>
            <a:ext cx="2034364" cy="313446"/>
          </a:xfrm>
          <a:prstGeom prst="chevron">
            <a:avLst/>
          </a:prstGeom>
          <a:solidFill>
            <a:schemeClr val="accent4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50CB40B-5F70-4A3F-A589-38B41C0B1B13}"/>
              </a:ext>
            </a:extLst>
          </p:cNvPr>
          <p:cNvSpPr txBox="1"/>
          <p:nvPr/>
        </p:nvSpPr>
        <p:spPr>
          <a:xfrm>
            <a:off x="7211284" y="5270765"/>
            <a:ext cx="195010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A review and User Acceptance Testing to confirm project is ready for launch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88C06F0-D652-4A17-9E49-AFF2F13D5466}"/>
              </a:ext>
            </a:extLst>
          </p:cNvPr>
          <p:cNvSpPr txBox="1"/>
          <p:nvPr/>
        </p:nvSpPr>
        <p:spPr>
          <a:xfrm>
            <a:off x="7729934" y="4489412"/>
            <a:ext cx="912804" cy="246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0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2024</a:t>
            </a:r>
            <a:endParaRPr lang="en-ID" sz="10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2BA227B8-4B7C-48C8-9CA6-D717BB8DC747}"/>
              </a:ext>
            </a:extLst>
          </p:cNvPr>
          <p:cNvSpPr/>
          <p:nvPr/>
        </p:nvSpPr>
        <p:spPr>
          <a:xfrm>
            <a:off x="9447758" y="3308464"/>
            <a:ext cx="1657820" cy="803833"/>
          </a:xfrm>
          <a:custGeom>
            <a:avLst/>
            <a:gdLst>
              <a:gd name="connsiteX0" fmla="*/ 1634625 w 1657820"/>
              <a:gd name="connsiteY0" fmla="*/ 0 h 803833"/>
              <a:gd name="connsiteX1" fmla="*/ 828910 w 1657820"/>
              <a:gd name="connsiteY1" fmla="*/ 780639 h 803833"/>
              <a:gd name="connsiteX2" fmla="*/ 23038 w 1657820"/>
              <a:gd name="connsiteY2" fmla="*/ 0 h 803833"/>
              <a:gd name="connsiteX3" fmla="*/ 0 w 1657820"/>
              <a:gd name="connsiteY3" fmla="*/ 0 h 803833"/>
              <a:gd name="connsiteX4" fmla="*/ 828910 w 1657820"/>
              <a:gd name="connsiteY4" fmla="*/ 803834 h 803833"/>
              <a:gd name="connsiteX5" fmla="*/ 1657820 w 1657820"/>
              <a:gd name="connsiteY5" fmla="*/ 0 h 803833"/>
              <a:gd name="connsiteX6" fmla="*/ 1634625 w 1657820"/>
              <a:gd name="connsiteY6" fmla="*/ 0 h 803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7820" h="803833">
                <a:moveTo>
                  <a:pt x="1634625" y="0"/>
                </a:moveTo>
                <a:cubicBezTo>
                  <a:pt x="1621147" y="433340"/>
                  <a:pt x="1265698" y="780639"/>
                  <a:pt x="828910" y="780639"/>
                </a:cubicBezTo>
                <a:cubicBezTo>
                  <a:pt x="392122" y="780639"/>
                  <a:pt x="36673" y="433340"/>
                  <a:pt x="23038" y="0"/>
                </a:cubicBezTo>
                <a:lnTo>
                  <a:pt x="0" y="0"/>
                </a:lnTo>
                <a:cubicBezTo>
                  <a:pt x="13635" y="446191"/>
                  <a:pt x="379427" y="803834"/>
                  <a:pt x="828910" y="803834"/>
                </a:cubicBezTo>
                <a:cubicBezTo>
                  <a:pt x="1278393" y="803834"/>
                  <a:pt x="1644185" y="446191"/>
                  <a:pt x="1657820" y="0"/>
                </a:cubicBezTo>
                <a:lnTo>
                  <a:pt x="1634625" y="0"/>
                </a:lnTo>
                <a:close/>
              </a:path>
            </a:pathLst>
          </a:custGeom>
          <a:solidFill>
            <a:srgbClr val="D2D2D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73D9BE56-4941-421E-806D-0D2F66942737}"/>
              </a:ext>
            </a:extLst>
          </p:cNvPr>
          <p:cNvSpPr/>
          <p:nvPr/>
        </p:nvSpPr>
        <p:spPr>
          <a:xfrm rot="16200000">
            <a:off x="10094007" y="4261498"/>
            <a:ext cx="365322" cy="23665"/>
          </a:xfrm>
          <a:custGeom>
            <a:avLst/>
            <a:gdLst>
              <a:gd name="connsiteX0" fmla="*/ 0 w 365322"/>
              <a:gd name="connsiteY0" fmla="*/ 0 h 23665"/>
              <a:gd name="connsiteX1" fmla="*/ 365322 w 365322"/>
              <a:gd name="connsiteY1" fmla="*/ 0 h 23665"/>
              <a:gd name="connsiteX2" fmla="*/ 365322 w 365322"/>
              <a:gd name="connsiteY2" fmla="*/ 23665 h 23665"/>
              <a:gd name="connsiteX3" fmla="*/ 0 w 365322"/>
              <a:gd name="connsiteY3" fmla="*/ 23665 h 23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322" h="23665">
                <a:moveTo>
                  <a:pt x="0" y="0"/>
                </a:moveTo>
                <a:lnTo>
                  <a:pt x="365322" y="0"/>
                </a:lnTo>
                <a:lnTo>
                  <a:pt x="365322" y="23665"/>
                </a:lnTo>
                <a:lnTo>
                  <a:pt x="0" y="23665"/>
                </a:lnTo>
                <a:close/>
              </a:path>
            </a:pathLst>
          </a:custGeom>
          <a:solidFill>
            <a:srgbClr val="D2D2D2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802D65F5-95D8-4AD8-BA3E-09346B75D827}"/>
              </a:ext>
            </a:extLst>
          </p:cNvPr>
          <p:cNvSpPr/>
          <p:nvPr/>
        </p:nvSpPr>
        <p:spPr>
          <a:xfrm>
            <a:off x="9547271" y="2553250"/>
            <a:ext cx="1458794" cy="1458793"/>
          </a:xfrm>
          <a:custGeom>
            <a:avLst/>
            <a:gdLst>
              <a:gd name="connsiteX0" fmla="*/ 1458795 w 1458794"/>
              <a:gd name="connsiteY0" fmla="*/ 729397 h 1458793"/>
              <a:gd name="connsiteX1" fmla="*/ 729397 w 1458794"/>
              <a:gd name="connsiteY1" fmla="*/ 1458794 h 1458793"/>
              <a:gd name="connsiteX2" fmla="*/ 0 w 1458794"/>
              <a:gd name="connsiteY2" fmla="*/ 729397 h 1458793"/>
              <a:gd name="connsiteX3" fmla="*/ 729397 w 1458794"/>
              <a:gd name="connsiteY3" fmla="*/ 0 h 1458793"/>
              <a:gd name="connsiteX4" fmla="*/ 1458795 w 1458794"/>
              <a:gd name="connsiteY4" fmla="*/ 729397 h 145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794" h="1458793">
                <a:moveTo>
                  <a:pt x="1458795" y="729397"/>
                </a:moveTo>
                <a:cubicBezTo>
                  <a:pt x="1458795" y="1132231"/>
                  <a:pt x="1132232" y="1458794"/>
                  <a:pt x="729397" y="1458794"/>
                </a:cubicBezTo>
                <a:cubicBezTo>
                  <a:pt x="326562" y="1458794"/>
                  <a:pt x="0" y="1132231"/>
                  <a:pt x="0" y="729397"/>
                </a:cubicBezTo>
                <a:cubicBezTo>
                  <a:pt x="0" y="326562"/>
                  <a:pt x="326562" y="0"/>
                  <a:pt x="729397" y="0"/>
                </a:cubicBezTo>
                <a:cubicBezTo>
                  <a:pt x="1132232" y="0"/>
                  <a:pt x="1458795" y="326562"/>
                  <a:pt x="1458795" y="729397"/>
                </a:cubicBezTo>
                <a:close/>
              </a:path>
            </a:pathLst>
          </a:custGeom>
          <a:solidFill>
            <a:schemeClr val="accent5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9A0AC77E-1971-4E20-BC5B-34711DDDCBC1}"/>
              </a:ext>
            </a:extLst>
          </p:cNvPr>
          <p:cNvSpPr/>
          <p:nvPr/>
        </p:nvSpPr>
        <p:spPr>
          <a:xfrm>
            <a:off x="9668431" y="2674361"/>
            <a:ext cx="1216475" cy="1216474"/>
          </a:xfrm>
          <a:custGeom>
            <a:avLst/>
            <a:gdLst>
              <a:gd name="connsiteX0" fmla="*/ 1216475 w 1216475"/>
              <a:gd name="connsiteY0" fmla="*/ 608237 h 1216474"/>
              <a:gd name="connsiteX1" fmla="*/ 608238 w 1216475"/>
              <a:gd name="connsiteY1" fmla="*/ 1216474 h 1216474"/>
              <a:gd name="connsiteX2" fmla="*/ 0 w 1216475"/>
              <a:gd name="connsiteY2" fmla="*/ 608237 h 1216474"/>
              <a:gd name="connsiteX3" fmla="*/ 608238 w 1216475"/>
              <a:gd name="connsiteY3" fmla="*/ 0 h 1216474"/>
              <a:gd name="connsiteX4" fmla="*/ 1216475 w 1216475"/>
              <a:gd name="connsiteY4" fmla="*/ 608237 h 121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475" h="1216474">
                <a:moveTo>
                  <a:pt x="1216475" y="608237"/>
                </a:moveTo>
                <a:cubicBezTo>
                  <a:pt x="1216475" y="944157"/>
                  <a:pt x="944158" y="1216474"/>
                  <a:pt x="608238" y="1216474"/>
                </a:cubicBezTo>
                <a:cubicBezTo>
                  <a:pt x="272317" y="1216474"/>
                  <a:pt x="0" y="944157"/>
                  <a:pt x="0" y="608237"/>
                </a:cubicBezTo>
                <a:cubicBezTo>
                  <a:pt x="0" y="272317"/>
                  <a:pt x="272317" y="0"/>
                  <a:pt x="608238" y="0"/>
                </a:cubicBezTo>
                <a:cubicBezTo>
                  <a:pt x="944158" y="0"/>
                  <a:pt x="1216475" y="272317"/>
                  <a:pt x="1216475" y="6082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1143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lt1"/>
              </a:solidFill>
            </a:endParaRPr>
          </a:p>
        </p:txBody>
      </p:sp>
      <p:sp>
        <p:nvSpPr>
          <p:cNvPr id="116" name="Arrow: Chevron 115">
            <a:extLst>
              <a:ext uri="{FF2B5EF4-FFF2-40B4-BE49-F238E27FC236}">
                <a16:creationId xmlns:a16="http://schemas.microsoft.com/office/drawing/2014/main" id="{0AEEDA5C-776E-4D95-9353-0C2A9B19C851}"/>
              </a:ext>
            </a:extLst>
          </p:cNvPr>
          <p:cNvSpPr/>
          <p:nvPr/>
        </p:nvSpPr>
        <p:spPr>
          <a:xfrm>
            <a:off x="9259487" y="4455992"/>
            <a:ext cx="2034364" cy="313446"/>
          </a:xfrm>
          <a:prstGeom prst="chevron">
            <a:avLst/>
          </a:prstGeom>
          <a:solidFill>
            <a:schemeClr val="accent5"/>
          </a:solidFill>
          <a:ln w="15662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21B71BF-E849-422F-9717-EFBC083FC1E8}"/>
              </a:ext>
            </a:extLst>
          </p:cNvPr>
          <p:cNvSpPr txBox="1"/>
          <p:nvPr/>
        </p:nvSpPr>
        <p:spPr>
          <a:xfrm>
            <a:off x="9301617" y="5270765"/>
            <a:ext cx="19501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Launch out the product for users to purchase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73A5732-F071-4131-A469-BDD99487A90B}"/>
              </a:ext>
            </a:extLst>
          </p:cNvPr>
          <p:cNvSpPr txBox="1"/>
          <p:nvPr/>
        </p:nvSpPr>
        <p:spPr>
          <a:xfrm>
            <a:off x="9820267" y="4489412"/>
            <a:ext cx="912804" cy="246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000" b="1" dirty="0">
                <a:solidFill>
                  <a:schemeClr val="bg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2025</a:t>
            </a:r>
            <a:endParaRPr lang="en-ID" sz="1000" b="1" dirty="0">
              <a:solidFill>
                <a:schemeClr val="bg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8AF002D-2750-4B25-900C-B5B0D72EB365}"/>
              </a:ext>
            </a:extLst>
          </p:cNvPr>
          <p:cNvSpPr txBox="1"/>
          <p:nvPr/>
        </p:nvSpPr>
        <p:spPr>
          <a:xfrm>
            <a:off x="1110089" y="1833736"/>
            <a:ext cx="1634154" cy="30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rPr>
              <a:t>Project Initiation</a:t>
            </a:r>
            <a:endParaRPr lang="en-ID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1EF492A-EEF6-4D17-8246-085CFD4A8470}"/>
              </a:ext>
            </a:extLst>
          </p:cNvPr>
          <p:cNvSpPr txBox="1"/>
          <p:nvPr/>
        </p:nvSpPr>
        <p:spPr>
          <a:xfrm>
            <a:off x="3188591" y="1833736"/>
            <a:ext cx="1634154" cy="545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rPr>
              <a:t>Board Presentation</a:t>
            </a:r>
            <a:endParaRPr lang="en-ID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9A1E629-54C9-4EEC-910C-5B42F1A092B0}"/>
              </a:ext>
            </a:extLst>
          </p:cNvPr>
          <p:cNvSpPr txBox="1"/>
          <p:nvPr/>
        </p:nvSpPr>
        <p:spPr>
          <a:xfrm>
            <a:off x="5278925" y="1833736"/>
            <a:ext cx="1634154" cy="545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rPr>
              <a:t>Project Commencement</a:t>
            </a:r>
            <a:endParaRPr lang="en-ID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BD42E2B-F19B-4CA1-B7A7-4C86FE77DE88}"/>
              </a:ext>
            </a:extLst>
          </p:cNvPr>
          <p:cNvSpPr txBox="1"/>
          <p:nvPr/>
        </p:nvSpPr>
        <p:spPr>
          <a:xfrm>
            <a:off x="7369259" y="1833736"/>
            <a:ext cx="1634154" cy="30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rPr>
              <a:t>Project Review</a:t>
            </a:r>
            <a:endParaRPr lang="en-ID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641DB1D-1BC5-4A83-9CD4-76F74C93D3B7}"/>
              </a:ext>
            </a:extLst>
          </p:cNvPr>
          <p:cNvSpPr txBox="1"/>
          <p:nvPr/>
        </p:nvSpPr>
        <p:spPr>
          <a:xfrm>
            <a:off x="9459592" y="1833736"/>
            <a:ext cx="1634154" cy="30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rPr>
              <a:t>Product Launch</a:t>
            </a:r>
            <a:endParaRPr lang="en-ID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130" name="Freeform 27">
            <a:extLst>
              <a:ext uri="{FF2B5EF4-FFF2-40B4-BE49-F238E27FC236}">
                <a16:creationId xmlns:a16="http://schemas.microsoft.com/office/drawing/2014/main" id="{36C5E14C-AA8A-4167-B692-FB461BA12CE6}"/>
              </a:ext>
            </a:extLst>
          </p:cNvPr>
          <p:cNvSpPr>
            <a:spLocks noEditPoints="1"/>
          </p:cNvSpPr>
          <p:nvPr/>
        </p:nvSpPr>
        <p:spPr bwMode="auto">
          <a:xfrm>
            <a:off x="3678479" y="2950259"/>
            <a:ext cx="654376" cy="664678"/>
          </a:xfrm>
          <a:custGeom>
            <a:avLst/>
            <a:gdLst>
              <a:gd name="T0" fmla="*/ 107 w 213"/>
              <a:gd name="T1" fmla="*/ 13 h 216"/>
              <a:gd name="T2" fmla="*/ 11 w 213"/>
              <a:gd name="T3" fmla="*/ 108 h 216"/>
              <a:gd name="T4" fmla="*/ 107 w 213"/>
              <a:gd name="T5" fmla="*/ 204 h 216"/>
              <a:gd name="T6" fmla="*/ 202 w 213"/>
              <a:gd name="T7" fmla="*/ 108 h 216"/>
              <a:gd name="T8" fmla="*/ 107 w 213"/>
              <a:gd name="T9" fmla="*/ 13 h 216"/>
              <a:gd name="T10" fmla="*/ 107 w 213"/>
              <a:gd name="T11" fmla="*/ 196 h 216"/>
              <a:gd name="T12" fmla="*/ 19 w 213"/>
              <a:gd name="T13" fmla="*/ 108 h 216"/>
              <a:gd name="T14" fmla="*/ 107 w 213"/>
              <a:gd name="T15" fmla="*/ 21 h 216"/>
              <a:gd name="T16" fmla="*/ 194 w 213"/>
              <a:gd name="T17" fmla="*/ 108 h 216"/>
              <a:gd name="T18" fmla="*/ 107 w 213"/>
              <a:gd name="T19" fmla="*/ 196 h 216"/>
              <a:gd name="T20" fmla="*/ 109 w 213"/>
              <a:gd name="T21" fmla="*/ 111 h 216"/>
              <a:gd name="T22" fmla="*/ 109 w 213"/>
              <a:gd name="T23" fmla="*/ 52 h 216"/>
              <a:gd name="T24" fmla="*/ 105 w 213"/>
              <a:gd name="T25" fmla="*/ 48 h 216"/>
              <a:gd name="T26" fmla="*/ 101 w 213"/>
              <a:gd name="T27" fmla="*/ 52 h 216"/>
              <a:gd name="T28" fmla="*/ 101 w 213"/>
              <a:gd name="T29" fmla="*/ 114 h 216"/>
              <a:gd name="T30" fmla="*/ 134 w 213"/>
              <a:gd name="T31" fmla="*/ 147 h 216"/>
              <a:gd name="T32" fmla="*/ 137 w 213"/>
              <a:gd name="T33" fmla="*/ 148 h 216"/>
              <a:gd name="T34" fmla="*/ 139 w 213"/>
              <a:gd name="T35" fmla="*/ 147 h 216"/>
              <a:gd name="T36" fmla="*/ 139 w 213"/>
              <a:gd name="T37" fmla="*/ 141 h 216"/>
              <a:gd name="T38" fmla="*/ 109 w 213"/>
              <a:gd name="T39" fmla="*/ 111 h 216"/>
              <a:gd name="T40" fmla="*/ 40 w 213"/>
              <a:gd name="T41" fmla="*/ 193 h 216"/>
              <a:gd name="T42" fmla="*/ 24 w 213"/>
              <a:gd name="T43" fmla="*/ 209 h 216"/>
              <a:gd name="T44" fmla="*/ 24 w 213"/>
              <a:gd name="T45" fmla="*/ 215 h 216"/>
              <a:gd name="T46" fmla="*/ 27 w 213"/>
              <a:gd name="T47" fmla="*/ 216 h 216"/>
              <a:gd name="T48" fmla="*/ 30 w 213"/>
              <a:gd name="T49" fmla="*/ 215 h 216"/>
              <a:gd name="T50" fmla="*/ 46 w 213"/>
              <a:gd name="T51" fmla="*/ 199 h 216"/>
              <a:gd name="T52" fmla="*/ 46 w 213"/>
              <a:gd name="T53" fmla="*/ 193 h 216"/>
              <a:gd name="T54" fmla="*/ 40 w 213"/>
              <a:gd name="T55" fmla="*/ 193 h 216"/>
              <a:gd name="T56" fmla="*/ 173 w 213"/>
              <a:gd name="T57" fmla="*/ 193 h 216"/>
              <a:gd name="T58" fmla="*/ 167 w 213"/>
              <a:gd name="T59" fmla="*/ 193 h 216"/>
              <a:gd name="T60" fmla="*/ 167 w 213"/>
              <a:gd name="T61" fmla="*/ 199 h 216"/>
              <a:gd name="T62" fmla="*/ 183 w 213"/>
              <a:gd name="T63" fmla="*/ 215 h 216"/>
              <a:gd name="T64" fmla="*/ 186 w 213"/>
              <a:gd name="T65" fmla="*/ 216 h 216"/>
              <a:gd name="T66" fmla="*/ 189 w 213"/>
              <a:gd name="T67" fmla="*/ 215 h 216"/>
              <a:gd name="T68" fmla="*/ 189 w 213"/>
              <a:gd name="T69" fmla="*/ 209 h 216"/>
              <a:gd name="T70" fmla="*/ 173 w 213"/>
              <a:gd name="T71" fmla="*/ 193 h 216"/>
              <a:gd name="T72" fmla="*/ 67 w 213"/>
              <a:gd name="T73" fmla="*/ 9 h 216"/>
              <a:gd name="T74" fmla="*/ 71 w 213"/>
              <a:gd name="T75" fmla="*/ 4 h 216"/>
              <a:gd name="T76" fmla="*/ 66 w 213"/>
              <a:gd name="T77" fmla="*/ 1 h 216"/>
              <a:gd name="T78" fmla="*/ 1 w 213"/>
              <a:gd name="T79" fmla="*/ 57 h 216"/>
              <a:gd name="T80" fmla="*/ 4 w 213"/>
              <a:gd name="T81" fmla="*/ 62 h 216"/>
              <a:gd name="T82" fmla="*/ 5 w 213"/>
              <a:gd name="T83" fmla="*/ 62 h 216"/>
              <a:gd name="T84" fmla="*/ 9 w 213"/>
              <a:gd name="T85" fmla="*/ 60 h 216"/>
              <a:gd name="T86" fmla="*/ 67 w 213"/>
              <a:gd name="T87" fmla="*/ 9 h 216"/>
              <a:gd name="T88" fmla="*/ 212 w 213"/>
              <a:gd name="T89" fmla="*/ 57 h 216"/>
              <a:gd name="T90" fmla="*/ 147 w 213"/>
              <a:gd name="T91" fmla="*/ 1 h 216"/>
              <a:gd name="T92" fmla="*/ 142 w 213"/>
              <a:gd name="T93" fmla="*/ 4 h 216"/>
              <a:gd name="T94" fmla="*/ 146 w 213"/>
              <a:gd name="T95" fmla="*/ 9 h 216"/>
              <a:gd name="T96" fmla="*/ 204 w 213"/>
              <a:gd name="T97" fmla="*/ 60 h 216"/>
              <a:gd name="T98" fmla="*/ 208 w 213"/>
              <a:gd name="T99" fmla="*/ 62 h 216"/>
              <a:gd name="T100" fmla="*/ 209 w 213"/>
              <a:gd name="T101" fmla="*/ 62 h 216"/>
              <a:gd name="T102" fmla="*/ 212 w 213"/>
              <a:gd name="T103" fmla="*/ 57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3" h="216">
                <a:moveTo>
                  <a:pt x="107" y="13"/>
                </a:moveTo>
                <a:cubicBezTo>
                  <a:pt x="54" y="13"/>
                  <a:pt x="11" y="56"/>
                  <a:pt x="11" y="108"/>
                </a:cubicBezTo>
                <a:cubicBezTo>
                  <a:pt x="11" y="161"/>
                  <a:pt x="54" y="204"/>
                  <a:pt x="107" y="204"/>
                </a:cubicBezTo>
                <a:cubicBezTo>
                  <a:pt x="159" y="204"/>
                  <a:pt x="202" y="161"/>
                  <a:pt x="202" y="108"/>
                </a:cubicBezTo>
                <a:cubicBezTo>
                  <a:pt x="202" y="56"/>
                  <a:pt x="159" y="13"/>
                  <a:pt x="107" y="13"/>
                </a:cubicBezTo>
                <a:close/>
                <a:moveTo>
                  <a:pt x="107" y="196"/>
                </a:moveTo>
                <a:cubicBezTo>
                  <a:pt x="58" y="196"/>
                  <a:pt x="19" y="157"/>
                  <a:pt x="19" y="108"/>
                </a:cubicBezTo>
                <a:cubicBezTo>
                  <a:pt x="19" y="60"/>
                  <a:pt x="58" y="21"/>
                  <a:pt x="107" y="21"/>
                </a:cubicBezTo>
                <a:cubicBezTo>
                  <a:pt x="155" y="21"/>
                  <a:pt x="194" y="60"/>
                  <a:pt x="194" y="108"/>
                </a:cubicBezTo>
                <a:cubicBezTo>
                  <a:pt x="194" y="157"/>
                  <a:pt x="155" y="196"/>
                  <a:pt x="107" y="196"/>
                </a:cubicBezTo>
                <a:close/>
                <a:moveTo>
                  <a:pt x="109" y="111"/>
                </a:moveTo>
                <a:cubicBezTo>
                  <a:pt x="109" y="52"/>
                  <a:pt x="109" y="52"/>
                  <a:pt x="109" y="52"/>
                </a:cubicBezTo>
                <a:cubicBezTo>
                  <a:pt x="109" y="50"/>
                  <a:pt x="107" y="48"/>
                  <a:pt x="105" y="48"/>
                </a:cubicBezTo>
                <a:cubicBezTo>
                  <a:pt x="102" y="48"/>
                  <a:pt x="101" y="50"/>
                  <a:pt x="101" y="52"/>
                </a:cubicBezTo>
                <a:cubicBezTo>
                  <a:pt x="101" y="114"/>
                  <a:pt x="101" y="114"/>
                  <a:pt x="101" y="114"/>
                </a:cubicBezTo>
                <a:cubicBezTo>
                  <a:pt x="134" y="147"/>
                  <a:pt x="134" y="147"/>
                  <a:pt x="134" y="147"/>
                </a:cubicBezTo>
                <a:cubicBezTo>
                  <a:pt x="134" y="148"/>
                  <a:pt x="136" y="148"/>
                  <a:pt x="137" y="148"/>
                </a:cubicBezTo>
                <a:cubicBezTo>
                  <a:pt x="138" y="148"/>
                  <a:pt x="139" y="148"/>
                  <a:pt x="139" y="147"/>
                </a:cubicBezTo>
                <a:cubicBezTo>
                  <a:pt x="141" y="146"/>
                  <a:pt x="141" y="143"/>
                  <a:pt x="139" y="141"/>
                </a:cubicBezTo>
                <a:lnTo>
                  <a:pt x="109" y="111"/>
                </a:lnTo>
                <a:close/>
                <a:moveTo>
                  <a:pt x="40" y="193"/>
                </a:moveTo>
                <a:cubicBezTo>
                  <a:pt x="24" y="209"/>
                  <a:pt x="24" y="209"/>
                  <a:pt x="24" y="209"/>
                </a:cubicBezTo>
                <a:cubicBezTo>
                  <a:pt x="22" y="211"/>
                  <a:pt x="22" y="214"/>
                  <a:pt x="24" y="215"/>
                </a:cubicBezTo>
                <a:cubicBezTo>
                  <a:pt x="25" y="216"/>
                  <a:pt x="26" y="216"/>
                  <a:pt x="27" y="216"/>
                </a:cubicBezTo>
                <a:cubicBezTo>
                  <a:pt x="28" y="216"/>
                  <a:pt x="29" y="216"/>
                  <a:pt x="30" y="215"/>
                </a:cubicBezTo>
                <a:cubicBezTo>
                  <a:pt x="46" y="199"/>
                  <a:pt x="46" y="199"/>
                  <a:pt x="46" y="199"/>
                </a:cubicBezTo>
                <a:cubicBezTo>
                  <a:pt x="47" y="198"/>
                  <a:pt x="47" y="195"/>
                  <a:pt x="46" y="193"/>
                </a:cubicBezTo>
                <a:cubicBezTo>
                  <a:pt x="44" y="192"/>
                  <a:pt x="42" y="192"/>
                  <a:pt x="40" y="193"/>
                </a:cubicBezTo>
                <a:close/>
                <a:moveTo>
                  <a:pt x="173" y="193"/>
                </a:moveTo>
                <a:cubicBezTo>
                  <a:pt x="172" y="192"/>
                  <a:pt x="169" y="192"/>
                  <a:pt x="167" y="193"/>
                </a:cubicBezTo>
                <a:cubicBezTo>
                  <a:pt x="166" y="195"/>
                  <a:pt x="166" y="198"/>
                  <a:pt x="167" y="199"/>
                </a:cubicBezTo>
                <a:cubicBezTo>
                  <a:pt x="183" y="215"/>
                  <a:pt x="183" y="215"/>
                  <a:pt x="183" y="215"/>
                </a:cubicBezTo>
                <a:cubicBezTo>
                  <a:pt x="184" y="216"/>
                  <a:pt x="185" y="216"/>
                  <a:pt x="186" y="216"/>
                </a:cubicBezTo>
                <a:cubicBezTo>
                  <a:pt x="187" y="216"/>
                  <a:pt x="188" y="216"/>
                  <a:pt x="189" y="215"/>
                </a:cubicBezTo>
                <a:cubicBezTo>
                  <a:pt x="191" y="214"/>
                  <a:pt x="191" y="211"/>
                  <a:pt x="189" y="209"/>
                </a:cubicBezTo>
                <a:lnTo>
                  <a:pt x="173" y="193"/>
                </a:lnTo>
                <a:close/>
                <a:moveTo>
                  <a:pt x="67" y="9"/>
                </a:moveTo>
                <a:cubicBezTo>
                  <a:pt x="70" y="8"/>
                  <a:pt x="71" y="6"/>
                  <a:pt x="71" y="4"/>
                </a:cubicBezTo>
                <a:cubicBezTo>
                  <a:pt x="70" y="2"/>
                  <a:pt x="68" y="0"/>
                  <a:pt x="66" y="1"/>
                </a:cubicBezTo>
                <a:cubicBezTo>
                  <a:pt x="64" y="1"/>
                  <a:pt x="19" y="11"/>
                  <a:pt x="1" y="57"/>
                </a:cubicBezTo>
                <a:cubicBezTo>
                  <a:pt x="0" y="59"/>
                  <a:pt x="2" y="61"/>
                  <a:pt x="4" y="62"/>
                </a:cubicBezTo>
                <a:cubicBezTo>
                  <a:pt x="4" y="62"/>
                  <a:pt x="5" y="62"/>
                  <a:pt x="5" y="62"/>
                </a:cubicBezTo>
                <a:cubicBezTo>
                  <a:pt x="7" y="62"/>
                  <a:pt x="8" y="61"/>
                  <a:pt x="9" y="60"/>
                </a:cubicBezTo>
                <a:cubicBezTo>
                  <a:pt x="25" y="18"/>
                  <a:pt x="67" y="9"/>
                  <a:pt x="67" y="9"/>
                </a:cubicBezTo>
                <a:close/>
                <a:moveTo>
                  <a:pt x="212" y="57"/>
                </a:moveTo>
                <a:cubicBezTo>
                  <a:pt x="194" y="11"/>
                  <a:pt x="149" y="1"/>
                  <a:pt x="147" y="1"/>
                </a:cubicBezTo>
                <a:cubicBezTo>
                  <a:pt x="145" y="0"/>
                  <a:pt x="143" y="2"/>
                  <a:pt x="142" y="4"/>
                </a:cubicBezTo>
                <a:cubicBezTo>
                  <a:pt x="142" y="6"/>
                  <a:pt x="143" y="8"/>
                  <a:pt x="146" y="9"/>
                </a:cubicBezTo>
                <a:cubicBezTo>
                  <a:pt x="146" y="9"/>
                  <a:pt x="188" y="18"/>
                  <a:pt x="204" y="60"/>
                </a:cubicBezTo>
                <a:cubicBezTo>
                  <a:pt x="205" y="61"/>
                  <a:pt x="206" y="62"/>
                  <a:pt x="208" y="62"/>
                </a:cubicBezTo>
                <a:cubicBezTo>
                  <a:pt x="208" y="62"/>
                  <a:pt x="209" y="62"/>
                  <a:pt x="209" y="62"/>
                </a:cubicBezTo>
                <a:cubicBezTo>
                  <a:pt x="211" y="61"/>
                  <a:pt x="213" y="59"/>
                  <a:pt x="212" y="5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Freeform 85">
            <a:extLst>
              <a:ext uri="{FF2B5EF4-FFF2-40B4-BE49-F238E27FC236}">
                <a16:creationId xmlns:a16="http://schemas.microsoft.com/office/drawing/2014/main" id="{15C8B34D-B564-4207-A9E7-08AFB2E83DD6}"/>
              </a:ext>
            </a:extLst>
          </p:cNvPr>
          <p:cNvSpPr>
            <a:spLocks noEditPoints="1"/>
          </p:cNvSpPr>
          <p:nvPr/>
        </p:nvSpPr>
        <p:spPr bwMode="auto">
          <a:xfrm>
            <a:off x="1577840" y="3006984"/>
            <a:ext cx="674986" cy="551324"/>
          </a:xfrm>
          <a:custGeom>
            <a:avLst/>
            <a:gdLst>
              <a:gd name="T0" fmla="*/ 0 w 220"/>
              <a:gd name="T1" fmla="*/ 0 h 180"/>
              <a:gd name="T2" fmla="*/ 0 w 220"/>
              <a:gd name="T3" fmla="*/ 52 h 180"/>
              <a:gd name="T4" fmla="*/ 12 w 220"/>
              <a:gd name="T5" fmla="*/ 52 h 180"/>
              <a:gd name="T6" fmla="*/ 12 w 220"/>
              <a:gd name="T7" fmla="*/ 180 h 180"/>
              <a:gd name="T8" fmla="*/ 208 w 220"/>
              <a:gd name="T9" fmla="*/ 180 h 180"/>
              <a:gd name="T10" fmla="*/ 208 w 220"/>
              <a:gd name="T11" fmla="*/ 52 h 180"/>
              <a:gd name="T12" fmla="*/ 220 w 220"/>
              <a:gd name="T13" fmla="*/ 52 h 180"/>
              <a:gd name="T14" fmla="*/ 220 w 220"/>
              <a:gd name="T15" fmla="*/ 0 h 180"/>
              <a:gd name="T16" fmla="*/ 0 w 220"/>
              <a:gd name="T17" fmla="*/ 0 h 180"/>
              <a:gd name="T18" fmla="*/ 200 w 220"/>
              <a:gd name="T19" fmla="*/ 172 h 180"/>
              <a:gd name="T20" fmla="*/ 20 w 220"/>
              <a:gd name="T21" fmla="*/ 172 h 180"/>
              <a:gd name="T22" fmla="*/ 20 w 220"/>
              <a:gd name="T23" fmla="*/ 52 h 180"/>
              <a:gd name="T24" fmla="*/ 200 w 220"/>
              <a:gd name="T25" fmla="*/ 52 h 180"/>
              <a:gd name="T26" fmla="*/ 200 w 220"/>
              <a:gd name="T27" fmla="*/ 172 h 180"/>
              <a:gd name="T28" fmla="*/ 212 w 220"/>
              <a:gd name="T29" fmla="*/ 44 h 180"/>
              <a:gd name="T30" fmla="*/ 8 w 220"/>
              <a:gd name="T31" fmla="*/ 44 h 180"/>
              <a:gd name="T32" fmla="*/ 8 w 220"/>
              <a:gd name="T33" fmla="*/ 8 h 180"/>
              <a:gd name="T34" fmla="*/ 212 w 220"/>
              <a:gd name="T35" fmla="*/ 8 h 180"/>
              <a:gd name="T36" fmla="*/ 212 w 220"/>
              <a:gd name="T37" fmla="*/ 44 h 180"/>
              <a:gd name="T38" fmla="*/ 82 w 220"/>
              <a:gd name="T39" fmla="*/ 104 h 180"/>
              <a:gd name="T40" fmla="*/ 138 w 220"/>
              <a:gd name="T41" fmla="*/ 104 h 180"/>
              <a:gd name="T42" fmla="*/ 154 w 220"/>
              <a:gd name="T43" fmla="*/ 88 h 180"/>
              <a:gd name="T44" fmla="*/ 138 w 220"/>
              <a:gd name="T45" fmla="*/ 72 h 180"/>
              <a:gd name="T46" fmla="*/ 82 w 220"/>
              <a:gd name="T47" fmla="*/ 72 h 180"/>
              <a:gd name="T48" fmla="*/ 66 w 220"/>
              <a:gd name="T49" fmla="*/ 88 h 180"/>
              <a:gd name="T50" fmla="*/ 82 w 220"/>
              <a:gd name="T51" fmla="*/ 104 h 180"/>
              <a:gd name="T52" fmla="*/ 82 w 220"/>
              <a:gd name="T53" fmla="*/ 80 h 180"/>
              <a:gd name="T54" fmla="*/ 138 w 220"/>
              <a:gd name="T55" fmla="*/ 80 h 180"/>
              <a:gd name="T56" fmla="*/ 146 w 220"/>
              <a:gd name="T57" fmla="*/ 88 h 180"/>
              <a:gd name="T58" fmla="*/ 138 w 220"/>
              <a:gd name="T59" fmla="*/ 96 h 180"/>
              <a:gd name="T60" fmla="*/ 82 w 220"/>
              <a:gd name="T61" fmla="*/ 96 h 180"/>
              <a:gd name="T62" fmla="*/ 74 w 220"/>
              <a:gd name="T63" fmla="*/ 88 h 180"/>
              <a:gd name="T64" fmla="*/ 82 w 220"/>
              <a:gd name="T65" fmla="*/ 8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20" h="180">
                <a:moveTo>
                  <a:pt x="0" y="0"/>
                </a:moveTo>
                <a:cubicBezTo>
                  <a:pt x="0" y="52"/>
                  <a:pt x="0" y="52"/>
                  <a:pt x="0" y="52"/>
                </a:cubicBezTo>
                <a:cubicBezTo>
                  <a:pt x="12" y="52"/>
                  <a:pt x="12" y="52"/>
                  <a:pt x="12" y="52"/>
                </a:cubicBezTo>
                <a:cubicBezTo>
                  <a:pt x="12" y="180"/>
                  <a:pt x="12" y="180"/>
                  <a:pt x="12" y="180"/>
                </a:cubicBezTo>
                <a:cubicBezTo>
                  <a:pt x="208" y="180"/>
                  <a:pt x="208" y="180"/>
                  <a:pt x="208" y="180"/>
                </a:cubicBezTo>
                <a:cubicBezTo>
                  <a:pt x="208" y="52"/>
                  <a:pt x="208" y="52"/>
                  <a:pt x="208" y="52"/>
                </a:cubicBezTo>
                <a:cubicBezTo>
                  <a:pt x="220" y="52"/>
                  <a:pt x="220" y="52"/>
                  <a:pt x="220" y="52"/>
                </a:cubicBezTo>
                <a:cubicBezTo>
                  <a:pt x="220" y="0"/>
                  <a:pt x="220" y="0"/>
                  <a:pt x="220" y="0"/>
                </a:cubicBezTo>
                <a:lnTo>
                  <a:pt x="0" y="0"/>
                </a:lnTo>
                <a:close/>
                <a:moveTo>
                  <a:pt x="200" y="172"/>
                </a:moveTo>
                <a:cubicBezTo>
                  <a:pt x="20" y="172"/>
                  <a:pt x="20" y="172"/>
                  <a:pt x="20" y="172"/>
                </a:cubicBezTo>
                <a:cubicBezTo>
                  <a:pt x="20" y="52"/>
                  <a:pt x="20" y="52"/>
                  <a:pt x="20" y="52"/>
                </a:cubicBezTo>
                <a:cubicBezTo>
                  <a:pt x="200" y="52"/>
                  <a:pt x="200" y="52"/>
                  <a:pt x="200" y="52"/>
                </a:cubicBezTo>
                <a:lnTo>
                  <a:pt x="200" y="172"/>
                </a:lnTo>
                <a:close/>
                <a:moveTo>
                  <a:pt x="212" y="44"/>
                </a:moveTo>
                <a:cubicBezTo>
                  <a:pt x="8" y="44"/>
                  <a:pt x="8" y="44"/>
                  <a:pt x="8" y="44"/>
                </a:cubicBezTo>
                <a:cubicBezTo>
                  <a:pt x="8" y="8"/>
                  <a:pt x="8" y="8"/>
                  <a:pt x="8" y="8"/>
                </a:cubicBezTo>
                <a:cubicBezTo>
                  <a:pt x="212" y="8"/>
                  <a:pt x="212" y="8"/>
                  <a:pt x="212" y="8"/>
                </a:cubicBezTo>
                <a:lnTo>
                  <a:pt x="212" y="44"/>
                </a:lnTo>
                <a:close/>
                <a:moveTo>
                  <a:pt x="82" y="104"/>
                </a:moveTo>
                <a:cubicBezTo>
                  <a:pt x="138" y="104"/>
                  <a:pt x="138" y="104"/>
                  <a:pt x="138" y="104"/>
                </a:cubicBezTo>
                <a:cubicBezTo>
                  <a:pt x="147" y="104"/>
                  <a:pt x="154" y="97"/>
                  <a:pt x="154" y="88"/>
                </a:cubicBezTo>
                <a:cubicBezTo>
                  <a:pt x="154" y="79"/>
                  <a:pt x="147" y="72"/>
                  <a:pt x="138" y="72"/>
                </a:cubicBezTo>
                <a:cubicBezTo>
                  <a:pt x="82" y="72"/>
                  <a:pt x="82" y="72"/>
                  <a:pt x="82" y="72"/>
                </a:cubicBezTo>
                <a:cubicBezTo>
                  <a:pt x="73" y="72"/>
                  <a:pt x="66" y="79"/>
                  <a:pt x="66" y="88"/>
                </a:cubicBezTo>
                <a:cubicBezTo>
                  <a:pt x="66" y="97"/>
                  <a:pt x="73" y="104"/>
                  <a:pt x="82" y="104"/>
                </a:cubicBezTo>
                <a:close/>
                <a:moveTo>
                  <a:pt x="82" y="80"/>
                </a:moveTo>
                <a:cubicBezTo>
                  <a:pt x="138" y="80"/>
                  <a:pt x="138" y="80"/>
                  <a:pt x="138" y="80"/>
                </a:cubicBezTo>
                <a:cubicBezTo>
                  <a:pt x="142" y="80"/>
                  <a:pt x="146" y="84"/>
                  <a:pt x="146" y="88"/>
                </a:cubicBezTo>
                <a:cubicBezTo>
                  <a:pt x="146" y="92"/>
                  <a:pt x="142" y="96"/>
                  <a:pt x="138" y="96"/>
                </a:cubicBezTo>
                <a:cubicBezTo>
                  <a:pt x="82" y="96"/>
                  <a:pt x="82" y="96"/>
                  <a:pt x="82" y="96"/>
                </a:cubicBezTo>
                <a:cubicBezTo>
                  <a:pt x="78" y="96"/>
                  <a:pt x="74" y="92"/>
                  <a:pt x="74" y="88"/>
                </a:cubicBezTo>
                <a:cubicBezTo>
                  <a:pt x="74" y="84"/>
                  <a:pt x="78" y="80"/>
                  <a:pt x="82" y="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94">
            <a:extLst>
              <a:ext uri="{FF2B5EF4-FFF2-40B4-BE49-F238E27FC236}">
                <a16:creationId xmlns:a16="http://schemas.microsoft.com/office/drawing/2014/main" id="{A14593F5-8EC4-4902-A9E5-C22C35161D2F}"/>
              </a:ext>
            </a:extLst>
          </p:cNvPr>
          <p:cNvSpPr>
            <a:spLocks noEditPoints="1"/>
          </p:cNvSpPr>
          <p:nvPr/>
        </p:nvSpPr>
        <p:spPr bwMode="auto">
          <a:xfrm>
            <a:off x="7835962" y="2932225"/>
            <a:ext cx="700746" cy="700746"/>
          </a:xfrm>
          <a:custGeom>
            <a:avLst/>
            <a:gdLst>
              <a:gd name="T0" fmla="*/ 204 w 228"/>
              <a:gd name="T1" fmla="*/ 64 h 228"/>
              <a:gd name="T2" fmla="*/ 178 w 228"/>
              <a:gd name="T3" fmla="*/ 55 h 228"/>
              <a:gd name="T4" fmla="*/ 174 w 228"/>
              <a:gd name="T5" fmla="*/ 18 h 228"/>
              <a:gd name="T6" fmla="*/ 138 w 228"/>
              <a:gd name="T7" fmla="*/ 21 h 228"/>
              <a:gd name="T8" fmla="*/ 115 w 228"/>
              <a:gd name="T9" fmla="*/ 16 h 228"/>
              <a:gd name="T10" fmla="*/ 80 w 228"/>
              <a:gd name="T11" fmla="*/ 3 h 228"/>
              <a:gd name="T12" fmla="*/ 68 w 228"/>
              <a:gd name="T13" fmla="*/ 40 h 228"/>
              <a:gd name="T14" fmla="*/ 38 w 228"/>
              <a:gd name="T15" fmla="*/ 43 h 228"/>
              <a:gd name="T16" fmla="*/ 13 w 228"/>
              <a:gd name="T17" fmla="*/ 77 h 228"/>
              <a:gd name="T18" fmla="*/ 28 w 228"/>
              <a:gd name="T19" fmla="*/ 110 h 228"/>
              <a:gd name="T20" fmla="*/ 2 w 228"/>
              <a:gd name="T21" fmla="*/ 140 h 228"/>
              <a:gd name="T22" fmla="*/ 30 w 228"/>
              <a:gd name="T23" fmla="*/ 163 h 228"/>
              <a:gd name="T24" fmla="*/ 47 w 228"/>
              <a:gd name="T25" fmla="*/ 179 h 228"/>
              <a:gd name="T26" fmla="*/ 62 w 228"/>
              <a:gd name="T27" fmla="*/ 213 h 228"/>
              <a:gd name="T28" fmla="*/ 96 w 228"/>
              <a:gd name="T29" fmla="*/ 198 h 228"/>
              <a:gd name="T30" fmla="*/ 135 w 228"/>
              <a:gd name="T31" fmla="*/ 228 h 228"/>
              <a:gd name="T32" fmla="*/ 164 w 228"/>
              <a:gd name="T33" fmla="*/ 199 h 228"/>
              <a:gd name="T34" fmla="*/ 180 w 228"/>
              <a:gd name="T35" fmla="*/ 182 h 228"/>
              <a:gd name="T36" fmla="*/ 214 w 228"/>
              <a:gd name="T37" fmla="*/ 166 h 228"/>
              <a:gd name="T38" fmla="*/ 199 w 228"/>
              <a:gd name="T39" fmla="*/ 133 h 228"/>
              <a:gd name="T40" fmla="*/ 225 w 228"/>
              <a:gd name="T41" fmla="*/ 105 h 228"/>
              <a:gd name="T42" fmla="*/ 210 w 228"/>
              <a:gd name="T43" fmla="*/ 107 h 228"/>
              <a:gd name="T44" fmla="*/ 190 w 228"/>
              <a:gd name="T45" fmla="*/ 134 h 228"/>
              <a:gd name="T46" fmla="*/ 208 w 228"/>
              <a:gd name="T47" fmla="*/ 152 h 228"/>
              <a:gd name="T48" fmla="*/ 191 w 228"/>
              <a:gd name="T49" fmla="*/ 177 h 228"/>
              <a:gd name="T50" fmla="*/ 169 w 228"/>
              <a:gd name="T51" fmla="*/ 170 h 228"/>
              <a:gd name="T52" fmla="*/ 156 w 228"/>
              <a:gd name="T53" fmla="*/ 201 h 228"/>
              <a:gd name="T54" fmla="*/ 135 w 228"/>
              <a:gd name="T55" fmla="*/ 220 h 228"/>
              <a:gd name="T56" fmla="*/ 114 w 228"/>
              <a:gd name="T57" fmla="*/ 192 h 228"/>
              <a:gd name="T58" fmla="*/ 85 w 228"/>
              <a:gd name="T59" fmla="*/ 201 h 228"/>
              <a:gd name="T60" fmla="*/ 59 w 228"/>
              <a:gd name="T61" fmla="*/ 202 h 228"/>
              <a:gd name="T62" fmla="*/ 61 w 228"/>
              <a:gd name="T63" fmla="*/ 171 h 228"/>
              <a:gd name="T64" fmla="*/ 45 w 228"/>
              <a:gd name="T65" fmla="*/ 151 h 228"/>
              <a:gd name="T66" fmla="*/ 12 w 228"/>
              <a:gd name="T67" fmla="*/ 146 h 228"/>
              <a:gd name="T68" fmla="*/ 19 w 228"/>
              <a:gd name="T69" fmla="*/ 121 h 228"/>
              <a:gd name="T70" fmla="*/ 39 w 228"/>
              <a:gd name="T71" fmla="*/ 94 h 228"/>
              <a:gd name="T72" fmla="*/ 21 w 228"/>
              <a:gd name="T73" fmla="*/ 75 h 228"/>
              <a:gd name="T74" fmla="*/ 38 w 228"/>
              <a:gd name="T75" fmla="*/ 51 h 228"/>
              <a:gd name="T76" fmla="*/ 59 w 228"/>
              <a:gd name="T77" fmla="*/ 58 h 228"/>
              <a:gd name="T78" fmla="*/ 73 w 228"/>
              <a:gd name="T79" fmla="*/ 27 h 228"/>
              <a:gd name="T80" fmla="*/ 91 w 228"/>
              <a:gd name="T81" fmla="*/ 8 h 228"/>
              <a:gd name="T82" fmla="*/ 112 w 228"/>
              <a:gd name="T83" fmla="*/ 35 h 228"/>
              <a:gd name="T84" fmla="*/ 137 w 228"/>
              <a:gd name="T85" fmla="*/ 38 h 228"/>
              <a:gd name="T86" fmla="*/ 163 w 228"/>
              <a:gd name="T87" fmla="*/ 20 h 228"/>
              <a:gd name="T88" fmla="*/ 175 w 228"/>
              <a:gd name="T89" fmla="*/ 43 h 228"/>
              <a:gd name="T90" fmla="*/ 182 w 228"/>
              <a:gd name="T91" fmla="*/ 74 h 228"/>
              <a:gd name="T92" fmla="*/ 217 w 228"/>
              <a:gd name="T93" fmla="*/ 82 h 228"/>
              <a:gd name="T94" fmla="*/ 114 w 228"/>
              <a:gd name="T95" fmla="*/ 68 h 228"/>
              <a:gd name="T96" fmla="*/ 160 w 228"/>
              <a:gd name="T97" fmla="*/ 114 h 228"/>
              <a:gd name="T98" fmla="*/ 76 w 228"/>
              <a:gd name="T99" fmla="*/ 114 h 228"/>
              <a:gd name="T100" fmla="*/ 114 w 228"/>
              <a:gd name="T101" fmla="*/ 152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28" h="228">
                <a:moveTo>
                  <a:pt x="227" y="88"/>
                </a:moveTo>
                <a:cubicBezTo>
                  <a:pt x="225" y="80"/>
                  <a:pt x="225" y="80"/>
                  <a:pt x="225" y="80"/>
                </a:cubicBezTo>
                <a:cubicBezTo>
                  <a:pt x="222" y="71"/>
                  <a:pt x="214" y="64"/>
                  <a:pt x="204" y="64"/>
                </a:cubicBezTo>
                <a:cubicBezTo>
                  <a:pt x="202" y="64"/>
                  <a:pt x="200" y="64"/>
                  <a:pt x="199" y="65"/>
                </a:cubicBezTo>
                <a:cubicBezTo>
                  <a:pt x="188" y="68"/>
                  <a:pt x="188" y="68"/>
                  <a:pt x="188" y="68"/>
                </a:cubicBezTo>
                <a:cubicBezTo>
                  <a:pt x="185" y="63"/>
                  <a:pt x="182" y="59"/>
                  <a:pt x="178" y="55"/>
                </a:cubicBezTo>
                <a:cubicBezTo>
                  <a:pt x="182" y="47"/>
                  <a:pt x="182" y="47"/>
                  <a:pt x="182" y="47"/>
                </a:cubicBezTo>
                <a:cubicBezTo>
                  <a:pt x="185" y="42"/>
                  <a:pt x="186" y="36"/>
                  <a:pt x="184" y="31"/>
                </a:cubicBezTo>
                <a:cubicBezTo>
                  <a:pt x="183" y="25"/>
                  <a:pt x="179" y="21"/>
                  <a:pt x="174" y="18"/>
                </a:cubicBezTo>
                <a:cubicBezTo>
                  <a:pt x="167" y="13"/>
                  <a:pt x="167" y="13"/>
                  <a:pt x="167" y="13"/>
                </a:cubicBezTo>
                <a:cubicBezTo>
                  <a:pt x="164" y="11"/>
                  <a:pt x="160" y="10"/>
                  <a:pt x="156" y="10"/>
                </a:cubicBezTo>
                <a:cubicBezTo>
                  <a:pt x="149" y="10"/>
                  <a:pt x="142" y="15"/>
                  <a:pt x="138" y="21"/>
                </a:cubicBezTo>
                <a:cubicBezTo>
                  <a:pt x="134" y="29"/>
                  <a:pt x="134" y="29"/>
                  <a:pt x="134" y="29"/>
                </a:cubicBezTo>
                <a:cubicBezTo>
                  <a:pt x="128" y="28"/>
                  <a:pt x="123" y="27"/>
                  <a:pt x="117" y="27"/>
                </a:cubicBezTo>
                <a:cubicBezTo>
                  <a:pt x="115" y="16"/>
                  <a:pt x="115" y="16"/>
                  <a:pt x="115" y="16"/>
                </a:cubicBezTo>
                <a:cubicBezTo>
                  <a:pt x="112" y="7"/>
                  <a:pt x="104" y="0"/>
                  <a:pt x="94" y="0"/>
                </a:cubicBezTo>
                <a:cubicBezTo>
                  <a:pt x="92" y="0"/>
                  <a:pt x="90" y="0"/>
                  <a:pt x="88" y="1"/>
                </a:cubicBezTo>
                <a:cubicBezTo>
                  <a:pt x="80" y="3"/>
                  <a:pt x="80" y="3"/>
                  <a:pt x="80" y="3"/>
                </a:cubicBezTo>
                <a:cubicBezTo>
                  <a:pt x="75" y="4"/>
                  <a:pt x="70" y="8"/>
                  <a:pt x="67" y="13"/>
                </a:cubicBezTo>
                <a:cubicBezTo>
                  <a:pt x="64" y="18"/>
                  <a:pt x="64" y="24"/>
                  <a:pt x="65" y="29"/>
                </a:cubicBezTo>
                <a:cubicBezTo>
                  <a:pt x="68" y="40"/>
                  <a:pt x="68" y="40"/>
                  <a:pt x="68" y="40"/>
                </a:cubicBezTo>
                <a:cubicBezTo>
                  <a:pt x="64" y="43"/>
                  <a:pt x="60" y="46"/>
                  <a:pt x="56" y="50"/>
                </a:cubicBezTo>
                <a:cubicBezTo>
                  <a:pt x="49" y="46"/>
                  <a:pt x="49" y="46"/>
                  <a:pt x="49" y="46"/>
                </a:cubicBezTo>
                <a:cubicBezTo>
                  <a:pt x="45" y="44"/>
                  <a:pt x="42" y="43"/>
                  <a:pt x="38" y="43"/>
                </a:cubicBezTo>
                <a:cubicBezTo>
                  <a:pt x="30" y="43"/>
                  <a:pt x="23" y="47"/>
                  <a:pt x="20" y="54"/>
                </a:cubicBezTo>
                <a:cubicBezTo>
                  <a:pt x="15" y="61"/>
                  <a:pt x="15" y="61"/>
                  <a:pt x="15" y="61"/>
                </a:cubicBezTo>
                <a:cubicBezTo>
                  <a:pt x="12" y="66"/>
                  <a:pt x="12" y="72"/>
                  <a:pt x="13" y="77"/>
                </a:cubicBezTo>
                <a:cubicBezTo>
                  <a:pt x="15" y="83"/>
                  <a:pt x="18" y="88"/>
                  <a:pt x="23" y="90"/>
                </a:cubicBezTo>
                <a:cubicBezTo>
                  <a:pt x="30" y="95"/>
                  <a:pt x="30" y="95"/>
                  <a:pt x="30" y="95"/>
                </a:cubicBezTo>
                <a:cubicBezTo>
                  <a:pt x="29" y="100"/>
                  <a:pt x="29" y="105"/>
                  <a:pt x="28" y="110"/>
                </a:cubicBezTo>
                <a:cubicBezTo>
                  <a:pt x="17" y="113"/>
                  <a:pt x="17" y="113"/>
                  <a:pt x="17" y="113"/>
                </a:cubicBezTo>
                <a:cubicBezTo>
                  <a:pt x="11" y="115"/>
                  <a:pt x="7" y="118"/>
                  <a:pt x="4" y="123"/>
                </a:cubicBezTo>
                <a:cubicBezTo>
                  <a:pt x="1" y="128"/>
                  <a:pt x="0" y="134"/>
                  <a:pt x="2" y="140"/>
                </a:cubicBezTo>
                <a:cubicBezTo>
                  <a:pt x="4" y="148"/>
                  <a:pt x="4" y="148"/>
                  <a:pt x="4" y="148"/>
                </a:cubicBezTo>
                <a:cubicBezTo>
                  <a:pt x="6" y="157"/>
                  <a:pt x="15" y="164"/>
                  <a:pt x="25" y="164"/>
                </a:cubicBezTo>
                <a:cubicBezTo>
                  <a:pt x="26" y="164"/>
                  <a:pt x="28" y="164"/>
                  <a:pt x="30" y="163"/>
                </a:cubicBezTo>
                <a:cubicBezTo>
                  <a:pt x="42" y="160"/>
                  <a:pt x="42" y="160"/>
                  <a:pt x="42" y="160"/>
                </a:cubicBezTo>
                <a:cubicBezTo>
                  <a:pt x="44" y="164"/>
                  <a:pt x="48" y="169"/>
                  <a:pt x="51" y="172"/>
                </a:cubicBezTo>
                <a:cubicBezTo>
                  <a:pt x="47" y="179"/>
                  <a:pt x="47" y="179"/>
                  <a:pt x="47" y="179"/>
                </a:cubicBezTo>
                <a:cubicBezTo>
                  <a:pt x="44" y="184"/>
                  <a:pt x="44" y="190"/>
                  <a:pt x="45" y="196"/>
                </a:cubicBezTo>
                <a:cubicBezTo>
                  <a:pt x="46" y="201"/>
                  <a:pt x="50" y="206"/>
                  <a:pt x="55" y="209"/>
                </a:cubicBezTo>
                <a:cubicBezTo>
                  <a:pt x="62" y="213"/>
                  <a:pt x="62" y="213"/>
                  <a:pt x="62" y="213"/>
                </a:cubicBezTo>
                <a:cubicBezTo>
                  <a:pt x="66" y="215"/>
                  <a:pt x="69" y="216"/>
                  <a:pt x="73" y="216"/>
                </a:cubicBezTo>
                <a:cubicBezTo>
                  <a:pt x="81" y="216"/>
                  <a:pt x="88" y="212"/>
                  <a:pt x="92" y="205"/>
                </a:cubicBezTo>
                <a:cubicBezTo>
                  <a:pt x="96" y="198"/>
                  <a:pt x="96" y="198"/>
                  <a:pt x="96" y="198"/>
                </a:cubicBezTo>
                <a:cubicBezTo>
                  <a:pt x="101" y="199"/>
                  <a:pt x="106" y="200"/>
                  <a:pt x="111" y="200"/>
                </a:cubicBezTo>
                <a:cubicBezTo>
                  <a:pt x="114" y="212"/>
                  <a:pt x="114" y="212"/>
                  <a:pt x="114" y="212"/>
                </a:cubicBezTo>
                <a:cubicBezTo>
                  <a:pt x="117" y="221"/>
                  <a:pt x="125" y="228"/>
                  <a:pt x="135" y="228"/>
                </a:cubicBezTo>
                <a:cubicBezTo>
                  <a:pt x="136" y="228"/>
                  <a:pt x="138" y="228"/>
                  <a:pt x="140" y="227"/>
                </a:cubicBezTo>
                <a:cubicBezTo>
                  <a:pt x="149" y="225"/>
                  <a:pt x="149" y="225"/>
                  <a:pt x="149" y="225"/>
                </a:cubicBezTo>
                <a:cubicBezTo>
                  <a:pt x="160" y="222"/>
                  <a:pt x="167" y="210"/>
                  <a:pt x="164" y="199"/>
                </a:cubicBezTo>
                <a:cubicBezTo>
                  <a:pt x="160" y="187"/>
                  <a:pt x="160" y="187"/>
                  <a:pt x="160" y="187"/>
                </a:cubicBezTo>
                <a:cubicBezTo>
                  <a:pt x="165" y="184"/>
                  <a:pt x="169" y="181"/>
                  <a:pt x="173" y="178"/>
                </a:cubicBezTo>
                <a:cubicBezTo>
                  <a:pt x="180" y="182"/>
                  <a:pt x="180" y="182"/>
                  <a:pt x="180" y="182"/>
                </a:cubicBezTo>
                <a:cubicBezTo>
                  <a:pt x="183" y="184"/>
                  <a:pt x="187" y="185"/>
                  <a:pt x="191" y="185"/>
                </a:cubicBezTo>
                <a:cubicBezTo>
                  <a:pt x="198" y="185"/>
                  <a:pt x="205" y="181"/>
                  <a:pt x="209" y="174"/>
                </a:cubicBezTo>
                <a:cubicBezTo>
                  <a:pt x="214" y="166"/>
                  <a:pt x="214" y="166"/>
                  <a:pt x="214" y="166"/>
                </a:cubicBezTo>
                <a:cubicBezTo>
                  <a:pt x="216" y="161"/>
                  <a:pt x="217" y="156"/>
                  <a:pt x="216" y="150"/>
                </a:cubicBezTo>
                <a:cubicBezTo>
                  <a:pt x="214" y="145"/>
                  <a:pt x="211" y="140"/>
                  <a:pt x="206" y="137"/>
                </a:cubicBezTo>
                <a:cubicBezTo>
                  <a:pt x="199" y="133"/>
                  <a:pt x="199" y="133"/>
                  <a:pt x="199" y="133"/>
                </a:cubicBezTo>
                <a:cubicBezTo>
                  <a:pt x="200" y="128"/>
                  <a:pt x="200" y="123"/>
                  <a:pt x="201" y="118"/>
                </a:cubicBezTo>
                <a:cubicBezTo>
                  <a:pt x="212" y="115"/>
                  <a:pt x="212" y="115"/>
                  <a:pt x="212" y="115"/>
                </a:cubicBezTo>
                <a:cubicBezTo>
                  <a:pt x="217" y="113"/>
                  <a:pt x="222" y="110"/>
                  <a:pt x="225" y="105"/>
                </a:cubicBezTo>
                <a:cubicBezTo>
                  <a:pt x="228" y="100"/>
                  <a:pt x="228" y="94"/>
                  <a:pt x="227" y="88"/>
                </a:cubicBezTo>
                <a:close/>
                <a:moveTo>
                  <a:pt x="218" y="101"/>
                </a:moveTo>
                <a:cubicBezTo>
                  <a:pt x="216" y="104"/>
                  <a:pt x="213" y="106"/>
                  <a:pt x="210" y="107"/>
                </a:cubicBezTo>
                <a:cubicBezTo>
                  <a:pt x="193" y="111"/>
                  <a:pt x="193" y="111"/>
                  <a:pt x="193" y="111"/>
                </a:cubicBezTo>
                <a:cubicBezTo>
                  <a:pt x="193" y="114"/>
                  <a:pt x="193" y="114"/>
                  <a:pt x="193" y="114"/>
                </a:cubicBezTo>
                <a:cubicBezTo>
                  <a:pt x="193" y="121"/>
                  <a:pt x="192" y="127"/>
                  <a:pt x="190" y="134"/>
                </a:cubicBezTo>
                <a:cubicBezTo>
                  <a:pt x="189" y="137"/>
                  <a:pt x="189" y="137"/>
                  <a:pt x="189" y="137"/>
                </a:cubicBezTo>
                <a:cubicBezTo>
                  <a:pt x="202" y="144"/>
                  <a:pt x="202" y="144"/>
                  <a:pt x="202" y="144"/>
                </a:cubicBezTo>
                <a:cubicBezTo>
                  <a:pt x="205" y="146"/>
                  <a:pt x="207" y="149"/>
                  <a:pt x="208" y="152"/>
                </a:cubicBezTo>
                <a:cubicBezTo>
                  <a:pt x="209" y="156"/>
                  <a:pt x="209" y="159"/>
                  <a:pt x="207" y="162"/>
                </a:cubicBezTo>
                <a:cubicBezTo>
                  <a:pt x="202" y="170"/>
                  <a:pt x="202" y="170"/>
                  <a:pt x="202" y="170"/>
                </a:cubicBezTo>
                <a:cubicBezTo>
                  <a:pt x="200" y="174"/>
                  <a:pt x="196" y="177"/>
                  <a:pt x="191" y="177"/>
                </a:cubicBezTo>
                <a:cubicBezTo>
                  <a:pt x="188" y="177"/>
                  <a:pt x="186" y="176"/>
                  <a:pt x="184" y="175"/>
                </a:cubicBezTo>
                <a:cubicBezTo>
                  <a:pt x="172" y="168"/>
                  <a:pt x="172" y="168"/>
                  <a:pt x="172" y="168"/>
                </a:cubicBezTo>
                <a:cubicBezTo>
                  <a:pt x="169" y="170"/>
                  <a:pt x="169" y="170"/>
                  <a:pt x="169" y="170"/>
                </a:cubicBezTo>
                <a:cubicBezTo>
                  <a:pt x="165" y="174"/>
                  <a:pt x="160" y="178"/>
                  <a:pt x="154" y="182"/>
                </a:cubicBezTo>
                <a:cubicBezTo>
                  <a:pt x="151" y="183"/>
                  <a:pt x="151" y="183"/>
                  <a:pt x="151" y="183"/>
                </a:cubicBezTo>
                <a:cubicBezTo>
                  <a:pt x="156" y="201"/>
                  <a:pt x="156" y="201"/>
                  <a:pt x="156" y="201"/>
                </a:cubicBezTo>
                <a:cubicBezTo>
                  <a:pt x="158" y="208"/>
                  <a:pt x="154" y="215"/>
                  <a:pt x="146" y="217"/>
                </a:cubicBezTo>
                <a:cubicBezTo>
                  <a:pt x="138" y="219"/>
                  <a:pt x="138" y="219"/>
                  <a:pt x="138" y="219"/>
                </a:cubicBezTo>
                <a:cubicBezTo>
                  <a:pt x="137" y="220"/>
                  <a:pt x="136" y="220"/>
                  <a:pt x="135" y="220"/>
                </a:cubicBezTo>
                <a:cubicBezTo>
                  <a:pt x="129" y="220"/>
                  <a:pt x="123" y="216"/>
                  <a:pt x="122" y="210"/>
                </a:cubicBezTo>
                <a:cubicBezTo>
                  <a:pt x="117" y="192"/>
                  <a:pt x="117" y="192"/>
                  <a:pt x="117" y="192"/>
                </a:cubicBezTo>
                <a:cubicBezTo>
                  <a:pt x="114" y="192"/>
                  <a:pt x="114" y="192"/>
                  <a:pt x="114" y="192"/>
                </a:cubicBezTo>
                <a:cubicBezTo>
                  <a:pt x="108" y="192"/>
                  <a:pt x="101" y="191"/>
                  <a:pt x="95" y="190"/>
                </a:cubicBezTo>
                <a:cubicBezTo>
                  <a:pt x="92" y="189"/>
                  <a:pt x="92" y="189"/>
                  <a:pt x="92" y="189"/>
                </a:cubicBezTo>
                <a:cubicBezTo>
                  <a:pt x="85" y="201"/>
                  <a:pt x="85" y="201"/>
                  <a:pt x="85" y="201"/>
                </a:cubicBezTo>
                <a:cubicBezTo>
                  <a:pt x="82" y="205"/>
                  <a:pt x="78" y="208"/>
                  <a:pt x="73" y="208"/>
                </a:cubicBezTo>
                <a:cubicBezTo>
                  <a:pt x="71" y="208"/>
                  <a:pt x="68" y="207"/>
                  <a:pt x="66" y="206"/>
                </a:cubicBezTo>
                <a:cubicBezTo>
                  <a:pt x="59" y="202"/>
                  <a:pt x="59" y="202"/>
                  <a:pt x="59" y="202"/>
                </a:cubicBezTo>
                <a:cubicBezTo>
                  <a:pt x="56" y="200"/>
                  <a:pt x="54" y="197"/>
                  <a:pt x="53" y="194"/>
                </a:cubicBezTo>
                <a:cubicBezTo>
                  <a:pt x="52" y="190"/>
                  <a:pt x="52" y="187"/>
                  <a:pt x="54" y="184"/>
                </a:cubicBezTo>
                <a:cubicBezTo>
                  <a:pt x="61" y="171"/>
                  <a:pt x="61" y="171"/>
                  <a:pt x="61" y="171"/>
                </a:cubicBezTo>
                <a:cubicBezTo>
                  <a:pt x="59" y="169"/>
                  <a:pt x="59" y="169"/>
                  <a:pt x="59" y="169"/>
                </a:cubicBezTo>
                <a:cubicBezTo>
                  <a:pt x="54" y="164"/>
                  <a:pt x="50" y="159"/>
                  <a:pt x="47" y="153"/>
                </a:cubicBezTo>
                <a:cubicBezTo>
                  <a:pt x="45" y="151"/>
                  <a:pt x="45" y="151"/>
                  <a:pt x="45" y="151"/>
                </a:cubicBezTo>
                <a:cubicBezTo>
                  <a:pt x="28" y="156"/>
                  <a:pt x="28" y="156"/>
                  <a:pt x="28" y="156"/>
                </a:cubicBezTo>
                <a:cubicBezTo>
                  <a:pt x="27" y="156"/>
                  <a:pt x="26" y="156"/>
                  <a:pt x="25" y="156"/>
                </a:cubicBezTo>
                <a:cubicBezTo>
                  <a:pt x="19" y="156"/>
                  <a:pt x="13" y="152"/>
                  <a:pt x="12" y="146"/>
                </a:cubicBezTo>
                <a:cubicBezTo>
                  <a:pt x="9" y="138"/>
                  <a:pt x="9" y="138"/>
                  <a:pt x="9" y="138"/>
                </a:cubicBezTo>
                <a:cubicBezTo>
                  <a:pt x="8" y="134"/>
                  <a:pt x="9" y="130"/>
                  <a:pt x="11" y="127"/>
                </a:cubicBezTo>
                <a:cubicBezTo>
                  <a:pt x="13" y="124"/>
                  <a:pt x="15" y="122"/>
                  <a:pt x="19" y="121"/>
                </a:cubicBezTo>
                <a:cubicBezTo>
                  <a:pt x="36" y="116"/>
                  <a:pt x="36" y="116"/>
                  <a:pt x="36" y="116"/>
                </a:cubicBezTo>
                <a:cubicBezTo>
                  <a:pt x="36" y="113"/>
                  <a:pt x="36" y="113"/>
                  <a:pt x="36" y="113"/>
                </a:cubicBezTo>
                <a:cubicBezTo>
                  <a:pt x="36" y="107"/>
                  <a:pt x="37" y="100"/>
                  <a:pt x="39" y="94"/>
                </a:cubicBezTo>
                <a:cubicBezTo>
                  <a:pt x="40" y="91"/>
                  <a:pt x="40" y="91"/>
                  <a:pt x="40" y="91"/>
                </a:cubicBezTo>
                <a:cubicBezTo>
                  <a:pt x="27" y="83"/>
                  <a:pt x="27" y="83"/>
                  <a:pt x="27" y="83"/>
                </a:cubicBezTo>
                <a:cubicBezTo>
                  <a:pt x="24" y="82"/>
                  <a:pt x="22" y="79"/>
                  <a:pt x="21" y="75"/>
                </a:cubicBezTo>
                <a:cubicBezTo>
                  <a:pt x="20" y="72"/>
                  <a:pt x="20" y="68"/>
                  <a:pt x="22" y="65"/>
                </a:cubicBezTo>
                <a:cubicBezTo>
                  <a:pt x="26" y="58"/>
                  <a:pt x="26" y="58"/>
                  <a:pt x="26" y="58"/>
                </a:cubicBezTo>
                <a:cubicBezTo>
                  <a:pt x="29" y="53"/>
                  <a:pt x="33" y="51"/>
                  <a:pt x="38" y="51"/>
                </a:cubicBezTo>
                <a:cubicBezTo>
                  <a:pt x="40" y="51"/>
                  <a:pt x="43" y="51"/>
                  <a:pt x="45" y="53"/>
                </a:cubicBezTo>
                <a:cubicBezTo>
                  <a:pt x="57" y="60"/>
                  <a:pt x="57" y="60"/>
                  <a:pt x="57" y="60"/>
                </a:cubicBezTo>
                <a:cubicBezTo>
                  <a:pt x="59" y="58"/>
                  <a:pt x="59" y="58"/>
                  <a:pt x="59" y="58"/>
                </a:cubicBezTo>
                <a:cubicBezTo>
                  <a:pt x="64" y="53"/>
                  <a:pt x="69" y="49"/>
                  <a:pt x="75" y="46"/>
                </a:cubicBezTo>
                <a:cubicBezTo>
                  <a:pt x="77" y="44"/>
                  <a:pt x="77" y="44"/>
                  <a:pt x="77" y="44"/>
                </a:cubicBezTo>
                <a:cubicBezTo>
                  <a:pt x="73" y="27"/>
                  <a:pt x="73" y="27"/>
                  <a:pt x="73" y="27"/>
                </a:cubicBezTo>
                <a:cubicBezTo>
                  <a:pt x="72" y="24"/>
                  <a:pt x="72" y="20"/>
                  <a:pt x="74" y="17"/>
                </a:cubicBezTo>
                <a:cubicBezTo>
                  <a:pt x="76" y="14"/>
                  <a:pt x="79" y="12"/>
                  <a:pt x="82" y="11"/>
                </a:cubicBezTo>
                <a:cubicBezTo>
                  <a:pt x="91" y="8"/>
                  <a:pt x="91" y="8"/>
                  <a:pt x="91" y="8"/>
                </a:cubicBezTo>
                <a:cubicBezTo>
                  <a:pt x="98" y="7"/>
                  <a:pt x="105" y="11"/>
                  <a:pt x="107" y="18"/>
                </a:cubicBezTo>
                <a:cubicBezTo>
                  <a:pt x="111" y="32"/>
                  <a:pt x="111" y="32"/>
                  <a:pt x="111" y="32"/>
                </a:cubicBezTo>
                <a:cubicBezTo>
                  <a:pt x="112" y="35"/>
                  <a:pt x="112" y="35"/>
                  <a:pt x="112" y="35"/>
                </a:cubicBezTo>
                <a:cubicBezTo>
                  <a:pt x="115" y="35"/>
                  <a:pt x="115" y="35"/>
                  <a:pt x="115" y="35"/>
                </a:cubicBezTo>
                <a:cubicBezTo>
                  <a:pt x="121" y="35"/>
                  <a:pt x="128" y="36"/>
                  <a:pt x="134" y="37"/>
                </a:cubicBezTo>
                <a:cubicBezTo>
                  <a:pt x="137" y="38"/>
                  <a:pt x="137" y="38"/>
                  <a:pt x="137" y="38"/>
                </a:cubicBezTo>
                <a:cubicBezTo>
                  <a:pt x="145" y="25"/>
                  <a:pt x="145" y="25"/>
                  <a:pt x="145" y="25"/>
                </a:cubicBezTo>
                <a:cubicBezTo>
                  <a:pt x="147" y="21"/>
                  <a:pt x="152" y="19"/>
                  <a:pt x="156" y="19"/>
                </a:cubicBezTo>
                <a:cubicBezTo>
                  <a:pt x="159" y="19"/>
                  <a:pt x="161" y="19"/>
                  <a:pt x="163" y="20"/>
                </a:cubicBezTo>
                <a:cubicBezTo>
                  <a:pt x="170" y="25"/>
                  <a:pt x="170" y="25"/>
                  <a:pt x="170" y="25"/>
                </a:cubicBezTo>
                <a:cubicBezTo>
                  <a:pt x="174" y="26"/>
                  <a:pt x="176" y="29"/>
                  <a:pt x="177" y="33"/>
                </a:cubicBezTo>
                <a:cubicBezTo>
                  <a:pt x="178" y="36"/>
                  <a:pt x="177" y="40"/>
                  <a:pt x="175" y="43"/>
                </a:cubicBezTo>
                <a:cubicBezTo>
                  <a:pt x="168" y="56"/>
                  <a:pt x="168" y="56"/>
                  <a:pt x="168" y="56"/>
                </a:cubicBezTo>
                <a:cubicBezTo>
                  <a:pt x="170" y="58"/>
                  <a:pt x="170" y="58"/>
                  <a:pt x="170" y="58"/>
                </a:cubicBezTo>
                <a:cubicBezTo>
                  <a:pt x="175" y="63"/>
                  <a:pt x="179" y="68"/>
                  <a:pt x="182" y="74"/>
                </a:cubicBezTo>
                <a:cubicBezTo>
                  <a:pt x="184" y="77"/>
                  <a:pt x="184" y="77"/>
                  <a:pt x="184" y="77"/>
                </a:cubicBezTo>
                <a:cubicBezTo>
                  <a:pt x="201" y="72"/>
                  <a:pt x="201" y="72"/>
                  <a:pt x="201" y="72"/>
                </a:cubicBezTo>
                <a:cubicBezTo>
                  <a:pt x="208" y="71"/>
                  <a:pt x="215" y="75"/>
                  <a:pt x="217" y="82"/>
                </a:cubicBezTo>
                <a:cubicBezTo>
                  <a:pt x="219" y="90"/>
                  <a:pt x="219" y="90"/>
                  <a:pt x="219" y="90"/>
                </a:cubicBezTo>
                <a:cubicBezTo>
                  <a:pt x="220" y="94"/>
                  <a:pt x="220" y="98"/>
                  <a:pt x="218" y="101"/>
                </a:cubicBezTo>
                <a:close/>
                <a:moveTo>
                  <a:pt x="114" y="68"/>
                </a:moveTo>
                <a:cubicBezTo>
                  <a:pt x="89" y="68"/>
                  <a:pt x="68" y="88"/>
                  <a:pt x="68" y="114"/>
                </a:cubicBezTo>
                <a:cubicBezTo>
                  <a:pt x="68" y="140"/>
                  <a:pt x="89" y="160"/>
                  <a:pt x="114" y="160"/>
                </a:cubicBezTo>
                <a:cubicBezTo>
                  <a:pt x="140" y="160"/>
                  <a:pt x="160" y="140"/>
                  <a:pt x="160" y="114"/>
                </a:cubicBezTo>
                <a:cubicBezTo>
                  <a:pt x="160" y="88"/>
                  <a:pt x="140" y="68"/>
                  <a:pt x="114" y="68"/>
                </a:cubicBezTo>
                <a:close/>
                <a:moveTo>
                  <a:pt x="114" y="152"/>
                </a:moveTo>
                <a:cubicBezTo>
                  <a:pt x="93" y="152"/>
                  <a:pt x="76" y="135"/>
                  <a:pt x="76" y="114"/>
                </a:cubicBezTo>
                <a:cubicBezTo>
                  <a:pt x="76" y="93"/>
                  <a:pt x="93" y="76"/>
                  <a:pt x="114" y="76"/>
                </a:cubicBezTo>
                <a:cubicBezTo>
                  <a:pt x="135" y="76"/>
                  <a:pt x="152" y="93"/>
                  <a:pt x="152" y="114"/>
                </a:cubicBezTo>
                <a:cubicBezTo>
                  <a:pt x="152" y="135"/>
                  <a:pt x="135" y="152"/>
                  <a:pt x="114" y="15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Freeform 116">
            <a:extLst>
              <a:ext uri="{FF2B5EF4-FFF2-40B4-BE49-F238E27FC236}">
                <a16:creationId xmlns:a16="http://schemas.microsoft.com/office/drawing/2014/main" id="{92DB44B3-2B11-4AFF-8AAD-13A0CDF229DC}"/>
              </a:ext>
            </a:extLst>
          </p:cNvPr>
          <p:cNvSpPr>
            <a:spLocks noEditPoints="1"/>
          </p:cNvSpPr>
          <p:nvPr/>
        </p:nvSpPr>
        <p:spPr bwMode="auto">
          <a:xfrm>
            <a:off x="5776543" y="2950258"/>
            <a:ext cx="638916" cy="664680"/>
          </a:xfrm>
          <a:custGeom>
            <a:avLst/>
            <a:gdLst>
              <a:gd name="T0" fmla="*/ 104 w 208"/>
              <a:gd name="T1" fmla="*/ 78 h 216"/>
              <a:gd name="T2" fmla="*/ 104 w 208"/>
              <a:gd name="T3" fmla="*/ 78 h 216"/>
              <a:gd name="T4" fmla="*/ 117 w 208"/>
              <a:gd name="T5" fmla="*/ 72 h 216"/>
              <a:gd name="T6" fmla="*/ 104 w 208"/>
              <a:gd name="T7" fmla="*/ 70 h 216"/>
              <a:gd name="T8" fmla="*/ 70 w 208"/>
              <a:gd name="T9" fmla="*/ 104 h 216"/>
              <a:gd name="T10" fmla="*/ 104 w 208"/>
              <a:gd name="T11" fmla="*/ 138 h 216"/>
              <a:gd name="T12" fmla="*/ 138 w 208"/>
              <a:gd name="T13" fmla="*/ 104 h 216"/>
              <a:gd name="T14" fmla="*/ 128 w 208"/>
              <a:gd name="T15" fmla="*/ 94 h 216"/>
              <a:gd name="T16" fmla="*/ 105 w 208"/>
              <a:gd name="T17" fmla="*/ 130 h 216"/>
              <a:gd name="T18" fmla="*/ 104 w 208"/>
              <a:gd name="T19" fmla="*/ 130 h 216"/>
              <a:gd name="T20" fmla="*/ 104 w 208"/>
              <a:gd name="T21" fmla="*/ 78 h 216"/>
              <a:gd name="T22" fmla="*/ 196 w 208"/>
              <a:gd name="T23" fmla="*/ 55 h 216"/>
              <a:gd name="T24" fmla="*/ 200 w 208"/>
              <a:gd name="T25" fmla="*/ 104 h 216"/>
              <a:gd name="T26" fmla="*/ 104 w 208"/>
              <a:gd name="T27" fmla="*/ 200 h 216"/>
              <a:gd name="T28" fmla="*/ 8 w 208"/>
              <a:gd name="T29" fmla="*/ 104 h 216"/>
              <a:gd name="T30" fmla="*/ 104 w 208"/>
              <a:gd name="T31" fmla="*/ 8 h 216"/>
              <a:gd name="T32" fmla="*/ 104 w 208"/>
              <a:gd name="T33" fmla="*/ 8 h 216"/>
              <a:gd name="T34" fmla="*/ 152 w 208"/>
              <a:gd name="T35" fmla="*/ 11 h 216"/>
              <a:gd name="T36" fmla="*/ 104 w 208"/>
              <a:gd name="T37" fmla="*/ 0 h 216"/>
              <a:gd name="T38" fmla="*/ 0 w 208"/>
              <a:gd name="T39" fmla="*/ 104 h 216"/>
              <a:gd name="T40" fmla="*/ 104 w 208"/>
              <a:gd name="T41" fmla="*/ 208 h 216"/>
              <a:gd name="T42" fmla="*/ 208 w 208"/>
              <a:gd name="T43" fmla="*/ 104 h 216"/>
              <a:gd name="T44" fmla="*/ 172 w 208"/>
              <a:gd name="T45" fmla="*/ 104 h 216"/>
              <a:gd name="T46" fmla="*/ 154 w 208"/>
              <a:gd name="T47" fmla="*/ 71 h 216"/>
              <a:gd name="T48" fmla="*/ 105 w 208"/>
              <a:gd name="T49" fmla="*/ 164 h 216"/>
              <a:gd name="T50" fmla="*/ 104 w 208"/>
              <a:gd name="T51" fmla="*/ 164 h 216"/>
              <a:gd name="T52" fmla="*/ 104 w 208"/>
              <a:gd name="T53" fmla="*/ 44 h 216"/>
              <a:gd name="T54" fmla="*/ 104 w 208"/>
              <a:gd name="T55" fmla="*/ 44 h 216"/>
              <a:gd name="T56" fmla="*/ 138 w 208"/>
              <a:gd name="T57" fmla="*/ 54 h 216"/>
              <a:gd name="T58" fmla="*/ 104 w 208"/>
              <a:gd name="T59" fmla="*/ 36 h 216"/>
              <a:gd name="T60" fmla="*/ 104 w 208"/>
              <a:gd name="T61" fmla="*/ 36 h 216"/>
              <a:gd name="T62" fmla="*/ 104 w 208"/>
              <a:gd name="T63" fmla="*/ 172 h 216"/>
              <a:gd name="T64" fmla="*/ 104 w 208"/>
              <a:gd name="T65" fmla="*/ 172 h 216"/>
              <a:gd name="T66" fmla="*/ 9 w 208"/>
              <a:gd name="T67" fmla="*/ 209 h 216"/>
              <a:gd name="T68" fmla="*/ 12 w 208"/>
              <a:gd name="T69" fmla="*/ 216 h 216"/>
              <a:gd name="T70" fmla="*/ 36 w 208"/>
              <a:gd name="T71" fmla="*/ 193 h 216"/>
              <a:gd name="T72" fmla="*/ 31 w 208"/>
              <a:gd name="T73" fmla="*/ 187 h 216"/>
              <a:gd name="T74" fmla="*/ 172 w 208"/>
              <a:gd name="T75" fmla="*/ 187 h 216"/>
              <a:gd name="T76" fmla="*/ 194 w 208"/>
              <a:gd name="T77" fmla="*/ 215 h 216"/>
              <a:gd name="T78" fmla="*/ 200 w 208"/>
              <a:gd name="T79" fmla="*/ 215 h 216"/>
              <a:gd name="T80" fmla="*/ 178 w 208"/>
              <a:gd name="T81" fmla="*/ 187 h 216"/>
              <a:gd name="T82" fmla="*/ 103 w 208"/>
              <a:gd name="T83" fmla="*/ 108 h 216"/>
              <a:gd name="T84" fmla="*/ 176 w 208"/>
              <a:gd name="T85" fmla="*/ 37 h 216"/>
              <a:gd name="T86" fmla="*/ 196 w 208"/>
              <a:gd name="T87" fmla="*/ 37 h 216"/>
              <a:gd name="T88" fmla="*/ 196 w 208"/>
              <a:gd name="T89" fmla="*/ 29 h 216"/>
              <a:gd name="T90" fmla="*/ 180 w 208"/>
              <a:gd name="T91" fmla="*/ 13 h 216"/>
              <a:gd name="T92" fmla="*/ 172 w 208"/>
              <a:gd name="T93" fmla="*/ 13 h 216"/>
              <a:gd name="T94" fmla="*/ 171 w 208"/>
              <a:gd name="T95" fmla="*/ 30 h 216"/>
              <a:gd name="T96" fmla="*/ 100 w 208"/>
              <a:gd name="T97" fmla="*/ 107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8" h="216">
                <a:moveTo>
                  <a:pt x="104" y="78"/>
                </a:moveTo>
                <a:cubicBezTo>
                  <a:pt x="104" y="78"/>
                  <a:pt x="104" y="78"/>
                  <a:pt x="104" y="78"/>
                </a:cubicBezTo>
                <a:cubicBezTo>
                  <a:pt x="104" y="78"/>
                  <a:pt x="104" y="78"/>
                  <a:pt x="104" y="78"/>
                </a:cubicBezTo>
                <a:cubicBezTo>
                  <a:pt x="104" y="78"/>
                  <a:pt x="104" y="78"/>
                  <a:pt x="104" y="78"/>
                </a:cubicBezTo>
                <a:cubicBezTo>
                  <a:pt x="107" y="78"/>
                  <a:pt x="110" y="78"/>
                  <a:pt x="113" y="79"/>
                </a:cubicBezTo>
                <a:cubicBezTo>
                  <a:pt x="113" y="77"/>
                  <a:pt x="115" y="74"/>
                  <a:pt x="117" y="72"/>
                </a:cubicBezTo>
                <a:cubicBezTo>
                  <a:pt x="113" y="71"/>
                  <a:pt x="109" y="70"/>
                  <a:pt x="104" y="70"/>
                </a:cubicBezTo>
                <a:cubicBezTo>
                  <a:pt x="104" y="70"/>
                  <a:pt x="104" y="70"/>
                  <a:pt x="104" y="70"/>
                </a:cubicBezTo>
                <a:cubicBezTo>
                  <a:pt x="104" y="70"/>
                  <a:pt x="104" y="70"/>
                  <a:pt x="104" y="70"/>
                </a:cubicBezTo>
                <a:cubicBezTo>
                  <a:pt x="85" y="70"/>
                  <a:pt x="70" y="85"/>
                  <a:pt x="70" y="104"/>
                </a:cubicBezTo>
                <a:cubicBezTo>
                  <a:pt x="70" y="123"/>
                  <a:pt x="85" y="138"/>
                  <a:pt x="104" y="138"/>
                </a:cubicBezTo>
                <a:cubicBezTo>
                  <a:pt x="104" y="138"/>
                  <a:pt x="104" y="138"/>
                  <a:pt x="104" y="138"/>
                </a:cubicBezTo>
                <a:cubicBezTo>
                  <a:pt x="104" y="138"/>
                  <a:pt x="104" y="138"/>
                  <a:pt x="104" y="138"/>
                </a:cubicBezTo>
                <a:cubicBezTo>
                  <a:pt x="123" y="138"/>
                  <a:pt x="138" y="123"/>
                  <a:pt x="138" y="104"/>
                </a:cubicBezTo>
                <a:cubicBezTo>
                  <a:pt x="138" y="98"/>
                  <a:pt x="137" y="93"/>
                  <a:pt x="135" y="89"/>
                </a:cubicBezTo>
                <a:cubicBezTo>
                  <a:pt x="133" y="91"/>
                  <a:pt x="131" y="93"/>
                  <a:pt x="128" y="94"/>
                </a:cubicBezTo>
                <a:cubicBezTo>
                  <a:pt x="129" y="97"/>
                  <a:pt x="130" y="100"/>
                  <a:pt x="130" y="104"/>
                </a:cubicBezTo>
                <a:cubicBezTo>
                  <a:pt x="130" y="118"/>
                  <a:pt x="119" y="130"/>
                  <a:pt x="105" y="130"/>
                </a:cubicBezTo>
                <a:cubicBezTo>
                  <a:pt x="104" y="130"/>
                  <a:pt x="104" y="130"/>
                  <a:pt x="104" y="130"/>
                </a:cubicBezTo>
                <a:cubicBezTo>
                  <a:pt x="104" y="130"/>
                  <a:pt x="104" y="130"/>
                  <a:pt x="104" y="130"/>
                </a:cubicBezTo>
                <a:cubicBezTo>
                  <a:pt x="89" y="130"/>
                  <a:pt x="78" y="118"/>
                  <a:pt x="78" y="104"/>
                </a:cubicBezTo>
                <a:cubicBezTo>
                  <a:pt x="78" y="90"/>
                  <a:pt x="89" y="78"/>
                  <a:pt x="104" y="78"/>
                </a:cubicBezTo>
                <a:close/>
                <a:moveTo>
                  <a:pt x="208" y="104"/>
                </a:moveTo>
                <a:cubicBezTo>
                  <a:pt x="208" y="86"/>
                  <a:pt x="203" y="69"/>
                  <a:pt x="196" y="55"/>
                </a:cubicBezTo>
                <a:cubicBezTo>
                  <a:pt x="194" y="57"/>
                  <a:pt x="191" y="58"/>
                  <a:pt x="188" y="59"/>
                </a:cubicBezTo>
                <a:cubicBezTo>
                  <a:pt x="196" y="72"/>
                  <a:pt x="200" y="88"/>
                  <a:pt x="200" y="104"/>
                </a:cubicBezTo>
                <a:cubicBezTo>
                  <a:pt x="200" y="157"/>
                  <a:pt x="157" y="200"/>
                  <a:pt x="105" y="200"/>
                </a:cubicBezTo>
                <a:cubicBezTo>
                  <a:pt x="104" y="200"/>
                  <a:pt x="104" y="200"/>
                  <a:pt x="104" y="200"/>
                </a:cubicBezTo>
                <a:cubicBezTo>
                  <a:pt x="104" y="200"/>
                  <a:pt x="104" y="200"/>
                  <a:pt x="104" y="200"/>
                </a:cubicBezTo>
                <a:cubicBezTo>
                  <a:pt x="51" y="200"/>
                  <a:pt x="8" y="157"/>
                  <a:pt x="8" y="104"/>
                </a:cubicBezTo>
                <a:cubicBezTo>
                  <a:pt x="8" y="51"/>
                  <a:pt x="51" y="8"/>
                  <a:pt x="104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20" y="8"/>
                  <a:pt x="135" y="12"/>
                  <a:pt x="148" y="19"/>
                </a:cubicBezTo>
                <a:cubicBezTo>
                  <a:pt x="149" y="16"/>
                  <a:pt x="150" y="13"/>
                  <a:pt x="152" y="11"/>
                </a:cubicBezTo>
                <a:cubicBezTo>
                  <a:pt x="137" y="4"/>
                  <a:pt x="121" y="0"/>
                  <a:pt x="104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46" y="0"/>
                  <a:pt x="0" y="47"/>
                  <a:pt x="0" y="104"/>
                </a:cubicBezTo>
                <a:cubicBezTo>
                  <a:pt x="0" y="161"/>
                  <a:pt x="46" y="208"/>
                  <a:pt x="104" y="208"/>
                </a:cubicBezTo>
                <a:cubicBezTo>
                  <a:pt x="104" y="208"/>
                  <a:pt x="104" y="208"/>
                  <a:pt x="104" y="208"/>
                </a:cubicBezTo>
                <a:cubicBezTo>
                  <a:pt x="104" y="208"/>
                  <a:pt x="104" y="208"/>
                  <a:pt x="104" y="208"/>
                </a:cubicBezTo>
                <a:cubicBezTo>
                  <a:pt x="162" y="208"/>
                  <a:pt x="208" y="161"/>
                  <a:pt x="208" y="104"/>
                </a:cubicBezTo>
                <a:close/>
                <a:moveTo>
                  <a:pt x="104" y="172"/>
                </a:moveTo>
                <a:cubicBezTo>
                  <a:pt x="142" y="172"/>
                  <a:pt x="172" y="141"/>
                  <a:pt x="172" y="104"/>
                </a:cubicBezTo>
                <a:cubicBezTo>
                  <a:pt x="172" y="89"/>
                  <a:pt x="167" y="76"/>
                  <a:pt x="159" y="64"/>
                </a:cubicBezTo>
                <a:cubicBezTo>
                  <a:pt x="158" y="67"/>
                  <a:pt x="157" y="69"/>
                  <a:pt x="154" y="71"/>
                </a:cubicBezTo>
                <a:cubicBezTo>
                  <a:pt x="160" y="80"/>
                  <a:pt x="164" y="92"/>
                  <a:pt x="164" y="104"/>
                </a:cubicBezTo>
                <a:cubicBezTo>
                  <a:pt x="164" y="137"/>
                  <a:pt x="138" y="164"/>
                  <a:pt x="105" y="164"/>
                </a:cubicBezTo>
                <a:cubicBezTo>
                  <a:pt x="104" y="164"/>
                  <a:pt x="104" y="164"/>
                  <a:pt x="104" y="164"/>
                </a:cubicBezTo>
                <a:cubicBezTo>
                  <a:pt x="104" y="164"/>
                  <a:pt x="104" y="164"/>
                  <a:pt x="104" y="164"/>
                </a:cubicBezTo>
                <a:cubicBezTo>
                  <a:pt x="71" y="164"/>
                  <a:pt x="44" y="137"/>
                  <a:pt x="44" y="104"/>
                </a:cubicBezTo>
                <a:cubicBezTo>
                  <a:pt x="44" y="71"/>
                  <a:pt x="71" y="44"/>
                  <a:pt x="104" y="44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17" y="44"/>
                  <a:pt x="128" y="48"/>
                  <a:pt x="138" y="54"/>
                </a:cubicBezTo>
                <a:cubicBezTo>
                  <a:pt x="139" y="52"/>
                  <a:pt x="140" y="50"/>
                  <a:pt x="143" y="48"/>
                </a:cubicBezTo>
                <a:cubicBezTo>
                  <a:pt x="132" y="41"/>
                  <a:pt x="119" y="36"/>
                  <a:pt x="104" y="36"/>
                </a:cubicBezTo>
                <a:cubicBezTo>
                  <a:pt x="104" y="36"/>
                  <a:pt x="104" y="36"/>
                  <a:pt x="104" y="36"/>
                </a:cubicBezTo>
                <a:cubicBezTo>
                  <a:pt x="104" y="36"/>
                  <a:pt x="104" y="36"/>
                  <a:pt x="104" y="36"/>
                </a:cubicBezTo>
                <a:cubicBezTo>
                  <a:pt x="66" y="36"/>
                  <a:pt x="36" y="66"/>
                  <a:pt x="36" y="104"/>
                </a:cubicBezTo>
                <a:cubicBezTo>
                  <a:pt x="36" y="141"/>
                  <a:pt x="66" y="172"/>
                  <a:pt x="104" y="172"/>
                </a:cubicBezTo>
                <a:cubicBezTo>
                  <a:pt x="104" y="172"/>
                  <a:pt x="104" y="172"/>
                  <a:pt x="104" y="172"/>
                </a:cubicBezTo>
                <a:cubicBezTo>
                  <a:pt x="104" y="172"/>
                  <a:pt x="104" y="172"/>
                  <a:pt x="104" y="172"/>
                </a:cubicBezTo>
                <a:close/>
                <a:moveTo>
                  <a:pt x="31" y="187"/>
                </a:moveTo>
                <a:cubicBezTo>
                  <a:pt x="9" y="209"/>
                  <a:pt x="9" y="209"/>
                  <a:pt x="9" y="209"/>
                </a:cubicBezTo>
                <a:cubicBezTo>
                  <a:pt x="7" y="211"/>
                  <a:pt x="7" y="213"/>
                  <a:pt x="9" y="215"/>
                </a:cubicBezTo>
                <a:cubicBezTo>
                  <a:pt x="10" y="216"/>
                  <a:pt x="11" y="216"/>
                  <a:pt x="12" y="216"/>
                </a:cubicBezTo>
                <a:cubicBezTo>
                  <a:pt x="13" y="216"/>
                  <a:pt x="14" y="216"/>
                  <a:pt x="14" y="215"/>
                </a:cubicBezTo>
                <a:cubicBezTo>
                  <a:pt x="36" y="193"/>
                  <a:pt x="36" y="193"/>
                  <a:pt x="36" y="193"/>
                </a:cubicBezTo>
                <a:cubicBezTo>
                  <a:pt x="38" y="191"/>
                  <a:pt x="38" y="189"/>
                  <a:pt x="36" y="187"/>
                </a:cubicBezTo>
                <a:cubicBezTo>
                  <a:pt x="35" y="186"/>
                  <a:pt x="32" y="186"/>
                  <a:pt x="31" y="187"/>
                </a:cubicBezTo>
                <a:close/>
                <a:moveTo>
                  <a:pt x="178" y="187"/>
                </a:moveTo>
                <a:cubicBezTo>
                  <a:pt x="176" y="186"/>
                  <a:pt x="174" y="186"/>
                  <a:pt x="172" y="187"/>
                </a:cubicBezTo>
                <a:cubicBezTo>
                  <a:pt x="171" y="189"/>
                  <a:pt x="171" y="191"/>
                  <a:pt x="172" y="193"/>
                </a:cubicBezTo>
                <a:cubicBezTo>
                  <a:pt x="194" y="215"/>
                  <a:pt x="194" y="215"/>
                  <a:pt x="194" y="215"/>
                </a:cubicBezTo>
                <a:cubicBezTo>
                  <a:pt x="195" y="216"/>
                  <a:pt x="196" y="216"/>
                  <a:pt x="197" y="216"/>
                </a:cubicBezTo>
                <a:cubicBezTo>
                  <a:pt x="198" y="216"/>
                  <a:pt x="199" y="216"/>
                  <a:pt x="200" y="215"/>
                </a:cubicBezTo>
                <a:cubicBezTo>
                  <a:pt x="201" y="213"/>
                  <a:pt x="201" y="211"/>
                  <a:pt x="200" y="209"/>
                </a:cubicBezTo>
                <a:lnTo>
                  <a:pt x="178" y="187"/>
                </a:lnTo>
                <a:close/>
                <a:moveTo>
                  <a:pt x="100" y="107"/>
                </a:moveTo>
                <a:cubicBezTo>
                  <a:pt x="101" y="108"/>
                  <a:pt x="102" y="108"/>
                  <a:pt x="103" y="108"/>
                </a:cubicBezTo>
                <a:cubicBezTo>
                  <a:pt x="104" y="108"/>
                  <a:pt x="105" y="108"/>
                  <a:pt x="106" y="107"/>
                </a:cubicBezTo>
                <a:cubicBezTo>
                  <a:pt x="176" y="37"/>
                  <a:pt x="176" y="37"/>
                  <a:pt x="176" y="37"/>
                </a:cubicBezTo>
                <a:cubicBezTo>
                  <a:pt x="176" y="37"/>
                  <a:pt x="176" y="37"/>
                  <a:pt x="176" y="37"/>
                </a:cubicBezTo>
                <a:cubicBezTo>
                  <a:pt x="196" y="37"/>
                  <a:pt x="196" y="37"/>
                  <a:pt x="196" y="37"/>
                </a:cubicBezTo>
                <a:cubicBezTo>
                  <a:pt x="198" y="37"/>
                  <a:pt x="200" y="35"/>
                  <a:pt x="200" y="33"/>
                </a:cubicBezTo>
                <a:cubicBezTo>
                  <a:pt x="200" y="31"/>
                  <a:pt x="198" y="29"/>
                  <a:pt x="196" y="29"/>
                </a:cubicBezTo>
                <a:cubicBezTo>
                  <a:pt x="180" y="29"/>
                  <a:pt x="180" y="29"/>
                  <a:pt x="180" y="29"/>
                </a:cubicBezTo>
                <a:cubicBezTo>
                  <a:pt x="180" y="13"/>
                  <a:pt x="180" y="13"/>
                  <a:pt x="180" y="13"/>
                </a:cubicBezTo>
                <a:cubicBezTo>
                  <a:pt x="180" y="11"/>
                  <a:pt x="178" y="9"/>
                  <a:pt x="176" y="9"/>
                </a:cubicBezTo>
                <a:cubicBezTo>
                  <a:pt x="174" y="9"/>
                  <a:pt x="172" y="11"/>
                  <a:pt x="172" y="13"/>
                </a:cubicBezTo>
                <a:cubicBezTo>
                  <a:pt x="172" y="30"/>
                  <a:pt x="172" y="30"/>
                  <a:pt x="172" y="30"/>
                </a:cubicBezTo>
                <a:cubicBezTo>
                  <a:pt x="172" y="30"/>
                  <a:pt x="171" y="30"/>
                  <a:pt x="171" y="30"/>
                </a:cubicBezTo>
                <a:cubicBezTo>
                  <a:pt x="100" y="101"/>
                  <a:pt x="100" y="101"/>
                  <a:pt x="100" y="101"/>
                </a:cubicBezTo>
                <a:cubicBezTo>
                  <a:pt x="99" y="103"/>
                  <a:pt x="99" y="106"/>
                  <a:pt x="100" y="10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8" name="Freeform 184">
            <a:extLst>
              <a:ext uri="{FF2B5EF4-FFF2-40B4-BE49-F238E27FC236}">
                <a16:creationId xmlns:a16="http://schemas.microsoft.com/office/drawing/2014/main" id="{69E87180-B9F0-47DA-A7FD-99E92D9FD0F0}"/>
              </a:ext>
            </a:extLst>
          </p:cNvPr>
          <p:cNvSpPr>
            <a:spLocks noEditPoints="1"/>
          </p:cNvSpPr>
          <p:nvPr/>
        </p:nvSpPr>
        <p:spPr bwMode="auto">
          <a:xfrm>
            <a:off x="9980396" y="3035275"/>
            <a:ext cx="592544" cy="494646"/>
          </a:xfrm>
          <a:custGeom>
            <a:avLst/>
            <a:gdLst>
              <a:gd name="T0" fmla="*/ 111 w 115"/>
              <a:gd name="T1" fmla="*/ 24 h 96"/>
              <a:gd name="T2" fmla="*/ 58 w 115"/>
              <a:gd name="T3" fmla="*/ 0 h 96"/>
              <a:gd name="T4" fmla="*/ 5 w 115"/>
              <a:gd name="T5" fmla="*/ 24 h 96"/>
              <a:gd name="T6" fmla="*/ 58 w 115"/>
              <a:gd name="T7" fmla="*/ 49 h 96"/>
              <a:gd name="T8" fmla="*/ 111 w 115"/>
              <a:gd name="T9" fmla="*/ 24 h 96"/>
              <a:gd name="T10" fmla="*/ 58 w 115"/>
              <a:gd name="T11" fmla="*/ 5 h 96"/>
              <a:gd name="T12" fmla="*/ 99 w 115"/>
              <a:gd name="T13" fmla="*/ 24 h 96"/>
              <a:gd name="T14" fmla="*/ 58 w 115"/>
              <a:gd name="T15" fmla="*/ 44 h 96"/>
              <a:gd name="T16" fmla="*/ 16 w 115"/>
              <a:gd name="T17" fmla="*/ 24 h 96"/>
              <a:gd name="T18" fmla="*/ 58 w 115"/>
              <a:gd name="T19" fmla="*/ 5 h 96"/>
              <a:gd name="T20" fmla="*/ 115 w 115"/>
              <a:gd name="T21" fmla="*/ 46 h 96"/>
              <a:gd name="T22" fmla="*/ 114 w 115"/>
              <a:gd name="T23" fmla="*/ 42 h 96"/>
              <a:gd name="T24" fmla="*/ 58 w 115"/>
              <a:gd name="T25" fmla="*/ 68 h 96"/>
              <a:gd name="T26" fmla="*/ 2 w 115"/>
              <a:gd name="T27" fmla="*/ 42 h 96"/>
              <a:gd name="T28" fmla="*/ 0 w 115"/>
              <a:gd name="T29" fmla="*/ 46 h 96"/>
              <a:gd name="T30" fmla="*/ 58 w 115"/>
              <a:gd name="T31" fmla="*/ 73 h 96"/>
              <a:gd name="T32" fmla="*/ 115 w 115"/>
              <a:gd name="T33" fmla="*/ 46 h 96"/>
              <a:gd name="T34" fmla="*/ 58 w 115"/>
              <a:gd name="T35" fmla="*/ 90 h 96"/>
              <a:gd name="T36" fmla="*/ 2 w 115"/>
              <a:gd name="T37" fmla="*/ 64 h 96"/>
              <a:gd name="T38" fmla="*/ 0 w 115"/>
              <a:gd name="T39" fmla="*/ 68 h 96"/>
              <a:gd name="T40" fmla="*/ 58 w 115"/>
              <a:gd name="T41" fmla="*/ 96 h 96"/>
              <a:gd name="T42" fmla="*/ 115 w 115"/>
              <a:gd name="T43" fmla="*/ 68 h 96"/>
              <a:gd name="T44" fmla="*/ 114 w 115"/>
              <a:gd name="T45" fmla="*/ 64 h 96"/>
              <a:gd name="T46" fmla="*/ 58 w 115"/>
              <a:gd name="T47" fmla="*/ 9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5" h="96">
                <a:moveTo>
                  <a:pt x="111" y="24"/>
                </a:moveTo>
                <a:lnTo>
                  <a:pt x="58" y="0"/>
                </a:lnTo>
                <a:lnTo>
                  <a:pt x="5" y="24"/>
                </a:lnTo>
                <a:lnTo>
                  <a:pt x="58" y="49"/>
                </a:lnTo>
                <a:lnTo>
                  <a:pt x="111" y="24"/>
                </a:lnTo>
                <a:close/>
                <a:moveTo>
                  <a:pt x="58" y="5"/>
                </a:moveTo>
                <a:lnTo>
                  <a:pt x="99" y="24"/>
                </a:lnTo>
                <a:lnTo>
                  <a:pt x="58" y="44"/>
                </a:lnTo>
                <a:lnTo>
                  <a:pt x="16" y="24"/>
                </a:lnTo>
                <a:lnTo>
                  <a:pt x="58" y="5"/>
                </a:lnTo>
                <a:close/>
                <a:moveTo>
                  <a:pt x="115" y="46"/>
                </a:moveTo>
                <a:lnTo>
                  <a:pt x="114" y="42"/>
                </a:lnTo>
                <a:lnTo>
                  <a:pt x="58" y="68"/>
                </a:lnTo>
                <a:lnTo>
                  <a:pt x="2" y="42"/>
                </a:lnTo>
                <a:lnTo>
                  <a:pt x="0" y="46"/>
                </a:lnTo>
                <a:lnTo>
                  <a:pt x="58" y="73"/>
                </a:lnTo>
                <a:lnTo>
                  <a:pt x="115" y="46"/>
                </a:lnTo>
                <a:close/>
                <a:moveTo>
                  <a:pt x="58" y="90"/>
                </a:moveTo>
                <a:lnTo>
                  <a:pt x="2" y="64"/>
                </a:lnTo>
                <a:lnTo>
                  <a:pt x="0" y="68"/>
                </a:lnTo>
                <a:lnTo>
                  <a:pt x="58" y="96"/>
                </a:lnTo>
                <a:lnTo>
                  <a:pt x="115" y="68"/>
                </a:lnTo>
                <a:lnTo>
                  <a:pt x="114" y="64"/>
                </a:lnTo>
                <a:lnTo>
                  <a:pt x="58" y="9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b="1" dirty="0">
                <a:solidFill>
                  <a:srgbClr val="54478C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  <a:endParaRPr lang="en-GB" sz="3200" b="1" dirty="0">
              <a:solidFill>
                <a:schemeClr val="accent1"/>
              </a:solidFill>
              <a:latin typeface="Lato Black" panose="020F0A0202020403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7</a:t>
            </a:r>
            <a:endParaRPr lang="en-GB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81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F487EE8-1E70-4472-AA27-17FD6DE710A3}"/>
              </a:ext>
            </a:extLst>
          </p:cNvPr>
          <p:cNvSpPr/>
          <p:nvPr/>
        </p:nvSpPr>
        <p:spPr>
          <a:xfrm>
            <a:off x="888098" y="2702448"/>
            <a:ext cx="10410673" cy="2291304"/>
          </a:xfrm>
          <a:custGeom>
            <a:avLst/>
            <a:gdLst>
              <a:gd name="connsiteX0" fmla="*/ 9945643 w 9947976"/>
              <a:gd name="connsiteY0" fmla="*/ 1417693 h 2189468"/>
              <a:gd name="connsiteX1" fmla="*/ 9287862 w 9947976"/>
              <a:gd name="connsiteY1" fmla="*/ 764373 h 2189468"/>
              <a:gd name="connsiteX2" fmla="*/ 8766836 w 9947976"/>
              <a:gd name="connsiteY2" fmla="*/ 937586 h 2189468"/>
              <a:gd name="connsiteX3" fmla="*/ 8431484 w 9947976"/>
              <a:gd name="connsiteY3" fmla="*/ 985582 h 2189468"/>
              <a:gd name="connsiteX4" fmla="*/ 8431484 w 9947976"/>
              <a:gd name="connsiteY4" fmla="*/ 985582 h 2189468"/>
              <a:gd name="connsiteX5" fmla="*/ 8243657 w 9947976"/>
              <a:gd name="connsiteY5" fmla="*/ 697456 h 2189468"/>
              <a:gd name="connsiteX6" fmla="*/ 8241657 w 9947976"/>
              <a:gd name="connsiteY6" fmla="*/ 657460 h 2189468"/>
              <a:gd name="connsiteX7" fmla="*/ 7576646 w 9947976"/>
              <a:gd name="connsiteY7" fmla="*/ 1525 h 2189468"/>
              <a:gd name="connsiteX8" fmla="*/ 6816721 w 9947976"/>
              <a:gd name="connsiteY8" fmla="*/ 713608 h 2189468"/>
              <a:gd name="connsiteX9" fmla="*/ 6816721 w 9947976"/>
              <a:gd name="connsiteY9" fmla="*/ 715454 h 2189468"/>
              <a:gd name="connsiteX10" fmla="*/ 6647045 w 9947976"/>
              <a:gd name="connsiteY10" fmla="*/ 977582 h 2189468"/>
              <a:gd name="connsiteX11" fmla="*/ 6609203 w 9947976"/>
              <a:gd name="connsiteY11" fmla="*/ 994504 h 2189468"/>
              <a:gd name="connsiteX12" fmla="*/ 6307078 w 9947976"/>
              <a:gd name="connsiteY12" fmla="*/ 949431 h 2189468"/>
              <a:gd name="connsiteX13" fmla="*/ 6126788 w 9947976"/>
              <a:gd name="connsiteY13" fmla="*/ 829136 h 2189468"/>
              <a:gd name="connsiteX14" fmla="*/ 6124635 w 9947976"/>
              <a:gd name="connsiteY14" fmla="*/ 828213 h 2189468"/>
              <a:gd name="connsiteX15" fmla="*/ 6102329 w 9947976"/>
              <a:gd name="connsiteY15" fmla="*/ 818367 h 2189468"/>
              <a:gd name="connsiteX16" fmla="*/ 6093869 w 9947976"/>
              <a:gd name="connsiteY16" fmla="*/ 814829 h 2189468"/>
              <a:gd name="connsiteX17" fmla="*/ 6076178 w 9947976"/>
              <a:gd name="connsiteY17" fmla="*/ 808061 h 2189468"/>
              <a:gd name="connsiteX18" fmla="*/ 6062333 w 9947976"/>
              <a:gd name="connsiteY18" fmla="*/ 802984 h 2189468"/>
              <a:gd name="connsiteX19" fmla="*/ 6048489 w 9947976"/>
              <a:gd name="connsiteY19" fmla="*/ 798369 h 2189468"/>
              <a:gd name="connsiteX20" fmla="*/ 6030183 w 9947976"/>
              <a:gd name="connsiteY20" fmla="*/ 792524 h 2189468"/>
              <a:gd name="connsiteX21" fmla="*/ 6019414 w 9947976"/>
              <a:gd name="connsiteY21" fmla="*/ 789447 h 2189468"/>
              <a:gd name="connsiteX22" fmla="*/ 5997571 w 9947976"/>
              <a:gd name="connsiteY22" fmla="*/ 783602 h 2189468"/>
              <a:gd name="connsiteX23" fmla="*/ 5988956 w 9947976"/>
              <a:gd name="connsiteY23" fmla="*/ 781602 h 2189468"/>
              <a:gd name="connsiteX24" fmla="*/ 5964804 w 9947976"/>
              <a:gd name="connsiteY24" fmla="*/ 776372 h 2189468"/>
              <a:gd name="connsiteX25" fmla="*/ 5957113 w 9947976"/>
              <a:gd name="connsiteY25" fmla="*/ 774833 h 2189468"/>
              <a:gd name="connsiteX26" fmla="*/ 5932192 w 9947976"/>
              <a:gd name="connsiteY26" fmla="*/ 770680 h 2189468"/>
              <a:gd name="connsiteX27" fmla="*/ 5924039 w 9947976"/>
              <a:gd name="connsiteY27" fmla="*/ 769449 h 2189468"/>
              <a:gd name="connsiteX28" fmla="*/ 5900042 w 9947976"/>
              <a:gd name="connsiteY28" fmla="*/ 766526 h 2189468"/>
              <a:gd name="connsiteX29" fmla="*/ 5889581 w 9947976"/>
              <a:gd name="connsiteY29" fmla="*/ 765450 h 2189468"/>
              <a:gd name="connsiteX30" fmla="*/ 5879736 w 9947976"/>
              <a:gd name="connsiteY30" fmla="*/ 764527 h 2189468"/>
              <a:gd name="connsiteX31" fmla="*/ 5869583 w 9947976"/>
              <a:gd name="connsiteY31" fmla="*/ 764065 h 2189468"/>
              <a:gd name="connsiteX32" fmla="*/ 5851585 w 9947976"/>
              <a:gd name="connsiteY32" fmla="*/ 763142 h 2189468"/>
              <a:gd name="connsiteX33" fmla="*/ 5834664 w 9947976"/>
              <a:gd name="connsiteY33" fmla="*/ 762681 h 2189468"/>
              <a:gd name="connsiteX34" fmla="*/ 5826049 w 9947976"/>
              <a:gd name="connsiteY34" fmla="*/ 762527 h 2189468"/>
              <a:gd name="connsiteX35" fmla="*/ 5814665 w 9947976"/>
              <a:gd name="connsiteY35" fmla="*/ 762834 h 2189468"/>
              <a:gd name="connsiteX36" fmla="*/ 5799898 w 9947976"/>
              <a:gd name="connsiteY36" fmla="*/ 763142 h 2189468"/>
              <a:gd name="connsiteX37" fmla="*/ 5778207 w 9947976"/>
              <a:gd name="connsiteY37" fmla="*/ 764373 h 2189468"/>
              <a:gd name="connsiteX38" fmla="*/ 5765440 w 9947976"/>
              <a:gd name="connsiteY38" fmla="*/ 765296 h 2189468"/>
              <a:gd name="connsiteX39" fmla="*/ 5741288 w 9947976"/>
              <a:gd name="connsiteY39" fmla="*/ 767757 h 2189468"/>
              <a:gd name="connsiteX40" fmla="*/ 5731289 w 9947976"/>
              <a:gd name="connsiteY40" fmla="*/ 768988 h 2189468"/>
              <a:gd name="connsiteX41" fmla="*/ 5701907 w 9947976"/>
              <a:gd name="connsiteY41" fmla="*/ 773603 h 2189468"/>
              <a:gd name="connsiteX42" fmla="*/ 5697600 w 9947976"/>
              <a:gd name="connsiteY42" fmla="*/ 774372 h 2189468"/>
              <a:gd name="connsiteX43" fmla="*/ 5596071 w 9947976"/>
              <a:gd name="connsiteY43" fmla="*/ 800831 h 2189468"/>
              <a:gd name="connsiteX44" fmla="*/ 5595764 w 9947976"/>
              <a:gd name="connsiteY44" fmla="*/ 800984 h 2189468"/>
              <a:gd name="connsiteX45" fmla="*/ 5564075 w 9947976"/>
              <a:gd name="connsiteY45" fmla="*/ 812676 h 2189468"/>
              <a:gd name="connsiteX46" fmla="*/ 5561614 w 9947976"/>
              <a:gd name="connsiteY46" fmla="*/ 813752 h 2189468"/>
              <a:gd name="connsiteX47" fmla="*/ 5532693 w 9947976"/>
              <a:gd name="connsiteY47" fmla="*/ 826059 h 2189468"/>
              <a:gd name="connsiteX48" fmla="*/ 5529463 w 9947976"/>
              <a:gd name="connsiteY48" fmla="*/ 827597 h 2189468"/>
              <a:gd name="connsiteX49" fmla="*/ 5501773 w 9947976"/>
              <a:gd name="connsiteY49" fmla="*/ 841134 h 2189468"/>
              <a:gd name="connsiteX50" fmla="*/ 5498850 w 9947976"/>
              <a:gd name="connsiteY50" fmla="*/ 842673 h 2189468"/>
              <a:gd name="connsiteX51" fmla="*/ 5471315 w 9947976"/>
              <a:gd name="connsiteY51" fmla="*/ 857748 h 2189468"/>
              <a:gd name="connsiteX52" fmla="*/ 5469315 w 9947976"/>
              <a:gd name="connsiteY52" fmla="*/ 858979 h 2189468"/>
              <a:gd name="connsiteX53" fmla="*/ 5441164 w 9947976"/>
              <a:gd name="connsiteY53" fmla="*/ 876208 h 2189468"/>
              <a:gd name="connsiteX54" fmla="*/ 5440702 w 9947976"/>
              <a:gd name="connsiteY54" fmla="*/ 876515 h 2189468"/>
              <a:gd name="connsiteX55" fmla="*/ 5356249 w 9947976"/>
              <a:gd name="connsiteY55" fmla="*/ 940048 h 2189468"/>
              <a:gd name="connsiteX56" fmla="*/ 5345173 w 9947976"/>
              <a:gd name="connsiteY56" fmla="*/ 949124 h 2189468"/>
              <a:gd name="connsiteX57" fmla="*/ 5023512 w 9947976"/>
              <a:gd name="connsiteY57" fmla="*/ 986197 h 2189468"/>
              <a:gd name="connsiteX58" fmla="*/ 5023512 w 9947976"/>
              <a:gd name="connsiteY58" fmla="*/ 986197 h 2189468"/>
              <a:gd name="connsiteX59" fmla="*/ 4835685 w 9947976"/>
              <a:gd name="connsiteY59" fmla="*/ 698072 h 2189468"/>
              <a:gd name="connsiteX60" fmla="*/ 4833685 w 9947976"/>
              <a:gd name="connsiteY60" fmla="*/ 658075 h 2189468"/>
              <a:gd name="connsiteX61" fmla="*/ 4628321 w 9947976"/>
              <a:gd name="connsiteY61" fmla="*/ 212581 h 2189468"/>
              <a:gd name="connsiteX62" fmla="*/ 4628013 w 9947976"/>
              <a:gd name="connsiteY62" fmla="*/ 212273 h 2189468"/>
              <a:gd name="connsiteX63" fmla="*/ 4607553 w 9947976"/>
              <a:gd name="connsiteY63" fmla="*/ 192583 h 2189468"/>
              <a:gd name="connsiteX64" fmla="*/ 4604938 w 9947976"/>
              <a:gd name="connsiteY64" fmla="*/ 190122 h 2189468"/>
              <a:gd name="connsiteX65" fmla="*/ 4585863 w 9947976"/>
              <a:gd name="connsiteY65" fmla="*/ 173200 h 2189468"/>
              <a:gd name="connsiteX66" fmla="*/ 4580941 w 9947976"/>
              <a:gd name="connsiteY66" fmla="*/ 168893 h 2189468"/>
              <a:gd name="connsiteX67" fmla="*/ 4563404 w 9947976"/>
              <a:gd name="connsiteY67" fmla="*/ 154587 h 2189468"/>
              <a:gd name="connsiteX68" fmla="*/ 4556174 w 9947976"/>
              <a:gd name="connsiteY68" fmla="*/ 148741 h 2189468"/>
              <a:gd name="connsiteX69" fmla="*/ 4540022 w 9947976"/>
              <a:gd name="connsiteY69" fmla="*/ 136742 h 2189468"/>
              <a:gd name="connsiteX70" fmla="*/ 4530484 w 9947976"/>
              <a:gd name="connsiteY70" fmla="*/ 129820 h 2189468"/>
              <a:gd name="connsiteX71" fmla="*/ 4515716 w 9947976"/>
              <a:gd name="connsiteY71" fmla="*/ 119821 h 2189468"/>
              <a:gd name="connsiteX72" fmla="*/ 4504025 w 9947976"/>
              <a:gd name="connsiteY72" fmla="*/ 112129 h 2189468"/>
              <a:gd name="connsiteX73" fmla="*/ 4490334 w 9947976"/>
              <a:gd name="connsiteY73" fmla="*/ 103669 h 2189468"/>
              <a:gd name="connsiteX74" fmla="*/ 4476797 w 9947976"/>
              <a:gd name="connsiteY74" fmla="*/ 95516 h 2189468"/>
              <a:gd name="connsiteX75" fmla="*/ 4464029 w 9947976"/>
              <a:gd name="connsiteY75" fmla="*/ 88439 h 2189468"/>
              <a:gd name="connsiteX76" fmla="*/ 4448954 w 9947976"/>
              <a:gd name="connsiteY76" fmla="*/ 80286 h 2189468"/>
              <a:gd name="connsiteX77" fmla="*/ 4436801 w 9947976"/>
              <a:gd name="connsiteY77" fmla="*/ 74133 h 2189468"/>
              <a:gd name="connsiteX78" fmla="*/ 4420495 w 9947976"/>
              <a:gd name="connsiteY78" fmla="*/ 66134 h 2189468"/>
              <a:gd name="connsiteX79" fmla="*/ 4408804 w 9947976"/>
              <a:gd name="connsiteY79" fmla="*/ 60904 h 2189468"/>
              <a:gd name="connsiteX80" fmla="*/ 4391421 w 9947976"/>
              <a:gd name="connsiteY80" fmla="*/ 53366 h 2189468"/>
              <a:gd name="connsiteX81" fmla="*/ 4379730 w 9947976"/>
              <a:gd name="connsiteY81" fmla="*/ 48751 h 2189468"/>
              <a:gd name="connsiteX82" fmla="*/ 4361732 w 9947976"/>
              <a:gd name="connsiteY82" fmla="*/ 41982 h 2189468"/>
              <a:gd name="connsiteX83" fmla="*/ 4349733 w 9947976"/>
              <a:gd name="connsiteY83" fmla="*/ 37829 h 2189468"/>
              <a:gd name="connsiteX84" fmla="*/ 4331580 w 9947976"/>
              <a:gd name="connsiteY84" fmla="*/ 31830 h 2189468"/>
              <a:gd name="connsiteX85" fmla="*/ 4319120 w 9947976"/>
              <a:gd name="connsiteY85" fmla="*/ 28138 h 2189468"/>
              <a:gd name="connsiteX86" fmla="*/ 4300968 w 9947976"/>
              <a:gd name="connsiteY86" fmla="*/ 23061 h 2189468"/>
              <a:gd name="connsiteX87" fmla="*/ 4287585 w 9947976"/>
              <a:gd name="connsiteY87" fmla="*/ 19831 h 2189468"/>
              <a:gd name="connsiteX88" fmla="*/ 4269895 w 9947976"/>
              <a:gd name="connsiteY88" fmla="*/ 15831 h 2189468"/>
              <a:gd name="connsiteX89" fmla="*/ 4255434 w 9947976"/>
              <a:gd name="connsiteY89" fmla="*/ 13062 h 2189468"/>
              <a:gd name="connsiteX90" fmla="*/ 4238359 w 9947976"/>
              <a:gd name="connsiteY90" fmla="*/ 9986 h 2189468"/>
              <a:gd name="connsiteX91" fmla="*/ 4222668 w 9947976"/>
              <a:gd name="connsiteY91" fmla="*/ 7678 h 2189468"/>
              <a:gd name="connsiteX92" fmla="*/ 4206516 w 9947976"/>
              <a:gd name="connsiteY92" fmla="*/ 5524 h 2189468"/>
              <a:gd name="connsiteX93" fmla="*/ 4189441 w 9947976"/>
              <a:gd name="connsiteY93" fmla="*/ 3832 h 2189468"/>
              <a:gd name="connsiteX94" fmla="*/ 4179288 w 9947976"/>
              <a:gd name="connsiteY94" fmla="*/ 2755 h 2189468"/>
              <a:gd name="connsiteX95" fmla="*/ 4174980 w 9947976"/>
              <a:gd name="connsiteY95" fmla="*/ 2602 h 2189468"/>
              <a:gd name="connsiteX96" fmla="*/ 4168212 w 9947976"/>
              <a:gd name="connsiteY96" fmla="*/ 1986 h 2189468"/>
              <a:gd name="connsiteX97" fmla="*/ 4150829 w 9947976"/>
              <a:gd name="connsiteY97" fmla="*/ 1371 h 2189468"/>
              <a:gd name="connsiteX98" fmla="*/ 4134215 w 9947976"/>
              <a:gd name="connsiteY98" fmla="*/ 756 h 2189468"/>
              <a:gd name="connsiteX99" fmla="*/ 4111910 w 9947976"/>
              <a:gd name="connsiteY99" fmla="*/ 909 h 2189468"/>
              <a:gd name="connsiteX100" fmla="*/ 4094527 w 9947976"/>
              <a:gd name="connsiteY100" fmla="*/ 1217 h 2189468"/>
              <a:gd name="connsiteX101" fmla="*/ 4073913 w 9947976"/>
              <a:gd name="connsiteY101" fmla="*/ 2448 h 2189468"/>
              <a:gd name="connsiteX102" fmla="*/ 4055300 w 9947976"/>
              <a:gd name="connsiteY102" fmla="*/ 3678 h 2189468"/>
              <a:gd name="connsiteX103" fmla="*/ 4037763 w 9947976"/>
              <a:gd name="connsiteY103" fmla="*/ 5678 h 2189468"/>
              <a:gd name="connsiteX104" fmla="*/ 4016842 w 9947976"/>
              <a:gd name="connsiteY104" fmla="*/ 8293 h 2189468"/>
              <a:gd name="connsiteX105" fmla="*/ 4008382 w 9947976"/>
              <a:gd name="connsiteY105" fmla="*/ 9678 h 2189468"/>
              <a:gd name="connsiteX106" fmla="*/ 3912237 w 9947976"/>
              <a:gd name="connsiteY106" fmla="*/ 31983 h 2189468"/>
              <a:gd name="connsiteX107" fmla="*/ 3908699 w 9947976"/>
              <a:gd name="connsiteY107" fmla="*/ 33060 h 2189468"/>
              <a:gd name="connsiteX108" fmla="*/ 3880240 w 9947976"/>
              <a:gd name="connsiteY108" fmla="*/ 42752 h 2189468"/>
              <a:gd name="connsiteX109" fmla="*/ 3873626 w 9947976"/>
              <a:gd name="connsiteY109" fmla="*/ 45059 h 2189468"/>
              <a:gd name="connsiteX110" fmla="*/ 3846859 w 9947976"/>
              <a:gd name="connsiteY110" fmla="*/ 55827 h 2189468"/>
              <a:gd name="connsiteX111" fmla="*/ 3839629 w 9947976"/>
              <a:gd name="connsiteY111" fmla="*/ 58750 h 2189468"/>
              <a:gd name="connsiteX112" fmla="*/ 3813632 w 9947976"/>
              <a:gd name="connsiteY112" fmla="*/ 70749 h 2189468"/>
              <a:gd name="connsiteX113" fmla="*/ 3806555 w 9947976"/>
              <a:gd name="connsiteY113" fmla="*/ 74133 h 2189468"/>
              <a:gd name="connsiteX114" fmla="*/ 3781173 w 9947976"/>
              <a:gd name="connsiteY114" fmla="*/ 87363 h 2189468"/>
              <a:gd name="connsiteX115" fmla="*/ 3774405 w 9947976"/>
              <a:gd name="connsiteY115" fmla="*/ 91054 h 2189468"/>
              <a:gd name="connsiteX116" fmla="*/ 3749638 w 9947976"/>
              <a:gd name="connsiteY116" fmla="*/ 105668 h 2189468"/>
              <a:gd name="connsiteX117" fmla="*/ 3743331 w 9947976"/>
              <a:gd name="connsiteY117" fmla="*/ 109514 h 2189468"/>
              <a:gd name="connsiteX118" fmla="*/ 3719025 w 9947976"/>
              <a:gd name="connsiteY118" fmla="*/ 125513 h 2189468"/>
              <a:gd name="connsiteX119" fmla="*/ 3713334 w 9947976"/>
              <a:gd name="connsiteY119" fmla="*/ 129358 h 2189468"/>
              <a:gd name="connsiteX120" fmla="*/ 3689490 w 9947976"/>
              <a:gd name="connsiteY120" fmla="*/ 146741 h 2189468"/>
              <a:gd name="connsiteX121" fmla="*/ 3684567 w 9947976"/>
              <a:gd name="connsiteY121" fmla="*/ 150587 h 2189468"/>
              <a:gd name="connsiteX122" fmla="*/ 3661185 w 9947976"/>
              <a:gd name="connsiteY122" fmla="*/ 169662 h 2189468"/>
              <a:gd name="connsiteX123" fmla="*/ 3657185 w 9947976"/>
              <a:gd name="connsiteY123" fmla="*/ 173046 h 2189468"/>
              <a:gd name="connsiteX124" fmla="*/ 3633957 w 9947976"/>
              <a:gd name="connsiteY124" fmla="*/ 193814 h 2189468"/>
              <a:gd name="connsiteX125" fmla="*/ 3631034 w 9947976"/>
              <a:gd name="connsiteY125" fmla="*/ 196583 h 2189468"/>
              <a:gd name="connsiteX126" fmla="*/ 3608113 w 9947976"/>
              <a:gd name="connsiteY126" fmla="*/ 219350 h 2189468"/>
              <a:gd name="connsiteX127" fmla="*/ 3606421 w 9947976"/>
              <a:gd name="connsiteY127" fmla="*/ 221195 h 2189468"/>
              <a:gd name="connsiteX128" fmla="*/ 3583500 w 9947976"/>
              <a:gd name="connsiteY128" fmla="*/ 246270 h 2189468"/>
              <a:gd name="connsiteX129" fmla="*/ 3583347 w 9947976"/>
              <a:gd name="connsiteY129" fmla="*/ 246578 h 2189468"/>
              <a:gd name="connsiteX130" fmla="*/ 3408287 w 9947976"/>
              <a:gd name="connsiteY130" fmla="*/ 716531 h 2189468"/>
              <a:gd name="connsiteX131" fmla="*/ 3238611 w 9947976"/>
              <a:gd name="connsiteY131" fmla="*/ 978352 h 2189468"/>
              <a:gd name="connsiteX132" fmla="*/ 3200769 w 9947976"/>
              <a:gd name="connsiteY132" fmla="*/ 995273 h 2189468"/>
              <a:gd name="connsiteX133" fmla="*/ 2898645 w 9947976"/>
              <a:gd name="connsiteY133" fmla="*/ 950201 h 2189468"/>
              <a:gd name="connsiteX134" fmla="*/ 2417615 w 9947976"/>
              <a:gd name="connsiteY134" fmla="*/ 763296 h 2189468"/>
              <a:gd name="connsiteX135" fmla="*/ 1947815 w 9947976"/>
              <a:gd name="connsiteY135" fmla="*/ 940355 h 2189468"/>
              <a:gd name="connsiteX136" fmla="*/ 1620924 w 9947976"/>
              <a:gd name="connsiteY136" fmla="*/ 989274 h 2189468"/>
              <a:gd name="connsiteX137" fmla="*/ 1615694 w 9947976"/>
              <a:gd name="connsiteY137" fmla="*/ 986966 h 2189468"/>
              <a:gd name="connsiteX138" fmla="*/ 1426790 w 9947976"/>
              <a:gd name="connsiteY138" fmla="*/ 698379 h 2189468"/>
              <a:gd name="connsiteX139" fmla="*/ 1425097 w 9947976"/>
              <a:gd name="connsiteY139" fmla="*/ 662690 h 2189468"/>
              <a:gd name="connsiteX140" fmla="*/ 771316 w 9947976"/>
              <a:gd name="connsiteY140" fmla="*/ 2294 h 2189468"/>
              <a:gd name="connsiteX141" fmla="*/ 2314 w 9947976"/>
              <a:gd name="connsiteY141" fmla="*/ 771757 h 2189468"/>
              <a:gd name="connsiteX142" fmla="*/ 660096 w 9947976"/>
              <a:gd name="connsiteY142" fmla="*/ 1425231 h 2189468"/>
              <a:gd name="connsiteX143" fmla="*/ 1181275 w 9947976"/>
              <a:gd name="connsiteY143" fmla="*/ 1252017 h 2189468"/>
              <a:gd name="connsiteX144" fmla="*/ 1516627 w 9947976"/>
              <a:gd name="connsiteY144" fmla="*/ 1204022 h 2189468"/>
              <a:gd name="connsiteX145" fmla="*/ 1704455 w 9947976"/>
              <a:gd name="connsiteY145" fmla="*/ 1492147 h 2189468"/>
              <a:gd name="connsiteX146" fmla="*/ 1709993 w 9947976"/>
              <a:gd name="connsiteY146" fmla="*/ 1567063 h 2189468"/>
              <a:gd name="connsiteX147" fmla="*/ 2335931 w 9947976"/>
              <a:gd name="connsiteY147" fmla="*/ 2184848 h 2189468"/>
              <a:gd name="connsiteX148" fmla="*/ 3131391 w 9947976"/>
              <a:gd name="connsiteY148" fmla="*/ 1475841 h 2189468"/>
              <a:gd name="connsiteX149" fmla="*/ 3131391 w 9947976"/>
              <a:gd name="connsiteY149" fmla="*/ 1473995 h 2189468"/>
              <a:gd name="connsiteX150" fmla="*/ 3301067 w 9947976"/>
              <a:gd name="connsiteY150" fmla="*/ 1211867 h 2189468"/>
              <a:gd name="connsiteX151" fmla="*/ 3338909 w 9947976"/>
              <a:gd name="connsiteY151" fmla="*/ 1194946 h 2189468"/>
              <a:gd name="connsiteX152" fmla="*/ 3641033 w 9947976"/>
              <a:gd name="connsiteY152" fmla="*/ 1240018 h 2189468"/>
              <a:gd name="connsiteX153" fmla="*/ 3821169 w 9947976"/>
              <a:gd name="connsiteY153" fmla="*/ 1360160 h 2189468"/>
              <a:gd name="connsiteX154" fmla="*/ 3823323 w 9947976"/>
              <a:gd name="connsiteY154" fmla="*/ 1361237 h 2189468"/>
              <a:gd name="connsiteX155" fmla="*/ 3845628 w 9947976"/>
              <a:gd name="connsiteY155" fmla="*/ 1371082 h 2189468"/>
              <a:gd name="connsiteX156" fmla="*/ 3853935 w 9947976"/>
              <a:gd name="connsiteY156" fmla="*/ 1374620 h 2189468"/>
              <a:gd name="connsiteX157" fmla="*/ 3871780 w 9947976"/>
              <a:gd name="connsiteY157" fmla="*/ 1381543 h 2189468"/>
              <a:gd name="connsiteX158" fmla="*/ 3885471 w 9947976"/>
              <a:gd name="connsiteY158" fmla="*/ 1386619 h 2189468"/>
              <a:gd name="connsiteX159" fmla="*/ 3899315 w 9947976"/>
              <a:gd name="connsiteY159" fmla="*/ 1391234 h 2189468"/>
              <a:gd name="connsiteX160" fmla="*/ 3917468 w 9947976"/>
              <a:gd name="connsiteY160" fmla="*/ 1397080 h 2189468"/>
              <a:gd name="connsiteX161" fmla="*/ 3928389 w 9947976"/>
              <a:gd name="connsiteY161" fmla="*/ 1400156 h 2189468"/>
              <a:gd name="connsiteX162" fmla="*/ 3950080 w 9947976"/>
              <a:gd name="connsiteY162" fmla="*/ 1406002 h 2189468"/>
              <a:gd name="connsiteX163" fmla="*/ 3958848 w 9947976"/>
              <a:gd name="connsiteY163" fmla="*/ 1408155 h 2189468"/>
              <a:gd name="connsiteX164" fmla="*/ 3982846 w 9947976"/>
              <a:gd name="connsiteY164" fmla="*/ 1413386 h 2189468"/>
              <a:gd name="connsiteX165" fmla="*/ 3990691 w 9947976"/>
              <a:gd name="connsiteY165" fmla="*/ 1414924 h 2189468"/>
              <a:gd name="connsiteX166" fmla="*/ 4015612 w 9947976"/>
              <a:gd name="connsiteY166" fmla="*/ 1419077 h 2189468"/>
              <a:gd name="connsiteX167" fmla="*/ 4023765 w 9947976"/>
              <a:gd name="connsiteY167" fmla="*/ 1420308 h 2189468"/>
              <a:gd name="connsiteX168" fmla="*/ 4047762 w 9947976"/>
              <a:gd name="connsiteY168" fmla="*/ 1423231 h 2189468"/>
              <a:gd name="connsiteX169" fmla="*/ 4058223 w 9947976"/>
              <a:gd name="connsiteY169" fmla="*/ 1424308 h 2189468"/>
              <a:gd name="connsiteX170" fmla="*/ 4067914 w 9947976"/>
              <a:gd name="connsiteY170" fmla="*/ 1425231 h 2189468"/>
              <a:gd name="connsiteX171" fmla="*/ 4078067 w 9947976"/>
              <a:gd name="connsiteY171" fmla="*/ 1425692 h 2189468"/>
              <a:gd name="connsiteX172" fmla="*/ 4096219 w 9947976"/>
              <a:gd name="connsiteY172" fmla="*/ 1426615 h 2189468"/>
              <a:gd name="connsiteX173" fmla="*/ 4112987 w 9947976"/>
              <a:gd name="connsiteY173" fmla="*/ 1427077 h 2189468"/>
              <a:gd name="connsiteX174" fmla="*/ 4121601 w 9947976"/>
              <a:gd name="connsiteY174" fmla="*/ 1427230 h 2189468"/>
              <a:gd name="connsiteX175" fmla="*/ 4133292 w 9947976"/>
              <a:gd name="connsiteY175" fmla="*/ 1426923 h 2189468"/>
              <a:gd name="connsiteX176" fmla="*/ 4147445 w 9947976"/>
              <a:gd name="connsiteY176" fmla="*/ 1426615 h 2189468"/>
              <a:gd name="connsiteX177" fmla="*/ 4169596 w 9947976"/>
              <a:gd name="connsiteY177" fmla="*/ 1425385 h 2189468"/>
              <a:gd name="connsiteX178" fmla="*/ 4181749 w 9947976"/>
              <a:gd name="connsiteY178" fmla="*/ 1424615 h 2189468"/>
              <a:gd name="connsiteX179" fmla="*/ 4206978 w 9947976"/>
              <a:gd name="connsiteY179" fmla="*/ 1422000 h 2189468"/>
              <a:gd name="connsiteX180" fmla="*/ 4215746 w 9947976"/>
              <a:gd name="connsiteY180" fmla="*/ 1420923 h 2189468"/>
              <a:gd name="connsiteX181" fmla="*/ 4317890 w 9947976"/>
              <a:gd name="connsiteY181" fmla="*/ 1399695 h 2189468"/>
              <a:gd name="connsiteX182" fmla="*/ 4319428 w 9947976"/>
              <a:gd name="connsiteY182" fmla="*/ 1399233 h 2189468"/>
              <a:gd name="connsiteX183" fmla="*/ 4350348 w 9947976"/>
              <a:gd name="connsiteY183" fmla="*/ 1389542 h 2189468"/>
              <a:gd name="connsiteX184" fmla="*/ 4354348 w 9947976"/>
              <a:gd name="connsiteY184" fmla="*/ 1388157 h 2189468"/>
              <a:gd name="connsiteX185" fmla="*/ 4382499 w 9947976"/>
              <a:gd name="connsiteY185" fmla="*/ 1377697 h 2189468"/>
              <a:gd name="connsiteX186" fmla="*/ 4386960 w 9947976"/>
              <a:gd name="connsiteY186" fmla="*/ 1375851 h 2189468"/>
              <a:gd name="connsiteX187" fmla="*/ 4414188 w 9947976"/>
              <a:gd name="connsiteY187" fmla="*/ 1364160 h 2189468"/>
              <a:gd name="connsiteX188" fmla="*/ 4418187 w 9947976"/>
              <a:gd name="connsiteY188" fmla="*/ 1362314 h 2189468"/>
              <a:gd name="connsiteX189" fmla="*/ 4445723 w 9947976"/>
              <a:gd name="connsiteY189" fmla="*/ 1348931 h 2189468"/>
              <a:gd name="connsiteX190" fmla="*/ 4448339 w 9947976"/>
              <a:gd name="connsiteY190" fmla="*/ 1347546 h 2189468"/>
              <a:gd name="connsiteX191" fmla="*/ 4477412 w 9947976"/>
              <a:gd name="connsiteY191" fmla="*/ 1331701 h 2189468"/>
              <a:gd name="connsiteX192" fmla="*/ 4477566 w 9947976"/>
              <a:gd name="connsiteY192" fmla="*/ 1331548 h 2189468"/>
              <a:gd name="connsiteX193" fmla="*/ 4586325 w 9947976"/>
              <a:gd name="connsiteY193" fmla="*/ 1254478 h 2189468"/>
              <a:gd name="connsiteX194" fmla="*/ 4874604 w 9947976"/>
              <a:gd name="connsiteY194" fmla="*/ 1186485 h 2189468"/>
              <a:gd name="connsiteX195" fmla="*/ 4924291 w 9947976"/>
              <a:gd name="connsiteY195" fmla="*/ 1203868 h 2189468"/>
              <a:gd name="connsiteX196" fmla="*/ 5112119 w 9947976"/>
              <a:gd name="connsiteY196" fmla="*/ 1491993 h 2189468"/>
              <a:gd name="connsiteX197" fmla="*/ 5117657 w 9947976"/>
              <a:gd name="connsiteY197" fmla="*/ 1566909 h 2189468"/>
              <a:gd name="connsiteX198" fmla="*/ 5120734 w 9947976"/>
              <a:gd name="connsiteY198" fmla="*/ 1585061 h 2189468"/>
              <a:gd name="connsiteX199" fmla="*/ 5124272 w 9947976"/>
              <a:gd name="connsiteY199" fmla="*/ 1605828 h 2189468"/>
              <a:gd name="connsiteX200" fmla="*/ 5135194 w 9947976"/>
              <a:gd name="connsiteY200" fmla="*/ 1655362 h 2189468"/>
              <a:gd name="connsiteX201" fmla="*/ 5136424 w 9947976"/>
              <a:gd name="connsiteY201" fmla="*/ 1660438 h 2189468"/>
              <a:gd name="connsiteX202" fmla="*/ 5549615 w 9947976"/>
              <a:gd name="connsiteY202" fmla="*/ 2133622 h 2189468"/>
              <a:gd name="connsiteX203" fmla="*/ 5552538 w 9947976"/>
              <a:gd name="connsiteY203" fmla="*/ 2134853 h 2189468"/>
              <a:gd name="connsiteX204" fmla="*/ 5585150 w 9947976"/>
              <a:gd name="connsiteY204" fmla="*/ 2147467 h 2189468"/>
              <a:gd name="connsiteX205" fmla="*/ 5613300 w 9947976"/>
              <a:gd name="connsiteY205" fmla="*/ 2157005 h 2189468"/>
              <a:gd name="connsiteX206" fmla="*/ 5636683 w 9947976"/>
              <a:gd name="connsiteY206" fmla="*/ 2163927 h 2189468"/>
              <a:gd name="connsiteX207" fmla="*/ 5675910 w 9947976"/>
              <a:gd name="connsiteY207" fmla="*/ 2173619 h 2189468"/>
              <a:gd name="connsiteX208" fmla="*/ 5692831 w 9947976"/>
              <a:gd name="connsiteY208" fmla="*/ 2177003 h 2189468"/>
              <a:gd name="connsiteX209" fmla="*/ 5739904 w 9947976"/>
              <a:gd name="connsiteY209" fmla="*/ 2184387 h 2189468"/>
              <a:gd name="connsiteX210" fmla="*/ 5743595 w 9947976"/>
              <a:gd name="connsiteY210" fmla="*/ 2185002 h 2189468"/>
              <a:gd name="connsiteX211" fmla="*/ 5754517 w 9947976"/>
              <a:gd name="connsiteY211" fmla="*/ 2185925 h 2189468"/>
              <a:gd name="connsiteX212" fmla="*/ 5767901 w 9947976"/>
              <a:gd name="connsiteY212" fmla="*/ 2187309 h 2189468"/>
              <a:gd name="connsiteX213" fmla="*/ 5775131 w 9947976"/>
              <a:gd name="connsiteY213" fmla="*/ 2187617 h 2189468"/>
              <a:gd name="connsiteX214" fmla="*/ 5797282 w 9947976"/>
              <a:gd name="connsiteY214" fmla="*/ 2188694 h 2189468"/>
              <a:gd name="connsiteX215" fmla="*/ 5815896 w 9947976"/>
              <a:gd name="connsiteY215" fmla="*/ 2189309 h 2189468"/>
              <a:gd name="connsiteX216" fmla="*/ 5836663 w 9947976"/>
              <a:gd name="connsiteY216" fmla="*/ 2189155 h 2189468"/>
              <a:gd name="connsiteX217" fmla="*/ 5856200 w 9947976"/>
              <a:gd name="connsiteY217" fmla="*/ 2188694 h 2189468"/>
              <a:gd name="connsiteX218" fmla="*/ 5875429 w 9947976"/>
              <a:gd name="connsiteY218" fmla="*/ 2187463 h 2189468"/>
              <a:gd name="connsiteX219" fmla="*/ 5895888 w 9947976"/>
              <a:gd name="connsiteY219" fmla="*/ 2185925 h 2189468"/>
              <a:gd name="connsiteX220" fmla="*/ 5913271 w 9947976"/>
              <a:gd name="connsiteY220" fmla="*/ 2183925 h 2189468"/>
              <a:gd name="connsiteX221" fmla="*/ 5934807 w 9947976"/>
              <a:gd name="connsiteY221" fmla="*/ 2181002 h 2189468"/>
              <a:gd name="connsiteX222" fmla="*/ 5950498 w 9947976"/>
              <a:gd name="connsiteY222" fmla="*/ 2178233 h 2189468"/>
              <a:gd name="connsiteX223" fmla="*/ 5973265 w 9947976"/>
              <a:gd name="connsiteY223" fmla="*/ 2173926 h 2189468"/>
              <a:gd name="connsiteX224" fmla="*/ 5986802 w 9947976"/>
              <a:gd name="connsiteY224" fmla="*/ 2170849 h 2189468"/>
              <a:gd name="connsiteX225" fmla="*/ 6010800 w 9947976"/>
              <a:gd name="connsiteY225" fmla="*/ 2165004 h 2189468"/>
              <a:gd name="connsiteX226" fmla="*/ 6022030 w 9947976"/>
              <a:gd name="connsiteY226" fmla="*/ 2161773 h 2189468"/>
              <a:gd name="connsiteX227" fmla="*/ 6047412 w 9947976"/>
              <a:gd name="connsiteY227" fmla="*/ 2154082 h 2189468"/>
              <a:gd name="connsiteX228" fmla="*/ 6056180 w 9947976"/>
              <a:gd name="connsiteY228" fmla="*/ 2151005 h 2189468"/>
              <a:gd name="connsiteX229" fmla="*/ 6083408 w 9947976"/>
              <a:gd name="connsiteY229" fmla="*/ 2141160 h 2189468"/>
              <a:gd name="connsiteX230" fmla="*/ 6088946 w 9947976"/>
              <a:gd name="connsiteY230" fmla="*/ 2138853 h 2189468"/>
              <a:gd name="connsiteX231" fmla="*/ 6118328 w 9947976"/>
              <a:gd name="connsiteY231" fmla="*/ 2126392 h 2189468"/>
              <a:gd name="connsiteX232" fmla="*/ 6119866 w 9947976"/>
              <a:gd name="connsiteY232" fmla="*/ 2125623 h 2189468"/>
              <a:gd name="connsiteX233" fmla="*/ 6539055 w 9947976"/>
              <a:gd name="connsiteY233" fmla="*/ 1473534 h 2189468"/>
              <a:gd name="connsiteX234" fmla="*/ 6708731 w 9947976"/>
              <a:gd name="connsiteY234" fmla="*/ 1211867 h 2189468"/>
              <a:gd name="connsiteX235" fmla="*/ 6746574 w 9947976"/>
              <a:gd name="connsiteY235" fmla="*/ 1194946 h 2189468"/>
              <a:gd name="connsiteX236" fmla="*/ 7048698 w 9947976"/>
              <a:gd name="connsiteY236" fmla="*/ 1240018 h 2189468"/>
              <a:gd name="connsiteX237" fmla="*/ 7529573 w 9947976"/>
              <a:gd name="connsiteY237" fmla="*/ 1426923 h 2189468"/>
              <a:gd name="connsiteX238" fmla="*/ 7994297 w 9947976"/>
              <a:gd name="connsiteY238" fmla="*/ 1254478 h 2189468"/>
              <a:gd name="connsiteX239" fmla="*/ 8332571 w 9947976"/>
              <a:gd name="connsiteY239" fmla="*/ 1203868 h 2189468"/>
              <a:gd name="connsiteX240" fmla="*/ 8332571 w 9947976"/>
              <a:gd name="connsiteY240" fmla="*/ 1203868 h 2189468"/>
              <a:gd name="connsiteX241" fmla="*/ 8520399 w 9947976"/>
              <a:gd name="connsiteY241" fmla="*/ 1491993 h 2189468"/>
              <a:gd name="connsiteX242" fmla="*/ 8522399 w 9947976"/>
              <a:gd name="connsiteY242" fmla="*/ 1532143 h 2189468"/>
              <a:gd name="connsiteX243" fmla="*/ 9175872 w 9947976"/>
              <a:gd name="connsiteY243" fmla="*/ 2187155 h 2189468"/>
              <a:gd name="connsiteX244" fmla="*/ 9945643 w 9947976"/>
              <a:gd name="connsiteY244" fmla="*/ 1417693 h 218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9947976" h="2189468">
                <a:moveTo>
                  <a:pt x="9945643" y="1417693"/>
                </a:moveTo>
                <a:cubicBezTo>
                  <a:pt x="9917953" y="1070343"/>
                  <a:pt x="9635366" y="789755"/>
                  <a:pt x="9287862" y="764373"/>
                </a:cubicBezTo>
                <a:cubicBezTo>
                  <a:pt x="9088343" y="749759"/>
                  <a:pt x="8904514" y="817752"/>
                  <a:pt x="8766836" y="937586"/>
                </a:cubicBezTo>
                <a:cubicBezTo>
                  <a:pt x="8674538" y="1017886"/>
                  <a:pt x="8543165" y="1035577"/>
                  <a:pt x="8431484" y="985582"/>
                </a:cubicBezTo>
                <a:lnTo>
                  <a:pt x="8431484" y="985582"/>
                </a:lnTo>
                <a:cubicBezTo>
                  <a:pt x="8317804" y="934664"/>
                  <a:pt x="8246426" y="822059"/>
                  <a:pt x="8243657" y="697456"/>
                </a:cubicBezTo>
                <a:cubicBezTo>
                  <a:pt x="8243349" y="684227"/>
                  <a:pt x="8242734" y="670843"/>
                  <a:pt x="8241657" y="657460"/>
                </a:cubicBezTo>
                <a:cubicBezTo>
                  <a:pt x="8214583" y="306726"/>
                  <a:pt x="7927688" y="23830"/>
                  <a:pt x="7576646" y="1525"/>
                </a:cubicBezTo>
                <a:cubicBezTo>
                  <a:pt x="7162225" y="-24780"/>
                  <a:pt x="6816721" y="304726"/>
                  <a:pt x="6816721" y="713608"/>
                </a:cubicBezTo>
                <a:lnTo>
                  <a:pt x="6816721" y="715454"/>
                </a:lnTo>
                <a:cubicBezTo>
                  <a:pt x="6816875" y="828674"/>
                  <a:pt x="6750419" y="931279"/>
                  <a:pt x="6647045" y="977582"/>
                </a:cubicBezTo>
                <a:lnTo>
                  <a:pt x="6609203" y="994504"/>
                </a:lnTo>
                <a:cubicBezTo>
                  <a:pt x="6508289" y="1039576"/>
                  <a:pt x="6388609" y="1024039"/>
                  <a:pt x="6307078" y="949431"/>
                </a:cubicBezTo>
                <a:cubicBezTo>
                  <a:pt x="6253853" y="900667"/>
                  <a:pt x="6193090" y="860056"/>
                  <a:pt x="6126788" y="829136"/>
                </a:cubicBezTo>
                <a:cubicBezTo>
                  <a:pt x="6126019" y="828828"/>
                  <a:pt x="6125404" y="828520"/>
                  <a:pt x="6124635" y="828213"/>
                </a:cubicBezTo>
                <a:cubicBezTo>
                  <a:pt x="6117251" y="824828"/>
                  <a:pt x="6109867" y="821598"/>
                  <a:pt x="6102329" y="818367"/>
                </a:cubicBezTo>
                <a:cubicBezTo>
                  <a:pt x="6099561" y="817137"/>
                  <a:pt x="6096638" y="815906"/>
                  <a:pt x="6093869" y="814829"/>
                </a:cubicBezTo>
                <a:cubicBezTo>
                  <a:pt x="6088023" y="812522"/>
                  <a:pt x="6082178" y="810214"/>
                  <a:pt x="6076178" y="808061"/>
                </a:cubicBezTo>
                <a:cubicBezTo>
                  <a:pt x="6071563" y="806369"/>
                  <a:pt x="6066948" y="804523"/>
                  <a:pt x="6062333" y="802984"/>
                </a:cubicBezTo>
                <a:cubicBezTo>
                  <a:pt x="6057718" y="801446"/>
                  <a:pt x="6053103" y="799908"/>
                  <a:pt x="6048489" y="798369"/>
                </a:cubicBezTo>
                <a:cubicBezTo>
                  <a:pt x="6042489" y="796370"/>
                  <a:pt x="6036336" y="794370"/>
                  <a:pt x="6030183" y="792524"/>
                </a:cubicBezTo>
                <a:cubicBezTo>
                  <a:pt x="6026644" y="791447"/>
                  <a:pt x="6022953" y="790370"/>
                  <a:pt x="6019414" y="789447"/>
                </a:cubicBezTo>
                <a:cubicBezTo>
                  <a:pt x="6012184" y="787447"/>
                  <a:pt x="6004954" y="785448"/>
                  <a:pt x="5997571" y="783602"/>
                </a:cubicBezTo>
                <a:cubicBezTo>
                  <a:pt x="5994648" y="782832"/>
                  <a:pt x="5991879" y="782217"/>
                  <a:pt x="5988956" y="781602"/>
                </a:cubicBezTo>
                <a:cubicBezTo>
                  <a:pt x="5980957" y="779756"/>
                  <a:pt x="5972957" y="777910"/>
                  <a:pt x="5964804" y="776372"/>
                </a:cubicBezTo>
                <a:cubicBezTo>
                  <a:pt x="5962189" y="775910"/>
                  <a:pt x="5959728" y="775449"/>
                  <a:pt x="5957113" y="774833"/>
                </a:cubicBezTo>
                <a:cubicBezTo>
                  <a:pt x="5948806" y="773295"/>
                  <a:pt x="5940499" y="771910"/>
                  <a:pt x="5932192" y="770680"/>
                </a:cubicBezTo>
                <a:cubicBezTo>
                  <a:pt x="5929423" y="770218"/>
                  <a:pt x="5926654" y="769911"/>
                  <a:pt x="5924039" y="769449"/>
                </a:cubicBezTo>
                <a:cubicBezTo>
                  <a:pt x="5916040" y="768372"/>
                  <a:pt x="5908041" y="767449"/>
                  <a:pt x="5900042" y="766526"/>
                </a:cubicBezTo>
                <a:cubicBezTo>
                  <a:pt x="5896503" y="766219"/>
                  <a:pt x="5893119" y="765757"/>
                  <a:pt x="5889581" y="765450"/>
                </a:cubicBezTo>
                <a:cubicBezTo>
                  <a:pt x="5886351" y="765142"/>
                  <a:pt x="5882966" y="764680"/>
                  <a:pt x="5879736" y="764527"/>
                </a:cubicBezTo>
                <a:cubicBezTo>
                  <a:pt x="5876352" y="764219"/>
                  <a:pt x="5872967" y="764219"/>
                  <a:pt x="5869583" y="764065"/>
                </a:cubicBezTo>
                <a:cubicBezTo>
                  <a:pt x="5863584" y="763757"/>
                  <a:pt x="5857584" y="763450"/>
                  <a:pt x="5851585" y="763142"/>
                </a:cubicBezTo>
                <a:cubicBezTo>
                  <a:pt x="5845893" y="762988"/>
                  <a:pt x="5840355" y="762834"/>
                  <a:pt x="5834664" y="762681"/>
                </a:cubicBezTo>
                <a:cubicBezTo>
                  <a:pt x="5831741" y="762681"/>
                  <a:pt x="5828972" y="762527"/>
                  <a:pt x="5826049" y="762527"/>
                </a:cubicBezTo>
                <a:cubicBezTo>
                  <a:pt x="5822203" y="762527"/>
                  <a:pt x="5818511" y="762681"/>
                  <a:pt x="5814665" y="762834"/>
                </a:cubicBezTo>
                <a:cubicBezTo>
                  <a:pt x="5809743" y="762988"/>
                  <a:pt x="5804820" y="762988"/>
                  <a:pt x="5799898" y="763142"/>
                </a:cubicBezTo>
                <a:cubicBezTo>
                  <a:pt x="5792668" y="763450"/>
                  <a:pt x="5785437" y="763757"/>
                  <a:pt x="5778207" y="764373"/>
                </a:cubicBezTo>
                <a:cubicBezTo>
                  <a:pt x="5773900" y="764680"/>
                  <a:pt x="5769593" y="764834"/>
                  <a:pt x="5765440" y="765296"/>
                </a:cubicBezTo>
                <a:cubicBezTo>
                  <a:pt x="5757287" y="765911"/>
                  <a:pt x="5749287" y="766834"/>
                  <a:pt x="5741288" y="767757"/>
                </a:cubicBezTo>
                <a:cubicBezTo>
                  <a:pt x="5737904" y="768218"/>
                  <a:pt x="5734673" y="768526"/>
                  <a:pt x="5731289" y="768988"/>
                </a:cubicBezTo>
                <a:cubicBezTo>
                  <a:pt x="5721444" y="770372"/>
                  <a:pt x="5711599" y="771910"/>
                  <a:pt x="5701907" y="773603"/>
                </a:cubicBezTo>
                <a:cubicBezTo>
                  <a:pt x="5700523" y="773910"/>
                  <a:pt x="5698984" y="774064"/>
                  <a:pt x="5697600" y="774372"/>
                </a:cubicBezTo>
                <a:cubicBezTo>
                  <a:pt x="5662834" y="780679"/>
                  <a:pt x="5628992" y="789601"/>
                  <a:pt x="5596071" y="800831"/>
                </a:cubicBezTo>
                <a:cubicBezTo>
                  <a:pt x="5595918" y="800831"/>
                  <a:pt x="5595764" y="800984"/>
                  <a:pt x="5595764" y="800984"/>
                </a:cubicBezTo>
                <a:cubicBezTo>
                  <a:pt x="5585150" y="804676"/>
                  <a:pt x="5574535" y="808522"/>
                  <a:pt x="5564075" y="812676"/>
                </a:cubicBezTo>
                <a:cubicBezTo>
                  <a:pt x="5563305" y="812983"/>
                  <a:pt x="5562382" y="813291"/>
                  <a:pt x="5561614" y="813752"/>
                </a:cubicBezTo>
                <a:cubicBezTo>
                  <a:pt x="5551922" y="817598"/>
                  <a:pt x="5542231" y="821752"/>
                  <a:pt x="5532693" y="826059"/>
                </a:cubicBezTo>
                <a:cubicBezTo>
                  <a:pt x="5531616" y="826520"/>
                  <a:pt x="5530539" y="826982"/>
                  <a:pt x="5529463" y="827597"/>
                </a:cubicBezTo>
                <a:cubicBezTo>
                  <a:pt x="5520079" y="831905"/>
                  <a:pt x="5510849" y="836366"/>
                  <a:pt x="5501773" y="841134"/>
                </a:cubicBezTo>
                <a:cubicBezTo>
                  <a:pt x="5500850" y="841596"/>
                  <a:pt x="5499773" y="842211"/>
                  <a:pt x="5498850" y="842673"/>
                </a:cubicBezTo>
                <a:cubicBezTo>
                  <a:pt x="5489620" y="847441"/>
                  <a:pt x="5480391" y="852518"/>
                  <a:pt x="5471315" y="857748"/>
                </a:cubicBezTo>
                <a:cubicBezTo>
                  <a:pt x="5470699" y="858210"/>
                  <a:pt x="5469930" y="858517"/>
                  <a:pt x="5469315" y="858979"/>
                </a:cubicBezTo>
                <a:cubicBezTo>
                  <a:pt x="5459777" y="864517"/>
                  <a:pt x="5450394" y="870208"/>
                  <a:pt x="5441164" y="876208"/>
                </a:cubicBezTo>
                <a:cubicBezTo>
                  <a:pt x="5441010" y="876362"/>
                  <a:pt x="5440856" y="876362"/>
                  <a:pt x="5440702" y="876515"/>
                </a:cubicBezTo>
                <a:cubicBezTo>
                  <a:pt x="5411013" y="895591"/>
                  <a:pt x="5382708" y="916819"/>
                  <a:pt x="5356249" y="940048"/>
                </a:cubicBezTo>
                <a:cubicBezTo>
                  <a:pt x="5352557" y="943278"/>
                  <a:pt x="5348865" y="946201"/>
                  <a:pt x="5345173" y="949124"/>
                </a:cubicBezTo>
                <a:cubicBezTo>
                  <a:pt x="5253798" y="1019886"/>
                  <a:pt x="5129810" y="1033731"/>
                  <a:pt x="5023512" y="986197"/>
                </a:cubicBezTo>
                <a:lnTo>
                  <a:pt x="5023512" y="986197"/>
                </a:lnTo>
                <a:cubicBezTo>
                  <a:pt x="4909832" y="935279"/>
                  <a:pt x="4838454" y="822675"/>
                  <a:pt x="4835685" y="698072"/>
                </a:cubicBezTo>
                <a:cubicBezTo>
                  <a:pt x="4835377" y="684842"/>
                  <a:pt x="4834762" y="671459"/>
                  <a:pt x="4833685" y="658075"/>
                </a:cubicBezTo>
                <a:cubicBezTo>
                  <a:pt x="4820455" y="485477"/>
                  <a:pt x="4744155" y="329339"/>
                  <a:pt x="4628321" y="212581"/>
                </a:cubicBezTo>
                <a:cubicBezTo>
                  <a:pt x="4628167" y="212427"/>
                  <a:pt x="4628167" y="212427"/>
                  <a:pt x="4628013" y="212273"/>
                </a:cubicBezTo>
                <a:cubicBezTo>
                  <a:pt x="4621398" y="205505"/>
                  <a:pt x="4614476" y="199044"/>
                  <a:pt x="4607553" y="192583"/>
                </a:cubicBezTo>
                <a:cubicBezTo>
                  <a:pt x="4606630" y="191814"/>
                  <a:pt x="4605861" y="190891"/>
                  <a:pt x="4604938" y="190122"/>
                </a:cubicBezTo>
                <a:cubicBezTo>
                  <a:pt x="4598631" y="184430"/>
                  <a:pt x="4592324" y="178738"/>
                  <a:pt x="4585863" y="173200"/>
                </a:cubicBezTo>
                <a:cubicBezTo>
                  <a:pt x="4584171" y="171816"/>
                  <a:pt x="4582633" y="170277"/>
                  <a:pt x="4580941" y="168893"/>
                </a:cubicBezTo>
                <a:cubicBezTo>
                  <a:pt x="4575249" y="163970"/>
                  <a:pt x="4569250" y="159355"/>
                  <a:pt x="4563404" y="154587"/>
                </a:cubicBezTo>
                <a:cubicBezTo>
                  <a:pt x="4560943" y="152587"/>
                  <a:pt x="4558635" y="150741"/>
                  <a:pt x="4556174" y="148741"/>
                </a:cubicBezTo>
                <a:cubicBezTo>
                  <a:pt x="4550790" y="144588"/>
                  <a:pt x="4545406" y="140742"/>
                  <a:pt x="4540022" y="136742"/>
                </a:cubicBezTo>
                <a:cubicBezTo>
                  <a:pt x="4536791" y="134435"/>
                  <a:pt x="4533715" y="132127"/>
                  <a:pt x="4530484" y="129820"/>
                </a:cubicBezTo>
                <a:cubicBezTo>
                  <a:pt x="4525562" y="126436"/>
                  <a:pt x="4520639" y="123051"/>
                  <a:pt x="4515716" y="119821"/>
                </a:cubicBezTo>
                <a:cubicBezTo>
                  <a:pt x="4511870" y="117206"/>
                  <a:pt x="4508025" y="114591"/>
                  <a:pt x="4504025" y="112129"/>
                </a:cubicBezTo>
                <a:cubicBezTo>
                  <a:pt x="4499564" y="109207"/>
                  <a:pt x="4494949" y="106438"/>
                  <a:pt x="4490334" y="103669"/>
                </a:cubicBezTo>
                <a:cubicBezTo>
                  <a:pt x="4485873" y="100900"/>
                  <a:pt x="4481412" y="98131"/>
                  <a:pt x="4476797" y="95516"/>
                </a:cubicBezTo>
                <a:cubicBezTo>
                  <a:pt x="4472644" y="93054"/>
                  <a:pt x="4468336" y="90747"/>
                  <a:pt x="4464029" y="88439"/>
                </a:cubicBezTo>
                <a:cubicBezTo>
                  <a:pt x="4458953" y="85670"/>
                  <a:pt x="4454030" y="82901"/>
                  <a:pt x="4448954" y="80286"/>
                </a:cubicBezTo>
                <a:cubicBezTo>
                  <a:pt x="4444954" y="78133"/>
                  <a:pt x="4440801" y="76133"/>
                  <a:pt x="4436801" y="74133"/>
                </a:cubicBezTo>
                <a:cubicBezTo>
                  <a:pt x="4431417" y="71518"/>
                  <a:pt x="4426033" y="68749"/>
                  <a:pt x="4420495" y="66134"/>
                </a:cubicBezTo>
                <a:cubicBezTo>
                  <a:pt x="4416649" y="64288"/>
                  <a:pt x="4412650" y="62596"/>
                  <a:pt x="4408804" y="60904"/>
                </a:cubicBezTo>
                <a:cubicBezTo>
                  <a:pt x="4403112" y="58288"/>
                  <a:pt x="4397267" y="55827"/>
                  <a:pt x="4391421" y="53366"/>
                </a:cubicBezTo>
                <a:cubicBezTo>
                  <a:pt x="4387575" y="51828"/>
                  <a:pt x="4383729" y="50289"/>
                  <a:pt x="4379730" y="48751"/>
                </a:cubicBezTo>
                <a:cubicBezTo>
                  <a:pt x="4373730" y="46443"/>
                  <a:pt x="4367885" y="44136"/>
                  <a:pt x="4361732" y="41982"/>
                </a:cubicBezTo>
                <a:cubicBezTo>
                  <a:pt x="4357732" y="40598"/>
                  <a:pt x="4353732" y="39213"/>
                  <a:pt x="4349733" y="37829"/>
                </a:cubicBezTo>
                <a:cubicBezTo>
                  <a:pt x="4343733" y="35829"/>
                  <a:pt x="4337734" y="33829"/>
                  <a:pt x="4331580" y="31830"/>
                </a:cubicBezTo>
                <a:cubicBezTo>
                  <a:pt x="4327427" y="30599"/>
                  <a:pt x="4323274" y="29368"/>
                  <a:pt x="4319120" y="28138"/>
                </a:cubicBezTo>
                <a:cubicBezTo>
                  <a:pt x="4313121" y="26445"/>
                  <a:pt x="4307121" y="24599"/>
                  <a:pt x="4300968" y="23061"/>
                </a:cubicBezTo>
                <a:cubicBezTo>
                  <a:pt x="4296507" y="21984"/>
                  <a:pt x="4292046" y="20908"/>
                  <a:pt x="4287585" y="19831"/>
                </a:cubicBezTo>
                <a:cubicBezTo>
                  <a:pt x="4281739" y="18446"/>
                  <a:pt x="4275894" y="17062"/>
                  <a:pt x="4269895" y="15831"/>
                </a:cubicBezTo>
                <a:cubicBezTo>
                  <a:pt x="4265126" y="14754"/>
                  <a:pt x="4260357" y="13831"/>
                  <a:pt x="4255434" y="13062"/>
                </a:cubicBezTo>
                <a:cubicBezTo>
                  <a:pt x="4249743" y="11985"/>
                  <a:pt x="4244051" y="10909"/>
                  <a:pt x="4238359" y="9986"/>
                </a:cubicBezTo>
                <a:cubicBezTo>
                  <a:pt x="4233129" y="9063"/>
                  <a:pt x="4227899" y="8447"/>
                  <a:pt x="4222668" y="7678"/>
                </a:cubicBezTo>
                <a:cubicBezTo>
                  <a:pt x="4217284" y="6909"/>
                  <a:pt x="4211900" y="6140"/>
                  <a:pt x="4206516" y="5524"/>
                </a:cubicBezTo>
                <a:cubicBezTo>
                  <a:pt x="4200824" y="4909"/>
                  <a:pt x="4195132" y="4294"/>
                  <a:pt x="4189441" y="3832"/>
                </a:cubicBezTo>
                <a:cubicBezTo>
                  <a:pt x="4186056" y="3525"/>
                  <a:pt x="4182672" y="3063"/>
                  <a:pt x="4179288" y="2755"/>
                </a:cubicBezTo>
                <a:cubicBezTo>
                  <a:pt x="4177903" y="2602"/>
                  <a:pt x="4176365" y="2602"/>
                  <a:pt x="4174980" y="2602"/>
                </a:cubicBezTo>
                <a:cubicBezTo>
                  <a:pt x="4172673" y="2448"/>
                  <a:pt x="4170519" y="2140"/>
                  <a:pt x="4168212" y="1986"/>
                </a:cubicBezTo>
                <a:cubicBezTo>
                  <a:pt x="4162366" y="1679"/>
                  <a:pt x="4156675" y="1525"/>
                  <a:pt x="4150829" y="1371"/>
                </a:cubicBezTo>
                <a:cubicBezTo>
                  <a:pt x="4145291" y="1217"/>
                  <a:pt x="4139753" y="909"/>
                  <a:pt x="4134215" y="756"/>
                </a:cubicBezTo>
                <a:cubicBezTo>
                  <a:pt x="4126678" y="602"/>
                  <a:pt x="4119294" y="756"/>
                  <a:pt x="4111910" y="909"/>
                </a:cubicBezTo>
                <a:cubicBezTo>
                  <a:pt x="4106064" y="909"/>
                  <a:pt x="4100372" y="909"/>
                  <a:pt x="4094527" y="1217"/>
                </a:cubicBezTo>
                <a:cubicBezTo>
                  <a:pt x="4087605" y="1525"/>
                  <a:pt x="4080836" y="1986"/>
                  <a:pt x="4073913" y="2448"/>
                </a:cubicBezTo>
                <a:cubicBezTo>
                  <a:pt x="4067760" y="2909"/>
                  <a:pt x="4061453" y="3217"/>
                  <a:pt x="4055300" y="3678"/>
                </a:cubicBezTo>
                <a:cubicBezTo>
                  <a:pt x="4049454" y="4294"/>
                  <a:pt x="4043609" y="5063"/>
                  <a:pt x="4037763" y="5678"/>
                </a:cubicBezTo>
                <a:cubicBezTo>
                  <a:pt x="4030841" y="6447"/>
                  <a:pt x="4023765" y="7217"/>
                  <a:pt x="4016842" y="8293"/>
                </a:cubicBezTo>
                <a:cubicBezTo>
                  <a:pt x="4014073" y="8755"/>
                  <a:pt x="4011305" y="9370"/>
                  <a:pt x="4008382" y="9678"/>
                </a:cubicBezTo>
                <a:cubicBezTo>
                  <a:pt x="3975462" y="14908"/>
                  <a:pt x="3943465" y="22446"/>
                  <a:pt x="3912237" y="31983"/>
                </a:cubicBezTo>
                <a:cubicBezTo>
                  <a:pt x="3911007" y="32291"/>
                  <a:pt x="3909930" y="32599"/>
                  <a:pt x="3908699" y="33060"/>
                </a:cubicBezTo>
                <a:cubicBezTo>
                  <a:pt x="3899162" y="36137"/>
                  <a:pt x="3889624" y="39367"/>
                  <a:pt x="3880240" y="42752"/>
                </a:cubicBezTo>
                <a:cubicBezTo>
                  <a:pt x="3878087" y="43521"/>
                  <a:pt x="3875933" y="44290"/>
                  <a:pt x="3873626" y="45059"/>
                </a:cubicBezTo>
                <a:cubicBezTo>
                  <a:pt x="3864550" y="48443"/>
                  <a:pt x="3855627" y="52135"/>
                  <a:pt x="3846859" y="55827"/>
                </a:cubicBezTo>
                <a:cubicBezTo>
                  <a:pt x="3844398" y="56904"/>
                  <a:pt x="3842090" y="57827"/>
                  <a:pt x="3839629" y="58750"/>
                </a:cubicBezTo>
                <a:cubicBezTo>
                  <a:pt x="3830861" y="62596"/>
                  <a:pt x="3822246" y="66595"/>
                  <a:pt x="3813632" y="70749"/>
                </a:cubicBezTo>
                <a:cubicBezTo>
                  <a:pt x="3811324" y="71826"/>
                  <a:pt x="3808863" y="72902"/>
                  <a:pt x="3806555" y="74133"/>
                </a:cubicBezTo>
                <a:cubicBezTo>
                  <a:pt x="3797941" y="78286"/>
                  <a:pt x="3789634" y="82748"/>
                  <a:pt x="3781173" y="87363"/>
                </a:cubicBezTo>
                <a:cubicBezTo>
                  <a:pt x="3778866" y="88593"/>
                  <a:pt x="3776558" y="89824"/>
                  <a:pt x="3774405" y="91054"/>
                </a:cubicBezTo>
                <a:cubicBezTo>
                  <a:pt x="3766098" y="95669"/>
                  <a:pt x="3757791" y="100592"/>
                  <a:pt x="3749638" y="105668"/>
                </a:cubicBezTo>
                <a:cubicBezTo>
                  <a:pt x="3747484" y="106899"/>
                  <a:pt x="3745331" y="108284"/>
                  <a:pt x="3743331" y="109514"/>
                </a:cubicBezTo>
                <a:cubicBezTo>
                  <a:pt x="3735178" y="114591"/>
                  <a:pt x="3727025" y="119975"/>
                  <a:pt x="3719025" y="125513"/>
                </a:cubicBezTo>
                <a:cubicBezTo>
                  <a:pt x="3717179" y="126743"/>
                  <a:pt x="3715180" y="128128"/>
                  <a:pt x="3713334" y="129358"/>
                </a:cubicBezTo>
                <a:cubicBezTo>
                  <a:pt x="3705334" y="135050"/>
                  <a:pt x="3697335" y="140896"/>
                  <a:pt x="3689490" y="146741"/>
                </a:cubicBezTo>
                <a:cubicBezTo>
                  <a:pt x="3687798" y="147972"/>
                  <a:pt x="3686260" y="149203"/>
                  <a:pt x="3684567" y="150587"/>
                </a:cubicBezTo>
                <a:cubicBezTo>
                  <a:pt x="3676568" y="156740"/>
                  <a:pt x="3668723" y="163047"/>
                  <a:pt x="3661185" y="169662"/>
                </a:cubicBezTo>
                <a:cubicBezTo>
                  <a:pt x="3659801" y="170739"/>
                  <a:pt x="3658570" y="171970"/>
                  <a:pt x="3657185" y="173046"/>
                </a:cubicBezTo>
                <a:cubicBezTo>
                  <a:pt x="3649340" y="179815"/>
                  <a:pt x="3641648" y="186737"/>
                  <a:pt x="3633957" y="193814"/>
                </a:cubicBezTo>
                <a:cubicBezTo>
                  <a:pt x="3633034" y="194737"/>
                  <a:pt x="3631957" y="195660"/>
                  <a:pt x="3631034" y="196583"/>
                </a:cubicBezTo>
                <a:cubicBezTo>
                  <a:pt x="3623189" y="203966"/>
                  <a:pt x="3615497" y="211504"/>
                  <a:pt x="3608113" y="219350"/>
                </a:cubicBezTo>
                <a:cubicBezTo>
                  <a:pt x="3607498" y="219965"/>
                  <a:pt x="3607036" y="220580"/>
                  <a:pt x="3606421" y="221195"/>
                </a:cubicBezTo>
                <a:cubicBezTo>
                  <a:pt x="3598576" y="229349"/>
                  <a:pt x="3590884" y="237655"/>
                  <a:pt x="3583500" y="246270"/>
                </a:cubicBezTo>
                <a:cubicBezTo>
                  <a:pt x="3583500" y="246424"/>
                  <a:pt x="3583347" y="246424"/>
                  <a:pt x="3583347" y="246578"/>
                </a:cubicBezTo>
                <a:cubicBezTo>
                  <a:pt x="3473819" y="372411"/>
                  <a:pt x="3407672" y="536857"/>
                  <a:pt x="3408287" y="716531"/>
                </a:cubicBezTo>
                <a:cubicBezTo>
                  <a:pt x="3408287" y="829597"/>
                  <a:pt x="3341832" y="932048"/>
                  <a:pt x="3238611" y="978352"/>
                </a:cubicBezTo>
                <a:lnTo>
                  <a:pt x="3200769" y="995273"/>
                </a:lnTo>
                <a:cubicBezTo>
                  <a:pt x="3099856" y="1040345"/>
                  <a:pt x="2980175" y="1024809"/>
                  <a:pt x="2898645" y="950201"/>
                </a:cubicBezTo>
                <a:cubicBezTo>
                  <a:pt x="2771734" y="834212"/>
                  <a:pt x="2602828" y="763296"/>
                  <a:pt x="2417615" y="763296"/>
                </a:cubicBezTo>
                <a:cubicBezTo>
                  <a:pt x="2237787" y="763296"/>
                  <a:pt x="2073341" y="830212"/>
                  <a:pt x="1947815" y="940355"/>
                </a:cubicBezTo>
                <a:cubicBezTo>
                  <a:pt x="1857824" y="1019271"/>
                  <a:pt x="1730144" y="1038038"/>
                  <a:pt x="1620924" y="989274"/>
                </a:cubicBezTo>
                <a:lnTo>
                  <a:pt x="1615694" y="986966"/>
                </a:lnTo>
                <a:cubicBezTo>
                  <a:pt x="1500936" y="935587"/>
                  <a:pt x="1429559" y="822982"/>
                  <a:pt x="1426790" y="698379"/>
                </a:cubicBezTo>
                <a:cubicBezTo>
                  <a:pt x="1426482" y="686534"/>
                  <a:pt x="1426020" y="674689"/>
                  <a:pt x="1425097" y="662690"/>
                </a:cubicBezTo>
                <a:cubicBezTo>
                  <a:pt x="1400485" y="313494"/>
                  <a:pt x="1119435" y="29830"/>
                  <a:pt x="771316" y="2294"/>
                </a:cubicBezTo>
                <a:cubicBezTo>
                  <a:pt x="332436" y="-32472"/>
                  <a:pt x="-32605" y="332723"/>
                  <a:pt x="2314" y="771757"/>
                </a:cubicBezTo>
                <a:cubicBezTo>
                  <a:pt x="30004" y="1119107"/>
                  <a:pt x="312592" y="1399695"/>
                  <a:pt x="660096" y="1425231"/>
                </a:cubicBezTo>
                <a:cubicBezTo>
                  <a:pt x="859615" y="1439845"/>
                  <a:pt x="1043596" y="1371851"/>
                  <a:pt x="1181275" y="1252017"/>
                </a:cubicBezTo>
                <a:cubicBezTo>
                  <a:pt x="1273574" y="1171717"/>
                  <a:pt x="1404946" y="1154027"/>
                  <a:pt x="1516627" y="1204022"/>
                </a:cubicBezTo>
                <a:cubicBezTo>
                  <a:pt x="1630308" y="1254940"/>
                  <a:pt x="1701686" y="1367544"/>
                  <a:pt x="1704455" y="1492147"/>
                </a:cubicBezTo>
                <a:cubicBezTo>
                  <a:pt x="1705070" y="1516914"/>
                  <a:pt x="1706762" y="1541835"/>
                  <a:pt x="1709993" y="1567063"/>
                </a:cubicBezTo>
                <a:cubicBezTo>
                  <a:pt x="1750296" y="1890416"/>
                  <a:pt x="2012117" y="2148544"/>
                  <a:pt x="2335931" y="2184848"/>
                </a:cubicBezTo>
                <a:cubicBezTo>
                  <a:pt x="2765889" y="2232997"/>
                  <a:pt x="3131391" y="1896415"/>
                  <a:pt x="3131391" y="1475841"/>
                </a:cubicBezTo>
                <a:lnTo>
                  <a:pt x="3131391" y="1473995"/>
                </a:lnTo>
                <a:cubicBezTo>
                  <a:pt x="3131237" y="1360775"/>
                  <a:pt x="3197692" y="1258170"/>
                  <a:pt x="3301067" y="1211867"/>
                </a:cubicBezTo>
                <a:lnTo>
                  <a:pt x="3338909" y="1194946"/>
                </a:lnTo>
                <a:cubicBezTo>
                  <a:pt x="3439822" y="1149873"/>
                  <a:pt x="3559503" y="1165410"/>
                  <a:pt x="3641033" y="1240018"/>
                </a:cubicBezTo>
                <a:cubicBezTo>
                  <a:pt x="3694259" y="1288783"/>
                  <a:pt x="3755022" y="1329394"/>
                  <a:pt x="3821169" y="1360160"/>
                </a:cubicBezTo>
                <a:cubicBezTo>
                  <a:pt x="3821938" y="1360468"/>
                  <a:pt x="3822554" y="1360775"/>
                  <a:pt x="3823323" y="1361237"/>
                </a:cubicBezTo>
                <a:cubicBezTo>
                  <a:pt x="3830707" y="1364621"/>
                  <a:pt x="3838244" y="1367852"/>
                  <a:pt x="3845628" y="1371082"/>
                </a:cubicBezTo>
                <a:cubicBezTo>
                  <a:pt x="3848397" y="1372313"/>
                  <a:pt x="3851166" y="1373390"/>
                  <a:pt x="3853935" y="1374620"/>
                </a:cubicBezTo>
                <a:cubicBezTo>
                  <a:pt x="3859781" y="1377082"/>
                  <a:pt x="3865780" y="1379235"/>
                  <a:pt x="3871780" y="1381543"/>
                </a:cubicBezTo>
                <a:cubicBezTo>
                  <a:pt x="3876395" y="1383235"/>
                  <a:pt x="3880856" y="1384927"/>
                  <a:pt x="3885471" y="1386619"/>
                </a:cubicBezTo>
                <a:cubicBezTo>
                  <a:pt x="3890086" y="1388311"/>
                  <a:pt x="3894700" y="1389696"/>
                  <a:pt x="3899315" y="1391234"/>
                </a:cubicBezTo>
                <a:cubicBezTo>
                  <a:pt x="3905315" y="1393234"/>
                  <a:pt x="3911468" y="1395234"/>
                  <a:pt x="3917468" y="1397080"/>
                </a:cubicBezTo>
                <a:cubicBezTo>
                  <a:pt x="3921159" y="1398156"/>
                  <a:pt x="3924698" y="1399233"/>
                  <a:pt x="3928389" y="1400156"/>
                </a:cubicBezTo>
                <a:cubicBezTo>
                  <a:pt x="3935619" y="1402156"/>
                  <a:pt x="3942850" y="1404156"/>
                  <a:pt x="3950080" y="1406002"/>
                </a:cubicBezTo>
                <a:cubicBezTo>
                  <a:pt x="3953002" y="1406771"/>
                  <a:pt x="3955925" y="1407386"/>
                  <a:pt x="3958848" y="1408155"/>
                </a:cubicBezTo>
                <a:cubicBezTo>
                  <a:pt x="3966847" y="1410001"/>
                  <a:pt x="3974847" y="1411847"/>
                  <a:pt x="3982846" y="1413386"/>
                </a:cubicBezTo>
                <a:cubicBezTo>
                  <a:pt x="3985461" y="1413847"/>
                  <a:pt x="3988076" y="1414462"/>
                  <a:pt x="3990691" y="1414924"/>
                </a:cubicBezTo>
                <a:cubicBezTo>
                  <a:pt x="3998998" y="1416462"/>
                  <a:pt x="4007305" y="1417847"/>
                  <a:pt x="4015612" y="1419077"/>
                </a:cubicBezTo>
                <a:cubicBezTo>
                  <a:pt x="4018381" y="1419539"/>
                  <a:pt x="4020996" y="1419847"/>
                  <a:pt x="4023765" y="1420308"/>
                </a:cubicBezTo>
                <a:cubicBezTo>
                  <a:pt x="4031764" y="1421385"/>
                  <a:pt x="4039763" y="1422308"/>
                  <a:pt x="4047762" y="1423231"/>
                </a:cubicBezTo>
                <a:cubicBezTo>
                  <a:pt x="4051300" y="1423539"/>
                  <a:pt x="4054685" y="1424000"/>
                  <a:pt x="4058223" y="1424308"/>
                </a:cubicBezTo>
                <a:cubicBezTo>
                  <a:pt x="4061453" y="1424615"/>
                  <a:pt x="4064684" y="1425077"/>
                  <a:pt x="4067914" y="1425231"/>
                </a:cubicBezTo>
                <a:cubicBezTo>
                  <a:pt x="4071299" y="1425538"/>
                  <a:pt x="4074683" y="1425538"/>
                  <a:pt x="4078067" y="1425692"/>
                </a:cubicBezTo>
                <a:cubicBezTo>
                  <a:pt x="4084066" y="1426000"/>
                  <a:pt x="4090220" y="1426307"/>
                  <a:pt x="4096219" y="1426615"/>
                </a:cubicBezTo>
                <a:cubicBezTo>
                  <a:pt x="4101911" y="1426769"/>
                  <a:pt x="4107449" y="1426923"/>
                  <a:pt x="4112987" y="1427077"/>
                </a:cubicBezTo>
                <a:cubicBezTo>
                  <a:pt x="4115909" y="1427077"/>
                  <a:pt x="4118678" y="1427230"/>
                  <a:pt x="4121601" y="1427230"/>
                </a:cubicBezTo>
                <a:cubicBezTo>
                  <a:pt x="4125447" y="1427230"/>
                  <a:pt x="4129293" y="1427077"/>
                  <a:pt x="4133292" y="1426923"/>
                </a:cubicBezTo>
                <a:cubicBezTo>
                  <a:pt x="4138061" y="1426769"/>
                  <a:pt x="4142830" y="1426769"/>
                  <a:pt x="4147445" y="1426615"/>
                </a:cubicBezTo>
                <a:cubicBezTo>
                  <a:pt x="4154829" y="1426307"/>
                  <a:pt x="4162213" y="1425846"/>
                  <a:pt x="4169596" y="1425385"/>
                </a:cubicBezTo>
                <a:cubicBezTo>
                  <a:pt x="4173750" y="1425077"/>
                  <a:pt x="4177749" y="1424923"/>
                  <a:pt x="4181749" y="1424615"/>
                </a:cubicBezTo>
                <a:cubicBezTo>
                  <a:pt x="4190210" y="1423846"/>
                  <a:pt x="4198671" y="1422923"/>
                  <a:pt x="4206978" y="1422000"/>
                </a:cubicBezTo>
                <a:cubicBezTo>
                  <a:pt x="4209901" y="1421693"/>
                  <a:pt x="4212823" y="1421385"/>
                  <a:pt x="4215746" y="1420923"/>
                </a:cubicBezTo>
                <a:cubicBezTo>
                  <a:pt x="4250666" y="1416308"/>
                  <a:pt x="4284662" y="1409078"/>
                  <a:pt x="4317890" y="1399695"/>
                </a:cubicBezTo>
                <a:cubicBezTo>
                  <a:pt x="4318505" y="1399541"/>
                  <a:pt x="4318967" y="1399387"/>
                  <a:pt x="4319428" y="1399233"/>
                </a:cubicBezTo>
                <a:cubicBezTo>
                  <a:pt x="4329889" y="1396157"/>
                  <a:pt x="4340195" y="1392926"/>
                  <a:pt x="4350348" y="1389542"/>
                </a:cubicBezTo>
                <a:cubicBezTo>
                  <a:pt x="4351733" y="1389080"/>
                  <a:pt x="4352963" y="1388619"/>
                  <a:pt x="4354348" y="1388157"/>
                </a:cubicBezTo>
                <a:cubicBezTo>
                  <a:pt x="4363885" y="1384927"/>
                  <a:pt x="4373269" y="1381389"/>
                  <a:pt x="4382499" y="1377697"/>
                </a:cubicBezTo>
                <a:cubicBezTo>
                  <a:pt x="4384037" y="1377082"/>
                  <a:pt x="4385421" y="1376466"/>
                  <a:pt x="4386960" y="1375851"/>
                </a:cubicBezTo>
                <a:cubicBezTo>
                  <a:pt x="4396190" y="1372159"/>
                  <a:pt x="4405266" y="1368313"/>
                  <a:pt x="4414188" y="1364160"/>
                </a:cubicBezTo>
                <a:cubicBezTo>
                  <a:pt x="4415573" y="1363544"/>
                  <a:pt x="4416803" y="1362929"/>
                  <a:pt x="4418187" y="1362314"/>
                </a:cubicBezTo>
                <a:cubicBezTo>
                  <a:pt x="4427417" y="1358006"/>
                  <a:pt x="4436647" y="1353545"/>
                  <a:pt x="4445723" y="1348931"/>
                </a:cubicBezTo>
                <a:cubicBezTo>
                  <a:pt x="4446646" y="1348469"/>
                  <a:pt x="4447569" y="1348007"/>
                  <a:pt x="4448339" y="1347546"/>
                </a:cubicBezTo>
                <a:cubicBezTo>
                  <a:pt x="4458184" y="1342470"/>
                  <a:pt x="4467875" y="1337239"/>
                  <a:pt x="4477412" y="1331701"/>
                </a:cubicBezTo>
                <a:cubicBezTo>
                  <a:pt x="4477412" y="1331701"/>
                  <a:pt x="4477566" y="1331701"/>
                  <a:pt x="4477566" y="1331548"/>
                </a:cubicBezTo>
                <a:cubicBezTo>
                  <a:pt x="4516178" y="1309242"/>
                  <a:pt x="4552636" y="1283398"/>
                  <a:pt x="4586325" y="1254478"/>
                </a:cubicBezTo>
                <a:cubicBezTo>
                  <a:pt x="4666624" y="1185408"/>
                  <a:pt x="4774460" y="1160641"/>
                  <a:pt x="4874604" y="1186485"/>
                </a:cubicBezTo>
                <a:cubicBezTo>
                  <a:pt x="4891526" y="1190946"/>
                  <a:pt x="4908139" y="1196484"/>
                  <a:pt x="4924291" y="1203868"/>
                </a:cubicBezTo>
                <a:cubicBezTo>
                  <a:pt x="5037973" y="1254786"/>
                  <a:pt x="5109350" y="1367390"/>
                  <a:pt x="5112119" y="1491993"/>
                </a:cubicBezTo>
                <a:cubicBezTo>
                  <a:pt x="5112734" y="1516760"/>
                  <a:pt x="5114427" y="1541681"/>
                  <a:pt x="5117657" y="1566909"/>
                </a:cubicBezTo>
                <a:cubicBezTo>
                  <a:pt x="5118426" y="1573062"/>
                  <a:pt x="5119811" y="1578908"/>
                  <a:pt x="5120734" y="1585061"/>
                </a:cubicBezTo>
                <a:cubicBezTo>
                  <a:pt x="5121811" y="1591983"/>
                  <a:pt x="5122887" y="1598906"/>
                  <a:pt x="5124272" y="1605828"/>
                </a:cubicBezTo>
                <a:cubicBezTo>
                  <a:pt x="5127348" y="1622596"/>
                  <a:pt x="5131040" y="1639056"/>
                  <a:pt x="5135194" y="1655362"/>
                </a:cubicBezTo>
                <a:cubicBezTo>
                  <a:pt x="5135655" y="1657054"/>
                  <a:pt x="5136117" y="1658746"/>
                  <a:pt x="5136424" y="1660438"/>
                </a:cubicBezTo>
                <a:cubicBezTo>
                  <a:pt x="5193496" y="1874110"/>
                  <a:pt x="5348557" y="2048862"/>
                  <a:pt x="5549615" y="2133622"/>
                </a:cubicBezTo>
                <a:cubicBezTo>
                  <a:pt x="5550538" y="2134084"/>
                  <a:pt x="5551615" y="2134545"/>
                  <a:pt x="5552538" y="2134853"/>
                </a:cubicBezTo>
                <a:cubicBezTo>
                  <a:pt x="5563305" y="2139314"/>
                  <a:pt x="5574227" y="2143622"/>
                  <a:pt x="5585150" y="2147467"/>
                </a:cubicBezTo>
                <a:cubicBezTo>
                  <a:pt x="5594533" y="2150852"/>
                  <a:pt x="5603917" y="2154082"/>
                  <a:pt x="5613300" y="2157005"/>
                </a:cubicBezTo>
                <a:cubicBezTo>
                  <a:pt x="5620992" y="2159466"/>
                  <a:pt x="5628838" y="2161773"/>
                  <a:pt x="5636683" y="2163927"/>
                </a:cubicBezTo>
                <a:cubicBezTo>
                  <a:pt x="5649605" y="2167465"/>
                  <a:pt x="5662680" y="2170696"/>
                  <a:pt x="5675910" y="2173619"/>
                </a:cubicBezTo>
                <a:cubicBezTo>
                  <a:pt x="5681448" y="2174849"/>
                  <a:pt x="5687140" y="2175926"/>
                  <a:pt x="5692831" y="2177003"/>
                </a:cubicBezTo>
                <a:cubicBezTo>
                  <a:pt x="5708368" y="2179926"/>
                  <a:pt x="5724059" y="2182387"/>
                  <a:pt x="5739904" y="2184387"/>
                </a:cubicBezTo>
                <a:cubicBezTo>
                  <a:pt x="5741134" y="2184540"/>
                  <a:pt x="5742365" y="2184848"/>
                  <a:pt x="5743595" y="2185002"/>
                </a:cubicBezTo>
                <a:cubicBezTo>
                  <a:pt x="5747287" y="2185464"/>
                  <a:pt x="5750825" y="2185617"/>
                  <a:pt x="5754517" y="2185925"/>
                </a:cubicBezTo>
                <a:cubicBezTo>
                  <a:pt x="5758978" y="2186387"/>
                  <a:pt x="5763440" y="2187002"/>
                  <a:pt x="5767901" y="2187309"/>
                </a:cubicBezTo>
                <a:cubicBezTo>
                  <a:pt x="5770362" y="2187463"/>
                  <a:pt x="5772670" y="2187463"/>
                  <a:pt x="5775131" y="2187617"/>
                </a:cubicBezTo>
                <a:cubicBezTo>
                  <a:pt x="5782515" y="2188079"/>
                  <a:pt x="5789899" y="2188540"/>
                  <a:pt x="5797282" y="2188694"/>
                </a:cubicBezTo>
                <a:cubicBezTo>
                  <a:pt x="5803589" y="2189002"/>
                  <a:pt x="5809743" y="2189155"/>
                  <a:pt x="5815896" y="2189309"/>
                </a:cubicBezTo>
                <a:cubicBezTo>
                  <a:pt x="5822818" y="2189463"/>
                  <a:pt x="5829741" y="2189309"/>
                  <a:pt x="5836663" y="2189155"/>
                </a:cubicBezTo>
                <a:cubicBezTo>
                  <a:pt x="5843124" y="2189002"/>
                  <a:pt x="5849739" y="2189002"/>
                  <a:pt x="5856200" y="2188694"/>
                </a:cubicBezTo>
                <a:cubicBezTo>
                  <a:pt x="5862660" y="2188386"/>
                  <a:pt x="5868968" y="2187925"/>
                  <a:pt x="5875429" y="2187463"/>
                </a:cubicBezTo>
                <a:cubicBezTo>
                  <a:pt x="5882351" y="2187002"/>
                  <a:pt x="5889119" y="2186540"/>
                  <a:pt x="5895888" y="2185925"/>
                </a:cubicBezTo>
                <a:cubicBezTo>
                  <a:pt x="5901734" y="2185310"/>
                  <a:pt x="5907579" y="2184540"/>
                  <a:pt x="5913271" y="2183925"/>
                </a:cubicBezTo>
                <a:cubicBezTo>
                  <a:pt x="5920501" y="2183002"/>
                  <a:pt x="5927731" y="2182079"/>
                  <a:pt x="5934807" y="2181002"/>
                </a:cubicBezTo>
                <a:cubicBezTo>
                  <a:pt x="5940038" y="2180233"/>
                  <a:pt x="5945268" y="2179156"/>
                  <a:pt x="5950498" y="2178233"/>
                </a:cubicBezTo>
                <a:cubicBezTo>
                  <a:pt x="5958036" y="2176849"/>
                  <a:pt x="5965727" y="2175464"/>
                  <a:pt x="5973265" y="2173926"/>
                </a:cubicBezTo>
                <a:cubicBezTo>
                  <a:pt x="5977880" y="2173003"/>
                  <a:pt x="5982341" y="2171772"/>
                  <a:pt x="5986802" y="2170849"/>
                </a:cubicBezTo>
                <a:cubicBezTo>
                  <a:pt x="5994802" y="2169004"/>
                  <a:pt x="6002801" y="2167158"/>
                  <a:pt x="6010800" y="2165004"/>
                </a:cubicBezTo>
                <a:cubicBezTo>
                  <a:pt x="6014646" y="2163927"/>
                  <a:pt x="6018338" y="2162850"/>
                  <a:pt x="6022030" y="2161773"/>
                </a:cubicBezTo>
                <a:cubicBezTo>
                  <a:pt x="6030490" y="2159312"/>
                  <a:pt x="6039105" y="2156851"/>
                  <a:pt x="6047412" y="2154082"/>
                </a:cubicBezTo>
                <a:cubicBezTo>
                  <a:pt x="6050334" y="2153159"/>
                  <a:pt x="6053257" y="2152082"/>
                  <a:pt x="6056180" y="2151005"/>
                </a:cubicBezTo>
                <a:cubicBezTo>
                  <a:pt x="6065256" y="2147929"/>
                  <a:pt x="6074486" y="2144698"/>
                  <a:pt x="6083408" y="2141160"/>
                </a:cubicBezTo>
                <a:cubicBezTo>
                  <a:pt x="6085254" y="2140391"/>
                  <a:pt x="6087100" y="2139622"/>
                  <a:pt x="6088946" y="2138853"/>
                </a:cubicBezTo>
                <a:cubicBezTo>
                  <a:pt x="6098791" y="2134853"/>
                  <a:pt x="6108637" y="2130854"/>
                  <a:pt x="6118328" y="2126392"/>
                </a:cubicBezTo>
                <a:cubicBezTo>
                  <a:pt x="6118943" y="2126085"/>
                  <a:pt x="6119404" y="2125931"/>
                  <a:pt x="6119866" y="2125623"/>
                </a:cubicBezTo>
                <a:cubicBezTo>
                  <a:pt x="6367534" y="2013019"/>
                  <a:pt x="6539825" y="1763044"/>
                  <a:pt x="6539055" y="1473534"/>
                </a:cubicBezTo>
                <a:cubicBezTo>
                  <a:pt x="6539055" y="1360468"/>
                  <a:pt x="6605510" y="1258016"/>
                  <a:pt x="6708731" y="1211867"/>
                </a:cubicBezTo>
                <a:lnTo>
                  <a:pt x="6746574" y="1194946"/>
                </a:lnTo>
                <a:cubicBezTo>
                  <a:pt x="6847487" y="1149873"/>
                  <a:pt x="6967167" y="1165410"/>
                  <a:pt x="7048698" y="1240018"/>
                </a:cubicBezTo>
                <a:cubicBezTo>
                  <a:pt x="7175608" y="1356007"/>
                  <a:pt x="7344515" y="1426923"/>
                  <a:pt x="7529573" y="1426923"/>
                </a:cubicBezTo>
                <a:cubicBezTo>
                  <a:pt x="7706941" y="1426923"/>
                  <a:pt x="7869386" y="1361852"/>
                  <a:pt x="7994297" y="1254478"/>
                </a:cubicBezTo>
                <a:cubicBezTo>
                  <a:pt x="8088134" y="1173717"/>
                  <a:pt x="8219660" y="1153257"/>
                  <a:pt x="8332571" y="1203868"/>
                </a:cubicBezTo>
                <a:lnTo>
                  <a:pt x="8332571" y="1203868"/>
                </a:lnTo>
                <a:cubicBezTo>
                  <a:pt x="8446252" y="1254786"/>
                  <a:pt x="8517630" y="1367390"/>
                  <a:pt x="8520399" y="1491993"/>
                </a:cubicBezTo>
                <a:cubicBezTo>
                  <a:pt x="8520707" y="1505223"/>
                  <a:pt x="8521322" y="1518606"/>
                  <a:pt x="8522399" y="1532143"/>
                </a:cubicBezTo>
                <a:cubicBezTo>
                  <a:pt x="8549165" y="1878571"/>
                  <a:pt x="8829445" y="2159620"/>
                  <a:pt x="9175872" y="2187155"/>
                </a:cubicBezTo>
                <a:cubicBezTo>
                  <a:pt x="9615522" y="2222075"/>
                  <a:pt x="9980716" y="1856727"/>
                  <a:pt x="9945643" y="141769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32381A5-6A30-476A-BE14-E96E41D87F8A}"/>
              </a:ext>
            </a:extLst>
          </p:cNvPr>
          <p:cNvSpPr/>
          <p:nvPr/>
        </p:nvSpPr>
        <p:spPr>
          <a:xfrm>
            <a:off x="1083043" y="2897409"/>
            <a:ext cx="1103713" cy="1103712"/>
          </a:xfrm>
          <a:custGeom>
            <a:avLst/>
            <a:gdLst>
              <a:gd name="connsiteX0" fmla="*/ 1054659 w 1054659"/>
              <a:gd name="connsiteY0" fmla="*/ 527330 h 1054658"/>
              <a:gd name="connsiteX1" fmla="*/ 527330 w 1054659"/>
              <a:gd name="connsiteY1" fmla="*/ 1054659 h 1054658"/>
              <a:gd name="connsiteX2" fmla="*/ 0 w 1054659"/>
              <a:gd name="connsiteY2" fmla="*/ 527330 h 1054658"/>
              <a:gd name="connsiteX3" fmla="*/ 527330 w 1054659"/>
              <a:gd name="connsiteY3" fmla="*/ 0 h 1054658"/>
              <a:gd name="connsiteX4" fmla="*/ 1054659 w 1054659"/>
              <a:gd name="connsiteY4" fmla="*/ 527330 h 1054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59" h="1054658">
                <a:moveTo>
                  <a:pt x="1054659" y="527330"/>
                </a:moveTo>
                <a:cubicBezTo>
                  <a:pt x="1054659" y="818566"/>
                  <a:pt x="818566" y="1054659"/>
                  <a:pt x="527330" y="1054659"/>
                </a:cubicBezTo>
                <a:cubicBezTo>
                  <a:pt x="236094" y="1054659"/>
                  <a:pt x="0" y="818566"/>
                  <a:pt x="0" y="527330"/>
                </a:cubicBezTo>
                <a:cubicBezTo>
                  <a:pt x="0" y="236093"/>
                  <a:pt x="236094" y="0"/>
                  <a:pt x="527330" y="0"/>
                </a:cubicBezTo>
                <a:cubicBezTo>
                  <a:pt x="818566" y="0"/>
                  <a:pt x="1054659" y="236093"/>
                  <a:pt x="1054659" y="527330"/>
                </a:cubicBezTo>
                <a:close/>
              </a:path>
            </a:pathLst>
          </a:custGeom>
          <a:solidFill>
            <a:schemeClr val="accent1"/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ACE22BE-75C5-4537-B28B-6FC87C9B5318}"/>
              </a:ext>
            </a:extLst>
          </p:cNvPr>
          <p:cNvSpPr/>
          <p:nvPr/>
        </p:nvSpPr>
        <p:spPr>
          <a:xfrm>
            <a:off x="2866461" y="3695234"/>
            <a:ext cx="1103719" cy="1103719"/>
          </a:xfrm>
          <a:custGeom>
            <a:avLst/>
            <a:gdLst>
              <a:gd name="connsiteX0" fmla="*/ 1054665 w 1054665"/>
              <a:gd name="connsiteY0" fmla="*/ 527333 h 1054665"/>
              <a:gd name="connsiteX1" fmla="*/ 527333 w 1054665"/>
              <a:gd name="connsiteY1" fmla="*/ 1054665 h 1054665"/>
              <a:gd name="connsiteX2" fmla="*/ 0 w 1054665"/>
              <a:gd name="connsiteY2" fmla="*/ 527333 h 1054665"/>
              <a:gd name="connsiteX3" fmla="*/ 527333 w 1054665"/>
              <a:gd name="connsiteY3" fmla="*/ 0 h 1054665"/>
              <a:gd name="connsiteX4" fmla="*/ 1054665 w 1054665"/>
              <a:gd name="connsiteY4" fmla="*/ 527333 h 105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65" h="1054665">
                <a:moveTo>
                  <a:pt x="1054665" y="527333"/>
                </a:moveTo>
                <a:cubicBezTo>
                  <a:pt x="1054665" y="818570"/>
                  <a:pt x="818571" y="1054665"/>
                  <a:pt x="527333" y="1054665"/>
                </a:cubicBezTo>
                <a:cubicBezTo>
                  <a:pt x="236095" y="1054665"/>
                  <a:pt x="0" y="818570"/>
                  <a:pt x="0" y="527333"/>
                </a:cubicBezTo>
                <a:cubicBezTo>
                  <a:pt x="0" y="236095"/>
                  <a:pt x="236095" y="0"/>
                  <a:pt x="527333" y="0"/>
                </a:cubicBezTo>
                <a:cubicBezTo>
                  <a:pt x="818571" y="0"/>
                  <a:pt x="1054665" y="236095"/>
                  <a:pt x="1054665" y="527333"/>
                </a:cubicBezTo>
                <a:close/>
              </a:path>
            </a:pathLst>
          </a:custGeom>
          <a:solidFill>
            <a:schemeClr val="accent2"/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0FD0DCE-33E1-4593-AF1D-DB8CBA6F27C0}"/>
              </a:ext>
            </a:extLst>
          </p:cNvPr>
          <p:cNvSpPr/>
          <p:nvPr/>
        </p:nvSpPr>
        <p:spPr>
          <a:xfrm>
            <a:off x="4650019" y="2897303"/>
            <a:ext cx="1103711" cy="1103711"/>
          </a:xfrm>
          <a:custGeom>
            <a:avLst/>
            <a:gdLst>
              <a:gd name="connsiteX0" fmla="*/ 1054658 w 1054657"/>
              <a:gd name="connsiteY0" fmla="*/ 527329 h 1054657"/>
              <a:gd name="connsiteX1" fmla="*/ 527329 w 1054657"/>
              <a:gd name="connsiteY1" fmla="*/ 1054658 h 1054657"/>
              <a:gd name="connsiteX2" fmla="*/ 0 w 1054657"/>
              <a:gd name="connsiteY2" fmla="*/ 527329 h 1054657"/>
              <a:gd name="connsiteX3" fmla="*/ 527329 w 1054657"/>
              <a:gd name="connsiteY3" fmla="*/ 0 h 1054657"/>
              <a:gd name="connsiteX4" fmla="*/ 1054658 w 1054657"/>
              <a:gd name="connsiteY4" fmla="*/ 527329 h 105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57" h="1054657">
                <a:moveTo>
                  <a:pt x="1054658" y="527329"/>
                </a:moveTo>
                <a:cubicBezTo>
                  <a:pt x="1054658" y="818565"/>
                  <a:pt x="818564" y="1054658"/>
                  <a:pt x="527329" y="1054658"/>
                </a:cubicBezTo>
                <a:cubicBezTo>
                  <a:pt x="236093" y="1054658"/>
                  <a:pt x="0" y="818565"/>
                  <a:pt x="0" y="527329"/>
                </a:cubicBezTo>
                <a:cubicBezTo>
                  <a:pt x="0" y="236093"/>
                  <a:pt x="236093" y="0"/>
                  <a:pt x="527329" y="0"/>
                </a:cubicBezTo>
                <a:cubicBezTo>
                  <a:pt x="818564" y="0"/>
                  <a:pt x="1054658" y="236093"/>
                  <a:pt x="1054658" y="527329"/>
                </a:cubicBezTo>
                <a:close/>
              </a:path>
            </a:pathLst>
          </a:custGeom>
          <a:solidFill>
            <a:schemeClr val="accent1"/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440AD3D-075D-4F8B-9894-57AC0151EA7D}"/>
              </a:ext>
            </a:extLst>
          </p:cNvPr>
          <p:cNvSpPr/>
          <p:nvPr/>
        </p:nvSpPr>
        <p:spPr>
          <a:xfrm>
            <a:off x="8216829" y="2897371"/>
            <a:ext cx="1103711" cy="1103711"/>
          </a:xfrm>
          <a:custGeom>
            <a:avLst/>
            <a:gdLst>
              <a:gd name="connsiteX0" fmla="*/ 1054658 w 1054657"/>
              <a:gd name="connsiteY0" fmla="*/ 527329 h 1054657"/>
              <a:gd name="connsiteX1" fmla="*/ 527329 w 1054657"/>
              <a:gd name="connsiteY1" fmla="*/ 1054658 h 1054657"/>
              <a:gd name="connsiteX2" fmla="*/ 0 w 1054657"/>
              <a:gd name="connsiteY2" fmla="*/ 527329 h 1054657"/>
              <a:gd name="connsiteX3" fmla="*/ 527329 w 1054657"/>
              <a:gd name="connsiteY3" fmla="*/ 0 h 1054657"/>
              <a:gd name="connsiteX4" fmla="*/ 1054658 w 1054657"/>
              <a:gd name="connsiteY4" fmla="*/ 527329 h 105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57" h="1054657">
                <a:moveTo>
                  <a:pt x="1054658" y="527329"/>
                </a:moveTo>
                <a:cubicBezTo>
                  <a:pt x="1054658" y="818565"/>
                  <a:pt x="818564" y="1054658"/>
                  <a:pt x="527329" y="1054658"/>
                </a:cubicBezTo>
                <a:cubicBezTo>
                  <a:pt x="236093" y="1054658"/>
                  <a:pt x="0" y="818565"/>
                  <a:pt x="0" y="527329"/>
                </a:cubicBezTo>
                <a:cubicBezTo>
                  <a:pt x="0" y="236093"/>
                  <a:pt x="236093" y="0"/>
                  <a:pt x="527329" y="0"/>
                </a:cubicBezTo>
                <a:cubicBezTo>
                  <a:pt x="818564" y="0"/>
                  <a:pt x="1054658" y="236093"/>
                  <a:pt x="1054658" y="527329"/>
                </a:cubicBezTo>
                <a:close/>
              </a:path>
            </a:pathLst>
          </a:custGeom>
          <a:solidFill>
            <a:schemeClr val="accent1"/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D0F3ECE-A801-48A4-98FE-23DC9A3ED7EA}"/>
              </a:ext>
            </a:extLst>
          </p:cNvPr>
          <p:cNvSpPr/>
          <p:nvPr/>
        </p:nvSpPr>
        <p:spPr>
          <a:xfrm>
            <a:off x="6433426" y="3695234"/>
            <a:ext cx="1103719" cy="1103719"/>
          </a:xfrm>
          <a:custGeom>
            <a:avLst/>
            <a:gdLst>
              <a:gd name="connsiteX0" fmla="*/ 1054665 w 1054665"/>
              <a:gd name="connsiteY0" fmla="*/ 527333 h 1054665"/>
              <a:gd name="connsiteX1" fmla="*/ 527333 w 1054665"/>
              <a:gd name="connsiteY1" fmla="*/ 1054665 h 1054665"/>
              <a:gd name="connsiteX2" fmla="*/ 0 w 1054665"/>
              <a:gd name="connsiteY2" fmla="*/ 527333 h 1054665"/>
              <a:gd name="connsiteX3" fmla="*/ 527333 w 1054665"/>
              <a:gd name="connsiteY3" fmla="*/ 0 h 1054665"/>
              <a:gd name="connsiteX4" fmla="*/ 1054665 w 1054665"/>
              <a:gd name="connsiteY4" fmla="*/ 527333 h 105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65" h="1054665">
                <a:moveTo>
                  <a:pt x="1054665" y="527333"/>
                </a:moveTo>
                <a:cubicBezTo>
                  <a:pt x="1054665" y="818570"/>
                  <a:pt x="818570" y="1054665"/>
                  <a:pt x="527333" y="1054665"/>
                </a:cubicBezTo>
                <a:cubicBezTo>
                  <a:pt x="236095" y="1054665"/>
                  <a:pt x="0" y="818570"/>
                  <a:pt x="0" y="527333"/>
                </a:cubicBezTo>
                <a:cubicBezTo>
                  <a:pt x="0" y="236095"/>
                  <a:pt x="236095" y="0"/>
                  <a:pt x="527333" y="0"/>
                </a:cubicBezTo>
                <a:cubicBezTo>
                  <a:pt x="818570" y="0"/>
                  <a:pt x="1054665" y="236095"/>
                  <a:pt x="1054665" y="527333"/>
                </a:cubicBezTo>
                <a:close/>
              </a:path>
            </a:pathLst>
          </a:custGeom>
          <a:solidFill>
            <a:schemeClr val="accent2"/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0F6BD31-FD13-4A75-A2A7-0987839BE5FB}"/>
              </a:ext>
            </a:extLst>
          </p:cNvPr>
          <p:cNvSpPr/>
          <p:nvPr/>
        </p:nvSpPr>
        <p:spPr>
          <a:xfrm>
            <a:off x="10000392" y="3695234"/>
            <a:ext cx="1103719" cy="1103719"/>
          </a:xfrm>
          <a:custGeom>
            <a:avLst/>
            <a:gdLst>
              <a:gd name="connsiteX0" fmla="*/ 1054666 w 1054665"/>
              <a:gd name="connsiteY0" fmla="*/ 527333 h 1054665"/>
              <a:gd name="connsiteX1" fmla="*/ 527333 w 1054665"/>
              <a:gd name="connsiteY1" fmla="*/ 1054665 h 1054665"/>
              <a:gd name="connsiteX2" fmla="*/ 0 w 1054665"/>
              <a:gd name="connsiteY2" fmla="*/ 527333 h 1054665"/>
              <a:gd name="connsiteX3" fmla="*/ 527333 w 1054665"/>
              <a:gd name="connsiteY3" fmla="*/ 0 h 1054665"/>
              <a:gd name="connsiteX4" fmla="*/ 1054666 w 1054665"/>
              <a:gd name="connsiteY4" fmla="*/ 527333 h 105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65" h="1054665">
                <a:moveTo>
                  <a:pt x="1054666" y="527333"/>
                </a:moveTo>
                <a:cubicBezTo>
                  <a:pt x="1054666" y="818570"/>
                  <a:pt x="818571" y="1054665"/>
                  <a:pt x="527333" y="1054665"/>
                </a:cubicBezTo>
                <a:cubicBezTo>
                  <a:pt x="236095" y="1054665"/>
                  <a:pt x="0" y="818570"/>
                  <a:pt x="0" y="527333"/>
                </a:cubicBezTo>
                <a:cubicBezTo>
                  <a:pt x="0" y="236095"/>
                  <a:pt x="236094" y="0"/>
                  <a:pt x="527333" y="0"/>
                </a:cubicBezTo>
                <a:cubicBezTo>
                  <a:pt x="818570" y="0"/>
                  <a:pt x="1054666" y="236095"/>
                  <a:pt x="1054666" y="527333"/>
                </a:cubicBezTo>
                <a:close/>
              </a:path>
            </a:pathLst>
          </a:custGeom>
          <a:solidFill>
            <a:schemeClr val="accent2"/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80600B-27C7-4EB8-B142-97049EDC6117}"/>
              </a:ext>
            </a:extLst>
          </p:cNvPr>
          <p:cNvGrpSpPr/>
          <p:nvPr/>
        </p:nvGrpSpPr>
        <p:grpSpPr>
          <a:xfrm>
            <a:off x="662143" y="4442547"/>
            <a:ext cx="1950102" cy="1043179"/>
            <a:chOff x="662143" y="4387734"/>
            <a:chExt cx="1950102" cy="104317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7273DB3-E26B-43C3-B2BB-014D81C6AB62}"/>
                </a:ext>
              </a:extLst>
            </p:cNvPr>
            <p:cNvGrpSpPr/>
            <p:nvPr/>
          </p:nvGrpSpPr>
          <p:grpSpPr>
            <a:xfrm>
              <a:off x="662143" y="4893186"/>
              <a:ext cx="1950102" cy="537727"/>
              <a:chOff x="917621" y="4437022"/>
              <a:chExt cx="1950102" cy="537727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BDB00A-2A26-4D4E-857F-7D521EE5224A}"/>
                  </a:ext>
                </a:extLst>
              </p:cNvPr>
              <p:cNvSpPr txBox="1"/>
              <p:nvPr/>
            </p:nvSpPr>
            <p:spPr>
              <a:xfrm>
                <a:off x="917621" y="4721603"/>
                <a:ext cx="1950102" cy="25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defRPr/>
                </a:pPr>
                <a:r>
                  <a:rPr 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Calibri" panose="020F0502020204030204" pitchFamily="34" charset="0"/>
                  </a:rPr>
                  <a:t>Planning begins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E45BBE-F706-4EA9-BB31-0EDC551442E3}"/>
                  </a:ext>
                </a:extLst>
              </p:cNvPr>
              <p:cNvSpPr txBox="1"/>
              <p:nvPr/>
            </p:nvSpPr>
            <p:spPr>
              <a:xfrm>
                <a:off x="917621" y="4437022"/>
                <a:ext cx="1950102" cy="277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panose="020F0502020204030203" pitchFamily="34" charset="0"/>
                    <a:cs typeface="Calibri" panose="020F0502020204030204" pitchFamily="34" charset="0"/>
                  </a:rPr>
                  <a:t>Plan</a:t>
                </a:r>
                <a:endPara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E972EAA-7E84-45EA-A5CB-64A452853F0A}"/>
                </a:ext>
              </a:extLst>
            </p:cNvPr>
            <p:cNvSpPr txBox="1"/>
            <p:nvPr/>
          </p:nvSpPr>
          <p:spPr>
            <a:xfrm>
              <a:off x="1033816" y="4387734"/>
              <a:ext cx="1206756" cy="524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2800" b="1" dirty="0">
                  <a:solidFill>
                    <a:schemeClr val="accent1"/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2020</a:t>
              </a:r>
              <a:endParaRPr lang="en-ID" sz="2800" b="1" dirty="0">
                <a:solidFill>
                  <a:schemeClr val="accent1"/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FF9F5D-2916-42CA-92C4-2443918B8577}"/>
              </a:ext>
            </a:extLst>
          </p:cNvPr>
          <p:cNvGrpSpPr/>
          <p:nvPr/>
        </p:nvGrpSpPr>
        <p:grpSpPr>
          <a:xfrm>
            <a:off x="2438120" y="1871921"/>
            <a:ext cx="1950102" cy="1220920"/>
            <a:chOff x="662143" y="4387734"/>
            <a:chExt cx="1950102" cy="122092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71CAD54-7D72-470A-80DB-2D9EE10B3E51}"/>
                </a:ext>
              </a:extLst>
            </p:cNvPr>
            <p:cNvGrpSpPr/>
            <p:nvPr/>
          </p:nvGrpSpPr>
          <p:grpSpPr>
            <a:xfrm>
              <a:off x="662143" y="4893186"/>
              <a:ext cx="1950102" cy="715468"/>
              <a:chOff x="917621" y="4437022"/>
              <a:chExt cx="1950102" cy="715468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92875D-B99A-4E2E-9687-9E41F906B0DD}"/>
                  </a:ext>
                </a:extLst>
              </p:cNvPr>
              <p:cNvSpPr txBox="1"/>
              <p:nvPr/>
            </p:nvSpPr>
            <p:spPr>
              <a:xfrm>
                <a:off x="917621" y="4721603"/>
                <a:ext cx="195010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defRPr/>
                </a:pPr>
                <a:r>
                  <a:rPr 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Calibri" panose="020F0502020204030204" pitchFamily="34" charset="0"/>
                  </a:rPr>
                  <a:t>Project structuring and conceptual design phase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CB84456-9A87-4341-BCC0-F1CA5B3760AB}"/>
                  </a:ext>
                </a:extLst>
              </p:cNvPr>
              <p:cNvSpPr txBox="1"/>
              <p:nvPr/>
            </p:nvSpPr>
            <p:spPr>
              <a:xfrm>
                <a:off x="917621" y="4437022"/>
                <a:ext cx="1950102" cy="277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panose="020F0502020204030203" pitchFamily="34" charset="0"/>
                    <a:cs typeface="Calibri" panose="020F0502020204030204" pitchFamily="34" charset="0"/>
                  </a:rPr>
                  <a:t>Design</a:t>
                </a:r>
                <a:endPara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8800F6-F055-4D12-B909-8FF19BA0E0F5}"/>
                </a:ext>
              </a:extLst>
            </p:cNvPr>
            <p:cNvSpPr txBox="1"/>
            <p:nvPr/>
          </p:nvSpPr>
          <p:spPr>
            <a:xfrm>
              <a:off x="1033816" y="4387734"/>
              <a:ext cx="1206756" cy="524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2800" b="1" dirty="0">
                  <a:solidFill>
                    <a:schemeClr val="accent1"/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2021</a:t>
              </a:r>
              <a:endParaRPr lang="en-ID" sz="2800" b="1" dirty="0">
                <a:solidFill>
                  <a:schemeClr val="accent1"/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4BF6E52-BAC3-471B-A896-3CCC2A7890D0}"/>
              </a:ext>
            </a:extLst>
          </p:cNvPr>
          <p:cNvGrpSpPr/>
          <p:nvPr/>
        </p:nvGrpSpPr>
        <p:grpSpPr>
          <a:xfrm>
            <a:off x="4231977" y="4442547"/>
            <a:ext cx="1950102" cy="1220920"/>
            <a:chOff x="662143" y="4387734"/>
            <a:chExt cx="1950102" cy="122092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5CC315E-F270-4A4E-A448-5883B73A228E}"/>
                </a:ext>
              </a:extLst>
            </p:cNvPr>
            <p:cNvGrpSpPr/>
            <p:nvPr/>
          </p:nvGrpSpPr>
          <p:grpSpPr>
            <a:xfrm>
              <a:off x="662143" y="4893186"/>
              <a:ext cx="1950102" cy="715468"/>
              <a:chOff x="917621" y="4437022"/>
              <a:chExt cx="1950102" cy="715468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57CAF2A-B085-4B11-8AE8-8D9B23D27DAA}"/>
                  </a:ext>
                </a:extLst>
              </p:cNvPr>
              <p:cNvSpPr txBox="1"/>
              <p:nvPr/>
            </p:nvSpPr>
            <p:spPr>
              <a:xfrm>
                <a:off x="917621" y="4721603"/>
                <a:ext cx="195010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defRPr/>
                </a:pPr>
                <a:r>
                  <a:rPr 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Calibri" panose="020F0502020204030204" pitchFamily="34" charset="0"/>
                  </a:rPr>
                  <a:t>Property acquisition and meet with investors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4FD6BF6-3C18-44D9-B0B3-703F398BF0BE}"/>
                  </a:ext>
                </a:extLst>
              </p:cNvPr>
              <p:cNvSpPr txBox="1"/>
              <p:nvPr/>
            </p:nvSpPr>
            <p:spPr>
              <a:xfrm>
                <a:off x="917621" y="4437022"/>
                <a:ext cx="1950102" cy="277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panose="020F0502020204030203" pitchFamily="34" charset="0"/>
                    <a:cs typeface="Calibri" panose="020F0502020204030204" pitchFamily="34" charset="0"/>
                  </a:rPr>
                  <a:t>Finance</a:t>
                </a:r>
                <a:endPara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BE2C0C3-817F-4AA1-9F16-4229C11D8078}"/>
                </a:ext>
              </a:extLst>
            </p:cNvPr>
            <p:cNvSpPr txBox="1"/>
            <p:nvPr/>
          </p:nvSpPr>
          <p:spPr>
            <a:xfrm>
              <a:off x="1033816" y="4387734"/>
              <a:ext cx="1206756" cy="524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2800" b="1" dirty="0">
                  <a:solidFill>
                    <a:schemeClr val="accent1"/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2022</a:t>
              </a:r>
              <a:endParaRPr lang="en-ID" sz="2800" b="1" dirty="0">
                <a:solidFill>
                  <a:schemeClr val="accent1"/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732397B-13A1-4FBB-96F8-9CF3B1F31670}"/>
              </a:ext>
            </a:extLst>
          </p:cNvPr>
          <p:cNvGrpSpPr/>
          <p:nvPr/>
        </p:nvGrpSpPr>
        <p:grpSpPr>
          <a:xfrm>
            <a:off x="6015527" y="1871921"/>
            <a:ext cx="1950102" cy="1043179"/>
            <a:chOff x="662143" y="4387734"/>
            <a:chExt cx="1950102" cy="104317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B7FF872-0C9F-449A-8467-3AE32C4DF033}"/>
                </a:ext>
              </a:extLst>
            </p:cNvPr>
            <p:cNvGrpSpPr/>
            <p:nvPr/>
          </p:nvGrpSpPr>
          <p:grpSpPr>
            <a:xfrm>
              <a:off x="662143" y="4893186"/>
              <a:ext cx="1950102" cy="537727"/>
              <a:chOff x="917621" y="4437022"/>
              <a:chExt cx="1950102" cy="537727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27747C-E612-4371-BFCD-2C6BA47F8663}"/>
                  </a:ext>
                </a:extLst>
              </p:cNvPr>
              <p:cNvSpPr txBox="1"/>
              <p:nvPr/>
            </p:nvSpPr>
            <p:spPr>
              <a:xfrm>
                <a:off x="917621" y="4721603"/>
                <a:ext cx="1950102" cy="25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defRPr/>
                </a:pPr>
                <a:r>
                  <a:rPr 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Calibri" panose="020F0502020204030204" pitchFamily="34" charset="0"/>
                  </a:rPr>
                  <a:t>Construction begins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42E05C7-10DA-40E6-8CB4-A746B04E74D4}"/>
                  </a:ext>
                </a:extLst>
              </p:cNvPr>
              <p:cNvSpPr txBox="1"/>
              <p:nvPr/>
            </p:nvSpPr>
            <p:spPr>
              <a:xfrm>
                <a:off x="917621" y="4437022"/>
                <a:ext cx="1950102" cy="277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panose="020F0502020204030203" pitchFamily="34" charset="0"/>
                    <a:cs typeface="Calibri" panose="020F0502020204030204" pitchFamily="34" charset="0"/>
                  </a:rPr>
                  <a:t>Construction</a:t>
                </a:r>
                <a:endPara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E18555A-AB36-4D7E-A5D5-F9438048BD62}"/>
                </a:ext>
              </a:extLst>
            </p:cNvPr>
            <p:cNvSpPr txBox="1"/>
            <p:nvPr/>
          </p:nvSpPr>
          <p:spPr>
            <a:xfrm>
              <a:off x="1033816" y="4387734"/>
              <a:ext cx="1206756" cy="524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2800" b="1" dirty="0">
                  <a:solidFill>
                    <a:schemeClr val="accent1"/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2023</a:t>
              </a:r>
              <a:endParaRPr lang="en-ID" sz="2800" b="1" dirty="0">
                <a:solidFill>
                  <a:schemeClr val="accent1"/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AAF4FEF-059B-474A-B368-C77E9C757BC5}"/>
              </a:ext>
            </a:extLst>
          </p:cNvPr>
          <p:cNvGrpSpPr/>
          <p:nvPr/>
        </p:nvGrpSpPr>
        <p:grpSpPr>
          <a:xfrm>
            <a:off x="7788493" y="4442547"/>
            <a:ext cx="1950102" cy="1220920"/>
            <a:chOff x="662143" y="4387734"/>
            <a:chExt cx="1950102" cy="122092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2467A50-2292-4D01-A4DC-BFC4EFA11F88}"/>
                </a:ext>
              </a:extLst>
            </p:cNvPr>
            <p:cNvGrpSpPr/>
            <p:nvPr/>
          </p:nvGrpSpPr>
          <p:grpSpPr>
            <a:xfrm>
              <a:off x="662143" y="4893186"/>
              <a:ext cx="1950102" cy="715468"/>
              <a:chOff x="917621" y="4437022"/>
              <a:chExt cx="1950102" cy="71546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B959955-1418-4BEE-AFAE-1627169DD496}"/>
                  </a:ext>
                </a:extLst>
              </p:cNvPr>
              <p:cNvSpPr txBox="1"/>
              <p:nvPr/>
            </p:nvSpPr>
            <p:spPr>
              <a:xfrm>
                <a:off x="917621" y="4721603"/>
                <a:ext cx="195010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defRPr/>
                </a:pPr>
                <a:r>
                  <a:rPr 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Calibri" panose="020F0502020204030204" pitchFamily="34" charset="0"/>
                  </a:rPr>
                  <a:t>Marketing and branding campaigns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3992573-D3EB-4612-A70E-32C5A4884038}"/>
                  </a:ext>
                </a:extLst>
              </p:cNvPr>
              <p:cNvSpPr txBox="1"/>
              <p:nvPr/>
            </p:nvSpPr>
            <p:spPr>
              <a:xfrm>
                <a:off x="917621" y="4437022"/>
                <a:ext cx="1950102" cy="277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panose="020F0502020204030203" pitchFamily="34" charset="0"/>
                    <a:cs typeface="Calibri" panose="020F0502020204030204" pitchFamily="34" charset="0"/>
                  </a:rPr>
                  <a:t>Public Relations</a:t>
                </a:r>
                <a:endPara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C68A886-BC81-4301-B2D1-9D33FB4EC1E0}"/>
                </a:ext>
              </a:extLst>
            </p:cNvPr>
            <p:cNvSpPr txBox="1"/>
            <p:nvPr/>
          </p:nvSpPr>
          <p:spPr>
            <a:xfrm>
              <a:off x="1033816" y="4387734"/>
              <a:ext cx="1206756" cy="524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2800" b="1" dirty="0">
                  <a:solidFill>
                    <a:schemeClr val="accent1"/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2024</a:t>
              </a:r>
              <a:endParaRPr lang="en-ID" sz="2800" b="1" dirty="0">
                <a:solidFill>
                  <a:schemeClr val="accent1"/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0AFE5CC-5017-4A9C-AE48-9888DBBE004B}"/>
              </a:ext>
            </a:extLst>
          </p:cNvPr>
          <p:cNvGrpSpPr/>
          <p:nvPr/>
        </p:nvGrpSpPr>
        <p:grpSpPr>
          <a:xfrm>
            <a:off x="9571740" y="1871921"/>
            <a:ext cx="1950102" cy="1043179"/>
            <a:chOff x="662143" y="4387734"/>
            <a:chExt cx="1950102" cy="1043179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DCB0B52-A90F-45BE-8697-BE69D7195E86}"/>
                </a:ext>
              </a:extLst>
            </p:cNvPr>
            <p:cNvGrpSpPr/>
            <p:nvPr/>
          </p:nvGrpSpPr>
          <p:grpSpPr>
            <a:xfrm>
              <a:off x="662143" y="4893186"/>
              <a:ext cx="1950102" cy="537727"/>
              <a:chOff x="917621" y="4437022"/>
              <a:chExt cx="1950102" cy="537727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FBC706-D3BA-47CF-931A-CB549B1D5DBA}"/>
                  </a:ext>
                </a:extLst>
              </p:cNvPr>
              <p:cNvSpPr txBox="1"/>
              <p:nvPr/>
            </p:nvSpPr>
            <p:spPr>
              <a:xfrm>
                <a:off x="917621" y="4721603"/>
                <a:ext cx="1950102" cy="25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1200"/>
                  </a:spcAft>
                  <a:defRPr/>
                </a:pPr>
                <a:r>
                  <a:rPr 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Calibri" panose="020F0502020204030204" pitchFamily="34" charset="0"/>
                  </a:rPr>
                  <a:t>Full store launch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DEA5FEA-CD05-43DA-A2AD-422BEF3F12F4}"/>
                  </a:ext>
                </a:extLst>
              </p:cNvPr>
              <p:cNvSpPr txBox="1"/>
              <p:nvPr/>
            </p:nvSpPr>
            <p:spPr>
              <a:xfrm>
                <a:off x="917621" y="4437022"/>
                <a:ext cx="1950102" cy="277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0000"/>
                  </a:lnSpc>
                  <a:defRPr/>
                </a:pPr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panose="020F0502020204030203" pitchFamily="34" charset="0"/>
                    <a:cs typeface="Calibri" panose="020F0502020204030204" pitchFamily="34" charset="0"/>
                  </a:rPr>
                  <a:t>Launch</a:t>
                </a:r>
                <a:endParaRPr lang="en-ID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" panose="020F0502020204030203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92F2F45-F146-4DBD-A8FF-245FD9F4E2D9}"/>
                </a:ext>
              </a:extLst>
            </p:cNvPr>
            <p:cNvSpPr txBox="1"/>
            <p:nvPr/>
          </p:nvSpPr>
          <p:spPr>
            <a:xfrm>
              <a:off x="1033816" y="4387734"/>
              <a:ext cx="1206756" cy="524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sz="2800" b="1" dirty="0">
                  <a:solidFill>
                    <a:schemeClr val="accent1"/>
                  </a:solidFill>
                  <a:latin typeface="Lato" panose="020F0502020204030203" pitchFamily="34" charset="0"/>
                  <a:cs typeface="Calibri" panose="020F0502020204030204" pitchFamily="34" charset="0"/>
                </a:rPr>
                <a:t>2025</a:t>
              </a:r>
              <a:endParaRPr lang="en-ID" sz="2800" b="1" dirty="0">
                <a:solidFill>
                  <a:schemeClr val="accent1"/>
                </a:solidFill>
                <a:latin typeface="Lato" panose="020F0502020204030203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56A5654-3A37-4EA2-81EB-3841649888FD}"/>
              </a:ext>
            </a:extLst>
          </p:cNvPr>
          <p:cNvSpPr/>
          <p:nvPr/>
        </p:nvSpPr>
        <p:spPr>
          <a:xfrm>
            <a:off x="1207499" y="3021933"/>
            <a:ext cx="854802" cy="854800"/>
          </a:xfrm>
          <a:custGeom>
            <a:avLst/>
            <a:gdLst>
              <a:gd name="connsiteX0" fmla="*/ 1054659 w 1054659"/>
              <a:gd name="connsiteY0" fmla="*/ 527330 h 1054658"/>
              <a:gd name="connsiteX1" fmla="*/ 527330 w 1054659"/>
              <a:gd name="connsiteY1" fmla="*/ 1054659 h 1054658"/>
              <a:gd name="connsiteX2" fmla="*/ 0 w 1054659"/>
              <a:gd name="connsiteY2" fmla="*/ 527330 h 1054658"/>
              <a:gd name="connsiteX3" fmla="*/ 527330 w 1054659"/>
              <a:gd name="connsiteY3" fmla="*/ 0 h 1054658"/>
              <a:gd name="connsiteX4" fmla="*/ 1054659 w 1054659"/>
              <a:gd name="connsiteY4" fmla="*/ 527330 h 1054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59" h="1054658">
                <a:moveTo>
                  <a:pt x="1054659" y="527330"/>
                </a:moveTo>
                <a:cubicBezTo>
                  <a:pt x="1054659" y="818566"/>
                  <a:pt x="818566" y="1054659"/>
                  <a:pt x="527330" y="1054659"/>
                </a:cubicBezTo>
                <a:cubicBezTo>
                  <a:pt x="236094" y="1054659"/>
                  <a:pt x="0" y="818566"/>
                  <a:pt x="0" y="527330"/>
                </a:cubicBezTo>
                <a:cubicBezTo>
                  <a:pt x="0" y="236093"/>
                  <a:pt x="236094" y="0"/>
                  <a:pt x="527330" y="0"/>
                </a:cubicBezTo>
                <a:cubicBezTo>
                  <a:pt x="818566" y="0"/>
                  <a:pt x="1054659" y="236093"/>
                  <a:pt x="1054659" y="52733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1BDE5B7-05FB-47A9-9687-B42731F443BD}"/>
              </a:ext>
            </a:extLst>
          </p:cNvPr>
          <p:cNvSpPr/>
          <p:nvPr/>
        </p:nvSpPr>
        <p:spPr>
          <a:xfrm>
            <a:off x="2990917" y="3819759"/>
            <a:ext cx="854808" cy="854806"/>
          </a:xfrm>
          <a:custGeom>
            <a:avLst/>
            <a:gdLst>
              <a:gd name="connsiteX0" fmla="*/ 1054665 w 1054665"/>
              <a:gd name="connsiteY0" fmla="*/ 527333 h 1054665"/>
              <a:gd name="connsiteX1" fmla="*/ 527333 w 1054665"/>
              <a:gd name="connsiteY1" fmla="*/ 1054665 h 1054665"/>
              <a:gd name="connsiteX2" fmla="*/ 0 w 1054665"/>
              <a:gd name="connsiteY2" fmla="*/ 527333 h 1054665"/>
              <a:gd name="connsiteX3" fmla="*/ 527333 w 1054665"/>
              <a:gd name="connsiteY3" fmla="*/ 0 h 1054665"/>
              <a:gd name="connsiteX4" fmla="*/ 1054665 w 1054665"/>
              <a:gd name="connsiteY4" fmla="*/ 527333 h 105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65" h="1054665">
                <a:moveTo>
                  <a:pt x="1054665" y="527333"/>
                </a:moveTo>
                <a:cubicBezTo>
                  <a:pt x="1054665" y="818570"/>
                  <a:pt x="818571" y="1054665"/>
                  <a:pt x="527333" y="1054665"/>
                </a:cubicBezTo>
                <a:cubicBezTo>
                  <a:pt x="236095" y="1054665"/>
                  <a:pt x="0" y="818570"/>
                  <a:pt x="0" y="527333"/>
                </a:cubicBezTo>
                <a:cubicBezTo>
                  <a:pt x="0" y="236095"/>
                  <a:pt x="236095" y="0"/>
                  <a:pt x="527333" y="0"/>
                </a:cubicBezTo>
                <a:cubicBezTo>
                  <a:pt x="818571" y="0"/>
                  <a:pt x="1054665" y="236095"/>
                  <a:pt x="1054665" y="5273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9D56E2-1F7C-4E6D-8DA0-2365F74AAD6E}"/>
              </a:ext>
            </a:extLst>
          </p:cNvPr>
          <p:cNvSpPr/>
          <p:nvPr/>
        </p:nvSpPr>
        <p:spPr>
          <a:xfrm>
            <a:off x="4774475" y="3021828"/>
            <a:ext cx="854800" cy="854798"/>
          </a:xfrm>
          <a:custGeom>
            <a:avLst/>
            <a:gdLst>
              <a:gd name="connsiteX0" fmla="*/ 1054658 w 1054657"/>
              <a:gd name="connsiteY0" fmla="*/ 527329 h 1054657"/>
              <a:gd name="connsiteX1" fmla="*/ 527329 w 1054657"/>
              <a:gd name="connsiteY1" fmla="*/ 1054658 h 1054657"/>
              <a:gd name="connsiteX2" fmla="*/ 0 w 1054657"/>
              <a:gd name="connsiteY2" fmla="*/ 527329 h 1054657"/>
              <a:gd name="connsiteX3" fmla="*/ 527329 w 1054657"/>
              <a:gd name="connsiteY3" fmla="*/ 0 h 1054657"/>
              <a:gd name="connsiteX4" fmla="*/ 1054658 w 1054657"/>
              <a:gd name="connsiteY4" fmla="*/ 527329 h 105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57" h="1054657">
                <a:moveTo>
                  <a:pt x="1054658" y="527329"/>
                </a:moveTo>
                <a:cubicBezTo>
                  <a:pt x="1054658" y="818565"/>
                  <a:pt x="818564" y="1054658"/>
                  <a:pt x="527329" y="1054658"/>
                </a:cubicBezTo>
                <a:cubicBezTo>
                  <a:pt x="236093" y="1054658"/>
                  <a:pt x="0" y="818565"/>
                  <a:pt x="0" y="527329"/>
                </a:cubicBezTo>
                <a:cubicBezTo>
                  <a:pt x="0" y="236093"/>
                  <a:pt x="236093" y="0"/>
                  <a:pt x="527329" y="0"/>
                </a:cubicBezTo>
                <a:cubicBezTo>
                  <a:pt x="818564" y="0"/>
                  <a:pt x="1054658" y="236093"/>
                  <a:pt x="1054658" y="5273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2F0D097-18B8-4206-A3DC-61711E472CED}"/>
              </a:ext>
            </a:extLst>
          </p:cNvPr>
          <p:cNvSpPr/>
          <p:nvPr/>
        </p:nvSpPr>
        <p:spPr>
          <a:xfrm>
            <a:off x="8341285" y="3021896"/>
            <a:ext cx="854800" cy="854798"/>
          </a:xfrm>
          <a:custGeom>
            <a:avLst/>
            <a:gdLst>
              <a:gd name="connsiteX0" fmla="*/ 1054658 w 1054657"/>
              <a:gd name="connsiteY0" fmla="*/ 527329 h 1054657"/>
              <a:gd name="connsiteX1" fmla="*/ 527329 w 1054657"/>
              <a:gd name="connsiteY1" fmla="*/ 1054658 h 1054657"/>
              <a:gd name="connsiteX2" fmla="*/ 0 w 1054657"/>
              <a:gd name="connsiteY2" fmla="*/ 527329 h 1054657"/>
              <a:gd name="connsiteX3" fmla="*/ 527329 w 1054657"/>
              <a:gd name="connsiteY3" fmla="*/ 0 h 1054657"/>
              <a:gd name="connsiteX4" fmla="*/ 1054658 w 1054657"/>
              <a:gd name="connsiteY4" fmla="*/ 527329 h 105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57" h="1054657">
                <a:moveTo>
                  <a:pt x="1054658" y="527329"/>
                </a:moveTo>
                <a:cubicBezTo>
                  <a:pt x="1054658" y="818565"/>
                  <a:pt x="818564" y="1054658"/>
                  <a:pt x="527329" y="1054658"/>
                </a:cubicBezTo>
                <a:cubicBezTo>
                  <a:pt x="236093" y="1054658"/>
                  <a:pt x="0" y="818565"/>
                  <a:pt x="0" y="527329"/>
                </a:cubicBezTo>
                <a:cubicBezTo>
                  <a:pt x="0" y="236093"/>
                  <a:pt x="236093" y="0"/>
                  <a:pt x="527329" y="0"/>
                </a:cubicBezTo>
                <a:cubicBezTo>
                  <a:pt x="818564" y="0"/>
                  <a:pt x="1054658" y="236093"/>
                  <a:pt x="1054658" y="5273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C511B6E-9DF5-4F2C-AF9B-1D34C0953AF1}"/>
              </a:ext>
            </a:extLst>
          </p:cNvPr>
          <p:cNvSpPr/>
          <p:nvPr/>
        </p:nvSpPr>
        <p:spPr>
          <a:xfrm>
            <a:off x="6557882" y="3819759"/>
            <a:ext cx="854808" cy="854806"/>
          </a:xfrm>
          <a:custGeom>
            <a:avLst/>
            <a:gdLst>
              <a:gd name="connsiteX0" fmla="*/ 1054665 w 1054665"/>
              <a:gd name="connsiteY0" fmla="*/ 527333 h 1054665"/>
              <a:gd name="connsiteX1" fmla="*/ 527333 w 1054665"/>
              <a:gd name="connsiteY1" fmla="*/ 1054665 h 1054665"/>
              <a:gd name="connsiteX2" fmla="*/ 0 w 1054665"/>
              <a:gd name="connsiteY2" fmla="*/ 527333 h 1054665"/>
              <a:gd name="connsiteX3" fmla="*/ 527333 w 1054665"/>
              <a:gd name="connsiteY3" fmla="*/ 0 h 1054665"/>
              <a:gd name="connsiteX4" fmla="*/ 1054665 w 1054665"/>
              <a:gd name="connsiteY4" fmla="*/ 527333 h 105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65" h="1054665">
                <a:moveTo>
                  <a:pt x="1054665" y="527333"/>
                </a:moveTo>
                <a:cubicBezTo>
                  <a:pt x="1054665" y="818570"/>
                  <a:pt x="818570" y="1054665"/>
                  <a:pt x="527333" y="1054665"/>
                </a:cubicBezTo>
                <a:cubicBezTo>
                  <a:pt x="236095" y="1054665"/>
                  <a:pt x="0" y="818570"/>
                  <a:pt x="0" y="527333"/>
                </a:cubicBezTo>
                <a:cubicBezTo>
                  <a:pt x="0" y="236095"/>
                  <a:pt x="236095" y="0"/>
                  <a:pt x="527333" y="0"/>
                </a:cubicBezTo>
                <a:cubicBezTo>
                  <a:pt x="818570" y="0"/>
                  <a:pt x="1054665" y="236095"/>
                  <a:pt x="1054665" y="5273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CDC5AA3-4D44-4EFD-825D-C68F3DA51120}"/>
              </a:ext>
            </a:extLst>
          </p:cNvPr>
          <p:cNvSpPr/>
          <p:nvPr/>
        </p:nvSpPr>
        <p:spPr>
          <a:xfrm>
            <a:off x="10124848" y="3819759"/>
            <a:ext cx="854808" cy="854806"/>
          </a:xfrm>
          <a:custGeom>
            <a:avLst/>
            <a:gdLst>
              <a:gd name="connsiteX0" fmla="*/ 1054666 w 1054665"/>
              <a:gd name="connsiteY0" fmla="*/ 527333 h 1054665"/>
              <a:gd name="connsiteX1" fmla="*/ 527333 w 1054665"/>
              <a:gd name="connsiteY1" fmla="*/ 1054665 h 1054665"/>
              <a:gd name="connsiteX2" fmla="*/ 0 w 1054665"/>
              <a:gd name="connsiteY2" fmla="*/ 527333 h 1054665"/>
              <a:gd name="connsiteX3" fmla="*/ 527333 w 1054665"/>
              <a:gd name="connsiteY3" fmla="*/ 0 h 1054665"/>
              <a:gd name="connsiteX4" fmla="*/ 1054666 w 1054665"/>
              <a:gd name="connsiteY4" fmla="*/ 527333 h 105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665" h="1054665">
                <a:moveTo>
                  <a:pt x="1054666" y="527333"/>
                </a:moveTo>
                <a:cubicBezTo>
                  <a:pt x="1054666" y="818570"/>
                  <a:pt x="818571" y="1054665"/>
                  <a:pt x="527333" y="1054665"/>
                </a:cubicBezTo>
                <a:cubicBezTo>
                  <a:pt x="236095" y="1054665"/>
                  <a:pt x="0" y="818570"/>
                  <a:pt x="0" y="527333"/>
                </a:cubicBezTo>
                <a:cubicBezTo>
                  <a:pt x="0" y="236095"/>
                  <a:pt x="236094" y="0"/>
                  <a:pt x="527333" y="0"/>
                </a:cubicBezTo>
                <a:cubicBezTo>
                  <a:pt x="818570" y="0"/>
                  <a:pt x="1054666" y="236095"/>
                  <a:pt x="1054666" y="5273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370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58" name="Freeform 30">
            <a:extLst>
              <a:ext uri="{FF2B5EF4-FFF2-40B4-BE49-F238E27FC236}">
                <a16:creationId xmlns:a16="http://schemas.microsoft.com/office/drawing/2014/main" id="{1A1CCB27-682F-478E-912A-D04E4DD1B757}"/>
              </a:ext>
            </a:extLst>
          </p:cNvPr>
          <p:cNvSpPr>
            <a:spLocks noEditPoints="1"/>
          </p:cNvSpPr>
          <p:nvPr/>
        </p:nvSpPr>
        <p:spPr bwMode="auto">
          <a:xfrm>
            <a:off x="1441379" y="3280135"/>
            <a:ext cx="387042" cy="338396"/>
          </a:xfrm>
          <a:custGeom>
            <a:avLst/>
            <a:gdLst>
              <a:gd name="T0" fmla="*/ 90 w 200"/>
              <a:gd name="T1" fmla="*/ 8 h 176"/>
              <a:gd name="T2" fmla="*/ 169 w 200"/>
              <a:gd name="T3" fmla="*/ 66 h 176"/>
              <a:gd name="T4" fmla="*/ 176 w 200"/>
              <a:gd name="T5" fmla="*/ 63 h 176"/>
              <a:gd name="T6" fmla="*/ 90 w 200"/>
              <a:gd name="T7" fmla="*/ 0 h 176"/>
              <a:gd name="T8" fmla="*/ 46 w 200"/>
              <a:gd name="T9" fmla="*/ 11 h 176"/>
              <a:gd name="T10" fmla="*/ 50 w 200"/>
              <a:gd name="T11" fmla="*/ 18 h 176"/>
              <a:gd name="T12" fmla="*/ 90 w 200"/>
              <a:gd name="T13" fmla="*/ 8 h 176"/>
              <a:gd name="T14" fmla="*/ 92 w 200"/>
              <a:gd name="T15" fmla="*/ 84 h 176"/>
              <a:gd name="T16" fmla="*/ 92 w 200"/>
              <a:gd name="T17" fmla="*/ 86 h 176"/>
              <a:gd name="T18" fmla="*/ 14 w 200"/>
              <a:gd name="T19" fmla="*/ 8 h 176"/>
              <a:gd name="T20" fmla="*/ 8 w 200"/>
              <a:gd name="T21" fmla="*/ 13 h 176"/>
              <a:gd name="T22" fmla="*/ 23 w 200"/>
              <a:gd name="T23" fmla="*/ 29 h 176"/>
              <a:gd name="T24" fmla="*/ 0 w 200"/>
              <a:gd name="T25" fmla="*/ 88 h 176"/>
              <a:gd name="T26" fmla="*/ 90 w 200"/>
              <a:gd name="T27" fmla="*/ 176 h 176"/>
              <a:gd name="T28" fmla="*/ 149 w 200"/>
              <a:gd name="T29" fmla="*/ 154 h 176"/>
              <a:gd name="T30" fmla="*/ 166 w 200"/>
              <a:gd name="T31" fmla="*/ 171 h 176"/>
              <a:gd name="T32" fmla="*/ 172 w 200"/>
              <a:gd name="T33" fmla="*/ 166 h 176"/>
              <a:gd name="T34" fmla="*/ 155 w 200"/>
              <a:gd name="T35" fmla="*/ 149 h 176"/>
              <a:gd name="T36" fmla="*/ 180 w 200"/>
              <a:gd name="T37" fmla="*/ 92 h 176"/>
              <a:gd name="T38" fmla="*/ 200 w 200"/>
              <a:gd name="T39" fmla="*/ 92 h 176"/>
              <a:gd name="T40" fmla="*/ 200 w 200"/>
              <a:gd name="T41" fmla="*/ 84 h 176"/>
              <a:gd name="T42" fmla="*/ 92 w 200"/>
              <a:gd name="T43" fmla="*/ 84 h 176"/>
              <a:gd name="T44" fmla="*/ 90 w 200"/>
              <a:gd name="T45" fmla="*/ 168 h 176"/>
              <a:gd name="T46" fmla="*/ 8 w 200"/>
              <a:gd name="T47" fmla="*/ 88 h 176"/>
              <a:gd name="T48" fmla="*/ 29 w 200"/>
              <a:gd name="T49" fmla="*/ 34 h 176"/>
              <a:gd name="T50" fmla="*/ 143 w 200"/>
              <a:gd name="T51" fmla="*/ 149 h 176"/>
              <a:gd name="T52" fmla="*/ 90 w 200"/>
              <a:gd name="T53" fmla="*/ 168 h 176"/>
              <a:gd name="T54" fmla="*/ 149 w 200"/>
              <a:gd name="T55" fmla="*/ 143 h 176"/>
              <a:gd name="T56" fmla="*/ 98 w 200"/>
              <a:gd name="T57" fmla="*/ 92 h 176"/>
              <a:gd name="T58" fmla="*/ 172 w 200"/>
              <a:gd name="T59" fmla="*/ 92 h 176"/>
              <a:gd name="T60" fmla="*/ 149 w 200"/>
              <a:gd name="T61" fmla="*/ 143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00" h="176">
                <a:moveTo>
                  <a:pt x="90" y="8"/>
                </a:moveTo>
                <a:cubicBezTo>
                  <a:pt x="126" y="8"/>
                  <a:pt x="159" y="32"/>
                  <a:pt x="169" y="66"/>
                </a:cubicBezTo>
                <a:cubicBezTo>
                  <a:pt x="176" y="63"/>
                  <a:pt x="176" y="63"/>
                  <a:pt x="176" y="63"/>
                </a:cubicBezTo>
                <a:cubicBezTo>
                  <a:pt x="165" y="26"/>
                  <a:pt x="130" y="0"/>
                  <a:pt x="90" y="0"/>
                </a:cubicBezTo>
                <a:cubicBezTo>
                  <a:pt x="75" y="0"/>
                  <a:pt x="59" y="4"/>
                  <a:pt x="46" y="11"/>
                </a:cubicBezTo>
                <a:cubicBezTo>
                  <a:pt x="50" y="18"/>
                  <a:pt x="50" y="18"/>
                  <a:pt x="50" y="18"/>
                </a:cubicBezTo>
                <a:cubicBezTo>
                  <a:pt x="62" y="11"/>
                  <a:pt x="76" y="8"/>
                  <a:pt x="90" y="8"/>
                </a:cubicBezTo>
                <a:close/>
                <a:moveTo>
                  <a:pt x="92" y="84"/>
                </a:moveTo>
                <a:cubicBezTo>
                  <a:pt x="92" y="86"/>
                  <a:pt x="92" y="86"/>
                  <a:pt x="92" y="86"/>
                </a:cubicBezTo>
                <a:cubicBezTo>
                  <a:pt x="14" y="8"/>
                  <a:pt x="14" y="8"/>
                  <a:pt x="14" y="8"/>
                </a:cubicBezTo>
                <a:cubicBezTo>
                  <a:pt x="8" y="13"/>
                  <a:pt x="8" y="13"/>
                  <a:pt x="8" y="13"/>
                </a:cubicBezTo>
                <a:cubicBezTo>
                  <a:pt x="23" y="29"/>
                  <a:pt x="23" y="29"/>
                  <a:pt x="23" y="29"/>
                </a:cubicBezTo>
                <a:cubicBezTo>
                  <a:pt x="8" y="45"/>
                  <a:pt x="0" y="66"/>
                  <a:pt x="0" y="88"/>
                </a:cubicBezTo>
                <a:cubicBezTo>
                  <a:pt x="0" y="136"/>
                  <a:pt x="40" y="176"/>
                  <a:pt x="90" y="176"/>
                </a:cubicBezTo>
                <a:cubicBezTo>
                  <a:pt x="112" y="176"/>
                  <a:pt x="133" y="168"/>
                  <a:pt x="149" y="154"/>
                </a:cubicBezTo>
                <a:cubicBezTo>
                  <a:pt x="166" y="171"/>
                  <a:pt x="166" y="171"/>
                  <a:pt x="166" y="171"/>
                </a:cubicBezTo>
                <a:cubicBezTo>
                  <a:pt x="172" y="166"/>
                  <a:pt x="172" y="166"/>
                  <a:pt x="172" y="166"/>
                </a:cubicBezTo>
                <a:cubicBezTo>
                  <a:pt x="155" y="149"/>
                  <a:pt x="155" y="149"/>
                  <a:pt x="155" y="149"/>
                </a:cubicBezTo>
                <a:cubicBezTo>
                  <a:pt x="169" y="134"/>
                  <a:pt x="179" y="114"/>
                  <a:pt x="180" y="92"/>
                </a:cubicBezTo>
                <a:cubicBezTo>
                  <a:pt x="200" y="92"/>
                  <a:pt x="200" y="92"/>
                  <a:pt x="200" y="92"/>
                </a:cubicBezTo>
                <a:cubicBezTo>
                  <a:pt x="200" y="84"/>
                  <a:pt x="200" y="84"/>
                  <a:pt x="200" y="84"/>
                </a:cubicBezTo>
                <a:lnTo>
                  <a:pt x="92" y="84"/>
                </a:lnTo>
                <a:close/>
                <a:moveTo>
                  <a:pt x="90" y="168"/>
                </a:moveTo>
                <a:cubicBezTo>
                  <a:pt x="45" y="168"/>
                  <a:pt x="8" y="132"/>
                  <a:pt x="8" y="88"/>
                </a:cubicBezTo>
                <a:cubicBezTo>
                  <a:pt x="8" y="68"/>
                  <a:pt x="15" y="49"/>
                  <a:pt x="29" y="34"/>
                </a:cubicBezTo>
                <a:cubicBezTo>
                  <a:pt x="143" y="149"/>
                  <a:pt x="143" y="149"/>
                  <a:pt x="143" y="149"/>
                </a:cubicBezTo>
                <a:cubicBezTo>
                  <a:pt x="129" y="161"/>
                  <a:pt x="110" y="168"/>
                  <a:pt x="90" y="168"/>
                </a:cubicBezTo>
                <a:close/>
                <a:moveTo>
                  <a:pt x="149" y="143"/>
                </a:moveTo>
                <a:cubicBezTo>
                  <a:pt x="98" y="92"/>
                  <a:pt x="98" y="92"/>
                  <a:pt x="98" y="92"/>
                </a:cubicBezTo>
                <a:cubicBezTo>
                  <a:pt x="172" y="92"/>
                  <a:pt x="172" y="92"/>
                  <a:pt x="172" y="92"/>
                </a:cubicBezTo>
                <a:cubicBezTo>
                  <a:pt x="171" y="112"/>
                  <a:pt x="162" y="130"/>
                  <a:pt x="149" y="1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Freeform 31">
            <a:extLst>
              <a:ext uri="{FF2B5EF4-FFF2-40B4-BE49-F238E27FC236}">
                <a16:creationId xmlns:a16="http://schemas.microsoft.com/office/drawing/2014/main" id="{387E6C21-FE81-420B-97C1-B11437C2BDAC}"/>
              </a:ext>
            </a:extLst>
          </p:cNvPr>
          <p:cNvSpPr>
            <a:spLocks noEditPoints="1"/>
          </p:cNvSpPr>
          <p:nvPr/>
        </p:nvSpPr>
        <p:spPr bwMode="auto">
          <a:xfrm>
            <a:off x="10425252" y="4119368"/>
            <a:ext cx="254000" cy="255588"/>
          </a:xfrm>
          <a:custGeom>
            <a:avLst/>
            <a:gdLst>
              <a:gd name="T0" fmla="*/ 160 w 160"/>
              <a:gd name="T1" fmla="*/ 155 h 161"/>
              <a:gd name="T2" fmla="*/ 114 w 160"/>
              <a:gd name="T3" fmla="*/ 109 h 161"/>
              <a:gd name="T4" fmla="*/ 153 w 160"/>
              <a:gd name="T5" fmla="*/ 70 h 161"/>
              <a:gd name="T6" fmla="*/ 126 w 160"/>
              <a:gd name="T7" fmla="*/ 44 h 161"/>
              <a:gd name="T8" fmla="*/ 101 w 160"/>
              <a:gd name="T9" fmla="*/ 70 h 161"/>
              <a:gd name="T10" fmla="*/ 59 w 160"/>
              <a:gd name="T11" fmla="*/ 28 h 161"/>
              <a:gd name="T12" fmla="*/ 70 w 160"/>
              <a:gd name="T13" fmla="*/ 18 h 161"/>
              <a:gd name="T14" fmla="*/ 52 w 160"/>
              <a:gd name="T15" fmla="*/ 0 h 161"/>
              <a:gd name="T16" fmla="*/ 0 w 160"/>
              <a:gd name="T17" fmla="*/ 52 h 161"/>
              <a:gd name="T18" fmla="*/ 18 w 160"/>
              <a:gd name="T19" fmla="*/ 70 h 161"/>
              <a:gd name="T20" fmla="*/ 28 w 160"/>
              <a:gd name="T21" fmla="*/ 59 h 161"/>
              <a:gd name="T22" fmla="*/ 70 w 160"/>
              <a:gd name="T23" fmla="*/ 101 h 161"/>
              <a:gd name="T24" fmla="*/ 43 w 160"/>
              <a:gd name="T25" fmla="*/ 127 h 161"/>
              <a:gd name="T26" fmla="*/ 70 w 160"/>
              <a:gd name="T27" fmla="*/ 153 h 161"/>
              <a:gd name="T28" fmla="*/ 108 w 160"/>
              <a:gd name="T29" fmla="*/ 114 h 161"/>
              <a:gd name="T30" fmla="*/ 155 w 160"/>
              <a:gd name="T31" fmla="*/ 161 h 161"/>
              <a:gd name="T32" fmla="*/ 160 w 160"/>
              <a:gd name="T33" fmla="*/ 155 h 161"/>
              <a:gd name="T34" fmla="*/ 18 w 160"/>
              <a:gd name="T35" fmla="*/ 59 h 161"/>
              <a:gd name="T36" fmla="*/ 10 w 160"/>
              <a:gd name="T37" fmla="*/ 52 h 161"/>
              <a:gd name="T38" fmla="*/ 52 w 160"/>
              <a:gd name="T39" fmla="*/ 10 h 161"/>
              <a:gd name="T40" fmla="*/ 59 w 160"/>
              <a:gd name="T41" fmla="*/ 18 h 161"/>
              <a:gd name="T42" fmla="*/ 38 w 160"/>
              <a:gd name="T43" fmla="*/ 39 h 161"/>
              <a:gd name="T44" fmla="*/ 23 w 160"/>
              <a:gd name="T45" fmla="*/ 55 h 161"/>
              <a:gd name="T46" fmla="*/ 23 w 160"/>
              <a:gd name="T47" fmla="*/ 55 h 161"/>
              <a:gd name="T48" fmla="*/ 18 w 160"/>
              <a:gd name="T49" fmla="*/ 59 h 161"/>
              <a:gd name="T50" fmla="*/ 33 w 160"/>
              <a:gd name="T51" fmla="*/ 55 h 161"/>
              <a:gd name="T52" fmla="*/ 54 w 160"/>
              <a:gd name="T53" fmla="*/ 34 h 161"/>
              <a:gd name="T54" fmla="*/ 95 w 160"/>
              <a:gd name="T55" fmla="*/ 75 h 161"/>
              <a:gd name="T56" fmla="*/ 79 w 160"/>
              <a:gd name="T57" fmla="*/ 91 h 161"/>
              <a:gd name="T58" fmla="*/ 74 w 160"/>
              <a:gd name="T59" fmla="*/ 96 h 161"/>
              <a:gd name="T60" fmla="*/ 33 w 160"/>
              <a:gd name="T61" fmla="*/ 55 h 161"/>
              <a:gd name="T62" fmla="*/ 54 w 160"/>
              <a:gd name="T63" fmla="*/ 127 h 161"/>
              <a:gd name="T64" fmla="*/ 74 w 160"/>
              <a:gd name="T65" fmla="*/ 106 h 161"/>
              <a:gd name="T66" fmla="*/ 74 w 160"/>
              <a:gd name="T67" fmla="*/ 106 h 161"/>
              <a:gd name="T68" fmla="*/ 92 w 160"/>
              <a:gd name="T69" fmla="*/ 89 h 161"/>
              <a:gd name="T70" fmla="*/ 126 w 160"/>
              <a:gd name="T71" fmla="*/ 55 h 161"/>
              <a:gd name="T72" fmla="*/ 142 w 160"/>
              <a:gd name="T73" fmla="*/ 70 h 161"/>
              <a:gd name="T74" fmla="*/ 70 w 160"/>
              <a:gd name="T75" fmla="*/ 142 h 161"/>
              <a:gd name="T76" fmla="*/ 54 w 160"/>
              <a:gd name="T77" fmla="*/ 127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60" h="161">
                <a:moveTo>
                  <a:pt x="160" y="155"/>
                </a:moveTo>
                <a:lnTo>
                  <a:pt x="114" y="109"/>
                </a:lnTo>
                <a:lnTo>
                  <a:pt x="153" y="70"/>
                </a:lnTo>
                <a:lnTo>
                  <a:pt x="126" y="44"/>
                </a:lnTo>
                <a:lnTo>
                  <a:pt x="101" y="70"/>
                </a:lnTo>
                <a:lnTo>
                  <a:pt x="59" y="28"/>
                </a:lnTo>
                <a:lnTo>
                  <a:pt x="70" y="18"/>
                </a:lnTo>
                <a:lnTo>
                  <a:pt x="52" y="0"/>
                </a:lnTo>
                <a:lnTo>
                  <a:pt x="0" y="52"/>
                </a:lnTo>
                <a:lnTo>
                  <a:pt x="18" y="70"/>
                </a:lnTo>
                <a:lnTo>
                  <a:pt x="28" y="59"/>
                </a:lnTo>
                <a:lnTo>
                  <a:pt x="70" y="101"/>
                </a:lnTo>
                <a:lnTo>
                  <a:pt x="43" y="127"/>
                </a:lnTo>
                <a:lnTo>
                  <a:pt x="70" y="153"/>
                </a:lnTo>
                <a:lnTo>
                  <a:pt x="108" y="114"/>
                </a:lnTo>
                <a:lnTo>
                  <a:pt x="155" y="161"/>
                </a:lnTo>
                <a:lnTo>
                  <a:pt x="160" y="155"/>
                </a:lnTo>
                <a:close/>
                <a:moveTo>
                  <a:pt x="18" y="59"/>
                </a:moveTo>
                <a:lnTo>
                  <a:pt x="10" y="52"/>
                </a:lnTo>
                <a:lnTo>
                  <a:pt x="52" y="10"/>
                </a:lnTo>
                <a:lnTo>
                  <a:pt x="59" y="18"/>
                </a:lnTo>
                <a:lnTo>
                  <a:pt x="38" y="39"/>
                </a:lnTo>
                <a:lnTo>
                  <a:pt x="23" y="55"/>
                </a:lnTo>
                <a:lnTo>
                  <a:pt x="23" y="55"/>
                </a:lnTo>
                <a:lnTo>
                  <a:pt x="18" y="59"/>
                </a:lnTo>
                <a:close/>
                <a:moveTo>
                  <a:pt x="33" y="55"/>
                </a:moveTo>
                <a:lnTo>
                  <a:pt x="54" y="34"/>
                </a:lnTo>
                <a:lnTo>
                  <a:pt x="95" y="75"/>
                </a:lnTo>
                <a:lnTo>
                  <a:pt x="79" y="91"/>
                </a:lnTo>
                <a:lnTo>
                  <a:pt x="74" y="96"/>
                </a:lnTo>
                <a:lnTo>
                  <a:pt x="33" y="55"/>
                </a:lnTo>
                <a:close/>
                <a:moveTo>
                  <a:pt x="54" y="127"/>
                </a:moveTo>
                <a:lnTo>
                  <a:pt x="74" y="106"/>
                </a:lnTo>
                <a:lnTo>
                  <a:pt x="74" y="106"/>
                </a:lnTo>
                <a:lnTo>
                  <a:pt x="92" y="89"/>
                </a:lnTo>
                <a:lnTo>
                  <a:pt x="126" y="55"/>
                </a:lnTo>
                <a:lnTo>
                  <a:pt x="142" y="70"/>
                </a:lnTo>
                <a:lnTo>
                  <a:pt x="70" y="142"/>
                </a:lnTo>
                <a:lnTo>
                  <a:pt x="54" y="1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Freeform 34">
            <a:extLst>
              <a:ext uri="{FF2B5EF4-FFF2-40B4-BE49-F238E27FC236}">
                <a16:creationId xmlns:a16="http://schemas.microsoft.com/office/drawing/2014/main" id="{56DA846E-40B6-401C-83F7-E0DDB87C8533}"/>
              </a:ext>
            </a:extLst>
          </p:cNvPr>
          <p:cNvSpPr>
            <a:spLocks noEditPoints="1"/>
          </p:cNvSpPr>
          <p:nvPr/>
        </p:nvSpPr>
        <p:spPr bwMode="auto">
          <a:xfrm>
            <a:off x="3282590" y="4107462"/>
            <a:ext cx="271463" cy="279400"/>
          </a:xfrm>
          <a:custGeom>
            <a:avLst/>
            <a:gdLst>
              <a:gd name="T0" fmla="*/ 94 w 188"/>
              <a:gd name="T1" fmla="*/ 96 h 192"/>
              <a:gd name="T2" fmla="*/ 188 w 188"/>
              <a:gd name="T3" fmla="*/ 48 h 192"/>
              <a:gd name="T4" fmla="*/ 94 w 188"/>
              <a:gd name="T5" fmla="*/ 0 h 192"/>
              <a:gd name="T6" fmla="*/ 0 w 188"/>
              <a:gd name="T7" fmla="*/ 48 h 192"/>
              <a:gd name="T8" fmla="*/ 94 w 188"/>
              <a:gd name="T9" fmla="*/ 96 h 192"/>
              <a:gd name="T10" fmla="*/ 94 w 188"/>
              <a:gd name="T11" fmla="*/ 8 h 192"/>
              <a:gd name="T12" fmla="*/ 180 w 188"/>
              <a:gd name="T13" fmla="*/ 48 h 192"/>
              <a:gd name="T14" fmla="*/ 94 w 188"/>
              <a:gd name="T15" fmla="*/ 88 h 192"/>
              <a:gd name="T16" fmla="*/ 8 w 188"/>
              <a:gd name="T17" fmla="*/ 48 h 192"/>
              <a:gd name="T18" fmla="*/ 94 w 188"/>
              <a:gd name="T19" fmla="*/ 8 h 192"/>
              <a:gd name="T20" fmla="*/ 94 w 188"/>
              <a:gd name="T21" fmla="*/ 120 h 192"/>
              <a:gd name="T22" fmla="*/ 8 w 188"/>
              <a:gd name="T23" fmla="*/ 80 h 192"/>
              <a:gd name="T24" fmla="*/ 0 w 188"/>
              <a:gd name="T25" fmla="*/ 80 h 192"/>
              <a:gd name="T26" fmla="*/ 94 w 188"/>
              <a:gd name="T27" fmla="*/ 128 h 192"/>
              <a:gd name="T28" fmla="*/ 188 w 188"/>
              <a:gd name="T29" fmla="*/ 80 h 192"/>
              <a:gd name="T30" fmla="*/ 180 w 188"/>
              <a:gd name="T31" fmla="*/ 80 h 192"/>
              <a:gd name="T32" fmla="*/ 94 w 188"/>
              <a:gd name="T33" fmla="*/ 120 h 192"/>
              <a:gd name="T34" fmla="*/ 94 w 188"/>
              <a:gd name="T35" fmla="*/ 152 h 192"/>
              <a:gd name="T36" fmla="*/ 8 w 188"/>
              <a:gd name="T37" fmla="*/ 112 h 192"/>
              <a:gd name="T38" fmla="*/ 0 w 188"/>
              <a:gd name="T39" fmla="*/ 112 h 192"/>
              <a:gd name="T40" fmla="*/ 94 w 188"/>
              <a:gd name="T41" fmla="*/ 160 h 192"/>
              <a:gd name="T42" fmla="*/ 188 w 188"/>
              <a:gd name="T43" fmla="*/ 112 h 192"/>
              <a:gd name="T44" fmla="*/ 180 w 188"/>
              <a:gd name="T45" fmla="*/ 112 h 192"/>
              <a:gd name="T46" fmla="*/ 94 w 188"/>
              <a:gd name="T47" fmla="*/ 152 h 192"/>
              <a:gd name="T48" fmla="*/ 94 w 188"/>
              <a:gd name="T49" fmla="*/ 184 h 192"/>
              <a:gd name="T50" fmla="*/ 8 w 188"/>
              <a:gd name="T51" fmla="*/ 144 h 192"/>
              <a:gd name="T52" fmla="*/ 0 w 188"/>
              <a:gd name="T53" fmla="*/ 144 h 192"/>
              <a:gd name="T54" fmla="*/ 94 w 188"/>
              <a:gd name="T55" fmla="*/ 192 h 192"/>
              <a:gd name="T56" fmla="*/ 188 w 188"/>
              <a:gd name="T57" fmla="*/ 144 h 192"/>
              <a:gd name="T58" fmla="*/ 180 w 188"/>
              <a:gd name="T59" fmla="*/ 144 h 192"/>
              <a:gd name="T60" fmla="*/ 94 w 188"/>
              <a:gd name="T61" fmla="*/ 184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88" h="192">
                <a:moveTo>
                  <a:pt x="94" y="96"/>
                </a:moveTo>
                <a:cubicBezTo>
                  <a:pt x="147" y="96"/>
                  <a:pt x="188" y="75"/>
                  <a:pt x="188" y="48"/>
                </a:cubicBezTo>
                <a:cubicBezTo>
                  <a:pt x="188" y="21"/>
                  <a:pt x="147" y="0"/>
                  <a:pt x="94" y="0"/>
                </a:cubicBezTo>
                <a:cubicBezTo>
                  <a:pt x="41" y="0"/>
                  <a:pt x="0" y="21"/>
                  <a:pt x="0" y="48"/>
                </a:cubicBezTo>
                <a:cubicBezTo>
                  <a:pt x="0" y="75"/>
                  <a:pt x="41" y="96"/>
                  <a:pt x="94" y="96"/>
                </a:cubicBezTo>
                <a:close/>
                <a:moveTo>
                  <a:pt x="94" y="8"/>
                </a:moveTo>
                <a:cubicBezTo>
                  <a:pt x="141" y="8"/>
                  <a:pt x="180" y="26"/>
                  <a:pt x="180" y="48"/>
                </a:cubicBezTo>
                <a:cubicBezTo>
                  <a:pt x="180" y="70"/>
                  <a:pt x="141" y="88"/>
                  <a:pt x="94" y="88"/>
                </a:cubicBezTo>
                <a:cubicBezTo>
                  <a:pt x="47" y="88"/>
                  <a:pt x="8" y="70"/>
                  <a:pt x="8" y="48"/>
                </a:cubicBezTo>
                <a:cubicBezTo>
                  <a:pt x="8" y="26"/>
                  <a:pt x="47" y="8"/>
                  <a:pt x="94" y="8"/>
                </a:cubicBezTo>
                <a:close/>
                <a:moveTo>
                  <a:pt x="94" y="120"/>
                </a:moveTo>
                <a:cubicBezTo>
                  <a:pt x="47" y="120"/>
                  <a:pt x="8" y="102"/>
                  <a:pt x="8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07"/>
                  <a:pt x="41" y="128"/>
                  <a:pt x="94" y="128"/>
                </a:cubicBezTo>
                <a:cubicBezTo>
                  <a:pt x="147" y="128"/>
                  <a:pt x="188" y="107"/>
                  <a:pt x="188" y="80"/>
                </a:cubicBezTo>
                <a:cubicBezTo>
                  <a:pt x="180" y="80"/>
                  <a:pt x="180" y="80"/>
                  <a:pt x="180" y="80"/>
                </a:cubicBezTo>
                <a:cubicBezTo>
                  <a:pt x="180" y="102"/>
                  <a:pt x="141" y="120"/>
                  <a:pt x="94" y="120"/>
                </a:cubicBezTo>
                <a:close/>
                <a:moveTo>
                  <a:pt x="94" y="152"/>
                </a:moveTo>
                <a:cubicBezTo>
                  <a:pt x="47" y="152"/>
                  <a:pt x="8" y="134"/>
                  <a:pt x="8" y="11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9"/>
                  <a:pt x="41" y="160"/>
                  <a:pt x="94" y="160"/>
                </a:cubicBezTo>
                <a:cubicBezTo>
                  <a:pt x="147" y="160"/>
                  <a:pt x="188" y="139"/>
                  <a:pt x="188" y="112"/>
                </a:cubicBezTo>
                <a:cubicBezTo>
                  <a:pt x="180" y="112"/>
                  <a:pt x="180" y="112"/>
                  <a:pt x="180" y="112"/>
                </a:cubicBezTo>
                <a:cubicBezTo>
                  <a:pt x="180" y="134"/>
                  <a:pt x="141" y="152"/>
                  <a:pt x="94" y="152"/>
                </a:cubicBezTo>
                <a:close/>
                <a:moveTo>
                  <a:pt x="94" y="184"/>
                </a:moveTo>
                <a:cubicBezTo>
                  <a:pt x="47" y="184"/>
                  <a:pt x="8" y="166"/>
                  <a:pt x="8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171"/>
                  <a:pt x="41" y="192"/>
                  <a:pt x="94" y="192"/>
                </a:cubicBezTo>
                <a:cubicBezTo>
                  <a:pt x="147" y="192"/>
                  <a:pt x="188" y="171"/>
                  <a:pt x="188" y="144"/>
                </a:cubicBezTo>
                <a:cubicBezTo>
                  <a:pt x="180" y="144"/>
                  <a:pt x="180" y="144"/>
                  <a:pt x="180" y="144"/>
                </a:cubicBezTo>
                <a:cubicBezTo>
                  <a:pt x="180" y="166"/>
                  <a:pt x="141" y="184"/>
                  <a:pt x="94" y="18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Freeform 43">
            <a:extLst>
              <a:ext uri="{FF2B5EF4-FFF2-40B4-BE49-F238E27FC236}">
                <a16:creationId xmlns:a16="http://schemas.microsoft.com/office/drawing/2014/main" id="{0696778C-1269-4B1A-A7CA-72AD11FE5CC2}"/>
              </a:ext>
            </a:extLst>
          </p:cNvPr>
          <p:cNvSpPr>
            <a:spLocks noEditPoints="1"/>
          </p:cNvSpPr>
          <p:nvPr/>
        </p:nvSpPr>
        <p:spPr bwMode="auto">
          <a:xfrm>
            <a:off x="8556130" y="3268465"/>
            <a:ext cx="425110" cy="361660"/>
          </a:xfrm>
          <a:custGeom>
            <a:avLst/>
            <a:gdLst>
              <a:gd name="T0" fmla="*/ 193 w 221"/>
              <a:gd name="T1" fmla="*/ 102 h 187"/>
              <a:gd name="T2" fmla="*/ 221 w 221"/>
              <a:gd name="T3" fmla="*/ 74 h 187"/>
              <a:gd name="T4" fmla="*/ 147 w 221"/>
              <a:gd name="T5" fmla="*/ 0 h 187"/>
              <a:gd name="T6" fmla="*/ 119 w 221"/>
              <a:gd name="T7" fmla="*/ 29 h 187"/>
              <a:gd name="T8" fmla="*/ 125 w 221"/>
              <a:gd name="T9" fmla="*/ 34 h 187"/>
              <a:gd name="T10" fmla="*/ 114 w 221"/>
              <a:gd name="T11" fmla="*/ 46 h 187"/>
              <a:gd name="T12" fmla="*/ 102 w 221"/>
              <a:gd name="T13" fmla="*/ 34 h 187"/>
              <a:gd name="T14" fmla="*/ 108 w 221"/>
              <a:gd name="T15" fmla="*/ 29 h 187"/>
              <a:gd name="T16" fmla="*/ 80 w 221"/>
              <a:gd name="T17" fmla="*/ 0 h 187"/>
              <a:gd name="T18" fmla="*/ 0 w 221"/>
              <a:gd name="T19" fmla="*/ 80 h 187"/>
              <a:gd name="T20" fmla="*/ 29 w 221"/>
              <a:gd name="T21" fmla="*/ 108 h 187"/>
              <a:gd name="T22" fmla="*/ 34 w 221"/>
              <a:gd name="T23" fmla="*/ 102 h 187"/>
              <a:gd name="T24" fmla="*/ 119 w 221"/>
              <a:gd name="T25" fmla="*/ 187 h 187"/>
              <a:gd name="T26" fmla="*/ 187 w 221"/>
              <a:gd name="T27" fmla="*/ 119 h 187"/>
              <a:gd name="T28" fmla="*/ 176 w 221"/>
              <a:gd name="T29" fmla="*/ 108 h 187"/>
              <a:gd name="T30" fmla="*/ 187 w 221"/>
              <a:gd name="T31" fmla="*/ 96 h 187"/>
              <a:gd name="T32" fmla="*/ 193 w 221"/>
              <a:gd name="T33" fmla="*/ 102 h 187"/>
              <a:gd name="T34" fmla="*/ 12 w 221"/>
              <a:gd name="T35" fmla="*/ 80 h 187"/>
              <a:gd name="T36" fmla="*/ 80 w 221"/>
              <a:gd name="T37" fmla="*/ 12 h 187"/>
              <a:gd name="T38" fmla="*/ 97 w 221"/>
              <a:gd name="T39" fmla="*/ 29 h 187"/>
              <a:gd name="T40" fmla="*/ 29 w 221"/>
              <a:gd name="T41" fmla="*/ 96 h 187"/>
              <a:gd name="T42" fmla="*/ 12 w 221"/>
              <a:gd name="T43" fmla="*/ 80 h 187"/>
              <a:gd name="T44" fmla="*/ 167 w 221"/>
              <a:gd name="T45" fmla="*/ 128 h 187"/>
              <a:gd name="T46" fmla="*/ 142 w 221"/>
              <a:gd name="T47" fmla="*/ 102 h 187"/>
              <a:gd name="T48" fmla="*/ 136 w 221"/>
              <a:gd name="T49" fmla="*/ 102 h 187"/>
              <a:gd name="T50" fmla="*/ 136 w 221"/>
              <a:gd name="T51" fmla="*/ 108 h 187"/>
              <a:gd name="T52" fmla="*/ 162 w 221"/>
              <a:gd name="T53" fmla="*/ 133 h 187"/>
              <a:gd name="T54" fmla="*/ 150 w 221"/>
              <a:gd name="T55" fmla="*/ 145 h 187"/>
              <a:gd name="T56" fmla="*/ 125 w 221"/>
              <a:gd name="T57" fmla="*/ 119 h 187"/>
              <a:gd name="T58" fmla="*/ 119 w 221"/>
              <a:gd name="T59" fmla="*/ 119 h 187"/>
              <a:gd name="T60" fmla="*/ 119 w 221"/>
              <a:gd name="T61" fmla="*/ 125 h 187"/>
              <a:gd name="T62" fmla="*/ 145 w 221"/>
              <a:gd name="T63" fmla="*/ 150 h 187"/>
              <a:gd name="T64" fmla="*/ 145 w 221"/>
              <a:gd name="T65" fmla="*/ 150 h 187"/>
              <a:gd name="T66" fmla="*/ 133 w 221"/>
              <a:gd name="T67" fmla="*/ 162 h 187"/>
              <a:gd name="T68" fmla="*/ 108 w 221"/>
              <a:gd name="T69" fmla="*/ 136 h 187"/>
              <a:gd name="T70" fmla="*/ 102 w 221"/>
              <a:gd name="T71" fmla="*/ 136 h 187"/>
              <a:gd name="T72" fmla="*/ 102 w 221"/>
              <a:gd name="T73" fmla="*/ 142 h 187"/>
              <a:gd name="T74" fmla="*/ 128 w 221"/>
              <a:gd name="T75" fmla="*/ 167 h 187"/>
              <a:gd name="T76" fmla="*/ 128 w 221"/>
              <a:gd name="T77" fmla="*/ 167 h 187"/>
              <a:gd name="T78" fmla="*/ 119 w 221"/>
              <a:gd name="T79" fmla="*/ 176 h 187"/>
              <a:gd name="T80" fmla="*/ 40 w 221"/>
              <a:gd name="T81" fmla="*/ 96 h 187"/>
              <a:gd name="T82" fmla="*/ 97 w 221"/>
              <a:gd name="T83" fmla="*/ 40 h 187"/>
              <a:gd name="T84" fmla="*/ 108 w 221"/>
              <a:gd name="T85" fmla="*/ 51 h 187"/>
              <a:gd name="T86" fmla="*/ 77 w 221"/>
              <a:gd name="T87" fmla="*/ 82 h 187"/>
              <a:gd name="T88" fmla="*/ 99 w 221"/>
              <a:gd name="T89" fmla="*/ 105 h 187"/>
              <a:gd name="T90" fmla="*/ 130 w 221"/>
              <a:gd name="T91" fmla="*/ 74 h 187"/>
              <a:gd name="T92" fmla="*/ 176 w 221"/>
              <a:gd name="T93" fmla="*/ 119 h 187"/>
              <a:gd name="T94" fmla="*/ 167 w 221"/>
              <a:gd name="T95" fmla="*/ 128 h 187"/>
              <a:gd name="T96" fmla="*/ 170 w 221"/>
              <a:gd name="T97" fmla="*/ 102 h 187"/>
              <a:gd name="T98" fmla="*/ 133 w 221"/>
              <a:gd name="T99" fmla="*/ 65 h 187"/>
              <a:gd name="T100" fmla="*/ 128 w 221"/>
              <a:gd name="T101" fmla="*/ 65 h 187"/>
              <a:gd name="T102" fmla="*/ 99 w 221"/>
              <a:gd name="T103" fmla="*/ 94 h 187"/>
              <a:gd name="T104" fmla="*/ 88 w 221"/>
              <a:gd name="T105" fmla="*/ 82 h 187"/>
              <a:gd name="T106" fmla="*/ 116 w 221"/>
              <a:gd name="T107" fmla="*/ 54 h 187"/>
              <a:gd name="T108" fmla="*/ 130 w 221"/>
              <a:gd name="T109" fmla="*/ 40 h 187"/>
              <a:gd name="T110" fmla="*/ 181 w 221"/>
              <a:gd name="T111" fmla="*/ 91 h 187"/>
              <a:gd name="T112" fmla="*/ 170 w 221"/>
              <a:gd name="T113" fmla="*/ 102 h 187"/>
              <a:gd name="T114" fmla="*/ 147 w 221"/>
              <a:gd name="T115" fmla="*/ 12 h 187"/>
              <a:gd name="T116" fmla="*/ 210 w 221"/>
              <a:gd name="T117" fmla="*/ 74 h 187"/>
              <a:gd name="T118" fmla="*/ 193 w 221"/>
              <a:gd name="T119" fmla="*/ 91 h 187"/>
              <a:gd name="T120" fmla="*/ 130 w 221"/>
              <a:gd name="T121" fmla="*/ 29 h 187"/>
              <a:gd name="T122" fmla="*/ 147 w 221"/>
              <a:gd name="T123" fmla="*/ 12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1" h="187">
                <a:moveTo>
                  <a:pt x="193" y="102"/>
                </a:moveTo>
                <a:cubicBezTo>
                  <a:pt x="221" y="74"/>
                  <a:pt x="221" y="74"/>
                  <a:pt x="221" y="74"/>
                </a:cubicBezTo>
                <a:cubicBezTo>
                  <a:pt x="147" y="0"/>
                  <a:pt x="147" y="0"/>
                  <a:pt x="147" y="0"/>
                </a:cubicBezTo>
                <a:cubicBezTo>
                  <a:pt x="119" y="29"/>
                  <a:pt x="119" y="29"/>
                  <a:pt x="119" y="29"/>
                </a:cubicBezTo>
                <a:cubicBezTo>
                  <a:pt x="125" y="34"/>
                  <a:pt x="125" y="34"/>
                  <a:pt x="125" y="34"/>
                </a:cubicBezTo>
                <a:cubicBezTo>
                  <a:pt x="114" y="46"/>
                  <a:pt x="114" y="46"/>
                  <a:pt x="114" y="46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8" y="29"/>
                  <a:pt x="108" y="29"/>
                  <a:pt x="108" y="29"/>
                </a:cubicBezTo>
                <a:cubicBezTo>
                  <a:pt x="80" y="0"/>
                  <a:pt x="80" y="0"/>
                  <a:pt x="80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29" y="108"/>
                  <a:pt x="29" y="108"/>
                  <a:pt x="29" y="108"/>
                </a:cubicBezTo>
                <a:cubicBezTo>
                  <a:pt x="34" y="102"/>
                  <a:pt x="34" y="102"/>
                  <a:pt x="34" y="102"/>
                </a:cubicBezTo>
                <a:cubicBezTo>
                  <a:pt x="119" y="187"/>
                  <a:pt x="119" y="187"/>
                  <a:pt x="119" y="187"/>
                </a:cubicBezTo>
                <a:cubicBezTo>
                  <a:pt x="187" y="119"/>
                  <a:pt x="187" y="119"/>
                  <a:pt x="187" y="119"/>
                </a:cubicBezTo>
                <a:cubicBezTo>
                  <a:pt x="176" y="108"/>
                  <a:pt x="176" y="108"/>
                  <a:pt x="176" y="108"/>
                </a:cubicBezTo>
                <a:cubicBezTo>
                  <a:pt x="187" y="96"/>
                  <a:pt x="187" y="96"/>
                  <a:pt x="187" y="96"/>
                </a:cubicBezTo>
                <a:lnTo>
                  <a:pt x="193" y="102"/>
                </a:lnTo>
                <a:close/>
                <a:moveTo>
                  <a:pt x="12" y="80"/>
                </a:moveTo>
                <a:cubicBezTo>
                  <a:pt x="80" y="12"/>
                  <a:pt x="80" y="12"/>
                  <a:pt x="80" y="12"/>
                </a:cubicBezTo>
                <a:cubicBezTo>
                  <a:pt x="97" y="29"/>
                  <a:pt x="97" y="29"/>
                  <a:pt x="97" y="29"/>
                </a:cubicBezTo>
                <a:cubicBezTo>
                  <a:pt x="29" y="96"/>
                  <a:pt x="29" y="96"/>
                  <a:pt x="29" y="96"/>
                </a:cubicBezTo>
                <a:lnTo>
                  <a:pt x="12" y="80"/>
                </a:lnTo>
                <a:close/>
                <a:moveTo>
                  <a:pt x="167" y="128"/>
                </a:moveTo>
                <a:cubicBezTo>
                  <a:pt x="142" y="102"/>
                  <a:pt x="142" y="102"/>
                  <a:pt x="142" y="102"/>
                </a:cubicBezTo>
                <a:cubicBezTo>
                  <a:pt x="140" y="101"/>
                  <a:pt x="138" y="101"/>
                  <a:pt x="136" y="102"/>
                </a:cubicBezTo>
                <a:cubicBezTo>
                  <a:pt x="135" y="104"/>
                  <a:pt x="135" y="106"/>
                  <a:pt x="136" y="108"/>
                </a:cubicBezTo>
                <a:cubicBezTo>
                  <a:pt x="162" y="133"/>
                  <a:pt x="162" y="133"/>
                  <a:pt x="162" y="133"/>
                </a:cubicBezTo>
                <a:cubicBezTo>
                  <a:pt x="150" y="145"/>
                  <a:pt x="150" y="145"/>
                  <a:pt x="150" y="145"/>
                </a:cubicBezTo>
                <a:cubicBezTo>
                  <a:pt x="125" y="119"/>
                  <a:pt x="125" y="119"/>
                  <a:pt x="125" y="119"/>
                </a:cubicBezTo>
                <a:cubicBezTo>
                  <a:pt x="123" y="118"/>
                  <a:pt x="121" y="118"/>
                  <a:pt x="119" y="119"/>
                </a:cubicBezTo>
                <a:cubicBezTo>
                  <a:pt x="118" y="121"/>
                  <a:pt x="118" y="123"/>
                  <a:pt x="119" y="125"/>
                </a:cubicBezTo>
                <a:cubicBezTo>
                  <a:pt x="145" y="150"/>
                  <a:pt x="145" y="150"/>
                  <a:pt x="145" y="150"/>
                </a:cubicBezTo>
                <a:cubicBezTo>
                  <a:pt x="145" y="150"/>
                  <a:pt x="145" y="150"/>
                  <a:pt x="145" y="150"/>
                </a:cubicBezTo>
                <a:cubicBezTo>
                  <a:pt x="133" y="162"/>
                  <a:pt x="133" y="162"/>
                  <a:pt x="133" y="162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06" y="135"/>
                  <a:pt x="104" y="135"/>
                  <a:pt x="102" y="136"/>
                </a:cubicBezTo>
                <a:cubicBezTo>
                  <a:pt x="101" y="138"/>
                  <a:pt x="101" y="140"/>
                  <a:pt x="102" y="142"/>
                </a:cubicBezTo>
                <a:cubicBezTo>
                  <a:pt x="128" y="167"/>
                  <a:pt x="128" y="167"/>
                  <a:pt x="128" y="167"/>
                </a:cubicBezTo>
                <a:cubicBezTo>
                  <a:pt x="128" y="167"/>
                  <a:pt x="128" y="167"/>
                  <a:pt x="128" y="167"/>
                </a:cubicBezTo>
                <a:cubicBezTo>
                  <a:pt x="119" y="176"/>
                  <a:pt x="119" y="176"/>
                  <a:pt x="119" y="176"/>
                </a:cubicBezTo>
                <a:cubicBezTo>
                  <a:pt x="40" y="96"/>
                  <a:pt x="40" y="96"/>
                  <a:pt x="40" y="96"/>
                </a:cubicBezTo>
                <a:cubicBezTo>
                  <a:pt x="97" y="40"/>
                  <a:pt x="97" y="40"/>
                  <a:pt x="97" y="40"/>
                </a:cubicBezTo>
                <a:cubicBezTo>
                  <a:pt x="108" y="51"/>
                  <a:pt x="108" y="51"/>
                  <a:pt x="108" y="51"/>
                </a:cubicBezTo>
                <a:cubicBezTo>
                  <a:pt x="77" y="82"/>
                  <a:pt x="77" y="82"/>
                  <a:pt x="77" y="82"/>
                </a:cubicBezTo>
                <a:cubicBezTo>
                  <a:pt x="99" y="105"/>
                  <a:pt x="99" y="105"/>
                  <a:pt x="99" y="105"/>
                </a:cubicBezTo>
                <a:cubicBezTo>
                  <a:pt x="130" y="74"/>
                  <a:pt x="130" y="74"/>
                  <a:pt x="130" y="74"/>
                </a:cubicBezTo>
                <a:cubicBezTo>
                  <a:pt x="176" y="119"/>
                  <a:pt x="176" y="119"/>
                  <a:pt x="176" y="119"/>
                </a:cubicBezTo>
                <a:lnTo>
                  <a:pt x="167" y="128"/>
                </a:lnTo>
                <a:close/>
                <a:moveTo>
                  <a:pt x="170" y="102"/>
                </a:moveTo>
                <a:cubicBezTo>
                  <a:pt x="133" y="65"/>
                  <a:pt x="133" y="65"/>
                  <a:pt x="133" y="65"/>
                </a:cubicBezTo>
                <a:cubicBezTo>
                  <a:pt x="132" y="64"/>
                  <a:pt x="129" y="64"/>
                  <a:pt x="128" y="65"/>
                </a:cubicBezTo>
                <a:cubicBezTo>
                  <a:pt x="99" y="94"/>
                  <a:pt x="99" y="94"/>
                  <a:pt x="99" y="94"/>
                </a:cubicBezTo>
                <a:cubicBezTo>
                  <a:pt x="88" y="82"/>
                  <a:pt x="88" y="82"/>
                  <a:pt x="88" y="82"/>
                </a:cubicBezTo>
                <a:cubicBezTo>
                  <a:pt x="116" y="54"/>
                  <a:pt x="116" y="54"/>
                  <a:pt x="116" y="54"/>
                </a:cubicBezTo>
                <a:cubicBezTo>
                  <a:pt x="130" y="40"/>
                  <a:pt x="130" y="40"/>
                  <a:pt x="130" y="40"/>
                </a:cubicBezTo>
                <a:cubicBezTo>
                  <a:pt x="181" y="91"/>
                  <a:pt x="181" y="91"/>
                  <a:pt x="181" y="91"/>
                </a:cubicBezTo>
                <a:lnTo>
                  <a:pt x="170" y="102"/>
                </a:lnTo>
                <a:close/>
                <a:moveTo>
                  <a:pt x="147" y="12"/>
                </a:moveTo>
                <a:cubicBezTo>
                  <a:pt x="210" y="74"/>
                  <a:pt x="210" y="74"/>
                  <a:pt x="210" y="74"/>
                </a:cubicBezTo>
                <a:cubicBezTo>
                  <a:pt x="193" y="91"/>
                  <a:pt x="193" y="91"/>
                  <a:pt x="193" y="91"/>
                </a:cubicBezTo>
                <a:cubicBezTo>
                  <a:pt x="130" y="29"/>
                  <a:pt x="130" y="29"/>
                  <a:pt x="130" y="29"/>
                </a:cubicBezTo>
                <a:lnTo>
                  <a:pt x="147" y="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6" name="Freeform 59">
            <a:extLst>
              <a:ext uri="{FF2B5EF4-FFF2-40B4-BE49-F238E27FC236}">
                <a16:creationId xmlns:a16="http://schemas.microsoft.com/office/drawing/2014/main" id="{DA4F34CB-8951-4D17-A437-0752A0BE6DFA}"/>
              </a:ext>
            </a:extLst>
          </p:cNvPr>
          <p:cNvSpPr>
            <a:spLocks noEditPoints="1"/>
          </p:cNvSpPr>
          <p:nvPr/>
        </p:nvSpPr>
        <p:spPr bwMode="auto">
          <a:xfrm>
            <a:off x="4993550" y="3252536"/>
            <a:ext cx="416650" cy="393384"/>
          </a:xfrm>
          <a:custGeom>
            <a:avLst/>
            <a:gdLst>
              <a:gd name="T0" fmla="*/ 216 w 216"/>
              <a:gd name="T1" fmla="*/ 44 h 204"/>
              <a:gd name="T2" fmla="*/ 203 w 216"/>
              <a:gd name="T3" fmla="*/ 32 h 204"/>
              <a:gd name="T4" fmla="*/ 13 w 216"/>
              <a:gd name="T5" fmla="*/ 32 h 204"/>
              <a:gd name="T6" fmla="*/ 0 w 216"/>
              <a:gd name="T7" fmla="*/ 44 h 204"/>
              <a:gd name="T8" fmla="*/ 0 w 216"/>
              <a:gd name="T9" fmla="*/ 78 h 204"/>
              <a:gd name="T10" fmla="*/ 0 w 216"/>
              <a:gd name="T11" fmla="*/ 79 h 204"/>
              <a:gd name="T12" fmla="*/ 0 w 216"/>
              <a:gd name="T13" fmla="*/ 80 h 204"/>
              <a:gd name="T14" fmla="*/ 108 w 216"/>
              <a:gd name="T15" fmla="*/ 121 h 204"/>
              <a:gd name="T16" fmla="*/ 216 w 216"/>
              <a:gd name="T17" fmla="*/ 80 h 204"/>
              <a:gd name="T18" fmla="*/ 216 w 216"/>
              <a:gd name="T19" fmla="*/ 79 h 204"/>
              <a:gd name="T20" fmla="*/ 216 w 216"/>
              <a:gd name="T21" fmla="*/ 78 h 204"/>
              <a:gd name="T22" fmla="*/ 216 w 216"/>
              <a:gd name="T23" fmla="*/ 44 h 204"/>
              <a:gd name="T24" fmla="*/ 208 w 216"/>
              <a:gd name="T25" fmla="*/ 79 h 204"/>
              <a:gd name="T26" fmla="*/ 208 w 216"/>
              <a:gd name="T27" fmla="*/ 80 h 204"/>
              <a:gd name="T28" fmla="*/ 108 w 216"/>
              <a:gd name="T29" fmla="*/ 113 h 204"/>
              <a:gd name="T30" fmla="*/ 8 w 216"/>
              <a:gd name="T31" fmla="*/ 80 h 204"/>
              <a:gd name="T32" fmla="*/ 8 w 216"/>
              <a:gd name="T33" fmla="*/ 79 h 204"/>
              <a:gd name="T34" fmla="*/ 8 w 216"/>
              <a:gd name="T35" fmla="*/ 44 h 204"/>
              <a:gd name="T36" fmla="*/ 13 w 216"/>
              <a:gd name="T37" fmla="*/ 40 h 204"/>
              <a:gd name="T38" fmla="*/ 203 w 216"/>
              <a:gd name="T39" fmla="*/ 40 h 204"/>
              <a:gd name="T40" fmla="*/ 208 w 216"/>
              <a:gd name="T41" fmla="*/ 44 h 204"/>
              <a:gd name="T42" fmla="*/ 208 w 216"/>
              <a:gd name="T43" fmla="*/ 78 h 204"/>
              <a:gd name="T44" fmla="*/ 208 w 216"/>
              <a:gd name="T45" fmla="*/ 79 h 204"/>
              <a:gd name="T46" fmla="*/ 212 w 216"/>
              <a:gd name="T47" fmla="*/ 108 h 204"/>
              <a:gd name="T48" fmla="*/ 208 w 216"/>
              <a:gd name="T49" fmla="*/ 112 h 204"/>
              <a:gd name="T50" fmla="*/ 208 w 216"/>
              <a:gd name="T51" fmla="*/ 196 h 204"/>
              <a:gd name="T52" fmla="*/ 8 w 216"/>
              <a:gd name="T53" fmla="*/ 196 h 204"/>
              <a:gd name="T54" fmla="*/ 8 w 216"/>
              <a:gd name="T55" fmla="*/ 112 h 204"/>
              <a:gd name="T56" fmla="*/ 4 w 216"/>
              <a:gd name="T57" fmla="*/ 108 h 204"/>
              <a:gd name="T58" fmla="*/ 0 w 216"/>
              <a:gd name="T59" fmla="*/ 112 h 204"/>
              <a:gd name="T60" fmla="*/ 0 w 216"/>
              <a:gd name="T61" fmla="*/ 204 h 204"/>
              <a:gd name="T62" fmla="*/ 216 w 216"/>
              <a:gd name="T63" fmla="*/ 204 h 204"/>
              <a:gd name="T64" fmla="*/ 216 w 216"/>
              <a:gd name="T65" fmla="*/ 112 h 204"/>
              <a:gd name="T66" fmla="*/ 212 w 216"/>
              <a:gd name="T67" fmla="*/ 108 h 204"/>
              <a:gd name="T68" fmla="*/ 128 w 216"/>
              <a:gd name="T69" fmla="*/ 140 h 204"/>
              <a:gd name="T70" fmla="*/ 132 w 216"/>
              <a:gd name="T71" fmla="*/ 136 h 204"/>
              <a:gd name="T72" fmla="*/ 128 w 216"/>
              <a:gd name="T73" fmla="*/ 132 h 204"/>
              <a:gd name="T74" fmla="*/ 88 w 216"/>
              <a:gd name="T75" fmla="*/ 132 h 204"/>
              <a:gd name="T76" fmla="*/ 84 w 216"/>
              <a:gd name="T77" fmla="*/ 136 h 204"/>
              <a:gd name="T78" fmla="*/ 88 w 216"/>
              <a:gd name="T79" fmla="*/ 140 h 204"/>
              <a:gd name="T80" fmla="*/ 128 w 216"/>
              <a:gd name="T81" fmla="*/ 140 h 204"/>
              <a:gd name="T82" fmla="*/ 64 w 216"/>
              <a:gd name="T83" fmla="*/ 28 h 204"/>
              <a:gd name="T84" fmla="*/ 68 w 216"/>
              <a:gd name="T85" fmla="*/ 24 h 204"/>
              <a:gd name="T86" fmla="*/ 68 w 216"/>
              <a:gd name="T87" fmla="*/ 12 h 204"/>
              <a:gd name="T88" fmla="*/ 71 w 216"/>
              <a:gd name="T89" fmla="*/ 8 h 204"/>
              <a:gd name="T90" fmla="*/ 141 w 216"/>
              <a:gd name="T91" fmla="*/ 8 h 204"/>
              <a:gd name="T92" fmla="*/ 144 w 216"/>
              <a:gd name="T93" fmla="*/ 12 h 204"/>
              <a:gd name="T94" fmla="*/ 144 w 216"/>
              <a:gd name="T95" fmla="*/ 24 h 204"/>
              <a:gd name="T96" fmla="*/ 148 w 216"/>
              <a:gd name="T97" fmla="*/ 28 h 204"/>
              <a:gd name="T98" fmla="*/ 152 w 216"/>
              <a:gd name="T99" fmla="*/ 24 h 204"/>
              <a:gd name="T100" fmla="*/ 152 w 216"/>
              <a:gd name="T101" fmla="*/ 12 h 204"/>
              <a:gd name="T102" fmla="*/ 141 w 216"/>
              <a:gd name="T103" fmla="*/ 0 h 204"/>
              <a:gd name="T104" fmla="*/ 71 w 216"/>
              <a:gd name="T105" fmla="*/ 0 h 204"/>
              <a:gd name="T106" fmla="*/ 60 w 216"/>
              <a:gd name="T107" fmla="*/ 12 h 204"/>
              <a:gd name="T108" fmla="*/ 60 w 216"/>
              <a:gd name="T109" fmla="*/ 24 h 204"/>
              <a:gd name="T110" fmla="*/ 64 w 216"/>
              <a:gd name="T111" fmla="*/ 28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16" h="204">
                <a:moveTo>
                  <a:pt x="216" y="44"/>
                </a:moveTo>
                <a:cubicBezTo>
                  <a:pt x="216" y="37"/>
                  <a:pt x="211" y="32"/>
                  <a:pt x="203" y="32"/>
                </a:cubicBezTo>
                <a:cubicBezTo>
                  <a:pt x="13" y="32"/>
                  <a:pt x="13" y="32"/>
                  <a:pt x="13" y="32"/>
                </a:cubicBezTo>
                <a:cubicBezTo>
                  <a:pt x="5" y="32"/>
                  <a:pt x="0" y="37"/>
                  <a:pt x="0" y="44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78"/>
                  <a:pt x="0" y="78"/>
                  <a:pt x="0" y="79"/>
                </a:cubicBezTo>
                <a:cubicBezTo>
                  <a:pt x="0" y="79"/>
                  <a:pt x="0" y="79"/>
                  <a:pt x="0" y="80"/>
                </a:cubicBezTo>
                <a:cubicBezTo>
                  <a:pt x="0" y="103"/>
                  <a:pt x="46" y="121"/>
                  <a:pt x="108" y="121"/>
                </a:cubicBezTo>
                <a:cubicBezTo>
                  <a:pt x="170" y="121"/>
                  <a:pt x="216" y="103"/>
                  <a:pt x="216" y="80"/>
                </a:cubicBezTo>
                <a:cubicBezTo>
                  <a:pt x="216" y="79"/>
                  <a:pt x="216" y="79"/>
                  <a:pt x="216" y="79"/>
                </a:cubicBezTo>
                <a:cubicBezTo>
                  <a:pt x="216" y="78"/>
                  <a:pt x="216" y="78"/>
                  <a:pt x="216" y="78"/>
                </a:cubicBezTo>
                <a:lnTo>
                  <a:pt x="216" y="44"/>
                </a:lnTo>
                <a:close/>
                <a:moveTo>
                  <a:pt x="208" y="79"/>
                </a:moveTo>
                <a:cubicBezTo>
                  <a:pt x="208" y="79"/>
                  <a:pt x="208" y="80"/>
                  <a:pt x="208" y="80"/>
                </a:cubicBezTo>
                <a:cubicBezTo>
                  <a:pt x="208" y="95"/>
                  <a:pt x="167" y="113"/>
                  <a:pt x="108" y="113"/>
                </a:cubicBezTo>
                <a:cubicBezTo>
                  <a:pt x="49" y="113"/>
                  <a:pt x="8" y="95"/>
                  <a:pt x="8" y="80"/>
                </a:cubicBezTo>
                <a:cubicBezTo>
                  <a:pt x="8" y="80"/>
                  <a:pt x="8" y="79"/>
                  <a:pt x="8" y="79"/>
                </a:cubicBezTo>
                <a:cubicBezTo>
                  <a:pt x="8" y="44"/>
                  <a:pt x="8" y="44"/>
                  <a:pt x="8" y="44"/>
                </a:cubicBezTo>
                <a:cubicBezTo>
                  <a:pt x="8" y="41"/>
                  <a:pt x="10" y="40"/>
                  <a:pt x="13" y="40"/>
                </a:cubicBezTo>
                <a:cubicBezTo>
                  <a:pt x="203" y="40"/>
                  <a:pt x="203" y="40"/>
                  <a:pt x="203" y="40"/>
                </a:cubicBezTo>
                <a:cubicBezTo>
                  <a:pt x="206" y="40"/>
                  <a:pt x="208" y="41"/>
                  <a:pt x="208" y="44"/>
                </a:cubicBezTo>
                <a:cubicBezTo>
                  <a:pt x="208" y="78"/>
                  <a:pt x="208" y="78"/>
                  <a:pt x="208" y="78"/>
                </a:cubicBezTo>
                <a:cubicBezTo>
                  <a:pt x="208" y="79"/>
                  <a:pt x="208" y="79"/>
                  <a:pt x="208" y="79"/>
                </a:cubicBezTo>
                <a:close/>
                <a:moveTo>
                  <a:pt x="212" y="108"/>
                </a:moveTo>
                <a:cubicBezTo>
                  <a:pt x="210" y="108"/>
                  <a:pt x="208" y="110"/>
                  <a:pt x="208" y="112"/>
                </a:cubicBezTo>
                <a:cubicBezTo>
                  <a:pt x="208" y="196"/>
                  <a:pt x="208" y="196"/>
                  <a:pt x="20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8" y="112"/>
                  <a:pt x="8" y="112"/>
                  <a:pt x="8" y="112"/>
                </a:cubicBezTo>
                <a:cubicBezTo>
                  <a:pt x="8" y="110"/>
                  <a:pt x="6" y="108"/>
                  <a:pt x="4" y="108"/>
                </a:cubicBezTo>
                <a:cubicBezTo>
                  <a:pt x="2" y="108"/>
                  <a:pt x="0" y="110"/>
                  <a:pt x="0" y="112"/>
                </a:cubicBezTo>
                <a:cubicBezTo>
                  <a:pt x="0" y="204"/>
                  <a:pt x="0" y="204"/>
                  <a:pt x="0" y="204"/>
                </a:cubicBezTo>
                <a:cubicBezTo>
                  <a:pt x="216" y="204"/>
                  <a:pt x="216" y="204"/>
                  <a:pt x="216" y="204"/>
                </a:cubicBezTo>
                <a:cubicBezTo>
                  <a:pt x="216" y="112"/>
                  <a:pt x="216" y="112"/>
                  <a:pt x="216" y="112"/>
                </a:cubicBezTo>
                <a:cubicBezTo>
                  <a:pt x="216" y="110"/>
                  <a:pt x="214" y="108"/>
                  <a:pt x="212" y="108"/>
                </a:cubicBezTo>
                <a:close/>
                <a:moveTo>
                  <a:pt x="128" y="140"/>
                </a:moveTo>
                <a:cubicBezTo>
                  <a:pt x="130" y="140"/>
                  <a:pt x="132" y="138"/>
                  <a:pt x="132" y="136"/>
                </a:cubicBezTo>
                <a:cubicBezTo>
                  <a:pt x="132" y="134"/>
                  <a:pt x="130" y="132"/>
                  <a:pt x="128" y="132"/>
                </a:cubicBezTo>
                <a:cubicBezTo>
                  <a:pt x="88" y="132"/>
                  <a:pt x="88" y="132"/>
                  <a:pt x="88" y="132"/>
                </a:cubicBezTo>
                <a:cubicBezTo>
                  <a:pt x="86" y="132"/>
                  <a:pt x="84" y="134"/>
                  <a:pt x="84" y="136"/>
                </a:cubicBezTo>
                <a:cubicBezTo>
                  <a:pt x="84" y="138"/>
                  <a:pt x="86" y="140"/>
                  <a:pt x="88" y="140"/>
                </a:cubicBezTo>
                <a:lnTo>
                  <a:pt x="128" y="140"/>
                </a:lnTo>
                <a:close/>
                <a:moveTo>
                  <a:pt x="64" y="28"/>
                </a:moveTo>
                <a:cubicBezTo>
                  <a:pt x="66" y="28"/>
                  <a:pt x="68" y="26"/>
                  <a:pt x="68" y="24"/>
                </a:cubicBezTo>
                <a:cubicBezTo>
                  <a:pt x="68" y="12"/>
                  <a:pt x="68" y="12"/>
                  <a:pt x="68" y="12"/>
                </a:cubicBezTo>
                <a:cubicBezTo>
                  <a:pt x="68" y="10"/>
                  <a:pt x="70" y="8"/>
                  <a:pt x="71" y="8"/>
                </a:cubicBezTo>
                <a:cubicBezTo>
                  <a:pt x="141" y="8"/>
                  <a:pt x="141" y="8"/>
                  <a:pt x="141" y="8"/>
                </a:cubicBezTo>
                <a:cubicBezTo>
                  <a:pt x="142" y="8"/>
                  <a:pt x="144" y="10"/>
                  <a:pt x="144" y="12"/>
                </a:cubicBezTo>
                <a:cubicBezTo>
                  <a:pt x="144" y="24"/>
                  <a:pt x="144" y="24"/>
                  <a:pt x="144" y="24"/>
                </a:cubicBezTo>
                <a:cubicBezTo>
                  <a:pt x="144" y="26"/>
                  <a:pt x="146" y="28"/>
                  <a:pt x="148" y="28"/>
                </a:cubicBezTo>
                <a:cubicBezTo>
                  <a:pt x="150" y="28"/>
                  <a:pt x="152" y="26"/>
                  <a:pt x="152" y="24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6"/>
                  <a:pt x="147" y="0"/>
                  <a:pt x="14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65" y="0"/>
                  <a:pt x="60" y="6"/>
                  <a:pt x="60" y="12"/>
                </a:cubicBezTo>
                <a:cubicBezTo>
                  <a:pt x="60" y="24"/>
                  <a:pt x="60" y="24"/>
                  <a:pt x="60" y="24"/>
                </a:cubicBezTo>
                <a:cubicBezTo>
                  <a:pt x="60" y="26"/>
                  <a:pt x="62" y="28"/>
                  <a:pt x="64" y="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Freeform 64">
            <a:extLst>
              <a:ext uri="{FF2B5EF4-FFF2-40B4-BE49-F238E27FC236}">
                <a16:creationId xmlns:a16="http://schemas.microsoft.com/office/drawing/2014/main" id="{A2F40BBB-CA45-4CEF-B31E-1F1651CE95D6}"/>
              </a:ext>
            </a:extLst>
          </p:cNvPr>
          <p:cNvSpPr>
            <a:spLocks noEditPoints="1"/>
          </p:cNvSpPr>
          <p:nvPr/>
        </p:nvSpPr>
        <p:spPr bwMode="auto">
          <a:xfrm>
            <a:off x="6842054" y="4043106"/>
            <a:ext cx="286464" cy="408112"/>
          </a:xfrm>
          <a:custGeom>
            <a:avLst/>
            <a:gdLst>
              <a:gd name="T0" fmla="*/ 80 w 160"/>
              <a:gd name="T1" fmla="*/ 64 h 228"/>
              <a:gd name="T2" fmla="*/ 112 w 160"/>
              <a:gd name="T3" fmla="*/ 32 h 228"/>
              <a:gd name="T4" fmla="*/ 80 w 160"/>
              <a:gd name="T5" fmla="*/ 0 h 228"/>
              <a:gd name="T6" fmla="*/ 48 w 160"/>
              <a:gd name="T7" fmla="*/ 32 h 228"/>
              <a:gd name="T8" fmla="*/ 80 w 160"/>
              <a:gd name="T9" fmla="*/ 64 h 228"/>
              <a:gd name="T10" fmla="*/ 80 w 160"/>
              <a:gd name="T11" fmla="*/ 8 h 228"/>
              <a:gd name="T12" fmla="*/ 104 w 160"/>
              <a:gd name="T13" fmla="*/ 32 h 228"/>
              <a:gd name="T14" fmla="*/ 80 w 160"/>
              <a:gd name="T15" fmla="*/ 56 h 228"/>
              <a:gd name="T16" fmla="*/ 56 w 160"/>
              <a:gd name="T17" fmla="*/ 32 h 228"/>
              <a:gd name="T18" fmla="*/ 80 w 160"/>
              <a:gd name="T19" fmla="*/ 8 h 228"/>
              <a:gd name="T20" fmla="*/ 49 w 160"/>
              <a:gd name="T21" fmla="*/ 136 h 228"/>
              <a:gd name="T22" fmla="*/ 60 w 160"/>
              <a:gd name="T23" fmla="*/ 160 h 228"/>
              <a:gd name="T24" fmla="*/ 60 w 160"/>
              <a:gd name="T25" fmla="*/ 168 h 228"/>
              <a:gd name="T26" fmla="*/ 80 w 160"/>
              <a:gd name="T27" fmla="*/ 188 h 228"/>
              <a:gd name="T28" fmla="*/ 100 w 160"/>
              <a:gd name="T29" fmla="*/ 168 h 228"/>
              <a:gd name="T30" fmla="*/ 100 w 160"/>
              <a:gd name="T31" fmla="*/ 160 h 228"/>
              <a:gd name="T32" fmla="*/ 111 w 160"/>
              <a:gd name="T33" fmla="*/ 136 h 228"/>
              <a:gd name="T34" fmla="*/ 120 w 160"/>
              <a:gd name="T35" fmla="*/ 112 h 228"/>
              <a:gd name="T36" fmla="*/ 80 w 160"/>
              <a:gd name="T37" fmla="*/ 72 h 228"/>
              <a:gd name="T38" fmla="*/ 40 w 160"/>
              <a:gd name="T39" fmla="*/ 112 h 228"/>
              <a:gd name="T40" fmla="*/ 49 w 160"/>
              <a:gd name="T41" fmla="*/ 136 h 228"/>
              <a:gd name="T42" fmla="*/ 80 w 160"/>
              <a:gd name="T43" fmla="*/ 80 h 228"/>
              <a:gd name="T44" fmla="*/ 112 w 160"/>
              <a:gd name="T45" fmla="*/ 112 h 228"/>
              <a:gd name="T46" fmla="*/ 105 w 160"/>
              <a:gd name="T47" fmla="*/ 130 h 228"/>
              <a:gd name="T48" fmla="*/ 92 w 160"/>
              <a:gd name="T49" fmla="*/ 160 h 228"/>
              <a:gd name="T50" fmla="*/ 92 w 160"/>
              <a:gd name="T51" fmla="*/ 168 h 228"/>
              <a:gd name="T52" fmla="*/ 80 w 160"/>
              <a:gd name="T53" fmla="*/ 180 h 228"/>
              <a:gd name="T54" fmla="*/ 68 w 160"/>
              <a:gd name="T55" fmla="*/ 168 h 228"/>
              <a:gd name="T56" fmla="*/ 68 w 160"/>
              <a:gd name="T57" fmla="*/ 160 h 228"/>
              <a:gd name="T58" fmla="*/ 55 w 160"/>
              <a:gd name="T59" fmla="*/ 130 h 228"/>
              <a:gd name="T60" fmla="*/ 48 w 160"/>
              <a:gd name="T61" fmla="*/ 112 h 228"/>
              <a:gd name="T62" fmla="*/ 80 w 160"/>
              <a:gd name="T63" fmla="*/ 80 h 228"/>
              <a:gd name="T64" fmla="*/ 80 w 160"/>
              <a:gd name="T65" fmla="*/ 204 h 228"/>
              <a:gd name="T66" fmla="*/ 132 w 160"/>
              <a:gd name="T67" fmla="*/ 180 h 228"/>
              <a:gd name="T68" fmla="*/ 113 w 160"/>
              <a:gd name="T69" fmla="*/ 161 h 228"/>
              <a:gd name="T70" fmla="*/ 111 w 160"/>
              <a:gd name="T71" fmla="*/ 169 h 228"/>
              <a:gd name="T72" fmla="*/ 124 w 160"/>
              <a:gd name="T73" fmla="*/ 180 h 228"/>
              <a:gd name="T74" fmla="*/ 80 w 160"/>
              <a:gd name="T75" fmla="*/ 196 h 228"/>
              <a:gd name="T76" fmla="*/ 36 w 160"/>
              <a:gd name="T77" fmla="*/ 180 h 228"/>
              <a:gd name="T78" fmla="*/ 49 w 160"/>
              <a:gd name="T79" fmla="*/ 169 h 228"/>
              <a:gd name="T80" fmla="*/ 47 w 160"/>
              <a:gd name="T81" fmla="*/ 161 h 228"/>
              <a:gd name="T82" fmla="*/ 28 w 160"/>
              <a:gd name="T83" fmla="*/ 180 h 228"/>
              <a:gd name="T84" fmla="*/ 80 w 160"/>
              <a:gd name="T85" fmla="*/ 204 h 228"/>
              <a:gd name="T86" fmla="*/ 142 w 160"/>
              <a:gd name="T87" fmla="*/ 156 h 228"/>
              <a:gd name="T88" fmla="*/ 138 w 160"/>
              <a:gd name="T89" fmla="*/ 163 h 228"/>
              <a:gd name="T90" fmla="*/ 152 w 160"/>
              <a:gd name="T91" fmla="*/ 184 h 228"/>
              <a:gd name="T92" fmla="*/ 80 w 160"/>
              <a:gd name="T93" fmla="*/ 220 h 228"/>
              <a:gd name="T94" fmla="*/ 8 w 160"/>
              <a:gd name="T95" fmla="*/ 184 h 228"/>
              <a:gd name="T96" fmla="*/ 22 w 160"/>
              <a:gd name="T97" fmla="*/ 163 h 228"/>
              <a:gd name="T98" fmla="*/ 18 w 160"/>
              <a:gd name="T99" fmla="*/ 156 h 228"/>
              <a:gd name="T100" fmla="*/ 0 w 160"/>
              <a:gd name="T101" fmla="*/ 184 h 228"/>
              <a:gd name="T102" fmla="*/ 80 w 160"/>
              <a:gd name="T103" fmla="*/ 228 h 228"/>
              <a:gd name="T104" fmla="*/ 160 w 160"/>
              <a:gd name="T105" fmla="*/ 184 h 228"/>
              <a:gd name="T106" fmla="*/ 142 w 160"/>
              <a:gd name="T107" fmla="*/ 156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0" h="228">
                <a:moveTo>
                  <a:pt x="80" y="64"/>
                </a:moveTo>
                <a:cubicBezTo>
                  <a:pt x="98" y="64"/>
                  <a:pt x="112" y="50"/>
                  <a:pt x="112" y="32"/>
                </a:cubicBezTo>
                <a:cubicBezTo>
                  <a:pt x="112" y="14"/>
                  <a:pt x="98" y="0"/>
                  <a:pt x="80" y="0"/>
                </a:cubicBezTo>
                <a:cubicBezTo>
                  <a:pt x="62" y="0"/>
                  <a:pt x="48" y="14"/>
                  <a:pt x="48" y="32"/>
                </a:cubicBezTo>
                <a:cubicBezTo>
                  <a:pt x="48" y="50"/>
                  <a:pt x="62" y="64"/>
                  <a:pt x="80" y="64"/>
                </a:cubicBezTo>
                <a:close/>
                <a:moveTo>
                  <a:pt x="80" y="8"/>
                </a:moveTo>
                <a:cubicBezTo>
                  <a:pt x="93" y="8"/>
                  <a:pt x="104" y="19"/>
                  <a:pt x="104" y="32"/>
                </a:cubicBezTo>
                <a:cubicBezTo>
                  <a:pt x="104" y="45"/>
                  <a:pt x="93" y="56"/>
                  <a:pt x="80" y="56"/>
                </a:cubicBezTo>
                <a:cubicBezTo>
                  <a:pt x="67" y="56"/>
                  <a:pt x="56" y="45"/>
                  <a:pt x="56" y="32"/>
                </a:cubicBezTo>
                <a:cubicBezTo>
                  <a:pt x="56" y="19"/>
                  <a:pt x="67" y="8"/>
                  <a:pt x="80" y="8"/>
                </a:cubicBezTo>
                <a:close/>
                <a:moveTo>
                  <a:pt x="49" y="136"/>
                </a:moveTo>
                <a:cubicBezTo>
                  <a:pt x="55" y="141"/>
                  <a:pt x="60" y="152"/>
                  <a:pt x="60" y="160"/>
                </a:cubicBezTo>
                <a:cubicBezTo>
                  <a:pt x="60" y="168"/>
                  <a:pt x="60" y="168"/>
                  <a:pt x="60" y="168"/>
                </a:cubicBezTo>
                <a:cubicBezTo>
                  <a:pt x="60" y="179"/>
                  <a:pt x="69" y="188"/>
                  <a:pt x="80" y="188"/>
                </a:cubicBezTo>
                <a:cubicBezTo>
                  <a:pt x="91" y="188"/>
                  <a:pt x="100" y="179"/>
                  <a:pt x="100" y="168"/>
                </a:cubicBezTo>
                <a:cubicBezTo>
                  <a:pt x="100" y="160"/>
                  <a:pt x="100" y="160"/>
                  <a:pt x="100" y="160"/>
                </a:cubicBezTo>
                <a:cubicBezTo>
                  <a:pt x="100" y="152"/>
                  <a:pt x="105" y="141"/>
                  <a:pt x="111" y="136"/>
                </a:cubicBezTo>
                <a:cubicBezTo>
                  <a:pt x="111" y="136"/>
                  <a:pt x="120" y="127"/>
                  <a:pt x="120" y="112"/>
                </a:cubicBezTo>
                <a:cubicBezTo>
                  <a:pt x="120" y="90"/>
                  <a:pt x="102" y="72"/>
                  <a:pt x="80" y="72"/>
                </a:cubicBezTo>
                <a:cubicBezTo>
                  <a:pt x="58" y="72"/>
                  <a:pt x="40" y="90"/>
                  <a:pt x="40" y="112"/>
                </a:cubicBezTo>
                <a:cubicBezTo>
                  <a:pt x="40" y="127"/>
                  <a:pt x="49" y="136"/>
                  <a:pt x="49" y="136"/>
                </a:cubicBezTo>
                <a:close/>
                <a:moveTo>
                  <a:pt x="80" y="80"/>
                </a:moveTo>
                <a:cubicBezTo>
                  <a:pt x="97" y="80"/>
                  <a:pt x="112" y="94"/>
                  <a:pt x="112" y="112"/>
                </a:cubicBezTo>
                <a:cubicBezTo>
                  <a:pt x="112" y="124"/>
                  <a:pt x="105" y="130"/>
                  <a:pt x="105" y="130"/>
                </a:cubicBezTo>
                <a:cubicBezTo>
                  <a:pt x="98" y="137"/>
                  <a:pt x="92" y="150"/>
                  <a:pt x="92" y="160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2" y="175"/>
                  <a:pt x="87" y="180"/>
                  <a:pt x="80" y="180"/>
                </a:cubicBezTo>
                <a:cubicBezTo>
                  <a:pt x="73" y="180"/>
                  <a:pt x="68" y="175"/>
                  <a:pt x="68" y="168"/>
                </a:cubicBezTo>
                <a:cubicBezTo>
                  <a:pt x="68" y="160"/>
                  <a:pt x="68" y="160"/>
                  <a:pt x="68" y="160"/>
                </a:cubicBezTo>
                <a:cubicBezTo>
                  <a:pt x="68" y="150"/>
                  <a:pt x="62" y="137"/>
                  <a:pt x="55" y="130"/>
                </a:cubicBezTo>
                <a:cubicBezTo>
                  <a:pt x="55" y="130"/>
                  <a:pt x="48" y="124"/>
                  <a:pt x="48" y="112"/>
                </a:cubicBezTo>
                <a:cubicBezTo>
                  <a:pt x="48" y="94"/>
                  <a:pt x="62" y="80"/>
                  <a:pt x="80" y="80"/>
                </a:cubicBezTo>
                <a:close/>
                <a:moveTo>
                  <a:pt x="80" y="204"/>
                </a:moveTo>
                <a:cubicBezTo>
                  <a:pt x="110" y="204"/>
                  <a:pt x="132" y="194"/>
                  <a:pt x="132" y="180"/>
                </a:cubicBezTo>
                <a:cubicBezTo>
                  <a:pt x="132" y="172"/>
                  <a:pt x="125" y="166"/>
                  <a:pt x="113" y="161"/>
                </a:cubicBezTo>
                <a:cubicBezTo>
                  <a:pt x="111" y="169"/>
                  <a:pt x="111" y="169"/>
                  <a:pt x="111" y="169"/>
                </a:cubicBezTo>
                <a:cubicBezTo>
                  <a:pt x="119" y="172"/>
                  <a:pt x="124" y="176"/>
                  <a:pt x="124" y="180"/>
                </a:cubicBezTo>
                <a:cubicBezTo>
                  <a:pt x="124" y="188"/>
                  <a:pt x="105" y="196"/>
                  <a:pt x="80" y="196"/>
                </a:cubicBezTo>
                <a:cubicBezTo>
                  <a:pt x="55" y="196"/>
                  <a:pt x="36" y="188"/>
                  <a:pt x="36" y="180"/>
                </a:cubicBezTo>
                <a:cubicBezTo>
                  <a:pt x="36" y="176"/>
                  <a:pt x="41" y="172"/>
                  <a:pt x="49" y="169"/>
                </a:cubicBezTo>
                <a:cubicBezTo>
                  <a:pt x="47" y="161"/>
                  <a:pt x="47" y="161"/>
                  <a:pt x="47" y="161"/>
                </a:cubicBezTo>
                <a:cubicBezTo>
                  <a:pt x="35" y="166"/>
                  <a:pt x="28" y="172"/>
                  <a:pt x="28" y="180"/>
                </a:cubicBezTo>
                <a:cubicBezTo>
                  <a:pt x="28" y="194"/>
                  <a:pt x="50" y="204"/>
                  <a:pt x="80" y="204"/>
                </a:cubicBezTo>
                <a:close/>
                <a:moveTo>
                  <a:pt x="142" y="156"/>
                </a:moveTo>
                <a:cubicBezTo>
                  <a:pt x="138" y="163"/>
                  <a:pt x="138" y="163"/>
                  <a:pt x="138" y="163"/>
                </a:cubicBezTo>
                <a:cubicBezTo>
                  <a:pt x="144" y="167"/>
                  <a:pt x="152" y="174"/>
                  <a:pt x="152" y="184"/>
                </a:cubicBezTo>
                <a:cubicBezTo>
                  <a:pt x="152" y="204"/>
                  <a:pt x="119" y="220"/>
                  <a:pt x="80" y="220"/>
                </a:cubicBezTo>
                <a:cubicBezTo>
                  <a:pt x="41" y="220"/>
                  <a:pt x="8" y="204"/>
                  <a:pt x="8" y="184"/>
                </a:cubicBezTo>
                <a:cubicBezTo>
                  <a:pt x="8" y="174"/>
                  <a:pt x="16" y="167"/>
                  <a:pt x="22" y="163"/>
                </a:cubicBezTo>
                <a:cubicBezTo>
                  <a:pt x="18" y="156"/>
                  <a:pt x="18" y="156"/>
                  <a:pt x="18" y="156"/>
                </a:cubicBezTo>
                <a:cubicBezTo>
                  <a:pt x="6" y="164"/>
                  <a:pt x="0" y="174"/>
                  <a:pt x="0" y="184"/>
                </a:cubicBezTo>
                <a:cubicBezTo>
                  <a:pt x="0" y="209"/>
                  <a:pt x="35" y="228"/>
                  <a:pt x="80" y="228"/>
                </a:cubicBezTo>
                <a:cubicBezTo>
                  <a:pt x="125" y="228"/>
                  <a:pt x="160" y="209"/>
                  <a:pt x="160" y="184"/>
                </a:cubicBezTo>
                <a:cubicBezTo>
                  <a:pt x="160" y="174"/>
                  <a:pt x="154" y="164"/>
                  <a:pt x="142" y="1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b="1" dirty="0">
                <a:solidFill>
                  <a:srgbClr val="54478C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  <a:endParaRPr lang="en-GB" sz="3200" b="1" dirty="0">
              <a:solidFill>
                <a:schemeClr val="accent1"/>
              </a:solidFill>
              <a:latin typeface="Lato Black" panose="020F0A0202020403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0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8</a:t>
            </a:r>
            <a:endParaRPr lang="en-GB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58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D690AFB-0044-4B5B-A0CA-F0533C51B6AD}"/>
              </a:ext>
            </a:extLst>
          </p:cNvPr>
          <p:cNvSpPr/>
          <p:nvPr/>
        </p:nvSpPr>
        <p:spPr>
          <a:xfrm>
            <a:off x="828675" y="2352388"/>
            <a:ext cx="2341340" cy="2154936"/>
          </a:xfrm>
          <a:custGeom>
            <a:avLst/>
            <a:gdLst>
              <a:gd name="connsiteX0" fmla="*/ 1263777 w 2341340"/>
              <a:gd name="connsiteY0" fmla="*/ 0 h 2154936"/>
              <a:gd name="connsiteX1" fmla="*/ 566071 w 2341340"/>
              <a:gd name="connsiteY1" fmla="*/ 256413 h 2154936"/>
              <a:gd name="connsiteX2" fmla="*/ 603123 w 2341340"/>
              <a:gd name="connsiteY2" fmla="*/ 299942 h 2154936"/>
              <a:gd name="connsiteX3" fmla="*/ 1263777 w 2341340"/>
              <a:gd name="connsiteY3" fmla="*/ 57150 h 2154936"/>
              <a:gd name="connsiteX4" fmla="*/ 2284190 w 2341340"/>
              <a:gd name="connsiteY4" fmla="*/ 1077563 h 2154936"/>
              <a:gd name="connsiteX5" fmla="*/ 1263777 w 2341340"/>
              <a:gd name="connsiteY5" fmla="*/ 2097977 h 2154936"/>
              <a:gd name="connsiteX6" fmla="*/ 511112 w 2341340"/>
              <a:gd name="connsiteY6" fmla="*/ 1766697 h 2154936"/>
              <a:gd name="connsiteX7" fmla="*/ 57150 w 2341340"/>
              <a:gd name="connsiteY7" fmla="*/ 1766697 h 2154936"/>
              <a:gd name="connsiteX8" fmla="*/ 57150 w 2341340"/>
              <a:gd name="connsiteY8" fmla="*/ 1526191 h 2154936"/>
              <a:gd name="connsiteX9" fmla="*/ 350330 w 2341340"/>
              <a:gd name="connsiteY9" fmla="*/ 1526191 h 2154936"/>
              <a:gd name="connsiteX10" fmla="*/ 350330 w 2341340"/>
              <a:gd name="connsiteY10" fmla="*/ 762000 h 2154936"/>
              <a:gd name="connsiteX11" fmla="*/ 91631 w 2341340"/>
              <a:gd name="connsiteY11" fmla="*/ 762000 h 2154936"/>
              <a:gd name="connsiteX12" fmla="*/ 91631 w 2341340"/>
              <a:gd name="connsiteY12" fmla="*/ 585502 h 2154936"/>
              <a:gd name="connsiteX13" fmla="*/ 429006 w 2341340"/>
              <a:gd name="connsiteY13" fmla="*/ 457010 h 2154936"/>
              <a:gd name="connsiteX14" fmla="*/ 663893 w 2341340"/>
              <a:gd name="connsiteY14" fmla="*/ 457010 h 2154936"/>
              <a:gd name="connsiteX15" fmla="*/ 663893 w 2341340"/>
              <a:gd name="connsiteY15" fmla="*/ 1526191 h 2154936"/>
              <a:gd name="connsiteX16" fmla="*/ 938213 w 2341340"/>
              <a:gd name="connsiteY16" fmla="*/ 1526191 h 2154936"/>
              <a:gd name="connsiteX17" fmla="*/ 938213 w 2341340"/>
              <a:gd name="connsiteY17" fmla="*/ 1469041 h 2154936"/>
              <a:gd name="connsiteX18" fmla="*/ 721043 w 2341340"/>
              <a:gd name="connsiteY18" fmla="*/ 1469041 h 2154936"/>
              <a:gd name="connsiteX19" fmla="*/ 721043 w 2341340"/>
              <a:gd name="connsiteY19" fmla="*/ 399860 h 2154936"/>
              <a:gd name="connsiteX20" fmla="*/ 412718 w 2341340"/>
              <a:gd name="connsiteY20" fmla="*/ 399860 h 2154936"/>
              <a:gd name="connsiteX21" fmla="*/ 405765 w 2341340"/>
              <a:gd name="connsiteY21" fmla="*/ 404241 h 2154936"/>
              <a:gd name="connsiteX22" fmla="*/ 57626 w 2341340"/>
              <a:gd name="connsiteY22" fmla="*/ 534067 h 2154936"/>
              <a:gd name="connsiteX23" fmla="*/ 34481 w 2341340"/>
              <a:gd name="connsiteY23" fmla="*/ 538544 h 2154936"/>
              <a:gd name="connsiteX24" fmla="*/ 34481 w 2341340"/>
              <a:gd name="connsiteY24" fmla="*/ 819150 h 2154936"/>
              <a:gd name="connsiteX25" fmla="*/ 293180 w 2341340"/>
              <a:gd name="connsiteY25" fmla="*/ 819150 h 2154936"/>
              <a:gd name="connsiteX26" fmla="*/ 293180 w 2341340"/>
              <a:gd name="connsiteY26" fmla="*/ 1469041 h 2154936"/>
              <a:gd name="connsiteX27" fmla="*/ 0 w 2341340"/>
              <a:gd name="connsiteY27" fmla="*/ 1469041 h 2154936"/>
              <a:gd name="connsiteX28" fmla="*/ 0 w 2341340"/>
              <a:gd name="connsiteY28" fmla="*/ 1823656 h 2154936"/>
              <a:gd name="connsiteX29" fmla="*/ 486537 w 2341340"/>
              <a:gd name="connsiteY29" fmla="*/ 1823656 h 2154936"/>
              <a:gd name="connsiteX30" fmla="*/ 1263777 w 2341340"/>
              <a:gd name="connsiteY30" fmla="*/ 2154936 h 2154936"/>
              <a:gd name="connsiteX31" fmla="*/ 2341340 w 2341340"/>
              <a:gd name="connsiteY31" fmla="*/ 1077373 h 2154936"/>
              <a:gd name="connsiteX32" fmla="*/ 1263777 w 2341340"/>
              <a:gd name="connsiteY32" fmla="*/ 0 h 2154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341340" h="2154936">
                <a:moveTo>
                  <a:pt x="1263777" y="0"/>
                </a:moveTo>
                <a:cubicBezTo>
                  <a:pt x="1008221" y="0"/>
                  <a:pt x="760476" y="91059"/>
                  <a:pt x="566071" y="256413"/>
                </a:cubicBezTo>
                <a:lnTo>
                  <a:pt x="603123" y="299942"/>
                </a:lnTo>
                <a:cubicBezTo>
                  <a:pt x="787146" y="143447"/>
                  <a:pt x="1021842" y="57150"/>
                  <a:pt x="1263777" y="57150"/>
                </a:cubicBezTo>
                <a:cubicBezTo>
                  <a:pt x="1826419" y="57150"/>
                  <a:pt x="2284190" y="514922"/>
                  <a:pt x="2284190" y="1077563"/>
                </a:cubicBezTo>
                <a:cubicBezTo>
                  <a:pt x="2284190" y="1640205"/>
                  <a:pt x="1826419" y="2097977"/>
                  <a:pt x="1263777" y="2097977"/>
                </a:cubicBezTo>
                <a:cubicBezTo>
                  <a:pt x="979456" y="2097977"/>
                  <a:pt x="703802" y="1975866"/>
                  <a:pt x="511112" y="1766697"/>
                </a:cubicBezTo>
                <a:lnTo>
                  <a:pt x="57150" y="1766697"/>
                </a:lnTo>
                <a:lnTo>
                  <a:pt x="57150" y="1526191"/>
                </a:lnTo>
                <a:lnTo>
                  <a:pt x="350330" y="1526191"/>
                </a:lnTo>
                <a:lnTo>
                  <a:pt x="350330" y="762000"/>
                </a:lnTo>
                <a:lnTo>
                  <a:pt x="91631" y="762000"/>
                </a:lnTo>
                <a:lnTo>
                  <a:pt x="91631" y="585502"/>
                </a:lnTo>
                <a:cubicBezTo>
                  <a:pt x="230029" y="556832"/>
                  <a:pt x="326898" y="519779"/>
                  <a:pt x="429006" y="457010"/>
                </a:cubicBezTo>
                <a:lnTo>
                  <a:pt x="663893" y="457010"/>
                </a:lnTo>
                <a:lnTo>
                  <a:pt x="663893" y="1526191"/>
                </a:lnTo>
                <a:lnTo>
                  <a:pt x="938213" y="1526191"/>
                </a:lnTo>
                <a:lnTo>
                  <a:pt x="938213" y="1469041"/>
                </a:lnTo>
                <a:lnTo>
                  <a:pt x="721043" y="1469041"/>
                </a:lnTo>
                <a:lnTo>
                  <a:pt x="721043" y="399860"/>
                </a:lnTo>
                <a:lnTo>
                  <a:pt x="412718" y="399860"/>
                </a:lnTo>
                <a:lnTo>
                  <a:pt x="405765" y="404241"/>
                </a:lnTo>
                <a:cubicBezTo>
                  <a:pt x="301943" y="469106"/>
                  <a:pt x="204311" y="505492"/>
                  <a:pt x="57626" y="534067"/>
                </a:cubicBezTo>
                <a:lnTo>
                  <a:pt x="34481" y="538544"/>
                </a:lnTo>
                <a:lnTo>
                  <a:pt x="34481" y="819150"/>
                </a:lnTo>
                <a:lnTo>
                  <a:pt x="293180" y="819150"/>
                </a:lnTo>
                <a:lnTo>
                  <a:pt x="293180" y="1469041"/>
                </a:lnTo>
                <a:lnTo>
                  <a:pt x="0" y="1469041"/>
                </a:lnTo>
                <a:lnTo>
                  <a:pt x="0" y="1823656"/>
                </a:lnTo>
                <a:lnTo>
                  <a:pt x="486537" y="1823656"/>
                </a:lnTo>
                <a:cubicBezTo>
                  <a:pt x="689134" y="2034445"/>
                  <a:pt x="971074" y="2154936"/>
                  <a:pt x="1263777" y="2154936"/>
                </a:cubicBezTo>
                <a:cubicBezTo>
                  <a:pt x="1857947" y="2154936"/>
                  <a:pt x="2341340" y="1671542"/>
                  <a:pt x="2341340" y="1077373"/>
                </a:cubicBezTo>
                <a:cubicBezTo>
                  <a:pt x="2341245" y="483299"/>
                  <a:pt x="1857947" y="0"/>
                  <a:pt x="1263777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grpSp>
        <p:nvGrpSpPr>
          <p:cNvPr id="6" name="Graphic 1">
            <a:extLst>
              <a:ext uri="{FF2B5EF4-FFF2-40B4-BE49-F238E27FC236}">
                <a16:creationId xmlns:a16="http://schemas.microsoft.com/office/drawing/2014/main" id="{2BF1F7FB-ACAE-4918-AC90-955D060AA871}"/>
              </a:ext>
            </a:extLst>
          </p:cNvPr>
          <p:cNvGrpSpPr/>
          <p:nvPr/>
        </p:nvGrpSpPr>
        <p:grpSpPr>
          <a:xfrm>
            <a:off x="1400746" y="2740627"/>
            <a:ext cx="1376553" cy="1376553"/>
            <a:chOff x="1400746" y="2740627"/>
            <a:chExt cx="1376553" cy="137655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064CAD1-E000-4F11-9E40-0ADEEC32D33E}"/>
                </a:ext>
              </a:extLst>
            </p:cNvPr>
            <p:cNvSpPr/>
            <p:nvPr/>
          </p:nvSpPr>
          <p:spPr>
            <a:xfrm>
              <a:off x="1400746" y="2740627"/>
              <a:ext cx="1376553" cy="1376553"/>
            </a:xfrm>
            <a:custGeom>
              <a:avLst/>
              <a:gdLst>
                <a:gd name="connsiteX0" fmla="*/ 1376553 w 1376553"/>
                <a:gd name="connsiteY0" fmla="*/ 688277 h 1376553"/>
                <a:gd name="connsiteX1" fmla="*/ 688277 w 1376553"/>
                <a:gd name="connsiteY1" fmla="*/ 1376553 h 1376553"/>
                <a:gd name="connsiteX2" fmla="*/ 0 w 1376553"/>
                <a:gd name="connsiteY2" fmla="*/ 688277 h 1376553"/>
                <a:gd name="connsiteX3" fmla="*/ 688277 w 1376553"/>
                <a:gd name="connsiteY3" fmla="*/ 0 h 1376553"/>
                <a:gd name="connsiteX4" fmla="*/ 1376553 w 1376553"/>
                <a:gd name="connsiteY4" fmla="*/ 688277 h 137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6553" h="1376553">
                  <a:moveTo>
                    <a:pt x="1376553" y="688277"/>
                  </a:moveTo>
                  <a:cubicBezTo>
                    <a:pt x="1376553" y="1068419"/>
                    <a:pt x="1068419" y="1376553"/>
                    <a:pt x="688277" y="1376553"/>
                  </a:cubicBezTo>
                  <a:cubicBezTo>
                    <a:pt x="308134" y="1376553"/>
                    <a:pt x="0" y="1068419"/>
                    <a:pt x="0" y="688277"/>
                  </a:cubicBezTo>
                  <a:cubicBezTo>
                    <a:pt x="0" y="308134"/>
                    <a:pt x="308134" y="0"/>
                    <a:pt x="688277" y="0"/>
                  </a:cubicBezTo>
                  <a:cubicBezTo>
                    <a:pt x="1068419" y="0"/>
                    <a:pt x="1376553" y="308134"/>
                    <a:pt x="1376553" y="68827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46E5FE8-8F18-4B9D-8727-3D2FD110C417}"/>
                </a:ext>
              </a:extLst>
            </p:cNvPr>
            <p:cNvSpPr/>
            <p:nvPr/>
          </p:nvSpPr>
          <p:spPr>
            <a:xfrm>
              <a:off x="1418367" y="2759773"/>
              <a:ext cx="1358931" cy="1357312"/>
            </a:xfrm>
            <a:custGeom>
              <a:avLst/>
              <a:gdLst>
                <a:gd name="connsiteX0" fmla="*/ 1358932 w 1358931"/>
                <a:gd name="connsiteY0" fmla="*/ 669131 h 1357312"/>
                <a:gd name="connsiteX1" fmla="*/ 1186148 w 1358931"/>
                <a:gd name="connsiteY1" fmla="*/ 213074 h 1357312"/>
                <a:gd name="connsiteX2" fmla="*/ 688277 w 1358931"/>
                <a:gd name="connsiteY2" fmla="*/ 0 h 1357312"/>
                <a:gd name="connsiteX3" fmla="*/ 0 w 1358931"/>
                <a:gd name="connsiteY3" fmla="*/ 688277 h 1357312"/>
                <a:gd name="connsiteX4" fmla="*/ 172879 w 1358931"/>
                <a:gd name="connsiteY4" fmla="*/ 1144334 h 1357312"/>
                <a:gd name="connsiteX5" fmla="*/ 670751 w 1358931"/>
                <a:gd name="connsiteY5" fmla="*/ 1357313 h 1357312"/>
                <a:gd name="connsiteX6" fmla="*/ 1358932 w 1358931"/>
                <a:gd name="connsiteY6" fmla="*/ 669131 h 135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8931" h="1357312">
                  <a:moveTo>
                    <a:pt x="1358932" y="669131"/>
                  </a:moveTo>
                  <a:cubicBezTo>
                    <a:pt x="1358932" y="494157"/>
                    <a:pt x="1293590" y="334518"/>
                    <a:pt x="1186148" y="213074"/>
                  </a:cubicBezTo>
                  <a:cubicBezTo>
                    <a:pt x="1060799" y="81820"/>
                    <a:pt x="884110" y="0"/>
                    <a:pt x="688277" y="0"/>
                  </a:cubicBezTo>
                  <a:cubicBezTo>
                    <a:pt x="308134" y="0"/>
                    <a:pt x="0" y="308134"/>
                    <a:pt x="0" y="688277"/>
                  </a:cubicBezTo>
                  <a:cubicBezTo>
                    <a:pt x="0" y="863251"/>
                    <a:pt x="65341" y="1022890"/>
                    <a:pt x="172879" y="1144334"/>
                  </a:cubicBezTo>
                  <a:cubicBezTo>
                    <a:pt x="298228" y="1275588"/>
                    <a:pt x="474916" y="1357313"/>
                    <a:pt x="670751" y="1357313"/>
                  </a:cubicBezTo>
                  <a:cubicBezTo>
                    <a:pt x="1050798" y="1357408"/>
                    <a:pt x="1358932" y="1049274"/>
                    <a:pt x="1358932" y="6691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0" dist="1143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D" dirty="0">
                <a:solidFill>
                  <a:schemeClr val="lt1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5E264B-B153-433A-A30C-CC498D59DD13}"/>
                </a:ext>
              </a:extLst>
            </p:cNvPr>
            <p:cNvSpPr/>
            <p:nvPr/>
          </p:nvSpPr>
          <p:spPr>
            <a:xfrm>
              <a:off x="1522666" y="3127057"/>
              <a:ext cx="1254633" cy="990123"/>
            </a:xfrm>
            <a:custGeom>
              <a:avLst/>
              <a:gdLst>
                <a:gd name="connsiteX0" fmla="*/ 1185005 w 1254633"/>
                <a:gd name="connsiteY0" fmla="*/ 0 h 990123"/>
                <a:gd name="connsiteX1" fmla="*/ 1244251 w 1254633"/>
                <a:gd name="connsiteY1" fmla="*/ 279654 h 990123"/>
                <a:gd name="connsiteX2" fmla="*/ 555974 w 1254633"/>
                <a:gd name="connsiteY2" fmla="*/ 967930 h 990123"/>
                <a:gd name="connsiteX3" fmla="*/ 0 w 1254633"/>
                <a:gd name="connsiteY3" fmla="*/ 685419 h 990123"/>
                <a:gd name="connsiteX4" fmla="*/ 68485 w 1254633"/>
                <a:gd name="connsiteY4" fmla="*/ 777145 h 990123"/>
                <a:gd name="connsiteX5" fmla="*/ 566357 w 1254633"/>
                <a:gd name="connsiteY5" fmla="*/ 990124 h 990123"/>
                <a:gd name="connsiteX6" fmla="*/ 1254633 w 1254633"/>
                <a:gd name="connsiteY6" fmla="*/ 301847 h 990123"/>
                <a:gd name="connsiteX7" fmla="*/ 1185005 w 1254633"/>
                <a:gd name="connsiteY7" fmla="*/ 0 h 990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4633" h="990123">
                  <a:moveTo>
                    <a:pt x="1185005" y="0"/>
                  </a:moveTo>
                  <a:cubicBezTo>
                    <a:pt x="1223010" y="85439"/>
                    <a:pt x="1244251" y="180118"/>
                    <a:pt x="1244251" y="279654"/>
                  </a:cubicBezTo>
                  <a:cubicBezTo>
                    <a:pt x="1244251" y="659797"/>
                    <a:pt x="936117" y="967930"/>
                    <a:pt x="555974" y="967930"/>
                  </a:cubicBezTo>
                  <a:cubicBezTo>
                    <a:pt x="327565" y="967930"/>
                    <a:pt x="125254" y="856679"/>
                    <a:pt x="0" y="685419"/>
                  </a:cubicBezTo>
                  <a:cubicBezTo>
                    <a:pt x="20288" y="717899"/>
                    <a:pt x="43244" y="748570"/>
                    <a:pt x="68485" y="777145"/>
                  </a:cubicBezTo>
                  <a:cubicBezTo>
                    <a:pt x="193834" y="908399"/>
                    <a:pt x="370523" y="990124"/>
                    <a:pt x="566357" y="990124"/>
                  </a:cubicBezTo>
                  <a:cubicBezTo>
                    <a:pt x="946499" y="990124"/>
                    <a:pt x="1254633" y="681990"/>
                    <a:pt x="1254633" y="301847"/>
                  </a:cubicBezTo>
                  <a:cubicBezTo>
                    <a:pt x="1254633" y="193548"/>
                    <a:pt x="1229582" y="91154"/>
                    <a:pt x="118500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FAF0C5E-57E7-4504-A1CF-797898E5C376}"/>
              </a:ext>
            </a:extLst>
          </p:cNvPr>
          <p:cNvSpPr/>
          <p:nvPr/>
        </p:nvSpPr>
        <p:spPr>
          <a:xfrm>
            <a:off x="3486054" y="2352388"/>
            <a:ext cx="2394775" cy="2155317"/>
          </a:xfrm>
          <a:custGeom>
            <a:avLst/>
            <a:gdLst>
              <a:gd name="connsiteX0" fmla="*/ 1317308 w 2394775"/>
              <a:gd name="connsiteY0" fmla="*/ 0 h 2155317"/>
              <a:gd name="connsiteX1" fmla="*/ 662178 w 2394775"/>
              <a:gd name="connsiteY1" fmla="*/ 221933 h 2155317"/>
              <a:gd name="connsiteX2" fmla="*/ 696944 w 2394775"/>
              <a:gd name="connsiteY2" fmla="*/ 267272 h 2155317"/>
              <a:gd name="connsiteX3" fmla="*/ 1317308 w 2394775"/>
              <a:gd name="connsiteY3" fmla="*/ 57150 h 2155317"/>
              <a:gd name="connsiteX4" fmla="*/ 2337721 w 2394775"/>
              <a:gd name="connsiteY4" fmla="*/ 1077563 h 2155317"/>
              <a:gd name="connsiteX5" fmla="*/ 1317308 w 2394775"/>
              <a:gd name="connsiteY5" fmla="*/ 2097977 h 2155317"/>
              <a:gd name="connsiteX6" fmla="*/ 563975 w 2394775"/>
              <a:gd name="connsiteY6" fmla="*/ 1766697 h 2155317"/>
              <a:gd name="connsiteX7" fmla="*/ 85725 w 2394775"/>
              <a:gd name="connsiteY7" fmla="*/ 1766697 h 2155317"/>
              <a:gd name="connsiteX8" fmla="*/ 85725 w 2394775"/>
              <a:gd name="connsiteY8" fmla="*/ 1596581 h 2155317"/>
              <a:gd name="connsiteX9" fmla="*/ 659130 w 2394775"/>
              <a:gd name="connsiteY9" fmla="*/ 872680 h 2155317"/>
              <a:gd name="connsiteX10" fmla="*/ 462439 w 2394775"/>
              <a:gd name="connsiteY10" fmla="*/ 663035 h 2155317"/>
              <a:gd name="connsiteX11" fmla="*/ 238316 w 2394775"/>
              <a:gd name="connsiteY11" fmla="*/ 780574 h 2155317"/>
              <a:gd name="connsiteX12" fmla="*/ 79915 w 2394775"/>
              <a:gd name="connsiteY12" fmla="*/ 622268 h 2155317"/>
              <a:gd name="connsiteX13" fmla="*/ 514064 w 2394775"/>
              <a:gd name="connsiteY13" fmla="*/ 431387 h 2155317"/>
              <a:gd name="connsiteX14" fmla="*/ 955453 w 2394775"/>
              <a:gd name="connsiteY14" fmla="*/ 851154 h 2155317"/>
              <a:gd name="connsiteX15" fmla="*/ 571310 w 2394775"/>
              <a:gd name="connsiteY15" fmla="*/ 1482185 h 2155317"/>
              <a:gd name="connsiteX16" fmla="*/ 514160 w 2394775"/>
              <a:gd name="connsiteY16" fmla="*/ 1540669 h 2155317"/>
              <a:gd name="connsiteX17" fmla="*/ 595217 w 2394775"/>
              <a:gd name="connsiteY17" fmla="*/ 1530572 h 2155317"/>
              <a:gd name="connsiteX18" fmla="*/ 820198 w 2394775"/>
              <a:gd name="connsiteY18" fmla="*/ 1513523 h 2155317"/>
              <a:gd name="connsiteX19" fmla="*/ 1020128 w 2394775"/>
              <a:gd name="connsiteY19" fmla="*/ 1513523 h 2155317"/>
              <a:gd name="connsiteX20" fmla="*/ 1020128 w 2394775"/>
              <a:gd name="connsiteY20" fmla="*/ 1795367 h 2155317"/>
              <a:gd name="connsiteX21" fmla="*/ 1077278 w 2394775"/>
              <a:gd name="connsiteY21" fmla="*/ 1795367 h 2155317"/>
              <a:gd name="connsiteX22" fmla="*/ 1077278 w 2394775"/>
              <a:gd name="connsiteY22" fmla="*/ 1456373 h 2155317"/>
              <a:gd name="connsiteX23" fmla="*/ 820198 w 2394775"/>
              <a:gd name="connsiteY23" fmla="*/ 1456373 h 2155317"/>
              <a:gd name="connsiteX24" fmla="*/ 666750 w 2394775"/>
              <a:gd name="connsiteY24" fmla="*/ 1465326 h 2155317"/>
              <a:gd name="connsiteX25" fmla="*/ 1012603 w 2394775"/>
              <a:gd name="connsiteY25" fmla="*/ 851154 h 2155317"/>
              <a:gd name="connsiteX26" fmla="*/ 872109 w 2394775"/>
              <a:gd name="connsiteY26" fmla="*/ 504349 h 2155317"/>
              <a:gd name="connsiteX27" fmla="*/ 514064 w 2394775"/>
              <a:gd name="connsiteY27" fmla="*/ 374237 h 2155317"/>
              <a:gd name="connsiteX28" fmla="*/ 19050 w 2394775"/>
              <a:gd name="connsiteY28" fmla="*/ 603123 h 2155317"/>
              <a:gd name="connsiteX29" fmla="*/ 0 w 2394775"/>
              <a:gd name="connsiteY29" fmla="*/ 623316 h 2155317"/>
              <a:gd name="connsiteX30" fmla="*/ 238125 w 2394775"/>
              <a:gd name="connsiteY30" fmla="*/ 861441 h 2155317"/>
              <a:gd name="connsiteX31" fmla="*/ 258318 w 2394775"/>
              <a:gd name="connsiteY31" fmla="*/ 841248 h 2155317"/>
              <a:gd name="connsiteX32" fmla="*/ 462248 w 2394775"/>
              <a:gd name="connsiteY32" fmla="*/ 720280 h 2155317"/>
              <a:gd name="connsiteX33" fmla="*/ 601790 w 2394775"/>
              <a:gd name="connsiteY33" fmla="*/ 872776 h 2155317"/>
              <a:gd name="connsiteX34" fmla="*/ 45625 w 2394775"/>
              <a:gd name="connsiteY34" fmla="*/ 1555814 h 2155317"/>
              <a:gd name="connsiteX35" fmla="*/ 28385 w 2394775"/>
              <a:gd name="connsiteY35" fmla="*/ 1571625 h 2155317"/>
              <a:gd name="connsiteX36" fmla="*/ 28385 w 2394775"/>
              <a:gd name="connsiteY36" fmla="*/ 1824038 h 2155317"/>
              <a:gd name="connsiteX37" fmla="*/ 539972 w 2394775"/>
              <a:gd name="connsiteY37" fmla="*/ 1824038 h 2155317"/>
              <a:gd name="connsiteX38" fmla="*/ 1317212 w 2394775"/>
              <a:gd name="connsiteY38" fmla="*/ 2155317 h 2155317"/>
              <a:gd name="connsiteX39" fmla="*/ 2394775 w 2394775"/>
              <a:gd name="connsiteY39" fmla="*/ 1077754 h 2155317"/>
              <a:gd name="connsiteX40" fmla="*/ 1317308 w 2394775"/>
              <a:gd name="connsiteY40" fmla="*/ 0 h 2155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394775" h="2155317">
                <a:moveTo>
                  <a:pt x="1317308" y="0"/>
                </a:moveTo>
                <a:cubicBezTo>
                  <a:pt x="1078135" y="0"/>
                  <a:pt x="851535" y="76772"/>
                  <a:pt x="662178" y="221933"/>
                </a:cubicBezTo>
                <a:lnTo>
                  <a:pt x="696944" y="267272"/>
                </a:lnTo>
                <a:cubicBezTo>
                  <a:pt x="876205" y="129826"/>
                  <a:pt x="1090708" y="57150"/>
                  <a:pt x="1317308" y="57150"/>
                </a:cubicBezTo>
                <a:cubicBezTo>
                  <a:pt x="1879949" y="57150"/>
                  <a:pt x="2337721" y="514922"/>
                  <a:pt x="2337721" y="1077563"/>
                </a:cubicBezTo>
                <a:cubicBezTo>
                  <a:pt x="2337721" y="1640205"/>
                  <a:pt x="1879949" y="2097977"/>
                  <a:pt x="1317308" y="2097977"/>
                </a:cubicBezTo>
                <a:cubicBezTo>
                  <a:pt x="1035749" y="2097977"/>
                  <a:pt x="756285" y="1972532"/>
                  <a:pt x="563975" y="1766697"/>
                </a:cubicBezTo>
                <a:lnTo>
                  <a:pt x="85725" y="1766697"/>
                </a:lnTo>
                <a:lnTo>
                  <a:pt x="85725" y="1596581"/>
                </a:lnTo>
                <a:cubicBezTo>
                  <a:pt x="418719" y="1290256"/>
                  <a:pt x="659130" y="1068800"/>
                  <a:pt x="659130" y="872680"/>
                </a:cubicBezTo>
                <a:cubicBezTo>
                  <a:pt x="659130" y="741426"/>
                  <a:pt x="585597" y="663035"/>
                  <a:pt x="462439" y="663035"/>
                </a:cubicBezTo>
                <a:cubicBezTo>
                  <a:pt x="367665" y="663035"/>
                  <a:pt x="294323" y="725805"/>
                  <a:pt x="238316" y="780574"/>
                </a:cubicBezTo>
                <a:lnTo>
                  <a:pt x="79915" y="622268"/>
                </a:lnTo>
                <a:cubicBezTo>
                  <a:pt x="216694" y="483489"/>
                  <a:pt x="336804" y="431387"/>
                  <a:pt x="514064" y="431387"/>
                </a:cubicBezTo>
                <a:cubicBezTo>
                  <a:pt x="778002" y="431387"/>
                  <a:pt x="955453" y="600075"/>
                  <a:pt x="955453" y="851154"/>
                </a:cubicBezTo>
                <a:cubicBezTo>
                  <a:pt x="955453" y="1062038"/>
                  <a:pt x="750094" y="1299115"/>
                  <a:pt x="571310" y="1482185"/>
                </a:cubicBezTo>
                <a:lnTo>
                  <a:pt x="514160" y="1540669"/>
                </a:lnTo>
                <a:lnTo>
                  <a:pt x="595217" y="1530572"/>
                </a:lnTo>
                <a:cubicBezTo>
                  <a:pt x="660845" y="1522381"/>
                  <a:pt x="759238" y="1513523"/>
                  <a:pt x="820198" y="1513523"/>
                </a:cubicBezTo>
                <a:lnTo>
                  <a:pt x="1020128" y="1513523"/>
                </a:lnTo>
                <a:lnTo>
                  <a:pt x="1020128" y="1795367"/>
                </a:lnTo>
                <a:lnTo>
                  <a:pt x="1077278" y="1795367"/>
                </a:lnTo>
                <a:lnTo>
                  <a:pt x="1077278" y="1456373"/>
                </a:lnTo>
                <a:lnTo>
                  <a:pt x="820198" y="1456373"/>
                </a:lnTo>
                <a:cubicBezTo>
                  <a:pt x="778574" y="1456373"/>
                  <a:pt x="720662" y="1460278"/>
                  <a:pt x="666750" y="1465326"/>
                </a:cubicBezTo>
                <a:cubicBezTo>
                  <a:pt x="838010" y="1283494"/>
                  <a:pt x="1012603" y="1060323"/>
                  <a:pt x="1012603" y="851154"/>
                </a:cubicBezTo>
                <a:cubicBezTo>
                  <a:pt x="1012603" y="710755"/>
                  <a:pt x="964025" y="590836"/>
                  <a:pt x="872109" y="504349"/>
                </a:cubicBezTo>
                <a:cubicBezTo>
                  <a:pt x="781717" y="419195"/>
                  <a:pt x="657892" y="374237"/>
                  <a:pt x="514064" y="374237"/>
                </a:cubicBezTo>
                <a:cubicBezTo>
                  <a:pt x="313087" y="374237"/>
                  <a:pt x="174308" y="438436"/>
                  <a:pt x="19050" y="603123"/>
                </a:cubicBezTo>
                <a:lnTo>
                  <a:pt x="0" y="623316"/>
                </a:lnTo>
                <a:lnTo>
                  <a:pt x="238125" y="861441"/>
                </a:lnTo>
                <a:lnTo>
                  <a:pt x="258318" y="841248"/>
                </a:lnTo>
                <a:cubicBezTo>
                  <a:pt x="324517" y="775049"/>
                  <a:pt x="385572" y="720280"/>
                  <a:pt x="462248" y="720280"/>
                </a:cubicBezTo>
                <a:cubicBezTo>
                  <a:pt x="553593" y="720280"/>
                  <a:pt x="601790" y="773049"/>
                  <a:pt x="601790" y="872776"/>
                </a:cubicBezTo>
                <a:cubicBezTo>
                  <a:pt x="601790" y="1044130"/>
                  <a:pt x="356330" y="1269873"/>
                  <a:pt x="45625" y="1555814"/>
                </a:cubicBezTo>
                <a:lnTo>
                  <a:pt x="28385" y="1571625"/>
                </a:lnTo>
                <a:lnTo>
                  <a:pt x="28385" y="1824038"/>
                </a:lnTo>
                <a:lnTo>
                  <a:pt x="539972" y="1824038"/>
                </a:lnTo>
                <a:cubicBezTo>
                  <a:pt x="742379" y="2034731"/>
                  <a:pt x="1024795" y="2155317"/>
                  <a:pt x="1317212" y="2155317"/>
                </a:cubicBezTo>
                <a:cubicBezTo>
                  <a:pt x="1911382" y="2155317"/>
                  <a:pt x="2394775" y="1671923"/>
                  <a:pt x="2394775" y="1077754"/>
                </a:cubicBezTo>
                <a:cubicBezTo>
                  <a:pt x="2394871" y="483299"/>
                  <a:pt x="1911477" y="0"/>
                  <a:pt x="1317308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grpSp>
        <p:nvGrpSpPr>
          <p:cNvPr id="11" name="Graphic 1">
            <a:extLst>
              <a:ext uri="{FF2B5EF4-FFF2-40B4-BE49-F238E27FC236}">
                <a16:creationId xmlns:a16="http://schemas.microsoft.com/office/drawing/2014/main" id="{2BF1F7FB-ACAE-4918-AC90-955D060AA871}"/>
              </a:ext>
            </a:extLst>
          </p:cNvPr>
          <p:cNvGrpSpPr/>
          <p:nvPr/>
        </p:nvGrpSpPr>
        <p:grpSpPr>
          <a:xfrm>
            <a:off x="4115085" y="2740627"/>
            <a:ext cx="1376648" cy="1376553"/>
            <a:chOff x="4115085" y="2740627"/>
            <a:chExt cx="1376648" cy="137655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6C0B7AA-1ECA-47AF-AE92-CACAEB418711}"/>
                </a:ext>
              </a:extLst>
            </p:cNvPr>
            <p:cNvSpPr/>
            <p:nvPr/>
          </p:nvSpPr>
          <p:spPr>
            <a:xfrm>
              <a:off x="4115085" y="2740627"/>
              <a:ext cx="1376552" cy="1376553"/>
            </a:xfrm>
            <a:custGeom>
              <a:avLst/>
              <a:gdLst>
                <a:gd name="connsiteX0" fmla="*/ 1376553 w 1376552"/>
                <a:gd name="connsiteY0" fmla="*/ 688277 h 1376553"/>
                <a:gd name="connsiteX1" fmla="*/ 688277 w 1376552"/>
                <a:gd name="connsiteY1" fmla="*/ 1376553 h 1376553"/>
                <a:gd name="connsiteX2" fmla="*/ 0 w 1376552"/>
                <a:gd name="connsiteY2" fmla="*/ 688277 h 1376553"/>
                <a:gd name="connsiteX3" fmla="*/ 688277 w 1376552"/>
                <a:gd name="connsiteY3" fmla="*/ 0 h 1376553"/>
                <a:gd name="connsiteX4" fmla="*/ 1376553 w 1376552"/>
                <a:gd name="connsiteY4" fmla="*/ 688277 h 137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6552" h="1376553">
                  <a:moveTo>
                    <a:pt x="1376553" y="688277"/>
                  </a:moveTo>
                  <a:cubicBezTo>
                    <a:pt x="1376553" y="1068419"/>
                    <a:pt x="1068419" y="1376553"/>
                    <a:pt x="688277" y="1376553"/>
                  </a:cubicBezTo>
                  <a:cubicBezTo>
                    <a:pt x="308134" y="1376553"/>
                    <a:pt x="0" y="1068419"/>
                    <a:pt x="0" y="688277"/>
                  </a:cubicBezTo>
                  <a:cubicBezTo>
                    <a:pt x="0" y="308134"/>
                    <a:pt x="308134" y="0"/>
                    <a:pt x="688277" y="0"/>
                  </a:cubicBezTo>
                  <a:cubicBezTo>
                    <a:pt x="1068419" y="0"/>
                    <a:pt x="1376553" y="308134"/>
                    <a:pt x="1376553" y="68827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77C746A-A252-4DF6-AE01-BB8C0B0F573F}"/>
                </a:ext>
              </a:extLst>
            </p:cNvPr>
            <p:cNvSpPr/>
            <p:nvPr/>
          </p:nvSpPr>
          <p:spPr>
            <a:xfrm>
              <a:off x="4132707" y="2759773"/>
              <a:ext cx="1358931" cy="1357312"/>
            </a:xfrm>
            <a:custGeom>
              <a:avLst/>
              <a:gdLst>
                <a:gd name="connsiteX0" fmla="*/ 1358932 w 1358931"/>
                <a:gd name="connsiteY0" fmla="*/ 669131 h 1357312"/>
                <a:gd name="connsiteX1" fmla="*/ 1186148 w 1358931"/>
                <a:gd name="connsiteY1" fmla="*/ 213074 h 1357312"/>
                <a:gd name="connsiteX2" fmla="*/ 688277 w 1358931"/>
                <a:gd name="connsiteY2" fmla="*/ 0 h 1357312"/>
                <a:gd name="connsiteX3" fmla="*/ 0 w 1358931"/>
                <a:gd name="connsiteY3" fmla="*/ 688277 h 1357312"/>
                <a:gd name="connsiteX4" fmla="*/ 172879 w 1358931"/>
                <a:gd name="connsiteY4" fmla="*/ 1144334 h 1357312"/>
                <a:gd name="connsiteX5" fmla="*/ 670750 w 1358931"/>
                <a:gd name="connsiteY5" fmla="*/ 1357313 h 1357312"/>
                <a:gd name="connsiteX6" fmla="*/ 1358932 w 1358931"/>
                <a:gd name="connsiteY6" fmla="*/ 669131 h 135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8931" h="1357312">
                  <a:moveTo>
                    <a:pt x="1358932" y="669131"/>
                  </a:moveTo>
                  <a:cubicBezTo>
                    <a:pt x="1358932" y="494157"/>
                    <a:pt x="1293686" y="334518"/>
                    <a:pt x="1186148" y="213074"/>
                  </a:cubicBezTo>
                  <a:cubicBezTo>
                    <a:pt x="1060799" y="81820"/>
                    <a:pt x="884111" y="0"/>
                    <a:pt x="688277" y="0"/>
                  </a:cubicBezTo>
                  <a:cubicBezTo>
                    <a:pt x="308134" y="0"/>
                    <a:pt x="0" y="308134"/>
                    <a:pt x="0" y="688277"/>
                  </a:cubicBezTo>
                  <a:cubicBezTo>
                    <a:pt x="0" y="863251"/>
                    <a:pt x="65341" y="1022890"/>
                    <a:pt x="172879" y="1144334"/>
                  </a:cubicBezTo>
                  <a:cubicBezTo>
                    <a:pt x="298228" y="1275588"/>
                    <a:pt x="474916" y="1357313"/>
                    <a:pt x="670750" y="1357313"/>
                  </a:cubicBezTo>
                  <a:cubicBezTo>
                    <a:pt x="1050798" y="1357408"/>
                    <a:pt x="1358932" y="1049274"/>
                    <a:pt x="1358932" y="6691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0" dist="1143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D" dirty="0">
                <a:solidFill>
                  <a:schemeClr val="lt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8F3DC96-01B0-4047-9287-195782F70AC6}"/>
                </a:ext>
              </a:extLst>
            </p:cNvPr>
            <p:cNvSpPr/>
            <p:nvPr/>
          </p:nvSpPr>
          <p:spPr>
            <a:xfrm>
              <a:off x="4237100" y="3127057"/>
              <a:ext cx="1254633" cy="990123"/>
            </a:xfrm>
            <a:custGeom>
              <a:avLst/>
              <a:gdLst>
                <a:gd name="connsiteX0" fmla="*/ 1185005 w 1254633"/>
                <a:gd name="connsiteY0" fmla="*/ 0 h 990123"/>
                <a:gd name="connsiteX1" fmla="*/ 1244251 w 1254633"/>
                <a:gd name="connsiteY1" fmla="*/ 279654 h 990123"/>
                <a:gd name="connsiteX2" fmla="*/ 555974 w 1254633"/>
                <a:gd name="connsiteY2" fmla="*/ 967930 h 990123"/>
                <a:gd name="connsiteX3" fmla="*/ 0 w 1254633"/>
                <a:gd name="connsiteY3" fmla="*/ 685419 h 990123"/>
                <a:gd name="connsiteX4" fmla="*/ 68485 w 1254633"/>
                <a:gd name="connsiteY4" fmla="*/ 777145 h 990123"/>
                <a:gd name="connsiteX5" fmla="*/ 566356 w 1254633"/>
                <a:gd name="connsiteY5" fmla="*/ 990124 h 990123"/>
                <a:gd name="connsiteX6" fmla="*/ 1254633 w 1254633"/>
                <a:gd name="connsiteY6" fmla="*/ 301847 h 990123"/>
                <a:gd name="connsiteX7" fmla="*/ 1185005 w 1254633"/>
                <a:gd name="connsiteY7" fmla="*/ 0 h 990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4633" h="990123">
                  <a:moveTo>
                    <a:pt x="1185005" y="0"/>
                  </a:moveTo>
                  <a:cubicBezTo>
                    <a:pt x="1223010" y="85439"/>
                    <a:pt x="1244251" y="180118"/>
                    <a:pt x="1244251" y="279654"/>
                  </a:cubicBezTo>
                  <a:cubicBezTo>
                    <a:pt x="1244251" y="659797"/>
                    <a:pt x="936117" y="967930"/>
                    <a:pt x="555974" y="967930"/>
                  </a:cubicBezTo>
                  <a:cubicBezTo>
                    <a:pt x="327565" y="967930"/>
                    <a:pt x="125254" y="856679"/>
                    <a:pt x="0" y="685419"/>
                  </a:cubicBezTo>
                  <a:cubicBezTo>
                    <a:pt x="20288" y="717899"/>
                    <a:pt x="43244" y="748570"/>
                    <a:pt x="68485" y="777145"/>
                  </a:cubicBezTo>
                  <a:cubicBezTo>
                    <a:pt x="193834" y="908399"/>
                    <a:pt x="370522" y="990124"/>
                    <a:pt x="566356" y="990124"/>
                  </a:cubicBezTo>
                  <a:cubicBezTo>
                    <a:pt x="946499" y="990124"/>
                    <a:pt x="1254633" y="681990"/>
                    <a:pt x="1254633" y="301847"/>
                  </a:cubicBezTo>
                  <a:cubicBezTo>
                    <a:pt x="1254538" y="193548"/>
                    <a:pt x="1229582" y="91154"/>
                    <a:pt x="118500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5CFDFC-E247-467C-BE06-B31511BACC05}"/>
              </a:ext>
            </a:extLst>
          </p:cNvPr>
          <p:cNvSpPr/>
          <p:nvPr/>
        </p:nvSpPr>
        <p:spPr>
          <a:xfrm>
            <a:off x="6251543" y="2352388"/>
            <a:ext cx="2359247" cy="2155317"/>
          </a:xfrm>
          <a:custGeom>
            <a:avLst/>
            <a:gdLst>
              <a:gd name="connsiteX0" fmla="*/ 1281684 w 2359247"/>
              <a:gd name="connsiteY0" fmla="*/ 0 h 2155317"/>
              <a:gd name="connsiteX1" fmla="*/ 626459 w 2359247"/>
              <a:gd name="connsiteY1" fmla="*/ 222123 h 2155317"/>
              <a:gd name="connsiteX2" fmla="*/ 661225 w 2359247"/>
              <a:gd name="connsiteY2" fmla="*/ 267462 h 2155317"/>
              <a:gd name="connsiteX3" fmla="*/ 1281684 w 2359247"/>
              <a:gd name="connsiteY3" fmla="*/ 57150 h 2155317"/>
              <a:gd name="connsiteX4" fmla="*/ 2302097 w 2359247"/>
              <a:gd name="connsiteY4" fmla="*/ 1077563 h 2155317"/>
              <a:gd name="connsiteX5" fmla="*/ 1281684 w 2359247"/>
              <a:gd name="connsiteY5" fmla="*/ 2097977 h 2155317"/>
              <a:gd name="connsiteX6" fmla="*/ 554831 w 2359247"/>
              <a:gd name="connsiteY6" fmla="*/ 1792510 h 2155317"/>
              <a:gd name="connsiteX7" fmla="*/ 523494 w 2359247"/>
              <a:gd name="connsiteY7" fmla="*/ 1792510 h 2155317"/>
              <a:gd name="connsiteX8" fmla="*/ 72961 w 2359247"/>
              <a:gd name="connsiteY8" fmla="*/ 1625156 h 2155317"/>
              <a:gd name="connsiteX9" fmla="*/ 209169 w 2359247"/>
              <a:gd name="connsiteY9" fmla="*/ 1436560 h 2155317"/>
              <a:gd name="connsiteX10" fmla="*/ 484632 w 2359247"/>
              <a:gd name="connsiteY10" fmla="*/ 1552194 h 2155317"/>
              <a:gd name="connsiteX11" fmla="*/ 711518 w 2359247"/>
              <a:gd name="connsiteY11" fmla="*/ 1394270 h 2155317"/>
              <a:gd name="connsiteX12" fmla="*/ 370904 w 2359247"/>
              <a:gd name="connsiteY12" fmla="*/ 1202055 h 2155317"/>
              <a:gd name="connsiteX13" fmla="*/ 370904 w 2359247"/>
              <a:gd name="connsiteY13" fmla="*/ 1000030 h 2155317"/>
              <a:gd name="connsiteX14" fmla="*/ 668369 w 2359247"/>
              <a:gd name="connsiteY14" fmla="*/ 816578 h 2155317"/>
              <a:gd name="connsiteX15" fmla="*/ 497491 w 2359247"/>
              <a:gd name="connsiteY15" fmla="*/ 662940 h 2155317"/>
              <a:gd name="connsiteX16" fmla="*/ 259842 w 2359247"/>
              <a:gd name="connsiteY16" fmla="*/ 763334 h 2155317"/>
              <a:gd name="connsiteX17" fmla="*/ 111157 w 2359247"/>
              <a:gd name="connsiteY17" fmla="*/ 583311 h 2155317"/>
              <a:gd name="connsiteX18" fmla="*/ 514826 w 2359247"/>
              <a:gd name="connsiteY18" fmla="*/ 431197 h 2155317"/>
              <a:gd name="connsiteX19" fmla="*/ 982027 w 2359247"/>
              <a:gd name="connsiteY19" fmla="*/ 788480 h 2155317"/>
              <a:gd name="connsiteX20" fmla="*/ 779240 w 2359247"/>
              <a:gd name="connsiteY20" fmla="*/ 1057656 h 2155317"/>
              <a:gd name="connsiteX21" fmla="*/ 762190 w 2359247"/>
              <a:gd name="connsiteY21" fmla="*/ 1065181 h 2155317"/>
              <a:gd name="connsiteX22" fmla="*/ 762190 w 2359247"/>
              <a:gd name="connsiteY22" fmla="*/ 1113568 h 2155317"/>
              <a:gd name="connsiteX23" fmla="*/ 782383 w 2359247"/>
              <a:gd name="connsiteY23" fmla="*/ 1119759 h 2155317"/>
              <a:gd name="connsiteX24" fmla="*/ 1025176 w 2359247"/>
              <a:gd name="connsiteY24" fmla="*/ 1420082 h 2155317"/>
              <a:gd name="connsiteX25" fmla="*/ 1082326 w 2359247"/>
              <a:gd name="connsiteY25" fmla="*/ 1420082 h 2155317"/>
              <a:gd name="connsiteX26" fmla="*/ 853154 w 2359247"/>
              <a:gd name="connsiteY26" fmla="*/ 1084707 h 2155317"/>
              <a:gd name="connsiteX27" fmla="*/ 1039177 w 2359247"/>
              <a:gd name="connsiteY27" fmla="*/ 788575 h 2155317"/>
              <a:gd name="connsiteX28" fmla="*/ 893159 w 2359247"/>
              <a:gd name="connsiteY28" fmla="*/ 479965 h 2155317"/>
              <a:gd name="connsiteX29" fmla="*/ 514826 w 2359247"/>
              <a:gd name="connsiteY29" fmla="*/ 374142 h 2155317"/>
              <a:gd name="connsiteX30" fmla="*/ 52388 w 2359247"/>
              <a:gd name="connsiteY30" fmla="*/ 557594 h 2155317"/>
              <a:gd name="connsiteX31" fmla="*/ 30670 w 2359247"/>
              <a:gd name="connsiteY31" fmla="*/ 575786 h 2155317"/>
              <a:gd name="connsiteX32" fmla="*/ 252603 w 2359247"/>
              <a:gd name="connsiteY32" fmla="*/ 844201 h 2155317"/>
              <a:gd name="connsiteX33" fmla="*/ 274701 w 2359247"/>
              <a:gd name="connsiteY33" fmla="*/ 825437 h 2155317"/>
              <a:gd name="connsiteX34" fmla="*/ 497586 w 2359247"/>
              <a:gd name="connsiteY34" fmla="*/ 720185 h 2155317"/>
              <a:gd name="connsiteX35" fmla="*/ 611314 w 2359247"/>
              <a:gd name="connsiteY35" fmla="*/ 816674 h 2155317"/>
              <a:gd name="connsiteX36" fmla="*/ 342424 w 2359247"/>
              <a:gd name="connsiteY36" fmla="*/ 943261 h 2155317"/>
              <a:gd name="connsiteX37" fmla="*/ 313849 w 2359247"/>
              <a:gd name="connsiteY37" fmla="*/ 943261 h 2155317"/>
              <a:gd name="connsiteX38" fmla="*/ 313849 w 2359247"/>
              <a:gd name="connsiteY38" fmla="*/ 1259110 h 2155317"/>
              <a:gd name="connsiteX39" fmla="*/ 342424 w 2359247"/>
              <a:gd name="connsiteY39" fmla="*/ 1259110 h 2155317"/>
              <a:gd name="connsiteX40" fmla="*/ 654462 w 2359247"/>
              <a:gd name="connsiteY40" fmla="*/ 1394365 h 2155317"/>
              <a:gd name="connsiteX41" fmla="*/ 484727 w 2359247"/>
              <a:gd name="connsiteY41" fmla="*/ 1495139 h 2155317"/>
              <a:gd name="connsiteX42" fmla="*/ 223933 w 2359247"/>
              <a:gd name="connsiteY42" fmla="*/ 1373410 h 2155317"/>
              <a:gd name="connsiteX43" fmla="*/ 200215 w 2359247"/>
              <a:gd name="connsiteY43" fmla="*/ 1351598 h 2155317"/>
              <a:gd name="connsiteX44" fmla="*/ 0 w 2359247"/>
              <a:gd name="connsiteY44" fmla="*/ 1628775 h 2155317"/>
              <a:gd name="connsiteX45" fmla="*/ 14668 w 2359247"/>
              <a:gd name="connsiteY45" fmla="*/ 1645825 h 2155317"/>
              <a:gd name="connsiteX46" fmla="*/ 523494 w 2359247"/>
              <a:gd name="connsiteY46" fmla="*/ 1849850 h 2155317"/>
              <a:gd name="connsiteX47" fmla="*/ 530161 w 2359247"/>
              <a:gd name="connsiteY47" fmla="*/ 1849850 h 2155317"/>
              <a:gd name="connsiteX48" fmla="*/ 1281684 w 2359247"/>
              <a:gd name="connsiteY48" fmla="*/ 2155317 h 2155317"/>
              <a:gd name="connsiteX49" fmla="*/ 2359247 w 2359247"/>
              <a:gd name="connsiteY49" fmla="*/ 1077754 h 2155317"/>
              <a:gd name="connsiteX50" fmla="*/ 1281684 w 2359247"/>
              <a:gd name="connsiteY50" fmla="*/ 0 h 2155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359247" h="2155317">
                <a:moveTo>
                  <a:pt x="1281684" y="0"/>
                </a:moveTo>
                <a:cubicBezTo>
                  <a:pt x="1042416" y="0"/>
                  <a:pt x="815816" y="76772"/>
                  <a:pt x="626459" y="222123"/>
                </a:cubicBezTo>
                <a:lnTo>
                  <a:pt x="661225" y="267462"/>
                </a:lnTo>
                <a:cubicBezTo>
                  <a:pt x="840486" y="129826"/>
                  <a:pt x="1055084" y="57150"/>
                  <a:pt x="1281684" y="57150"/>
                </a:cubicBezTo>
                <a:cubicBezTo>
                  <a:pt x="1844326" y="57150"/>
                  <a:pt x="2302097" y="514922"/>
                  <a:pt x="2302097" y="1077563"/>
                </a:cubicBezTo>
                <a:cubicBezTo>
                  <a:pt x="2302097" y="1640205"/>
                  <a:pt x="1844326" y="2097977"/>
                  <a:pt x="1281684" y="2097977"/>
                </a:cubicBezTo>
                <a:cubicBezTo>
                  <a:pt x="1011650" y="2097977"/>
                  <a:pt x="746950" y="1982153"/>
                  <a:pt x="554831" y="1792510"/>
                </a:cubicBezTo>
                <a:lnTo>
                  <a:pt x="523494" y="1792510"/>
                </a:lnTo>
                <a:cubicBezTo>
                  <a:pt x="331661" y="1792510"/>
                  <a:pt x="176498" y="1734693"/>
                  <a:pt x="72961" y="1625156"/>
                </a:cubicBezTo>
                <a:lnTo>
                  <a:pt x="209169" y="1436560"/>
                </a:lnTo>
                <a:cubicBezTo>
                  <a:pt x="298418" y="1511332"/>
                  <a:pt x="395192" y="1552194"/>
                  <a:pt x="484632" y="1552194"/>
                </a:cubicBezTo>
                <a:cubicBezTo>
                  <a:pt x="626650" y="1552194"/>
                  <a:pt x="711518" y="1493139"/>
                  <a:pt x="711518" y="1394270"/>
                </a:cubicBezTo>
                <a:cubicBezTo>
                  <a:pt x="711518" y="1259110"/>
                  <a:pt x="618554" y="1205770"/>
                  <a:pt x="370904" y="1202055"/>
                </a:cubicBezTo>
                <a:lnTo>
                  <a:pt x="370904" y="1000030"/>
                </a:lnTo>
                <a:cubicBezTo>
                  <a:pt x="506349" y="997172"/>
                  <a:pt x="668369" y="970312"/>
                  <a:pt x="668369" y="816578"/>
                </a:cubicBezTo>
                <a:cubicBezTo>
                  <a:pt x="668369" y="718947"/>
                  <a:pt x="606076" y="662940"/>
                  <a:pt x="497491" y="662940"/>
                </a:cubicBezTo>
                <a:cubicBezTo>
                  <a:pt x="405574" y="662940"/>
                  <a:pt x="338423" y="699421"/>
                  <a:pt x="259842" y="763334"/>
                </a:cubicBezTo>
                <a:lnTo>
                  <a:pt x="111157" y="583311"/>
                </a:lnTo>
                <a:cubicBezTo>
                  <a:pt x="241935" y="479679"/>
                  <a:pt x="370808" y="431197"/>
                  <a:pt x="514826" y="431197"/>
                </a:cubicBezTo>
                <a:cubicBezTo>
                  <a:pt x="807339" y="431197"/>
                  <a:pt x="982027" y="564737"/>
                  <a:pt x="982027" y="788480"/>
                </a:cubicBezTo>
                <a:cubicBezTo>
                  <a:pt x="982027" y="909352"/>
                  <a:pt x="915638" y="997458"/>
                  <a:pt x="779240" y="1057656"/>
                </a:cubicBezTo>
                <a:lnTo>
                  <a:pt x="762190" y="1065181"/>
                </a:lnTo>
                <a:lnTo>
                  <a:pt x="762190" y="1113568"/>
                </a:lnTo>
                <a:lnTo>
                  <a:pt x="782383" y="1119759"/>
                </a:lnTo>
                <a:cubicBezTo>
                  <a:pt x="938974" y="1167575"/>
                  <a:pt x="1025176" y="1274255"/>
                  <a:pt x="1025176" y="1420082"/>
                </a:cubicBezTo>
                <a:lnTo>
                  <a:pt x="1082326" y="1420082"/>
                </a:lnTo>
                <a:cubicBezTo>
                  <a:pt x="1082326" y="1264920"/>
                  <a:pt x="1001458" y="1147477"/>
                  <a:pt x="853154" y="1084707"/>
                </a:cubicBezTo>
                <a:cubicBezTo>
                  <a:pt x="976693" y="1015460"/>
                  <a:pt x="1039177" y="916019"/>
                  <a:pt x="1039177" y="788575"/>
                </a:cubicBezTo>
                <a:cubicBezTo>
                  <a:pt x="1039177" y="659225"/>
                  <a:pt x="988695" y="552450"/>
                  <a:pt x="893159" y="479965"/>
                </a:cubicBezTo>
                <a:cubicBezTo>
                  <a:pt x="802005" y="410718"/>
                  <a:pt x="671227" y="374142"/>
                  <a:pt x="514826" y="374142"/>
                </a:cubicBezTo>
                <a:cubicBezTo>
                  <a:pt x="350805" y="374142"/>
                  <a:pt x="199549" y="434150"/>
                  <a:pt x="52388" y="557594"/>
                </a:cubicBezTo>
                <a:lnTo>
                  <a:pt x="30670" y="575786"/>
                </a:lnTo>
                <a:lnTo>
                  <a:pt x="252603" y="844201"/>
                </a:lnTo>
                <a:lnTo>
                  <a:pt x="274701" y="825437"/>
                </a:lnTo>
                <a:cubicBezTo>
                  <a:pt x="354996" y="757142"/>
                  <a:pt x="414338" y="720185"/>
                  <a:pt x="497586" y="720185"/>
                </a:cubicBezTo>
                <a:cubicBezTo>
                  <a:pt x="546354" y="720185"/>
                  <a:pt x="611314" y="730187"/>
                  <a:pt x="611314" y="816674"/>
                </a:cubicBezTo>
                <a:cubicBezTo>
                  <a:pt x="611314" y="879253"/>
                  <a:pt x="579405" y="943261"/>
                  <a:pt x="342424" y="943261"/>
                </a:cubicBezTo>
                <a:lnTo>
                  <a:pt x="313849" y="943261"/>
                </a:lnTo>
                <a:lnTo>
                  <a:pt x="313849" y="1259110"/>
                </a:lnTo>
                <a:lnTo>
                  <a:pt x="342424" y="1259110"/>
                </a:lnTo>
                <a:cubicBezTo>
                  <a:pt x="654462" y="1259110"/>
                  <a:pt x="654462" y="1334072"/>
                  <a:pt x="654462" y="1394365"/>
                </a:cubicBezTo>
                <a:cubicBezTo>
                  <a:pt x="654462" y="1481995"/>
                  <a:pt x="548068" y="1495139"/>
                  <a:pt x="484727" y="1495139"/>
                </a:cubicBezTo>
                <a:cubicBezTo>
                  <a:pt x="401574" y="1495139"/>
                  <a:pt x="308991" y="1451896"/>
                  <a:pt x="223933" y="1373410"/>
                </a:cubicBezTo>
                <a:lnTo>
                  <a:pt x="200215" y="1351598"/>
                </a:lnTo>
                <a:lnTo>
                  <a:pt x="0" y="1628775"/>
                </a:lnTo>
                <a:lnTo>
                  <a:pt x="14668" y="1645825"/>
                </a:lnTo>
                <a:cubicBezTo>
                  <a:pt x="129064" y="1779270"/>
                  <a:pt x="304990" y="1849850"/>
                  <a:pt x="523494" y="1849850"/>
                </a:cubicBezTo>
                <a:lnTo>
                  <a:pt x="530161" y="1849850"/>
                </a:lnTo>
                <a:cubicBezTo>
                  <a:pt x="732472" y="2046827"/>
                  <a:pt x="999077" y="2155317"/>
                  <a:pt x="1281684" y="2155317"/>
                </a:cubicBezTo>
                <a:cubicBezTo>
                  <a:pt x="1875854" y="2155317"/>
                  <a:pt x="2359247" y="1671923"/>
                  <a:pt x="2359247" y="1077754"/>
                </a:cubicBezTo>
                <a:cubicBezTo>
                  <a:pt x="2359247" y="483299"/>
                  <a:pt x="1875854" y="0"/>
                  <a:pt x="1281684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grpSp>
        <p:nvGrpSpPr>
          <p:cNvPr id="16" name="Graphic 1">
            <a:extLst>
              <a:ext uri="{FF2B5EF4-FFF2-40B4-BE49-F238E27FC236}">
                <a16:creationId xmlns:a16="http://schemas.microsoft.com/office/drawing/2014/main" id="{2BF1F7FB-ACAE-4918-AC90-955D060AA871}"/>
              </a:ext>
            </a:extLst>
          </p:cNvPr>
          <p:cNvGrpSpPr/>
          <p:nvPr/>
        </p:nvGrpSpPr>
        <p:grpSpPr>
          <a:xfrm>
            <a:off x="6844950" y="2740627"/>
            <a:ext cx="1376647" cy="1376553"/>
            <a:chOff x="6844950" y="2740627"/>
            <a:chExt cx="1376647" cy="137655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BACF4B-E9AB-4D11-906D-A7B7B0EF9C6B}"/>
                </a:ext>
              </a:extLst>
            </p:cNvPr>
            <p:cNvSpPr/>
            <p:nvPr/>
          </p:nvSpPr>
          <p:spPr>
            <a:xfrm>
              <a:off x="6844950" y="2740627"/>
              <a:ext cx="1376553" cy="1376553"/>
            </a:xfrm>
            <a:custGeom>
              <a:avLst/>
              <a:gdLst>
                <a:gd name="connsiteX0" fmla="*/ 1376553 w 1376553"/>
                <a:gd name="connsiteY0" fmla="*/ 688277 h 1376553"/>
                <a:gd name="connsiteX1" fmla="*/ 688277 w 1376553"/>
                <a:gd name="connsiteY1" fmla="*/ 1376553 h 1376553"/>
                <a:gd name="connsiteX2" fmla="*/ 0 w 1376553"/>
                <a:gd name="connsiteY2" fmla="*/ 688277 h 1376553"/>
                <a:gd name="connsiteX3" fmla="*/ 688277 w 1376553"/>
                <a:gd name="connsiteY3" fmla="*/ 0 h 1376553"/>
                <a:gd name="connsiteX4" fmla="*/ 1376553 w 1376553"/>
                <a:gd name="connsiteY4" fmla="*/ 688277 h 137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6553" h="1376553">
                  <a:moveTo>
                    <a:pt x="1376553" y="688277"/>
                  </a:moveTo>
                  <a:cubicBezTo>
                    <a:pt x="1376553" y="1068419"/>
                    <a:pt x="1068419" y="1376553"/>
                    <a:pt x="688277" y="1376553"/>
                  </a:cubicBezTo>
                  <a:cubicBezTo>
                    <a:pt x="308134" y="1376553"/>
                    <a:pt x="0" y="1068419"/>
                    <a:pt x="0" y="688277"/>
                  </a:cubicBezTo>
                  <a:cubicBezTo>
                    <a:pt x="0" y="308134"/>
                    <a:pt x="308134" y="0"/>
                    <a:pt x="688277" y="0"/>
                  </a:cubicBezTo>
                  <a:cubicBezTo>
                    <a:pt x="1068419" y="0"/>
                    <a:pt x="1376553" y="308134"/>
                    <a:pt x="1376553" y="68827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49E5DD4-B40C-4313-B1B8-988A562356B8}"/>
                </a:ext>
              </a:extLst>
            </p:cNvPr>
            <p:cNvSpPr/>
            <p:nvPr/>
          </p:nvSpPr>
          <p:spPr>
            <a:xfrm>
              <a:off x="6862571" y="2759773"/>
              <a:ext cx="1358932" cy="1357312"/>
            </a:xfrm>
            <a:custGeom>
              <a:avLst/>
              <a:gdLst>
                <a:gd name="connsiteX0" fmla="*/ 1358932 w 1358932"/>
                <a:gd name="connsiteY0" fmla="*/ 669131 h 1357312"/>
                <a:gd name="connsiteX1" fmla="*/ 1186149 w 1358932"/>
                <a:gd name="connsiteY1" fmla="*/ 213074 h 1357312"/>
                <a:gd name="connsiteX2" fmla="*/ 688277 w 1358932"/>
                <a:gd name="connsiteY2" fmla="*/ 0 h 1357312"/>
                <a:gd name="connsiteX3" fmla="*/ 0 w 1358932"/>
                <a:gd name="connsiteY3" fmla="*/ 688277 h 1357312"/>
                <a:gd name="connsiteX4" fmla="*/ 172879 w 1358932"/>
                <a:gd name="connsiteY4" fmla="*/ 1144334 h 1357312"/>
                <a:gd name="connsiteX5" fmla="*/ 670751 w 1358932"/>
                <a:gd name="connsiteY5" fmla="*/ 1357313 h 1357312"/>
                <a:gd name="connsiteX6" fmla="*/ 1358932 w 1358932"/>
                <a:gd name="connsiteY6" fmla="*/ 669131 h 135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8932" h="1357312">
                  <a:moveTo>
                    <a:pt x="1358932" y="669131"/>
                  </a:moveTo>
                  <a:cubicBezTo>
                    <a:pt x="1358932" y="494157"/>
                    <a:pt x="1293686" y="334518"/>
                    <a:pt x="1186149" y="213074"/>
                  </a:cubicBezTo>
                  <a:cubicBezTo>
                    <a:pt x="1060799" y="81820"/>
                    <a:pt x="884111" y="0"/>
                    <a:pt x="688277" y="0"/>
                  </a:cubicBezTo>
                  <a:cubicBezTo>
                    <a:pt x="308134" y="0"/>
                    <a:pt x="0" y="308134"/>
                    <a:pt x="0" y="688277"/>
                  </a:cubicBezTo>
                  <a:cubicBezTo>
                    <a:pt x="0" y="863251"/>
                    <a:pt x="65342" y="1022890"/>
                    <a:pt x="172879" y="1144334"/>
                  </a:cubicBezTo>
                  <a:cubicBezTo>
                    <a:pt x="298228" y="1275588"/>
                    <a:pt x="474917" y="1357313"/>
                    <a:pt x="670751" y="1357313"/>
                  </a:cubicBezTo>
                  <a:cubicBezTo>
                    <a:pt x="1050798" y="1357408"/>
                    <a:pt x="1358932" y="1049274"/>
                    <a:pt x="1358932" y="6691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0" dist="1143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D" dirty="0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BC62A1A-8C0C-4AFC-BDCD-C416AB1499B2}"/>
                </a:ext>
              </a:extLst>
            </p:cNvPr>
            <p:cNvSpPr/>
            <p:nvPr/>
          </p:nvSpPr>
          <p:spPr>
            <a:xfrm>
              <a:off x="6966966" y="3127057"/>
              <a:ext cx="1254632" cy="990123"/>
            </a:xfrm>
            <a:custGeom>
              <a:avLst/>
              <a:gdLst>
                <a:gd name="connsiteX0" fmla="*/ 1185005 w 1254632"/>
                <a:gd name="connsiteY0" fmla="*/ 0 h 990123"/>
                <a:gd name="connsiteX1" fmla="*/ 1244251 w 1254632"/>
                <a:gd name="connsiteY1" fmla="*/ 279654 h 990123"/>
                <a:gd name="connsiteX2" fmla="*/ 555974 w 1254632"/>
                <a:gd name="connsiteY2" fmla="*/ 967930 h 990123"/>
                <a:gd name="connsiteX3" fmla="*/ 0 w 1254632"/>
                <a:gd name="connsiteY3" fmla="*/ 685419 h 990123"/>
                <a:gd name="connsiteX4" fmla="*/ 68485 w 1254632"/>
                <a:gd name="connsiteY4" fmla="*/ 777145 h 990123"/>
                <a:gd name="connsiteX5" fmla="*/ 566357 w 1254632"/>
                <a:gd name="connsiteY5" fmla="*/ 990124 h 990123"/>
                <a:gd name="connsiteX6" fmla="*/ 1254633 w 1254632"/>
                <a:gd name="connsiteY6" fmla="*/ 301847 h 990123"/>
                <a:gd name="connsiteX7" fmla="*/ 1185005 w 1254632"/>
                <a:gd name="connsiteY7" fmla="*/ 0 h 990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4632" h="990123">
                  <a:moveTo>
                    <a:pt x="1185005" y="0"/>
                  </a:moveTo>
                  <a:cubicBezTo>
                    <a:pt x="1223010" y="85439"/>
                    <a:pt x="1244251" y="180118"/>
                    <a:pt x="1244251" y="279654"/>
                  </a:cubicBezTo>
                  <a:cubicBezTo>
                    <a:pt x="1244251" y="659797"/>
                    <a:pt x="936117" y="967930"/>
                    <a:pt x="555974" y="967930"/>
                  </a:cubicBezTo>
                  <a:cubicBezTo>
                    <a:pt x="327565" y="967930"/>
                    <a:pt x="125254" y="856679"/>
                    <a:pt x="0" y="685419"/>
                  </a:cubicBezTo>
                  <a:cubicBezTo>
                    <a:pt x="20288" y="717899"/>
                    <a:pt x="43243" y="748570"/>
                    <a:pt x="68485" y="777145"/>
                  </a:cubicBezTo>
                  <a:cubicBezTo>
                    <a:pt x="193834" y="908399"/>
                    <a:pt x="370523" y="990124"/>
                    <a:pt x="566357" y="990124"/>
                  </a:cubicBezTo>
                  <a:cubicBezTo>
                    <a:pt x="946499" y="990124"/>
                    <a:pt x="1254633" y="681990"/>
                    <a:pt x="1254633" y="301847"/>
                  </a:cubicBezTo>
                  <a:cubicBezTo>
                    <a:pt x="1254538" y="193548"/>
                    <a:pt x="1229583" y="91154"/>
                    <a:pt x="118500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A58F9B5-3434-42EE-8D30-BBA144932FC8}"/>
              </a:ext>
            </a:extLst>
          </p:cNvPr>
          <p:cNvSpPr/>
          <p:nvPr/>
        </p:nvSpPr>
        <p:spPr>
          <a:xfrm>
            <a:off x="8916447" y="2347912"/>
            <a:ext cx="2447925" cy="2155031"/>
          </a:xfrm>
          <a:custGeom>
            <a:avLst/>
            <a:gdLst>
              <a:gd name="connsiteX0" fmla="*/ 477393 w 2447925"/>
              <a:gd name="connsiteY0" fmla="*/ 967550 h 2155031"/>
              <a:gd name="connsiteX1" fmla="*/ 330137 w 2447925"/>
              <a:gd name="connsiteY1" fmla="*/ 1241774 h 2155031"/>
              <a:gd name="connsiteX2" fmla="*/ 639318 w 2447925"/>
              <a:gd name="connsiteY2" fmla="*/ 1241774 h 2155031"/>
              <a:gd name="connsiteX3" fmla="*/ 639318 w 2447925"/>
              <a:gd name="connsiteY3" fmla="*/ 1058037 h 2155031"/>
              <a:gd name="connsiteX4" fmla="*/ 648558 w 2447925"/>
              <a:gd name="connsiteY4" fmla="*/ 808863 h 2155031"/>
              <a:gd name="connsiteX5" fmla="*/ 652177 w 2447925"/>
              <a:gd name="connsiteY5" fmla="*/ 735997 h 2155031"/>
              <a:gd name="connsiteX6" fmla="*/ 653605 w 2447925"/>
              <a:gd name="connsiteY6" fmla="*/ 706088 h 2155031"/>
              <a:gd name="connsiteX7" fmla="*/ 596075 w 2447925"/>
              <a:gd name="connsiteY7" fmla="*/ 706088 h 2155031"/>
              <a:gd name="connsiteX8" fmla="*/ 588740 w 2447925"/>
              <a:gd name="connsiteY8" fmla="*/ 723614 h 2155031"/>
              <a:gd name="connsiteX9" fmla="*/ 477393 w 2447925"/>
              <a:gd name="connsiteY9" fmla="*/ 967550 h 2155031"/>
              <a:gd name="connsiteX10" fmla="*/ 582073 w 2447925"/>
              <a:gd name="connsiteY10" fmla="*/ 1058037 h 2155031"/>
              <a:gd name="connsiteX11" fmla="*/ 582073 w 2447925"/>
              <a:gd name="connsiteY11" fmla="*/ 1184624 h 2155031"/>
              <a:gd name="connsiteX12" fmla="*/ 425672 w 2447925"/>
              <a:gd name="connsiteY12" fmla="*/ 1184624 h 2155031"/>
              <a:gd name="connsiteX13" fmla="*/ 528066 w 2447925"/>
              <a:gd name="connsiteY13" fmla="*/ 993934 h 2155031"/>
              <a:gd name="connsiteX14" fmla="*/ 528733 w 2447925"/>
              <a:gd name="connsiteY14" fmla="*/ 992696 h 2155031"/>
              <a:gd name="connsiteX15" fmla="*/ 588455 w 2447925"/>
              <a:gd name="connsiteY15" fmla="*/ 865442 h 2155031"/>
              <a:gd name="connsiteX16" fmla="*/ 582073 w 2447925"/>
              <a:gd name="connsiteY16" fmla="*/ 1058037 h 2155031"/>
              <a:gd name="connsiteX17" fmla="*/ 2447925 w 2447925"/>
              <a:gd name="connsiteY17" fmla="*/ 1077468 h 2155031"/>
              <a:gd name="connsiteX18" fmla="*/ 1370362 w 2447925"/>
              <a:gd name="connsiteY18" fmla="*/ 2155031 h 2155031"/>
              <a:gd name="connsiteX19" fmla="*/ 613506 w 2447925"/>
              <a:gd name="connsiteY19" fmla="*/ 1844421 h 2155031"/>
              <a:gd name="connsiteX20" fmla="*/ 581978 w 2447925"/>
              <a:gd name="connsiteY20" fmla="*/ 1809464 h 2155031"/>
              <a:gd name="connsiteX21" fmla="*/ 581978 w 2447925"/>
              <a:gd name="connsiteY21" fmla="*/ 1522000 h 2155031"/>
              <a:gd name="connsiteX22" fmla="*/ 0 w 2447925"/>
              <a:gd name="connsiteY22" fmla="*/ 1522000 h 2155031"/>
              <a:gd name="connsiteX23" fmla="*/ 0 w 2447925"/>
              <a:gd name="connsiteY23" fmla="*/ 1227106 h 2155031"/>
              <a:gd name="connsiteX24" fmla="*/ 3906 w 2447925"/>
              <a:gd name="connsiteY24" fmla="*/ 1220438 h 2155031"/>
              <a:gd name="connsiteX25" fmla="*/ 477774 w 2447925"/>
              <a:gd name="connsiteY25" fmla="*/ 404336 h 2155031"/>
              <a:gd name="connsiteX26" fmla="*/ 984123 w 2447925"/>
              <a:gd name="connsiteY26" fmla="*/ 404336 h 2155031"/>
              <a:gd name="connsiteX27" fmla="*/ 984123 w 2447925"/>
              <a:gd name="connsiteY27" fmla="*/ 1184624 h 2155031"/>
              <a:gd name="connsiteX28" fmla="*/ 1130713 w 2447925"/>
              <a:gd name="connsiteY28" fmla="*/ 1184624 h 2155031"/>
              <a:gd name="connsiteX29" fmla="*/ 1130713 w 2447925"/>
              <a:gd name="connsiteY29" fmla="*/ 1522000 h 2155031"/>
              <a:gd name="connsiteX30" fmla="*/ 955548 w 2447925"/>
              <a:gd name="connsiteY30" fmla="*/ 1522000 h 2155031"/>
              <a:gd name="connsiteX31" fmla="*/ 955548 w 2447925"/>
              <a:gd name="connsiteY31" fmla="*/ 1464850 h 2155031"/>
              <a:gd name="connsiteX32" fmla="*/ 1073563 w 2447925"/>
              <a:gd name="connsiteY32" fmla="*/ 1464850 h 2155031"/>
              <a:gd name="connsiteX33" fmla="*/ 1073563 w 2447925"/>
              <a:gd name="connsiteY33" fmla="*/ 1241774 h 2155031"/>
              <a:gd name="connsiteX34" fmla="*/ 926973 w 2447925"/>
              <a:gd name="connsiteY34" fmla="*/ 1241774 h 2155031"/>
              <a:gd name="connsiteX35" fmla="*/ 926973 w 2447925"/>
              <a:gd name="connsiteY35" fmla="*/ 461486 h 2155031"/>
              <a:gd name="connsiteX36" fmla="*/ 510730 w 2447925"/>
              <a:gd name="connsiteY36" fmla="*/ 461486 h 2155031"/>
              <a:gd name="connsiteX37" fmla="*/ 57245 w 2447925"/>
              <a:gd name="connsiteY37" fmla="*/ 1242441 h 2155031"/>
              <a:gd name="connsiteX38" fmla="*/ 57245 w 2447925"/>
              <a:gd name="connsiteY38" fmla="*/ 1464850 h 2155031"/>
              <a:gd name="connsiteX39" fmla="*/ 639223 w 2447925"/>
              <a:gd name="connsiteY39" fmla="*/ 1464850 h 2155031"/>
              <a:gd name="connsiteX40" fmla="*/ 639223 w 2447925"/>
              <a:gd name="connsiteY40" fmla="*/ 1788986 h 2155031"/>
              <a:gd name="connsiteX41" fmla="*/ 653701 w 2447925"/>
              <a:gd name="connsiteY41" fmla="*/ 1803749 h 2155031"/>
              <a:gd name="connsiteX42" fmla="*/ 1370457 w 2447925"/>
              <a:gd name="connsiteY42" fmla="*/ 2097881 h 2155031"/>
              <a:gd name="connsiteX43" fmla="*/ 2390870 w 2447925"/>
              <a:gd name="connsiteY43" fmla="*/ 1077468 h 2155031"/>
              <a:gd name="connsiteX44" fmla="*/ 1370457 w 2447925"/>
              <a:gd name="connsiteY44" fmla="*/ 57150 h 2155031"/>
              <a:gd name="connsiteX45" fmla="*/ 749998 w 2447925"/>
              <a:gd name="connsiteY45" fmla="*/ 267462 h 2155031"/>
              <a:gd name="connsiteX46" fmla="*/ 715233 w 2447925"/>
              <a:gd name="connsiteY46" fmla="*/ 222123 h 2155031"/>
              <a:gd name="connsiteX47" fmla="*/ 1370457 w 2447925"/>
              <a:gd name="connsiteY47" fmla="*/ 0 h 2155031"/>
              <a:gd name="connsiteX48" fmla="*/ 2447925 w 2447925"/>
              <a:gd name="connsiteY48" fmla="*/ 1077468 h 2155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447925" h="2155031">
                <a:moveTo>
                  <a:pt x="477393" y="967550"/>
                </a:moveTo>
                <a:lnTo>
                  <a:pt x="330137" y="1241774"/>
                </a:lnTo>
                <a:lnTo>
                  <a:pt x="639318" y="1241774"/>
                </a:lnTo>
                <a:lnTo>
                  <a:pt x="639318" y="1058037"/>
                </a:lnTo>
                <a:cubicBezTo>
                  <a:pt x="639318" y="988124"/>
                  <a:pt x="644271" y="892874"/>
                  <a:pt x="648558" y="808863"/>
                </a:cubicBezTo>
                <a:cubicBezTo>
                  <a:pt x="649891" y="782860"/>
                  <a:pt x="651129" y="758190"/>
                  <a:pt x="652177" y="735997"/>
                </a:cubicBezTo>
                <a:lnTo>
                  <a:pt x="653605" y="706088"/>
                </a:lnTo>
                <a:lnTo>
                  <a:pt x="596075" y="706088"/>
                </a:lnTo>
                <a:lnTo>
                  <a:pt x="588740" y="723614"/>
                </a:lnTo>
                <a:cubicBezTo>
                  <a:pt x="554450" y="804958"/>
                  <a:pt x="515303" y="887635"/>
                  <a:pt x="477393" y="967550"/>
                </a:cubicBezTo>
                <a:close/>
                <a:moveTo>
                  <a:pt x="582073" y="1058037"/>
                </a:moveTo>
                <a:lnTo>
                  <a:pt x="582073" y="1184624"/>
                </a:lnTo>
                <a:lnTo>
                  <a:pt x="425672" y="1184624"/>
                </a:lnTo>
                <a:lnTo>
                  <a:pt x="528066" y="993934"/>
                </a:lnTo>
                <a:lnTo>
                  <a:pt x="528733" y="992696"/>
                </a:lnTo>
                <a:cubicBezTo>
                  <a:pt x="548545" y="950881"/>
                  <a:pt x="568738" y="908209"/>
                  <a:pt x="588455" y="865442"/>
                </a:cubicBezTo>
                <a:cubicBezTo>
                  <a:pt x="585026" y="933260"/>
                  <a:pt x="582073" y="1002983"/>
                  <a:pt x="582073" y="1058037"/>
                </a:cubicBezTo>
                <a:close/>
                <a:moveTo>
                  <a:pt x="2447925" y="1077468"/>
                </a:moveTo>
                <a:cubicBezTo>
                  <a:pt x="2447925" y="1671638"/>
                  <a:pt x="1964531" y="2155031"/>
                  <a:pt x="1370362" y="2155031"/>
                </a:cubicBezTo>
                <a:cubicBezTo>
                  <a:pt x="1085279" y="2155031"/>
                  <a:pt x="816483" y="2044732"/>
                  <a:pt x="613506" y="1844421"/>
                </a:cubicBezTo>
                <a:cubicBezTo>
                  <a:pt x="605314" y="1836325"/>
                  <a:pt x="589979" y="1817846"/>
                  <a:pt x="581978" y="1809464"/>
                </a:cubicBezTo>
                <a:lnTo>
                  <a:pt x="581978" y="1522000"/>
                </a:lnTo>
                <a:lnTo>
                  <a:pt x="0" y="1522000"/>
                </a:lnTo>
                <a:lnTo>
                  <a:pt x="0" y="1227106"/>
                </a:lnTo>
                <a:lnTo>
                  <a:pt x="3906" y="1220438"/>
                </a:lnTo>
                <a:lnTo>
                  <a:pt x="477774" y="404336"/>
                </a:lnTo>
                <a:lnTo>
                  <a:pt x="984123" y="404336"/>
                </a:lnTo>
                <a:lnTo>
                  <a:pt x="984123" y="1184624"/>
                </a:lnTo>
                <a:lnTo>
                  <a:pt x="1130713" y="1184624"/>
                </a:lnTo>
                <a:lnTo>
                  <a:pt x="1130713" y="1522000"/>
                </a:lnTo>
                <a:lnTo>
                  <a:pt x="955548" y="1522000"/>
                </a:lnTo>
                <a:lnTo>
                  <a:pt x="955548" y="1464850"/>
                </a:lnTo>
                <a:lnTo>
                  <a:pt x="1073563" y="1464850"/>
                </a:lnTo>
                <a:lnTo>
                  <a:pt x="1073563" y="1241774"/>
                </a:lnTo>
                <a:lnTo>
                  <a:pt x="926973" y="1241774"/>
                </a:lnTo>
                <a:lnTo>
                  <a:pt x="926973" y="461486"/>
                </a:lnTo>
                <a:lnTo>
                  <a:pt x="510730" y="461486"/>
                </a:lnTo>
                <a:lnTo>
                  <a:pt x="57245" y="1242441"/>
                </a:lnTo>
                <a:lnTo>
                  <a:pt x="57245" y="1464850"/>
                </a:lnTo>
                <a:lnTo>
                  <a:pt x="639223" y="1464850"/>
                </a:lnTo>
                <a:lnTo>
                  <a:pt x="639223" y="1788986"/>
                </a:lnTo>
                <a:cubicBezTo>
                  <a:pt x="643985" y="1793939"/>
                  <a:pt x="648843" y="1798892"/>
                  <a:pt x="653701" y="1803749"/>
                </a:cubicBezTo>
                <a:cubicBezTo>
                  <a:pt x="845915" y="1993392"/>
                  <a:pt x="1100424" y="2097881"/>
                  <a:pt x="1370457" y="2097881"/>
                </a:cubicBezTo>
                <a:cubicBezTo>
                  <a:pt x="1933100" y="2097881"/>
                  <a:pt x="2390870" y="1640110"/>
                  <a:pt x="2390870" y="1077468"/>
                </a:cubicBezTo>
                <a:cubicBezTo>
                  <a:pt x="2390775" y="514922"/>
                  <a:pt x="1933100" y="57150"/>
                  <a:pt x="1370457" y="57150"/>
                </a:cubicBezTo>
                <a:cubicBezTo>
                  <a:pt x="1143858" y="57150"/>
                  <a:pt x="929259" y="129826"/>
                  <a:pt x="749998" y="267462"/>
                </a:cubicBezTo>
                <a:lnTo>
                  <a:pt x="715233" y="222123"/>
                </a:lnTo>
                <a:cubicBezTo>
                  <a:pt x="904590" y="76772"/>
                  <a:pt x="1131189" y="0"/>
                  <a:pt x="1370457" y="0"/>
                </a:cubicBezTo>
                <a:cubicBezTo>
                  <a:pt x="1964627" y="0"/>
                  <a:pt x="2447925" y="483394"/>
                  <a:pt x="2447925" y="1077468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grpSp>
        <p:nvGrpSpPr>
          <p:cNvPr id="21" name="Graphic 1">
            <a:extLst>
              <a:ext uri="{FF2B5EF4-FFF2-40B4-BE49-F238E27FC236}">
                <a16:creationId xmlns:a16="http://schemas.microsoft.com/office/drawing/2014/main" id="{2BF1F7FB-ACAE-4918-AC90-955D060AA871}"/>
              </a:ext>
            </a:extLst>
          </p:cNvPr>
          <p:cNvGrpSpPr/>
          <p:nvPr/>
        </p:nvGrpSpPr>
        <p:grpSpPr>
          <a:xfrm>
            <a:off x="9568053" y="2740627"/>
            <a:ext cx="1376553" cy="1376553"/>
            <a:chOff x="9568053" y="2740627"/>
            <a:chExt cx="1376553" cy="137655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8FCD6F1-D25C-4955-A6A1-D313232F27E7}"/>
                </a:ext>
              </a:extLst>
            </p:cNvPr>
            <p:cNvSpPr/>
            <p:nvPr/>
          </p:nvSpPr>
          <p:spPr>
            <a:xfrm>
              <a:off x="9568053" y="2740627"/>
              <a:ext cx="1376553" cy="1376553"/>
            </a:xfrm>
            <a:custGeom>
              <a:avLst/>
              <a:gdLst>
                <a:gd name="connsiteX0" fmla="*/ 1376553 w 1376553"/>
                <a:gd name="connsiteY0" fmla="*/ 688277 h 1376553"/>
                <a:gd name="connsiteX1" fmla="*/ 688277 w 1376553"/>
                <a:gd name="connsiteY1" fmla="*/ 1376553 h 1376553"/>
                <a:gd name="connsiteX2" fmla="*/ 0 w 1376553"/>
                <a:gd name="connsiteY2" fmla="*/ 688277 h 1376553"/>
                <a:gd name="connsiteX3" fmla="*/ 688277 w 1376553"/>
                <a:gd name="connsiteY3" fmla="*/ 0 h 1376553"/>
                <a:gd name="connsiteX4" fmla="*/ 1376553 w 1376553"/>
                <a:gd name="connsiteY4" fmla="*/ 688277 h 137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6553" h="1376553">
                  <a:moveTo>
                    <a:pt x="1376553" y="688277"/>
                  </a:moveTo>
                  <a:cubicBezTo>
                    <a:pt x="1376553" y="1068419"/>
                    <a:pt x="1068419" y="1376553"/>
                    <a:pt x="688277" y="1376553"/>
                  </a:cubicBezTo>
                  <a:cubicBezTo>
                    <a:pt x="308134" y="1376553"/>
                    <a:pt x="0" y="1068419"/>
                    <a:pt x="0" y="688277"/>
                  </a:cubicBezTo>
                  <a:cubicBezTo>
                    <a:pt x="0" y="308134"/>
                    <a:pt x="308134" y="0"/>
                    <a:pt x="688277" y="0"/>
                  </a:cubicBezTo>
                  <a:cubicBezTo>
                    <a:pt x="1068419" y="0"/>
                    <a:pt x="1376553" y="308134"/>
                    <a:pt x="1376553" y="68827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7AD921B-A88B-4B69-B014-A8BF8147A3CC}"/>
                </a:ext>
              </a:extLst>
            </p:cNvPr>
            <p:cNvSpPr/>
            <p:nvPr/>
          </p:nvSpPr>
          <p:spPr>
            <a:xfrm>
              <a:off x="9585674" y="2759773"/>
              <a:ext cx="1358932" cy="1357312"/>
            </a:xfrm>
            <a:custGeom>
              <a:avLst/>
              <a:gdLst>
                <a:gd name="connsiteX0" fmla="*/ 1358932 w 1358932"/>
                <a:gd name="connsiteY0" fmla="*/ 669131 h 1357312"/>
                <a:gd name="connsiteX1" fmla="*/ 1186149 w 1358932"/>
                <a:gd name="connsiteY1" fmla="*/ 213074 h 1357312"/>
                <a:gd name="connsiteX2" fmla="*/ 688277 w 1358932"/>
                <a:gd name="connsiteY2" fmla="*/ 0 h 1357312"/>
                <a:gd name="connsiteX3" fmla="*/ 0 w 1358932"/>
                <a:gd name="connsiteY3" fmla="*/ 688277 h 1357312"/>
                <a:gd name="connsiteX4" fmla="*/ 172879 w 1358932"/>
                <a:gd name="connsiteY4" fmla="*/ 1144334 h 1357312"/>
                <a:gd name="connsiteX5" fmla="*/ 670750 w 1358932"/>
                <a:gd name="connsiteY5" fmla="*/ 1357313 h 1357312"/>
                <a:gd name="connsiteX6" fmla="*/ 1358932 w 1358932"/>
                <a:gd name="connsiteY6" fmla="*/ 669131 h 135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8932" h="1357312">
                  <a:moveTo>
                    <a:pt x="1358932" y="669131"/>
                  </a:moveTo>
                  <a:cubicBezTo>
                    <a:pt x="1358932" y="494157"/>
                    <a:pt x="1293685" y="334518"/>
                    <a:pt x="1186149" y="213074"/>
                  </a:cubicBezTo>
                  <a:cubicBezTo>
                    <a:pt x="1060799" y="81820"/>
                    <a:pt x="884111" y="0"/>
                    <a:pt x="688277" y="0"/>
                  </a:cubicBezTo>
                  <a:cubicBezTo>
                    <a:pt x="308134" y="0"/>
                    <a:pt x="0" y="308134"/>
                    <a:pt x="0" y="688277"/>
                  </a:cubicBezTo>
                  <a:cubicBezTo>
                    <a:pt x="0" y="863251"/>
                    <a:pt x="65341" y="1022890"/>
                    <a:pt x="172879" y="1144334"/>
                  </a:cubicBezTo>
                  <a:cubicBezTo>
                    <a:pt x="298228" y="1275588"/>
                    <a:pt x="474916" y="1357313"/>
                    <a:pt x="670750" y="1357313"/>
                  </a:cubicBezTo>
                  <a:cubicBezTo>
                    <a:pt x="1050798" y="1357408"/>
                    <a:pt x="1358932" y="1049274"/>
                    <a:pt x="1358932" y="6691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0" dist="1143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D" dirty="0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05FE7F8-F949-4B28-BA34-C7924B7C7124}"/>
                </a:ext>
              </a:extLst>
            </p:cNvPr>
            <p:cNvSpPr/>
            <p:nvPr/>
          </p:nvSpPr>
          <p:spPr>
            <a:xfrm>
              <a:off x="9689973" y="3127057"/>
              <a:ext cx="1254633" cy="990123"/>
            </a:xfrm>
            <a:custGeom>
              <a:avLst/>
              <a:gdLst>
                <a:gd name="connsiteX0" fmla="*/ 1185005 w 1254633"/>
                <a:gd name="connsiteY0" fmla="*/ 0 h 990123"/>
                <a:gd name="connsiteX1" fmla="*/ 1244250 w 1254633"/>
                <a:gd name="connsiteY1" fmla="*/ 279654 h 990123"/>
                <a:gd name="connsiteX2" fmla="*/ 555974 w 1254633"/>
                <a:gd name="connsiteY2" fmla="*/ 967930 h 990123"/>
                <a:gd name="connsiteX3" fmla="*/ 0 w 1254633"/>
                <a:gd name="connsiteY3" fmla="*/ 685419 h 990123"/>
                <a:gd name="connsiteX4" fmla="*/ 68485 w 1254633"/>
                <a:gd name="connsiteY4" fmla="*/ 777145 h 990123"/>
                <a:gd name="connsiteX5" fmla="*/ 566357 w 1254633"/>
                <a:gd name="connsiteY5" fmla="*/ 990124 h 990123"/>
                <a:gd name="connsiteX6" fmla="*/ 1254633 w 1254633"/>
                <a:gd name="connsiteY6" fmla="*/ 301847 h 990123"/>
                <a:gd name="connsiteX7" fmla="*/ 1185005 w 1254633"/>
                <a:gd name="connsiteY7" fmla="*/ 0 h 990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4633" h="990123">
                  <a:moveTo>
                    <a:pt x="1185005" y="0"/>
                  </a:moveTo>
                  <a:cubicBezTo>
                    <a:pt x="1223010" y="85439"/>
                    <a:pt x="1244250" y="180118"/>
                    <a:pt x="1244250" y="279654"/>
                  </a:cubicBezTo>
                  <a:cubicBezTo>
                    <a:pt x="1244250" y="659797"/>
                    <a:pt x="936117" y="967930"/>
                    <a:pt x="555974" y="967930"/>
                  </a:cubicBezTo>
                  <a:cubicBezTo>
                    <a:pt x="327565" y="967930"/>
                    <a:pt x="125253" y="856679"/>
                    <a:pt x="0" y="685419"/>
                  </a:cubicBezTo>
                  <a:cubicBezTo>
                    <a:pt x="20288" y="717899"/>
                    <a:pt x="43243" y="748570"/>
                    <a:pt x="68485" y="777145"/>
                  </a:cubicBezTo>
                  <a:cubicBezTo>
                    <a:pt x="193834" y="908399"/>
                    <a:pt x="370522" y="990124"/>
                    <a:pt x="566357" y="990124"/>
                  </a:cubicBezTo>
                  <a:cubicBezTo>
                    <a:pt x="946499" y="990124"/>
                    <a:pt x="1254633" y="681990"/>
                    <a:pt x="1254633" y="301847"/>
                  </a:cubicBezTo>
                  <a:cubicBezTo>
                    <a:pt x="1254633" y="193548"/>
                    <a:pt x="1229583" y="91154"/>
                    <a:pt x="118500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011DD44-ED8C-4340-AA2C-A51FCAFAEBBD}"/>
              </a:ext>
            </a:extLst>
          </p:cNvPr>
          <p:cNvSpPr txBox="1"/>
          <p:nvPr/>
        </p:nvSpPr>
        <p:spPr>
          <a:xfrm>
            <a:off x="1024294" y="5227222"/>
            <a:ext cx="1950102" cy="899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Project kick off</a:t>
            </a:r>
          </a:p>
          <a:p>
            <a:pPr marL="171450" indent="-171450" algn="ctr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Discovery workshop</a:t>
            </a:r>
          </a:p>
          <a:p>
            <a:pPr marL="171450" indent="-171450" algn="ctr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Design sessions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B31DFF-FB74-4B2C-A03D-EAC9768C3B51}"/>
              </a:ext>
            </a:extLst>
          </p:cNvPr>
          <p:cNvSpPr txBox="1"/>
          <p:nvPr/>
        </p:nvSpPr>
        <p:spPr>
          <a:xfrm>
            <a:off x="3708390" y="5227222"/>
            <a:ext cx="1950102" cy="899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Change network kick off</a:t>
            </a:r>
          </a:p>
          <a:p>
            <a:pPr marL="171450" indent="-171450" algn="ctr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End to end testing</a:t>
            </a:r>
          </a:p>
          <a:p>
            <a:pPr marL="171450" indent="-171450" algn="ctr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User Acceptance Testing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06DAEF-DE39-475C-B656-A307D450E390}"/>
              </a:ext>
            </a:extLst>
          </p:cNvPr>
          <p:cNvSpPr txBox="1"/>
          <p:nvPr/>
        </p:nvSpPr>
        <p:spPr>
          <a:xfrm>
            <a:off x="6456115" y="5227222"/>
            <a:ext cx="1950102" cy="25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Start using workday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E1E4D5-FFF1-4BC2-BD71-81C4956D6AFF}"/>
              </a:ext>
            </a:extLst>
          </p:cNvPr>
          <p:cNvSpPr txBox="1"/>
          <p:nvPr/>
        </p:nvSpPr>
        <p:spPr>
          <a:xfrm>
            <a:off x="9165358" y="5227222"/>
            <a:ext cx="1950102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Post launch support</a:t>
            </a:r>
          </a:p>
          <a:p>
            <a:pPr marL="171450" indent="-171450" algn="ctr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Workday updates and new releases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A3F3D9-0EE8-4E22-8DE1-12C78984D1A8}"/>
              </a:ext>
            </a:extLst>
          </p:cNvPr>
          <p:cNvSpPr txBox="1"/>
          <p:nvPr/>
        </p:nvSpPr>
        <p:spPr>
          <a:xfrm>
            <a:off x="703947" y="1804230"/>
            <a:ext cx="2590796" cy="30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rPr>
              <a:t>Plan</a:t>
            </a:r>
            <a:endParaRPr lang="en-ID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D4962A-880E-4961-BBF0-5D2F069A1043}"/>
              </a:ext>
            </a:extLst>
          </p:cNvPr>
          <p:cNvSpPr txBox="1"/>
          <p:nvPr/>
        </p:nvSpPr>
        <p:spPr>
          <a:xfrm>
            <a:off x="3388043" y="1804230"/>
            <a:ext cx="2590796" cy="30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rPr>
              <a:t>Configure and Prototype</a:t>
            </a:r>
            <a:endParaRPr lang="en-ID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10982F-7B99-4660-A165-874073E9FF6C}"/>
              </a:ext>
            </a:extLst>
          </p:cNvPr>
          <p:cNvSpPr txBox="1"/>
          <p:nvPr/>
        </p:nvSpPr>
        <p:spPr>
          <a:xfrm>
            <a:off x="6135768" y="1804230"/>
            <a:ext cx="2590796" cy="30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rPr>
              <a:t>Deploy</a:t>
            </a:r>
            <a:endParaRPr lang="en-ID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55F0E3-2CE6-4E6B-B9C8-0EB75BDA39F2}"/>
              </a:ext>
            </a:extLst>
          </p:cNvPr>
          <p:cNvSpPr txBox="1"/>
          <p:nvPr/>
        </p:nvSpPr>
        <p:spPr>
          <a:xfrm>
            <a:off x="8845011" y="1804230"/>
            <a:ext cx="2590796" cy="30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cs typeface="Calibri" panose="020F0502020204030204" pitchFamily="34" charset="0"/>
              </a:rPr>
              <a:t>Support</a:t>
            </a:r>
            <a:endParaRPr lang="en-ID" sz="14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3E001F-21B6-4685-A715-2877FE5552FE}"/>
              </a:ext>
            </a:extLst>
          </p:cNvPr>
          <p:cNvSpPr txBox="1"/>
          <p:nvPr/>
        </p:nvSpPr>
        <p:spPr>
          <a:xfrm>
            <a:off x="1485645" y="3166748"/>
            <a:ext cx="1206756" cy="52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2800" b="1" dirty="0">
                <a:solidFill>
                  <a:schemeClr val="accent1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2021</a:t>
            </a:r>
            <a:endParaRPr lang="en-ID" sz="2800" b="1" dirty="0">
              <a:solidFill>
                <a:schemeClr val="accent1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1A4D80-76B7-4F96-8D27-77D6617F4FB7}"/>
              </a:ext>
            </a:extLst>
          </p:cNvPr>
          <p:cNvSpPr txBox="1"/>
          <p:nvPr/>
        </p:nvSpPr>
        <p:spPr>
          <a:xfrm>
            <a:off x="4200031" y="3166748"/>
            <a:ext cx="1206756" cy="52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2800" b="1" dirty="0">
                <a:solidFill>
                  <a:schemeClr val="accent2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2022</a:t>
            </a:r>
            <a:endParaRPr lang="en-ID" sz="2800" b="1" dirty="0">
              <a:solidFill>
                <a:schemeClr val="accent2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3A633A-3185-445A-876C-04A67CBA6C46}"/>
              </a:ext>
            </a:extLst>
          </p:cNvPr>
          <p:cNvSpPr txBox="1"/>
          <p:nvPr/>
        </p:nvSpPr>
        <p:spPr>
          <a:xfrm>
            <a:off x="6929895" y="3166748"/>
            <a:ext cx="1206756" cy="52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2800" b="1" dirty="0">
                <a:solidFill>
                  <a:schemeClr val="accent3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2023</a:t>
            </a:r>
            <a:endParaRPr lang="en-ID" sz="2800" b="1" dirty="0">
              <a:solidFill>
                <a:schemeClr val="accent3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96DD6B-9016-4457-A2FD-41CC3CED86DF}"/>
              </a:ext>
            </a:extLst>
          </p:cNvPr>
          <p:cNvSpPr txBox="1"/>
          <p:nvPr/>
        </p:nvSpPr>
        <p:spPr>
          <a:xfrm>
            <a:off x="9652951" y="3166748"/>
            <a:ext cx="1206756" cy="524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2800" b="1" dirty="0">
                <a:solidFill>
                  <a:schemeClr val="accent4"/>
                </a:solidFill>
                <a:latin typeface="Lato" panose="020F0502020204030203" pitchFamily="34" charset="0"/>
                <a:cs typeface="Calibri" panose="020F0502020204030204" pitchFamily="34" charset="0"/>
              </a:rPr>
              <a:t>2024</a:t>
            </a:r>
            <a:endParaRPr lang="en-ID" sz="2800" b="1" dirty="0">
              <a:solidFill>
                <a:schemeClr val="accent4"/>
              </a:solidFill>
              <a:latin typeface="Lato" panose="020F0502020204030203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014BC7-1D03-427D-8106-4689DA6FED2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595959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b="1" dirty="0">
                <a:solidFill>
                  <a:srgbClr val="54478C"/>
                </a:solidFill>
                <a:latin typeface="Lato Black" panose="020F0A020202040302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  <a:endParaRPr lang="en-GB" sz="3200" b="1" dirty="0">
              <a:solidFill>
                <a:schemeClr val="accent1"/>
              </a:solidFill>
              <a:latin typeface="Lato Black" panose="020F0A020202040302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595959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9</a:t>
            </a:r>
            <a:endParaRPr lang="en-GB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E8C2B82-425C-4E64-9871-224D82B42CBF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92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d-ID" b="1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76251" y="3315280"/>
            <a:ext cx="3733800" cy="64712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Do you a need bespoke presentation design service? We can custom create your slides from scratch. Contact us today.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d-ID" dirty="0">
                <a:hlinkClick r:id="rId4"/>
              </a:rPr>
              <a:t>WWW.POWERSLIDES.COM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3181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476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54478C"/>
      </a:accent1>
      <a:accent2>
        <a:srgbClr val="048BA8"/>
      </a:accent2>
      <a:accent3>
        <a:srgbClr val="16DB93"/>
      </a:accent3>
      <a:accent4>
        <a:srgbClr val="83E377"/>
      </a:accent4>
      <a:accent5>
        <a:srgbClr val="EFEA5A"/>
      </a:accent5>
      <a:accent6>
        <a:srgbClr val="F29E4C"/>
      </a:accent6>
      <a:hlink>
        <a:srgbClr val="F68A1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607</TotalTime>
  <Words>1210</Words>
  <Application>Microsoft Office PowerPoint</Application>
  <PresentationFormat>Widescreen</PresentationFormat>
  <Paragraphs>310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Calibri</vt:lpstr>
      <vt:lpstr>Arial</vt:lpstr>
      <vt:lpstr>Calibri Light</vt:lpstr>
      <vt:lpstr>Proxima Nova</vt:lpstr>
      <vt:lpstr>Courier New</vt:lpstr>
      <vt:lpstr>Open Sans Light</vt:lpstr>
      <vt:lpstr>Lato Black</vt:lpstr>
      <vt:lpstr>Tahoma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HP</cp:lastModifiedBy>
  <cp:revision>98</cp:revision>
  <dcterms:created xsi:type="dcterms:W3CDTF">2020-09-29T07:20:24Z</dcterms:created>
  <dcterms:modified xsi:type="dcterms:W3CDTF">2021-12-13T11:08:29Z</dcterms:modified>
</cp:coreProperties>
</file>