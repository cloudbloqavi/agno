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9" r:id="rId2"/>
    <p:sldId id="257" r:id="rId3"/>
    <p:sldId id="258" r:id="rId4"/>
    <p:sldId id="278" r:id="rId5"/>
    <p:sldId id="272" r:id="rId6"/>
    <p:sldId id="260" r:id="rId7"/>
    <p:sldId id="273" r:id="rId8"/>
    <p:sldId id="276" r:id="rId9"/>
    <p:sldId id="259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0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D866C-36B9-41F1-9957-01EEEB785A84}" type="datetimeFigureOut">
              <a:rPr lang="en-US" smtClean="0"/>
              <a:t>14-Dec-21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6D3EF-BF3B-4A50-A72C-79DA605A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5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06852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842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50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66" y="0"/>
            <a:ext cx="12185833" cy="687705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36601" y="485595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8887806" y="5498123"/>
            <a:ext cx="1189990" cy="308953"/>
            <a:chOff x="7416799" y="5498123"/>
            <a:chExt cx="1189990" cy="308953"/>
          </a:xfrm>
        </p:grpSpPr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1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58512" y="2337996"/>
            <a:ext cx="4448579" cy="1119857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258512" y="3975657"/>
            <a:ext cx="4448579" cy="72518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>
            <a:off x="9051001" y="3613150"/>
            <a:ext cx="863600" cy="61913"/>
          </a:xfrm>
          <a:custGeom>
            <a:avLst/>
            <a:gdLst>
              <a:gd name="T0" fmla="*/ 228 w 228"/>
              <a:gd name="T1" fmla="*/ 7 h 14"/>
              <a:gd name="T2" fmla="*/ 221 w 228"/>
              <a:gd name="T3" fmla="*/ 14 h 14"/>
              <a:gd name="T4" fmla="*/ 7 w 228"/>
              <a:gd name="T5" fmla="*/ 14 h 14"/>
              <a:gd name="T6" fmla="*/ 0 w 228"/>
              <a:gd name="T7" fmla="*/ 7 h 14"/>
              <a:gd name="T8" fmla="*/ 0 w 228"/>
              <a:gd name="T9" fmla="*/ 7 h 14"/>
              <a:gd name="T10" fmla="*/ 7 w 228"/>
              <a:gd name="T11" fmla="*/ 0 h 14"/>
              <a:gd name="T12" fmla="*/ 221 w 228"/>
              <a:gd name="T13" fmla="*/ 0 h 14"/>
              <a:gd name="T14" fmla="*/ 228 w 228"/>
              <a:gd name="T1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8" h="14">
                <a:moveTo>
                  <a:pt x="228" y="7"/>
                </a:moveTo>
                <a:cubicBezTo>
                  <a:pt x="228" y="11"/>
                  <a:pt x="225" y="14"/>
                  <a:pt x="221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4" y="14"/>
                  <a:pt x="0" y="11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lose/>
              </a:path>
            </a:pathLst>
          </a:custGeom>
          <a:solidFill>
            <a:srgbClr val="F68A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322" y="1540676"/>
            <a:ext cx="2895028" cy="7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2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262E33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E3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89380" y="-959576"/>
            <a:ext cx="14592168" cy="7979330"/>
          </a:xfrm>
          <a:prstGeom prst="rect">
            <a:avLst/>
          </a:prstGeom>
        </p:spPr>
      </p:pic>
      <p:sp>
        <p:nvSpPr>
          <p:cNvPr id="15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76251" y="2227914"/>
            <a:ext cx="5155292" cy="8031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6250" y="3315280"/>
            <a:ext cx="4574721" cy="64712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76250" y="418221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rgbClr val="F68A1F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46975" y="4782628"/>
            <a:ext cx="1189990" cy="308953"/>
            <a:chOff x="7416799" y="5498123"/>
            <a:chExt cx="1189990" cy="308953"/>
          </a:xfrm>
          <a:solidFill>
            <a:schemeClr val="bg1">
              <a:lumMod val="75000"/>
            </a:schemeClr>
          </a:solidFill>
        </p:grpSpPr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2" name="Rounded Rectangle 1"/>
          <p:cNvSpPr/>
          <p:nvPr userDrawn="1"/>
        </p:nvSpPr>
        <p:spPr>
          <a:xfrm>
            <a:off x="583842" y="3039906"/>
            <a:ext cx="806712" cy="75576"/>
          </a:xfrm>
          <a:prstGeom prst="roundRect">
            <a:avLst>
              <a:gd name="adj" fmla="val 50000"/>
            </a:avLst>
          </a:prstGeom>
          <a:solidFill>
            <a:srgbClr val="F68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5" y="1503123"/>
            <a:ext cx="2743200" cy="7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8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30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8.sv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powerslides.com/conta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d-ID" dirty="0"/>
              <a:t>WWW.POWERSLIDES.COM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b="1" dirty="0"/>
              <a:t>PRESENTATIO</a:t>
            </a:r>
            <a:r>
              <a:rPr lang="en-GB" b="1" dirty="0"/>
              <a:t>N TEMPLATES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Stories worth telling…</a:t>
            </a:r>
          </a:p>
        </p:txBody>
      </p:sp>
    </p:spTree>
    <p:extLst>
      <p:ext uri="{BB962C8B-B14F-4D97-AF65-F5344CB8AC3E}">
        <p14:creationId xmlns:p14="http://schemas.microsoft.com/office/powerpoint/2010/main" val="387199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722C8FA7-55F5-4182-8243-2D1535D69B12}"/>
              </a:ext>
            </a:extLst>
          </p:cNvPr>
          <p:cNvSpPr/>
          <p:nvPr/>
        </p:nvSpPr>
        <p:spPr>
          <a:xfrm>
            <a:off x="7193658" y="4575679"/>
            <a:ext cx="3712467" cy="1351973"/>
          </a:xfrm>
          <a:prstGeom prst="roundRect">
            <a:avLst>
              <a:gd name="adj" fmla="val 8300"/>
            </a:avLst>
          </a:prstGeom>
          <a:solidFill>
            <a:schemeClr val="bg1">
              <a:lumMod val="9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74EEA3F-BC5B-4E2E-860C-C8A51FCE70AD}"/>
              </a:ext>
            </a:extLst>
          </p:cNvPr>
          <p:cNvCxnSpPr>
            <a:cxnSpLocks/>
          </p:cNvCxnSpPr>
          <p:nvPr/>
        </p:nvCxnSpPr>
        <p:spPr>
          <a:xfrm>
            <a:off x="4716780" y="2919499"/>
            <a:ext cx="3155303" cy="0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4956F7-62BA-4AA0-A384-CB704274D139}"/>
              </a:ext>
            </a:extLst>
          </p:cNvPr>
          <p:cNvCxnSpPr>
            <a:cxnSpLocks/>
          </p:cNvCxnSpPr>
          <p:nvPr/>
        </p:nvCxnSpPr>
        <p:spPr>
          <a:xfrm>
            <a:off x="10906125" y="1826310"/>
            <a:ext cx="0" cy="1754620"/>
          </a:xfrm>
          <a:prstGeom prst="line">
            <a:avLst/>
          </a:prstGeom>
          <a:ln w="12700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1ED988-BA18-4ECD-8CB1-D69317386139}"/>
              </a:ext>
            </a:extLst>
          </p:cNvPr>
          <p:cNvCxnSpPr>
            <a:cxnSpLocks/>
          </p:cNvCxnSpPr>
          <p:nvPr/>
        </p:nvCxnSpPr>
        <p:spPr>
          <a:xfrm>
            <a:off x="4716780" y="1826939"/>
            <a:ext cx="6189345" cy="0"/>
          </a:xfrm>
          <a:prstGeom prst="line">
            <a:avLst/>
          </a:prstGeom>
          <a:ln w="12700">
            <a:headEnd type="oval" w="med" len="med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CEE1E33-F474-4BF7-8237-83DEF7EA90FA}"/>
              </a:ext>
            </a:extLst>
          </p:cNvPr>
          <p:cNvSpPr/>
          <p:nvPr/>
        </p:nvSpPr>
        <p:spPr>
          <a:xfrm rot="5400000">
            <a:off x="5106784" y="1680576"/>
            <a:ext cx="338104" cy="291468"/>
          </a:xfrm>
          <a:prstGeom prst="triangl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F80AAF-449B-43CC-9BC9-50D1E5C27285}"/>
              </a:ext>
            </a:extLst>
          </p:cNvPr>
          <p:cNvSpPr/>
          <p:nvPr/>
        </p:nvSpPr>
        <p:spPr>
          <a:xfrm>
            <a:off x="5782758" y="1524016"/>
            <a:ext cx="626484" cy="62648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507C30-03EA-4E34-BBE0-70B8952FAFC6}"/>
              </a:ext>
            </a:extLst>
          </p:cNvPr>
          <p:cNvSpPr/>
          <p:nvPr/>
        </p:nvSpPr>
        <p:spPr>
          <a:xfrm rot="5400000" flipV="1">
            <a:off x="4582477" y="1804079"/>
            <a:ext cx="45720" cy="45720"/>
          </a:xfrm>
          <a:prstGeom prst="ellipse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1D13D1-8BD3-4BBF-8C81-DC561B0F1BCE}"/>
              </a:ext>
            </a:extLst>
          </p:cNvPr>
          <p:cNvSpPr/>
          <p:nvPr/>
        </p:nvSpPr>
        <p:spPr>
          <a:xfrm rot="5400000" flipV="1">
            <a:off x="4496107" y="1816139"/>
            <a:ext cx="21600" cy="21600"/>
          </a:xfrm>
          <a:prstGeom prst="ellipse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C267CD-966F-461A-B00B-1AE422EB6019}"/>
              </a:ext>
            </a:extLst>
          </p:cNvPr>
          <p:cNvSpPr/>
          <p:nvPr/>
        </p:nvSpPr>
        <p:spPr>
          <a:xfrm>
            <a:off x="5782758" y="1643331"/>
            <a:ext cx="626484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Input</a:t>
            </a:r>
            <a:endParaRPr lang="en-ID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801E26B-0B74-4D97-BAF2-D0B799AED1CA}"/>
              </a:ext>
            </a:extLst>
          </p:cNvPr>
          <p:cNvSpPr/>
          <p:nvPr/>
        </p:nvSpPr>
        <p:spPr>
          <a:xfrm>
            <a:off x="7193658" y="1606334"/>
            <a:ext cx="432000" cy="43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D9CDB74-D62D-4F9F-88A9-37A800CFD127}"/>
              </a:ext>
            </a:extLst>
          </p:cNvPr>
          <p:cNvSpPr/>
          <p:nvPr/>
        </p:nvSpPr>
        <p:spPr>
          <a:xfrm>
            <a:off x="8031775" y="1606334"/>
            <a:ext cx="432000" cy="43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6FB5C3-2103-4E5B-9A25-8BB64B251125}"/>
              </a:ext>
            </a:extLst>
          </p:cNvPr>
          <p:cNvSpPr/>
          <p:nvPr/>
        </p:nvSpPr>
        <p:spPr>
          <a:xfrm>
            <a:off x="8869892" y="1606334"/>
            <a:ext cx="432000" cy="43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FE8797-A3D9-4872-8E42-2F015568BA3C}"/>
              </a:ext>
            </a:extLst>
          </p:cNvPr>
          <p:cNvSpPr/>
          <p:nvPr/>
        </p:nvSpPr>
        <p:spPr>
          <a:xfrm>
            <a:off x="9708008" y="1606334"/>
            <a:ext cx="432000" cy="43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D7158E-8E44-4195-8465-E45302B28BFC}"/>
              </a:ext>
            </a:extLst>
          </p:cNvPr>
          <p:cNvSpPr/>
          <p:nvPr/>
        </p:nvSpPr>
        <p:spPr>
          <a:xfrm>
            <a:off x="7096416" y="1966020"/>
            <a:ext cx="626484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Material</a:t>
            </a:r>
            <a:endParaRPr lang="en-ID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296A1A-B91F-4CA2-A3CF-8B307CAC0B28}"/>
              </a:ext>
            </a:extLst>
          </p:cNvPr>
          <p:cNvSpPr/>
          <p:nvPr/>
        </p:nvSpPr>
        <p:spPr>
          <a:xfrm>
            <a:off x="7934533" y="1966020"/>
            <a:ext cx="626484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Human</a:t>
            </a:r>
            <a:endParaRPr lang="en-ID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DB0C9A-35FA-46D8-8FFB-3E2A69535EBE}"/>
              </a:ext>
            </a:extLst>
          </p:cNvPr>
          <p:cNvSpPr/>
          <p:nvPr/>
        </p:nvSpPr>
        <p:spPr>
          <a:xfrm>
            <a:off x="8772650" y="1966020"/>
            <a:ext cx="626484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Finance</a:t>
            </a:r>
            <a:endParaRPr lang="en-ID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E83D03-C881-4155-9DD1-5B8FAC6510F0}"/>
              </a:ext>
            </a:extLst>
          </p:cNvPr>
          <p:cNvSpPr/>
          <p:nvPr/>
        </p:nvSpPr>
        <p:spPr>
          <a:xfrm>
            <a:off x="9561018" y="1966020"/>
            <a:ext cx="725982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Information</a:t>
            </a:r>
            <a:endParaRPr lang="en-ID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4C91EE0-AB46-4D19-93F8-36CF971E0299}"/>
              </a:ext>
            </a:extLst>
          </p:cNvPr>
          <p:cNvGrpSpPr/>
          <p:nvPr/>
        </p:nvGrpSpPr>
        <p:grpSpPr>
          <a:xfrm>
            <a:off x="10443211" y="2451252"/>
            <a:ext cx="925828" cy="925828"/>
            <a:chOff x="10443211" y="2274653"/>
            <a:chExt cx="925828" cy="925828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A083C9D-AE52-4053-BB3C-D8D5BFEEC1E7}"/>
                </a:ext>
              </a:extLst>
            </p:cNvPr>
            <p:cNvSpPr/>
            <p:nvPr/>
          </p:nvSpPr>
          <p:spPr>
            <a:xfrm>
              <a:off x="10443211" y="2274653"/>
              <a:ext cx="925828" cy="9258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6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2010B4C-309E-4275-BEF6-548BE914FA43}"/>
                </a:ext>
              </a:extLst>
            </p:cNvPr>
            <p:cNvSpPr/>
            <p:nvPr/>
          </p:nvSpPr>
          <p:spPr>
            <a:xfrm>
              <a:off x="10443211" y="2503600"/>
              <a:ext cx="925828" cy="4679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Activities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22D361-DAB1-46F8-8403-E54C3918DFC1}"/>
              </a:ext>
            </a:extLst>
          </p:cNvPr>
          <p:cNvCxnSpPr>
            <a:cxnSpLocks/>
          </p:cNvCxnSpPr>
          <p:nvPr/>
        </p:nvCxnSpPr>
        <p:spPr>
          <a:xfrm>
            <a:off x="6096000" y="3580930"/>
            <a:ext cx="4810125" cy="0"/>
          </a:xfrm>
          <a:prstGeom prst="line">
            <a:avLst/>
          </a:prstGeom>
          <a:ln w="12700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8564DC1-2644-4172-940A-34EC73EE9F5F}"/>
              </a:ext>
            </a:extLst>
          </p:cNvPr>
          <p:cNvGrpSpPr/>
          <p:nvPr/>
        </p:nvGrpSpPr>
        <p:grpSpPr>
          <a:xfrm>
            <a:off x="5633086" y="2451252"/>
            <a:ext cx="925828" cy="925828"/>
            <a:chOff x="10443211" y="2274653"/>
            <a:chExt cx="925828" cy="925828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6703ABD-2F16-4081-8780-8F0429BEED24}"/>
                </a:ext>
              </a:extLst>
            </p:cNvPr>
            <p:cNvSpPr/>
            <p:nvPr/>
          </p:nvSpPr>
          <p:spPr>
            <a:xfrm>
              <a:off x="10443211" y="2274653"/>
              <a:ext cx="925828" cy="9258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6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A78E174-FEC6-4014-A045-BB37D699A90C}"/>
                </a:ext>
              </a:extLst>
            </p:cNvPr>
            <p:cNvSpPr/>
            <p:nvPr/>
          </p:nvSpPr>
          <p:spPr>
            <a:xfrm>
              <a:off x="10443211" y="2503600"/>
              <a:ext cx="925828" cy="4679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Output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32A47D83-9F91-4ACA-A381-F5C51A3500ED}"/>
              </a:ext>
            </a:extLst>
          </p:cNvPr>
          <p:cNvSpPr/>
          <p:nvPr/>
        </p:nvSpPr>
        <p:spPr>
          <a:xfrm rot="16200000" flipH="1">
            <a:off x="7048628" y="2768432"/>
            <a:ext cx="338104" cy="291468"/>
          </a:xfrm>
          <a:prstGeom prst="triangle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BAB9EBF-0918-4E78-88E6-C3399B40FAD9}"/>
              </a:ext>
            </a:extLst>
          </p:cNvPr>
          <p:cNvGrpSpPr/>
          <p:nvPr/>
        </p:nvGrpSpPr>
        <p:grpSpPr>
          <a:xfrm>
            <a:off x="7722081" y="3291867"/>
            <a:ext cx="338104" cy="316673"/>
            <a:chOff x="7722081" y="3540320"/>
            <a:chExt cx="338104" cy="316673"/>
          </a:xfrm>
        </p:grpSpPr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BDB621A5-764F-4B7D-A16D-EED4CC79B3D9}"/>
                </a:ext>
              </a:extLst>
            </p:cNvPr>
            <p:cNvSpPr/>
            <p:nvPr/>
          </p:nvSpPr>
          <p:spPr>
            <a:xfrm flipH="1">
              <a:off x="7722081" y="3540320"/>
              <a:ext cx="338104" cy="291468"/>
            </a:xfrm>
            <a:prstGeom prst="triangle">
              <a:avLst/>
            </a:prstGeom>
            <a:solidFill>
              <a:schemeClr val="accent3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814676BB-070D-49ED-8BBC-E804B689DBAC}"/>
                </a:ext>
              </a:extLst>
            </p:cNvPr>
            <p:cNvSpPr/>
            <p:nvPr/>
          </p:nvSpPr>
          <p:spPr>
            <a:xfrm flipH="1">
              <a:off x="7722081" y="3565525"/>
              <a:ext cx="338104" cy="291468"/>
            </a:xfrm>
            <a:prstGeom prst="triangle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14B8304-533E-46F8-9412-59466934738A}"/>
              </a:ext>
            </a:extLst>
          </p:cNvPr>
          <p:cNvCxnSpPr>
            <a:cxnSpLocks/>
          </p:cNvCxnSpPr>
          <p:nvPr/>
        </p:nvCxnSpPr>
        <p:spPr>
          <a:xfrm>
            <a:off x="6096000" y="3580930"/>
            <a:ext cx="0" cy="1263090"/>
          </a:xfrm>
          <a:prstGeom prst="line">
            <a:avLst/>
          </a:prstGeom>
          <a:ln w="12700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B0DB407-D572-45CB-A973-04825B130454}"/>
              </a:ext>
            </a:extLst>
          </p:cNvPr>
          <p:cNvCxnSpPr>
            <a:cxnSpLocks/>
          </p:cNvCxnSpPr>
          <p:nvPr/>
        </p:nvCxnSpPr>
        <p:spPr>
          <a:xfrm flipH="1">
            <a:off x="5992415" y="4844020"/>
            <a:ext cx="207169" cy="0"/>
          </a:xfrm>
          <a:prstGeom prst="line">
            <a:avLst/>
          </a:prstGeom>
          <a:ln w="12700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B003AEC-A323-4C88-AA60-E12978367141}"/>
              </a:ext>
            </a:extLst>
          </p:cNvPr>
          <p:cNvCxnSpPr>
            <a:cxnSpLocks/>
          </p:cNvCxnSpPr>
          <p:nvPr/>
        </p:nvCxnSpPr>
        <p:spPr>
          <a:xfrm>
            <a:off x="4716780" y="2402520"/>
            <a:ext cx="0" cy="511645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492BCD5-A973-4BB5-8222-6E61F1DE4D95}"/>
              </a:ext>
            </a:extLst>
          </p:cNvPr>
          <p:cNvGrpSpPr/>
          <p:nvPr/>
        </p:nvGrpSpPr>
        <p:grpSpPr>
          <a:xfrm flipH="1">
            <a:off x="7982539" y="2896639"/>
            <a:ext cx="132090" cy="45720"/>
            <a:chOff x="8031484" y="2919726"/>
            <a:chExt cx="132090" cy="45720"/>
          </a:xfrm>
          <a:solidFill>
            <a:schemeClr val="accent2"/>
          </a:solidFill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0D628A3-940A-4B9F-B77B-B162E91AF7CF}"/>
                </a:ext>
              </a:extLst>
            </p:cNvPr>
            <p:cNvSpPr/>
            <p:nvPr/>
          </p:nvSpPr>
          <p:spPr>
            <a:xfrm rot="5400000" flipV="1">
              <a:off x="8117854" y="2919726"/>
              <a:ext cx="45720" cy="45720"/>
            </a:xfrm>
            <a:prstGeom prst="ellipse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CD1AD30-26AF-48E1-BCCE-7430C1446787}"/>
                </a:ext>
              </a:extLst>
            </p:cNvPr>
            <p:cNvSpPr/>
            <p:nvPr/>
          </p:nvSpPr>
          <p:spPr>
            <a:xfrm rot="5400000" flipV="1">
              <a:off x="8031484" y="2931786"/>
              <a:ext cx="21600" cy="21600"/>
            </a:xfrm>
            <a:prstGeom prst="ellipse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01CAB3-4EA9-4088-8747-9EC3E573B658}"/>
              </a:ext>
            </a:extLst>
          </p:cNvPr>
          <p:cNvCxnSpPr>
            <a:cxnSpLocks/>
          </p:cNvCxnSpPr>
          <p:nvPr/>
        </p:nvCxnSpPr>
        <p:spPr>
          <a:xfrm flipV="1">
            <a:off x="971550" y="2402520"/>
            <a:ext cx="3745230" cy="14958"/>
          </a:xfrm>
          <a:prstGeom prst="line">
            <a:avLst/>
          </a:prstGeom>
          <a:ln w="12700">
            <a:solidFill>
              <a:schemeClr val="accent2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CEB0B84-DEB6-42C9-9ADA-32CA599A7D9A}"/>
              </a:ext>
            </a:extLst>
          </p:cNvPr>
          <p:cNvCxnSpPr>
            <a:cxnSpLocks/>
          </p:cNvCxnSpPr>
          <p:nvPr/>
        </p:nvCxnSpPr>
        <p:spPr>
          <a:xfrm flipH="1">
            <a:off x="971551" y="2409999"/>
            <a:ext cx="1" cy="1301260"/>
          </a:xfrm>
          <a:prstGeom prst="line">
            <a:avLst/>
          </a:prstGeom>
          <a:ln w="12700">
            <a:solidFill>
              <a:schemeClr val="accent2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18A4A7F-A779-4334-BE4A-D31BE6257FB3}"/>
              </a:ext>
            </a:extLst>
          </p:cNvPr>
          <p:cNvCxnSpPr>
            <a:cxnSpLocks/>
            <a:endCxn id="90" idx="0"/>
          </p:cNvCxnSpPr>
          <p:nvPr/>
        </p:nvCxnSpPr>
        <p:spPr>
          <a:xfrm flipH="1">
            <a:off x="971550" y="3722970"/>
            <a:ext cx="4" cy="1027711"/>
          </a:xfrm>
          <a:prstGeom prst="line">
            <a:avLst/>
          </a:prstGeom>
          <a:ln w="12700">
            <a:solidFill>
              <a:schemeClr val="accent4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DDD829CE-E1D4-456B-A1DA-F42F8125E7C4}"/>
              </a:ext>
            </a:extLst>
          </p:cNvPr>
          <p:cNvSpPr/>
          <p:nvPr/>
        </p:nvSpPr>
        <p:spPr>
          <a:xfrm>
            <a:off x="755550" y="3953382"/>
            <a:ext cx="432000" cy="43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D4242BB-0378-470B-B312-BBEF35AC1630}"/>
              </a:ext>
            </a:extLst>
          </p:cNvPr>
          <p:cNvCxnSpPr>
            <a:cxnSpLocks/>
            <a:stCxn id="90" idx="0"/>
          </p:cNvCxnSpPr>
          <p:nvPr/>
        </p:nvCxnSpPr>
        <p:spPr>
          <a:xfrm>
            <a:off x="971550" y="4750681"/>
            <a:ext cx="0" cy="1062311"/>
          </a:xfrm>
          <a:prstGeom prst="line">
            <a:avLst/>
          </a:prstGeom>
          <a:ln w="12700">
            <a:solidFill>
              <a:schemeClr val="accent5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68EC8E0D-15A0-4C53-A02D-76E6081620B9}"/>
              </a:ext>
            </a:extLst>
          </p:cNvPr>
          <p:cNvSpPr/>
          <p:nvPr/>
        </p:nvSpPr>
        <p:spPr>
          <a:xfrm>
            <a:off x="755550" y="4750681"/>
            <a:ext cx="432000" cy="43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AFE55BF-CB76-4468-8D66-B308E0123E8E}"/>
              </a:ext>
            </a:extLst>
          </p:cNvPr>
          <p:cNvCxnSpPr>
            <a:cxnSpLocks/>
          </p:cNvCxnSpPr>
          <p:nvPr/>
        </p:nvCxnSpPr>
        <p:spPr>
          <a:xfrm flipV="1">
            <a:off x="971550" y="5812992"/>
            <a:ext cx="5124450" cy="20466"/>
          </a:xfrm>
          <a:prstGeom prst="line">
            <a:avLst/>
          </a:prstGeom>
          <a:ln w="12700">
            <a:solidFill>
              <a:schemeClr val="accent5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73E9DAA-11BE-4E36-A48D-7826655D0746}"/>
              </a:ext>
            </a:extLst>
          </p:cNvPr>
          <p:cNvCxnSpPr>
            <a:cxnSpLocks/>
          </p:cNvCxnSpPr>
          <p:nvPr/>
        </p:nvCxnSpPr>
        <p:spPr>
          <a:xfrm flipV="1">
            <a:off x="6096000" y="5265288"/>
            <a:ext cx="0" cy="547704"/>
          </a:xfrm>
          <a:prstGeom prst="line">
            <a:avLst/>
          </a:prstGeom>
          <a:ln w="12700">
            <a:solidFill>
              <a:schemeClr val="accent5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4C1145CA-F00E-4AFF-A353-B96354904F2A}"/>
              </a:ext>
            </a:extLst>
          </p:cNvPr>
          <p:cNvSpPr/>
          <p:nvPr/>
        </p:nvSpPr>
        <p:spPr>
          <a:xfrm rot="5400000">
            <a:off x="6074663" y="5150758"/>
            <a:ext cx="240315" cy="207167"/>
          </a:xfrm>
          <a:prstGeom prst="triangle">
            <a:avLst/>
          </a:prstGeom>
          <a:solidFill>
            <a:schemeClr val="accent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3399CC4-C60C-4DA5-B5A1-BE4537B31060}"/>
              </a:ext>
            </a:extLst>
          </p:cNvPr>
          <p:cNvGrpSpPr/>
          <p:nvPr/>
        </p:nvGrpSpPr>
        <p:grpSpPr>
          <a:xfrm>
            <a:off x="6515363" y="4575679"/>
            <a:ext cx="1356590" cy="1356590"/>
            <a:chOff x="10443211" y="2274653"/>
            <a:chExt cx="925828" cy="92582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2E9562F5-AE2A-40FE-9EA4-A1ED67CE1F84}"/>
                </a:ext>
              </a:extLst>
            </p:cNvPr>
            <p:cNvSpPr/>
            <p:nvPr/>
          </p:nvSpPr>
          <p:spPr>
            <a:xfrm>
              <a:off x="10443211" y="2274653"/>
              <a:ext cx="925828" cy="9258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600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659F8D3-16F1-4BF4-A23D-11396767FBD0}"/>
                </a:ext>
              </a:extLst>
            </p:cNvPr>
            <p:cNvSpPr/>
            <p:nvPr/>
          </p:nvSpPr>
          <p:spPr>
            <a:xfrm>
              <a:off x="10443211" y="2503600"/>
              <a:ext cx="925828" cy="4679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Long-term Outcome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A42BDA7-E299-43AE-AA8A-7A60FDE34E3A}"/>
              </a:ext>
            </a:extLst>
          </p:cNvPr>
          <p:cNvSpPr/>
          <p:nvPr/>
        </p:nvSpPr>
        <p:spPr>
          <a:xfrm>
            <a:off x="1390913" y="3545339"/>
            <a:ext cx="2530506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/>
                </a:solidFill>
              </a:rPr>
              <a:t>SHORT/MEDIUM TERM OUTCOMES</a:t>
            </a:r>
            <a:endParaRPr lang="en-ID" sz="1200" b="1" dirty="0">
              <a:solidFill>
                <a:schemeClr val="accent4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80745C4-DAD2-4458-8882-5514285423D0}"/>
              </a:ext>
            </a:extLst>
          </p:cNvPr>
          <p:cNvSpPr/>
          <p:nvPr/>
        </p:nvSpPr>
        <p:spPr>
          <a:xfrm flipH="1">
            <a:off x="1390913" y="3856993"/>
            <a:ext cx="38234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ShelterBox response is accurate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94B6275-5E1D-4C4A-A30B-93B9ACC49FC6}"/>
              </a:ext>
            </a:extLst>
          </p:cNvPr>
          <p:cNvSpPr/>
          <p:nvPr/>
        </p:nvSpPr>
        <p:spPr>
          <a:xfrm flipH="1">
            <a:off x="1404509" y="4185327"/>
            <a:ext cx="38234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Protection from weather &amp; environmental extremes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Increased personal safety &amp; security possessions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Increased protection from water  &amp; vector borne diseases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Reduced household displacement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Households are intact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Knowledge &amp; skills to utilize the provided materials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Reduced stress &amp; anxiety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2114EE7-ABF4-4413-8916-10BB67B985A6}"/>
              </a:ext>
            </a:extLst>
          </p:cNvPr>
          <p:cNvSpPr/>
          <p:nvPr/>
        </p:nvSpPr>
        <p:spPr>
          <a:xfrm flipH="1">
            <a:off x="1390913" y="2882297"/>
            <a:ext cx="3428138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Aid selection appropriate to context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Do no harm principles followed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Sensitization of non-beneficiary groups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32847F3-22EE-4DDB-B999-D9524DBDB68A}"/>
              </a:ext>
            </a:extLst>
          </p:cNvPr>
          <p:cNvSpPr/>
          <p:nvPr/>
        </p:nvSpPr>
        <p:spPr>
          <a:xfrm>
            <a:off x="1390913" y="2494798"/>
            <a:ext cx="1561179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Assumptions </a:t>
            </a:r>
            <a:endParaRPr lang="en-ID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6D181F0-FEAC-4582-ADFC-251FC68AEB7F}"/>
              </a:ext>
            </a:extLst>
          </p:cNvPr>
          <p:cNvSpPr/>
          <p:nvPr/>
        </p:nvSpPr>
        <p:spPr>
          <a:xfrm>
            <a:off x="8235099" y="2460948"/>
            <a:ext cx="1561165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2"/>
                </a:solidFill>
              </a:rPr>
              <a:t>Sand Invitation</a:t>
            </a:r>
            <a:endParaRPr lang="en-ID" sz="1200" b="1" dirty="0">
              <a:solidFill>
                <a:schemeClr val="accent2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6624D09-C728-4289-AE17-C6565C1F0B87}"/>
              </a:ext>
            </a:extLst>
          </p:cNvPr>
          <p:cNvSpPr/>
          <p:nvPr/>
        </p:nvSpPr>
        <p:spPr>
          <a:xfrm flipH="1">
            <a:off x="8235100" y="2772602"/>
            <a:ext cx="190490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Possession like these sweet mornings of spring  which I enjoy with my whole heart. I am alone, 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C3874C9-58C1-4E0E-9CDD-1B3BC33931A6}"/>
              </a:ext>
            </a:extLst>
          </p:cNvPr>
          <p:cNvSpPr/>
          <p:nvPr/>
        </p:nvSpPr>
        <p:spPr>
          <a:xfrm flipH="1">
            <a:off x="8089300" y="5035623"/>
            <a:ext cx="2668835" cy="1066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Improved psychological health &amp; wellbeing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Improved access to &amp; retention in education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Reduced morbidity &amp; mortality 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Secure of tenure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Improved access to basic services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36B16E8-18FD-48AA-980A-1272FD9FBC23}"/>
              </a:ext>
            </a:extLst>
          </p:cNvPr>
          <p:cNvSpPr/>
          <p:nvPr/>
        </p:nvSpPr>
        <p:spPr>
          <a:xfrm>
            <a:off x="8089302" y="4648124"/>
            <a:ext cx="1974983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Contribution to IMPACT LEVEL CHANGES</a:t>
            </a:r>
            <a:endParaRPr lang="en-ID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Freeform 34">
            <a:extLst>
              <a:ext uri="{FF2B5EF4-FFF2-40B4-BE49-F238E27FC236}">
                <a16:creationId xmlns:a16="http://schemas.microsoft.com/office/drawing/2014/main" id="{B7BD73AD-D77B-40E0-839B-F77DE00635B9}"/>
              </a:ext>
            </a:extLst>
          </p:cNvPr>
          <p:cNvSpPr>
            <a:spLocks noEditPoints="1"/>
          </p:cNvSpPr>
          <p:nvPr/>
        </p:nvSpPr>
        <p:spPr bwMode="auto">
          <a:xfrm>
            <a:off x="7315996" y="1727253"/>
            <a:ext cx="187324" cy="192800"/>
          </a:xfrm>
          <a:custGeom>
            <a:avLst/>
            <a:gdLst>
              <a:gd name="T0" fmla="*/ 94 w 188"/>
              <a:gd name="T1" fmla="*/ 96 h 192"/>
              <a:gd name="T2" fmla="*/ 188 w 188"/>
              <a:gd name="T3" fmla="*/ 48 h 192"/>
              <a:gd name="T4" fmla="*/ 94 w 188"/>
              <a:gd name="T5" fmla="*/ 0 h 192"/>
              <a:gd name="T6" fmla="*/ 0 w 188"/>
              <a:gd name="T7" fmla="*/ 48 h 192"/>
              <a:gd name="T8" fmla="*/ 94 w 188"/>
              <a:gd name="T9" fmla="*/ 96 h 192"/>
              <a:gd name="T10" fmla="*/ 94 w 188"/>
              <a:gd name="T11" fmla="*/ 8 h 192"/>
              <a:gd name="T12" fmla="*/ 180 w 188"/>
              <a:gd name="T13" fmla="*/ 48 h 192"/>
              <a:gd name="T14" fmla="*/ 94 w 188"/>
              <a:gd name="T15" fmla="*/ 88 h 192"/>
              <a:gd name="T16" fmla="*/ 8 w 188"/>
              <a:gd name="T17" fmla="*/ 48 h 192"/>
              <a:gd name="T18" fmla="*/ 94 w 188"/>
              <a:gd name="T19" fmla="*/ 8 h 192"/>
              <a:gd name="T20" fmla="*/ 94 w 188"/>
              <a:gd name="T21" fmla="*/ 120 h 192"/>
              <a:gd name="T22" fmla="*/ 8 w 188"/>
              <a:gd name="T23" fmla="*/ 80 h 192"/>
              <a:gd name="T24" fmla="*/ 0 w 188"/>
              <a:gd name="T25" fmla="*/ 80 h 192"/>
              <a:gd name="T26" fmla="*/ 94 w 188"/>
              <a:gd name="T27" fmla="*/ 128 h 192"/>
              <a:gd name="T28" fmla="*/ 188 w 188"/>
              <a:gd name="T29" fmla="*/ 80 h 192"/>
              <a:gd name="T30" fmla="*/ 180 w 188"/>
              <a:gd name="T31" fmla="*/ 80 h 192"/>
              <a:gd name="T32" fmla="*/ 94 w 188"/>
              <a:gd name="T33" fmla="*/ 120 h 192"/>
              <a:gd name="T34" fmla="*/ 94 w 188"/>
              <a:gd name="T35" fmla="*/ 152 h 192"/>
              <a:gd name="T36" fmla="*/ 8 w 188"/>
              <a:gd name="T37" fmla="*/ 112 h 192"/>
              <a:gd name="T38" fmla="*/ 0 w 188"/>
              <a:gd name="T39" fmla="*/ 112 h 192"/>
              <a:gd name="T40" fmla="*/ 94 w 188"/>
              <a:gd name="T41" fmla="*/ 160 h 192"/>
              <a:gd name="T42" fmla="*/ 188 w 188"/>
              <a:gd name="T43" fmla="*/ 112 h 192"/>
              <a:gd name="T44" fmla="*/ 180 w 188"/>
              <a:gd name="T45" fmla="*/ 112 h 192"/>
              <a:gd name="T46" fmla="*/ 94 w 188"/>
              <a:gd name="T47" fmla="*/ 152 h 192"/>
              <a:gd name="T48" fmla="*/ 94 w 188"/>
              <a:gd name="T49" fmla="*/ 184 h 192"/>
              <a:gd name="T50" fmla="*/ 8 w 188"/>
              <a:gd name="T51" fmla="*/ 144 h 192"/>
              <a:gd name="T52" fmla="*/ 0 w 188"/>
              <a:gd name="T53" fmla="*/ 144 h 192"/>
              <a:gd name="T54" fmla="*/ 94 w 188"/>
              <a:gd name="T55" fmla="*/ 192 h 192"/>
              <a:gd name="T56" fmla="*/ 188 w 188"/>
              <a:gd name="T57" fmla="*/ 144 h 192"/>
              <a:gd name="T58" fmla="*/ 180 w 188"/>
              <a:gd name="T59" fmla="*/ 144 h 192"/>
              <a:gd name="T60" fmla="*/ 94 w 188"/>
              <a:gd name="T61" fmla="*/ 184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88" h="192">
                <a:moveTo>
                  <a:pt x="94" y="96"/>
                </a:moveTo>
                <a:cubicBezTo>
                  <a:pt x="147" y="96"/>
                  <a:pt x="188" y="75"/>
                  <a:pt x="188" y="48"/>
                </a:cubicBezTo>
                <a:cubicBezTo>
                  <a:pt x="188" y="21"/>
                  <a:pt x="147" y="0"/>
                  <a:pt x="94" y="0"/>
                </a:cubicBezTo>
                <a:cubicBezTo>
                  <a:pt x="41" y="0"/>
                  <a:pt x="0" y="21"/>
                  <a:pt x="0" y="48"/>
                </a:cubicBezTo>
                <a:cubicBezTo>
                  <a:pt x="0" y="75"/>
                  <a:pt x="41" y="96"/>
                  <a:pt x="94" y="96"/>
                </a:cubicBezTo>
                <a:close/>
                <a:moveTo>
                  <a:pt x="94" y="8"/>
                </a:moveTo>
                <a:cubicBezTo>
                  <a:pt x="141" y="8"/>
                  <a:pt x="180" y="26"/>
                  <a:pt x="180" y="48"/>
                </a:cubicBezTo>
                <a:cubicBezTo>
                  <a:pt x="180" y="70"/>
                  <a:pt x="141" y="88"/>
                  <a:pt x="94" y="88"/>
                </a:cubicBezTo>
                <a:cubicBezTo>
                  <a:pt x="47" y="88"/>
                  <a:pt x="8" y="70"/>
                  <a:pt x="8" y="48"/>
                </a:cubicBezTo>
                <a:cubicBezTo>
                  <a:pt x="8" y="26"/>
                  <a:pt x="47" y="8"/>
                  <a:pt x="94" y="8"/>
                </a:cubicBezTo>
                <a:close/>
                <a:moveTo>
                  <a:pt x="94" y="120"/>
                </a:moveTo>
                <a:cubicBezTo>
                  <a:pt x="47" y="120"/>
                  <a:pt x="8" y="102"/>
                  <a:pt x="8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07"/>
                  <a:pt x="41" y="128"/>
                  <a:pt x="94" y="128"/>
                </a:cubicBezTo>
                <a:cubicBezTo>
                  <a:pt x="147" y="128"/>
                  <a:pt x="188" y="107"/>
                  <a:pt x="188" y="80"/>
                </a:cubicBezTo>
                <a:cubicBezTo>
                  <a:pt x="180" y="80"/>
                  <a:pt x="180" y="80"/>
                  <a:pt x="180" y="80"/>
                </a:cubicBezTo>
                <a:cubicBezTo>
                  <a:pt x="180" y="102"/>
                  <a:pt x="141" y="120"/>
                  <a:pt x="94" y="120"/>
                </a:cubicBezTo>
                <a:close/>
                <a:moveTo>
                  <a:pt x="94" y="152"/>
                </a:moveTo>
                <a:cubicBezTo>
                  <a:pt x="47" y="152"/>
                  <a:pt x="8" y="134"/>
                  <a:pt x="8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9"/>
                  <a:pt x="41" y="160"/>
                  <a:pt x="94" y="160"/>
                </a:cubicBezTo>
                <a:cubicBezTo>
                  <a:pt x="147" y="160"/>
                  <a:pt x="188" y="139"/>
                  <a:pt x="188" y="112"/>
                </a:cubicBezTo>
                <a:cubicBezTo>
                  <a:pt x="180" y="112"/>
                  <a:pt x="180" y="112"/>
                  <a:pt x="180" y="112"/>
                </a:cubicBezTo>
                <a:cubicBezTo>
                  <a:pt x="180" y="134"/>
                  <a:pt x="141" y="152"/>
                  <a:pt x="94" y="152"/>
                </a:cubicBezTo>
                <a:close/>
                <a:moveTo>
                  <a:pt x="94" y="184"/>
                </a:moveTo>
                <a:cubicBezTo>
                  <a:pt x="47" y="184"/>
                  <a:pt x="8" y="166"/>
                  <a:pt x="8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71"/>
                  <a:pt x="41" y="192"/>
                  <a:pt x="94" y="192"/>
                </a:cubicBezTo>
                <a:cubicBezTo>
                  <a:pt x="147" y="192"/>
                  <a:pt x="188" y="171"/>
                  <a:pt x="188" y="144"/>
                </a:cubicBezTo>
                <a:cubicBezTo>
                  <a:pt x="180" y="144"/>
                  <a:pt x="180" y="144"/>
                  <a:pt x="180" y="144"/>
                </a:cubicBezTo>
                <a:cubicBezTo>
                  <a:pt x="180" y="166"/>
                  <a:pt x="141" y="184"/>
                  <a:pt x="94" y="18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Freeform 64">
            <a:extLst>
              <a:ext uri="{FF2B5EF4-FFF2-40B4-BE49-F238E27FC236}">
                <a16:creationId xmlns:a16="http://schemas.microsoft.com/office/drawing/2014/main" id="{D7A43C6E-3BC0-4491-BD55-56636AC42068}"/>
              </a:ext>
            </a:extLst>
          </p:cNvPr>
          <p:cNvSpPr>
            <a:spLocks noEditPoints="1"/>
          </p:cNvSpPr>
          <p:nvPr/>
        </p:nvSpPr>
        <p:spPr bwMode="auto">
          <a:xfrm>
            <a:off x="8181658" y="1730602"/>
            <a:ext cx="133668" cy="190430"/>
          </a:xfrm>
          <a:custGeom>
            <a:avLst/>
            <a:gdLst>
              <a:gd name="T0" fmla="*/ 80 w 160"/>
              <a:gd name="T1" fmla="*/ 64 h 228"/>
              <a:gd name="T2" fmla="*/ 112 w 160"/>
              <a:gd name="T3" fmla="*/ 32 h 228"/>
              <a:gd name="T4" fmla="*/ 80 w 160"/>
              <a:gd name="T5" fmla="*/ 0 h 228"/>
              <a:gd name="T6" fmla="*/ 48 w 160"/>
              <a:gd name="T7" fmla="*/ 32 h 228"/>
              <a:gd name="T8" fmla="*/ 80 w 160"/>
              <a:gd name="T9" fmla="*/ 64 h 228"/>
              <a:gd name="T10" fmla="*/ 80 w 160"/>
              <a:gd name="T11" fmla="*/ 8 h 228"/>
              <a:gd name="T12" fmla="*/ 104 w 160"/>
              <a:gd name="T13" fmla="*/ 32 h 228"/>
              <a:gd name="T14" fmla="*/ 80 w 160"/>
              <a:gd name="T15" fmla="*/ 56 h 228"/>
              <a:gd name="T16" fmla="*/ 56 w 160"/>
              <a:gd name="T17" fmla="*/ 32 h 228"/>
              <a:gd name="T18" fmla="*/ 80 w 160"/>
              <a:gd name="T19" fmla="*/ 8 h 228"/>
              <a:gd name="T20" fmla="*/ 49 w 160"/>
              <a:gd name="T21" fmla="*/ 136 h 228"/>
              <a:gd name="T22" fmla="*/ 60 w 160"/>
              <a:gd name="T23" fmla="*/ 160 h 228"/>
              <a:gd name="T24" fmla="*/ 60 w 160"/>
              <a:gd name="T25" fmla="*/ 168 h 228"/>
              <a:gd name="T26" fmla="*/ 80 w 160"/>
              <a:gd name="T27" fmla="*/ 188 h 228"/>
              <a:gd name="T28" fmla="*/ 100 w 160"/>
              <a:gd name="T29" fmla="*/ 168 h 228"/>
              <a:gd name="T30" fmla="*/ 100 w 160"/>
              <a:gd name="T31" fmla="*/ 160 h 228"/>
              <a:gd name="T32" fmla="*/ 111 w 160"/>
              <a:gd name="T33" fmla="*/ 136 h 228"/>
              <a:gd name="T34" fmla="*/ 120 w 160"/>
              <a:gd name="T35" fmla="*/ 112 h 228"/>
              <a:gd name="T36" fmla="*/ 80 w 160"/>
              <a:gd name="T37" fmla="*/ 72 h 228"/>
              <a:gd name="T38" fmla="*/ 40 w 160"/>
              <a:gd name="T39" fmla="*/ 112 h 228"/>
              <a:gd name="T40" fmla="*/ 49 w 160"/>
              <a:gd name="T41" fmla="*/ 136 h 228"/>
              <a:gd name="T42" fmla="*/ 80 w 160"/>
              <a:gd name="T43" fmla="*/ 80 h 228"/>
              <a:gd name="T44" fmla="*/ 112 w 160"/>
              <a:gd name="T45" fmla="*/ 112 h 228"/>
              <a:gd name="T46" fmla="*/ 105 w 160"/>
              <a:gd name="T47" fmla="*/ 130 h 228"/>
              <a:gd name="T48" fmla="*/ 92 w 160"/>
              <a:gd name="T49" fmla="*/ 160 h 228"/>
              <a:gd name="T50" fmla="*/ 92 w 160"/>
              <a:gd name="T51" fmla="*/ 168 h 228"/>
              <a:gd name="T52" fmla="*/ 80 w 160"/>
              <a:gd name="T53" fmla="*/ 180 h 228"/>
              <a:gd name="T54" fmla="*/ 68 w 160"/>
              <a:gd name="T55" fmla="*/ 168 h 228"/>
              <a:gd name="T56" fmla="*/ 68 w 160"/>
              <a:gd name="T57" fmla="*/ 160 h 228"/>
              <a:gd name="T58" fmla="*/ 55 w 160"/>
              <a:gd name="T59" fmla="*/ 130 h 228"/>
              <a:gd name="T60" fmla="*/ 48 w 160"/>
              <a:gd name="T61" fmla="*/ 112 h 228"/>
              <a:gd name="T62" fmla="*/ 80 w 160"/>
              <a:gd name="T63" fmla="*/ 80 h 228"/>
              <a:gd name="T64" fmla="*/ 80 w 160"/>
              <a:gd name="T65" fmla="*/ 204 h 228"/>
              <a:gd name="T66" fmla="*/ 132 w 160"/>
              <a:gd name="T67" fmla="*/ 180 h 228"/>
              <a:gd name="T68" fmla="*/ 113 w 160"/>
              <a:gd name="T69" fmla="*/ 161 h 228"/>
              <a:gd name="T70" fmla="*/ 111 w 160"/>
              <a:gd name="T71" fmla="*/ 169 h 228"/>
              <a:gd name="T72" fmla="*/ 124 w 160"/>
              <a:gd name="T73" fmla="*/ 180 h 228"/>
              <a:gd name="T74" fmla="*/ 80 w 160"/>
              <a:gd name="T75" fmla="*/ 196 h 228"/>
              <a:gd name="T76" fmla="*/ 36 w 160"/>
              <a:gd name="T77" fmla="*/ 180 h 228"/>
              <a:gd name="T78" fmla="*/ 49 w 160"/>
              <a:gd name="T79" fmla="*/ 169 h 228"/>
              <a:gd name="T80" fmla="*/ 47 w 160"/>
              <a:gd name="T81" fmla="*/ 161 h 228"/>
              <a:gd name="T82" fmla="*/ 28 w 160"/>
              <a:gd name="T83" fmla="*/ 180 h 228"/>
              <a:gd name="T84" fmla="*/ 80 w 160"/>
              <a:gd name="T85" fmla="*/ 204 h 228"/>
              <a:gd name="T86" fmla="*/ 142 w 160"/>
              <a:gd name="T87" fmla="*/ 156 h 228"/>
              <a:gd name="T88" fmla="*/ 138 w 160"/>
              <a:gd name="T89" fmla="*/ 163 h 228"/>
              <a:gd name="T90" fmla="*/ 152 w 160"/>
              <a:gd name="T91" fmla="*/ 184 h 228"/>
              <a:gd name="T92" fmla="*/ 80 w 160"/>
              <a:gd name="T93" fmla="*/ 220 h 228"/>
              <a:gd name="T94" fmla="*/ 8 w 160"/>
              <a:gd name="T95" fmla="*/ 184 h 228"/>
              <a:gd name="T96" fmla="*/ 22 w 160"/>
              <a:gd name="T97" fmla="*/ 163 h 228"/>
              <a:gd name="T98" fmla="*/ 18 w 160"/>
              <a:gd name="T99" fmla="*/ 156 h 228"/>
              <a:gd name="T100" fmla="*/ 0 w 160"/>
              <a:gd name="T101" fmla="*/ 184 h 228"/>
              <a:gd name="T102" fmla="*/ 80 w 160"/>
              <a:gd name="T103" fmla="*/ 228 h 228"/>
              <a:gd name="T104" fmla="*/ 160 w 160"/>
              <a:gd name="T105" fmla="*/ 184 h 228"/>
              <a:gd name="T106" fmla="*/ 142 w 160"/>
              <a:gd name="T107" fmla="*/ 156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0" h="228">
                <a:moveTo>
                  <a:pt x="80" y="64"/>
                </a:moveTo>
                <a:cubicBezTo>
                  <a:pt x="98" y="64"/>
                  <a:pt x="112" y="50"/>
                  <a:pt x="112" y="32"/>
                </a:cubicBezTo>
                <a:cubicBezTo>
                  <a:pt x="112" y="14"/>
                  <a:pt x="98" y="0"/>
                  <a:pt x="80" y="0"/>
                </a:cubicBezTo>
                <a:cubicBezTo>
                  <a:pt x="62" y="0"/>
                  <a:pt x="48" y="14"/>
                  <a:pt x="48" y="32"/>
                </a:cubicBezTo>
                <a:cubicBezTo>
                  <a:pt x="48" y="50"/>
                  <a:pt x="62" y="64"/>
                  <a:pt x="80" y="64"/>
                </a:cubicBezTo>
                <a:close/>
                <a:moveTo>
                  <a:pt x="80" y="8"/>
                </a:moveTo>
                <a:cubicBezTo>
                  <a:pt x="93" y="8"/>
                  <a:pt x="104" y="19"/>
                  <a:pt x="104" y="32"/>
                </a:cubicBezTo>
                <a:cubicBezTo>
                  <a:pt x="104" y="45"/>
                  <a:pt x="93" y="56"/>
                  <a:pt x="80" y="56"/>
                </a:cubicBezTo>
                <a:cubicBezTo>
                  <a:pt x="67" y="56"/>
                  <a:pt x="56" y="45"/>
                  <a:pt x="56" y="32"/>
                </a:cubicBezTo>
                <a:cubicBezTo>
                  <a:pt x="56" y="19"/>
                  <a:pt x="67" y="8"/>
                  <a:pt x="80" y="8"/>
                </a:cubicBezTo>
                <a:close/>
                <a:moveTo>
                  <a:pt x="49" y="136"/>
                </a:moveTo>
                <a:cubicBezTo>
                  <a:pt x="55" y="141"/>
                  <a:pt x="60" y="152"/>
                  <a:pt x="60" y="160"/>
                </a:cubicBezTo>
                <a:cubicBezTo>
                  <a:pt x="60" y="168"/>
                  <a:pt x="60" y="168"/>
                  <a:pt x="60" y="168"/>
                </a:cubicBezTo>
                <a:cubicBezTo>
                  <a:pt x="60" y="179"/>
                  <a:pt x="69" y="188"/>
                  <a:pt x="80" y="188"/>
                </a:cubicBezTo>
                <a:cubicBezTo>
                  <a:pt x="91" y="188"/>
                  <a:pt x="100" y="179"/>
                  <a:pt x="100" y="168"/>
                </a:cubicBezTo>
                <a:cubicBezTo>
                  <a:pt x="100" y="160"/>
                  <a:pt x="100" y="160"/>
                  <a:pt x="100" y="160"/>
                </a:cubicBezTo>
                <a:cubicBezTo>
                  <a:pt x="100" y="152"/>
                  <a:pt x="105" y="141"/>
                  <a:pt x="111" y="136"/>
                </a:cubicBezTo>
                <a:cubicBezTo>
                  <a:pt x="111" y="136"/>
                  <a:pt x="120" y="127"/>
                  <a:pt x="120" y="112"/>
                </a:cubicBezTo>
                <a:cubicBezTo>
                  <a:pt x="120" y="90"/>
                  <a:pt x="102" y="72"/>
                  <a:pt x="80" y="72"/>
                </a:cubicBezTo>
                <a:cubicBezTo>
                  <a:pt x="58" y="72"/>
                  <a:pt x="40" y="90"/>
                  <a:pt x="40" y="112"/>
                </a:cubicBezTo>
                <a:cubicBezTo>
                  <a:pt x="40" y="127"/>
                  <a:pt x="49" y="136"/>
                  <a:pt x="49" y="136"/>
                </a:cubicBezTo>
                <a:close/>
                <a:moveTo>
                  <a:pt x="80" y="80"/>
                </a:moveTo>
                <a:cubicBezTo>
                  <a:pt x="97" y="80"/>
                  <a:pt x="112" y="94"/>
                  <a:pt x="112" y="112"/>
                </a:cubicBezTo>
                <a:cubicBezTo>
                  <a:pt x="112" y="124"/>
                  <a:pt x="105" y="130"/>
                  <a:pt x="105" y="130"/>
                </a:cubicBezTo>
                <a:cubicBezTo>
                  <a:pt x="98" y="137"/>
                  <a:pt x="92" y="150"/>
                  <a:pt x="92" y="160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2" y="175"/>
                  <a:pt x="87" y="180"/>
                  <a:pt x="80" y="180"/>
                </a:cubicBezTo>
                <a:cubicBezTo>
                  <a:pt x="73" y="180"/>
                  <a:pt x="68" y="175"/>
                  <a:pt x="68" y="168"/>
                </a:cubicBezTo>
                <a:cubicBezTo>
                  <a:pt x="68" y="160"/>
                  <a:pt x="68" y="160"/>
                  <a:pt x="68" y="160"/>
                </a:cubicBezTo>
                <a:cubicBezTo>
                  <a:pt x="68" y="150"/>
                  <a:pt x="62" y="137"/>
                  <a:pt x="55" y="130"/>
                </a:cubicBezTo>
                <a:cubicBezTo>
                  <a:pt x="55" y="130"/>
                  <a:pt x="48" y="124"/>
                  <a:pt x="48" y="112"/>
                </a:cubicBezTo>
                <a:cubicBezTo>
                  <a:pt x="48" y="94"/>
                  <a:pt x="62" y="80"/>
                  <a:pt x="80" y="80"/>
                </a:cubicBezTo>
                <a:close/>
                <a:moveTo>
                  <a:pt x="80" y="204"/>
                </a:moveTo>
                <a:cubicBezTo>
                  <a:pt x="110" y="204"/>
                  <a:pt x="132" y="194"/>
                  <a:pt x="132" y="180"/>
                </a:cubicBezTo>
                <a:cubicBezTo>
                  <a:pt x="132" y="172"/>
                  <a:pt x="125" y="166"/>
                  <a:pt x="113" y="161"/>
                </a:cubicBezTo>
                <a:cubicBezTo>
                  <a:pt x="111" y="169"/>
                  <a:pt x="111" y="169"/>
                  <a:pt x="111" y="169"/>
                </a:cubicBezTo>
                <a:cubicBezTo>
                  <a:pt x="119" y="172"/>
                  <a:pt x="124" y="176"/>
                  <a:pt x="124" y="180"/>
                </a:cubicBezTo>
                <a:cubicBezTo>
                  <a:pt x="124" y="188"/>
                  <a:pt x="105" y="196"/>
                  <a:pt x="80" y="196"/>
                </a:cubicBezTo>
                <a:cubicBezTo>
                  <a:pt x="55" y="196"/>
                  <a:pt x="36" y="188"/>
                  <a:pt x="36" y="180"/>
                </a:cubicBezTo>
                <a:cubicBezTo>
                  <a:pt x="36" y="176"/>
                  <a:pt x="41" y="172"/>
                  <a:pt x="49" y="169"/>
                </a:cubicBezTo>
                <a:cubicBezTo>
                  <a:pt x="47" y="161"/>
                  <a:pt x="47" y="161"/>
                  <a:pt x="47" y="161"/>
                </a:cubicBezTo>
                <a:cubicBezTo>
                  <a:pt x="35" y="166"/>
                  <a:pt x="28" y="172"/>
                  <a:pt x="28" y="180"/>
                </a:cubicBezTo>
                <a:cubicBezTo>
                  <a:pt x="28" y="194"/>
                  <a:pt x="50" y="204"/>
                  <a:pt x="80" y="204"/>
                </a:cubicBezTo>
                <a:close/>
                <a:moveTo>
                  <a:pt x="142" y="156"/>
                </a:moveTo>
                <a:cubicBezTo>
                  <a:pt x="138" y="163"/>
                  <a:pt x="138" y="163"/>
                  <a:pt x="138" y="163"/>
                </a:cubicBezTo>
                <a:cubicBezTo>
                  <a:pt x="144" y="167"/>
                  <a:pt x="152" y="174"/>
                  <a:pt x="152" y="184"/>
                </a:cubicBezTo>
                <a:cubicBezTo>
                  <a:pt x="152" y="204"/>
                  <a:pt x="119" y="220"/>
                  <a:pt x="80" y="220"/>
                </a:cubicBezTo>
                <a:cubicBezTo>
                  <a:pt x="41" y="220"/>
                  <a:pt x="8" y="204"/>
                  <a:pt x="8" y="184"/>
                </a:cubicBezTo>
                <a:cubicBezTo>
                  <a:pt x="8" y="174"/>
                  <a:pt x="16" y="167"/>
                  <a:pt x="22" y="163"/>
                </a:cubicBezTo>
                <a:cubicBezTo>
                  <a:pt x="18" y="156"/>
                  <a:pt x="18" y="156"/>
                  <a:pt x="18" y="156"/>
                </a:cubicBezTo>
                <a:cubicBezTo>
                  <a:pt x="6" y="164"/>
                  <a:pt x="0" y="174"/>
                  <a:pt x="0" y="184"/>
                </a:cubicBezTo>
                <a:cubicBezTo>
                  <a:pt x="0" y="209"/>
                  <a:pt x="35" y="228"/>
                  <a:pt x="80" y="228"/>
                </a:cubicBezTo>
                <a:cubicBezTo>
                  <a:pt x="125" y="228"/>
                  <a:pt x="160" y="209"/>
                  <a:pt x="160" y="184"/>
                </a:cubicBezTo>
                <a:cubicBezTo>
                  <a:pt x="160" y="174"/>
                  <a:pt x="154" y="164"/>
                  <a:pt x="142" y="15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Freeform 60">
            <a:extLst>
              <a:ext uri="{FF2B5EF4-FFF2-40B4-BE49-F238E27FC236}">
                <a16:creationId xmlns:a16="http://schemas.microsoft.com/office/drawing/2014/main" id="{3B8C4782-E151-4E7C-B922-4A3A9FC38077}"/>
              </a:ext>
            </a:extLst>
          </p:cNvPr>
          <p:cNvSpPr>
            <a:spLocks noEditPoints="1"/>
          </p:cNvSpPr>
          <p:nvPr/>
        </p:nvSpPr>
        <p:spPr bwMode="auto">
          <a:xfrm>
            <a:off x="8966598" y="1702730"/>
            <a:ext cx="236074" cy="236072"/>
          </a:xfrm>
          <a:custGeom>
            <a:avLst/>
            <a:gdLst>
              <a:gd name="T0" fmla="*/ 129 w 200"/>
              <a:gd name="T1" fmla="*/ 103 h 200"/>
              <a:gd name="T2" fmla="*/ 106 w 200"/>
              <a:gd name="T3" fmla="*/ 92 h 200"/>
              <a:gd name="T4" fmla="*/ 106 w 200"/>
              <a:gd name="T5" fmla="*/ 55 h 200"/>
              <a:gd name="T6" fmla="*/ 117 w 200"/>
              <a:gd name="T7" fmla="*/ 59 h 200"/>
              <a:gd name="T8" fmla="*/ 127 w 200"/>
              <a:gd name="T9" fmla="*/ 68 h 200"/>
              <a:gd name="T10" fmla="*/ 133 w 200"/>
              <a:gd name="T11" fmla="*/ 65 h 200"/>
              <a:gd name="T12" fmla="*/ 122 w 200"/>
              <a:gd name="T13" fmla="*/ 53 h 200"/>
              <a:gd name="T14" fmla="*/ 106 w 200"/>
              <a:gd name="T15" fmla="*/ 48 h 200"/>
              <a:gd name="T16" fmla="*/ 106 w 200"/>
              <a:gd name="T17" fmla="*/ 38 h 200"/>
              <a:gd name="T18" fmla="*/ 100 w 200"/>
              <a:gd name="T19" fmla="*/ 38 h 200"/>
              <a:gd name="T20" fmla="*/ 100 w 200"/>
              <a:gd name="T21" fmla="*/ 48 h 200"/>
              <a:gd name="T22" fmla="*/ 79 w 200"/>
              <a:gd name="T23" fmla="*/ 56 h 200"/>
              <a:gd name="T24" fmla="*/ 72 w 200"/>
              <a:gd name="T25" fmla="*/ 73 h 200"/>
              <a:gd name="T26" fmla="*/ 78 w 200"/>
              <a:gd name="T27" fmla="*/ 89 h 200"/>
              <a:gd name="T28" fmla="*/ 100 w 200"/>
              <a:gd name="T29" fmla="*/ 99 h 200"/>
              <a:gd name="T30" fmla="*/ 100 w 200"/>
              <a:gd name="T31" fmla="*/ 140 h 200"/>
              <a:gd name="T32" fmla="*/ 86 w 200"/>
              <a:gd name="T33" fmla="*/ 135 h 200"/>
              <a:gd name="T34" fmla="*/ 76 w 200"/>
              <a:gd name="T35" fmla="*/ 123 h 200"/>
              <a:gd name="T36" fmla="*/ 70 w 200"/>
              <a:gd name="T37" fmla="*/ 128 h 200"/>
              <a:gd name="T38" fmla="*/ 83 w 200"/>
              <a:gd name="T39" fmla="*/ 142 h 200"/>
              <a:gd name="T40" fmla="*/ 100 w 200"/>
              <a:gd name="T41" fmla="*/ 147 h 200"/>
              <a:gd name="T42" fmla="*/ 100 w 200"/>
              <a:gd name="T43" fmla="*/ 159 h 200"/>
              <a:gd name="T44" fmla="*/ 106 w 200"/>
              <a:gd name="T45" fmla="*/ 159 h 200"/>
              <a:gd name="T46" fmla="*/ 106 w 200"/>
              <a:gd name="T47" fmla="*/ 147 h 200"/>
              <a:gd name="T48" fmla="*/ 129 w 200"/>
              <a:gd name="T49" fmla="*/ 138 h 200"/>
              <a:gd name="T50" fmla="*/ 137 w 200"/>
              <a:gd name="T51" fmla="*/ 119 h 200"/>
              <a:gd name="T52" fmla="*/ 129 w 200"/>
              <a:gd name="T53" fmla="*/ 103 h 200"/>
              <a:gd name="T54" fmla="*/ 100 w 200"/>
              <a:gd name="T55" fmla="*/ 90 h 200"/>
              <a:gd name="T56" fmla="*/ 84 w 200"/>
              <a:gd name="T57" fmla="*/ 83 h 200"/>
              <a:gd name="T58" fmla="*/ 79 w 200"/>
              <a:gd name="T59" fmla="*/ 72 h 200"/>
              <a:gd name="T60" fmla="*/ 85 w 200"/>
              <a:gd name="T61" fmla="*/ 60 h 200"/>
              <a:gd name="T62" fmla="*/ 100 w 200"/>
              <a:gd name="T63" fmla="*/ 55 h 200"/>
              <a:gd name="T64" fmla="*/ 100 w 200"/>
              <a:gd name="T65" fmla="*/ 90 h 200"/>
              <a:gd name="T66" fmla="*/ 123 w 200"/>
              <a:gd name="T67" fmla="*/ 134 h 200"/>
              <a:gd name="T68" fmla="*/ 106 w 200"/>
              <a:gd name="T69" fmla="*/ 140 h 200"/>
              <a:gd name="T70" fmla="*/ 106 w 200"/>
              <a:gd name="T71" fmla="*/ 101 h 200"/>
              <a:gd name="T72" fmla="*/ 124 w 200"/>
              <a:gd name="T73" fmla="*/ 109 h 200"/>
              <a:gd name="T74" fmla="*/ 129 w 200"/>
              <a:gd name="T75" fmla="*/ 121 h 200"/>
              <a:gd name="T76" fmla="*/ 123 w 200"/>
              <a:gd name="T77" fmla="*/ 134 h 200"/>
              <a:gd name="T78" fmla="*/ 100 w 200"/>
              <a:gd name="T79" fmla="*/ 0 h 200"/>
              <a:gd name="T80" fmla="*/ 0 w 200"/>
              <a:gd name="T81" fmla="*/ 100 h 200"/>
              <a:gd name="T82" fmla="*/ 100 w 200"/>
              <a:gd name="T83" fmla="*/ 200 h 200"/>
              <a:gd name="T84" fmla="*/ 200 w 200"/>
              <a:gd name="T85" fmla="*/ 100 h 200"/>
              <a:gd name="T86" fmla="*/ 100 w 200"/>
              <a:gd name="T87" fmla="*/ 0 h 200"/>
              <a:gd name="T88" fmla="*/ 100 w 200"/>
              <a:gd name="T89" fmla="*/ 192 h 200"/>
              <a:gd name="T90" fmla="*/ 8 w 200"/>
              <a:gd name="T91" fmla="*/ 100 h 200"/>
              <a:gd name="T92" fmla="*/ 100 w 200"/>
              <a:gd name="T93" fmla="*/ 8 h 200"/>
              <a:gd name="T94" fmla="*/ 192 w 200"/>
              <a:gd name="T95" fmla="*/ 100 h 200"/>
              <a:gd name="T96" fmla="*/ 100 w 200"/>
              <a:gd name="T97" fmla="*/ 19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0" h="200">
                <a:moveTo>
                  <a:pt x="129" y="103"/>
                </a:moveTo>
                <a:cubicBezTo>
                  <a:pt x="124" y="98"/>
                  <a:pt x="117" y="94"/>
                  <a:pt x="106" y="92"/>
                </a:cubicBezTo>
                <a:cubicBezTo>
                  <a:pt x="106" y="55"/>
                  <a:pt x="106" y="55"/>
                  <a:pt x="106" y="55"/>
                </a:cubicBezTo>
                <a:cubicBezTo>
                  <a:pt x="110" y="55"/>
                  <a:pt x="114" y="56"/>
                  <a:pt x="117" y="59"/>
                </a:cubicBezTo>
                <a:cubicBezTo>
                  <a:pt x="120" y="61"/>
                  <a:pt x="123" y="64"/>
                  <a:pt x="127" y="68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130" y="60"/>
                  <a:pt x="126" y="56"/>
                  <a:pt x="122" y="53"/>
                </a:cubicBezTo>
                <a:cubicBezTo>
                  <a:pt x="118" y="50"/>
                  <a:pt x="112" y="49"/>
                  <a:pt x="106" y="48"/>
                </a:cubicBezTo>
                <a:cubicBezTo>
                  <a:pt x="106" y="38"/>
                  <a:pt x="106" y="38"/>
                  <a:pt x="106" y="38"/>
                </a:cubicBezTo>
                <a:cubicBezTo>
                  <a:pt x="100" y="38"/>
                  <a:pt x="100" y="38"/>
                  <a:pt x="100" y="38"/>
                </a:cubicBezTo>
                <a:cubicBezTo>
                  <a:pt x="100" y="48"/>
                  <a:pt x="100" y="48"/>
                  <a:pt x="100" y="48"/>
                </a:cubicBezTo>
                <a:cubicBezTo>
                  <a:pt x="91" y="49"/>
                  <a:pt x="84" y="52"/>
                  <a:pt x="79" y="56"/>
                </a:cubicBezTo>
                <a:cubicBezTo>
                  <a:pt x="74" y="60"/>
                  <a:pt x="72" y="66"/>
                  <a:pt x="72" y="73"/>
                </a:cubicBezTo>
                <a:cubicBezTo>
                  <a:pt x="72" y="80"/>
                  <a:pt x="74" y="85"/>
                  <a:pt x="78" y="89"/>
                </a:cubicBezTo>
                <a:cubicBezTo>
                  <a:pt x="83" y="93"/>
                  <a:pt x="90" y="96"/>
                  <a:pt x="100" y="99"/>
                </a:cubicBezTo>
                <a:cubicBezTo>
                  <a:pt x="100" y="140"/>
                  <a:pt x="100" y="140"/>
                  <a:pt x="100" y="140"/>
                </a:cubicBezTo>
                <a:cubicBezTo>
                  <a:pt x="95" y="139"/>
                  <a:pt x="90" y="137"/>
                  <a:pt x="86" y="135"/>
                </a:cubicBezTo>
                <a:cubicBezTo>
                  <a:pt x="83" y="132"/>
                  <a:pt x="79" y="128"/>
                  <a:pt x="76" y="123"/>
                </a:cubicBezTo>
                <a:cubicBezTo>
                  <a:pt x="70" y="128"/>
                  <a:pt x="70" y="128"/>
                  <a:pt x="70" y="128"/>
                </a:cubicBezTo>
                <a:cubicBezTo>
                  <a:pt x="74" y="134"/>
                  <a:pt x="78" y="139"/>
                  <a:pt x="83" y="142"/>
                </a:cubicBezTo>
                <a:cubicBezTo>
                  <a:pt x="88" y="145"/>
                  <a:pt x="94" y="146"/>
                  <a:pt x="100" y="147"/>
                </a:cubicBezTo>
                <a:cubicBezTo>
                  <a:pt x="100" y="159"/>
                  <a:pt x="100" y="159"/>
                  <a:pt x="100" y="159"/>
                </a:cubicBezTo>
                <a:cubicBezTo>
                  <a:pt x="106" y="159"/>
                  <a:pt x="106" y="159"/>
                  <a:pt x="106" y="159"/>
                </a:cubicBezTo>
                <a:cubicBezTo>
                  <a:pt x="106" y="147"/>
                  <a:pt x="106" y="147"/>
                  <a:pt x="106" y="147"/>
                </a:cubicBezTo>
                <a:cubicBezTo>
                  <a:pt x="116" y="146"/>
                  <a:pt x="124" y="143"/>
                  <a:pt x="129" y="138"/>
                </a:cubicBezTo>
                <a:cubicBezTo>
                  <a:pt x="134" y="134"/>
                  <a:pt x="137" y="127"/>
                  <a:pt x="137" y="119"/>
                </a:cubicBezTo>
                <a:cubicBezTo>
                  <a:pt x="137" y="113"/>
                  <a:pt x="134" y="107"/>
                  <a:pt x="129" y="103"/>
                </a:cubicBezTo>
                <a:close/>
                <a:moveTo>
                  <a:pt x="100" y="90"/>
                </a:moveTo>
                <a:cubicBezTo>
                  <a:pt x="93" y="88"/>
                  <a:pt x="88" y="86"/>
                  <a:pt x="84" y="83"/>
                </a:cubicBezTo>
                <a:cubicBezTo>
                  <a:pt x="81" y="80"/>
                  <a:pt x="79" y="77"/>
                  <a:pt x="79" y="72"/>
                </a:cubicBezTo>
                <a:cubicBezTo>
                  <a:pt x="79" y="67"/>
                  <a:pt x="81" y="63"/>
                  <a:pt x="85" y="60"/>
                </a:cubicBezTo>
                <a:cubicBezTo>
                  <a:pt x="89" y="57"/>
                  <a:pt x="94" y="55"/>
                  <a:pt x="100" y="55"/>
                </a:cubicBezTo>
                <a:lnTo>
                  <a:pt x="100" y="90"/>
                </a:lnTo>
                <a:close/>
                <a:moveTo>
                  <a:pt x="123" y="134"/>
                </a:moveTo>
                <a:cubicBezTo>
                  <a:pt x="119" y="138"/>
                  <a:pt x="113" y="140"/>
                  <a:pt x="106" y="140"/>
                </a:cubicBezTo>
                <a:cubicBezTo>
                  <a:pt x="106" y="101"/>
                  <a:pt x="106" y="101"/>
                  <a:pt x="106" y="101"/>
                </a:cubicBezTo>
                <a:cubicBezTo>
                  <a:pt x="115" y="103"/>
                  <a:pt x="120" y="106"/>
                  <a:pt x="124" y="109"/>
                </a:cubicBezTo>
                <a:cubicBezTo>
                  <a:pt x="127" y="112"/>
                  <a:pt x="129" y="116"/>
                  <a:pt x="129" y="121"/>
                </a:cubicBezTo>
                <a:cubicBezTo>
                  <a:pt x="129" y="126"/>
                  <a:pt x="127" y="131"/>
                  <a:pt x="123" y="134"/>
                </a:cubicBezTo>
                <a:close/>
                <a:moveTo>
                  <a:pt x="100" y="0"/>
                </a:moveTo>
                <a:cubicBezTo>
                  <a:pt x="45" y="0"/>
                  <a:pt x="0" y="45"/>
                  <a:pt x="0" y="100"/>
                </a:cubicBezTo>
                <a:cubicBezTo>
                  <a:pt x="0" y="155"/>
                  <a:pt x="45" y="200"/>
                  <a:pt x="100" y="200"/>
                </a:cubicBezTo>
                <a:cubicBezTo>
                  <a:pt x="155" y="200"/>
                  <a:pt x="200" y="155"/>
                  <a:pt x="200" y="100"/>
                </a:cubicBezTo>
                <a:cubicBezTo>
                  <a:pt x="200" y="45"/>
                  <a:pt x="155" y="0"/>
                  <a:pt x="100" y="0"/>
                </a:cubicBezTo>
                <a:close/>
                <a:moveTo>
                  <a:pt x="100" y="192"/>
                </a:moveTo>
                <a:cubicBezTo>
                  <a:pt x="49" y="192"/>
                  <a:pt x="8" y="151"/>
                  <a:pt x="8" y="100"/>
                </a:cubicBezTo>
                <a:cubicBezTo>
                  <a:pt x="8" y="49"/>
                  <a:pt x="49" y="8"/>
                  <a:pt x="100" y="8"/>
                </a:cubicBezTo>
                <a:cubicBezTo>
                  <a:pt x="151" y="8"/>
                  <a:pt x="192" y="49"/>
                  <a:pt x="192" y="100"/>
                </a:cubicBezTo>
                <a:cubicBezTo>
                  <a:pt x="192" y="151"/>
                  <a:pt x="151" y="192"/>
                  <a:pt x="100" y="19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Freeform 42">
            <a:extLst>
              <a:ext uri="{FF2B5EF4-FFF2-40B4-BE49-F238E27FC236}">
                <a16:creationId xmlns:a16="http://schemas.microsoft.com/office/drawing/2014/main" id="{8F1BAC5C-0E34-4A42-A2C0-99352120EF17}"/>
              </a:ext>
            </a:extLst>
          </p:cNvPr>
          <p:cNvSpPr>
            <a:spLocks noEditPoints="1"/>
          </p:cNvSpPr>
          <p:nvPr/>
        </p:nvSpPr>
        <p:spPr bwMode="auto">
          <a:xfrm>
            <a:off x="9818558" y="1719878"/>
            <a:ext cx="204918" cy="204916"/>
          </a:xfrm>
          <a:custGeom>
            <a:avLst/>
            <a:gdLst>
              <a:gd name="T0" fmla="*/ 36 w 183"/>
              <a:gd name="T1" fmla="*/ 41 h 183"/>
              <a:gd name="T2" fmla="*/ 30 w 183"/>
              <a:gd name="T3" fmla="*/ 36 h 183"/>
              <a:gd name="T4" fmla="*/ 33 w 183"/>
              <a:gd name="T5" fmla="*/ 90 h 183"/>
              <a:gd name="T6" fmla="*/ 38 w 183"/>
              <a:gd name="T7" fmla="*/ 84 h 183"/>
              <a:gd name="T8" fmla="*/ 36 w 183"/>
              <a:gd name="T9" fmla="*/ 41 h 183"/>
              <a:gd name="T10" fmla="*/ 129 w 183"/>
              <a:gd name="T11" fmla="*/ 107 h 183"/>
              <a:gd name="T12" fmla="*/ 120 w 183"/>
              <a:gd name="T13" fmla="*/ 115 h 183"/>
              <a:gd name="T14" fmla="*/ 103 w 183"/>
              <a:gd name="T15" fmla="*/ 98 h 183"/>
              <a:gd name="T16" fmla="*/ 101 w 183"/>
              <a:gd name="T17" fmla="*/ 22 h 183"/>
              <a:gd name="T18" fmla="*/ 21 w 183"/>
              <a:gd name="T19" fmla="*/ 22 h 183"/>
              <a:gd name="T20" fmla="*/ 21 w 183"/>
              <a:gd name="T21" fmla="*/ 101 h 183"/>
              <a:gd name="T22" fmla="*/ 98 w 183"/>
              <a:gd name="T23" fmla="*/ 104 h 183"/>
              <a:gd name="T24" fmla="*/ 115 w 183"/>
              <a:gd name="T25" fmla="*/ 121 h 183"/>
              <a:gd name="T26" fmla="*/ 106 w 183"/>
              <a:gd name="T27" fmla="*/ 129 h 183"/>
              <a:gd name="T28" fmla="*/ 160 w 183"/>
              <a:gd name="T29" fmla="*/ 183 h 183"/>
              <a:gd name="T30" fmla="*/ 183 w 183"/>
              <a:gd name="T31" fmla="*/ 160 h 183"/>
              <a:gd name="T32" fmla="*/ 129 w 183"/>
              <a:gd name="T33" fmla="*/ 107 h 183"/>
              <a:gd name="T34" fmla="*/ 95 w 183"/>
              <a:gd name="T35" fmla="*/ 95 h 183"/>
              <a:gd name="T36" fmla="*/ 95 w 183"/>
              <a:gd name="T37" fmla="*/ 95 h 183"/>
              <a:gd name="T38" fmla="*/ 27 w 183"/>
              <a:gd name="T39" fmla="*/ 95 h 183"/>
              <a:gd name="T40" fmla="*/ 27 w 183"/>
              <a:gd name="T41" fmla="*/ 27 h 183"/>
              <a:gd name="T42" fmla="*/ 95 w 183"/>
              <a:gd name="T43" fmla="*/ 27 h 183"/>
              <a:gd name="T44" fmla="*/ 95 w 183"/>
              <a:gd name="T45" fmla="*/ 95 h 183"/>
              <a:gd name="T46" fmla="*/ 118 w 183"/>
              <a:gd name="T47" fmla="*/ 129 h 183"/>
              <a:gd name="T48" fmla="*/ 129 w 183"/>
              <a:gd name="T49" fmla="*/ 118 h 183"/>
              <a:gd name="T50" fmla="*/ 171 w 183"/>
              <a:gd name="T51" fmla="*/ 160 h 183"/>
              <a:gd name="T52" fmla="*/ 160 w 183"/>
              <a:gd name="T53" fmla="*/ 172 h 183"/>
              <a:gd name="T54" fmla="*/ 118 w 183"/>
              <a:gd name="T55" fmla="*/ 129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3" h="183">
                <a:moveTo>
                  <a:pt x="36" y="41"/>
                </a:moveTo>
                <a:cubicBezTo>
                  <a:pt x="30" y="36"/>
                  <a:pt x="30" y="36"/>
                  <a:pt x="30" y="36"/>
                </a:cubicBezTo>
                <a:cubicBezTo>
                  <a:pt x="17" y="52"/>
                  <a:pt x="18" y="75"/>
                  <a:pt x="33" y="90"/>
                </a:cubicBezTo>
                <a:cubicBezTo>
                  <a:pt x="38" y="84"/>
                  <a:pt x="38" y="84"/>
                  <a:pt x="38" y="84"/>
                </a:cubicBezTo>
                <a:cubicBezTo>
                  <a:pt x="27" y="72"/>
                  <a:pt x="26" y="54"/>
                  <a:pt x="36" y="41"/>
                </a:cubicBezTo>
                <a:close/>
                <a:moveTo>
                  <a:pt x="129" y="107"/>
                </a:moveTo>
                <a:cubicBezTo>
                  <a:pt x="120" y="115"/>
                  <a:pt x="120" y="115"/>
                  <a:pt x="120" y="115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22" y="76"/>
                  <a:pt x="121" y="43"/>
                  <a:pt x="101" y="22"/>
                </a:cubicBezTo>
                <a:cubicBezTo>
                  <a:pt x="79" y="0"/>
                  <a:pt x="43" y="0"/>
                  <a:pt x="21" y="22"/>
                </a:cubicBezTo>
                <a:cubicBezTo>
                  <a:pt x="0" y="44"/>
                  <a:pt x="0" y="79"/>
                  <a:pt x="21" y="101"/>
                </a:cubicBezTo>
                <a:cubicBezTo>
                  <a:pt x="42" y="122"/>
                  <a:pt x="76" y="123"/>
                  <a:pt x="98" y="104"/>
                </a:cubicBezTo>
                <a:cubicBezTo>
                  <a:pt x="115" y="121"/>
                  <a:pt x="115" y="121"/>
                  <a:pt x="115" y="121"/>
                </a:cubicBezTo>
                <a:cubicBezTo>
                  <a:pt x="106" y="129"/>
                  <a:pt x="106" y="129"/>
                  <a:pt x="106" y="129"/>
                </a:cubicBezTo>
                <a:cubicBezTo>
                  <a:pt x="160" y="183"/>
                  <a:pt x="160" y="183"/>
                  <a:pt x="160" y="183"/>
                </a:cubicBezTo>
                <a:cubicBezTo>
                  <a:pt x="183" y="160"/>
                  <a:pt x="183" y="160"/>
                  <a:pt x="183" y="160"/>
                </a:cubicBezTo>
                <a:lnTo>
                  <a:pt x="129" y="107"/>
                </a:lnTo>
                <a:close/>
                <a:moveTo>
                  <a:pt x="95" y="95"/>
                </a:moveTo>
                <a:cubicBezTo>
                  <a:pt x="95" y="95"/>
                  <a:pt x="95" y="95"/>
                  <a:pt x="95" y="95"/>
                </a:cubicBezTo>
                <a:cubicBezTo>
                  <a:pt x="76" y="114"/>
                  <a:pt x="46" y="114"/>
                  <a:pt x="27" y="95"/>
                </a:cubicBezTo>
                <a:cubicBezTo>
                  <a:pt x="8" y="77"/>
                  <a:pt x="8" y="46"/>
                  <a:pt x="27" y="27"/>
                </a:cubicBezTo>
                <a:cubicBezTo>
                  <a:pt x="46" y="9"/>
                  <a:pt x="76" y="9"/>
                  <a:pt x="95" y="27"/>
                </a:cubicBezTo>
                <a:cubicBezTo>
                  <a:pt x="114" y="46"/>
                  <a:pt x="114" y="77"/>
                  <a:pt x="95" y="95"/>
                </a:cubicBezTo>
                <a:close/>
                <a:moveTo>
                  <a:pt x="118" y="129"/>
                </a:moveTo>
                <a:cubicBezTo>
                  <a:pt x="129" y="118"/>
                  <a:pt x="129" y="118"/>
                  <a:pt x="129" y="118"/>
                </a:cubicBezTo>
                <a:cubicBezTo>
                  <a:pt x="171" y="160"/>
                  <a:pt x="171" y="160"/>
                  <a:pt x="171" y="160"/>
                </a:cubicBezTo>
                <a:cubicBezTo>
                  <a:pt x="160" y="172"/>
                  <a:pt x="160" y="172"/>
                  <a:pt x="160" y="172"/>
                </a:cubicBezTo>
                <a:lnTo>
                  <a:pt x="118" y="12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69" name="Gruppieren 1072">
            <a:extLst>
              <a:ext uri="{FF2B5EF4-FFF2-40B4-BE49-F238E27FC236}">
                <a16:creationId xmlns:a16="http://schemas.microsoft.com/office/drawing/2014/main" id="{44FF2A07-3111-48C4-ADF9-B41B629C98D6}"/>
              </a:ext>
            </a:extLst>
          </p:cNvPr>
          <p:cNvGrpSpPr/>
          <p:nvPr/>
        </p:nvGrpSpPr>
        <p:grpSpPr>
          <a:xfrm>
            <a:off x="9910499" y="3692792"/>
            <a:ext cx="194562" cy="248154"/>
            <a:chOff x="3625850" y="3917951"/>
            <a:chExt cx="265113" cy="33813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239">
              <a:extLst>
                <a:ext uri="{FF2B5EF4-FFF2-40B4-BE49-F238E27FC236}">
                  <a16:creationId xmlns:a16="http://schemas.microsoft.com/office/drawing/2014/main" id="{E925C1F0-D6E2-4A0E-B9D0-A21C21FAF3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0950" y="4159251"/>
              <a:ext cx="100013" cy="96838"/>
            </a:xfrm>
            <a:custGeom>
              <a:avLst/>
              <a:gdLst>
                <a:gd name="T0" fmla="*/ 54 w 70"/>
                <a:gd name="T1" fmla="*/ 67 h 67"/>
                <a:gd name="T2" fmla="*/ 52 w 70"/>
                <a:gd name="T3" fmla="*/ 67 h 67"/>
                <a:gd name="T4" fmla="*/ 35 w 70"/>
                <a:gd name="T5" fmla="*/ 58 h 67"/>
                <a:gd name="T6" fmla="*/ 18 w 70"/>
                <a:gd name="T7" fmla="*/ 67 h 67"/>
                <a:gd name="T8" fmla="*/ 14 w 70"/>
                <a:gd name="T9" fmla="*/ 66 h 67"/>
                <a:gd name="T10" fmla="*/ 12 w 70"/>
                <a:gd name="T11" fmla="*/ 62 h 67"/>
                <a:gd name="T12" fmla="*/ 15 w 70"/>
                <a:gd name="T13" fmla="*/ 43 h 67"/>
                <a:gd name="T14" fmla="*/ 2 w 70"/>
                <a:gd name="T15" fmla="*/ 30 h 67"/>
                <a:gd name="T16" fmla="*/ 1 w 70"/>
                <a:gd name="T17" fmla="*/ 26 h 67"/>
                <a:gd name="T18" fmla="*/ 4 w 70"/>
                <a:gd name="T19" fmla="*/ 23 h 67"/>
                <a:gd name="T20" fmla="*/ 23 w 70"/>
                <a:gd name="T21" fmla="*/ 20 h 67"/>
                <a:gd name="T22" fmla="*/ 31 w 70"/>
                <a:gd name="T23" fmla="*/ 3 h 67"/>
                <a:gd name="T24" fmla="*/ 39 w 70"/>
                <a:gd name="T25" fmla="*/ 3 h 67"/>
                <a:gd name="T26" fmla="*/ 47 w 70"/>
                <a:gd name="T27" fmla="*/ 20 h 67"/>
                <a:gd name="T28" fmla="*/ 66 w 70"/>
                <a:gd name="T29" fmla="*/ 23 h 67"/>
                <a:gd name="T30" fmla="*/ 69 w 70"/>
                <a:gd name="T31" fmla="*/ 26 h 67"/>
                <a:gd name="T32" fmla="*/ 68 w 70"/>
                <a:gd name="T33" fmla="*/ 30 h 67"/>
                <a:gd name="T34" fmla="*/ 55 w 70"/>
                <a:gd name="T35" fmla="*/ 43 h 67"/>
                <a:gd name="T36" fmla="*/ 58 w 70"/>
                <a:gd name="T37" fmla="*/ 62 h 67"/>
                <a:gd name="T38" fmla="*/ 56 w 70"/>
                <a:gd name="T39" fmla="*/ 66 h 67"/>
                <a:gd name="T40" fmla="*/ 54 w 70"/>
                <a:gd name="T41" fmla="*/ 67 h 67"/>
                <a:gd name="T42" fmla="*/ 35 w 70"/>
                <a:gd name="T43" fmla="*/ 49 h 67"/>
                <a:gd name="T44" fmla="*/ 37 w 70"/>
                <a:gd name="T45" fmla="*/ 50 h 67"/>
                <a:gd name="T46" fmla="*/ 49 w 70"/>
                <a:gd name="T47" fmla="*/ 56 h 67"/>
                <a:gd name="T48" fmla="*/ 46 w 70"/>
                <a:gd name="T49" fmla="*/ 43 h 67"/>
                <a:gd name="T50" fmla="*/ 48 w 70"/>
                <a:gd name="T51" fmla="*/ 39 h 67"/>
                <a:gd name="T52" fmla="*/ 57 w 70"/>
                <a:gd name="T53" fmla="*/ 30 h 67"/>
                <a:gd name="T54" fmla="*/ 44 w 70"/>
                <a:gd name="T55" fmla="*/ 28 h 67"/>
                <a:gd name="T56" fmla="*/ 41 w 70"/>
                <a:gd name="T57" fmla="*/ 26 h 67"/>
                <a:gd name="T58" fmla="*/ 35 w 70"/>
                <a:gd name="T59" fmla="*/ 14 h 67"/>
                <a:gd name="T60" fmla="*/ 29 w 70"/>
                <a:gd name="T61" fmla="*/ 26 h 67"/>
                <a:gd name="T62" fmla="*/ 26 w 70"/>
                <a:gd name="T63" fmla="*/ 28 h 67"/>
                <a:gd name="T64" fmla="*/ 13 w 70"/>
                <a:gd name="T65" fmla="*/ 30 h 67"/>
                <a:gd name="T66" fmla="*/ 22 w 70"/>
                <a:gd name="T67" fmla="*/ 39 h 67"/>
                <a:gd name="T68" fmla="*/ 24 w 70"/>
                <a:gd name="T69" fmla="*/ 43 h 67"/>
                <a:gd name="T70" fmla="*/ 21 w 70"/>
                <a:gd name="T71" fmla="*/ 56 h 67"/>
                <a:gd name="T72" fmla="*/ 33 w 70"/>
                <a:gd name="T73" fmla="*/ 50 h 67"/>
                <a:gd name="T74" fmla="*/ 35 w 70"/>
                <a:gd name="T75" fmla="*/ 4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67">
                  <a:moveTo>
                    <a:pt x="54" y="67"/>
                  </a:moveTo>
                  <a:cubicBezTo>
                    <a:pt x="53" y="67"/>
                    <a:pt x="53" y="67"/>
                    <a:pt x="52" y="6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7" y="67"/>
                    <a:pt x="15" y="67"/>
                    <a:pt x="14" y="66"/>
                  </a:cubicBezTo>
                  <a:cubicBezTo>
                    <a:pt x="12" y="65"/>
                    <a:pt x="12" y="64"/>
                    <a:pt x="12" y="6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0" y="29"/>
                    <a:pt x="0" y="27"/>
                    <a:pt x="1" y="26"/>
                  </a:cubicBezTo>
                  <a:cubicBezTo>
                    <a:pt x="1" y="24"/>
                    <a:pt x="2" y="23"/>
                    <a:pt x="4" y="23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3" y="0"/>
                    <a:pt x="37" y="0"/>
                    <a:pt x="39" y="3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8" y="23"/>
                    <a:pt x="69" y="24"/>
                    <a:pt x="69" y="26"/>
                  </a:cubicBezTo>
                  <a:cubicBezTo>
                    <a:pt x="70" y="27"/>
                    <a:pt x="70" y="29"/>
                    <a:pt x="68" y="30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8" y="62"/>
                    <a:pt x="58" y="62"/>
                    <a:pt x="58" y="62"/>
                  </a:cubicBezTo>
                  <a:cubicBezTo>
                    <a:pt x="58" y="64"/>
                    <a:pt x="58" y="65"/>
                    <a:pt x="56" y="66"/>
                  </a:cubicBezTo>
                  <a:cubicBezTo>
                    <a:pt x="56" y="67"/>
                    <a:pt x="55" y="67"/>
                    <a:pt x="54" y="67"/>
                  </a:cubicBezTo>
                  <a:close/>
                  <a:moveTo>
                    <a:pt x="35" y="49"/>
                  </a:moveTo>
                  <a:cubicBezTo>
                    <a:pt x="36" y="49"/>
                    <a:pt x="36" y="49"/>
                    <a:pt x="37" y="50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1"/>
                    <a:pt x="47" y="40"/>
                    <a:pt x="48" y="39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44" y="28"/>
                    <a:pt x="44" y="28"/>
                    <a:pt x="44" y="28"/>
                  </a:cubicBezTo>
                  <a:cubicBezTo>
                    <a:pt x="43" y="28"/>
                    <a:pt x="41" y="27"/>
                    <a:pt x="41" y="26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7"/>
                    <a:pt x="27" y="28"/>
                    <a:pt x="26" y="28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3" y="40"/>
                    <a:pt x="24" y="41"/>
                    <a:pt x="24" y="43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33" y="50"/>
                    <a:pt x="33" y="50"/>
                    <a:pt x="33" y="50"/>
                  </a:cubicBezTo>
                  <a:cubicBezTo>
                    <a:pt x="34" y="49"/>
                    <a:pt x="34" y="49"/>
                    <a:pt x="35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240">
              <a:extLst>
                <a:ext uri="{FF2B5EF4-FFF2-40B4-BE49-F238E27FC236}">
                  <a16:creationId xmlns:a16="http://schemas.microsoft.com/office/drawing/2014/main" id="{4EF90C0B-9F8B-4B44-916A-7CC2EBE46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663" y="3963988"/>
              <a:ext cx="127000" cy="249238"/>
            </a:xfrm>
            <a:custGeom>
              <a:avLst/>
              <a:gdLst>
                <a:gd name="T0" fmla="*/ 88 w 88"/>
                <a:gd name="T1" fmla="*/ 172 h 172"/>
                <a:gd name="T2" fmla="*/ 10 w 88"/>
                <a:gd name="T3" fmla="*/ 172 h 172"/>
                <a:gd name="T4" fmla="*/ 0 w 88"/>
                <a:gd name="T5" fmla="*/ 162 h 172"/>
                <a:gd name="T6" fmla="*/ 0 w 88"/>
                <a:gd name="T7" fmla="*/ 10 h 172"/>
                <a:gd name="T8" fmla="*/ 10 w 88"/>
                <a:gd name="T9" fmla="*/ 0 h 172"/>
                <a:gd name="T10" fmla="*/ 20 w 88"/>
                <a:gd name="T11" fmla="*/ 0 h 172"/>
                <a:gd name="T12" fmla="*/ 20 w 88"/>
                <a:gd name="T13" fmla="*/ 8 h 172"/>
                <a:gd name="T14" fmla="*/ 10 w 88"/>
                <a:gd name="T15" fmla="*/ 8 h 172"/>
                <a:gd name="T16" fmla="*/ 8 w 88"/>
                <a:gd name="T17" fmla="*/ 10 h 172"/>
                <a:gd name="T18" fmla="*/ 8 w 88"/>
                <a:gd name="T19" fmla="*/ 162 h 172"/>
                <a:gd name="T20" fmla="*/ 10 w 88"/>
                <a:gd name="T21" fmla="*/ 164 h 172"/>
                <a:gd name="T22" fmla="*/ 88 w 88"/>
                <a:gd name="T23" fmla="*/ 164 h 172"/>
                <a:gd name="T24" fmla="*/ 88 w 88"/>
                <a:gd name="T25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72">
                  <a:moveTo>
                    <a:pt x="88" y="172"/>
                  </a:moveTo>
                  <a:cubicBezTo>
                    <a:pt x="10" y="172"/>
                    <a:pt x="10" y="172"/>
                    <a:pt x="10" y="172"/>
                  </a:cubicBezTo>
                  <a:cubicBezTo>
                    <a:pt x="5" y="172"/>
                    <a:pt x="0" y="167"/>
                    <a:pt x="0" y="16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8" y="9"/>
                    <a:pt x="8" y="10"/>
                  </a:cubicBezTo>
                  <a:cubicBezTo>
                    <a:pt x="8" y="162"/>
                    <a:pt x="8" y="162"/>
                    <a:pt x="8" y="162"/>
                  </a:cubicBezTo>
                  <a:cubicBezTo>
                    <a:pt x="8" y="163"/>
                    <a:pt x="9" y="164"/>
                    <a:pt x="10" y="164"/>
                  </a:cubicBezTo>
                  <a:cubicBezTo>
                    <a:pt x="88" y="164"/>
                    <a:pt x="88" y="164"/>
                    <a:pt x="88" y="164"/>
                  </a:cubicBezTo>
                  <a:lnTo>
                    <a:pt x="88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C4255A1C-B605-4B6A-A15D-BC98A2D05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588" y="3963988"/>
              <a:ext cx="23813" cy="179388"/>
            </a:xfrm>
            <a:custGeom>
              <a:avLst/>
              <a:gdLst>
                <a:gd name="T0" fmla="*/ 16 w 16"/>
                <a:gd name="T1" fmla="*/ 124 h 124"/>
                <a:gd name="T2" fmla="*/ 8 w 16"/>
                <a:gd name="T3" fmla="*/ 124 h 124"/>
                <a:gd name="T4" fmla="*/ 8 w 16"/>
                <a:gd name="T5" fmla="*/ 10 h 124"/>
                <a:gd name="T6" fmla="*/ 6 w 16"/>
                <a:gd name="T7" fmla="*/ 8 h 124"/>
                <a:gd name="T8" fmla="*/ 0 w 16"/>
                <a:gd name="T9" fmla="*/ 8 h 124"/>
                <a:gd name="T10" fmla="*/ 0 w 16"/>
                <a:gd name="T11" fmla="*/ 0 h 124"/>
                <a:gd name="T12" fmla="*/ 6 w 16"/>
                <a:gd name="T13" fmla="*/ 0 h 124"/>
                <a:gd name="T14" fmla="*/ 16 w 16"/>
                <a:gd name="T15" fmla="*/ 10 h 124"/>
                <a:gd name="T16" fmla="*/ 16 w 16"/>
                <a:gd name="T17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24">
                  <a:moveTo>
                    <a:pt x="16" y="124"/>
                  </a:moveTo>
                  <a:cubicBezTo>
                    <a:pt x="8" y="124"/>
                    <a:pt x="8" y="124"/>
                    <a:pt x="8" y="124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7" y="8"/>
                    <a:pt x="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1" y="0"/>
                    <a:pt x="16" y="5"/>
                    <a:pt x="16" y="10"/>
                  </a:cubicBezTo>
                  <a:lnTo>
                    <a:pt x="16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242">
              <a:extLst>
                <a:ext uri="{FF2B5EF4-FFF2-40B4-BE49-F238E27FC236}">
                  <a16:creationId xmlns:a16="http://schemas.microsoft.com/office/drawing/2014/main" id="{939CC62B-50DB-4574-8B09-07634D8EC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4005263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243">
              <a:extLst>
                <a:ext uri="{FF2B5EF4-FFF2-40B4-BE49-F238E27FC236}">
                  <a16:creationId xmlns:a16="http://schemas.microsoft.com/office/drawing/2014/main" id="{57C672F6-CD32-4675-8CF9-8D6178F24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4033838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244">
              <a:extLst>
                <a:ext uri="{FF2B5EF4-FFF2-40B4-BE49-F238E27FC236}">
                  <a16:creationId xmlns:a16="http://schemas.microsoft.com/office/drawing/2014/main" id="{8E1D0D45-40E5-4A67-B427-AEFA10586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4062413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245">
              <a:extLst>
                <a:ext uri="{FF2B5EF4-FFF2-40B4-BE49-F238E27FC236}">
                  <a16:creationId xmlns:a16="http://schemas.microsoft.com/office/drawing/2014/main" id="{C653CCEF-87F5-494E-BDAD-6A3DE4E6E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4090988"/>
              <a:ext cx="46038" cy="12700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246">
              <a:extLst>
                <a:ext uri="{FF2B5EF4-FFF2-40B4-BE49-F238E27FC236}">
                  <a16:creationId xmlns:a16="http://schemas.microsoft.com/office/drawing/2014/main" id="{A1923899-7700-4994-AA7E-6163FF92B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4121151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247">
              <a:extLst>
                <a:ext uri="{FF2B5EF4-FFF2-40B4-BE49-F238E27FC236}">
                  <a16:creationId xmlns:a16="http://schemas.microsoft.com/office/drawing/2014/main" id="{8D70D81A-032F-4609-AAB8-1E030C38C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475" y="4005263"/>
              <a:ext cx="74613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248">
              <a:extLst>
                <a:ext uri="{FF2B5EF4-FFF2-40B4-BE49-F238E27FC236}">
                  <a16:creationId xmlns:a16="http://schemas.microsoft.com/office/drawing/2014/main" id="{2C0B1ABA-4667-44AA-B107-195EF7AD1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475" y="4033838"/>
              <a:ext cx="74613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249">
              <a:extLst>
                <a:ext uri="{FF2B5EF4-FFF2-40B4-BE49-F238E27FC236}">
                  <a16:creationId xmlns:a16="http://schemas.microsoft.com/office/drawing/2014/main" id="{3DA89191-6FB2-4144-A5BF-DC21A8D50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475" y="4062413"/>
              <a:ext cx="74613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250">
              <a:extLst>
                <a:ext uri="{FF2B5EF4-FFF2-40B4-BE49-F238E27FC236}">
                  <a16:creationId xmlns:a16="http://schemas.microsoft.com/office/drawing/2014/main" id="{62085936-1B0D-4CE0-A32B-A6860700B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475" y="4090988"/>
              <a:ext cx="74613" cy="12700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251">
              <a:extLst>
                <a:ext uri="{FF2B5EF4-FFF2-40B4-BE49-F238E27FC236}">
                  <a16:creationId xmlns:a16="http://schemas.microsoft.com/office/drawing/2014/main" id="{DE0AE8EC-F000-4401-BF19-AA0B05536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475" y="4121151"/>
              <a:ext cx="74613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2" name="Freeform 252">
              <a:extLst>
                <a:ext uri="{FF2B5EF4-FFF2-40B4-BE49-F238E27FC236}">
                  <a16:creationId xmlns:a16="http://schemas.microsoft.com/office/drawing/2014/main" id="{A51A9268-2701-4D02-B171-E0582CF82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4149726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3" name="Freeform 253">
              <a:extLst>
                <a:ext uri="{FF2B5EF4-FFF2-40B4-BE49-F238E27FC236}">
                  <a16:creationId xmlns:a16="http://schemas.microsoft.com/office/drawing/2014/main" id="{2FF36215-3106-4801-9393-977A211D6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475" y="4149726"/>
              <a:ext cx="74613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254">
              <a:extLst>
                <a:ext uri="{FF2B5EF4-FFF2-40B4-BE49-F238E27FC236}">
                  <a16:creationId xmlns:a16="http://schemas.microsoft.com/office/drawing/2014/main" id="{8B710B95-70AE-40E6-AB20-4C1FCBEAAF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0938" y="3917951"/>
              <a:ext cx="109538" cy="57150"/>
            </a:xfrm>
            <a:custGeom>
              <a:avLst/>
              <a:gdLst>
                <a:gd name="T0" fmla="*/ 72 w 76"/>
                <a:gd name="T1" fmla="*/ 40 h 40"/>
                <a:gd name="T2" fmla="*/ 4 w 76"/>
                <a:gd name="T3" fmla="*/ 40 h 40"/>
                <a:gd name="T4" fmla="*/ 0 w 76"/>
                <a:gd name="T5" fmla="*/ 36 h 40"/>
                <a:gd name="T6" fmla="*/ 0 w 76"/>
                <a:gd name="T7" fmla="*/ 20 h 40"/>
                <a:gd name="T8" fmla="*/ 4 w 76"/>
                <a:gd name="T9" fmla="*/ 16 h 40"/>
                <a:gd name="T10" fmla="*/ 8 w 76"/>
                <a:gd name="T11" fmla="*/ 16 h 40"/>
                <a:gd name="T12" fmla="*/ 28 w 76"/>
                <a:gd name="T13" fmla="*/ 0 h 40"/>
                <a:gd name="T14" fmla="*/ 48 w 76"/>
                <a:gd name="T15" fmla="*/ 0 h 40"/>
                <a:gd name="T16" fmla="*/ 68 w 76"/>
                <a:gd name="T17" fmla="*/ 16 h 40"/>
                <a:gd name="T18" fmla="*/ 72 w 76"/>
                <a:gd name="T19" fmla="*/ 16 h 40"/>
                <a:gd name="T20" fmla="*/ 76 w 76"/>
                <a:gd name="T21" fmla="*/ 20 h 40"/>
                <a:gd name="T22" fmla="*/ 76 w 76"/>
                <a:gd name="T23" fmla="*/ 36 h 40"/>
                <a:gd name="T24" fmla="*/ 72 w 76"/>
                <a:gd name="T25" fmla="*/ 40 h 40"/>
                <a:gd name="T26" fmla="*/ 8 w 76"/>
                <a:gd name="T27" fmla="*/ 32 h 40"/>
                <a:gd name="T28" fmla="*/ 68 w 76"/>
                <a:gd name="T29" fmla="*/ 32 h 40"/>
                <a:gd name="T30" fmla="*/ 68 w 76"/>
                <a:gd name="T31" fmla="*/ 24 h 40"/>
                <a:gd name="T32" fmla="*/ 64 w 76"/>
                <a:gd name="T33" fmla="*/ 24 h 40"/>
                <a:gd name="T34" fmla="*/ 60 w 76"/>
                <a:gd name="T35" fmla="*/ 20 h 40"/>
                <a:gd name="T36" fmla="*/ 48 w 76"/>
                <a:gd name="T37" fmla="*/ 8 h 40"/>
                <a:gd name="T38" fmla="*/ 28 w 76"/>
                <a:gd name="T39" fmla="*/ 8 h 40"/>
                <a:gd name="T40" fmla="*/ 16 w 76"/>
                <a:gd name="T41" fmla="*/ 20 h 40"/>
                <a:gd name="T42" fmla="*/ 12 w 76"/>
                <a:gd name="T43" fmla="*/ 24 h 40"/>
                <a:gd name="T44" fmla="*/ 8 w 76"/>
                <a:gd name="T45" fmla="*/ 24 h 40"/>
                <a:gd name="T46" fmla="*/ 8 w 76"/>
                <a:gd name="T47" fmla="*/ 3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6" h="40">
                  <a:moveTo>
                    <a:pt x="72" y="40"/>
                  </a:moveTo>
                  <a:cubicBezTo>
                    <a:pt x="4" y="40"/>
                    <a:pt x="4" y="40"/>
                    <a:pt x="4" y="40"/>
                  </a:cubicBezTo>
                  <a:cubicBezTo>
                    <a:pt x="2" y="40"/>
                    <a:pt x="0" y="38"/>
                    <a:pt x="0" y="3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2" y="16"/>
                    <a:pt x="4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0" y="7"/>
                    <a:pt x="18" y="0"/>
                    <a:pt x="2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8" y="0"/>
                    <a:pt x="66" y="7"/>
                    <a:pt x="68" y="16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4" y="16"/>
                    <a:pt x="76" y="18"/>
                    <a:pt x="76" y="20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8"/>
                    <a:pt x="74" y="40"/>
                    <a:pt x="72" y="40"/>
                  </a:cubicBezTo>
                  <a:close/>
                  <a:moveTo>
                    <a:pt x="8" y="32"/>
                  </a:moveTo>
                  <a:cubicBezTo>
                    <a:pt x="68" y="32"/>
                    <a:pt x="68" y="32"/>
                    <a:pt x="68" y="32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2" y="24"/>
                    <a:pt x="60" y="22"/>
                    <a:pt x="60" y="20"/>
                  </a:cubicBezTo>
                  <a:cubicBezTo>
                    <a:pt x="60" y="13"/>
                    <a:pt x="55" y="8"/>
                    <a:pt x="4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1" y="8"/>
                    <a:pt x="16" y="13"/>
                    <a:pt x="16" y="20"/>
                  </a:cubicBezTo>
                  <a:cubicBezTo>
                    <a:pt x="16" y="22"/>
                    <a:pt x="14" y="24"/>
                    <a:pt x="12" y="24"/>
                  </a:cubicBezTo>
                  <a:cubicBezTo>
                    <a:pt x="8" y="24"/>
                    <a:pt x="8" y="24"/>
                    <a:pt x="8" y="24"/>
                  </a:cubicBezTo>
                  <a:lnTo>
                    <a:pt x="8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255">
              <a:extLst>
                <a:ext uri="{FF2B5EF4-FFF2-40B4-BE49-F238E27FC236}">
                  <a16:creationId xmlns:a16="http://schemas.microsoft.com/office/drawing/2014/main" id="{D3F167CC-569A-4C6E-BDC6-018FE7A42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588" y="3940176"/>
              <a:ext cx="46038" cy="203200"/>
            </a:xfrm>
            <a:custGeom>
              <a:avLst/>
              <a:gdLst>
                <a:gd name="T0" fmla="*/ 32 w 32"/>
                <a:gd name="T1" fmla="*/ 140 h 140"/>
                <a:gd name="T2" fmla="*/ 24 w 32"/>
                <a:gd name="T3" fmla="*/ 140 h 140"/>
                <a:gd name="T4" fmla="*/ 24 w 32"/>
                <a:gd name="T5" fmla="*/ 11 h 140"/>
                <a:gd name="T6" fmla="*/ 21 w 32"/>
                <a:gd name="T7" fmla="*/ 8 h 140"/>
                <a:gd name="T8" fmla="*/ 0 w 32"/>
                <a:gd name="T9" fmla="*/ 8 h 140"/>
                <a:gd name="T10" fmla="*/ 0 w 32"/>
                <a:gd name="T11" fmla="*/ 0 h 140"/>
                <a:gd name="T12" fmla="*/ 21 w 32"/>
                <a:gd name="T13" fmla="*/ 0 h 140"/>
                <a:gd name="T14" fmla="*/ 32 w 32"/>
                <a:gd name="T15" fmla="*/ 11 h 140"/>
                <a:gd name="T16" fmla="*/ 32 w 32"/>
                <a:gd name="T1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40">
                  <a:moveTo>
                    <a:pt x="32" y="140"/>
                  </a:moveTo>
                  <a:cubicBezTo>
                    <a:pt x="24" y="140"/>
                    <a:pt x="24" y="140"/>
                    <a:pt x="24" y="140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9"/>
                    <a:pt x="23" y="8"/>
                    <a:pt x="21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7" y="0"/>
                    <a:pt x="32" y="5"/>
                    <a:pt x="32" y="11"/>
                  </a:cubicBezTo>
                  <a:lnTo>
                    <a:pt x="32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256">
              <a:extLst>
                <a:ext uri="{FF2B5EF4-FFF2-40B4-BE49-F238E27FC236}">
                  <a16:creationId xmlns:a16="http://schemas.microsoft.com/office/drawing/2014/main" id="{E77ACE79-D4A9-4FD1-BB31-A17713AC8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850" y="3940176"/>
              <a:ext cx="150813" cy="295275"/>
            </a:xfrm>
            <a:custGeom>
              <a:avLst/>
              <a:gdLst>
                <a:gd name="T0" fmla="*/ 104 w 104"/>
                <a:gd name="T1" fmla="*/ 204 h 204"/>
                <a:gd name="T2" fmla="*/ 11 w 104"/>
                <a:gd name="T3" fmla="*/ 204 h 204"/>
                <a:gd name="T4" fmla="*/ 0 w 104"/>
                <a:gd name="T5" fmla="*/ 193 h 204"/>
                <a:gd name="T6" fmla="*/ 0 w 104"/>
                <a:gd name="T7" fmla="*/ 11 h 204"/>
                <a:gd name="T8" fmla="*/ 11 w 104"/>
                <a:gd name="T9" fmla="*/ 0 h 204"/>
                <a:gd name="T10" fmla="*/ 36 w 104"/>
                <a:gd name="T11" fmla="*/ 0 h 204"/>
                <a:gd name="T12" fmla="*/ 36 w 104"/>
                <a:gd name="T13" fmla="*/ 8 h 204"/>
                <a:gd name="T14" fmla="*/ 11 w 104"/>
                <a:gd name="T15" fmla="*/ 8 h 204"/>
                <a:gd name="T16" fmla="*/ 8 w 104"/>
                <a:gd name="T17" fmla="*/ 11 h 204"/>
                <a:gd name="T18" fmla="*/ 8 w 104"/>
                <a:gd name="T19" fmla="*/ 193 h 204"/>
                <a:gd name="T20" fmla="*/ 11 w 104"/>
                <a:gd name="T21" fmla="*/ 196 h 204"/>
                <a:gd name="T22" fmla="*/ 104 w 104"/>
                <a:gd name="T23" fmla="*/ 196 h 204"/>
                <a:gd name="T24" fmla="*/ 104 w 104"/>
                <a:gd name="T2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204">
                  <a:moveTo>
                    <a:pt x="104" y="204"/>
                  </a:moveTo>
                  <a:cubicBezTo>
                    <a:pt x="11" y="204"/>
                    <a:pt x="11" y="204"/>
                    <a:pt x="11" y="204"/>
                  </a:cubicBezTo>
                  <a:cubicBezTo>
                    <a:pt x="5" y="204"/>
                    <a:pt x="0" y="199"/>
                    <a:pt x="0" y="19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9" y="8"/>
                    <a:pt x="8" y="9"/>
                    <a:pt x="8" y="11"/>
                  </a:cubicBezTo>
                  <a:cubicBezTo>
                    <a:pt x="8" y="193"/>
                    <a:pt x="8" y="193"/>
                    <a:pt x="8" y="193"/>
                  </a:cubicBezTo>
                  <a:cubicBezTo>
                    <a:pt x="8" y="195"/>
                    <a:pt x="9" y="196"/>
                    <a:pt x="11" y="196"/>
                  </a:cubicBezTo>
                  <a:cubicBezTo>
                    <a:pt x="104" y="196"/>
                    <a:pt x="104" y="196"/>
                    <a:pt x="104" y="196"/>
                  </a:cubicBezTo>
                  <a:lnTo>
                    <a:pt x="104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9" name="Gruppieren 1105">
            <a:extLst>
              <a:ext uri="{FF2B5EF4-FFF2-40B4-BE49-F238E27FC236}">
                <a16:creationId xmlns:a16="http://schemas.microsoft.com/office/drawing/2014/main" id="{7CCA6D9B-F042-4770-995B-715BF4F38E38}"/>
              </a:ext>
            </a:extLst>
          </p:cNvPr>
          <p:cNvGrpSpPr/>
          <p:nvPr/>
        </p:nvGrpSpPr>
        <p:grpSpPr>
          <a:xfrm>
            <a:off x="6631594" y="3717780"/>
            <a:ext cx="198178" cy="198178"/>
            <a:chOff x="6719888" y="5499100"/>
            <a:chExt cx="312738" cy="31273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00" name="Freeform 874">
              <a:extLst>
                <a:ext uri="{FF2B5EF4-FFF2-40B4-BE49-F238E27FC236}">
                  <a16:creationId xmlns:a16="http://schemas.microsoft.com/office/drawing/2014/main" id="{9C3600D0-D823-43ED-A24A-8AC5159A89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19888" y="5499100"/>
              <a:ext cx="312738" cy="312738"/>
            </a:xfrm>
            <a:custGeom>
              <a:avLst/>
              <a:gdLst>
                <a:gd name="T0" fmla="*/ 108 w 216"/>
                <a:gd name="T1" fmla="*/ 216 h 216"/>
                <a:gd name="T2" fmla="*/ 0 w 216"/>
                <a:gd name="T3" fmla="*/ 108 h 216"/>
                <a:gd name="T4" fmla="*/ 108 w 216"/>
                <a:gd name="T5" fmla="*/ 0 h 216"/>
                <a:gd name="T6" fmla="*/ 216 w 216"/>
                <a:gd name="T7" fmla="*/ 108 h 216"/>
                <a:gd name="T8" fmla="*/ 108 w 216"/>
                <a:gd name="T9" fmla="*/ 216 h 216"/>
                <a:gd name="T10" fmla="*/ 108 w 216"/>
                <a:gd name="T11" fmla="*/ 8 h 216"/>
                <a:gd name="T12" fmla="*/ 8 w 216"/>
                <a:gd name="T13" fmla="*/ 108 h 216"/>
                <a:gd name="T14" fmla="*/ 108 w 216"/>
                <a:gd name="T15" fmla="*/ 208 h 216"/>
                <a:gd name="T16" fmla="*/ 208 w 216"/>
                <a:gd name="T17" fmla="*/ 108 h 216"/>
                <a:gd name="T18" fmla="*/ 108 w 216"/>
                <a:gd name="T19" fmla="*/ 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cubicBezTo>
                    <a:pt x="48" y="216"/>
                    <a:pt x="0" y="168"/>
                    <a:pt x="0" y="108"/>
                  </a:cubicBezTo>
                  <a:cubicBezTo>
                    <a:pt x="0" y="48"/>
                    <a:pt x="48" y="0"/>
                    <a:pt x="108" y="0"/>
                  </a:cubicBezTo>
                  <a:cubicBezTo>
                    <a:pt x="168" y="0"/>
                    <a:pt x="216" y="48"/>
                    <a:pt x="216" y="108"/>
                  </a:cubicBezTo>
                  <a:cubicBezTo>
                    <a:pt x="216" y="168"/>
                    <a:pt x="168" y="216"/>
                    <a:pt x="108" y="216"/>
                  </a:cubicBezTo>
                  <a:close/>
                  <a:moveTo>
                    <a:pt x="108" y="8"/>
                  </a:moveTo>
                  <a:cubicBezTo>
                    <a:pt x="53" y="8"/>
                    <a:pt x="8" y="53"/>
                    <a:pt x="8" y="108"/>
                  </a:cubicBezTo>
                  <a:cubicBezTo>
                    <a:pt x="8" y="163"/>
                    <a:pt x="53" y="208"/>
                    <a:pt x="108" y="208"/>
                  </a:cubicBezTo>
                  <a:cubicBezTo>
                    <a:pt x="163" y="208"/>
                    <a:pt x="208" y="163"/>
                    <a:pt x="208" y="108"/>
                  </a:cubicBezTo>
                  <a:cubicBezTo>
                    <a:pt x="208" y="53"/>
                    <a:pt x="163" y="8"/>
                    <a:pt x="10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875">
              <a:extLst>
                <a:ext uri="{FF2B5EF4-FFF2-40B4-BE49-F238E27FC236}">
                  <a16:creationId xmlns:a16="http://schemas.microsoft.com/office/drawing/2014/main" id="{4D4C2D66-E4FE-40E4-A16C-6E1F0E541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1638" y="5564188"/>
              <a:ext cx="134938" cy="176213"/>
            </a:xfrm>
            <a:custGeom>
              <a:avLst/>
              <a:gdLst>
                <a:gd name="T0" fmla="*/ 3 w 85"/>
                <a:gd name="T1" fmla="*/ 111 h 111"/>
                <a:gd name="T2" fmla="*/ 0 w 85"/>
                <a:gd name="T3" fmla="*/ 106 h 111"/>
                <a:gd name="T4" fmla="*/ 72 w 85"/>
                <a:gd name="T5" fmla="*/ 57 h 111"/>
                <a:gd name="T6" fmla="*/ 0 w 85"/>
                <a:gd name="T7" fmla="*/ 5 h 111"/>
                <a:gd name="T8" fmla="*/ 3 w 85"/>
                <a:gd name="T9" fmla="*/ 0 h 111"/>
                <a:gd name="T10" fmla="*/ 85 w 85"/>
                <a:gd name="T11" fmla="*/ 57 h 111"/>
                <a:gd name="T12" fmla="*/ 3 w 85"/>
                <a:gd name="T13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111">
                  <a:moveTo>
                    <a:pt x="3" y="111"/>
                  </a:moveTo>
                  <a:lnTo>
                    <a:pt x="0" y="106"/>
                  </a:lnTo>
                  <a:lnTo>
                    <a:pt x="72" y="57"/>
                  </a:lnTo>
                  <a:lnTo>
                    <a:pt x="0" y="5"/>
                  </a:lnTo>
                  <a:lnTo>
                    <a:pt x="3" y="0"/>
                  </a:lnTo>
                  <a:lnTo>
                    <a:pt x="85" y="57"/>
                  </a:lnTo>
                  <a:lnTo>
                    <a:pt x="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876">
              <a:extLst>
                <a:ext uri="{FF2B5EF4-FFF2-40B4-BE49-F238E27FC236}">
                  <a16:creationId xmlns:a16="http://schemas.microsoft.com/office/drawing/2014/main" id="{5C8BBBD6-33E6-43ED-A949-A5D9F5DDC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476" y="5586413"/>
              <a:ext cx="69850" cy="55563"/>
            </a:xfrm>
            <a:custGeom>
              <a:avLst/>
              <a:gdLst>
                <a:gd name="T0" fmla="*/ 4 w 44"/>
                <a:gd name="T1" fmla="*/ 35 h 35"/>
                <a:gd name="T2" fmla="*/ 0 w 44"/>
                <a:gd name="T3" fmla="*/ 30 h 35"/>
                <a:gd name="T4" fmla="*/ 41 w 44"/>
                <a:gd name="T5" fmla="*/ 0 h 35"/>
                <a:gd name="T6" fmla="*/ 44 w 44"/>
                <a:gd name="T7" fmla="*/ 6 h 35"/>
                <a:gd name="T8" fmla="*/ 4 w 44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35">
                  <a:moveTo>
                    <a:pt x="4" y="35"/>
                  </a:moveTo>
                  <a:lnTo>
                    <a:pt x="0" y="30"/>
                  </a:lnTo>
                  <a:lnTo>
                    <a:pt x="41" y="0"/>
                  </a:lnTo>
                  <a:lnTo>
                    <a:pt x="44" y="6"/>
                  </a:lnTo>
                  <a:lnTo>
                    <a:pt x="4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Freeform 877">
              <a:extLst>
                <a:ext uri="{FF2B5EF4-FFF2-40B4-BE49-F238E27FC236}">
                  <a16:creationId xmlns:a16="http://schemas.microsoft.com/office/drawing/2014/main" id="{4B20DD64-5B47-482B-BA35-FF83958EC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476" y="5603875"/>
              <a:ext cx="93663" cy="73025"/>
            </a:xfrm>
            <a:custGeom>
              <a:avLst/>
              <a:gdLst>
                <a:gd name="T0" fmla="*/ 4 w 59"/>
                <a:gd name="T1" fmla="*/ 46 h 46"/>
                <a:gd name="T2" fmla="*/ 0 w 59"/>
                <a:gd name="T3" fmla="*/ 40 h 46"/>
                <a:gd name="T4" fmla="*/ 55 w 59"/>
                <a:gd name="T5" fmla="*/ 0 h 46"/>
                <a:gd name="T6" fmla="*/ 59 w 59"/>
                <a:gd name="T7" fmla="*/ 6 h 46"/>
                <a:gd name="T8" fmla="*/ 4 w 59"/>
                <a:gd name="T9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46">
                  <a:moveTo>
                    <a:pt x="4" y="46"/>
                  </a:moveTo>
                  <a:lnTo>
                    <a:pt x="0" y="40"/>
                  </a:lnTo>
                  <a:lnTo>
                    <a:pt x="55" y="0"/>
                  </a:lnTo>
                  <a:lnTo>
                    <a:pt x="59" y="6"/>
                  </a:lnTo>
                  <a:lnTo>
                    <a:pt x="4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Freeform 878">
              <a:extLst>
                <a:ext uri="{FF2B5EF4-FFF2-40B4-BE49-F238E27FC236}">
                  <a16:creationId xmlns:a16="http://schemas.microsoft.com/office/drawing/2014/main" id="{14905196-4816-421F-992D-05F5D15DE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176" y="5627688"/>
              <a:ext cx="109538" cy="84138"/>
            </a:xfrm>
            <a:custGeom>
              <a:avLst/>
              <a:gdLst>
                <a:gd name="T0" fmla="*/ 3 w 69"/>
                <a:gd name="T1" fmla="*/ 53 h 53"/>
                <a:gd name="T2" fmla="*/ 0 w 69"/>
                <a:gd name="T3" fmla="*/ 47 h 53"/>
                <a:gd name="T4" fmla="*/ 65 w 69"/>
                <a:gd name="T5" fmla="*/ 0 h 53"/>
                <a:gd name="T6" fmla="*/ 69 w 69"/>
                <a:gd name="T7" fmla="*/ 5 h 53"/>
                <a:gd name="T8" fmla="*/ 3 w 69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53">
                  <a:moveTo>
                    <a:pt x="3" y="53"/>
                  </a:moveTo>
                  <a:lnTo>
                    <a:pt x="0" y="47"/>
                  </a:lnTo>
                  <a:lnTo>
                    <a:pt x="65" y="0"/>
                  </a:lnTo>
                  <a:lnTo>
                    <a:pt x="69" y="5"/>
                  </a:lnTo>
                  <a:lnTo>
                    <a:pt x="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Freeform 43">
            <a:extLst>
              <a:ext uri="{FF2B5EF4-FFF2-40B4-BE49-F238E27FC236}">
                <a16:creationId xmlns:a16="http://schemas.microsoft.com/office/drawing/2014/main" id="{AF6B0654-2085-478C-9C37-75A23338CEE1}"/>
              </a:ext>
            </a:extLst>
          </p:cNvPr>
          <p:cNvSpPr>
            <a:spLocks noEditPoints="1"/>
          </p:cNvSpPr>
          <p:nvPr/>
        </p:nvSpPr>
        <p:spPr bwMode="auto">
          <a:xfrm>
            <a:off x="7685237" y="3701349"/>
            <a:ext cx="271576" cy="231042"/>
          </a:xfrm>
          <a:custGeom>
            <a:avLst/>
            <a:gdLst>
              <a:gd name="T0" fmla="*/ 193 w 221"/>
              <a:gd name="T1" fmla="*/ 102 h 187"/>
              <a:gd name="T2" fmla="*/ 221 w 221"/>
              <a:gd name="T3" fmla="*/ 74 h 187"/>
              <a:gd name="T4" fmla="*/ 147 w 221"/>
              <a:gd name="T5" fmla="*/ 0 h 187"/>
              <a:gd name="T6" fmla="*/ 119 w 221"/>
              <a:gd name="T7" fmla="*/ 29 h 187"/>
              <a:gd name="T8" fmla="*/ 125 w 221"/>
              <a:gd name="T9" fmla="*/ 34 h 187"/>
              <a:gd name="T10" fmla="*/ 114 w 221"/>
              <a:gd name="T11" fmla="*/ 46 h 187"/>
              <a:gd name="T12" fmla="*/ 102 w 221"/>
              <a:gd name="T13" fmla="*/ 34 h 187"/>
              <a:gd name="T14" fmla="*/ 108 w 221"/>
              <a:gd name="T15" fmla="*/ 29 h 187"/>
              <a:gd name="T16" fmla="*/ 80 w 221"/>
              <a:gd name="T17" fmla="*/ 0 h 187"/>
              <a:gd name="T18" fmla="*/ 0 w 221"/>
              <a:gd name="T19" fmla="*/ 80 h 187"/>
              <a:gd name="T20" fmla="*/ 29 w 221"/>
              <a:gd name="T21" fmla="*/ 108 h 187"/>
              <a:gd name="T22" fmla="*/ 34 w 221"/>
              <a:gd name="T23" fmla="*/ 102 h 187"/>
              <a:gd name="T24" fmla="*/ 119 w 221"/>
              <a:gd name="T25" fmla="*/ 187 h 187"/>
              <a:gd name="T26" fmla="*/ 187 w 221"/>
              <a:gd name="T27" fmla="*/ 119 h 187"/>
              <a:gd name="T28" fmla="*/ 176 w 221"/>
              <a:gd name="T29" fmla="*/ 108 h 187"/>
              <a:gd name="T30" fmla="*/ 187 w 221"/>
              <a:gd name="T31" fmla="*/ 96 h 187"/>
              <a:gd name="T32" fmla="*/ 193 w 221"/>
              <a:gd name="T33" fmla="*/ 102 h 187"/>
              <a:gd name="T34" fmla="*/ 12 w 221"/>
              <a:gd name="T35" fmla="*/ 80 h 187"/>
              <a:gd name="T36" fmla="*/ 80 w 221"/>
              <a:gd name="T37" fmla="*/ 12 h 187"/>
              <a:gd name="T38" fmla="*/ 97 w 221"/>
              <a:gd name="T39" fmla="*/ 29 h 187"/>
              <a:gd name="T40" fmla="*/ 29 w 221"/>
              <a:gd name="T41" fmla="*/ 96 h 187"/>
              <a:gd name="T42" fmla="*/ 12 w 221"/>
              <a:gd name="T43" fmla="*/ 80 h 187"/>
              <a:gd name="T44" fmla="*/ 167 w 221"/>
              <a:gd name="T45" fmla="*/ 128 h 187"/>
              <a:gd name="T46" fmla="*/ 142 w 221"/>
              <a:gd name="T47" fmla="*/ 102 h 187"/>
              <a:gd name="T48" fmla="*/ 136 w 221"/>
              <a:gd name="T49" fmla="*/ 102 h 187"/>
              <a:gd name="T50" fmla="*/ 136 w 221"/>
              <a:gd name="T51" fmla="*/ 108 h 187"/>
              <a:gd name="T52" fmla="*/ 162 w 221"/>
              <a:gd name="T53" fmla="*/ 133 h 187"/>
              <a:gd name="T54" fmla="*/ 150 w 221"/>
              <a:gd name="T55" fmla="*/ 145 h 187"/>
              <a:gd name="T56" fmla="*/ 125 w 221"/>
              <a:gd name="T57" fmla="*/ 119 h 187"/>
              <a:gd name="T58" fmla="*/ 119 w 221"/>
              <a:gd name="T59" fmla="*/ 119 h 187"/>
              <a:gd name="T60" fmla="*/ 119 w 221"/>
              <a:gd name="T61" fmla="*/ 125 h 187"/>
              <a:gd name="T62" fmla="*/ 145 w 221"/>
              <a:gd name="T63" fmla="*/ 150 h 187"/>
              <a:gd name="T64" fmla="*/ 145 w 221"/>
              <a:gd name="T65" fmla="*/ 150 h 187"/>
              <a:gd name="T66" fmla="*/ 133 w 221"/>
              <a:gd name="T67" fmla="*/ 162 h 187"/>
              <a:gd name="T68" fmla="*/ 108 w 221"/>
              <a:gd name="T69" fmla="*/ 136 h 187"/>
              <a:gd name="T70" fmla="*/ 102 w 221"/>
              <a:gd name="T71" fmla="*/ 136 h 187"/>
              <a:gd name="T72" fmla="*/ 102 w 221"/>
              <a:gd name="T73" fmla="*/ 142 h 187"/>
              <a:gd name="T74" fmla="*/ 128 w 221"/>
              <a:gd name="T75" fmla="*/ 167 h 187"/>
              <a:gd name="T76" fmla="*/ 128 w 221"/>
              <a:gd name="T77" fmla="*/ 167 h 187"/>
              <a:gd name="T78" fmla="*/ 119 w 221"/>
              <a:gd name="T79" fmla="*/ 176 h 187"/>
              <a:gd name="T80" fmla="*/ 40 w 221"/>
              <a:gd name="T81" fmla="*/ 96 h 187"/>
              <a:gd name="T82" fmla="*/ 97 w 221"/>
              <a:gd name="T83" fmla="*/ 40 h 187"/>
              <a:gd name="T84" fmla="*/ 108 w 221"/>
              <a:gd name="T85" fmla="*/ 51 h 187"/>
              <a:gd name="T86" fmla="*/ 77 w 221"/>
              <a:gd name="T87" fmla="*/ 82 h 187"/>
              <a:gd name="T88" fmla="*/ 99 w 221"/>
              <a:gd name="T89" fmla="*/ 105 h 187"/>
              <a:gd name="T90" fmla="*/ 130 w 221"/>
              <a:gd name="T91" fmla="*/ 74 h 187"/>
              <a:gd name="T92" fmla="*/ 176 w 221"/>
              <a:gd name="T93" fmla="*/ 119 h 187"/>
              <a:gd name="T94" fmla="*/ 167 w 221"/>
              <a:gd name="T95" fmla="*/ 128 h 187"/>
              <a:gd name="T96" fmla="*/ 170 w 221"/>
              <a:gd name="T97" fmla="*/ 102 h 187"/>
              <a:gd name="T98" fmla="*/ 133 w 221"/>
              <a:gd name="T99" fmla="*/ 65 h 187"/>
              <a:gd name="T100" fmla="*/ 128 w 221"/>
              <a:gd name="T101" fmla="*/ 65 h 187"/>
              <a:gd name="T102" fmla="*/ 99 w 221"/>
              <a:gd name="T103" fmla="*/ 94 h 187"/>
              <a:gd name="T104" fmla="*/ 88 w 221"/>
              <a:gd name="T105" fmla="*/ 82 h 187"/>
              <a:gd name="T106" fmla="*/ 116 w 221"/>
              <a:gd name="T107" fmla="*/ 54 h 187"/>
              <a:gd name="T108" fmla="*/ 130 w 221"/>
              <a:gd name="T109" fmla="*/ 40 h 187"/>
              <a:gd name="T110" fmla="*/ 181 w 221"/>
              <a:gd name="T111" fmla="*/ 91 h 187"/>
              <a:gd name="T112" fmla="*/ 170 w 221"/>
              <a:gd name="T113" fmla="*/ 102 h 187"/>
              <a:gd name="T114" fmla="*/ 147 w 221"/>
              <a:gd name="T115" fmla="*/ 12 h 187"/>
              <a:gd name="T116" fmla="*/ 210 w 221"/>
              <a:gd name="T117" fmla="*/ 74 h 187"/>
              <a:gd name="T118" fmla="*/ 193 w 221"/>
              <a:gd name="T119" fmla="*/ 91 h 187"/>
              <a:gd name="T120" fmla="*/ 130 w 221"/>
              <a:gd name="T121" fmla="*/ 29 h 187"/>
              <a:gd name="T122" fmla="*/ 147 w 221"/>
              <a:gd name="T123" fmla="*/ 12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1" h="187">
                <a:moveTo>
                  <a:pt x="193" y="102"/>
                </a:moveTo>
                <a:cubicBezTo>
                  <a:pt x="221" y="74"/>
                  <a:pt x="221" y="74"/>
                  <a:pt x="221" y="74"/>
                </a:cubicBezTo>
                <a:cubicBezTo>
                  <a:pt x="147" y="0"/>
                  <a:pt x="147" y="0"/>
                  <a:pt x="147" y="0"/>
                </a:cubicBezTo>
                <a:cubicBezTo>
                  <a:pt x="119" y="29"/>
                  <a:pt x="119" y="29"/>
                  <a:pt x="119" y="29"/>
                </a:cubicBezTo>
                <a:cubicBezTo>
                  <a:pt x="125" y="34"/>
                  <a:pt x="125" y="34"/>
                  <a:pt x="125" y="34"/>
                </a:cubicBezTo>
                <a:cubicBezTo>
                  <a:pt x="114" y="46"/>
                  <a:pt x="114" y="46"/>
                  <a:pt x="114" y="46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80" y="0"/>
                  <a:pt x="80" y="0"/>
                  <a:pt x="8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29" y="108"/>
                  <a:pt x="29" y="108"/>
                  <a:pt x="29" y="108"/>
                </a:cubicBezTo>
                <a:cubicBezTo>
                  <a:pt x="34" y="102"/>
                  <a:pt x="34" y="102"/>
                  <a:pt x="34" y="102"/>
                </a:cubicBezTo>
                <a:cubicBezTo>
                  <a:pt x="119" y="187"/>
                  <a:pt x="119" y="187"/>
                  <a:pt x="119" y="187"/>
                </a:cubicBezTo>
                <a:cubicBezTo>
                  <a:pt x="187" y="119"/>
                  <a:pt x="187" y="119"/>
                  <a:pt x="187" y="119"/>
                </a:cubicBezTo>
                <a:cubicBezTo>
                  <a:pt x="176" y="108"/>
                  <a:pt x="176" y="108"/>
                  <a:pt x="176" y="108"/>
                </a:cubicBezTo>
                <a:cubicBezTo>
                  <a:pt x="187" y="96"/>
                  <a:pt x="187" y="96"/>
                  <a:pt x="187" y="96"/>
                </a:cubicBezTo>
                <a:lnTo>
                  <a:pt x="193" y="102"/>
                </a:lnTo>
                <a:close/>
                <a:moveTo>
                  <a:pt x="12" y="80"/>
                </a:moveTo>
                <a:cubicBezTo>
                  <a:pt x="80" y="12"/>
                  <a:pt x="80" y="12"/>
                  <a:pt x="80" y="12"/>
                </a:cubicBezTo>
                <a:cubicBezTo>
                  <a:pt x="97" y="29"/>
                  <a:pt x="97" y="29"/>
                  <a:pt x="97" y="29"/>
                </a:cubicBezTo>
                <a:cubicBezTo>
                  <a:pt x="29" y="96"/>
                  <a:pt x="29" y="96"/>
                  <a:pt x="29" y="96"/>
                </a:cubicBezTo>
                <a:lnTo>
                  <a:pt x="12" y="80"/>
                </a:lnTo>
                <a:close/>
                <a:moveTo>
                  <a:pt x="167" y="128"/>
                </a:moveTo>
                <a:cubicBezTo>
                  <a:pt x="142" y="102"/>
                  <a:pt x="142" y="102"/>
                  <a:pt x="142" y="102"/>
                </a:cubicBezTo>
                <a:cubicBezTo>
                  <a:pt x="140" y="101"/>
                  <a:pt x="138" y="101"/>
                  <a:pt x="136" y="102"/>
                </a:cubicBezTo>
                <a:cubicBezTo>
                  <a:pt x="135" y="104"/>
                  <a:pt x="135" y="106"/>
                  <a:pt x="136" y="108"/>
                </a:cubicBezTo>
                <a:cubicBezTo>
                  <a:pt x="162" y="133"/>
                  <a:pt x="162" y="133"/>
                  <a:pt x="162" y="133"/>
                </a:cubicBezTo>
                <a:cubicBezTo>
                  <a:pt x="150" y="145"/>
                  <a:pt x="150" y="145"/>
                  <a:pt x="150" y="145"/>
                </a:cubicBezTo>
                <a:cubicBezTo>
                  <a:pt x="125" y="119"/>
                  <a:pt x="125" y="119"/>
                  <a:pt x="125" y="119"/>
                </a:cubicBezTo>
                <a:cubicBezTo>
                  <a:pt x="123" y="118"/>
                  <a:pt x="121" y="118"/>
                  <a:pt x="119" y="119"/>
                </a:cubicBezTo>
                <a:cubicBezTo>
                  <a:pt x="118" y="121"/>
                  <a:pt x="118" y="123"/>
                  <a:pt x="119" y="125"/>
                </a:cubicBezTo>
                <a:cubicBezTo>
                  <a:pt x="145" y="150"/>
                  <a:pt x="145" y="150"/>
                  <a:pt x="145" y="150"/>
                </a:cubicBezTo>
                <a:cubicBezTo>
                  <a:pt x="145" y="150"/>
                  <a:pt x="145" y="150"/>
                  <a:pt x="145" y="150"/>
                </a:cubicBezTo>
                <a:cubicBezTo>
                  <a:pt x="133" y="162"/>
                  <a:pt x="133" y="162"/>
                  <a:pt x="133" y="162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06" y="135"/>
                  <a:pt x="104" y="135"/>
                  <a:pt x="102" y="136"/>
                </a:cubicBezTo>
                <a:cubicBezTo>
                  <a:pt x="101" y="138"/>
                  <a:pt x="101" y="140"/>
                  <a:pt x="102" y="142"/>
                </a:cubicBezTo>
                <a:cubicBezTo>
                  <a:pt x="128" y="167"/>
                  <a:pt x="128" y="167"/>
                  <a:pt x="128" y="167"/>
                </a:cubicBezTo>
                <a:cubicBezTo>
                  <a:pt x="128" y="167"/>
                  <a:pt x="128" y="167"/>
                  <a:pt x="128" y="167"/>
                </a:cubicBezTo>
                <a:cubicBezTo>
                  <a:pt x="119" y="176"/>
                  <a:pt x="119" y="176"/>
                  <a:pt x="119" y="176"/>
                </a:cubicBezTo>
                <a:cubicBezTo>
                  <a:pt x="40" y="96"/>
                  <a:pt x="40" y="96"/>
                  <a:pt x="40" y="96"/>
                </a:cubicBezTo>
                <a:cubicBezTo>
                  <a:pt x="97" y="40"/>
                  <a:pt x="97" y="40"/>
                  <a:pt x="97" y="40"/>
                </a:cubicBezTo>
                <a:cubicBezTo>
                  <a:pt x="108" y="51"/>
                  <a:pt x="108" y="51"/>
                  <a:pt x="108" y="51"/>
                </a:cubicBezTo>
                <a:cubicBezTo>
                  <a:pt x="77" y="82"/>
                  <a:pt x="77" y="82"/>
                  <a:pt x="77" y="82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130" y="74"/>
                  <a:pt x="130" y="74"/>
                  <a:pt x="130" y="74"/>
                </a:cubicBezTo>
                <a:cubicBezTo>
                  <a:pt x="176" y="119"/>
                  <a:pt x="176" y="119"/>
                  <a:pt x="176" y="119"/>
                </a:cubicBezTo>
                <a:lnTo>
                  <a:pt x="167" y="128"/>
                </a:lnTo>
                <a:close/>
                <a:moveTo>
                  <a:pt x="170" y="102"/>
                </a:moveTo>
                <a:cubicBezTo>
                  <a:pt x="133" y="65"/>
                  <a:pt x="133" y="65"/>
                  <a:pt x="133" y="65"/>
                </a:cubicBezTo>
                <a:cubicBezTo>
                  <a:pt x="132" y="64"/>
                  <a:pt x="129" y="64"/>
                  <a:pt x="128" y="65"/>
                </a:cubicBezTo>
                <a:cubicBezTo>
                  <a:pt x="99" y="94"/>
                  <a:pt x="99" y="94"/>
                  <a:pt x="99" y="94"/>
                </a:cubicBezTo>
                <a:cubicBezTo>
                  <a:pt x="88" y="82"/>
                  <a:pt x="88" y="82"/>
                  <a:pt x="88" y="82"/>
                </a:cubicBezTo>
                <a:cubicBezTo>
                  <a:pt x="116" y="54"/>
                  <a:pt x="116" y="54"/>
                  <a:pt x="116" y="54"/>
                </a:cubicBezTo>
                <a:cubicBezTo>
                  <a:pt x="130" y="40"/>
                  <a:pt x="130" y="40"/>
                  <a:pt x="130" y="40"/>
                </a:cubicBezTo>
                <a:cubicBezTo>
                  <a:pt x="181" y="91"/>
                  <a:pt x="181" y="91"/>
                  <a:pt x="181" y="91"/>
                </a:cubicBezTo>
                <a:lnTo>
                  <a:pt x="170" y="102"/>
                </a:lnTo>
                <a:close/>
                <a:moveTo>
                  <a:pt x="147" y="12"/>
                </a:moveTo>
                <a:cubicBezTo>
                  <a:pt x="210" y="74"/>
                  <a:pt x="210" y="74"/>
                  <a:pt x="210" y="74"/>
                </a:cubicBezTo>
                <a:cubicBezTo>
                  <a:pt x="193" y="91"/>
                  <a:pt x="193" y="91"/>
                  <a:pt x="193" y="91"/>
                </a:cubicBezTo>
                <a:cubicBezTo>
                  <a:pt x="130" y="29"/>
                  <a:pt x="130" y="29"/>
                  <a:pt x="130" y="29"/>
                </a:cubicBezTo>
                <a:lnTo>
                  <a:pt x="147" y="1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58">
            <a:extLst>
              <a:ext uri="{FF2B5EF4-FFF2-40B4-BE49-F238E27FC236}">
                <a16:creationId xmlns:a16="http://schemas.microsoft.com/office/drawing/2014/main" id="{175AF8C4-DEF0-4097-A18F-E6573BAB9897}"/>
              </a:ext>
            </a:extLst>
          </p:cNvPr>
          <p:cNvSpPr>
            <a:spLocks noEditPoints="1"/>
          </p:cNvSpPr>
          <p:nvPr/>
        </p:nvSpPr>
        <p:spPr bwMode="auto">
          <a:xfrm>
            <a:off x="8816099" y="3691216"/>
            <a:ext cx="241852" cy="251308"/>
          </a:xfrm>
          <a:custGeom>
            <a:avLst/>
            <a:gdLst>
              <a:gd name="T0" fmla="*/ 16 w 196"/>
              <a:gd name="T1" fmla="*/ 0 h 204"/>
              <a:gd name="T2" fmla="*/ 24 w 196"/>
              <a:gd name="T3" fmla="*/ 44 h 204"/>
              <a:gd name="T4" fmla="*/ 16 w 196"/>
              <a:gd name="T5" fmla="*/ 164 h 204"/>
              <a:gd name="T6" fmla="*/ 24 w 196"/>
              <a:gd name="T7" fmla="*/ 124 h 204"/>
              <a:gd name="T8" fmla="*/ 16 w 196"/>
              <a:gd name="T9" fmla="*/ 164 h 204"/>
              <a:gd name="T10" fmla="*/ 12 w 196"/>
              <a:gd name="T11" fmla="*/ 52 h 204"/>
              <a:gd name="T12" fmla="*/ 0 w 196"/>
              <a:gd name="T13" fmla="*/ 104 h 204"/>
              <a:gd name="T14" fmla="*/ 28 w 196"/>
              <a:gd name="T15" fmla="*/ 116 h 204"/>
              <a:gd name="T16" fmla="*/ 40 w 196"/>
              <a:gd name="T17" fmla="*/ 64 h 204"/>
              <a:gd name="T18" fmla="*/ 32 w 196"/>
              <a:gd name="T19" fmla="*/ 104 h 204"/>
              <a:gd name="T20" fmla="*/ 12 w 196"/>
              <a:gd name="T21" fmla="*/ 108 h 204"/>
              <a:gd name="T22" fmla="*/ 8 w 196"/>
              <a:gd name="T23" fmla="*/ 64 h 204"/>
              <a:gd name="T24" fmla="*/ 28 w 196"/>
              <a:gd name="T25" fmla="*/ 60 h 204"/>
              <a:gd name="T26" fmla="*/ 32 w 196"/>
              <a:gd name="T27" fmla="*/ 104 h 204"/>
              <a:gd name="T28" fmla="*/ 68 w 196"/>
              <a:gd name="T29" fmla="*/ 40 h 204"/>
              <a:gd name="T30" fmla="*/ 76 w 196"/>
              <a:gd name="T31" fmla="*/ 84 h 204"/>
              <a:gd name="T32" fmla="*/ 68 w 196"/>
              <a:gd name="T33" fmla="*/ 204 h 204"/>
              <a:gd name="T34" fmla="*/ 76 w 196"/>
              <a:gd name="T35" fmla="*/ 164 h 204"/>
              <a:gd name="T36" fmla="*/ 68 w 196"/>
              <a:gd name="T37" fmla="*/ 204 h 204"/>
              <a:gd name="T38" fmla="*/ 64 w 196"/>
              <a:gd name="T39" fmla="*/ 92 h 204"/>
              <a:gd name="T40" fmla="*/ 52 w 196"/>
              <a:gd name="T41" fmla="*/ 144 h 204"/>
              <a:gd name="T42" fmla="*/ 80 w 196"/>
              <a:gd name="T43" fmla="*/ 156 h 204"/>
              <a:gd name="T44" fmla="*/ 92 w 196"/>
              <a:gd name="T45" fmla="*/ 104 h 204"/>
              <a:gd name="T46" fmla="*/ 84 w 196"/>
              <a:gd name="T47" fmla="*/ 144 h 204"/>
              <a:gd name="T48" fmla="*/ 64 w 196"/>
              <a:gd name="T49" fmla="*/ 148 h 204"/>
              <a:gd name="T50" fmla="*/ 60 w 196"/>
              <a:gd name="T51" fmla="*/ 104 h 204"/>
              <a:gd name="T52" fmla="*/ 80 w 196"/>
              <a:gd name="T53" fmla="*/ 100 h 204"/>
              <a:gd name="T54" fmla="*/ 84 w 196"/>
              <a:gd name="T55" fmla="*/ 144 h 204"/>
              <a:gd name="T56" fmla="*/ 120 w 196"/>
              <a:gd name="T57" fmla="*/ 0 h 204"/>
              <a:gd name="T58" fmla="*/ 128 w 196"/>
              <a:gd name="T59" fmla="*/ 44 h 204"/>
              <a:gd name="T60" fmla="*/ 120 w 196"/>
              <a:gd name="T61" fmla="*/ 164 h 204"/>
              <a:gd name="T62" fmla="*/ 128 w 196"/>
              <a:gd name="T63" fmla="*/ 124 h 204"/>
              <a:gd name="T64" fmla="*/ 120 w 196"/>
              <a:gd name="T65" fmla="*/ 164 h 204"/>
              <a:gd name="T66" fmla="*/ 116 w 196"/>
              <a:gd name="T67" fmla="*/ 52 h 204"/>
              <a:gd name="T68" fmla="*/ 104 w 196"/>
              <a:gd name="T69" fmla="*/ 104 h 204"/>
              <a:gd name="T70" fmla="*/ 132 w 196"/>
              <a:gd name="T71" fmla="*/ 116 h 204"/>
              <a:gd name="T72" fmla="*/ 144 w 196"/>
              <a:gd name="T73" fmla="*/ 64 h 204"/>
              <a:gd name="T74" fmla="*/ 136 w 196"/>
              <a:gd name="T75" fmla="*/ 104 h 204"/>
              <a:gd name="T76" fmla="*/ 116 w 196"/>
              <a:gd name="T77" fmla="*/ 108 h 204"/>
              <a:gd name="T78" fmla="*/ 112 w 196"/>
              <a:gd name="T79" fmla="*/ 64 h 204"/>
              <a:gd name="T80" fmla="*/ 132 w 196"/>
              <a:gd name="T81" fmla="*/ 60 h 204"/>
              <a:gd name="T82" fmla="*/ 136 w 196"/>
              <a:gd name="T83" fmla="*/ 104 h 204"/>
              <a:gd name="T84" fmla="*/ 172 w 196"/>
              <a:gd name="T85" fmla="*/ 40 h 204"/>
              <a:gd name="T86" fmla="*/ 180 w 196"/>
              <a:gd name="T87" fmla="*/ 84 h 204"/>
              <a:gd name="T88" fmla="*/ 172 w 196"/>
              <a:gd name="T89" fmla="*/ 204 h 204"/>
              <a:gd name="T90" fmla="*/ 180 w 196"/>
              <a:gd name="T91" fmla="*/ 164 h 204"/>
              <a:gd name="T92" fmla="*/ 172 w 196"/>
              <a:gd name="T93" fmla="*/ 204 h 204"/>
              <a:gd name="T94" fmla="*/ 168 w 196"/>
              <a:gd name="T95" fmla="*/ 92 h 204"/>
              <a:gd name="T96" fmla="*/ 156 w 196"/>
              <a:gd name="T97" fmla="*/ 144 h 204"/>
              <a:gd name="T98" fmla="*/ 184 w 196"/>
              <a:gd name="T99" fmla="*/ 156 h 204"/>
              <a:gd name="T100" fmla="*/ 196 w 196"/>
              <a:gd name="T101" fmla="*/ 104 h 204"/>
              <a:gd name="T102" fmla="*/ 188 w 196"/>
              <a:gd name="T103" fmla="*/ 144 h 204"/>
              <a:gd name="T104" fmla="*/ 168 w 196"/>
              <a:gd name="T105" fmla="*/ 148 h 204"/>
              <a:gd name="T106" fmla="*/ 164 w 196"/>
              <a:gd name="T107" fmla="*/ 104 h 204"/>
              <a:gd name="T108" fmla="*/ 184 w 196"/>
              <a:gd name="T109" fmla="*/ 100 h 204"/>
              <a:gd name="T110" fmla="*/ 188 w 196"/>
              <a:gd name="T111" fmla="*/ 14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6" h="204">
                <a:moveTo>
                  <a:pt x="24" y="0"/>
                </a:moveTo>
                <a:cubicBezTo>
                  <a:pt x="16" y="0"/>
                  <a:pt x="16" y="0"/>
                  <a:pt x="16" y="0"/>
                </a:cubicBezTo>
                <a:cubicBezTo>
                  <a:pt x="16" y="44"/>
                  <a:pt x="16" y="44"/>
                  <a:pt x="16" y="44"/>
                </a:cubicBezTo>
                <a:cubicBezTo>
                  <a:pt x="24" y="44"/>
                  <a:pt x="24" y="44"/>
                  <a:pt x="24" y="44"/>
                </a:cubicBezTo>
                <a:lnTo>
                  <a:pt x="24" y="0"/>
                </a:lnTo>
                <a:close/>
                <a:moveTo>
                  <a:pt x="16" y="164"/>
                </a:moveTo>
                <a:cubicBezTo>
                  <a:pt x="24" y="164"/>
                  <a:pt x="24" y="164"/>
                  <a:pt x="24" y="164"/>
                </a:cubicBezTo>
                <a:cubicBezTo>
                  <a:pt x="24" y="124"/>
                  <a:pt x="24" y="124"/>
                  <a:pt x="24" y="124"/>
                </a:cubicBezTo>
                <a:cubicBezTo>
                  <a:pt x="16" y="124"/>
                  <a:pt x="16" y="124"/>
                  <a:pt x="16" y="124"/>
                </a:cubicBezTo>
                <a:lnTo>
                  <a:pt x="16" y="164"/>
                </a:lnTo>
                <a:close/>
                <a:moveTo>
                  <a:pt x="28" y="52"/>
                </a:moveTo>
                <a:cubicBezTo>
                  <a:pt x="12" y="52"/>
                  <a:pt x="12" y="52"/>
                  <a:pt x="12" y="52"/>
                </a:cubicBezTo>
                <a:cubicBezTo>
                  <a:pt x="5" y="52"/>
                  <a:pt x="0" y="57"/>
                  <a:pt x="0" y="64"/>
                </a:cubicBezTo>
                <a:cubicBezTo>
                  <a:pt x="0" y="104"/>
                  <a:pt x="0" y="104"/>
                  <a:pt x="0" y="104"/>
                </a:cubicBezTo>
                <a:cubicBezTo>
                  <a:pt x="0" y="111"/>
                  <a:pt x="5" y="116"/>
                  <a:pt x="12" y="116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35" y="116"/>
                  <a:pt x="40" y="111"/>
                  <a:pt x="40" y="104"/>
                </a:cubicBezTo>
                <a:cubicBezTo>
                  <a:pt x="40" y="64"/>
                  <a:pt x="40" y="64"/>
                  <a:pt x="40" y="64"/>
                </a:cubicBezTo>
                <a:cubicBezTo>
                  <a:pt x="40" y="57"/>
                  <a:pt x="35" y="52"/>
                  <a:pt x="28" y="52"/>
                </a:cubicBezTo>
                <a:close/>
                <a:moveTo>
                  <a:pt x="32" y="104"/>
                </a:moveTo>
                <a:cubicBezTo>
                  <a:pt x="32" y="106"/>
                  <a:pt x="30" y="108"/>
                  <a:pt x="28" y="108"/>
                </a:cubicBezTo>
                <a:cubicBezTo>
                  <a:pt x="12" y="108"/>
                  <a:pt x="12" y="108"/>
                  <a:pt x="12" y="108"/>
                </a:cubicBezTo>
                <a:cubicBezTo>
                  <a:pt x="10" y="108"/>
                  <a:pt x="8" y="106"/>
                  <a:pt x="8" y="104"/>
                </a:cubicBezTo>
                <a:cubicBezTo>
                  <a:pt x="8" y="64"/>
                  <a:pt x="8" y="64"/>
                  <a:pt x="8" y="64"/>
                </a:cubicBezTo>
                <a:cubicBezTo>
                  <a:pt x="8" y="62"/>
                  <a:pt x="10" y="60"/>
                  <a:pt x="12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30" y="60"/>
                  <a:pt x="32" y="62"/>
                  <a:pt x="32" y="64"/>
                </a:cubicBezTo>
                <a:lnTo>
                  <a:pt x="32" y="104"/>
                </a:lnTo>
                <a:close/>
                <a:moveTo>
                  <a:pt x="76" y="40"/>
                </a:moveTo>
                <a:cubicBezTo>
                  <a:pt x="68" y="40"/>
                  <a:pt x="68" y="40"/>
                  <a:pt x="68" y="40"/>
                </a:cubicBezTo>
                <a:cubicBezTo>
                  <a:pt x="68" y="84"/>
                  <a:pt x="68" y="84"/>
                  <a:pt x="68" y="84"/>
                </a:cubicBezTo>
                <a:cubicBezTo>
                  <a:pt x="76" y="84"/>
                  <a:pt x="76" y="84"/>
                  <a:pt x="76" y="84"/>
                </a:cubicBezTo>
                <a:lnTo>
                  <a:pt x="76" y="40"/>
                </a:lnTo>
                <a:close/>
                <a:moveTo>
                  <a:pt x="68" y="204"/>
                </a:moveTo>
                <a:cubicBezTo>
                  <a:pt x="76" y="204"/>
                  <a:pt x="76" y="204"/>
                  <a:pt x="76" y="204"/>
                </a:cubicBezTo>
                <a:cubicBezTo>
                  <a:pt x="76" y="164"/>
                  <a:pt x="76" y="164"/>
                  <a:pt x="76" y="164"/>
                </a:cubicBezTo>
                <a:cubicBezTo>
                  <a:pt x="68" y="164"/>
                  <a:pt x="68" y="164"/>
                  <a:pt x="68" y="164"/>
                </a:cubicBezTo>
                <a:lnTo>
                  <a:pt x="68" y="204"/>
                </a:lnTo>
                <a:close/>
                <a:moveTo>
                  <a:pt x="80" y="92"/>
                </a:moveTo>
                <a:cubicBezTo>
                  <a:pt x="64" y="92"/>
                  <a:pt x="64" y="92"/>
                  <a:pt x="64" y="92"/>
                </a:cubicBezTo>
                <a:cubicBezTo>
                  <a:pt x="57" y="92"/>
                  <a:pt x="52" y="97"/>
                  <a:pt x="52" y="104"/>
                </a:cubicBezTo>
                <a:cubicBezTo>
                  <a:pt x="52" y="144"/>
                  <a:pt x="52" y="144"/>
                  <a:pt x="52" y="144"/>
                </a:cubicBezTo>
                <a:cubicBezTo>
                  <a:pt x="52" y="151"/>
                  <a:pt x="57" y="156"/>
                  <a:pt x="64" y="156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87" y="156"/>
                  <a:pt x="92" y="151"/>
                  <a:pt x="92" y="144"/>
                </a:cubicBezTo>
                <a:cubicBezTo>
                  <a:pt x="92" y="104"/>
                  <a:pt x="92" y="104"/>
                  <a:pt x="92" y="104"/>
                </a:cubicBezTo>
                <a:cubicBezTo>
                  <a:pt x="92" y="97"/>
                  <a:pt x="87" y="92"/>
                  <a:pt x="80" y="92"/>
                </a:cubicBezTo>
                <a:close/>
                <a:moveTo>
                  <a:pt x="84" y="144"/>
                </a:moveTo>
                <a:cubicBezTo>
                  <a:pt x="84" y="146"/>
                  <a:pt x="82" y="148"/>
                  <a:pt x="80" y="148"/>
                </a:cubicBezTo>
                <a:cubicBezTo>
                  <a:pt x="64" y="148"/>
                  <a:pt x="64" y="148"/>
                  <a:pt x="64" y="148"/>
                </a:cubicBezTo>
                <a:cubicBezTo>
                  <a:pt x="62" y="148"/>
                  <a:pt x="60" y="146"/>
                  <a:pt x="60" y="144"/>
                </a:cubicBezTo>
                <a:cubicBezTo>
                  <a:pt x="60" y="104"/>
                  <a:pt x="60" y="104"/>
                  <a:pt x="60" y="104"/>
                </a:cubicBezTo>
                <a:cubicBezTo>
                  <a:pt x="60" y="102"/>
                  <a:pt x="62" y="100"/>
                  <a:pt x="64" y="100"/>
                </a:cubicBezTo>
                <a:cubicBezTo>
                  <a:pt x="80" y="100"/>
                  <a:pt x="80" y="100"/>
                  <a:pt x="80" y="100"/>
                </a:cubicBezTo>
                <a:cubicBezTo>
                  <a:pt x="82" y="100"/>
                  <a:pt x="84" y="102"/>
                  <a:pt x="84" y="104"/>
                </a:cubicBezTo>
                <a:lnTo>
                  <a:pt x="84" y="144"/>
                </a:lnTo>
                <a:close/>
                <a:moveTo>
                  <a:pt x="128" y="0"/>
                </a:moveTo>
                <a:cubicBezTo>
                  <a:pt x="120" y="0"/>
                  <a:pt x="120" y="0"/>
                  <a:pt x="120" y="0"/>
                </a:cubicBezTo>
                <a:cubicBezTo>
                  <a:pt x="120" y="44"/>
                  <a:pt x="120" y="44"/>
                  <a:pt x="120" y="44"/>
                </a:cubicBezTo>
                <a:cubicBezTo>
                  <a:pt x="128" y="44"/>
                  <a:pt x="128" y="44"/>
                  <a:pt x="128" y="44"/>
                </a:cubicBezTo>
                <a:lnTo>
                  <a:pt x="128" y="0"/>
                </a:lnTo>
                <a:close/>
                <a:moveTo>
                  <a:pt x="120" y="164"/>
                </a:moveTo>
                <a:cubicBezTo>
                  <a:pt x="128" y="164"/>
                  <a:pt x="128" y="164"/>
                  <a:pt x="128" y="164"/>
                </a:cubicBezTo>
                <a:cubicBezTo>
                  <a:pt x="128" y="124"/>
                  <a:pt x="128" y="124"/>
                  <a:pt x="128" y="124"/>
                </a:cubicBezTo>
                <a:cubicBezTo>
                  <a:pt x="120" y="124"/>
                  <a:pt x="120" y="124"/>
                  <a:pt x="120" y="124"/>
                </a:cubicBezTo>
                <a:lnTo>
                  <a:pt x="120" y="164"/>
                </a:lnTo>
                <a:close/>
                <a:moveTo>
                  <a:pt x="132" y="52"/>
                </a:moveTo>
                <a:cubicBezTo>
                  <a:pt x="116" y="52"/>
                  <a:pt x="116" y="52"/>
                  <a:pt x="116" y="52"/>
                </a:cubicBezTo>
                <a:cubicBezTo>
                  <a:pt x="109" y="52"/>
                  <a:pt x="104" y="57"/>
                  <a:pt x="104" y="64"/>
                </a:cubicBezTo>
                <a:cubicBezTo>
                  <a:pt x="104" y="104"/>
                  <a:pt x="104" y="104"/>
                  <a:pt x="104" y="104"/>
                </a:cubicBezTo>
                <a:cubicBezTo>
                  <a:pt x="104" y="111"/>
                  <a:pt x="109" y="116"/>
                  <a:pt x="116" y="116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9" y="116"/>
                  <a:pt x="144" y="111"/>
                  <a:pt x="144" y="104"/>
                </a:cubicBezTo>
                <a:cubicBezTo>
                  <a:pt x="144" y="64"/>
                  <a:pt x="144" y="64"/>
                  <a:pt x="144" y="64"/>
                </a:cubicBezTo>
                <a:cubicBezTo>
                  <a:pt x="144" y="57"/>
                  <a:pt x="139" y="52"/>
                  <a:pt x="132" y="52"/>
                </a:cubicBezTo>
                <a:close/>
                <a:moveTo>
                  <a:pt x="136" y="104"/>
                </a:moveTo>
                <a:cubicBezTo>
                  <a:pt x="136" y="106"/>
                  <a:pt x="134" y="108"/>
                  <a:pt x="132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4" y="108"/>
                  <a:pt x="112" y="106"/>
                  <a:pt x="112" y="10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12" y="62"/>
                  <a:pt x="114" y="60"/>
                  <a:pt x="116" y="60"/>
                </a:cubicBezTo>
                <a:cubicBezTo>
                  <a:pt x="132" y="60"/>
                  <a:pt x="132" y="60"/>
                  <a:pt x="132" y="60"/>
                </a:cubicBezTo>
                <a:cubicBezTo>
                  <a:pt x="134" y="60"/>
                  <a:pt x="136" y="62"/>
                  <a:pt x="136" y="64"/>
                </a:cubicBezTo>
                <a:lnTo>
                  <a:pt x="136" y="104"/>
                </a:lnTo>
                <a:close/>
                <a:moveTo>
                  <a:pt x="180" y="40"/>
                </a:moveTo>
                <a:cubicBezTo>
                  <a:pt x="172" y="40"/>
                  <a:pt x="172" y="40"/>
                  <a:pt x="172" y="40"/>
                </a:cubicBezTo>
                <a:cubicBezTo>
                  <a:pt x="172" y="84"/>
                  <a:pt x="172" y="84"/>
                  <a:pt x="172" y="84"/>
                </a:cubicBezTo>
                <a:cubicBezTo>
                  <a:pt x="180" y="84"/>
                  <a:pt x="180" y="84"/>
                  <a:pt x="180" y="84"/>
                </a:cubicBezTo>
                <a:lnTo>
                  <a:pt x="180" y="40"/>
                </a:lnTo>
                <a:close/>
                <a:moveTo>
                  <a:pt x="172" y="204"/>
                </a:moveTo>
                <a:cubicBezTo>
                  <a:pt x="180" y="204"/>
                  <a:pt x="180" y="204"/>
                  <a:pt x="180" y="204"/>
                </a:cubicBezTo>
                <a:cubicBezTo>
                  <a:pt x="180" y="164"/>
                  <a:pt x="180" y="164"/>
                  <a:pt x="180" y="164"/>
                </a:cubicBezTo>
                <a:cubicBezTo>
                  <a:pt x="172" y="164"/>
                  <a:pt x="172" y="164"/>
                  <a:pt x="172" y="164"/>
                </a:cubicBezTo>
                <a:lnTo>
                  <a:pt x="172" y="204"/>
                </a:lnTo>
                <a:close/>
                <a:moveTo>
                  <a:pt x="184" y="92"/>
                </a:moveTo>
                <a:cubicBezTo>
                  <a:pt x="168" y="92"/>
                  <a:pt x="168" y="92"/>
                  <a:pt x="168" y="92"/>
                </a:cubicBezTo>
                <a:cubicBezTo>
                  <a:pt x="161" y="92"/>
                  <a:pt x="156" y="97"/>
                  <a:pt x="156" y="104"/>
                </a:cubicBezTo>
                <a:cubicBezTo>
                  <a:pt x="156" y="144"/>
                  <a:pt x="156" y="144"/>
                  <a:pt x="156" y="144"/>
                </a:cubicBezTo>
                <a:cubicBezTo>
                  <a:pt x="156" y="151"/>
                  <a:pt x="161" y="156"/>
                  <a:pt x="168" y="156"/>
                </a:cubicBezTo>
                <a:cubicBezTo>
                  <a:pt x="184" y="156"/>
                  <a:pt x="184" y="156"/>
                  <a:pt x="184" y="156"/>
                </a:cubicBezTo>
                <a:cubicBezTo>
                  <a:pt x="191" y="156"/>
                  <a:pt x="196" y="151"/>
                  <a:pt x="196" y="144"/>
                </a:cubicBezTo>
                <a:cubicBezTo>
                  <a:pt x="196" y="104"/>
                  <a:pt x="196" y="104"/>
                  <a:pt x="196" y="104"/>
                </a:cubicBezTo>
                <a:cubicBezTo>
                  <a:pt x="196" y="97"/>
                  <a:pt x="191" y="92"/>
                  <a:pt x="184" y="92"/>
                </a:cubicBezTo>
                <a:close/>
                <a:moveTo>
                  <a:pt x="188" y="144"/>
                </a:moveTo>
                <a:cubicBezTo>
                  <a:pt x="188" y="146"/>
                  <a:pt x="186" y="148"/>
                  <a:pt x="184" y="148"/>
                </a:cubicBezTo>
                <a:cubicBezTo>
                  <a:pt x="168" y="148"/>
                  <a:pt x="168" y="148"/>
                  <a:pt x="168" y="148"/>
                </a:cubicBezTo>
                <a:cubicBezTo>
                  <a:pt x="166" y="148"/>
                  <a:pt x="164" y="146"/>
                  <a:pt x="164" y="144"/>
                </a:cubicBezTo>
                <a:cubicBezTo>
                  <a:pt x="164" y="104"/>
                  <a:pt x="164" y="104"/>
                  <a:pt x="164" y="104"/>
                </a:cubicBezTo>
                <a:cubicBezTo>
                  <a:pt x="164" y="102"/>
                  <a:pt x="166" y="100"/>
                  <a:pt x="168" y="100"/>
                </a:cubicBezTo>
                <a:cubicBezTo>
                  <a:pt x="184" y="100"/>
                  <a:pt x="184" y="100"/>
                  <a:pt x="184" y="100"/>
                </a:cubicBezTo>
                <a:cubicBezTo>
                  <a:pt x="186" y="100"/>
                  <a:pt x="188" y="102"/>
                  <a:pt x="188" y="104"/>
                </a:cubicBezTo>
                <a:lnTo>
                  <a:pt x="188" y="14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2066F0-5135-43B1-AA89-3FFDB49D924F}"/>
              </a:ext>
            </a:extLst>
          </p:cNvPr>
          <p:cNvSpPr/>
          <p:nvPr/>
        </p:nvSpPr>
        <p:spPr>
          <a:xfrm flipH="1">
            <a:off x="6428326" y="3973537"/>
            <a:ext cx="76533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Monitoring 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DCE7768-738B-4614-AC13-2697887C5B30}"/>
              </a:ext>
            </a:extLst>
          </p:cNvPr>
          <p:cNvSpPr/>
          <p:nvPr/>
        </p:nvSpPr>
        <p:spPr>
          <a:xfrm flipH="1">
            <a:off x="7406954" y="3973537"/>
            <a:ext cx="90837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Coordination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CAB5A5F-4D80-404D-98F5-2864ABFDB68F}"/>
              </a:ext>
            </a:extLst>
          </p:cNvPr>
          <p:cNvSpPr/>
          <p:nvPr/>
        </p:nvSpPr>
        <p:spPr>
          <a:xfrm flipH="1">
            <a:off x="8515353" y="3973537"/>
            <a:ext cx="9024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Community engagement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A2CBCD9-23D7-4FD4-9904-8A16F62E04BB}"/>
              </a:ext>
            </a:extLst>
          </p:cNvPr>
          <p:cNvSpPr/>
          <p:nvPr/>
        </p:nvSpPr>
        <p:spPr>
          <a:xfrm flipH="1">
            <a:off x="9545585" y="3973537"/>
            <a:ext cx="9024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Logistics</a:t>
            </a:r>
          </a:p>
        </p:txBody>
      </p:sp>
      <p:sp>
        <p:nvSpPr>
          <p:cNvPr id="24" name="Freeform 56">
            <a:extLst>
              <a:ext uri="{FF2B5EF4-FFF2-40B4-BE49-F238E27FC236}">
                <a16:creationId xmlns:a16="http://schemas.microsoft.com/office/drawing/2014/main" id="{2BE6F08E-4D0F-41CF-B056-48A4DCBBED82}"/>
              </a:ext>
            </a:extLst>
          </p:cNvPr>
          <p:cNvSpPr>
            <a:spLocks noEditPoints="1"/>
          </p:cNvSpPr>
          <p:nvPr/>
        </p:nvSpPr>
        <p:spPr bwMode="auto">
          <a:xfrm>
            <a:off x="867212" y="4068988"/>
            <a:ext cx="208676" cy="209924"/>
          </a:xfrm>
          <a:custGeom>
            <a:avLst/>
            <a:gdLst>
              <a:gd name="T0" fmla="*/ 184 w 184"/>
              <a:gd name="T1" fmla="*/ 88 h 184"/>
              <a:gd name="T2" fmla="*/ 160 w 184"/>
              <a:gd name="T3" fmla="*/ 88 h 184"/>
              <a:gd name="T4" fmla="*/ 96 w 184"/>
              <a:gd name="T5" fmla="*/ 24 h 184"/>
              <a:gd name="T6" fmla="*/ 96 w 184"/>
              <a:gd name="T7" fmla="*/ 0 h 184"/>
              <a:gd name="T8" fmla="*/ 88 w 184"/>
              <a:gd name="T9" fmla="*/ 0 h 184"/>
              <a:gd name="T10" fmla="*/ 88 w 184"/>
              <a:gd name="T11" fmla="*/ 24 h 184"/>
              <a:gd name="T12" fmla="*/ 24 w 184"/>
              <a:gd name="T13" fmla="*/ 88 h 184"/>
              <a:gd name="T14" fmla="*/ 0 w 184"/>
              <a:gd name="T15" fmla="*/ 88 h 184"/>
              <a:gd name="T16" fmla="*/ 0 w 184"/>
              <a:gd name="T17" fmla="*/ 96 h 184"/>
              <a:gd name="T18" fmla="*/ 24 w 184"/>
              <a:gd name="T19" fmla="*/ 96 h 184"/>
              <a:gd name="T20" fmla="*/ 88 w 184"/>
              <a:gd name="T21" fmla="*/ 160 h 184"/>
              <a:gd name="T22" fmla="*/ 88 w 184"/>
              <a:gd name="T23" fmla="*/ 184 h 184"/>
              <a:gd name="T24" fmla="*/ 96 w 184"/>
              <a:gd name="T25" fmla="*/ 184 h 184"/>
              <a:gd name="T26" fmla="*/ 96 w 184"/>
              <a:gd name="T27" fmla="*/ 160 h 184"/>
              <a:gd name="T28" fmla="*/ 160 w 184"/>
              <a:gd name="T29" fmla="*/ 96 h 184"/>
              <a:gd name="T30" fmla="*/ 184 w 184"/>
              <a:gd name="T31" fmla="*/ 96 h 184"/>
              <a:gd name="T32" fmla="*/ 184 w 184"/>
              <a:gd name="T33" fmla="*/ 88 h 184"/>
              <a:gd name="T34" fmla="*/ 152 w 184"/>
              <a:gd name="T35" fmla="*/ 88 h 184"/>
              <a:gd name="T36" fmla="*/ 96 w 184"/>
              <a:gd name="T37" fmla="*/ 88 h 184"/>
              <a:gd name="T38" fmla="*/ 96 w 184"/>
              <a:gd name="T39" fmla="*/ 32 h 184"/>
              <a:gd name="T40" fmla="*/ 152 w 184"/>
              <a:gd name="T41" fmla="*/ 88 h 184"/>
              <a:gd name="T42" fmla="*/ 88 w 184"/>
              <a:gd name="T43" fmla="*/ 32 h 184"/>
              <a:gd name="T44" fmla="*/ 88 w 184"/>
              <a:gd name="T45" fmla="*/ 88 h 184"/>
              <a:gd name="T46" fmla="*/ 32 w 184"/>
              <a:gd name="T47" fmla="*/ 88 h 184"/>
              <a:gd name="T48" fmla="*/ 88 w 184"/>
              <a:gd name="T49" fmla="*/ 32 h 184"/>
              <a:gd name="T50" fmla="*/ 32 w 184"/>
              <a:gd name="T51" fmla="*/ 96 h 184"/>
              <a:gd name="T52" fmla="*/ 88 w 184"/>
              <a:gd name="T53" fmla="*/ 96 h 184"/>
              <a:gd name="T54" fmla="*/ 88 w 184"/>
              <a:gd name="T55" fmla="*/ 152 h 184"/>
              <a:gd name="T56" fmla="*/ 32 w 184"/>
              <a:gd name="T57" fmla="*/ 96 h 184"/>
              <a:gd name="T58" fmla="*/ 96 w 184"/>
              <a:gd name="T59" fmla="*/ 152 h 184"/>
              <a:gd name="T60" fmla="*/ 96 w 184"/>
              <a:gd name="T61" fmla="*/ 96 h 184"/>
              <a:gd name="T62" fmla="*/ 152 w 184"/>
              <a:gd name="T63" fmla="*/ 96 h 184"/>
              <a:gd name="T64" fmla="*/ 96 w 184"/>
              <a:gd name="T65" fmla="*/ 152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84" h="184">
                <a:moveTo>
                  <a:pt x="184" y="88"/>
                </a:moveTo>
                <a:cubicBezTo>
                  <a:pt x="160" y="88"/>
                  <a:pt x="160" y="88"/>
                  <a:pt x="160" y="88"/>
                </a:cubicBezTo>
                <a:cubicBezTo>
                  <a:pt x="158" y="54"/>
                  <a:pt x="130" y="26"/>
                  <a:pt x="96" y="24"/>
                </a:cubicBezTo>
                <a:cubicBezTo>
                  <a:pt x="96" y="0"/>
                  <a:pt x="96" y="0"/>
                  <a:pt x="96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24"/>
                  <a:pt x="88" y="24"/>
                  <a:pt x="88" y="24"/>
                </a:cubicBezTo>
                <a:cubicBezTo>
                  <a:pt x="54" y="26"/>
                  <a:pt x="26" y="54"/>
                  <a:pt x="24" y="88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96"/>
                  <a:pt x="0" y="96"/>
                  <a:pt x="0" y="96"/>
                </a:cubicBezTo>
                <a:cubicBezTo>
                  <a:pt x="24" y="96"/>
                  <a:pt x="24" y="96"/>
                  <a:pt x="24" y="96"/>
                </a:cubicBezTo>
                <a:cubicBezTo>
                  <a:pt x="26" y="130"/>
                  <a:pt x="54" y="158"/>
                  <a:pt x="88" y="160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96" y="184"/>
                  <a:pt x="96" y="184"/>
                  <a:pt x="96" y="184"/>
                </a:cubicBezTo>
                <a:cubicBezTo>
                  <a:pt x="96" y="160"/>
                  <a:pt x="96" y="160"/>
                  <a:pt x="96" y="160"/>
                </a:cubicBezTo>
                <a:cubicBezTo>
                  <a:pt x="130" y="158"/>
                  <a:pt x="158" y="130"/>
                  <a:pt x="160" y="96"/>
                </a:cubicBezTo>
                <a:cubicBezTo>
                  <a:pt x="184" y="96"/>
                  <a:pt x="184" y="96"/>
                  <a:pt x="184" y="96"/>
                </a:cubicBezTo>
                <a:lnTo>
                  <a:pt x="184" y="88"/>
                </a:lnTo>
                <a:close/>
                <a:moveTo>
                  <a:pt x="152" y="88"/>
                </a:moveTo>
                <a:cubicBezTo>
                  <a:pt x="96" y="88"/>
                  <a:pt x="96" y="88"/>
                  <a:pt x="96" y="88"/>
                </a:cubicBezTo>
                <a:cubicBezTo>
                  <a:pt x="96" y="32"/>
                  <a:pt x="96" y="32"/>
                  <a:pt x="96" y="32"/>
                </a:cubicBezTo>
                <a:cubicBezTo>
                  <a:pt x="126" y="34"/>
                  <a:pt x="150" y="58"/>
                  <a:pt x="152" y="88"/>
                </a:cubicBezTo>
                <a:close/>
                <a:moveTo>
                  <a:pt x="88" y="32"/>
                </a:moveTo>
                <a:cubicBezTo>
                  <a:pt x="88" y="88"/>
                  <a:pt x="88" y="88"/>
                  <a:pt x="88" y="88"/>
                </a:cubicBezTo>
                <a:cubicBezTo>
                  <a:pt x="32" y="88"/>
                  <a:pt x="32" y="88"/>
                  <a:pt x="32" y="88"/>
                </a:cubicBezTo>
                <a:cubicBezTo>
                  <a:pt x="34" y="58"/>
                  <a:pt x="58" y="34"/>
                  <a:pt x="88" y="32"/>
                </a:cubicBezTo>
                <a:close/>
                <a:moveTo>
                  <a:pt x="32" y="96"/>
                </a:moveTo>
                <a:cubicBezTo>
                  <a:pt x="88" y="96"/>
                  <a:pt x="88" y="96"/>
                  <a:pt x="88" y="96"/>
                </a:cubicBezTo>
                <a:cubicBezTo>
                  <a:pt x="88" y="152"/>
                  <a:pt x="88" y="152"/>
                  <a:pt x="88" y="152"/>
                </a:cubicBezTo>
                <a:cubicBezTo>
                  <a:pt x="58" y="150"/>
                  <a:pt x="34" y="126"/>
                  <a:pt x="32" y="96"/>
                </a:cubicBezTo>
                <a:close/>
                <a:moveTo>
                  <a:pt x="96" y="152"/>
                </a:moveTo>
                <a:cubicBezTo>
                  <a:pt x="96" y="96"/>
                  <a:pt x="96" y="96"/>
                  <a:pt x="96" y="96"/>
                </a:cubicBezTo>
                <a:cubicBezTo>
                  <a:pt x="152" y="96"/>
                  <a:pt x="152" y="96"/>
                  <a:pt x="152" y="96"/>
                </a:cubicBezTo>
                <a:cubicBezTo>
                  <a:pt x="150" y="126"/>
                  <a:pt x="126" y="150"/>
                  <a:pt x="96" y="15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39B3DA1E-A232-49A0-95FF-24A9C96BE7A6}"/>
              </a:ext>
            </a:extLst>
          </p:cNvPr>
          <p:cNvSpPr>
            <a:spLocks noEditPoints="1"/>
          </p:cNvSpPr>
          <p:nvPr/>
        </p:nvSpPr>
        <p:spPr bwMode="auto">
          <a:xfrm>
            <a:off x="867212" y="4881072"/>
            <a:ext cx="208676" cy="152332"/>
          </a:xfrm>
          <a:custGeom>
            <a:avLst/>
            <a:gdLst>
              <a:gd name="T0" fmla="*/ 200 w 220"/>
              <a:gd name="T1" fmla="*/ 0 h 160"/>
              <a:gd name="T2" fmla="*/ 180 w 220"/>
              <a:gd name="T3" fmla="*/ 20 h 160"/>
              <a:gd name="T4" fmla="*/ 188 w 220"/>
              <a:gd name="T5" fmla="*/ 36 h 160"/>
              <a:gd name="T6" fmla="*/ 184 w 220"/>
              <a:gd name="T7" fmla="*/ 34 h 160"/>
              <a:gd name="T8" fmla="*/ 136 w 220"/>
              <a:gd name="T9" fmla="*/ 124 h 160"/>
              <a:gd name="T10" fmla="*/ 124 w 220"/>
              <a:gd name="T11" fmla="*/ 120 h 160"/>
              <a:gd name="T12" fmla="*/ 113 w 220"/>
              <a:gd name="T13" fmla="*/ 123 h 160"/>
              <a:gd name="T14" fmla="*/ 76 w 220"/>
              <a:gd name="T15" fmla="*/ 71 h 160"/>
              <a:gd name="T16" fmla="*/ 80 w 220"/>
              <a:gd name="T17" fmla="*/ 60 h 160"/>
              <a:gd name="T18" fmla="*/ 60 w 220"/>
              <a:gd name="T19" fmla="*/ 40 h 160"/>
              <a:gd name="T20" fmla="*/ 40 w 220"/>
              <a:gd name="T21" fmla="*/ 60 h 160"/>
              <a:gd name="T22" fmla="*/ 43 w 220"/>
              <a:gd name="T23" fmla="*/ 71 h 160"/>
              <a:gd name="T24" fmla="*/ 28 w 220"/>
              <a:gd name="T25" fmla="*/ 90 h 160"/>
              <a:gd name="T26" fmla="*/ 20 w 220"/>
              <a:gd name="T27" fmla="*/ 88 h 160"/>
              <a:gd name="T28" fmla="*/ 0 w 220"/>
              <a:gd name="T29" fmla="*/ 108 h 160"/>
              <a:gd name="T30" fmla="*/ 20 w 220"/>
              <a:gd name="T31" fmla="*/ 128 h 160"/>
              <a:gd name="T32" fmla="*/ 40 w 220"/>
              <a:gd name="T33" fmla="*/ 108 h 160"/>
              <a:gd name="T34" fmla="*/ 35 w 220"/>
              <a:gd name="T35" fmla="*/ 94 h 160"/>
              <a:gd name="T36" fmla="*/ 49 w 220"/>
              <a:gd name="T37" fmla="*/ 77 h 160"/>
              <a:gd name="T38" fmla="*/ 60 w 220"/>
              <a:gd name="T39" fmla="*/ 80 h 160"/>
              <a:gd name="T40" fmla="*/ 71 w 220"/>
              <a:gd name="T41" fmla="*/ 77 h 160"/>
              <a:gd name="T42" fmla="*/ 108 w 220"/>
              <a:gd name="T43" fmla="*/ 129 h 160"/>
              <a:gd name="T44" fmla="*/ 104 w 220"/>
              <a:gd name="T45" fmla="*/ 140 h 160"/>
              <a:gd name="T46" fmla="*/ 124 w 220"/>
              <a:gd name="T47" fmla="*/ 160 h 160"/>
              <a:gd name="T48" fmla="*/ 144 w 220"/>
              <a:gd name="T49" fmla="*/ 140 h 160"/>
              <a:gd name="T50" fmla="*/ 141 w 220"/>
              <a:gd name="T51" fmla="*/ 130 h 160"/>
              <a:gd name="T52" fmla="*/ 191 w 220"/>
              <a:gd name="T53" fmla="*/ 38 h 160"/>
              <a:gd name="T54" fmla="*/ 200 w 220"/>
              <a:gd name="T55" fmla="*/ 40 h 160"/>
              <a:gd name="T56" fmla="*/ 220 w 220"/>
              <a:gd name="T57" fmla="*/ 20 h 160"/>
              <a:gd name="T58" fmla="*/ 200 w 220"/>
              <a:gd name="T59" fmla="*/ 0 h 160"/>
              <a:gd name="T60" fmla="*/ 20 w 220"/>
              <a:gd name="T61" fmla="*/ 120 h 160"/>
              <a:gd name="T62" fmla="*/ 8 w 220"/>
              <a:gd name="T63" fmla="*/ 108 h 160"/>
              <a:gd name="T64" fmla="*/ 20 w 220"/>
              <a:gd name="T65" fmla="*/ 96 h 160"/>
              <a:gd name="T66" fmla="*/ 32 w 220"/>
              <a:gd name="T67" fmla="*/ 108 h 160"/>
              <a:gd name="T68" fmla="*/ 20 w 220"/>
              <a:gd name="T69" fmla="*/ 120 h 160"/>
              <a:gd name="T70" fmla="*/ 60 w 220"/>
              <a:gd name="T71" fmla="*/ 72 h 160"/>
              <a:gd name="T72" fmla="*/ 48 w 220"/>
              <a:gd name="T73" fmla="*/ 60 h 160"/>
              <a:gd name="T74" fmla="*/ 60 w 220"/>
              <a:gd name="T75" fmla="*/ 48 h 160"/>
              <a:gd name="T76" fmla="*/ 72 w 220"/>
              <a:gd name="T77" fmla="*/ 60 h 160"/>
              <a:gd name="T78" fmla="*/ 60 w 220"/>
              <a:gd name="T79" fmla="*/ 72 h 160"/>
              <a:gd name="T80" fmla="*/ 124 w 220"/>
              <a:gd name="T81" fmla="*/ 152 h 160"/>
              <a:gd name="T82" fmla="*/ 112 w 220"/>
              <a:gd name="T83" fmla="*/ 140 h 160"/>
              <a:gd name="T84" fmla="*/ 124 w 220"/>
              <a:gd name="T85" fmla="*/ 128 h 160"/>
              <a:gd name="T86" fmla="*/ 136 w 220"/>
              <a:gd name="T87" fmla="*/ 140 h 160"/>
              <a:gd name="T88" fmla="*/ 124 w 220"/>
              <a:gd name="T89" fmla="*/ 152 h 160"/>
              <a:gd name="T90" fmla="*/ 200 w 220"/>
              <a:gd name="T91" fmla="*/ 32 h 160"/>
              <a:gd name="T92" fmla="*/ 188 w 220"/>
              <a:gd name="T93" fmla="*/ 20 h 160"/>
              <a:gd name="T94" fmla="*/ 200 w 220"/>
              <a:gd name="T95" fmla="*/ 8 h 160"/>
              <a:gd name="T96" fmla="*/ 212 w 220"/>
              <a:gd name="T97" fmla="*/ 20 h 160"/>
              <a:gd name="T98" fmla="*/ 200 w 220"/>
              <a:gd name="T99" fmla="*/ 3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20" h="160">
                <a:moveTo>
                  <a:pt x="200" y="0"/>
                </a:moveTo>
                <a:cubicBezTo>
                  <a:pt x="189" y="0"/>
                  <a:pt x="180" y="9"/>
                  <a:pt x="180" y="20"/>
                </a:cubicBezTo>
                <a:cubicBezTo>
                  <a:pt x="180" y="27"/>
                  <a:pt x="183" y="33"/>
                  <a:pt x="188" y="36"/>
                </a:cubicBezTo>
                <a:cubicBezTo>
                  <a:pt x="184" y="34"/>
                  <a:pt x="184" y="34"/>
                  <a:pt x="184" y="34"/>
                </a:cubicBezTo>
                <a:cubicBezTo>
                  <a:pt x="136" y="124"/>
                  <a:pt x="136" y="124"/>
                  <a:pt x="136" y="124"/>
                </a:cubicBezTo>
                <a:cubicBezTo>
                  <a:pt x="132" y="122"/>
                  <a:pt x="128" y="120"/>
                  <a:pt x="124" y="120"/>
                </a:cubicBezTo>
                <a:cubicBezTo>
                  <a:pt x="120" y="120"/>
                  <a:pt x="116" y="121"/>
                  <a:pt x="113" y="123"/>
                </a:cubicBezTo>
                <a:cubicBezTo>
                  <a:pt x="76" y="71"/>
                  <a:pt x="76" y="71"/>
                  <a:pt x="76" y="71"/>
                </a:cubicBezTo>
                <a:cubicBezTo>
                  <a:pt x="79" y="68"/>
                  <a:pt x="80" y="64"/>
                  <a:pt x="80" y="60"/>
                </a:cubicBezTo>
                <a:cubicBezTo>
                  <a:pt x="80" y="49"/>
                  <a:pt x="71" y="40"/>
                  <a:pt x="60" y="40"/>
                </a:cubicBezTo>
                <a:cubicBezTo>
                  <a:pt x="49" y="40"/>
                  <a:pt x="40" y="49"/>
                  <a:pt x="40" y="60"/>
                </a:cubicBezTo>
                <a:cubicBezTo>
                  <a:pt x="40" y="64"/>
                  <a:pt x="41" y="68"/>
                  <a:pt x="43" y="71"/>
                </a:cubicBezTo>
                <a:cubicBezTo>
                  <a:pt x="28" y="90"/>
                  <a:pt x="28" y="90"/>
                  <a:pt x="28" y="90"/>
                </a:cubicBezTo>
                <a:cubicBezTo>
                  <a:pt x="26" y="89"/>
                  <a:pt x="23" y="88"/>
                  <a:pt x="20" y="88"/>
                </a:cubicBezTo>
                <a:cubicBezTo>
                  <a:pt x="9" y="88"/>
                  <a:pt x="0" y="97"/>
                  <a:pt x="0" y="108"/>
                </a:cubicBezTo>
                <a:cubicBezTo>
                  <a:pt x="0" y="119"/>
                  <a:pt x="9" y="128"/>
                  <a:pt x="20" y="128"/>
                </a:cubicBezTo>
                <a:cubicBezTo>
                  <a:pt x="31" y="128"/>
                  <a:pt x="40" y="119"/>
                  <a:pt x="40" y="108"/>
                </a:cubicBezTo>
                <a:cubicBezTo>
                  <a:pt x="40" y="103"/>
                  <a:pt x="38" y="98"/>
                  <a:pt x="35" y="94"/>
                </a:cubicBezTo>
                <a:cubicBezTo>
                  <a:pt x="49" y="77"/>
                  <a:pt x="49" y="77"/>
                  <a:pt x="49" y="77"/>
                </a:cubicBezTo>
                <a:cubicBezTo>
                  <a:pt x="52" y="79"/>
                  <a:pt x="56" y="80"/>
                  <a:pt x="60" y="80"/>
                </a:cubicBezTo>
                <a:cubicBezTo>
                  <a:pt x="64" y="80"/>
                  <a:pt x="68" y="79"/>
                  <a:pt x="71" y="77"/>
                </a:cubicBezTo>
                <a:cubicBezTo>
                  <a:pt x="108" y="129"/>
                  <a:pt x="108" y="129"/>
                  <a:pt x="108" y="129"/>
                </a:cubicBezTo>
                <a:cubicBezTo>
                  <a:pt x="105" y="132"/>
                  <a:pt x="104" y="136"/>
                  <a:pt x="104" y="140"/>
                </a:cubicBezTo>
                <a:cubicBezTo>
                  <a:pt x="104" y="151"/>
                  <a:pt x="113" y="160"/>
                  <a:pt x="124" y="160"/>
                </a:cubicBezTo>
                <a:cubicBezTo>
                  <a:pt x="135" y="160"/>
                  <a:pt x="144" y="151"/>
                  <a:pt x="144" y="140"/>
                </a:cubicBezTo>
                <a:cubicBezTo>
                  <a:pt x="144" y="136"/>
                  <a:pt x="143" y="133"/>
                  <a:pt x="141" y="130"/>
                </a:cubicBezTo>
                <a:cubicBezTo>
                  <a:pt x="191" y="38"/>
                  <a:pt x="191" y="38"/>
                  <a:pt x="191" y="38"/>
                </a:cubicBezTo>
                <a:cubicBezTo>
                  <a:pt x="194" y="39"/>
                  <a:pt x="197" y="40"/>
                  <a:pt x="200" y="40"/>
                </a:cubicBezTo>
                <a:cubicBezTo>
                  <a:pt x="211" y="40"/>
                  <a:pt x="220" y="31"/>
                  <a:pt x="220" y="20"/>
                </a:cubicBezTo>
                <a:cubicBezTo>
                  <a:pt x="220" y="9"/>
                  <a:pt x="211" y="0"/>
                  <a:pt x="200" y="0"/>
                </a:cubicBezTo>
                <a:close/>
                <a:moveTo>
                  <a:pt x="20" y="120"/>
                </a:moveTo>
                <a:cubicBezTo>
                  <a:pt x="13" y="120"/>
                  <a:pt x="8" y="115"/>
                  <a:pt x="8" y="108"/>
                </a:cubicBezTo>
                <a:cubicBezTo>
                  <a:pt x="8" y="101"/>
                  <a:pt x="13" y="96"/>
                  <a:pt x="20" y="96"/>
                </a:cubicBezTo>
                <a:cubicBezTo>
                  <a:pt x="27" y="96"/>
                  <a:pt x="32" y="101"/>
                  <a:pt x="32" y="108"/>
                </a:cubicBezTo>
                <a:cubicBezTo>
                  <a:pt x="32" y="115"/>
                  <a:pt x="27" y="120"/>
                  <a:pt x="20" y="120"/>
                </a:cubicBezTo>
                <a:close/>
                <a:moveTo>
                  <a:pt x="60" y="72"/>
                </a:moveTo>
                <a:cubicBezTo>
                  <a:pt x="53" y="72"/>
                  <a:pt x="48" y="67"/>
                  <a:pt x="48" y="60"/>
                </a:cubicBezTo>
                <a:cubicBezTo>
                  <a:pt x="48" y="53"/>
                  <a:pt x="53" y="48"/>
                  <a:pt x="60" y="48"/>
                </a:cubicBezTo>
                <a:cubicBezTo>
                  <a:pt x="67" y="48"/>
                  <a:pt x="72" y="53"/>
                  <a:pt x="72" y="60"/>
                </a:cubicBezTo>
                <a:cubicBezTo>
                  <a:pt x="72" y="67"/>
                  <a:pt x="67" y="72"/>
                  <a:pt x="60" y="72"/>
                </a:cubicBezTo>
                <a:close/>
                <a:moveTo>
                  <a:pt x="124" y="152"/>
                </a:moveTo>
                <a:cubicBezTo>
                  <a:pt x="117" y="152"/>
                  <a:pt x="112" y="147"/>
                  <a:pt x="112" y="140"/>
                </a:cubicBezTo>
                <a:cubicBezTo>
                  <a:pt x="112" y="133"/>
                  <a:pt x="117" y="128"/>
                  <a:pt x="124" y="128"/>
                </a:cubicBezTo>
                <a:cubicBezTo>
                  <a:pt x="131" y="128"/>
                  <a:pt x="136" y="133"/>
                  <a:pt x="136" y="140"/>
                </a:cubicBezTo>
                <a:cubicBezTo>
                  <a:pt x="136" y="147"/>
                  <a:pt x="131" y="152"/>
                  <a:pt x="124" y="152"/>
                </a:cubicBezTo>
                <a:close/>
                <a:moveTo>
                  <a:pt x="200" y="32"/>
                </a:moveTo>
                <a:cubicBezTo>
                  <a:pt x="193" y="32"/>
                  <a:pt x="188" y="27"/>
                  <a:pt x="188" y="20"/>
                </a:cubicBezTo>
                <a:cubicBezTo>
                  <a:pt x="188" y="13"/>
                  <a:pt x="193" y="8"/>
                  <a:pt x="200" y="8"/>
                </a:cubicBezTo>
                <a:cubicBezTo>
                  <a:pt x="207" y="8"/>
                  <a:pt x="212" y="13"/>
                  <a:pt x="212" y="20"/>
                </a:cubicBezTo>
                <a:cubicBezTo>
                  <a:pt x="212" y="27"/>
                  <a:pt x="207" y="32"/>
                  <a:pt x="200" y="3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THEORY OF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CHANGE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6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3403B9-79E8-4C2A-90CC-515E2759A552}"/>
              </a:ext>
            </a:extLst>
          </p:cNvPr>
          <p:cNvSpPr/>
          <p:nvPr/>
        </p:nvSpPr>
        <p:spPr>
          <a:xfrm>
            <a:off x="2483530" y="4837033"/>
            <a:ext cx="1762180" cy="1238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AB4B55-765E-4209-A049-0BE58C8EF916}"/>
              </a:ext>
            </a:extLst>
          </p:cNvPr>
          <p:cNvSpPr/>
          <p:nvPr/>
        </p:nvSpPr>
        <p:spPr>
          <a:xfrm>
            <a:off x="4304451" y="4837033"/>
            <a:ext cx="1762180" cy="1238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9983EF-68BE-469A-818D-43B72B04F9F3}"/>
              </a:ext>
            </a:extLst>
          </p:cNvPr>
          <p:cNvSpPr/>
          <p:nvPr/>
        </p:nvSpPr>
        <p:spPr>
          <a:xfrm>
            <a:off x="6125371" y="4837033"/>
            <a:ext cx="1762180" cy="123852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08C376A0-EEC7-4192-8710-5383951146B3}"/>
              </a:ext>
            </a:extLst>
          </p:cNvPr>
          <p:cNvSpPr/>
          <p:nvPr/>
        </p:nvSpPr>
        <p:spPr>
          <a:xfrm>
            <a:off x="7946291" y="4837033"/>
            <a:ext cx="3583100" cy="1238520"/>
          </a:xfrm>
          <a:custGeom>
            <a:avLst/>
            <a:gdLst>
              <a:gd name="connsiteX0" fmla="*/ 0 w 3583100"/>
              <a:gd name="connsiteY0" fmla="*/ 0 h 1238520"/>
              <a:gd name="connsiteX1" fmla="*/ 1613916 w 3583100"/>
              <a:gd name="connsiteY1" fmla="*/ 0 h 1238520"/>
              <a:gd name="connsiteX2" fmla="*/ 1762180 w 3583100"/>
              <a:gd name="connsiteY2" fmla="*/ 0 h 1238520"/>
              <a:gd name="connsiteX3" fmla="*/ 3583100 w 3583100"/>
              <a:gd name="connsiteY3" fmla="*/ 0 h 1238520"/>
              <a:gd name="connsiteX4" fmla="*/ 3583100 w 3583100"/>
              <a:gd name="connsiteY4" fmla="*/ 1238520 h 1238520"/>
              <a:gd name="connsiteX5" fmla="*/ 1762180 w 3583100"/>
              <a:gd name="connsiteY5" fmla="*/ 1238520 h 1238520"/>
              <a:gd name="connsiteX6" fmla="*/ 1613916 w 3583100"/>
              <a:gd name="connsiteY6" fmla="*/ 1238520 h 1238520"/>
              <a:gd name="connsiteX7" fmla="*/ 0 w 3583100"/>
              <a:gd name="connsiteY7" fmla="*/ 1238520 h 1238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3100" h="1238520">
                <a:moveTo>
                  <a:pt x="0" y="0"/>
                </a:moveTo>
                <a:lnTo>
                  <a:pt x="1613916" y="0"/>
                </a:lnTo>
                <a:lnTo>
                  <a:pt x="1762180" y="0"/>
                </a:lnTo>
                <a:lnTo>
                  <a:pt x="3583100" y="0"/>
                </a:lnTo>
                <a:lnTo>
                  <a:pt x="3583100" y="1238520"/>
                </a:lnTo>
                <a:lnTo>
                  <a:pt x="1762180" y="1238520"/>
                </a:lnTo>
                <a:lnTo>
                  <a:pt x="1613916" y="1238520"/>
                </a:lnTo>
                <a:lnTo>
                  <a:pt x="0" y="12385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C994E8-E763-4C12-AB01-214CC1ED0F62}"/>
              </a:ext>
            </a:extLst>
          </p:cNvPr>
          <p:cNvSpPr/>
          <p:nvPr/>
        </p:nvSpPr>
        <p:spPr>
          <a:xfrm>
            <a:off x="2454161" y="3165440"/>
            <a:ext cx="1762180" cy="1238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5A4FEC-E4FC-42B8-BD73-AD9C55AF42A8}"/>
              </a:ext>
            </a:extLst>
          </p:cNvPr>
          <p:cNvSpPr/>
          <p:nvPr/>
        </p:nvSpPr>
        <p:spPr>
          <a:xfrm>
            <a:off x="4275082" y="3165440"/>
            <a:ext cx="1762180" cy="1238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FB9A034-B5FD-4892-BAA7-9FE66DDA2608}"/>
              </a:ext>
            </a:extLst>
          </p:cNvPr>
          <p:cNvSpPr/>
          <p:nvPr/>
        </p:nvSpPr>
        <p:spPr>
          <a:xfrm>
            <a:off x="6048339" y="3165440"/>
            <a:ext cx="3583101" cy="1238520"/>
          </a:xfrm>
          <a:custGeom>
            <a:avLst/>
            <a:gdLst>
              <a:gd name="connsiteX0" fmla="*/ 0 w 3583101"/>
              <a:gd name="connsiteY0" fmla="*/ 0 h 1238520"/>
              <a:gd name="connsiteX1" fmla="*/ 1820921 w 3583101"/>
              <a:gd name="connsiteY1" fmla="*/ 0 h 1238520"/>
              <a:gd name="connsiteX2" fmla="*/ 1850289 w 3583101"/>
              <a:gd name="connsiteY2" fmla="*/ 0 h 1238520"/>
              <a:gd name="connsiteX3" fmla="*/ 3583101 w 3583101"/>
              <a:gd name="connsiteY3" fmla="*/ 0 h 1238520"/>
              <a:gd name="connsiteX4" fmla="*/ 3583101 w 3583101"/>
              <a:gd name="connsiteY4" fmla="*/ 1238520 h 1238520"/>
              <a:gd name="connsiteX5" fmla="*/ 1850289 w 3583101"/>
              <a:gd name="connsiteY5" fmla="*/ 1238520 h 1238520"/>
              <a:gd name="connsiteX6" fmla="*/ 1820921 w 3583101"/>
              <a:gd name="connsiteY6" fmla="*/ 1238520 h 1238520"/>
              <a:gd name="connsiteX7" fmla="*/ 0 w 3583101"/>
              <a:gd name="connsiteY7" fmla="*/ 1238520 h 1238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3101" h="1238520">
                <a:moveTo>
                  <a:pt x="0" y="0"/>
                </a:moveTo>
                <a:lnTo>
                  <a:pt x="1820921" y="0"/>
                </a:lnTo>
                <a:lnTo>
                  <a:pt x="1850289" y="0"/>
                </a:lnTo>
                <a:lnTo>
                  <a:pt x="3583101" y="0"/>
                </a:lnTo>
                <a:lnTo>
                  <a:pt x="3583101" y="1238520"/>
                </a:lnTo>
                <a:lnTo>
                  <a:pt x="1850289" y="1238520"/>
                </a:lnTo>
                <a:lnTo>
                  <a:pt x="1820921" y="1238520"/>
                </a:lnTo>
                <a:lnTo>
                  <a:pt x="0" y="12385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A06865-B01B-4FD0-AC7A-2676BDC5A6E6}"/>
              </a:ext>
            </a:extLst>
          </p:cNvPr>
          <p:cNvSpPr/>
          <p:nvPr/>
        </p:nvSpPr>
        <p:spPr>
          <a:xfrm>
            <a:off x="2454161" y="1523241"/>
            <a:ext cx="1762180" cy="1238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DD34BD-B493-4E44-A705-1212C0F2ECF9}"/>
              </a:ext>
            </a:extLst>
          </p:cNvPr>
          <p:cNvSpPr/>
          <p:nvPr/>
        </p:nvSpPr>
        <p:spPr>
          <a:xfrm>
            <a:off x="4275082" y="1523241"/>
            <a:ext cx="1762180" cy="123852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4A25DA-2C2B-48EF-ADA6-E2CCAFF8BCB4}"/>
              </a:ext>
            </a:extLst>
          </p:cNvPr>
          <p:cNvSpPr/>
          <p:nvPr/>
        </p:nvSpPr>
        <p:spPr>
          <a:xfrm>
            <a:off x="6096002" y="1523241"/>
            <a:ext cx="1762180" cy="1238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9A2EDC-FEE0-40B9-8C00-F2F09C930E75}"/>
              </a:ext>
            </a:extLst>
          </p:cNvPr>
          <p:cNvSpPr/>
          <p:nvPr/>
        </p:nvSpPr>
        <p:spPr>
          <a:xfrm>
            <a:off x="7916922" y="1523241"/>
            <a:ext cx="1762180" cy="1238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554108-2B0F-46A2-84F0-77D1D8A16954}"/>
              </a:ext>
            </a:extLst>
          </p:cNvPr>
          <p:cNvSpPr/>
          <p:nvPr/>
        </p:nvSpPr>
        <p:spPr>
          <a:xfrm>
            <a:off x="633240" y="1523241"/>
            <a:ext cx="1762180" cy="1238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8" name="Block Arc 37">
            <a:extLst>
              <a:ext uri="{FF2B5EF4-FFF2-40B4-BE49-F238E27FC236}">
                <a16:creationId xmlns:a16="http://schemas.microsoft.com/office/drawing/2014/main" id="{8C74ED13-D6AC-4F36-98FA-AB758394D780}"/>
              </a:ext>
            </a:extLst>
          </p:cNvPr>
          <p:cNvSpPr/>
          <p:nvPr/>
        </p:nvSpPr>
        <p:spPr>
          <a:xfrm rot="5400000">
            <a:off x="8370033" y="1520601"/>
            <a:ext cx="2752283" cy="2752283"/>
          </a:xfrm>
          <a:prstGeom prst="blockArc">
            <a:avLst>
              <a:gd name="adj1" fmla="val 10800000"/>
              <a:gd name="adj2" fmla="val 16220320"/>
              <a:gd name="adj3" fmla="val 4452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39" name="Block Arc 38">
            <a:extLst>
              <a:ext uri="{FF2B5EF4-FFF2-40B4-BE49-F238E27FC236}">
                <a16:creationId xmlns:a16="http://schemas.microsoft.com/office/drawing/2014/main" id="{082F194A-3C9C-40B9-9732-AEF78E7F9B5E}"/>
              </a:ext>
            </a:extLst>
          </p:cNvPr>
          <p:cNvSpPr/>
          <p:nvPr/>
        </p:nvSpPr>
        <p:spPr>
          <a:xfrm rot="16200000" flipV="1">
            <a:off x="8370033" y="1643864"/>
            <a:ext cx="2752283" cy="2752283"/>
          </a:xfrm>
          <a:prstGeom prst="blockArc">
            <a:avLst>
              <a:gd name="adj1" fmla="val 10800000"/>
              <a:gd name="adj2" fmla="val 16220320"/>
              <a:gd name="adj3" fmla="val 4452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0" name="Block Arc 39">
            <a:extLst>
              <a:ext uri="{FF2B5EF4-FFF2-40B4-BE49-F238E27FC236}">
                <a16:creationId xmlns:a16="http://schemas.microsoft.com/office/drawing/2014/main" id="{A6D6FE45-AE91-4B77-B018-AF55B17FA62D}"/>
              </a:ext>
            </a:extLst>
          </p:cNvPr>
          <p:cNvSpPr/>
          <p:nvPr/>
        </p:nvSpPr>
        <p:spPr>
          <a:xfrm rot="16200000" flipH="1">
            <a:off x="1019278" y="3178784"/>
            <a:ext cx="2752283" cy="2752283"/>
          </a:xfrm>
          <a:prstGeom prst="blockArc">
            <a:avLst>
              <a:gd name="adj1" fmla="val 10800000"/>
              <a:gd name="adj2" fmla="val 16220320"/>
              <a:gd name="adj3" fmla="val 4452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1" name="Block Arc 40">
            <a:extLst>
              <a:ext uri="{FF2B5EF4-FFF2-40B4-BE49-F238E27FC236}">
                <a16:creationId xmlns:a16="http://schemas.microsoft.com/office/drawing/2014/main" id="{5C918093-62B7-4219-8746-583C1AC0CB42}"/>
              </a:ext>
            </a:extLst>
          </p:cNvPr>
          <p:cNvSpPr/>
          <p:nvPr/>
        </p:nvSpPr>
        <p:spPr>
          <a:xfrm rot="5400000" flipH="1" flipV="1">
            <a:off x="1019278" y="3302047"/>
            <a:ext cx="2752283" cy="2752283"/>
          </a:xfrm>
          <a:prstGeom prst="blockArc">
            <a:avLst>
              <a:gd name="adj1" fmla="val 10800000"/>
              <a:gd name="adj2" fmla="val 16220320"/>
              <a:gd name="adj3" fmla="val 4452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ED76B0-0729-41EF-91A0-3ADB7130B38E}"/>
              </a:ext>
            </a:extLst>
          </p:cNvPr>
          <p:cNvSpPr/>
          <p:nvPr/>
        </p:nvSpPr>
        <p:spPr>
          <a:xfrm flipH="1">
            <a:off x="873392" y="2111667"/>
            <a:ext cx="131064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It begins with an idea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61F971-F59B-407A-82A2-9323F83E8A9A}"/>
              </a:ext>
            </a:extLst>
          </p:cNvPr>
          <p:cNvSpPr/>
          <p:nvPr/>
        </p:nvSpPr>
        <p:spPr>
          <a:xfrm>
            <a:off x="1023647" y="1754647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START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DA3B1C-0A07-4004-B08D-754BEC58B0CC}"/>
              </a:ext>
            </a:extLst>
          </p:cNvPr>
          <p:cNvSpPr/>
          <p:nvPr/>
        </p:nvSpPr>
        <p:spPr>
          <a:xfrm flipH="1">
            <a:off x="4502533" y="2111667"/>
            <a:ext cx="1310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I like it!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I share that dream too!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5986D-663B-436A-9D52-2CD4E30B8E6D}"/>
              </a:ext>
            </a:extLst>
          </p:cNvPr>
          <p:cNvSpPr/>
          <p:nvPr/>
        </p:nvSpPr>
        <p:spPr>
          <a:xfrm>
            <a:off x="4502533" y="1754647"/>
            <a:ext cx="131064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Information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6FD1AD3-4D3F-4C99-AB92-BD995F1E7D95}"/>
              </a:ext>
            </a:extLst>
          </p:cNvPr>
          <p:cNvSpPr/>
          <p:nvPr/>
        </p:nvSpPr>
        <p:spPr>
          <a:xfrm flipH="1">
            <a:off x="6173032" y="5384502"/>
            <a:ext cx="16668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What have I learned and what might we need to change?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1749C07-7DC2-4C1C-8AB1-20FDC3BBEA0F}"/>
              </a:ext>
            </a:extLst>
          </p:cNvPr>
          <p:cNvSpPr/>
          <p:nvPr/>
        </p:nvSpPr>
        <p:spPr>
          <a:xfrm>
            <a:off x="6351140" y="5027482"/>
            <a:ext cx="1507041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Time to Pause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40E8B5-2834-4943-87F7-FBB64DE13EF1}"/>
              </a:ext>
            </a:extLst>
          </p:cNvPr>
          <p:cNvSpPr/>
          <p:nvPr/>
        </p:nvSpPr>
        <p:spPr>
          <a:xfrm flipH="1">
            <a:off x="2744212" y="1894317"/>
            <a:ext cx="1182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What do others think?</a:t>
            </a:r>
          </a:p>
        </p:txBody>
      </p:sp>
      <p:sp>
        <p:nvSpPr>
          <p:cNvPr id="56" name="Freeform 34">
            <a:extLst>
              <a:ext uri="{FF2B5EF4-FFF2-40B4-BE49-F238E27FC236}">
                <a16:creationId xmlns:a16="http://schemas.microsoft.com/office/drawing/2014/main" id="{915F5B84-521E-4DE4-A0AE-3F156CF4E558}"/>
              </a:ext>
            </a:extLst>
          </p:cNvPr>
          <p:cNvSpPr>
            <a:spLocks noEditPoints="1"/>
          </p:cNvSpPr>
          <p:nvPr/>
        </p:nvSpPr>
        <p:spPr bwMode="auto">
          <a:xfrm>
            <a:off x="6829484" y="1803538"/>
            <a:ext cx="295216" cy="303846"/>
          </a:xfrm>
          <a:custGeom>
            <a:avLst/>
            <a:gdLst>
              <a:gd name="T0" fmla="*/ 94 w 188"/>
              <a:gd name="T1" fmla="*/ 96 h 192"/>
              <a:gd name="T2" fmla="*/ 188 w 188"/>
              <a:gd name="T3" fmla="*/ 48 h 192"/>
              <a:gd name="T4" fmla="*/ 94 w 188"/>
              <a:gd name="T5" fmla="*/ 0 h 192"/>
              <a:gd name="T6" fmla="*/ 0 w 188"/>
              <a:gd name="T7" fmla="*/ 48 h 192"/>
              <a:gd name="T8" fmla="*/ 94 w 188"/>
              <a:gd name="T9" fmla="*/ 96 h 192"/>
              <a:gd name="T10" fmla="*/ 94 w 188"/>
              <a:gd name="T11" fmla="*/ 8 h 192"/>
              <a:gd name="T12" fmla="*/ 180 w 188"/>
              <a:gd name="T13" fmla="*/ 48 h 192"/>
              <a:gd name="T14" fmla="*/ 94 w 188"/>
              <a:gd name="T15" fmla="*/ 88 h 192"/>
              <a:gd name="T16" fmla="*/ 8 w 188"/>
              <a:gd name="T17" fmla="*/ 48 h 192"/>
              <a:gd name="T18" fmla="*/ 94 w 188"/>
              <a:gd name="T19" fmla="*/ 8 h 192"/>
              <a:gd name="T20" fmla="*/ 94 w 188"/>
              <a:gd name="T21" fmla="*/ 120 h 192"/>
              <a:gd name="T22" fmla="*/ 8 w 188"/>
              <a:gd name="T23" fmla="*/ 80 h 192"/>
              <a:gd name="T24" fmla="*/ 0 w 188"/>
              <a:gd name="T25" fmla="*/ 80 h 192"/>
              <a:gd name="T26" fmla="*/ 94 w 188"/>
              <a:gd name="T27" fmla="*/ 128 h 192"/>
              <a:gd name="T28" fmla="*/ 188 w 188"/>
              <a:gd name="T29" fmla="*/ 80 h 192"/>
              <a:gd name="T30" fmla="*/ 180 w 188"/>
              <a:gd name="T31" fmla="*/ 80 h 192"/>
              <a:gd name="T32" fmla="*/ 94 w 188"/>
              <a:gd name="T33" fmla="*/ 120 h 192"/>
              <a:gd name="T34" fmla="*/ 94 w 188"/>
              <a:gd name="T35" fmla="*/ 152 h 192"/>
              <a:gd name="T36" fmla="*/ 8 w 188"/>
              <a:gd name="T37" fmla="*/ 112 h 192"/>
              <a:gd name="T38" fmla="*/ 0 w 188"/>
              <a:gd name="T39" fmla="*/ 112 h 192"/>
              <a:gd name="T40" fmla="*/ 94 w 188"/>
              <a:gd name="T41" fmla="*/ 160 h 192"/>
              <a:gd name="T42" fmla="*/ 188 w 188"/>
              <a:gd name="T43" fmla="*/ 112 h 192"/>
              <a:gd name="T44" fmla="*/ 180 w 188"/>
              <a:gd name="T45" fmla="*/ 112 h 192"/>
              <a:gd name="T46" fmla="*/ 94 w 188"/>
              <a:gd name="T47" fmla="*/ 152 h 192"/>
              <a:gd name="T48" fmla="*/ 94 w 188"/>
              <a:gd name="T49" fmla="*/ 184 h 192"/>
              <a:gd name="T50" fmla="*/ 8 w 188"/>
              <a:gd name="T51" fmla="*/ 144 h 192"/>
              <a:gd name="T52" fmla="*/ 0 w 188"/>
              <a:gd name="T53" fmla="*/ 144 h 192"/>
              <a:gd name="T54" fmla="*/ 94 w 188"/>
              <a:gd name="T55" fmla="*/ 192 h 192"/>
              <a:gd name="T56" fmla="*/ 188 w 188"/>
              <a:gd name="T57" fmla="*/ 144 h 192"/>
              <a:gd name="T58" fmla="*/ 180 w 188"/>
              <a:gd name="T59" fmla="*/ 144 h 192"/>
              <a:gd name="T60" fmla="*/ 94 w 188"/>
              <a:gd name="T61" fmla="*/ 184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88" h="192">
                <a:moveTo>
                  <a:pt x="94" y="96"/>
                </a:moveTo>
                <a:cubicBezTo>
                  <a:pt x="147" y="96"/>
                  <a:pt x="188" y="75"/>
                  <a:pt x="188" y="48"/>
                </a:cubicBezTo>
                <a:cubicBezTo>
                  <a:pt x="188" y="21"/>
                  <a:pt x="147" y="0"/>
                  <a:pt x="94" y="0"/>
                </a:cubicBezTo>
                <a:cubicBezTo>
                  <a:pt x="41" y="0"/>
                  <a:pt x="0" y="21"/>
                  <a:pt x="0" y="48"/>
                </a:cubicBezTo>
                <a:cubicBezTo>
                  <a:pt x="0" y="75"/>
                  <a:pt x="41" y="96"/>
                  <a:pt x="94" y="96"/>
                </a:cubicBezTo>
                <a:close/>
                <a:moveTo>
                  <a:pt x="94" y="8"/>
                </a:moveTo>
                <a:cubicBezTo>
                  <a:pt x="141" y="8"/>
                  <a:pt x="180" y="26"/>
                  <a:pt x="180" y="48"/>
                </a:cubicBezTo>
                <a:cubicBezTo>
                  <a:pt x="180" y="70"/>
                  <a:pt x="141" y="88"/>
                  <a:pt x="94" y="88"/>
                </a:cubicBezTo>
                <a:cubicBezTo>
                  <a:pt x="47" y="88"/>
                  <a:pt x="8" y="70"/>
                  <a:pt x="8" y="48"/>
                </a:cubicBezTo>
                <a:cubicBezTo>
                  <a:pt x="8" y="26"/>
                  <a:pt x="47" y="8"/>
                  <a:pt x="94" y="8"/>
                </a:cubicBezTo>
                <a:close/>
                <a:moveTo>
                  <a:pt x="94" y="120"/>
                </a:moveTo>
                <a:cubicBezTo>
                  <a:pt x="47" y="120"/>
                  <a:pt x="8" y="102"/>
                  <a:pt x="8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07"/>
                  <a:pt x="41" y="128"/>
                  <a:pt x="94" y="128"/>
                </a:cubicBezTo>
                <a:cubicBezTo>
                  <a:pt x="147" y="128"/>
                  <a:pt x="188" y="107"/>
                  <a:pt x="188" y="80"/>
                </a:cubicBezTo>
                <a:cubicBezTo>
                  <a:pt x="180" y="80"/>
                  <a:pt x="180" y="80"/>
                  <a:pt x="180" y="80"/>
                </a:cubicBezTo>
                <a:cubicBezTo>
                  <a:pt x="180" y="102"/>
                  <a:pt x="141" y="120"/>
                  <a:pt x="94" y="120"/>
                </a:cubicBezTo>
                <a:close/>
                <a:moveTo>
                  <a:pt x="94" y="152"/>
                </a:moveTo>
                <a:cubicBezTo>
                  <a:pt x="47" y="152"/>
                  <a:pt x="8" y="134"/>
                  <a:pt x="8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9"/>
                  <a:pt x="41" y="160"/>
                  <a:pt x="94" y="160"/>
                </a:cubicBezTo>
                <a:cubicBezTo>
                  <a:pt x="147" y="160"/>
                  <a:pt x="188" y="139"/>
                  <a:pt x="188" y="112"/>
                </a:cubicBezTo>
                <a:cubicBezTo>
                  <a:pt x="180" y="112"/>
                  <a:pt x="180" y="112"/>
                  <a:pt x="180" y="112"/>
                </a:cubicBezTo>
                <a:cubicBezTo>
                  <a:pt x="180" y="134"/>
                  <a:pt x="141" y="152"/>
                  <a:pt x="94" y="152"/>
                </a:cubicBezTo>
                <a:close/>
                <a:moveTo>
                  <a:pt x="94" y="184"/>
                </a:moveTo>
                <a:cubicBezTo>
                  <a:pt x="47" y="184"/>
                  <a:pt x="8" y="166"/>
                  <a:pt x="8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71"/>
                  <a:pt x="41" y="192"/>
                  <a:pt x="94" y="192"/>
                </a:cubicBezTo>
                <a:cubicBezTo>
                  <a:pt x="147" y="192"/>
                  <a:pt x="188" y="171"/>
                  <a:pt x="188" y="144"/>
                </a:cubicBezTo>
                <a:cubicBezTo>
                  <a:pt x="180" y="144"/>
                  <a:pt x="180" y="144"/>
                  <a:pt x="180" y="144"/>
                </a:cubicBezTo>
                <a:cubicBezTo>
                  <a:pt x="180" y="166"/>
                  <a:pt x="141" y="184"/>
                  <a:pt x="94" y="18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1669231-B914-4309-B875-470D0702AB58}"/>
              </a:ext>
            </a:extLst>
          </p:cNvPr>
          <p:cNvSpPr/>
          <p:nvPr/>
        </p:nvSpPr>
        <p:spPr>
          <a:xfrm flipH="1">
            <a:off x="6323072" y="2217482"/>
            <a:ext cx="13667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Has this been addressed before?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CC51B9E-4EAE-4719-B540-85B8FB378E82}"/>
              </a:ext>
            </a:extLst>
          </p:cNvPr>
          <p:cNvGrpSpPr/>
          <p:nvPr/>
        </p:nvGrpSpPr>
        <p:grpSpPr>
          <a:xfrm>
            <a:off x="8665091" y="1900331"/>
            <a:ext cx="265842" cy="153048"/>
            <a:chOff x="8827381" y="1935783"/>
            <a:chExt cx="417423" cy="240315"/>
          </a:xfrm>
        </p:grpSpPr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BE207F8A-826C-4BDF-AF54-B63AE572949D}"/>
                </a:ext>
              </a:extLst>
            </p:cNvPr>
            <p:cNvSpPr/>
            <p:nvPr/>
          </p:nvSpPr>
          <p:spPr>
            <a:xfrm rot="5400000">
              <a:off x="9021063" y="1952357"/>
              <a:ext cx="240315" cy="207167"/>
            </a:xfrm>
            <a:prstGeom prst="triangle">
              <a:avLst/>
            </a:prstGeom>
            <a:solidFill>
              <a:schemeClr val="accent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C7B3BAA5-B499-4625-BD33-1B42C6EEA0CF}"/>
                </a:ext>
              </a:extLst>
            </p:cNvPr>
            <p:cNvSpPr/>
            <p:nvPr/>
          </p:nvSpPr>
          <p:spPr>
            <a:xfrm rot="5400000">
              <a:off x="8810807" y="1952357"/>
              <a:ext cx="240315" cy="207167"/>
            </a:xfrm>
            <a:prstGeom prst="triangle">
              <a:avLst/>
            </a:prstGeom>
            <a:solidFill>
              <a:schemeClr val="accent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B7752D28-BD7A-4630-AD53-09B33C8E3524}"/>
              </a:ext>
            </a:extLst>
          </p:cNvPr>
          <p:cNvSpPr/>
          <p:nvPr/>
        </p:nvSpPr>
        <p:spPr>
          <a:xfrm flipH="1">
            <a:off x="8097485" y="2206114"/>
            <a:ext cx="14010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How will it impact our people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8A751AA-011D-44E2-A1FB-DAD6175DFB0E}"/>
              </a:ext>
            </a:extLst>
          </p:cNvPr>
          <p:cNvSpPr/>
          <p:nvPr/>
        </p:nvSpPr>
        <p:spPr>
          <a:xfrm flipH="1">
            <a:off x="9859665" y="2078983"/>
            <a:ext cx="9512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How will it impact our planet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6E5C989-2CB3-4479-AFE7-5851C8D2E2ED}"/>
              </a:ext>
            </a:extLst>
          </p:cNvPr>
          <p:cNvSpPr/>
          <p:nvPr/>
        </p:nvSpPr>
        <p:spPr>
          <a:xfrm flipH="1">
            <a:off x="9859665" y="3404141"/>
            <a:ext cx="951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How will it make our community prosperous</a:t>
            </a:r>
          </a:p>
        </p:txBody>
      </p:sp>
      <p:sp>
        <p:nvSpPr>
          <p:cNvPr id="68" name="Freeform 56">
            <a:extLst>
              <a:ext uri="{FF2B5EF4-FFF2-40B4-BE49-F238E27FC236}">
                <a16:creationId xmlns:a16="http://schemas.microsoft.com/office/drawing/2014/main" id="{AD5EF0C5-AF30-4D43-B36A-B7572F2FCC97}"/>
              </a:ext>
            </a:extLst>
          </p:cNvPr>
          <p:cNvSpPr>
            <a:spLocks noEditPoints="1"/>
          </p:cNvSpPr>
          <p:nvPr/>
        </p:nvSpPr>
        <p:spPr bwMode="auto">
          <a:xfrm>
            <a:off x="6482257" y="3584140"/>
            <a:ext cx="398736" cy="401120"/>
          </a:xfrm>
          <a:custGeom>
            <a:avLst/>
            <a:gdLst>
              <a:gd name="T0" fmla="*/ 184 w 184"/>
              <a:gd name="T1" fmla="*/ 88 h 184"/>
              <a:gd name="T2" fmla="*/ 160 w 184"/>
              <a:gd name="T3" fmla="*/ 88 h 184"/>
              <a:gd name="T4" fmla="*/ 96 w 184"/>
              <a:gd name="T5" fmla="*/ 24 h 184"/>
              <a:gd name="T6" fmla="*/ 96 w 184"/>
              <a:gd name="T7" fmla="*/ 0 h 184"/>
              <a:gd name="T8" fmla="*/ 88 w 184"/>
              <a:gd name="T9" fmla="*/ 0 h 184"/>
              <a:gd name="T10" fmla="*/ 88 w 184"/>
              <a:gd name="T11" fmla="*/ 24 h 184"/>
              <a:gd name="T12" fmla="*/ 24 w 184"/>
              <a:gd name="T13" fmla="*/ 88 h 184"/>
              <a:gd name="T14" fmla="*/ 0 w 184"/>
              <a:gd name="T15" fmla="*/ 88 h 184"/>
              <a:gd name="T16" fmla="*/ 0 w 184"/>
              <a:gd name="T17" fmla="*/ 96 h 184"/>
              <a:gd name="T18" fmla="*/ 24 w 184"/>
              <a:gd name="T19" fmla="*/ 96 h 184"/>
              <a:gd name="T20" fmla="*/ 88 w 184"/>
              <a:gd name="T21" fmla="*/ 160 h 184"/>
              <a:gd name="T22" fmla="*/ 88 w 184"/>
              <a:gd name="T23" fmla="*/ 184 h 184"/>
              <a:gd name="T24" fmla="*/ 96 w 184"/>
              <a:gd name="T25" fmla="*/ 184 h 184"/>
              <a:gd name="T26" fmla="*/ 96 w 184"/>
              <a:gd name="T27" fmla="*/ 160 h 184"/>
              <a:gd name="T28" fmla="*/ 160 w 184"/>
              <a:gd name="T29" fmla="*/ 96 h 184"/>
              <a:gd name="T30" fmla="*/ 184 w 184"/>
              <a:gd name="T31" fmla="*/ 96 h 184"/>
              <a:gd name="T32" fmla="*/ 184 w 184"/>
              <a:gd name="T33" fmla="*/ 88 h 184"/>
              <a:gd name="T34" fmla="*/ 152 w 184"/>
              <a:gd name="T35" fmla="*/ 88 h 184"/>
              <a:gd name="T36" fmla="*/ 96 w 184"/>
              <a:gd name="T37" fmla="*/ 88 h 184"/>
              <a:gd name="T38" fmla="*/ 96 w 184"/>
              <a:gd name="T39" fmla="*/ 32 h 184"/>
              <a:gd name="T40" fmla="*/ 152 w 184"/>
              <a:gd name="T41" fmla="*/ 88 h 184"/>
              <a:gd name="T42" fmla="*/ 88 w 184"/>
              <a:gd name="T43" fmla="*/ 32 h 184"/>
              <a:gd name="T44" fmla="*/ 88 w 184"/>
              <a:gd name="T45" fmla="*/ 88 h 184"/>
              <a:gd name="T46" fmla="*/ 32 w 184"/>
              <a:gd name="T47" fmla="*/ 88 h 184"/>
              <a:gd name="T48" fmla="*/ 88 w 184"/>
              <a:gd name="T49" fmla="*/ 32 h 184"/>
              <a:gd name="T50" fmla="*/ 32 w 184"/>
              <a:gd name="T51" fmla="*/ 96 h 184"/>
              <a:gd name="T52" fmla="*/ 88 w 184"/>
              <a:gd name="T53" fmla="*/ 96 h 184"/>
              <a:gd name="T54" fmla="*/ 88 w 184"/>
              <a:gd name="T55" fmla="*/ 152 h 184"/>
              <a:gd name="T56" fmla="*/ 32 w 184"/>
              <a:gd name="T57" fmla="*/ 96 h 184"/>
              <a:gd name="T58" fmla="*/ 96 w 184"/>
              <a:gd name="T59" fmla="*/ 152 h 184"/>
              <a:gd name="T60" fmla="*/ 96 w 184"/>
              <a:gd name="T61" fmla="*/ 96 h 184"/>
              <a:gd name="T62" fmla="*/ 152 w 184"/>
              <a:gd name="T63" fmla="*/ 96 h 184"/>
              <a:gd name="T64" fmla="*/ 96 w 184"/>
              <a:gd name="T65" fmla="*/ 152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84" h="184">
                <a:moveTo>
                  <a:pt x="184" y="88"/>
                </a:moveTo>
                <a:cubicBezTo>
                  <a:pt x="160" y="88"/>
                  <a:pt x="160" y="88"/>
                  <a:pt x="160" y="88"/>
                </a:cubicBezTo>
                <a:cubicBezTo>
                  <a:pt x="158" y="54"/>
                  <a:pt x="130" y="26"/>
                  <a:pt x="96" y="24"/>
                </a:cubicBezTo>
                <a:cubicBezTo>
                  <a:pt x="96" y="0"/>
                  <a:pt x="96" y="0"/>
                  <a:pt x="96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24"/>
                  <a:pt x="88" y="24"/>
                  <a:pt x="88" y="24"/>
                </a:cubicBezTo>
                <a:cubicBezTo>
                  <a:pt x="54" y="26"/>
                  <a:pt x="26" y="54"/>
                  <a:pt x="24" y="88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96"/>
                  <a:pt x="0" y="96"/>
                  <a:pt x="0" y="96"/>
                </a:cubicBezTo>
                <a:cubicBezTo>
                  <a:pt x="24" y="96"/>
                  <a:pt x="24" y="96"/>
                  <a:pt x="24" y="96"/>
                </a:cubicBezTo>
                <a:cubicBezTo>
                  <a:pt x="26" y="130"/>
                  <a:pt x="54" y="158"/>
                  <a:pt x="88" y="160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96" y="184"/>
                  <a:pt x="96" y="184"/>
                  <a:pt x="96" y="184"/>
                </a:cubicBezTo>
                <a:cubicBezTo>
                  <a:pt x="96" y="160"/>
                  <a:pt x="96" y="160"/>
                  <a:pt x="96" y="160"/>
                </a:cubicBezTo>
                <a:cubicBezTo>
                  <a:pt x="130" y="158"/>
                  <a:pt x="158" y="130"/>
                  <a:pt x="160" y="96"/>
                </a:cubicBezTo>
                <a:cubicBezTo>
                  <a:pt x="184" y="96"/>
                  <a:pt x="184" y="96"/>
                  <a:pt x="184" y="96"/>
                </a:cubicBezTo>
                <a:lnTo>
                  <a:pt x="184" y="88"/>
                </a:lnTo>
                <a:close/>
                <a:moveTo>
                  <a:pt x="152" y="88"/>
                </a:moveTo>
                <a:cubicBezTo>
                  <a:pt x="96" y="88"/>
                  <a:pt x="96" y="88"/>
                  <a:pt x="96" y="88"/>
                </a:cubicBezTo>
                <a:cubicBezTo>
                  <a:pt x="96" y="32"/>
                  <a:pt x="96" y="32"/>
                  <a:pt x="96" y="32"/>
                </a:cubicBezTo>
                <a:cubicBezTo>
                  <a:pt x="126" y="34"/>
                  <a:pt x="150" y="58"/>
                  <a:pt x="152" y="88"/>
                </a:cubicBezTo>
                <a:close/>
                <a:moveTo>
                  <a:pt x="88" y="32"/>
                </a:moveTo>
                <a:cubicBezTo>
                  <a:pt x="88" y="88"/>
                  <a:pt x="88" y="88"/>
                  <a:pt x="88" y="88"/>
                </a:cubicBezTo>
                <a:cubicBezTo>
                  <a:pt x="32" y="88"/>
                  <a:pt x="32" y="88"/>
                  <a:pt x="32" y="88"/>
                </a:cubicBezTo>
                <a:cubicBezTo>
                  <a:pt x="34" y="58"/>
                  <a:pt x="58" y="34"/>
                  <a:pt x="88" y="32"/>
                </a:cubicBezTo>
                <a:close/>
                <a:moveTo>
                  <a:pt x="32" y="96"/>
                </a:moveTo>
                <a:cubicBezTo>
                  <a:pt x="88" y="96"/>
                  <a:pt x="88" y="96"/>
                  <a:pt x="88" y="96"/>
                </a:cubicBezTo>
                <a:cubicBezTo>
                  <a:pt x="88" y="152"/>
                  <a:pt x="88" y="152"/>
                  <a:pt x="88" y="152"/>
                </a:cubicBezTo>
                <a:cubicBezTo>
                  <a:pt x="58" y="150"/>
                  <a:pt x="34" y="126"/>
                  <a:pt x="32" y="96"/>
                </a:cubicBezTo>
                <a:close/>
                <a:moveTo>
                  <a:pt x="96" y="152"/>
                </a:moveTo>
                <a:cubicBezTo>
                  <a:pt x="96" y="96"/>
                  <a:pt x="96" y="96"/>
                  <a:pt x="96" y="96"/>
                </a:cubicBezTo>
                <a:cubicBezTo>
                  <a:pt x="152" y="96"/>
                  <a:pt x="152" y="96"/>
                  <a:pt x="152" y="96"/>
                </a:cubicBezTo>
                <a:cubicBezTo>
                  <a:pt x="150" y="126"/>
                  <a:pt x="126" y="150"/>
                  <a:pt x="96" y="15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A913690-7C81-442D-BC60-798DE709BFC9}"/>
              </a:ext>
            </a:extLst>
          </p:cNvPr>
          <p:cNvSpPr/>
          <p:nvPr/>
        </p:nvSpPr>
        <p:spPr>
          <a:xfrm flipH="1">
            <a:off x="7149317" y="3344226"/>
            <a:ext cx="2331070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TIME TO MAKE IT OUR OWN</a:t>
            </a:r>
          </a:p>
          <a:p>
            <a:pPr algn="ctr">
              <a:spcAft>
                <a:spcPts val="400"/>
              </a:spcAft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What am I learning?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4F0549-5F8B-4807-94D4-0749BB37B3EF}"/>
              </a:ext>
            </a:extLst>
          </p:cNvPr>
          <p:cNvGrpSpPr/>
          <p:nvPr/>
        </p:nvGrpSpPr>
        <p:grpSpPr>
          <a:xfrm flipH="1">
            <a:off x="5023251" y="3467690"/>
            <a:ext cx="265842" cy="153048"/>
            <a:chOff x="8827381" y="1935783"/>
            <a:chExt cx="417423" cy="240315"/>
          </a:xfrm>
        </p:grpSpPr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B92451FA-1D13-4A7A-86B7-F010DD46E60A}"/>
                </a:ext>
              </a:extLst>
            </p:cNvPr>
            <p:cNvSpPr/>
            <p:nvPr/>
          </p:nvSpPr>
          <p:spPr>
            <a:xfrm rot="5400000">
              <a:off x="9021063" y="1952357"/>
              <a:ext cx="240315" cy="207167"/>
            </a:xfrm>
            <a:prstGeom prst="triangle">
              <a:avLst/>
            </a:prstGeom>
            <a:solidFill>
              <a:schemeClr val="accent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F6FF51E7-808F-49AD-8032-BC4A53F57685}"/>
                </a:ext>
              </a:extLst>
            </p:cNvPr>
            <p:cNvSpPr/>
            <p:nvPr/>
          </p:nvSpPr>
          <p:spPr>
            <a:xfrm rot="5400000">
              <a:off x="8810807" y="1952357"/>
              <a:ext cx="240315" cy="207167"/>
            </a:xfrm>
            <a:prstGeom prst="triangle">
              <a:avLst/>
            </a:prstGeom>
            <a:solidFill>
              <a:schemeClr val="accent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482744E9-2387-4E81-A1AC-33F49BFA3258}"/>
              </a:ext>
            </a:extLst>
          </p:cNvPr>
          <p:cNvSpPr/>
          <p:nvPr/>
        </p:nvSpPr>
        <p:spPr>
          <a:xfrm flipH="1">
            <a:off x="4675558" y="3773473"/>
            <a:ext cx="9612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Let’s take time to do this right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F096FCD-DC98-448E-99FF-0AE931339FA8}"/>
              </a:ext>
            </a:extLst>
          </p:cNvPr>
          <p:cNvSpPr/>
          <p:nvPr/>
        </p:nvSpPr>
        <p:spPr>
          <a:xfrm flipH="1">
            <a:off x="2744212" y="3530784"/>
            <a:ext cx="1182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This is really different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F32A85F-EAEA-4ACF-B41F-680883B7CE6B}"/>
              </a:ext>
            </a:extLst>
          </p:cNvPr>
          <p:cNvSpPr/>
          <p:nvPr/>
        </p:nvSpPr>
        <p:spPr>
          <a:xfrm flipH="1">
            <a:off x="1296865" y="3721651"/>
            <a:ext cx="951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Teamwork!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Let’s get together!!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Join us!!!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8DEDACE-6E83-4F86-AD4B-279C86B7250C}"/>
              </a:ext>
            </a:extLst>
          </p:cNvPr>
          <p:cNvSpPr/>
          <p:nvPr/>
        </p:nvSpPr>
        <p:spPr>
          <a:xfrm flipH="1">
            <a:off x="1296865" y="5056334"/>
            <a:ext cx="9512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cs typeface="Segoe UI" panose="020B0502040204020203" pitchFamily="34" charset="0"/>
              </a:rPr>
              <a:t>Now let’s get to work!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1ED6060-97B3-48D1-8D3E-72251541E331}"/>
              </a:ext>
            </a:extLst>
          </p:cNvPr>
          <p:cNvGrpSpPr/>
          <p:nvPr/>
        </p:nvGrpSpPr>
        <p:grpSpPr>
          <a:xfrm>
            <a:off x="3199399" y="5147653"/>
            <a:ext cx="265842" cy="153048"/>
            <a:chOff x="8827381" y="1935783"/>
            <a:chExt cx="417423" cy="240315"/>
          </a:xfrm>
        </p:grpSpPr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7B329BC-952B-4553-B8D7-2253564F0203}"/>
                </a:ext>
              </a:extLst>
            </p:cNvPr>
            <p:cNvSpPr/>
            <p:nvPr/>
          </p:nvSpPr>
          <p:spPr>
            <a:xfrm rot="5400000">
              <a:off x="9021063" y="1952357"/>
              <a:ext cx="240315" cy="207167"/>
            </a:xfrm>
            <a:prstGeom prst="triangle">
              <a:avLst/>
            </a:prstGeom>
            <a:solidFill>
              <a:schemeClr val="accent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B6636F0A-7BF1-4893-89EB-A09C902D4159}"/>
                </a:ext>
              </a:extLst>
            </p:cNvPr>
            <p:cNvSpPr/>
            <p:nvPr/>
          </p:nvSpPr>
          <p:spPr>
            <a:xfrm rot="5400000">
              <a:off x="8810807" y="1952357"/>
              <a:ext cx="240315" cy="207167"/>
            </a:xfrm>
            <a:prstGeom prst="triangle">
              <a:avLst/>
            </a:prstGeom>
            <a:solidFill>
              <a:schemeClr val="accent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91852937-EF8A-41EF-A7AB-41AD0F20C1A2}"/>
              </a:ext>
            </a:extLst>
          </p:cNvPr>
          <p:cNvSpPr/>
          <p:nvPr/>
        </p:nvSpPr>
        <p:spPr>
          <a:xfrm flipH="1">
            <a:off x="2631793" y="5453436"/>
            <a:ext cx="14010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This is a lot of work</a:t>
            </a:r>
          </a:p>
        </p:txBody>
      </p:sp>
      <p:sp>
        <p:nvSpPr>
          <p:cNvPr id="83" name="Freeform 58">
            <a:extLst>
              <a:ext uri="{FF2B5EF4-FFF2-40B4-BE49-F238E27FC236}">
                <a16:creationId xmlns:a16="http://schemas.microsoft.com/office/drawing/2014/main" id="{F87C1821-89CB-4A05-9FCC-304E241D8A16}"/>
              </a:ext>
            </a:extLst>
          </p:cNvPr>
          <p:cNvSpPr>
            <a:spLocks noEditPoints="1"/>
          </p:cNvSpPr>
          <p:nvPr/>
        </p:nvSpPr>
        <p:spPr bwMode="auto">
          <a:xfrm>
            <a:off x="5064615" y="5151462"/>
            <a:ext cx="241852" cy="251308"/>
          </a:xfrm>
          <a:custGeom>
            <a:avLst/>
            <a:gdLst>
              <a:gd name="T0" fmla="*/ 16 w 196"/>
              <a:gd name="T1" fmla="*/ 0 h 204"/>
              <a:gd name="T2" fmla="*/ 24 w 196"/>
              <a:gd name="T3" fmla="*/ 44 h 204"/>
              <a:gd name="T4" fmla="*/ 16 w 196"/>
              <a:gd name="T5" fmla="*/ 164 h 204"/>
              <a:gd name="T6" fmla="*/ 24 w 196"/>
              <a:gd name="T7" fmla="*/ 124 h 204"/>
              <a:gd name="T8" fmla="*/ 16 w 196"/>
              <a:gd name="T9" fmla="*/ 164 h 204"/>
              <a:gd name="T10" fmla="*/ 12 w 196"/>
              <a:gd name="T11" fmla="*/ 52 h 204"/>
              <a:gd name="T12" fmla="*/ 0 w 196"/>
              <a:gd name="T13" fmla="*/ 104 h 204"/>
              <a:gd name="T14" fmla="*/ 28 w 196"/>
              <a:gd name="T15" fmla="*/ 116 h 204"/>
              <a:gd name="T16" fmla="*/ 40 w 196"/>
              <a:gd name="T17" fmla="*/ 64 h 204"/>
              <a:gd name="T18" fmla="*/ 32 w 196"/>
              <a:gd name="T19" fmla="*/ 104 h 204"/>
              <a:gd name="T20" fmla="*/ 12 w 196"/>
              <a:gd name="T21" fmla="*/ 108 h 204"/>
              <a:gd name="T22" fmla="*/ 8 w 196"/>
              <a:gd name="T23" fmla="*/ 64 h 204"/>
              <a:gd name="T24" fmla="*/ 28 w 196"/>
              <a:gd name="T25" fmla="*/ 60 h 204"/>
              <a:gd name="T26" fmla="*/ 32 w 196"/>
              <a:gd name="T27" fmla="*/ 104 h 204"/>
              <a:gd name="T28" fmla="*/ 68 w 196"/>
              <a:gd name="T29" fmla="*/ 40 h 204"/>
              <a:gd name="T30" fmla="*/ 76 w 196"/>
              <a:gd name="T31" fmla="*/ 84 h 204"/>
              <a:gd name="T32" fmla="*/ 68 w 196"/>
              <a:gd name="T33" fmla="*/ 204 h 204"/>
              <a:gd name="T34" fmla="*/ 76 w 196"/>
              <a:gd name="T35" fmla="*/ 164 h 204"/>
              <a:gd name="T36" fmla="*/ 68 w 196"/>
              <a:gd name="T37" fmla="*/ 204 h 204"/>
              <a:gd name="T38" fmla="*/ 64 w 196"/>
              <a:gd name="T39" fmla="*/ 92 h 204"/>
              <a:gd name="T40" fmla="*/ 52 w 196"/>
              <a:gd name="T41" fmla="*/ 144 h 204"/>
              <a:gd name="T42" fmla="*/ 80 w 196"/>
              <a:gd name="T43" fmla="*/ 156 h 204"/>
              <a:gd name="T44" fmla="*/ 92 w 196"/>
              <a:gd name="T45" fmla="*/ 104 h 204"/>
              <a:gd name="T46" fmla="*/ 84 w 196"/>
              <a:gd name="T47" fmla="*/ 144 h 204"/>
              <a:gd name="T48" fmla="*/ 64 w 196"/>
              <a:gd name="T49" fmla="*/ 148 h 204"/>
              <a:gd name="T50" fmla="*/ 60 w 196"/>
              <a:gd name="T51" fmla="*/ 104 h 204"/>
              <a:gd name="T52" fmla="*/ 80 w 196"/>
              <a:gd name="T53" fmla="*/ 100 h 204"/>
              <a:gd name="T54" fmla="*/ 84 w 196"/>
              <a:gd name="T55" fmla="*/ 144 h 204"/>
              <a:gd name="T56" fmla="*/ 120 w 196"/>
              <a:gd name="T57" fmla="*/ 0 h 204"/>
              <a:gd name="T58" fmla="*/ 128 w 196"/>
              <a:gd name="T59" fmla="*/ 44 h 204"/>
              <a:gd name="T60" fmla="*/ 120 w 196"/>
              <a:gd name="T61" fmla="*/ 164 h 204"/>
              <a:gd name="T62" fmla="*/ 128 w 196"/>
              <a:gd name="T63" fmla="*/ 124 h 204"/>
              <a:gd name="T64" fmla="*/ 120 w 196"/>
              <a:gd name="T65" fmla="*/ 164 h 204"/>
              <a:gd name="T66" fmla="*/ 116 w 196"/>
              <a:gd name="T67" fmla="*/ 52 h 204"/>
              <a:gd name="T68" fmla="*/ 104 w 196"/>
              <a:gd name="T69" fmla="*/ 104 h 204"/>
              <a:gd name="T70" fmla="*/ 132 w 196"/>
              <a:gd name="T71" fmla="*/ 116 h 204"/>
              <a:gd name="T72" fmla="*/ 144 w 196"/>
              <a:gd name="T73" fmla="*/ 64 h 204"/>
              <a:gd name="T74" fmla="*/ 136 w 196"/>
              <a:gd name="T75" fmla="*/ 104 h 204"/>
              <a:gd name="T76" fmla="*/ 116 w 196"/>
              <a:gd name="T77" fmla="*/ 108 h 204"/>
              <a:gd name="T78" fmla="*/ 112 w 196"/>
              <a:gd name="T79" fmla="*/ 64 h 204"/>
              <a:gd name="T80" fmla="*/ 132 w 196"/>
              <a:gd name="T81" fmla="*/ 60 h 204"/>
              <a:gd name="T82" fmla="*/ 136 w 196"/>
              <a:gd name="T83" fmla="*/ 104 h 204"/>
              <a:gd name="T84" fmla="*/ 172 w 196"/>
              <a:gd name="T85" fmla="*/ 40 h 204"/>
              <a:gd name="T86" fmla="*/ 180 w 196"/>
              <a:gd name="T87" fmla="*/ 84 h 204"/>
              <a:gd name="T88" fmla="*/ 172 w 196"/>
              <a:gd name="T89" fmla="*/ 204 h 204"/>
              <a:gd name="T90" fmla="*/ 180 w 196"/>
              <a:gd name="T91" fmla="*/ 164 h 204"/>
              <a:gd name="T92" fmla="*/ 172 w 196"/>
              <a:gd name="T93" fmla="*/ 204 h 204"/>
              <a:gd name="T94" fmla="*/ 168 w 196"/>
              <a:gd name="T95" fmla="*/ 92 h 204"/>
              <a:gd name="T96" fmla="*/ 156 w 196"/>
              <a:gd name="T97" fmla="*/ 144 h 204"/>
              <a:gd name="T98" fmla="*/ 184 w 196"/>
              <a:gd name="T99" fmla="*/ 156 h 204"/>
              <a:gd name="T100" fmla="*/ 196 w 196"/>
              <a:gd name="T101" fmla="*/ 104 h 204"/>
              <a:gd name="T102" fmla="*/ 188 w 196"/>
              <a:gd name="T103" fmla="*/ 144 h 204"/>
              <a:gd name="T104" fmla="*/ 168 w 196"/>
              <a:gd name="T105" fmla="*/ 148 h 204"/>
              <a:gd name="T106" fmla="*/ 164 w 196"/>
              <a:gd name="T107" fmla="*/ 104 h 204"/>
              <a:gd name="T108" fmla="*/ 184 w 196"/>
              <a:gd name="T109" fmla="*/ 100 h 204"/>
              <a:gd name="T110" fmla="*/ 188 w 196"/>
              <a:gd name="T111" fmla="*/ 14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6" h="204">
                <a:moveTo>
                  <a:pt x="24" y="0"/>
                </a:moveTo>
                <a:cubicBezTo>
                  <a:pt x="16" y="0"/>
                  <a:pt x="16" y="0"/>
                  <a:pt x="16" y="0"/>
                </a:cubicBezTo>
                <a:cubicBezTo>
                  <a:pt x="16" y="44"/>
                  <a:pt x="16" y="44"/>
                  <a:pt x="16" y="44"/>
                </a:cubicBezTo>
                <a:cubicBezTo>
                  <a:pt x="24" y="44"/>
                  <a:pt x="24" y="44"/>
                  <a:pt x="24" y="44"/>
                </a:cubicBezTo>
                <a:lnTo>
                  <a:pt x="24" y="0"/>
                </a:lnTo>
                <a:close/>
                <a:moveTo>
                  <a:pt x="16" y="164"/>
                </a:moveTo>
                <a:cubicBezTo>
                  <a:pt x="24" y="164"/>
                  <a:pt x="24" y="164"/>
                  <a:pt x="24" y="164"/>
                </a:cubicBezTo>
                <a:cubicBezTo>
                  <a:pt x="24" y="124"/>
                  <a:pt x="24" y="124"/>
                  <a:pt x="24" y="124"/>
                </a:cubicBezTo>
                <a:cubicBezTo>
                  <a:pt x="16" y="124"/>
                  <a:pt x="16" y="124"/>
                  <a:pt x="16" y="124"/>
                </a:cubicBezTo>
                <a:lnTo>
                  <a:pt x="16" y="164"/>
                </a:lnTo>
                <a:close/>
                <a:moveTo>
                  <a:pt x="28" y="52"/>
                </a:moveTo>
                <a:cubicBezTo>
                  <a:pt x="12" y="52"/>
                  <a:pt x="12" y="52"/>
                  <a:pt x="12" y="52"/>
                </a:cubicBezTo>
                <a:cubicBezTo>
                  <a:pt x="5" y="52"/>
                  <a:pt x="0" y="57"/>
                  <a:pt x="0" y="64"/>
                </a:cubicBezTo>
                <a:cubicBezTo>
                  <a:pt x="0" y="104"/>
                  <a:pt x="0" y="104"/>
                  <a:pt x="0" y="104"/>
                </a:cubicBezTo>
                <a:cubicBezTo>
                  <a:pt x="0" y="111"/>
                  <a:pt x="5" y="116"/>
                  <a:pt x="12" y="116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35" y="116"/>
                  <a:pt x="40" y="111"/>
                  <a:pt x="40" y="104"/>
                </a:cubicBezTo>
                <a:cubicBezTo>
                  <a:pt x="40" y="64"/>
                  <a:pt x="40" y="64"/>
                  <a:pt x="40" y="64"/>
                </a:cubicBezTo>
                <a:cubicBezTo>
                  <a:pt x="40" y="57"/>
                  <a:pt x="35" y="52"/>
                  <a:pt x="28" y="52"/>
                </a:cubicBezTo>
                <a:close/>
                <a:moveTo>
                  <a:pt x="32" y="104"/>
                </a:moveTo>
                <a:cubicBezTo>
                  <a:pt x="32" y="106"/>
                  <a:pt x="30" y="108"/>
                  <a:pt x="28" y="108"/>
                </a:cubicBezTo>
                <a:cubicBezTo>
                  <a:pt x="12" y="108"/>
                  <a:pt x="12" y="108"/>
                  <a:pt x="12" y="108"/>
                </a:cubicBezTo>
                <a:cubicBezTo>
                  <a:pt x="10" y="108"/>
                  <a:pt x="8" y="106"/>
                  <a:pt x="8" y="104"/>
                </a:cubicBezTo>
                <a:cubicBezTo>
                  <a:pt x="8" y="64"/>
                  <a:pt x="8" y="64"/>
                  <a:pt x="8" y="64"/>
                </a:cubicBezTo>
                <a:cubicBezTo>
                  <a:pt x="8" y="62"/>
                  <a:pt x="10" y="60"/>
                  <a:pt x="12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30" y="60"/>
                  <a:pt x="32" y="62"/>
                  <a:pt x="32" y="64"/>
                </a:cubicBezTo>
                <a:lnTo>
                  <a:pt x="32" y="104"/>
                </a:lnTo>
                <a:close/>
                <a:moveTo>
                  <a:pt x="76" y="40"/>
                </a:moveTo>
                <a:cubicBezTo>
                  <a:pt x="68" y="40"/>
                  <a:pt x="68" y="40"/>
                  <a:pt x="68" y="40"/>
                </a:cubicBezTo>
                <a:cubicBezTo>
                  <a:pt x="68" y="84"/>
                  <a:pt x="68" y="84"/>
                  <a:pt x="68" y="84"/>
                </a:cubicBezTo>
                <a:cubicBezTo>
                  <a:pt x="76" y="84"/>
                  <a:pt x="76" y="84"/>
                  <a:pt x="76" y="84"/>
                </a:cubicBezTo>
                <a:lnTo>
                  <a:pt x="76" y="40"/>
                </a:lnTo>
                <a:close/>
                <a:moveTo>
                  <a:pt x="68" y="204"/>
                </a:moveTo>
                <a:cubicBezTo>
                  <a:pt x="76" y="204"/>
                  <a:pt x="76" y="204"/>
                  <a:pt x="76" y="204"/>
                </a:cubicBezTo>
                <a:cubicBezTo>
                  <a:pt x="76" y="164"/>
                  <a:pt x="76" y="164"/>
                  <a:pt x="76" y="164"/>
                </a:cubicBezTo>
                <a:cubicBezTo>
                  <a:pt x="68" y="164"/>
                  <a:pt x="68" y="164"/>
                  <a:pt x="68" y="164"/>
                </a:cubicBezTo>
                <a:lnTo>
                  <a:pt x="68" y="204"/>
                </a:lnTo>
                <a:close/>
                <a:moveTo>
                  <a:pt x="80" y="92"/>
                </a:moveTo>
                <a:cubicBezTo>
                  <a:pt x="64" y="92"/>
                  <a:pt x="64" y="92"/>
                  <a:pt x="64" y="92"/>
                </a:cubicBezTo>
                <a:cubicBezTo>
                  <a:pt x="57" y="92"/>
                  <a:pt x="52" y="97"/>
                  <a:pt x="52" y="104"/>
                </a:cubicBezTo>
                <a:cubicBezTo>
                  <a:pt x="52" y="144"/>
                  <a:pt x="52" y="144"/>
                  <a:pt x="52" y="144"/>
                </a:cubicBezTo>
                <a:cubicBezTo>
                  <a:pt x="52" y="151"/>
                  <a:pt x="57" y="156"/>
                  <a:pt x="64" y="156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87" y="156"/>
                  <a:pt x="92" y="151"/>
                  <a:pt x="92" y="144"/>
                </a:cubicBezTo>
                <a:cubicBezTo>
                  <a:pt x="92" y="104"/>
                  <a:pt x="92" y="104"/>
                  <a:pt x="92" y="104"/>
                </a:cubicBezTo>
                <a:cubicBezTo>
                  <a:pt x="92" y="97"/>
                  <a:pt x="87" y="92"/>
                  <a:pt x="80" y="92"/>
                </a:cubicBezTo>
                <a:close/>
                <a:moveTo>
                  <a:pt x="84" y="144"/>
                </a:moveTo>
                <a:cubicBezTo>
                  <a:pt x="84" y="146"/>
                  <a:pt x="82" y="148"/>
                  <a:pt x="80" y="148"/>
                </a:cubicBezTo>
                <a:cubicBezTo>
                  <a:pt x="64" y="148"/>
                  <a:pt x="64" y="148"/>
                  <a:pt x="64" y="148"/>
                </a:cubicBezTo>
                <a:cubicBezTo>
                  <a:pt x="62" y="148"/>
                  <a:pt x="60" y="146"/>
                  <a:pt x="60" y="144"/>
                </a:cubicBezTo>
                <a:cubicBezTo>
                  <a:pt x="60" y="104"/>
                  <a:pt x="60" y="104"/>
                  <a:pt x="60" y="104"/>
                </a:cubicBezTo>
                <a:cubicBezTo>
                  <a:pt x="60" y="102"/>
                  <a:pt x="62" y="100"/>
                  <a:pt x="64" y="100"/>
                </a:cubicBezTo>
                <a:cubicBezTo>
                  <a:pt x="80" y="100"/>
                  <a:pt x="80" y="100"/>
                  <a:pt x="80" y="100"/>
                </a:cubicBezTo>
                <a:cubicBezTo>
                  <a:pt x="82" y="100"/>
                  <a:pt x="84" y="102"/>
                  <a:pt x="84" y="104"/>
                </a:cubicBezTo>
                <a:lnTo>
                  <a:pt x="84" y="144"/>
                </a:lnTo>
                <a:close/>
                <a:moveTo>
                  <a:pt x="128" y="0"/>
                </a:moveTo>
                <a:cubicBezTo>
                  <a:pt x="120" y="0"/>
                  <a:pt x="120" y="0"/>
                  <a:pt x="120" y="0"/>
                </a:cubicBezTo>
                <a:cubicBezTo>
                  <a:pt x="120" y="44"/>
                  <a:pt x="120" y="44"/>
                  <a:pt x="120" y="44"/>
                </a:cubicBezTo>
                <a:cubicBezTo>
                  <a:pt x="128" y="44"/>
                  <a:pt x="128" y="44"/>
                  <a:pt x="128" y="44"/>
                </a:cubicBezTo>
                <a:lnTo>
                  <a:pt x="128" y="0"/>
                </a:lnTo>
                <a:close/>
                <a:moveTo>
                  <a:pt x="120" y="164"/>
                </a:moveTo>
                <a:cubicBezTo>
                  <a:pt x="128" y="164"/>
                  <a:pt x="128" y="164"/>
                  <a:pt x="128" y="164"/>
                </a:cubicBezTo>
                <a:cubicBezTo>
                  <a:pt x="128" y="124"/>
                  <a:pt x="128" y="124"/>
                  <a:pt x="128" y="124"/>
                </a:cubicBezTo>
                <a:cubicBezTo>
                  <a:pt x="120" y="124"/>
                  <a:pt x="120" y="124"/>
                  <a:pt x="120" y="124"/>
                </a:cubicBezTo>
                <a:lnTo>
                  <a:pt x="120" y="164"/>
                </a:lnTo>
                <a:close/>
                <a:moveTo>
                  <a:pt x="132" y="52"/>
                </a:moveTo>
                <a:cubicBezTo>
                  <a:pt x="116" y="52"/>
                  <a:pt x="116" y="52"/>
                  <a:pt x="116" y="52"/>
                </a:cubicBezTo>
                <a:cubicBezTo>
                  <a:pt x="109" y="52"/>
                  <a:pt x="104" y="57"/>
                  <a:pt x="104" y="64"/>
                </a:cubicBezTo>
                <a:cubicBezTo>
                  <a:pt x="104" y="104"/>
                  <a:pt x="104" y="104"/>
                  <a:pt x="104" y="104"/>
                </a:cubicBezTo>
                <a:cubicBezTo>
                  <a:pt x="104" y="111"/>
                  <a:pt x="109" y="116"/>
                  <a:pt x="116" y="116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9" y="116"/>
                  <a:pt x="144" y="111"/>
                  <a:pt x="144" y="104"/>
                </a:cubicBezTo>
                <a:cubicBezTo>
                  <a:pt x="144" y="64"/>
                  <a:pt x="144" y="64"/>
                  <a:pt x="144" y="64"/>
                </a:cubicBezTo>
                <a:cubicBezTo>
                  <a:pt x="144" y="57"/>
                  <a:pt x="139" y="52"/>
                  <a:pt x="132" y="52"/>
                </a:cubicBezTo>
                <a:close/>
                <a:moveTo>
                  <a:pt x="136" y="104"/>
                </a:moveTo>
                <a:cubicBezTo>
                  <a:pt x="136" y="106"/>
                  <a:pt x="134" y="108"/>
                  <a:pt x="132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4" y="108"/>
                  <a:pt x="112" y="106"/>
                  <a:pt x="112" y="10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12" y="62"/>
                  <a:pt x="114" y="60"/>
                  <a:pt x="116" y="60"/>
                </a:cubicBezTo>
                <a:cubicBezTo>
                  <a:pt x="132" y="60"/>
                  <a:pt x="132" y="60"/>
                  <a:pt x="132" y="60"/>
                </a:cubicBezTo>
                <a:cubicBezTo>
                  <a:pt x="134" y="60"/>
                  <a:pt x="136" y="62"/>
                  <a:pt x="136" y="64"/>
                </a:cubicBezTo>
                <a:lnTo>
                  <a:pt x="136" y="104"/>
                </a:lnTo>
                <a:close/>
                <a:moveTo>
                  <a:pt x="180" y="40"/>
                </a:moveTo>
                <a:cubicBezTo>
                  <a:pt x="172" y="40"/>
                  <a:pt x="172" y="40"/>
                  <a:pt x="172" y="40"/>
                </a:cubicBezTo>
                <a:cubicBezTo>
                  <a:pt x="172" y="84"/>
                  <a:pt x="172" y="84"/>
                  <a:pt x="172" y="84"/>
                </a:cubicBezTo>
                <a:cubicBezTo>
                  <a:pt x="180" y="84"/>
                  <a:pt x="180" y="84"/>
                  <a:pt x="180" y="84"/>
                </a:cubicBezTo>
                <a:lnTo>
                  <a:pt x="180" y="40"/>
                </a:lnTo>
                <a:close/>
                <a:moveTo>
                  <a:pt x="172" y="204"/>
                </a:moveTo>
                <a:cubicBezTo>
                  <a:pt x="180" y="204"/>
                  <a:pt x="180" y="204"/>
                  <a:pt x="180" y="204"/>
                </a:cubicBezTo>
                <a:cubicBezTo>
                  <a:pt x="180" y="164"/>
                  <a:pt x="180" y="164"/>
                  <a:pt x="180" y="164"/>
                </a:cubicBezTo>
                <a:cubicBezTo>
                  <a:pt x="172" y="164"/>
                  <a:pt x="172" y="164"/>
                  <a:pt x="172" y="164"/>
                </a:cubicBezTo>
                <a:lnTo>
                  <a:pt x="172" y="204"/>
                </a:lnTo>
                <a:close/>
                <a:moveTo>
                  <a:pt x="184" y="92"/>
                </a:moveTo>
                <a:cubicBezTo>
                  <a:pt x="168" y="92"/>
                  <a:pt x="168" y="92"/>
                  <a:pt x="168" y="92"/>
                </a:cubicBezTo>
                <a:cubicBezTo>
                  <a:pt x="161" y="92"/>
                  <a:pt x="156" y="97"/>
                  <a:pt x="156" y="104"/>
                </a:cubicBezTo>
                <a:cubicBezTo>
                  <a:pt x="156" y="144"/>
                  <a:pt x="156" y="144"/>
                  <a:pt x="156" y="144"/>
                </a:cubicBezTo>
                <a:cubicBezTo>
                  <a:pt x="156" y="151"/>
                  <a:pt x="161" y="156"/>
                  <a:pt x="168" y="156"/>
                </a:cubicBezTo>
                <a:cubicBezTo>
                  <a:pt x="184" y="156"/>
                  <a:pt x="184" y="156"/>
                  <a:pt x="184" y="156"/>
                </a:cubicBezTo>
                <a:cubicBezTo>
                  <a:pt x="191" y="156"/>
                  <a:pt x="196" y="151"/>
                  <a:pt x="196" y="144"/>
                </a:cubicBezTo>
                <a:cubicBezTo>
                  <a:pt x="196" y="104"/>
                  <a:pt x="196" y="104"/>
                  <a:pt x="196" y="104"/>
                </a:cubicBezTo>
                <a:cubicBezTo>
                  <a:pt x="196" y="97"/>
                  <a:pt x="191" y="92"/>
                  <a:pt x="184" y="92"/>
                </a:cubicBezTo>
                <a:close/>
                <a:moveTo>
                  <a:pt x="188" y="144"/>
                </a:moveTo>
                <a:cubicBezTo>
                  <a:pt x="188" y="146"/>
                  <a:pt x="186" y="148"/>
                  <a:pt x="184" y="148"/>
                </a:cubicBezTo>
                <a:cubicBezTo>
                  <a:pt x="168" y="148"/>
                  <a:pt x="168" y="148"/>
                  <a:pt x="168" y="148"/>
                </a:cubicBezTo>
                <a:cubicBezTo>
                  <a:pt x="166" y="148"/>
                  <a:pt x="164" y="146"/>
                  <a:pt x="164" y="144"/>
                </a:cubicBezTo>
                <a:cubicBezTo>
                  <a:pt x="164" y="104"/>
                  <a:pt x="164" y="104"/>
                  <a:pt x="164" y="104"/>
                </a:cubicBezTo>
                <a:cubicBezTo>
                  <a:pt x="164" y="102"/>
                  <a:pt x="166" y="100"/>
                  <a:pt x="168" y="100"/>
                </a:cubicBezTo>
                <a:cubicBezTo>
                  <a:pt x="184" y="100"/>
                  <a:pt x="184" y="100"/>
                  <a:pt x="184" y="100"/>
                </a:cubicBezTo>
                <a:cubicBezTo>
                  <a:pt x="186" y="100"/>
                  <a:pt x="188" y="102"/>
                  <a:pt x="188" y="104"/>
                </a:cubicBezTo>
                <a:lnTo>
                  <a:pt x="188" y="14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4308B32-36CB-4530-8B5D-E764750CAEE6}"/>
              </a:ext>
            </a:extLst>
          </p:cNvPr>
          <p:cNvSpPr/>
          <p:nvPr/>
        </p:nvSpPr>
        <p:spPr>
          <a:xfrm flipH="1">
            <a:off x="4293370" y="5433783"/>
            <a:ext cx="17732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…but the work is powerful personally, and for our community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61F971-F59B-407A-82A2-9323F83E8A9A}"/>
              </a:ext>
            </a:extLst>
          </p:cNvPr>
          <p:cNvSpPr/>
          <p:nvPr/>
        </p:nvSpPr>
        <p:spPr>
          <a:xfrm>
            <a:off x="8736044" y="4996648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RESULT</a:t>
            </a:r>
            <a:endParaRPr lang="en-ID" sz="1600" b="1" dirty="0">
              <a:solidFill>
                <a:schemeClr val="accent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DED76B0-0729-41EF-91A0-3ADB7130B38E}"/>
              </a:ext>
            </a:extLst>
          </p:cNvPr>
          <p:cNvSpPr/>
          <p:nvPr/>
        </p:nvSpPr>
        <p:spPr>
          <a:xfrm flipH="1">
            <a:off x="8265022" y="5345714"/>
            <a:ext cx="181802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accent1"/>
                </a:solidFill>
                <a:cs typeface="Segoe UI" panose="020B0502040204020203" pitchFamily="34" charset="0"/>
              </a:rPr>
              <a:t>THE COMMUNITY IS STRONGER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THEORY OF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CHANGE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2</a:t>
            </a:r>
            <a:endParaRPr lang="en-GB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2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821B06CC-1557-401B-9706-D9B60BA38670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THEORY OF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CHANGE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86F427-22E5-4E59-9460-E9147CF5C5DB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923E41E-7EA0-42A6-B740-12FFD81CF25F}"/>
              </a:ext>
            </a:extLst>
          </p:cNvPr>
          <p:cNvSpPr/>
          <p:nvPr/>
        </p:nvSpPr>
        <p:spPr>
          <a:xfrm>
            <a:off x="633559" y="1628775"/>
            <a:ext cx="1692000" cy="4474131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E3E4253-E191-4837-839D-3B5B7B5FBB92}"/>
              </a:ext>
            </a:extLst>
          </p:cNvPr>
          <p:cNvSpPr/>
          <p:nvPr/>
        </p:nvSpPr>
        <p:spPr>
          <a:xfrm>
            <a:off x="2479110" y="1628775"/>
            <a:ext cx="1692000" cy="4474131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C19CB41-F33F-4C2C-B69E-2CEE64824267}"/>
              </a:ext>
            </a:extLst>
          </p:cNvPr>
          <p:cNvSpPr/>
          <p:nvPr/>
        </p:nvSpPr>
        <p:spPr>
          <a:xfrm>
            <a:off x="4324661" y="1628775"/>
            <a:ext cx="2701016" cy="4474131"/>
          </a:xfrm>
          <a:prstGeom prst="roundRect">
            <a:avLst>
              <a:gd name="adj" fmla="val 3375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F2CA418-FEB5-4299-A93D-E92425D2EEDF}"/>
              </a:ext>
            </a:extLst>
          </p:cNvPr>
          <p:cNvSpPr/>
          <p:nvPr/>
        </p:nvSpPr>
        <p:spPr>
          <a:xfrm>
            <a:off x="7179227" y="1628775"/>
            <a:ext cx="4379214" cy="4474130"/>
          </a:xfrm>
          <a:prstGeom prst="roundRect">
            <a:avLst>
              <a:gd name="adj" fmla="val 2899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4CB7DAB-93F5-40BC-8196-681D60DE19EB}"/>
              </a:ext>
            </a:extLst>
          </p:cNvPr>
          <p:cNvSpPr/>
          <p:nvPr/>
        </p:nvSpPr>
        <p:spPr>
          <a:xfrm>
            <a:off x="7321955" y="3240978"/>
            <a:ext cx="4093758" cy="1249725"/>
          </a:xfrm>
          <a:prstGeom prst="roundRect">
            <a:avLst>
              <a:gd name="adj" fmla="val 6944"/>
            </a:avLst>
          </a:prstGeom>
          <a:solidFill>
            <a:schemeClr val="bg1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39ADF1A-B65D-4467-8925-997B72B4FD4C}"/>
              </a:ext>
            </a:extLst>
          </p:cNvPr>
          <p:cNvSpPr/>
          <p:nvPr/>
        </p:nvSpPr>
        <p:spPr>
          <a:xfrm>
            <a:off x="7321955" y="4650115"/>
            <a:ext cx="4093758" cy="1249725"/>
          </a:xfrm>
          <a:prstGeom prst="roundRect">
            <a:avLst>
              <a:gd name="adj" fmla="val 7654"/>
            </a:avLst>
          </a:prstGeom>
          <a:solidFill>
            <a:schemeClr val="bg1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9E3921E-FD4B-404B-A21D-5AD450DBB68E}"/>
              </a:ext>
            </a:extLst>
          </p:cNvPr>
          <p:cNvSpPr/>
          <p:nvPr/>
        </p:nvSpPr>
        <p:spPr>
          <a:xfrm>
            <a:off x="7321955" y="1831840"/>
            <a:ext cx="4093758" cy="1249725"/>
          </a:xfrm>
          <a:prstGeom prst="roundRect">
            <a:avLst>
              <a:gd name="adj" fmla="val 6944"/>
            </a:avLst>
          </a:prstGeom>
          <a:solidFill>
            <a:schemeClr val="bg1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5690ECA-BB86-41D4-877B-13A81A2CA683}"/>
              </a:ext>
            </a:extLst>
          </p:cNvPr>
          <p:cNvGrpSpPr/>
          <p:nvPr/>
        </p:nvGrpSpPr>
        <p:grpSpPr>
          <a:xfrm flipV="1">
            <a:off x="9228857" y="3021294"/>
            <a:ext cx="279956" cy="279954"/>
            <a:chOff x="1649346" y="3421255"/>
            <a:chExt cx="345457" cy="345457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4A480A8-AA74-4034-A4B0-DA9C0CB276B9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6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AA6DC87-E0B7-41C9-9089-6AB49D7180ED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0283036-2328-4943-91F4-2C8F9E524BCF}"/>
              </a:ext>
            </a:extLst>
          </p:cNvPr>
          <p:cNvGrpSpPr/>
          <p:nvPr/>
        </p:nvGrpSpPr>
        <p:grpSpPr>
          <a:xfrm flipV="1">
            <a:off x="9228857" y="4430432"/>
            <a:ext cx="279956" cy="279954"/>
            <a:chOff x="1649346" y="3421255"/>
            <a:chExt cx="345457" cy="345457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193B2EB-1593-48E3-A069-50BA66408652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6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BB060F0-45B2-4567-8B53-30BFDD772A26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EF9102-6E05-468A-9D85-068179A5DCDD}"/>
              </a:ext>
            </a:extLst>
          </p:cNvPr>
          <p:cNvSpPr/>
          <p:nvPr/>
        </p:nvSpPr>
        <p:spPr>
          <a:xfrm>
            <a:off x="939230" y="1356910"/>
            <a:ext cx="1080657" cy="540000"/>
          </a:xfrm>
          <a:prstGeom prst="roundRect">
            <a:avLst>
              <a:gd name="adj" fmla="val 5524"/>
            </a:avLst>
          </a:prstGeom>
          <a:solidFill>
            <a:schemeClr val="accent1"/>
          </a:solidFill>
          <a:ln w="25400"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A10D0A-5DA3-4D73-886D-D37B76B6C9F1}"/>
              </a:ext>
            </a:extLst>
          </p:cNvPr>
          <p:cNvSpPr/>
          <p:nvPr/>
        </p:nvSpPr>
        <p:spPr>
          <a:xfrm>
            <a:off x="2784781" y="1356910"/>
            <a:ext cx="1080657" cy="540000"/>
          </a:xfrm>
          <a:prstGeom prst="roundRect">
            <a:avLst>
              <a:gd name="adj" fmla="val 5524"/>
            </a:avLst>
          </a:prstGeom>
          <a:solidFill>
            <a:schemeClr val="accent2"/>
          </a:solidFill>
          <a:ln w="25400"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>
                <a:solidFill>
                  <a:schemeClr val="bg1"/>
                </a:solidFill>
              </a:rPr>
              <a:t>YOUTH CONTEXT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B584EB-85AD-42AB-86FE-02F566B6AA1C}"/>
              </a:ext>
            </a:extLst>
          </p:cNvPr>
          <p:cNvSpPr/>
          <p:nvPr/>
        </p:nvSpPr>
        <p:spPr>
          <a:xfrm>
            <a:off x="4620924" y="1356910"/>
            <a:ext cx="2108490" cy="540000"/>
          </a:xfrm>
          <a:prstGeom prst="roundRect">
            <a:avLst>
              <a:gd name="adj" fmla="val 5524"/>
            </a:avLst>
          </a:prstGeom>
          <a:solidFill>
            <a:schemeClr val="accent3"/>
          </a:solidFill>
          <a:ln w="25400"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>
                <a:solidFill>
                  <a:schemeClr val="bg1"/>
                </a:solidFill>
              </a:rPr>
              <a:t>KEY STRATEGY AREAS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861180E-DA72-4A7D-9917-95FCAD4BB6ED}"/>
              </a:ext>
            </a:extLst>
          </p:cNvPr>
          <p:cNvSpPr/>
          <p:nvPr/>
        </p:nvSpPr>
        <p:spPr>
          <a:xfrm>
            <a:off x="8314589" y="1356910"/>
            <a:ext cx="2108490" cy="540000"/>
          </a:xfrm>
          <a:prstGeom prst="roundRect">
            <a:avLst>
              <a:gd name="adj" fmla="val 5524"/>
            </a:avLst>
          </a:prstGeom>
          <a:solidFill>
            <a:schemeClr val="accent5"/>
          </a:solidFill>
          <a:ln w="25400"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b="1" dirty="0">
                <a:solidFill>
                  <a:schemeClr val="bg1"/>
                </a:solidFill>
              </a:rPr>
              <a:t>OUTCOMES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071918-E1C1-47BF-876D-D29CB31390C2}"/>
              </a:ext>
            </a:extLst>
          </p:cNvPr>
          <p:cNvGrpSpPr/>
          <p:nvPr/>
        </p:nvGrpSpPr>
        <p:grpSpPr>
          <a:xfrm rot="16200000" flipV="1">
            <a:off x="2262357" y="1486933"/>
            <a:ext cx="279954" cy="279954"/>
            <a:chOff x="1649346" y="3421255"/>
            <a:chExt cx="345457" cy="34545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CD52E14-781C-4367-BE9A-741FF8C9B71C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6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FD156B-C72C-4235-B9B5-DAE7B24EDE16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C4A0861-803F-42D2-B05F-17AD4C8FC8EA}"/>
              </a:ext>
            </a:extLst>
          </p:cNvPr>
          <p:cNvGrpSpPr/>
          <p:nvPr/>
        </p:nvGrpSpPr>
        <p:grpSpPr>
          <a:xfrm rot="16200000" flipV="1">
            <a:off x="4107908" y="1486933"/>
            <a:ext cx="279954" cy="279954"/>
            <a:chOff x="1649346" y="3421255"/>
            <a:chExt cx="345457" cy="345457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E1FE22F-D633-4FA2-93C2-E5C88E77FF4B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6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B45C00E-3A86-4672-916D-AD979DC584BC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29C6546-BB57-4BCA-BE4A-18E762FEEFCE}"/>
              </a:ext>
            </a:extLst>
          </p:cNvPr>
          <p:cNvGrpSpPr/>
          <p:nvPr/>
        </p:nvGrpSpPr>
        <p:grpSpPr>
          <a:xfrm rot="16200000" flipV="1">
            <a:off x="6962475" y="1486933"/>
            <a:ext cx="279954" cy="279954"/>
            <a:chOff x="1649346" y="3421255"/>
            <a:chExt cx="345457" cy="34545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02183BB-6DBE-4467-88D4-6CFE12ACDB24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6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E7D408A-8AE8-4993-88A7-6E4B73EE2F90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1AD436B-95BF-4B71-B288-CCB0997ADADA}"/>
              </a:ext>
            </a:extLst>
          </p:cNvPr>
          <p:cNvSpPr/>
          <p:nvPr/>
        </p:nvSpPr>
        <p:spPr>
          <a:xfrm>
            <a:off x="751015" y="2043398"/>
            <a:ext cx="147859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Significant numbers of young people from East Palo Alto and the Belle Haven neighbourhood of Menlo Park are at-risk of not completing high school due to low grades, poor attendances, disciplinary/ behavioural issues and credit deficiency.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8B40726-3AD6-4B5A-935A-35E25749A57F}"/>
              </a:ext>
            </a:extLst>
          </p:cNvPr>
          <p:cNvSpPr/>
          <p:nvPr/>
        </p:nvSpPr>
        <p:spPr>
          <a:xfrm>
            <a:off x="3055110" y="2128220"/>
            <a:ext cx="540000" cy="54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9B64A0-1056-4FF8-8315-63EF447D6BAA}"/>
              </a:ext>
            </a:extLst>
          </p:cNvPr>
          <p:cNvSpPr/>
          <p:nvPr/>
        </p:nvSpPr>
        <p:spPr>
          <a:xfrm>
            <a:off x="2979150" y="2711841"/>
            <a:ext cx="6919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Families</a:t>
            </a:r>
            <a:endParaRPr lang="en-CA" sz="12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85EBC3F-F425-42B1-92B4-AAF857C85014}"/>
              </a:ext>
            </a:extLst>
          </p:cNvPr>
          <p:cNvSpPr/>
          <p:nvPr/>
        </p:nvSpPr>
        <p:spPr>
          <a:xfrm>
            <a:off x="3055110" y="3089613"/>
            <a:ext cx="540000" cy="54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09C201-361C-405C-9135-B1CEC007101B}"/>
              </a:ext>
            </a:extLst>
          </p:cNvPr>
          <p:cNvSpPr/>
          <p:nvPr/>
        </p:nvSpPr>
        <p:spPr>
          <a:xfrm>
            <a:off x="2772878" y="3673234"/>
            <a:ext cx="110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Peer Networks</a:t>
            </a:r>
            <a:endParaRPr lang="en-CA" sz="12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FDBCEFA-7437-467A-9AF0-C6AC16718D00}"/>
              </a:ext>
            </a:extLst>
          </p:cNvPr>
          <p:cNvSpPr/>
          <p:nvPr/>
        </p:nvSpPr>
        <p:spPr>
          <a:xfrm>
            <a:off x="3055110" y="4051006"/>
            <a:ext cx="540000" cy="54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6C473AC-A8EB-4B73-BDDA-5C0E70266D0F}"/>
              </a:ext>
            </a:extLst>
          </p:cNvPr>
          <p:cNvSpPr/>
          <p:nvPr/>
        </p:nvSpPr>
        <p:spPr>
          <a:xfrm>
            <a:off x="3025189" y="4634627"/>
            <a:ext cx="599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School</a:t>
            </a:r>
            <a:endParaRPr lang="en-CA" sz="12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493C83C-1A87-44FD-ABFC-B934FA32C3F0}"/>
              </a:ext>
            </a:extLst>
          </p:cNvPr>
          <p:cNvSpPr/>
          <p:nvPr/>
        </p:nvSpPr>
        <p:spPr>
          <a:xfrm>
            <a:off x="3055110" y="5012399"/>
            <a:ext cx="540000" cy="54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60B1BA7-D109-496F-9A8B-4E4EA09114C5}"/>
              </a:ext>
            </a:extLst>
          </p:cNvPr>
          <p:cNvSpPr/>
          <p:nvPr/>
        </p:nvSpPr>
        <p:spPr>
          <a:xfrm>
            <a:off x="2869698" y="5596017"/>
            <a:ext cx="9108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Community</a:t>
            </a:r>
            <a:endParaRPr lang="en-CA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D488A-164D-4892-BD66-82F142BD85AF}"/>
              </a:ext>
            </a:extLst>
          </p:cNvPr>
          <p:cNvSpPr/>
          <p:nvPr/>
        </p:nvSpPr>
        <p:spPr>
          <a:xfrm>
            <a:off x="4502988" y="4111311"/>
            <a:ext cx="22772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Framed by Key Assumptions</a:t>
            </a:r>
            <a:endParaRPr lang="en-CA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0D438-29F3-4B56-B841-C14051F39C25}"/>
              </a:ext>
            </a:extLst>
          </p:cNvPr>
          <p:cNvSpPr/>
          <p:nvPr/>
        </p:nvSpPr>
        <p:spPr>
          <a:xfrm>
            <a:off x="4508034" y="4416443"/>
            <a:ext cx="2339753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  <a:cs typeface="Segoe UI" panose="020B0502040204020203" pitchFamily="34" charset="0"/>
              </a:rPr>
              <a:t>Sufficient Resources</a:t>
            </a:r>
          </a:p>
          <a:p>
            <a:pPr marL="171450" lvl="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  <a:cs typeface="Segoe UI" panose="020B0502040204020203" pitchFamily="34" charset="0"/>
              </a:rPr>
              <a:t>A clear system to identify, refer, and enroll youth</a:t>
            </a:r>
          </a:p>
          <a:p>
            <a:pPr marL="171450" lvl="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  <a:cs typeface="Segoe UI" panose="020B0502040204020203" pitchFamily="34" charset="0"/>
              </a:rPr>
              <a:t>Students actively participate and adults keep records</a:t>
            </a:r>
          </a:p>
          <a:p>
            <a:pPr marL="171450" lvl="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  <a:cs typeface="Segoe UI" panose="020B0502040204020203" pitchFamily="34" charset="0"/>
              </a:rPr>
              <a:t>Clear roles, structures, and processes</a:t>
            </a:r>
            <a:endParaRPr lang="en-CA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993D16-D3EB-44DE-B983-253BCB633A9E}"/>
              </a:ext>
            </a:extLst>
          </p:cNvPr>
          <p:cNvSpPr/>
          <p:nvPr/>
        </p:nvSpPr>
        <p:spPr>
          <a:xfrm>
            <a:off x="8861067" y="1942662"/>
            <a:ext cx="10155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Short-Term</a:t>
            </a:r>
            <a:endParaRPr lang="en-CA" dirty="0">
              <a:solidFill>
                <a:schemeClr val="accent5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084E419-C374-4EB3-92E6-4606AE2BC1BB}"/>
              </a:ext>
            </a:extLst>
          </p:cNvPr>
          <p:cNvSpPr/>
          <p:nvPr/>
        </p:nvSpPr>
        <p:spPr>
          <a:xfrm>
            <a:off x="8791434" y="3378016"/>
            <a:ext cx="11548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Intermediate</a:t>
            </a:r>
            <a:endParaRPr lang="en-CA" dirty="0">
              <a:solidFill>
                <a:schemeClr val="accent5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F32FEF5-5A09-4681-BDA7-110F0FB27A69}"/>
              </a:ext>
            </a:extLst>
          </p:cNvPr>
          <p:cNvSpPr/>
          <p:nvPr/>
        </p:nvSpPr>
        <p:spPr>
          <a:xfrm>
            <a:off x="8886716" y="4787154"/>
            <a:ext cx="9642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Long-Term</a:t>
            </a:r>
            <a:endParaRPr lang="en-CA" dirty="0">
              <a:solidFill>
                <a:schemeClr val="accent5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05A3013-26FE-453F-9800-6E3872ABF70C}"/>
              </a:ext>
            </a:extLst>
          </p:cNvPr>
          <p:cNvSpPr/>
          <p:nvPr/>
        </p:nvSpPr>
        <p:spPr>
          <a:xfrm>
            <a:off x="7527781" y="2361849"/>
            <a:ext cx="468000" cy="468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A46FE6-1F4B-4E24-91C0-0E617B29E2B0}"/>
              </a:ext>
            </a:extLst>
          </p:cNvPr>
          <p:cNvSpPr/>
          <p:nvPr/>
        </p:nvSpPr>
        <p:spPr>
          <a:xfrm>
            <a:off x="7996803" y="2365017"/>
            <a:ext cx="642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Youth Assets</a:t>
            </a:r>
            <a:endParaRPr lang="en-CA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7E498C5-916F-4B92-B18D-32EBFC16A0FC}"/>
              </a:ext>
            </a:extLst>
          </p:cNvPr>
          <p:cNvSpPr/>
          <p:nvPr/>
        </p:nvSpPr>
        <p:spPr>
          <a:xfrm>
            <a:off x="8640486" y="2361849"/>
            <a:ext cx="468000" cy="468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8D4D1F1-02ED-4E79-BC9D-523742C4273C}"/>
              </a:ext>
            </a:extLst>
          </p:cNvPr>
          <p:cNvSpPr/>
          <p:nvPr/>
        </p:nvSpPr>
        <p:spPr>
          <a:xfrm>
            <a:off x="9109508" y="2457350"/>
            <a:ext cx="8967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Academics</a:t>
            </a:r>
            <a:endParaRPr lang="en-CA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7DF839D-714C-4BFE-84DF-BE58EA4788A7}"/>
              </a:ext>
            </a:extLst>
          </p:cNvPr>
          <p:cNvSpPr/>
          <p:nvPr/>
        </p:nvSpPr>
        <p:spPr>
          <a:xfrm>
            <a:off x="10007310" y="2361849"/>
            <a:ext cx="468000" cy="468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C105909-A685-4AF9-8152-3BA990655E38}"/>
              </a:ext>
            </a:extLst>
          </p:cNvPr>
          <p:cNvSpPr/>
          <p:nvPr/>
        </p:nvSpPr>
        <p:spPr>
          <a:xfrm>
            <a:off x="10476332" y="2457350"/>
            <a:ext cx="8486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Behaviors</a:t>
            </a:r>
            <a:endParaRPr lang="en-CA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DB279F2-7CCF-4565-801E-D5409E442C4C}"/>
              </a:ext>
            </a:extLst>
          </p:cNvPr>
          <p:cNvSpPr/>
          <p:nvPr/>
        </p:nvSpPr>
        <p:spPr>
          <a:xfrm>
            <a:off x="9134834" y="3818593"/>
            <a:ext cx="468000" cy="468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6657B28-12FB-47F8-8CFB-C8AD2410B198}"/>
              </a:ext>
            </a:extLst>
          </p:cNvPr>
          <p:cNvSpPr/>
          <p:nvPr/>
        </p:nvSpPr>
        <p:spPr>
          <a:xfrm>
            <a:off x="7580956" y="3729428"/>
            <a:ext cx="11993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Students earn a GED or High School Diploma</a:t>
            </a:r>
            <a:endParaRPr lang="en-CA" sz="12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E116A60-214A-47DD-9748-C42F72244DA3}"/>
              </a:ext>
            </a:extLst>
          </p:cNvPr>
          <p:cNvSpPr/>
          <p:nvPr/>
        </p:nvSpPr>
        <p:spPr>
          <a:xfrm>
            <a:off x="9844712" y="3729428"/>
            <a:ext cx="14719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Students complete collage or vocational training</a:t>
            </a:r>
            <a:endParaRPr lang="en-CA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A706A2-69DB-453A-A36C-285295B96C71}"/>
              </a:ext>
            </a:extLst>
          </p:cNvPr>
          <p:cNvSpPr/>
          <p:nvPr/>
        </p:nvSpPr>
        <p:spPr>
          <a:xfrm>
            <a:off x="8009727" y="3547293"/>
            <a:ext cx="3417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</a:rPr>
              <a:t>01</a:t>
            </a:r>
            <a:endParaRPr lang="en-CA" sz="12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FC100BE-E550-4214-A995-5FF0FBCDC689}"/>
              </a:ext>
            </a:extLst>
          </p:cNvPr>
          <p:cNvSpPr/>
          <p:nvPr/>
        </p:nvSpPr>
        <p:spPr>
          <a:xfrm>
            <a:off x="10374515" y="3547293"/>
            <a:ext cx="3417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</a:rPr>
              <a:t>02</a:t>
            </a:r>
            <a:endParaRPr lang="en-CA" sz="1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5CA36BB-58EB-43A1-ABB0-39A39C4CAF66}"/>
              </a:ext>
            </a:extLst>
          </p:cNvPr>
          <p:cNvSpPr/>
          <p:nvPr/>
        </p:nvSpPr>
        <p:spPr>
          <a:xfrm>
            <a:off x="8114207" y="5213097"/>
            <a:ext cx="2743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Students find long-term &amp; sustainable employment at a liveable wage.</a:t>
            </a:r>
            <a:endParaRPr lang="en-CA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68BC3B3-3EBF-4FFE-923D-C08CED89839E}"/>
              </a:ext>
            </a:extLst>
          </p:cNvPr>
          <p:cNvSpPr/>
          <p:nvPr/>
        </p:nvSpPr>
        <p:spPr>
          <a:xfrm>
            <a:off x="7527781" y="5200172"/>
            <a:ext cx="468000" cy="468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2B3039AF-CFE5-41C1-BDFE-401FE34B4D35}"/>
              </a:ext>
            </a:extLst>
          </p:cNvPr>
          <p:cNvSpPr/>
          <p:nvPr/>
        </p:nvSpPr>
        <p:spPr>
          <a:xfrm>
            <a:off x="4872596" y="2112093"/>
            <a:ext cx="1605146" cy="1383746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96A8F4-9EB4-44C4-94B7-A55F42F1017A}"/>
              </a:ext>
            </a:extLst>
          </p:cNvPr>
          <p:cNvSpPr/>
          <p:nvPr/>
        </p:nvSpPr>
        <p:spPr>
          <a:xfrm rot="3600000">
            <a:off x="5491685" y="2602512"/>
            <a:ext cx="14918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Aft>
                <a:spcPts val="400"/>
              </a:spcAft>
            </a:pPr>
            <a:r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  <a:cs typeface="Segoe UI" panose="020B0502040204020203" pitchFamily="34" charset="0"/>
              </a:rPr>
              <a:t>Relationship Building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749F66C-7625-4E52-86A5-35A0F2C33D08}"/>
              </a:ext>
            </a:extLst>
          </p:cNvPr>
          <p:cNvSpPr/>
          <p:nvPr/>
        </p:nvSpPr>
        <p:spPr>
          <a:xfrm rot="18000000" flipH="1">
            <a:off x="4626326" y="2592257"/>
            <a:ext cx="997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Aft>
                <a:spcPts val="400"/>
              </a:spcAft>
            </a:pPr>
            <a:r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  <a:cs typeface="Segoe UI" panose="020B0502040204020203" pitchFamily="34" charset="0"/>
              </a:rPr>
              <a:t>Coordination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BD4227-858B-47AB-9A21-3E5F26B871A1}"/>
              </a:ext>
            </a:extLst>
          </p:cNvPr>
          <p:cNvSpPr/>
          <p:nvPr/>
        </p:nvSpPr>
        <p:spPr>
          <a:xfrm flipH="1">
            <a:off x="5189366" y="3518858"/>
            <a:ext cx="9634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Aft>
                <a:spcPts val="400"/>
              </a:spcAft>
            </a:pPr>
            <a:r>
              <a:rPr lang="en-US" sz="1200" dirty="0">
                <a:solidFill>
                  <a:srgbClr val="000000">
                    <a:lumMod val="50000"/>
                    <a:lumOff val="50000"/>
                  </a:srgbClr>
                </a:solidFill>
                <a:cs typeface="Segoe UI" panose="020B0502040204020203" pitchFamily="34" charset="0"/>
              </a:rPr>
              <a:t>Partnerships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BD1ADD3-D42A-44DB-AC94-3F3D752FA998}"/>
              </a:ext>
            </a:extLst>
          </p:cNvPr>
          <p:cNvGrpSpPr/>
          <p:nvPr/>
        </p:nvGrpSpPr>
        <p:grpSpPr>
          <a:xfrm>
            <a:off x="5458531" y="2712338"/>
            <a:ext cx="444854" cy="440172"/>
            <a:chOff x="6072588" y="2679771"/>
            <a:chExt cx="444854" cy="440172"/>
          </a:xfrm>
          <a:solidFill>
            <a:schemeClr val="accent3">
              <a:lumMod val="50000"/>
            </a:schemeClr>
          </a:solidFill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55546D-BC0D-40D2-8069-458FC403816D}"/>
                </a:ext>
              </a:extLst>
            </p:cNvPr>
            <p:cNvGrpSpPr/>
            <p:nvPr/>
          </p:nvGrpSpPr>
          <p:grpSpPr>
            <a:xfrm>
              <a:off x="6072588" y="2778107"/>
              <a:ext cx="341836" cy="341836"/>
              <a:chOff x="6072588" y="2778107"/>
              <a:chExt cx="341836" cy="341836"/>
            </a:xfrm>
            <a:grpFill/>
          </p:grpSpPr>
          <p:sp>
            <p:nvSpPr>
              <p:cNvPr id="91" name="Freeform 184">
                <a:extLst>
                  <a:ext uri="{FF2B5EF4-FFF2-40B4-BE49-F238E27FC236}">
                    <a16:creationId xmlns:a16="http://schemas.microsoft.com/office/drawing/2014/main" id="{BE4C2871-BE92-45F3-9D37-F4F6AB6E9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2588" y="2778107"/>
                <a:ext cx="341836" cy="341836"/>
              </a:xfrm>
              <a:custGeom>
                <a:avLst/>
                <a:gdLst>
                  <a:gd name="T0" fmla="*/ 502 w 653"/>
                  <a:gd name="T1" fmla="*/ 609 h 655"/>
                  <a:gd name="T2" fmla="*/ 506 w 653"/>
                  <a:gd name="T3" fmla="*/ 536 h 655"/>
                  <a:gd name="T4" fmla="*/ 591 w 653"/>
                  <a:gd name="T5" fmla="*/ 506 h 655"/>
                  <a:gd name="T6" fmla="*/ 632 w 653"/>
                  <a:gd name="T7" fmla="*/ 479 h 655"/>
                  <a:gd name="T8" fmla="*/ 645 w 653"/>
                  <a:gd name="T9" fmla="*/ 394 h 655"/>
                  <a:gd name="T10" fmla="*/ 580 w 653"/>
                  <a:gd name="T11" fmla="*/ 360 h 655"/>
                  <a:gd name="T12" fmla="*/ 564 w 653"/>
                  <a:gd name="T13" fmla="*/ 371 h 655"/>
                  <a:gd name="T14" fmla="*/ 568 w 653"/>
                  <a:gd name="T15" fmla="*/ 389 h 655"/>
                  <a:gd name="T16" fmla="*/ 619 w 653"/>
                  <a:gd name="T17" fmla="*/ 420 h 655"/>
                  <a:gd name="T18" fmla="*/ 587 w 653"/>
                  <a:gd name="T19" fmla="*/ 471 h 655"/>
                  <a:gd name="T20" fmla="*/ 533 w 653"/>
                  <a:gd name="T21" fmla="*/ 456 h 655"/>
                  <a:gd name="T22" fmla="*/ 505 w 653"/>
                  <a:gd name="T23" fmla="*/ 489 h 655"/>
                  <a:gd name="T24" fmla="*/ 458 w 653"/>
                  <a:gd name="T25" fmla="*/ 530 h 655"/>
                  <a:gd name="T26" fmla="*/ 453 w 653"/>
                  <a:gd name="T27" fmla="*/ 546 h 655"/>
                  <a:gd name="T28" fmla="*/ 465 w 653"/>
                  <a:gd name="T29" fmla="*/ 601 h 655"/>
                  <a:gd name="T30" fmla="*/ 392 w 653"/>
                  <a:gd name="T31" fmla="*/ 574 h 655"/>
                  <a:gd name="T32" fmla="*/ 379 w 653"/>
                  <a:gd name="T33" fmla="*/ 564 h 655"/>
                  <a:gd name="T34" fmla="*/ 326 w 653"/>
                  <a:gd name="T35" fmla="*/ 569 h 655"/>
                  <a:gd name="T36" fmla="*/ 269 w 653"/>
                  <a:gd name="T37" fmla="*/ 566 h 655"/>
                  <a:gd name="T38" fmla="*/ 241 w 653"/>
                  <a:gd name="T39" fmla="*/ 617 h 655"/>
                  <a:gd name="T40" fmla="*/ 183 w 653"/>
                  <a:gd name="T41" fmla="*/ 596 h 655"/>
                  <a:gd name="T42" fmla="*/ 198 w 653"/>
                  <a:gd name="T43" fmla="*/ 535 h 655"/>
                  <a:gd name="T44" fmla="*/ 165 w 653"/>
                  <a:gd name="T45" fmla="*/ 506 h 655"/>
                  <a:gd name="T46" fmla="*/ 125 w 653"/>
                  <a:gd name="T47" fmla="*/ 459 h 655"/>
                  <a:gd name="T48" fmla="*/ 108 w 653"/>
                  <a:gd name="T49" fmla="*/ 454 h 655"/>
                  <a:gd name="T50" fmla="*/ 53 w 653"/>
                  <a:gd name="T51" fmla="*/ 466 h 655"/>
                  <a:gd name="T52" fmla="*/ 80 w 653"/>
                  <a:gd name="T53" fmla="*/ 393 h 655"/>
                  <a:gd name="T54" fmla="*/ 90 w 653"/>
                  <a:gd name="T55" fmla="*/ 374 h 655"/>
                  <a:gd name="T56" fmla="*/ 86 w 653"/>
                  <a:gd name="T57" fmla="*/ 303 h 655"/>
                  <a:gd name="T58" fmla="*/ 88 w 653"/>
                  <a:gd name="T59" fmla="*/ 268 h 655"/>
                  <a:gd name="T60" fmla="*/ 37 w 653"/>
                  <a:gd name="T61" fmla="*/ 242 h 655"/>
                  <a:gd name="T62" fmla="*/ 58 w 653"/>
                  <a:gd name="T63" fmla="*/ 182 h 655"/>
                  <a:gd name="T64" fmla="*/ 114 w 653"/>
                  <a:gd name="T65" fmla="*/ 200 h 655"/>
                  <a:gd name="T66" fmla="*/ 133 w 653"/>
                  <a:gd name="T67" fmla="*/ 183 h 655"/>
                  <a:gd name="T68" fmla="*/ 183 w 653"/>
                  <a:gd name="T69" fmla="*/ 133 h 655"/>
                  <a:gd name="T70" fmla="*/ 200 w 653"/>
                  <a:gd name="T71" fmla="*/ 114 h 655"/>
                  <a:gd name="T72" fmla="*/ 183 w 653"/>
                  <a:gd name="T73" fmla="*/ 58 h 655"/>
                  <a:gd name="T74" fmla="*/ 242 w 653"/>
                  <a:gd name="T75" fmla="*/ 37 h 655"/>
                  <a:gd name="T76" fmla="*/ 270 w 653"/>
                  <a:gd name="T77" fmla="*/ 89 h 655"/>
                  <a:gd name="T78" fmla="*/ 289 w 653"/>
                  <a:gd name="T79" fmla="*/ 85 h 655"/>
                  <a:gd name="T80" fmla="*/ 293 w 653"/>
                  <a:gd name="T81" fmla="*/ 66 h 655"/>
                  <a:gd name="T82" fmla="*/ 243 w 653"/>
                  <a:gd name="T83" fmla="*/ 1 h 655"/>
                  <a:gd name="T84" fmla="*/ 161 w 653"/>
                  <a:gd name="T85" fmla="*/ 31 h 655"/>
                  <a:gd name="T86" fmla="*/ 151 w 653"/>
                  <a:gd name="T87" fmla="*/ 79 h 655"/>
                  <a:gd name="T88" fmla="*/ 79 w 653"/>
                  <a:gd name="T89" fmla="*/ 151 h 655"/>
                  <a:gd name="T90" fmla="*/ 31 w 653"/>
                  <a:gd name="T91" fmla="*/ 160 h 655"/>
                  <a:gd name="T92" fmla="*/ 0 w 653"/>
                  <a:gd name="T93" fmla="*/ 236 h 655"/>
                  <a:gd name="T94" fmla="*/ 16 w 653"/>
                  <a:gd name="T95" fmla="*/ 269 h 655"/>
                  <a:gd name="T96" fmla="*/ 52 w 653"/>
                  <a:gd name="T97" fmla="*/ 347 h 655"/>
                  <a:gd name="T98" fmla="*/ 4 w 653"/>
                  <a:gd name="T99" fmla="*/ 402 h 655"/>
                  <a:gd name="T100" fmla="*/ 21 w 653"/>
                  <a:gd name="T101" fmla="*/ 479 h 655"/>
                  <a:gd name="T102" fmla="*/ 62 w 653"/>
                  <a:gd name="T103" fmla="*/ 506 h 655"/>
                  <a:gd name="T104" fmla="*/ 147 w 653"/>
                  <a:gd name="T105" fmla="*/ 536 h 655"/>
                  <a:gd name="T106" fmla="*/ 151 w 653"/>
                  <a:gd name="T107" fmla="*/ 609 h 655"/>
                  <a:gd name="T108" fmla="*/ 226 w 653"/>
                  <a:gd name="T109" fmla="*/ 654 h 655"/>
                  <a:gd name="T110" fmla="*/ 272 w 653"/>
                  <a:gd name="T111" fmla="*/ 635 h 655"/>
                  <a:gd name="T112" fmla="*/ 366 w 653"/>
                  <a:gd name="T113" fmla="*/ 600 h 655"/>
                  <a:gd name="T114" fmla="*/ 410 w 653"/>
                  <a:gd name="T115" fmla="*/ 654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53" h="655">
                    <a:moveTo>
                      <a:pt x="436" y="651"/>
                    </a:moveTo>
                    <a:lnTo>
                      <a:pt x="478" y="634"/>
                    </a:lnTo>
                    <a:lnTo>
                      <a:pt x="486" y="630"/>
                    </a:lnTo>
                    <a:lnTo>
                      <a:pt x="492" y="624"/>
                    </a:lnTo>
                    <a:lnTo>
                      <a:pt x="498" y="616"/>
                    </a:lnTo>
                    <a:lnTo>
                      <a:pt x="502" y="609"/>
                    </a:lnTo>
                    <a:lnTo>
                      <a:pt x="504" y="601"/>
                    </a:lnTo>
                    <a:lnTo>
                      <a:pt x="505" y="592"/>
                    </a:lnTo>
                    <a:lnTo>
                      <a:pt x="504" y="583"/>
                    </a:lnTo>
                    <a:lnTo>
                      <a:pt x="502" y="575"/>
                    </a:lnTo>
                    <a:lnTo>
                      <a:pt x="491" y="549"/>
                    </a:lnTo>
                    <a:lnTo>
                      <a:pt x="506" y="536"/>
                    </a:lnTo>
                    <a:lnTo>
                      <a:pt x="521" y="523"/>
                    </a:lnTo>
                    <a:lnTo>
                      <a:pt x="534" y="507"/>
                    </a:lnTo>
                    <a:lnTo>
                      <a:pt x="547" y="492"/>
                    </a:lnTo>
                    <a:lnTo>
                      <a:pt x="574" y="503"/>
                    </a:lnTo>
                    <a:lnTo>
                      <a:pt x="582" y="505"/>
                    </a:lnTo>
                    <a:lnTo>
                      <a:pt x="591" y="506"/>
                    </a:lnTo>
                    <a:lnTo>
                      <a:pt x="599" y="505"/>
                    </a:lnTo>
                    <a:lnTo>
                      <a:pt x="608" y="503"/>
                    </a:lnTo>
                    <a:lnTo>
                      <a:pt x="615" y="499"/>
                    </a:lnTo>
                    <a:lnTo>
                      <a:pt x="622" y="493"/>
                    </a:lnTo>
                    <a:lnTo>
                      <a:pt x="628" y="487"/>
                    </a:lnTo>
                    <a:lnTo>
                      <a:pt x="632" y="479"/>
                    </a:lnTo>
                    <a:lnTo>
                      <a:pt x="649" y="437"/>
                    </a:lnTo>
                    <a:lnTo>
                      <a:pt x="652" y="428"/>
                    </a:lnTo>
                    <a:lnTo>
                      <a:pt x="653" y="419"/>
                    </a:lnTo>
                    <a:lnTo>
                      <a:pt x="652" y="411"/>
                    </a:lnTo>
                    <a:lnTo>
                      <a:pt x="649" y="402"/>
                    </a:lnTo>
                    <a:lnTo>
                      <a:pt x="645" y="394"/>
                    </a:lnTo>
                    <a:lnTo>
                      <a:pt x="640" y="387"/>
                    </a:lnTo>
                    <a:lnTo>
                      <a:pt x="633" y="382"/>
                    </a:lnTo>
                    <a:lnTo>
                      <a:pt x="625" y="378"/>
                    </a:lnTo>
                    <a:lnTo>
                      <a:pt x="587" y="362"/>
                    </a:lnTo>
                    <a:lnTo>
                      <a:pt x="583" y="361"/>
                    </a:lnTo>
                    <a:lnTo>
                      <a:pt x="580" y="360"/>
                    </a:lnTo>
                    <a:lnTo>
                      <a:pt x="577" y="361"/>
                    </a:lnTo>
                    <a:lnTo>
                      <a:pt x="573" y="362"/>
                    </a:lnTo>
                    <a:lnTo>
                      <a:pt x="571" y="363"/>
                    </a:lnTo>
                    <a:lnTo>
                      <a:pt x="568" y="365"/>
                    </a:lnTo>
                    <a:lnTo>
                      <a:pt x="566" y="368"/>
                    </a:lnTo>
                    <a:lnTo>
                      <a:pt x="564" y="371"/>
                    </a:lnTo>
                    <a:lnTo>
                      <a:pt x="563" y="374"/>
                    </a:lnTo>
                    <a:lnTo>
                      <a:pt x="563" y="378"/>
                    </a:lnTo>
                    <a:lnTo>
                      <a:pt x="563" y="381"/>
                    </a:lnTo>
                    <a:lnTo>
                      <a:pt x="564" y="384"/>
                    </a:lnTo>
                    <a:lnTo>
                      <a:pt x="566" y="387"/>
                    </a:lnTo>
                    <a:lnTo>
                      <a:pt x="568" y="389"/>
                    </a:lnTo>
                    <a:lnTo>
                      <a:pt x="570" y="392"/>
                    </a:lnTo>
                    <a:lnTo>
                      <a:pt x="574" y="393"/>
                    </a:lnTo>
                    <a:lnTo>
                      <a:pt x="612" y="409"/>
                    </a:lnTo>
                    <a:lnTo>
                      <a:pt x="616" y="413"/>
                    </a:lnTo>
                    <a:lnTo>
                      <a:pt x="618" y="416"/>
                    </a:lnTo>
                    <a:lnTo>
                      <a:pt x="619" y="420"/>
                    </a:lnTo>
                    <a:lnTo>
                      <a:pt x="618" y="424"/>
                    </a:lnTo>
                    <a:lnTo>
                      <a:pt x="600" y="466"/>
                    </a:lnTo>
                    <a:lnTo>
                      <a:pt x="598" y="469"/>
                    </a:lnTo>
                    <a:lnTo>
                      <a:pt x="595" y="471"/>
                    </a:lnTo>
                    <a:lnTo>
                      <a:pt x="591" y="472"/>
                    </a:lnTo>
                    <a:lnTo>
                      <a:pt x="587" y="471"/>
                    </a:lnTo>
                    <a:lnTo>
                      <a:pt x="547" y="455"/>
                    </a:lnTo>
                    <a:lnTo>
                      <a:pt x="544" y="454"/>
                    </a:lnTo>
                    <a:lnTo>
                      <a:pt x="541" y="454"/>
                    </a:lnTo>
                    <a:lnTo>
                      <a:pt x="538" y="454"/>
                    </a:lnTo>
                    <a:lnTo>
                      <a:pt x="536" y="455"/>
                    </a:lnTo>
                    <a:lnTo>
                      <a:pt x="533" y="456"/>
                    </a:lnTo>
                    <a:lnTo>
                      <a:pt x="530" y="457"/>
                    </a:lnTo>
                    <a:lnTo>
                      <a:pt x="528" y="459"/>
                    </a:lnTo>
                    <a:lnTo>
                      <a:pt x="526" y="462"/>
                    </a:lnTo>
                    <a:lnTo>
                      <a:pt x="520" y="471"/>
                    </a:lnTo>
                    <a:lnTo>
                      <a:pt x="512" y="481"/>
                    </a:lnTo>
                    <a:lnTo>
                      <a:pt x="505" y="489"/>
                    </a:lnTo>
                    <a:lnTo>
                      <a:pt x="497" y="498"/>
                    </a:lnTo>
                    <a:lnTo>
                      <a:pt x="488" y="506"/>
                    </a:lnTo>
                    <a:lnTo>
                      <a:pt x="479" y="513"/>
                    </a:lnTo>
                    <a:lnTo>
                      <a:pt x="470" y="522"/>
                    </a:lnTo>
                    <a:lnTo>
                      <a:pt x="461" y="528"/>
                    </a:lnTo>
                    <a:lnTo>
                      <a:pt x="458" y="530"/>
                    </a:lnTo>
                    <a:lnTo>
                      <a:pt x="456" y="533"/>
                    </a:lnTo>
                    <a:lnTo>
                      <a:pt x="455" y="535"/>
                    </a:lnTo>
                    <a:lnTo>
                      <a:pt x="454" y="538"/>
                    </a:lnTo>
                    <a:lnTo>
                      <a:pt x="453" y="541"/>
                    </a:lnTo>
                    <a:lnTo>
                      <a:pt x="453" y="543"/>
                    </a:lnTo>
                    <a:lnTo>
                      <a:pt x="453" y="546"/>
                    </a:lnTo>
                    <a:lnTo>
                      <a:pt x="454" y="549"/>
                    </a:lnTo>
                    <a:lnTo>
                      <a:pt x="470" y="588"/>
                    </a:lnTo>
                    <a:lnTo>
                      <a:pt x="471" y="592"/>
                    </a:lnTo>
                    <a:lnTo>
                      <a:pt x="470" y="596"/>
                    </a:lnTo>
                    <a:lnTo>
                      <a:pt x="468" y="599"/>
                    </a:lnTo>
                    <a:lnTo>
                      <a:pt x="465" y="601"/>
                    </a:lnTo>
                    <a:lnTo>
                      <a:pt x="422" y="619"/>
                    </a:lnTo>
                    <a:lnTo>
                      <a:pt x="419" y="621"/>
                    </a:lnTo>
                    <a:lnTo>
                      <a:pt x="415" y="619"/>
                    </a:lnTo>
                    <a:lnTo>
                      <a:pt x="411" y="617"/>
                    </a:lnTo>
                    <a:lnTo>
                      <a:pt x="409" y="613"/>
                    </a:lnTo>
                    <a:lnTo>
                      <a:pt x="392" y="574"/>
                    </a:lnTo>
                    <a:lnTo>
                      <a:pt x="391" y="572"/>
                    </a:lnTo>
                    <a:lnTo>
                      <a:pt x="389" y="569"/>
                    </a:lnTo>
                    <a:lnTo>
                      <a:pt x="387" y="567"/>
                    </a:lnTo>
                    <a:lnTo>
                      <a:pt x="384" y="566"/>
                    </a:lnTo>
                    <a:lnTo>
                      <a:pt x="382" y="565"/>
                    </a:lnTo>
                    <a:lnTo>
                      <a:pt x="379" y="564"/>
                    </a:lnTo>
                    <a:lnTo>
                      <a:pt x="376" y="564"/>
                    </a:lnTo>
                    <a:lnTo>
                      <a:pt x="373" y="564"/>
                    </a:lnTo>
                    <a:lnTo>
                      <a:pt x="361" y="566"/>
                    </a:lnTo>
                    <a:lnTo>
                      <a:pt x="350" y="568"/>
                    </a:lnTo>
                    <a:lnTo>
                      <a:pt x="338" y="569"/>
                    </a:lnTo>
                    <a:lnTo>
                      <a:pt x="326" y="569"/>
                    </a:lnTo>
                    <a:lnTo>
                      <a:pt x="315" y="568"/>
                    </a:lnTo>
                    <a:lnTo>
                      <a:pt x="303" y="568"/>
                    </a:lnTo>
                    <a:lnTo>
                      <a:pt x="291" y="566"/>
                    </a:lnTo>
                    <a:lnTo>
                      <a:pt x="280" y="564"/>
                    </a:lnTo>
                    <a:lnTo>
                      <a:pt x="274" y="564"/>
                    </a:lnTo>
                    <a:lnTo>
                      <a:pt x="269" y="566"/>
                    </a:lnTo>
                    <a:lnTo>
                      <a:pt x="266" y="567"/>
                    </a:lnTo>
                    <a:lnTo>
                      <a:pt x="264" y="569"/>
                    </a:lnTo>
                    <a:lnTo>
                      <a:pt x="261" y="572"/>
                    </a:lnTo>
                    <a:lnTo>
                      <a:pt x="260" y="574"/>
                    </a:lnTo>
                    <a:lnTo>
                      <a:pt x="244" y="613"/>
                    </a:lnTo>
                    <a:lnTo>
                      <a:pt x="241" y="617"/>
                    </a:lnTo>
                    <a:lnTo>
                      <a:pt x="238" y="619"/>
                    </a:lnTo>
                    <a:lnTo>
                      <a:pt x="234" y="621"/>
                    </a:lnTo>
                    <a:lnTo>
                      <a:pt x="230" y="619"/>
                    </a:lnTo>
                    <a:lnTo>
                      <a:pt x="188" y="601"/>
                    </a:lnTo>
                    <a:lnTo>
                      <a:pt x="185" y="599"/>
                    </a:lnTo>
                    <a:lnTo>
                      <a:pt x="183" y="596"/>
                    </a:lnTo>
                    <a:lnTo>
                      <a:pt x="182" y="592"/>
                    </a:lnTo>
                    <a:lnTo>
                      <a:pt x="183" y="588"/>
                    </a:lnTo>
                    <a:lnTo>
                      <a:pt x="199" y="549"/>
                    </a:lnTo>
                    <a:lnTo>
                      <a:pt x="200" y="543"/>
                    </a:lnTo>
                    <a:lnTo>
                      <a:pt x="199" y="537"/>
                    </a:lnTo>
                    <a:lnTo>
                      <a:pt x="198" y="535"/>
                    </a:lnTo>
                    <a:lnTo>
                      <a:pt x="197" y="532"/>
                    </a:lnTo>
                    <a:lnTo>
                      <a:pt x="195" y="530"/>
                    </a:lnTo>
                    <a:lnTo>
                      <a:pt x="192" y="528"/>
                    </a:lnTo>
                    <a:lnTo>
                      <a:pt x="183" y="521"/>
                    </a:lnTo>
                    <a:lnTo>
                      <a:pt x="173" y="513"/>
                    </a:lnTo>
                    <a:lnTo>
                      <a:pt x="165" y="506"/>
                    </a:lnTo>
                    <a:lnTo>
                      <a:pt x="156" y="498"/>
                    </a:lnTo>
                    <a:lnTo>
                      <a:pt x="148" y="489"/>
                    </a:lnTo>
                    <a:lnTo>
                      <a:pt x="141" y="480"/>
                    </a:lnTo>
                    <a:lnTo>
                      <a:pt x="133" y="471"/>
                    </a:lnTo>
                    <a:lnTo>
                      <a:pt x="127" y="461"/>
                    </a:lnTo>
                    <a:lnTo>
                      <a:pt x="125" y="459"/>
                    </a:lnTo>
                    <a:lnTo>
                      <a:pt x="122" y="457"/>
                    </a:lnTo>
                    <a:lnTo>
                      <a:pt x="120" y="456"/>
                    </a:lnTo>
                    <a:lnTo>
                      <a:pt x="117" y="455"/>
                    </a:lnTo>
                    <a:lnTo>
                      <a:pt x="113" y="454"/>
                    </a:lnTo>
                    <a:lnTo>
                      <a:pt x="111" y="454"/>
                    </a:lnTo>
                    <a:lnTo>
                      <a:pt x="108" y="454"/>
                    </a:lnTo>
                    <a:lnTo>
                      <a:pt x="105" y="455"/>
                    </a:lnTo>
                    <a:lnTo>
                      <a:pt x="66" y="471"/>
                    </a:lnTo>
                    <a:lnTo>
                      <a:pt x="62" y="472"/>
                    </a:lnTo>
                    <a:lnTo>
                      <a:pt x="58" y="471"/>
                    </a:lnTo>
                    <a:lnTo>
                      <a:pt x="55" y="469"/>
                    </a:lnTo>
                    <a:lnTo>
                      <a:pt x="53" y="466"/>
                    </a:lnTo>
                    <a:lnTo>
                      <a:pt x="35" y="423"/>
                    </a:lnTo>
                    <a:lnTo>
                      <a:pt x="34" y="419"/>
                    </a:lnTo>
                    <a:lnTo>
                      <a:pt x="35" y="415"/>
                    </a:lnTo>
                    <a:lnTo>
                      <a:pt x="37" y="412"/>
                    </a:lnTo>
                    <a:lnTo>
                      <a:pt x="41" y="409"/>
                    </a:lnTo>
                    <a:lnTo>
                      <a:pt x="80" y="393"/>
                    </a:lnTo>
                    <a:lnTo>
                      <a:pt x="82" y="391"/>
                    </a:lnTo>
                    <a:lnTo>
                      <a:pt x="85" y="390"/>
                    </a:lnTo>
                    <a:lnTo>
                      <a:pt x="87" y="388"/>
                    </a:lnTo>
                    <a:lnTo>
                      <a:pt x="88" y="385"/>
                    </a:lnTo>
                    <a:lnTo>
                      <a:pt x="90" y="380"/>
                    </a:lnTo>
                    <a:lnTo>
                      <a:pt x="90" y="374"/>
                    </a:lnTo>
                    <a:lnTo>
                      <a:pt x="88" y="362"/>
                    </a:lnTo>
                    <a:lnTo>
                      <a:pt x="86" y="351"/>
                    </a:lnTo>
                    <a:lnTo>
                      <a:pt x="85" y="339"/>
                    </a:lnTo>
                    <a:lnTo>
                      <a:pt x="85" y="327"/>
                    </a:lnTo>
                    <a:lnTo>
                      <a:pt x="85" y="316"/>
                    </a:lnTo>
                    <a:lnTo>
                      <a:pt x="86" y="303"/>
                    </a:lnTo>
                    <a:lnTo>
                      <a:pt x="88" y="291"/>
                    </a:lnTo>
                    <a:lnTo>
                      <a:pt x="90" y="280"/>
                    </a:lnTo>
                    <a:lnTo>
                      <a:pt x="90" y="277"/>
                    </a:lnTo>
                    <a:lnTo>
                      <a:pt x="90" y="274"/>
                    </a:lnTo>
                    <a:lnTo>
                      <a:pt x="89" y="271"/>
                    </a:lnTo>
                    <a:lnTo>
                      <a:pt x="88" y="268"/>
                    </a:lnTo>
                    <a:lnTo>
                      <a:pt x="87" y="266"/>
                    </a:lnTo>
                    <a:lnTo>
                      <a:pt x="85" y="264"/>
                    </a:lnTo>
                    <a:lnTo>
                      <a:pt x="82" y="262"/>
                    </a:lnTo>
                    <a:lnTo>
                      <a:pt x="80" y="261"/>
                    </a:lnTo>
                    <a:lnTo>
                      <a:pt x="41" y="245"/>
                    </a:lnTo>
                    <a:lnTo>
                      <a:pt x="37" y="242"/>
                    </a:lnTo>
                    <a:lnTo>
                      <a:pt x="35" y="239"/>
                    </a:lnTo>
                    <a:lnTo>
                      <a:pt x="34" y="235"/>
                    </a:lnTo>
                    <a:lnTo>
                      <a:pt x="35" y="231"/>
                    </a:lnTo>
                    <a:lnTo>
                      <a:pt x="53" y="188"/>
                    </a:lnTo>
                    <a:lnTo>
                      <a:pt x="55" y="185"/>
                    </a:lnTo>
                    <a:lnTo>
                      <a:pt x="58" y="182"/>
                    </a:lnTo>
                    <a:lnTo>
                      <a:pt x="62" y="182"/>
                    </a:lnTo>
                    <a:lnTo>
                      <a:pt x="66" y="182"/>
                    </a:lnTo>
                    <a:lnTo>
                      <a:pt x="105" y="198"/>
                    </a:lnTo>
                    <a:lnTo>
                      <a:pt x="108" y="199"/>
                    </a:lnTo>
                    <a:lnTo>
                      <a:pt x="111" y="200"/>
                    </a:lnTo>
                    <a:lnTo>
                      <a:pt x="114" y="200"/>
                    </a:lnTo>
                    <a:lnTo>
                      <a:pt x="118" y="199"/>
                    </a:lnTo>
                    <a:lnTo>
                      <a:pt x="120" y="198"/>
                    </a:lnTo>
                    <a:lnTo>
                      <a:pt x="123" y="196"/>
                    </a:lnTo>
                    <a:lnTo>
                      <a:pt x="125" y="195"/>
                    </a:lnTo>
                    <a:lnTo>
                      <a:pt x="127" y="192"/>
                    </a:lnTo>
                    <a:lnTo>
                      <a:pt x="133" y="183"/>
                    </a:lnTo>
                    <a:lnTo>
                      <a:pt x="141" y="173"/>
                    </a:lnTo>
                    <a:lnTo>
                      <a:pt x="148" y="164"/>
                    </a:lnTo>
                    <a:lnTo>
                      <a:pt x="156" y="156"/>
                    </a:lnTo>
                    <a:lnTo>
                      <a:pt x="165" y="148"/>
                    </a:lnTo>
                    <a:lnTo>
                      <a:pt x="174" y="140"/>
                    </a:lnTo>
                    <a:lnTo>
                      <a:pt x="183" y="133"/>
                    </a:lnTo>
                    <a:lnTo>
                      <a:pt x="193" y="126"/>
                    </a:lnTo>
                    <a:lnTo>
                      <a:pt x="195" y="124"/>
                    </a:lnTo>
                    <a:lnTo>
                      <a:pt x="197" y="122"/>
                    </a:lnTo>
                    <a:lnTo>
                      <a:pt x="198" y="120"/>
                    </a:lnTo>
                    <a:lnTo>
                      <a:pt x="199" y="117"/>
                    </a:lnTo>
                    <a:lnTo>
                      <a:pt x="200" y="114"/>
                    </a:lnTo>
                    <a:lnTo>
                      <a:pt x="200" y="111"/>
                    </a:lnTo>
                    <a:lnTo>
                      <a:pt x="200" y="108"/>
                    </a:lnTo>
                    <a:lnTo>
                      <a:pt x="199" y="106"/>
                    </a:lnTo>
                    <a:lnTo>
                      <a:pt x="183" y="66"/>
                    </a:lnTo>
                    <a:lnTo>
                      <a:pt x="182" y="62"/>
                    </a:lnTo>
                    <a:lnTo>
                      <a:pt x="183" y="58"/>
                    </a:lnTo>
                    <a:lnTo>
                      <a:pt x="185" y="55"/>
                    </a:lnTo>
                    <a:lnTo>
                      <a:pt x="188" y="52"/>
                    </a:lnTo>
                    <a:lnTo>
                      <a:pt x="231" y="35"/>
                    </a:lnTo>
                    <a:lnTo>
                      <a:pt x="235" y="34"/>
                    </a:lnTo>
                    <a:lnTo>
                      <a:pt x="238" y="35"/>
                    </a:lnTo>
                    <a:lnTo>
                      <a:pt x="242" y="37"/>
                    </a:lnTo>
                    <a:lnTo>
                      <a:pt x="244" y="41"/>
                    </a:lnTo>
                    <a:lnTo>
                      <a:pt x="260" y="79"/>
                    </a:lnTo>
                    <a:lnTo>
                      <a:pt x="263" y="83"/>
                    </a:lnTo>
                    <a:lnTo>
                      <a:pt x="265" y="85"/>
                    </a:lnTo>
                    <a:lnTo>
                      <a:pt x="267" y="87"/>
                    </a:lnTo>
                    <a:lnTo>
                      <a:pt x="270" y="89"/>
                    </a:lnTo>
                    <a:lnTo>
                      <a:pt x="273" y="90"/>
                    </a:lnTo>
                    <a:lnTo>
                      <a:pt x="277" y="90"/>
                    </a:lnTo>
                    <a:lnTo>
                      <a:pt x="280" y="90"/>
                    </a:lnTo>
                    <a:lnTo>
                      <a:pt x="283" y="89"/>
                    </a:lnTo>
                    <a:lnTo>
                      <a:pt x="286" y="87"/>
                    </a:lnTo>
                    <a:lnTo>
                      <a:pt x="289" y="85"/>
                    </a:lnTo>
                    <a:lnTo>
                      <a:pt x="291" y="82"/>
                    </a:lnTo>
                    <a:lnTo>
                      <a:pt x="293" y="79"/>
                    </a:lnTo>
                    <a:lnTo>
                      <a:pt x="294" y="76"/>
                    </a:lnTo>
                    <a:lnTo>
                      <a:pt x="294" y="73"/>
                    </a:lnTo>
                    <a:lnTo>
                      <a:pt x="294" y="70"/>
                    </a:lnTo>
                    <a:lnTo>
                      <a:pt x="293" y="66"/>
                    </a:lnTo>
                    <a:lnTo>
                      <a:pt x="277" y="28"/>
                    </a:lnTo>
                    <a:lnTo>
                      <a:pt x="273" y="20"/>
                    </a:lnTo>
                    <a:lnTo>
                      <a:pt x="267" y="13"/>
                    </a:lnTo>
                    <a:lnTo>
                      <a:pt x="259" y="8"/>
                    </a:lnTo>
                    <a:lnTo>
                      <a:pt x="252" y="4"/>
                    </a:lnTo>
                    <a:lnTo>
                      <a:pt x="243" y="1"/>
                    </a:lnTo>
                    <a:lnTo>
                      <a:pt x="235" y="0"/>
                    </a:lnTo>
                    <a:lnTo>
                      <a:pt x="226" y="1"/>
                    </a:lnTo>
                    <a:lnTo>
                      <a:pt x="218" y="4"/>
                    </a:lnTo>
                    <a:lnTo>
                      <a:pt x="175" y="21"/>
                    </a:lnTo>
                    <a:lnTo>
                      <a:pt x="168" y="25"/>
                    </a:lnTo>
                    <a:lnTo>
                      <a:pt x="161" y="31"/>
                    </a:lnTo>
                    <a:lnTo>
                      <a:pt x="156" y="37"/>
                    </a:lnTo>
                    <a:lnTo>
                      <a:pt x="151" y="45"/>
                    </a:lnTo>
                    <a:lnTo>
                      <a:pt x="149" y="53"/>
                    </a:lnTo>
                    <a:lnTo>
                      <a:pt x="148" y="62"/>
                    </a:lnTo>
                    <a:lnTo>
                      <a:pt x="149" y="71"/>
                    </a:lnTo>
                    <a:lnTo>
                      <a:pt x="151" y="79"/>
                    </a:lnTo>
                    <a:lnTo>
                      <a:pt x="162" y="106"/>
                    </a:lnTo>
                    <a:lnTo>
                      <a:pt x="147" y="119"/>
                    </a:lnTo>
                    <a:lnTo>
                      <a:pt x="132" y="132"/>
                    </a:lnTo>
                    <a:lnTo>
                      <a:pt x="119" y="146"/>
                    </a:lnTo>
                    <a:lnTo>
                      <a:pt x="106" y="162"/>
                    </a:lnTo>
                    <a:lnTo>
                      <a:pt x="79" y="151"/>
                    </a:lnTo>
                    <a:lnTo>
                      <a:pt x="71" y="148"/>
                    </a:lnTo>
                    <a:lnTo>
                      <a:pt x="62" y="148"/>
                    </a:lnTo>
                    <a:lnTo>
                      <a:pt x="54" y="148"/>
                    </a:lnTo>
                    <a:lnTo>
                      <a:pt x="45" y="151"/>
                    </a:lnTo>
                    <a:lnTo>
                      <a:pt x="38" y="155"/>
                    </a:lnTo>
                    <a:lnTo>
                      <a:pt x="31" y="160"/>
                    </a:lnTo>
                    <a:lnTo>
                      <a:pt x="26" y="167"/>
                    </a:lnTo>
                    <a:lnTo>
                      <a:pt x="22" y="175"/>
                    </a:lnTo>
                    <a:lnTo>
                      <a:pt x="4" y="218"/>
                    </a:lnTo>
                    <a:lnTo>
                      <a:pt x="1" y="227"/>
                    </a:lnTo>
                    <a:lnTo>
                      <a:pt x="0" y="235"/>
                    </a:lnTo>
                    <a:lnTo>
                      <a:pt x="0" y="236"/>
                    </a:lnTo>
                    <a:lnTo>
                      <a:pt x="1" y="242"/>
                    </a:lnTo>
                    <a:lnTo>
                      <a:pt x="2" y="248"/>
                    </a:lnTo>
                    <a:lnTo>
                      <a:pt x="5" y="254"/>
                    </a:lnTo>
                    <a:lnTo>
                      <a:pt x="8" y="260"/>
                    </a:lnTo>
                    <a:lnTo>
                      <a:pt x="12" y="265"/>
                    </a:lnTo>
                    <a:lnTo>
                      <a:pt x="16" y="269"/>
                    </a:lnTo>
                    <a:lnTo>
                      <a:pt x="22" y="273"/>
                    </a:lnTo>
                    <a:lnTo>
                      <a:pt x="28" y="276"/>
                    </a:lnTo>
                    <a:lnTo>
                      <a:pt x="54" y="287"/>
                    </a:lnTo>
                    <a:lnTo>
                      <a:pt x="52" y="308"/>
                    </a:lnTo>
                    <a:lnTo>
                      <a:pt x="51" y="327"/>
                    </a:lnTo>
                    <a:lnTo>
                      <a:pt x="52" y="347"/>
                    </a:lnTo>
                    <a:lnTo>
                      <a:pt x="54" y="367"/>
                    </a:lnTo>
                    <a:lnTo>
                      <a:pt x="28" y="378"/>
                    </a:lnTo>
                    <a:lnTo>
                      <a:pt x="20" y="382"/>
                    </a:lnTo>
                    <a:lnTo>
                      <a:pt x="13" y="387"/>
                    </a:lnTo>
                    <a:lnTo>
                      <a:pt x="8" y="394"/>
                    </a:lnTo>
                    <a:lnTo>
                      <a:pt x="4" y="402"/>
                    </a:lnTo>
                    <a:lnTo>
                      <a:pt x="1" y="411"/>
                    </a:lnTo>
                    <a:lnTo>
                      <a:pt x="0" y="419"/>
                    </a:lnTo>
                    <a:lnTo>
                      <a:pt x="0" y="420"/>
                    </a:lnTo>
                    <a:lnTo>
                      <a:pt x="1" y="428"/>
                    </a:lnTo>
                    <a:lnTo>
                      <a:pt x="4" y="436"/>
                    </a:lnTo>
                    <a:lnTo>
                      <a:pt x="21" y="479"/>
                    </a:lnTo>
                    <a:lnTo>
                      <a:pt x="25" y="486"/>
                    </a:lnTo>
                    <a:lnTo>
                      <a:pt x="31" y="493"/>
                    </a:lnTo>
                    <a:lnTo>
                      <a:pt x="38" y="499"/>
                    </a:lnTo>
                    <a:lnTo>
                      <a:pt x="45" y="503"/>
                    </a:lnTo>
                    <a:lnTo>
                      <a:pt x="54" y="505"/>
                    </a:lnTo>
                    <a:lnTo>
                      <a:pt x="62" y="506"/>
                    </a:lnTo>
                    <a:lnTo>
                      <a:pt x="71" y="505"/>
                    </a:lnTo>
                    <a:lnTo>
                      <a:pt x="79" y="503"/>
                    </a:lnTo>
                    <a:lnTo>
                      <a:pt x="105" y="492"/>
                    </a:lnTo>
                    <a:lnTo>
                      <a:pt x="119" y="507"/>
                    </a:lnTo>
                    <a:lnTo>
                      <a:pt x="132" y="523"/>
                    </a:lnTo>
                    <a:lnTo>
                      <a:pt x="147" y="536"/>
                    </a:lnTo>
                    <a:lnTo>
                      <a:pt x="162" y="548"/>
                    </a:lnTo>
                    <a:lnTo>
                      <a:pt x="151" y="575"/>
                    </a:lnTo>
                    <a:lnTo>
                      <a:pt x="149" y="583"/>
                    </a:lnTo>
                    <a:lnTo>
                      <a:pt x="148" y="592"/>
                    </a:lnTo>
                    <a:lnTo>
                      <a:pt x="149" y="600"/>
                    </a:lnTo>
                    <a:lnTo>
                      <a:pt x="151" y="609"/>
                    </a:lnTo>
                    <a:lnTo>
                      <a:pt x="155" y="616"/>
                    </a:lnTo>
                    <a:lnTo>
                      <a:pt x="161" y="624"/>
                    </a:lnTo>
                    <a:lnTo>
                      <a:pt x="167" y="629"/>
                    </a:lnTo>
                    <a:lnTo>
                      <a:pt x="175" y="634"/>
                    </a:lnTo>
                    <a:lnTo>
                      <a:pt x="217" y="651"/>
                    </a:lnTo>
                    <a:lnTo>
                      <a:pt x="226" y="654"/>
                    </a:lnTo>
                    <a:lnTo>
                      <a:pt x="235" y="655"/>
                    </a:lnTo>
                    <a:lnTo>
                      <a:pt x="243" y="654"/>
                    </a:lnTo>
                    <a:lnTo>
                      <a:pt x="251" y="651"/>
                    </a:lnTo>
                    <a:lnTo>
                      <a:pt x="259" y="647"/>
                    </a:lnTo>
                    <a:lnTo>
                      <a:pt x="266" y="642"/>
                    </a:lnTo>
                    <a:lnTo>
                      <a:pt x="272" y="635"/>
                    </a:lnTo>
                    <a:lnTo>
                      <a:pt x="276" y="627"/>
                    </a:lnTo>
                    <a:lnTo>
                      <a:pt x="287" y="600"/>
                    </a:lnTo>
                    <a:lnTo>
                      <a:pt x="307" y="602"/>
                    </a:lnTo>
                    <a:lnTo>
                      <a:pt x="326" y="603"/>
                    </a:lnTo>
                    <a:lnTo>
                      <a:pt x="346" y="602"/>
                    </a:lnTo>
                    <a:lnTo>
                      <a:pt x="366" y="600"/>
                    </a:lnTo>
                    <a:lnTo>
                      <a:pt x="377" y="627"/>
                    </a:lnTo>
                    <a:lnTo>
                      <a:pt x="381" y="635"/>
                    </a:lnTo>
                    <a:lnTo>
                      <a:pt x="386" y="642"/>
                    </a:lnTo>
                    <a:lnTo>
                      <a:pt x="393" y="647"/>
                    </a:lnTo>
                    <a:lnTo>
                      <a:pt x="401" y="651"/>
                    </a:lnTo>
                    <a:lnTo>
                      <a:pt x="410" y="654"/>
                    </a:lnTo>
                    <a:lnTo>
                      <a:pt x="419" y="655"/>
                    </a:lnTo>
                    <a:lnTo>
                      <a:pt x="427" y="654"/>
                    </a:lnTo>
                    <a:lnTo>
                      <a:pt x="436" y="6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 185">
                <a:extLst>
                  <a:ext uri="{FF2B5EF4-FFF2-40B4-BE49-F238E27FC236}">
                    <a16:creationId xmlns:a16="http://schemas.microsoft.com/office/drawing/2014/main" id="{64C3CED5-D3E7-452E-95D7-40BA3FD8F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0924" y="2876444"/>
                <a:ext cx="145163" cy="145163"/>
              </a:xfrm>
              <a:custGeom>
                <a:avLst/>
                <a:gdLst>
                  <a:gd name="T0" fmla="*/ 3 w 281"/>
                  <a:gd name="T1" fmla="*/ 170 h 281"/>
                  <a:gd name="T2" fmla="*/ 18 w 281"/>
                  <a:gd name="T3" fmla="*/ 208 h 281"/>
                  <a:gd name="T4" fmla="*/ 42 w 281"/>
                  <a:gd name="T5" fmla="*/ 241 h 281"/>
                  <a:gd name="T6" fmla="*/ 74 w 281"/>
                  <a:gd name="T7" fmla="*/ 265 h 281"/>
                  <a:gd name="T8" fmla="*/ 113 w 281"/>
                  <a:gd name="T9" fmla="*/ 279 h 281"/>
                  <a:gd name="T10" fmla="*/ 142 w 281"/>
                  <a:gd name="T11" fmla="*/ 281 h 281"/>
                  <a:gd name="T12" fmla="*/ 182 w 281"/>
                  <a:gd name="T13" fmla="*/ 275 h 281"/>
                  <a:gd name="T14" fmla="*/ 219 w 281"/>
                  <a:gd name="T15" fmla="*/ 258 h 281"/>
                  <a:gd name="T16" fmla="*/ 250 w 281"/>
                  <a:gd name="T17" fmla="*/ 230 h 281"/>
                  <a:gd name="T18" fmla="*/ 271 w 281"/>
                  <a:gd name="T19" fmla="*/ 194 h 281"/>
                  <a:gd name="T20" fmla="*/ 280 w 281"/>
                  <a:gd name="T21" fmla="*/ 154 h 281"/>
                  <a:gd name="T22" fmla="*/ 279 w 281"/>
                  <a:gd name="T23" fmla="*/ 134 h 281"/>
                  <a:gd name="T24" fmla="*/ 273 w 281"/>
                  <a:gd name="T25" fmla="*/ 126 h 281"/>
                  <a:gd name="T26" fmla="*/ 264 w 281"/>
                  <a:gd name="T27" fmla="*/ 123 h 281"/>
                  <a:gd name="T28" fmla="*/ 257 w 281"/>
                  <a:gd name="T29" fmla="*/ 125 h 281"/>
                  <a:gd name="T30" fmla="*/ 249 w 281"/>
                  <a:gd name="T31" fmla="*/ 131 h 281"/>
                  <a:gd name="T32" fmla="*/ 247 w 281"/>
                  <a:gd name="T33" fmla="*/ 141 h 281"/>
                  <a:gd name="T34" fmla="*/ 242 w 281"/>
                  <a:gd name="T35" fmla="*/ 171 h 281"/>
                  <a:gd name="T36" fmla="*/ 229 w 281"/>
                  <a:gd name="T37" fmla="*/ 199 h 281"/>
                  <a:gd name="T38" fmla="*/ 208 w 281"/>
                  <a:gd name="T39" fmla="*/ 222 h 281"/>
                  <a:gd name="T40" fmla="*/ 182 w 281"/>
                  <a:gd name="T41" fmla="*/ 239 h 281"/>
                  <a:gd name="T42" fmla="*/ 152 w 281"/>
                  <a:gd name="T43" fmla="*/ 247 h 281"/>
                  <a:gd name="T44" fmla="*/ 130 w 281"/>
                  <a:gd name="T45" fmla="*/ 247 h 281"/>
                  <a:gd name="T46" fmla="*/ 100 w 281"/>
                  <a:gd name="T47" fmla="*/ 239 h 281"/>
                  <a:gd name="T48" fmla="*/ 73 w 281"/>
                  <a:gd name="T49" fmla="*/ 223 h 281"/>
                  <a:gd name="T50" fmla="*/ 53 w 281"/>
                  <a:gd name="T51" fmla="*/ 201 h 281"/>
                  <a:gd name="T52" fmla="*/ 40 w 281"/>
                  <a:gd name="T53" fmla="*/ 173 h 281"/>
                  <a:gd name="T54" fmla="*/ 35 w 281"/>
                  <a:gd name="T55" fmla="*/ 142 h 281"/>
                  <a:gd name="T56" fmla="*/ 39 w 281"/>
                  <a:gd name="T57" fmla="*/ 110 h 281"/>
                  <a:gd name="T58" fmla="*/ 52 w 281"/>
                  <a:gd name="T59" fmla="*/ 83 h 281"/>
                  <a:gd name="T60" fmla="*/ 73 w 281"/>
                  <a:gd name="T61" fmla="*/ 60 h 281"/>
                  <a:gd name="T62" fmla="*/ 99 w 281"/>
                  <a:gd name="T63" fmla="*/ 44 h 281"/>
                  <a:gd name="T64" fmla="*/ 129 w 281"/>
                  <a:gd name="T65" fmla="*/ 36 h 281"/>
                  <a:gd name="T66" fmla="*/ 147 w 281"/>
                  <a:gd name="T67" fmla="*/ 34 h 281"/>
                  <a:gd name="T68" fmla="*/ 154 w 281"/>
                  <a:gd name="T69" fmla="*/ 28 h 281"/>
                  <a:gd name="T70" fmla="*/ 157 w 281"/>
                  <a:gd name="T71" fmla="*/ 18 h 281"/>
                  <a:gd name="T72" fmla="*/ 154 w 281"/>
                  <a:gd name="T73" fmla="*/ 8 h 281"/>
                  <a:gd name="T74" fmla="*/ 146 w 281"/>
                  <a:gd name="T75" fmla="*/ 2 h 281"/>
                  <a:gd name="T76" fmla="*/ 140 w 281"/>
                  <a:gd name="T77" fmla="*/ 0 h 281"/>
                  <a:gd name="T78" fmla="*/ 98 w 281"/>
                  <a:gd name="T79" fmla="*/ 7 h 281"/>
                  <a:gd name="T80" fmla="*/ 61 w 281"/>
                  <a:gd name="T81" fmla="*/ 26 h 281"/>
                  <a:gd name="T82" fmla="*/ 32 w 281"/>
                  <a:gd name="T83" fmla="*/ 53 h 281"/>
                  <a:gd name="T84" fmla="*/ 11 w 281"/>
                  <a:gd name="T85" fmla="*/ 87 h 281"/>
                  <a:gd name="T86" fmla="*/ 1 w 281"/>
                  <a:gd name="T87" fmla="*/ 128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81" h="281">
                    <a:moveTo>
                      <a:pt x="0" y="142"/>
                    </a:moveTo>
                    <a:lnTo>
                      <a:pt x="1" y="157"/>
                    </a:lnTo>
                    <a:lnTo>
                      <a:pt x="3" y="170"/>
                    </a:lnTo>
                    <a:lnTo>
                      <a:pt x="7" y="184"/>
                    </a:lnTo>
                    <a:lnTo>
                      <a:pt x="12" y="196"/>
                    </a:lnTo>
                    <a:lnTo>
                      <a:pt x="18" y="208"/>
                    </a:lnTo>
                    <a:lnTo>
                      <a:pt x="25" y="220"/>
                    </a:lnTo>
                    <a:lnTo>
                      <a:pt x="33" y="231"/>
                    </a:lnTo>
                    <a:lnTo>
                      <a:pt x="42" y="241"/>
                    </a:lnTo>
                    <a:lnTo>
                      <a:pt x="52" y="250"/>
                    </a:lnTo>
                    <a:lnTo>
                      <a:pt x="62" y="258"/>
                    </a:lnTo>
                    <a:lnTo>
                      <a:pt x="74" y="265"/>
                    </a:lnTo>
                    <a:lnTo>
                      <a:pt x="87" y="271"/>
                    </a:lnTo>
                    <a:lnTo>
                      <a:pt x="99" y="275"/>
                    </a:lnTo>
                    <a:lnTo>
                      <a:pt x="113" y="279"/>
                    </a:lnTo>
                    <a:lnTo>
                      <a:pt x="126" y="281"/>
                    </a:lnTo>
                    <a:lnTo>
                      <a:pt x="141" y="281"/>
                    </a:lnTo>
                    <a:lnTo>
                      <a:pt x="142" y="281"/>
                    </a:lnTo>
                    <a:lnTo>
                      <a:pt x="155" y="281"/>
                    </a:lnTo>
                    <a:lnTo>
                      <a:pt x="169" y="279"/>
                    </a:lnTo>
                    <a:lnTo>
                      <a:pt x="182" y="275"/>
                    </a:lnTo>
                    <a:lnTo>
                      <a:pt x="195" y="271"/>
                    </a:lnTo>
                    <a:lnTo>
                      <a:pt x="207" y="265"/>
                    </a:lnTo>
                    <a:lnTo>
                      <a:pt x="219" y="258"/>
                    </a:lnTo>
                    <a:lnTo>
                      <a:pt x="231" y="249"/>
                    </a:lnTo>
                    <a:lnTo>
                      <a:pt x="241" y="240"/>
                    </a:lnTo>
                    <a:lnTo>
                      <a:pt x="250" y="230"/>
                    </a:lnTo>
                    <a:lnTo>
                      <a:pt x="258" y="218"/>
                    </a:lnTo>
                    <a:lnTo>
                      <a:pt x="265" y="206"/>
                    </a:lnTo>
                    <a:lnTo>
                      <a:pt x="271" y="194"/>
                    </a:lnTo>
                    <a:lnTo>
                      <a:pt x="275" y="181"/>
                    </a:lnTo>
                    <a:lnTo>
                      <a:pt x="278" y="168"/>
                    </a:lnTo>
                    <a:lnTo>
                      <a:pt x="280" y="154"/>
                    </a:lnTo>
                    <a:lnTo>
                      <a:pt x="281" y="140"/>
                    </a:lnTo>
                    <a:lnTo>
                      <a:pt x="280" y="137"/>
                    </a:lnTo>
                    <a:lnTo>
                      <a:pt x="279" y="134"/>
                    </a:lnTo>
                    <a:lnTo>
                      <a:pt x="278" y="131"/>
                    </a:lnTo>
                    <a:lnTo>
                      <a:pt x="276" y="128"/>
                    </a:lnTo>
                    <a:lnTo>
                      <a:pt x="273" y="126"/>
                    </a:lnTo>
                    <a:lnTo>
                      <a:pt x="270" y="125"/>
                    </a:lnTo>
                    <a:lnTo>
                      <a:pt x="267" y="124"/>
                    </a:lnTo>
                    <a:lnTo>
                      <a:pt x="264" y="123"/>
                    </a:lnTo>
                    <a:lnTo>
                      <a:pt x="264" y="123"/>
                    </a:lnTo>
                    <a:lnTo>
                      <a:pt x="260" y="124"/>
                    </a:lnTo>
                    <a:lnTo>
                      <a:pt x="257" y="125"/>
                    </a:lnTo>
                    <a:lnTo>
                      <a:pt x="254" y="126"/>
                    </a:lnTo>
                    <a:lnTo>
                      <a:pt x="251" y="129"/>
                    </a:lnTo>
                    <a:lnTo>
                      <a:pt x="249" y="131"/>
                    </a:lnTo>
                    <a:lnTo>
                      <a:pt x="248" y="134"/>
                    </a:lnTo>
                    <a:lnTo>
                      <a:pt x="247" y="137"/>
                    </a:lnTo>
                    <a:lnTo>
                      <a:pt x="247" y="141"/>
                    </a:lnTo>
                    <a:lnTo>
                      <a:pt x="246" y="151"/>
                    </a:lnTo>
                    <a:lnTo>
                      <a:pt x="245" y="161"/>
                    </a:lnTo>
                    <a:lnTo>
                      <a:pt x="242" y="171"/>
                    </a:lnTo>
                    <a:lnTo>
                      <a:pt x="239" y="181"/>
                    </a:lnTo>
                    <a:lnTo>
                      <a:pt x="235" y="190"/>
                    </a:lnTo>
                    <a:lnTo>
                      <a:pt x="229" y="199"/>
                    </a:lnTo>
                    <a:lnTo>
                      <a:pt x="223" y="207"/>
                    </a:lnTo>
                    <a:lnTo>
                      <a:pt x="215" y="215"/>
                    </a:lnTo>
                    <a:lnTo>
                      <a:pt x="208" y="222"/>
                    </a:lnTo>
                    <a:lnTo>
                      <a:pt x="199" y="229"/>
                    </a:lnTo>
                    <a:lnTo>
                      <a:pt x="191" y="235"/>
                    </a:lnTo>
                    <a:lnTo>
                      <a:pt x="182" y="239"/>
                    </a:lnTo>
                    <a:lnTo>
                      <a:pt x="172" y="243"/>
                    </a:lnTo>
                    <a:lnTo>
                      <a:pt x="162" y="245"/>
                    </a:lnTo>
                    <a:lnTo>
                      <a:pt x="152" y="247"/>
                    </a:lnTo>
                    <a:lnTo>
                      <a:pt x="141" y="247"/>
                    </a:lnTo>
                    <a:lnTo>
                      <a:pt x="141" y="247"/>
                    </a:lnTo>
                    <a:lnTo>
                      <a:pt x="130" y="247"/>
                    </a:lnTo>
                    <a:lnTo>
                      <a:pt x="120" y="245"/>
                    </a:lnTo>
                    <a:lnTo>
                      <a:pt x="110" y="243"/>
                    </a:lnTo>
                    <a:lnTo>
                      <a:pt x="100" y="239"/>
                    </a:lnTo>
                    <a:lnTo>
                      <a:pt x="91" y="235"/>
                    </a:lnTo>
                    <a:lnTo>
                      <a:pt x="82" y="230"/>
                    </a:lnTo>
                    <a:lnTo>
                      <a:pt x="73" y="223"/>
                    </a:lnTo>
                    <a:lnTo>
                      <a:pt x="66" y="216"/>
                    </a:lnTo>
                    <a:lnTo>
                      <a:pt x="59" y="209"/>
                    </a:lnTo>
                    <a:lnTo>
                      <a:pt x="53" y="201"/>
                    </a:lnTo>
                    <a:lnTo>
                      <a:pt x="48" y="192"/>
                    </a:lnTo>
                    <a:lnTo>
                      <a:pt x="43" y="183"/>
                    </a:lnTo>
                    <a:lnTo>
                      <a:pt x="40" y="173"/>
                    </a:lnTo>
                    <a:lnTo>
                      <a:pt x="37" y="163"/>
                    </a:lnTo>
                    <a:lnTo>
                      <a:pt x="35" y="153"/>
                    </a:lnTo>
                    <a:lnTo>
                      <a:pt x="35" y="142"/>
                    </a:lnTo>
                    <a:lnTo>
                      <a:pt x="35" y="132"/>
                    </a:lnTo>
                    <a:lnTo>
                      <a:pt x="37" y="121"/>
                    </a:lnTo>
                    <a:lnTo>
                      <a:pt x="39" y="110"/>
                    </a:lnTo>
                    <a:lnTo>
                      <a:pt x="43" y="100"/>
                    </a:lnTo>
                    <a:lnTo>
                      <a:pt x="47" y="91"/>
                    </a:lnTo>
                    <a:lnTo>
                      <a:pt x="52" y="83"/>
                    </a:lnTo>
                    <a:lnTo>
                      <a:pt x="58" y="74"/>
                    </a:lnTo>
                    <a:lnTo>
                      <a:pt x="65" y="67"/>
                    </a:lnTo>
                    <a:lnTo>
                      <a:pt x="73" y="60"/>
                    </a:lnTo>
                    <a:lnTo>
                      <a:pt x="82" y="54"/>
                    </a:lnTo>
                    <a:lnTo>
                      <a:pt x="90" y="49"/>
                    </a:lnTo>
                    <a:lnTo>
                      <a:pt x="99" y="44"/>
                    </a:lnTo>
                    <a:lnTo>
                      <a:pt x="109" y="41"/>
                    </a:lnTo>
                    <a:lnTo>
                      <a:pt x="119" y="38"/>
                    </a:lnTo>
                    <a:lnTo>
                      <a:pt x="129" y="36"/>
                    </a:lnTo>
                    <a:lnTo>
                      <a:pt x="140" y="36"/>
                    </a:lnTo>
                    <a:lnTo>
                      <a:pt x="144" y="35"/>
                    </a:lnTo>
                    <a:lnTo>
                      <a:pt x="147" y="34"/>
                    </a:lnTo>
                    <a:lnTo>
                      <a:pt x="150" y="33"/>
                    </a:lnTo>
                    <a:lnTo>
                      <a:pt x="152" y="30"/>
                    </a:lnTo>
                    <a:lnTo>
                      <a:pt x="154" y="28"/>
                    </a:lnTo>
                    <a:lnTo>
                      <a:pt x="156" y="25"/>
                    </a:lnTo>
                    <a:lnTo>
                      <a:pt x="157" y="22"/>
                    </a:lnTo>
                    <a:lnTo>
                      <a:pt x="157" y="18"/>
                    </a:lnTo>
                    <a:lnTo>
                      <a:pt x="157" y="14"/>
                    </a:lnTo>
                    <a:lnTo>
                      <a:pt x="156" y="11"/>
                    </a:lnTo>
                    <a:lnTo>
                      <a:pt x="154" y="8"/>
                    </a:lnTo>
                    <a:lnTo>
                      <a:pt x="152" y="5"/>
                    </a:lnTo>
                    <a:lnTo>
                      <a:pt x="149" y="3"/>
                    </a:lnTo>
                    <a:lnTo>
                      <a:pt x="146" y="2"/>
                    </a:lnTo>
                    <a:lnTo>
                      <a:pt x="143" y="1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25" y="1"/>
                    </a:lnTo>
                    <a:lnTo>
                      <a:pt x="112" y="3"/>
                    </a:lnTo>
                    <a:lnTo>
                      <a:pt x="98" y="7"/>
                    </a:lnTo>
                    <a:lnTo>
                      <a:pt x="86" y="12"/>
                    </a:lnTo>
                    <a:lnTo>
                      <a:pt x="72" y="19"/>
                    </a:lnTo>
                    <a:lnTo>
                      <a:pt x="61" y="26"/>
                    </a:lnTo>
                    <a:lnTo>
                      <a:pt x="50" y="34"/>
                    </a:lnTo>
                    <a:lnTo>
                      <a:pt x="41" y="43"/>
                    </a:lnTo>
                    <a:lnTo>
                      <a:pt x="32" y="53"/>
                    </a:lnTo>
                    <a:lnTo>
                      <a:pt x="24" y="64"/>
                    </a:lnTo>
                    <a:lnTo>
                      <a:pt x="17" y="75"/>
                    </a:lnTo>
                    <a:lnTo>
                      <a:pt x="11" y="87"/>
                    </a:lnTo>
                    <a:lnTo>
                      <a:pt x="6" y="100"/>
                    </a:lnTo>
                    <a:lnTo>
                      <a:pt x="3" y="113"/>
                    </a:lnTo>
                    <a:lnTo>
                      <a:pt x="1" y="128"/>
                    </a:lnTo>
                    <a:lnTo>
                      <a:pt x="0" y="1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844CA38-4999-4B29-9634-A51E79F937C0}"/>
                </a:ext>
              </a:extLst>
            </p:cNvPr>
            <p:cNvGrpSpPr/>
            <p:nvPr/>
          </p:nvGrpSpPr>
          <p:grpSpPr>
            <a:xfrm>
              <a:off x="6255212" y="2679771"/>
              <a:ext cx="262230" cy="262230"/>
              <a:chOff x="6255212" y="2679771"/>
              <a:chExt cx="262230" cy="262230"/>
            </a:xfrm>
            <a:grpFill/>
          </p:grpSpPr>
          <p:sp>
            <p:nvSpPr>
              <p:cNvPr id="89" name="Freeform 186">
                <a:extLst>
                  <a:ext uri="{FF2B5EF4-FFF2-40B4-BE49-F238E27FC236}">
                    <a16:creationId xmlns:a16="http://schemas.microsoft.com/office/drawing/2014/main" id="{D4CBCEC7-A25E-4BD2-AEB0-89AA1353DD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55212" y="2679771"/>
                <a:ext cx="262230" cy="262230"/>
              </a:xfrm>
              <a:custGeom>
                <a:avLst/>
                <a:gdLst>
                  <a:gd name="T0" fmla="*/ 204 w 505"/>
                  <a:gd name="T1" fmla="*/ 16 h 506"/>
                  <a:gd name="T2" fmla="*/ 162 w 505"/>
                  <a:gd name="T3" fmla="*/ 67 h 506"/>
                  <a:gd name="T4" fmla="*/ 105 w 505"/>
                  <a:gd name="T5" fmla="*/ 51 h 506"/>
                  <a:gd name="T6" fmla="*/ 52 w 505"/>
                  <a:gd name="T7" fmla="*/ 105 h 506"/>
                  <a:gd name="T8" fmla="*/ 69 w 505"/>
                  <a:gd name="T9" fmla="*/ 162 h 506"/>
                  <a:gd name="T10" fmla="*/ 16 w 505"/>
                  <a:gd name="T11" fmla="*/ 205 h 506"/>
                  <a:gd name="T12" fmla="*/ 1 w 505"/>
                  <a:gd name="T13" fmla="*/ 276 h 506"/>
                  <a:gd name="T14" fmla="*/ 37 w 505"/>
                  <a:gd name="T15" fmla="*/ 307 h 506"/>
                  <a:gd name="T16" fmla="*/ 57 w 505"/>
                  <a:gd name="T17" fmla="*/ 372 h 506"/>
                  <a:gd name="T18" fmla="*/ 63 w 505"/>
                  <a:gd name="T19" fmla="*/ 419 h 506"/>
                  <a:gd name="T20" fmla="*/ 127 w 505"/>
                  <a:gd name="T21" fmla="*/ 451 h 506"/>
                  <a:gd name="T22" fmla="*/ 198 w 505"/>
                  <a:gd name="T23" fmla="*/ 451 h 506"/>
                  <a:gd name="T24" fmla="*/ 222 w 505"/>
                  <a:gd name="T25" fmla="*/ 503 h 506"/>
                  <a:gd name="T26" fmla="*/ 295 w 505"/>
                  <a:gd name="T27" fmla="*/ 494 h 506"/>
                  <a:gd name="T28" fmla="*/ 331 w 505"/>
                  <a:gd name="T29" fmla="*/ 442 h 506"/>
                  <a:gd name="T30" fmla="*/ 393 w 505"/>
                  <a:gd name="T31" fmla="*/ 454 h 506"/>
                  <a:gd name="T32" fmla="*/ 450 w 505"/>
                  <a:gd name="T33" fmla="*/ 407 h 506"/>
                  <a:gd name="T34" fmla="*/ 430 w 505"/>
                  <a:gd name="T35" fmla="*/ 354 h 506"/>
                  <a:gd name="T36" fmla="*/ 481 w 505"/>
                  <a:gd name="T37" fmla="*/ 304 h 506"/>
                  <a:gd name="T38" fmla="*/ 505 w 505"/>
                  <a:gd name="T39" fmla="*/ 235 h 506"/>
                  <a:gd name="T40" fmla="*/ 474 w 505"/>
                  <a:gd name="T41" fmla="*/ 199 h 506"/>
                  <a:gd name="T42" fmla="*/ 442 w 505"/>
                  <a:gd name="T43" fmla="*/ 138 h 506"/>
                  <a:gd name="T44" fmla="*/ 447 w 505"/>
                  <a:gd name="T45" fmla="*/ 92 h 506"/>
                  <a:gd name="T46" fmla="*/ 385 w 505"/>
                  <a:gd name="T47" fmla="*/ 51 h 506"/>
                  <a:gd name="T48" fmla="*/ 319 w 505"/>
                  <a:gd name="T49" fmla="*/ 58 h 506"/>
                  <a:gd name="T50" fmla="*/ 290 w 505"/>
                  <a:gd name="T51" fmla="*/ 6 h 506"/>
                  <a:gd name="T52" fmla="*/ 360 w 505"/>
                  <a:gd name="T53" fmla="*/ 113 h 506"/>
                  <a:gd name="T54" fmla="*/ 393 w 505"/>
                  <a:gd name="T55" fmla="*/ 86 h 506"/>
                  <a:gd name="T56" fmla="*/ 393 w 505"/>
                  <a:gd name="T57" fmla="*/ 140 h 506"/>
                  <a:gd name="T58" fmla="*/ 403 w 505"/>
                  <a:gd name="T59" fmla="*/ 171 h 506"/>
                  <a:gd name="T60" fmla="*/ 425 w 505"/>
                  <a:gd name="T61" fmla="*/ 229 h 506"/>
                  <a:gd name="T62" fmla="*/ 470 w 505"/>
                  <a:gd name="T63" fmla="*/ 235 h 506"/>
                  <a:gd name="T64" fmla="*/ 428 w 505"/>
                  <a:gd name="T65" fmla="*/ 274 h 506"/>
                  <a:gd name="T66" fmla="*/ 410 w 505"/>
                  <a:gd name="T67" fmla="*/ 318 h 506"/>
                  <a:gd name="T68" fmla="*/ 394 w 505"/>
                  <a:gd name="T69" fmla="*/ 367 h 506"/>
                  <a:gd name="T70" fmla="*/ 393 w 505"/>
                  <a:gd name="T71" fmla="*/ 420 h 506"/>
                  <a:gd name="T72" fmla="*/ 359 w 505"/>
                  <a:gd name="T73" fmla="*/ 391 h 506"/>
                  <a:gd name="T74" fmla="*/ 302 w 505"/>
                  <a:gd name="T75" fmla="*/ 416 h 506"/>
                  <a:gd name="T76" fmla="*/ 273 w 505"/>
                  <a:gd name="T77" fmla="*/ 431 h 506"/>
                  <a:gd name="T78" fmla="*/ 234 w 505"/>
                  <a:gd name="T79" fmla="*/ 469 h 506"/>
                  <a:gd name="T80" fmla="*/ 227 w 505"/>
                  <a:gd name="T81" fmla="*/ 424 h 506"/>
                  <a:gd name="T82" fmla="*/ 157 w 505"/>
                  <a:gd name="T83" fmla="*/ 395 h 506"/>
                  <a:gd name="T84" fmla="*/ 138 w 505"/>
                  <a:gd name="T85" fmla="*/ 395 h 506"/>
                  <a:gd name="T86" fmla="*/ 87 w 505"/>
                  <a:gd name="T87" fmla="*/ 395 h 506"/>
                  <a:gd name="T88" fmla="*/ 112 w 505"/>
                  <a:gd name="T89" fmla="*/ 364 h 506"/>
                  <a:gd name="T90" fmla="*/ 102 w 505"/>
                  <a:gd name="T91" fmla="*/ 333 h 506"/>
                  <a:gd name="T92" fmla="*/ 79 w 505"/>
                  <a:gd name="T93" fmla="*/ 275 h 506"/>
                  <a:gd name="T94" fmla="*/ 34 w 505"/>
                  <a:gd name="T95" fmla="*/ 268 h 506"/>
                  <a:gd name="T96" fmla="*/ 77 w 505"/>
                  <a:gd name="T97" fmla="*/ 230 h 506"/>
                  <a:gd name="T98" fmla="*/ 95 w 505"/>
                  <a:gd name="T99" fmla="*/ 187 h 506"/>
                  <a:gd name="T100" fmla="*/ 110 w 505"/>
                  <a:gd name="T101" fmla="*/ 137 h 506"/>
                  <a:gd name="T102" fmla="*/ 110 w 505"/>
                  <a:gd name="T103" fmla="*/ 86 h 506"/>
                  <a:gd name="T104" fmla="*/ 141 w 505"/>
                  <a:gd name="T105" fmla="*/ 111 h 506"/>
                  <a:gd name="T106" fmla="*/ 172 w 505"/>
                  <a:gd name="T107" fmla="*/ 101 h 506"/>
                  <a:gd name="T108" fmla="*/ 229 w 505"/>
                  <a:gd name="T109" fmla="*/ 79 h 506"/>
                  <a:gd name="T110" fmla="*/ 236 w 505"/>
                  <a:gd name="T111" fmla="*/ 34 h 506"/>
                  <a:gd name="T112" fmla="*/ 274 w 505"/>
                  <a:gd name="T113" fmla="*/ 76 h 506"/>
                  <a:gd name="T114" fmla="*/ 317 w 505"/>
                  <a:gd name="T115" fmla="*/ 9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05" h="506">
                    <a:moveTo>
                      <a:pt x="269" y="0"/>
                    </a:moveTo>
                    <a:lnTo>
                      <a:pt x="236" y="0"/>
                    </a:lnTo>
                    <a:lnTo>
                      <a:pt x="228" y="0"/>
                    </a:lnTo>
                    <a:lnTo>
                      <a:pt x="222" y="3"/>
                    </a:lnTo>
                    <a:lnTo>
                      <a:pt x="215" y="6"/>
                    </a:lnTo>
                    <a:lnTo>
                      <a:pt x="210" y="11"/>
                    </a:lnTo>
                    <a:lnTo>
                      <a:pt x="204" y="16"/>
                    </a:lnTo>
                    <a:lnTo>
                      <a:pt x="201" y="22"/>
                    </a:lnTo>
                    <a:lnTo>
                      <a:pt x="199" y="29"/>
                    </a:lnTo>
                    <a:lnTo>
                      <a:pt x="198" y="37"/>
                    </a:lnTo>
                    <a:lnTo>
                      <a:pt x="198" y="54"/>
                    </a:lnTo>
                    <a:lnTo>
                      <a:pt x="186" y="58"/>
                    </a:lnTo>
                    <a:lnTo>
                      <a:pt x="174" y="62"/>
                    </a:lnTo>
                    <a:lnTo>
                      <a:pt x="162" y="67"/>
                    </a:lnTo>
                    <a:lnTo>
                      <a:pt x="151" y="74"/>
                    </a:lnTo>
                    <a:lnTo>
                      <a:pt x="139" y="61"/>
                    </a:lnTo>
                    <a:lnTo>
                      <a:pt x="133" y="57"/>
                    </a:lnTo>
                    <a:lnTo>
                      <a:pt x="127" y="53"/>
                    </a:lnTo>
                    <a:lnTo>
                      <a:pt x="120" y="51"/>
                    </a:lnTo>
                    <a:lnTo>
                      <a:pt x="112" y="51"/>
                    </a:lnTo>
                    <a:lnTo>
                      <a:pt x="105" y="51"/>
                    </a:lnTo>
                    <a:lnTo>
                      <a:pt x="98" y="53"/>
                    </a:lnTo>
                    <a:lnTo>
                      <a:pt x="92" y="57"/>
                    </a:lnTo>
                    <a:lnTo>
                      <a:pt x="86" y="61"/>
                    </a:lnTo>
                    <a:lnTo>
                      <a:pt x="63" y="86"/>
                    </a:lnTo>
                    <a:lnTo>
                      <a:pt x="57" y="92"/>
                    </a:lnTo>
                    <a:lnTo>
                      <a:pt x="54" y="98"/>
                    </a:lnTo>
                    <a:lnTo>
                      <a:pt x="52" y="105"/>
                    </a:lnTo>
                    <a:lnTo>
                      <a:pt x="51" y="112"/>
                    </a:lnTo>
                    <a:lnTo>
                      <a:pt x="52" y="119"/>
                    </a:lnTo>
                    <a:lnTo>
                      <a:pt x="54" y="126"/>
                    </a:lnTo>
                    <a:lnTo>
                      <a:pt x="57" y="132"/>
                    </a:lnTo>
                    <a:lnTo>
                      <a:pt x="63" y="138"/>
                    </a:lnTo>
                    <a:lnTo>
                      <a:pt x="75" y="150"/>
                    </a:lnTo>
                    <a:lnTo>
                      <a:pt x="69" y="162"/>
                    </a:lnTo>
                    <a:lnTo>
                      <a:pt x="64" y="173"/>
                    </a:lnTo>
                    <a:lnTo>
                      <a:pt x="58" y="186"/>
                    </a:lnTo>
                    <a:lnTo>
                      <a:pt x="54" y="199"/>
                    </a:lnTo>
                    <a:lnTo>
                      <a:pt x="37" y="199"/>
                    </a:lnTo>
                    <a:lnTo>
                      <a:pt x="30" y="199"/>
                    </a:lnTo>
                    <a:lnTo>
                      <a:pt x="23" y="201"/>
                    </a:lnTo>
                    <a:lnTo>
                      <a:pt x="16" y="205"/>
                    </a:lnTo>
                    <a:lnTo>
                      <a:pt x="11" y="209"/>
                    </a:lnTo>
                    <a:lnTo>
                      <a:pt x="6" y="215"/>
                    </a:lnTo>
                    <a:lnTo>
                      <a:pt x="3" y="221"/>
                    </a:lnTo>
                    <a:lnTo>
                      <a:pt x="1" y="228"/>
                    </a:lnTo>
                    <a:lnTo>
                      <a:pt x="0" y="235"/>
                    </a:lnTo>
                    <a:lnTo>
                      <a:pt x="0" y="269"/>
                    </a:lnTo>
                    <a:lnTo>
                      <a:pt x="1" y="276"/>
                    </a:lnTo>
                    <a:lnTo>
                      <a:pt x="3" y="283"/>
                    </a:lnTo>
                    <a:lnTo>
                      <a:pt x="6" y="290"/>
                    </a:lnTo>
                    <a:lnTo>
                      <a:pt x="11" y="296"/>
                    </a:lnTo>
                    <a:lnTo>
                      <a:pt x="16" y="300"/>
                    </a:lnTo>
                    <a:lnTo>
                      <a:pt x="23" y="304"/>
                    </a:lnTo>
                    <a:lnTo>
                      <a:pt x="30" y="306"/>
                    </a:lnTo>
                    <a:lnTo>
                      <a:pt x="37" y="307"/>
                    </a:lnTo>
                    <a:lnTo>
                      <a:pt x="54" y="307"/>
                    </a:lnTo>
                    <a:lnTo>
                      <a:pt x="58" y="319"/>
                    </a:lnTo>
                    <a:lnTo>
                      <a:pt x="64" y="331"/>
                    </a:lnTo>
                    <a:lnTo>
                      <a:pt x="69" y="343"/>
                    </a:lnTo>
                    <a:lnTo>
                      <a:pt x="75" y="354"/>
                    </a:lnTo>
                    <a:lnTo>
                      <a:pt x="63" y="366"/>
                    </a:lnTo>
                    <a:lnTo>
                      <a:pt x="57" y="372"/>
                    </a:lnTo>
                    <a:lnTo>
                      <a:pt x="54" y="378"/>
                    </a:lnTo>
                    <a:lnTo>
                      <a:pt x="52" y="385"/>
                    </a:lnTo>
                    <a:lnTo>
                      <a:pt x="51" y="392"/>
                    </a:lnTo>
                    <a:lnTo>
                      <a:pt x="52" y="401"/>
                    </a:lnTo>
                    <a:lnTo>
                      <a:pt x="54" y="407"/>
                    </a:lnTo>
                    <a:lnTo>
                      <a:pt x="57" y="414"/>
                    </a:lnTo>
                    <a:lnTo>
                      <a:pt x="63" y="419"/>
                    </a:lnTo>
                    <a:lnTo>
                      <a:pt x="86" y="443"/>
                    </a:lnTo>
                    <a:lnTo>
                      <a:pt x="92" y="448"/>
                    </a:lnTo>
                    <a:lnTo>
                      <a:pt x="98" y="451"/>
                    </a:lnTo>
                    <a:lnTo>
                      <a:pt x="105" y="453"/>
                    </a:lnTo>
                    <a:lnTo>
                      <a:pt x="112" y="454"/>
                    </a:lnTo>
                    <a:lnTo>
                      <a:pt x="120" y="453"/>
                    </a:lnTo>
                    <a:lnTo>
                      <a:pt x="127" y="451"/>
                    </a:lnTo>
                    <a:lnTo>
                      <a:pt x="133" y="448"/>
                    </a:lnTo>
                    <a:lnTo>
                      <a:pt x="139" y="443"/>
                    </a:lnTo>
                    <a:lnTo>
                      <a:pt x="151" y="431"/>
                    </a:lnTo>
                    <a:lnTo>
                      <a:pt x="162" y="437"/>
                    </a:lnTo>
                    <a:lnTo>
                      <a:pt x="174" y="442"/>
                    </a:lnTo>
                    <a:lnTo>
                      <a:pt x="186" y="447"/>
                    </a:lnTo>
                    <a:lnTo>
                      <a:pt x="198" y="451"/>
                    </a:lnTo>
                    <a:lnTo>
                      <a:pt x="198" y="468"/>
                    </a:lnTo>
                    <a:lnTo>
                      <a:pt x="199" y="475"/>
                    </a:lnTo>
                    <a:lnTo>
                      <a:pt x="201" y="482"/>
                    </a:lnTo>
                    <a:lnTo>
                      <a:pt x="204" y="488"/>
                    </a:lnTo>
                    <a:lnTo>
                      <a:pt x="210" y="494"/>
                    </a:lnTo>
                    <a:lnTo>
                      <a:pt x="215" y="499"/>
                    </a:lnTo>
                    <a:lnTo>
                      <a:pt x="222" y="503"/>
                    </a:lnTo>
                    <a:lnTo>
                      <a:pt x="228" y="505"/>
                    </a:lnTo>
                    <a:lnTo>
                      <a:pt x="236" y="506"/>
                    </a:lnTo>
                    <a:lnTo>
                      <a:pt x="269" y="506"/>
                    </a:lnTo>
                    <a:lnTo>
                      <a:pt x="277" y="505"/>
                    </a:lnTo>
                    <a:lnTo>
                      <a:pt x="284" y="503"/>
                    </a:lnTo>
                    <a:lnTo>
                      <a:pt x="290" y="499"/>
                    </a:lnTo>
                    <a:lnTo>
                      <a:pt x="295" y="494"/>
                    </a:lnTo>
                    <a:lnTo>
                      <a:pt x="300" y="488"/>
                    </a:lnTo>
                    <a:lnTo>
                      <a:pt x="303" y="482"/>
                    </a:lnTo>
                    <a:lnTo>
                      <a:pt x="305" y="475"/>
                    </a:lnTo>
                    <a:lnTo>
                      <a:pt x="306" y="468"/>
                    </a:lnTo>
                    <a:lnTo>
                      <a:pt x="306" y="451"/>
                    </a:lnTo>
                    <a:lnTo>
                      <a:pt x="319" y="447"/>
                    </a:lnTo>
                    <a:lnTo>
                      <a:pt x="331" y="442"/>
                    </a:lnTo>
                    <a:lnTo>
                      <a:pt x="342" y="437"/>
                    </a:lnTo>
                    <a:lnTo>
                      <a:pt x="355" y="431"/>
                    </a:lnTo>
                    <a:lnTo>
                      <a:pt x="367" y="443"/>
                    </a:lnTo>
                    <a:lnTo>
                      <a:pt x="372" y="448"/>
                    </a:lnTo>
                    <a:lnTo>
                      <a:pt x="379" y="451"/>
                    </a:lnTo>
                    <a:lnTo>
                      <a:pt x="385" y="453"/>
                    </a:lnTo>
                    <a:lnTo>
                      <a:pt x="393" y="454"/>
                    </a:lnTo>
                    <a:lnTo>
                      <a:pt x="400" y="453"/>
                    </a:lnTo>
                    <a:lnTo>
                      <a:pt x="407" y="451"/>
                    </a:lnTo>
                    <a:lnTo>
                      <a:pt x="413" y="448"/>
                    </a:lnTo>
                    <a:lnTo>
                      <a:pt x="419" y="443"/>
                    </a:lnTo>
                    <a:lnTo>
                      <a:pt x="442" y="419"/>
                    </a:lnTo>
                    <a:lnTo>
                      <a:pt x="447" y="414"/>
                    </a:lnTo>
                    <a:lnTo>
                      <a:pt x="450" y="407"/>
                    </a:lnTo>
                    <a:lnTo>
                      <a:pt x="452" y="400"/>
                    </a:lnTo>
                    <a:lnTo>
                      <a:pt x="453" y="392"/>
                    </a:lnTo>
                    <a:lnTo>
                      <a:pt x="452" y="385"/>
                    </a:lnTo>
                    <a:lnTo>
                      <a:pt x="450" y="378"/>
                    </a:lnTo>
                    <a:lnTo>
                      <a:pt x="447" y="372"/>
                    </a:lnTo>
                    <a:lnTo>
                      <a:pt x="442" y="366"/>
                    </a:lnTo>
                    <a:lnTo>
                      <a:pt x="430" y="354"/>
                    </a:lnTo>
                    <a:lnTo>
                      <a:pt x="436" y="343"/>
                    </a:lnTo>
                    <a:lnTo>
                      <a:pt x="442" y="331"/>
                    </a:lnTo>
                    <a:lnTo>
                      <a:pt x="446" y="319"/>
                    </a:lnTo>
                    <a:lnTo>
                      <a:pt x="450" y="307"/>
                    </a:lnTo>
                    <a:lnTo>
                      <a:pt x="467" y="307"/>
                    </a:lnTo>
                    <a:lnTo>
                      <a:pt x="474" y="306"/>
                    </a:lnTo>
                    <a:lnTo>
                      <a:pt x="481" y="304"/>
                    </a:lnTo>
                    <a:lnTo>
                      <a:pt x="488" y="300"/>
                    </a:lnTo>
                    <a:lnTo>
                      <a:pt x="493" y="296"/>
                    </a:lnTo>
                    <a:lnTo>
                      <a:pt x="498" y="290"/>
                    </a:lnTo>
                    <a:lnTo>
                      <a:pt x="502" y="283"/>
                    </a:lnTo>
                    <a:lnTo>
                      <a:pt x="504" y="276"/>
                    </a:lnTo>
                    <a:lnTo>
                      <a:pt x="505" y="269"/>
                    </a:lnTo>
                    <a:lnTo>
                      <a:pt x="505" y="235"/>
                    </a:lnTo>
                    <a:lnTo>
                      <a:pt x="504" y="228"/>
                    </a:lnTo>
                    <a:lnTo>
                      <a:pt x="502" y="221"/>
                    </a:lnTo>
                    <a:lnTo>
                      <a:pt x="498" y="215"/>
                    </a:lnTo>
                    <a:lnTo>
                      <a:pt x="493" y="209"/>
                    </a:lnTo>
                    <a:lnTo>
                      <a:pt x="488" y="205"/>
                    </a:lnTo>
                    <a:lnTo>
                      <a:pt x="481" y="201"/>
                    </a:lnTo>
                    <a:lnTo>
                      <a:pt x="474" y="199"/>
                    </a:lnTo>
                    <a:lnTo>
                      <a:pt x="467" y="199"/>
                    </a:lnTo>
                    <a:lnTo>
                      <a:pt x="450" y="199"/>
                    </a:lnTo>
                    <a:lnTo>
                      <a:pt x="446" y="186"/>
                    </a:lnTo>
                    <a:lnTo>
                      <a:pt x="442" y="173"/>
                    </a:lnTo>
                    <a:lnTo>
                      <a:pt x="436" y="162"/>
                    </a:lnTo>
                    <a:lnTo>
                      <a:pt x="430" y="150"/>
                    </a:lnTo>
                    <a:lnTo>
                      <a:pt x="442" y="138"/>
                    </a:lnTo>
                    <a:lnTo>
                      <a:pt x="447" y="132"/>
                    </a:lnTo>
                    <a:lnTo>
                      <a:pt x="450" y="126"/>
                    </a:lnTo>
                    <a:lnTo>
                      <a:pt x="452" y="119"/>
                    </a:lnTo>
                    <a:lnTo>
                      <a:pt x="453" y="112"/>
                    </a:lnTo>
                    <a:lnTo>
                      <a:pt x="452" y="105"/>
                    </a:lnTo>
                    <a:lnTo>
                      <a:pt x="450" y="98"/>
                    </a:lnTo>
                    <a:lnTo>
                      <a:pt x="447" y="92"/>
                    </a:lnTo>
                    <a:lnTo>
                      <a:pt x="442" y="86"/>
                    </a:lnTo>
                    <a:lnTo>
                      <a:pt x="419" y="61"/>
                    </a:lnTo>
                    <a:lnTo>
                      <a:pt x="413" y="57"/>
                    </a:lnTo>
                    <a:lnTo>
                      <a:pt x="407" y="53"/>
                    </a:lnTo>
                    <a:lnTo>
                      <a:pt x="400" y="51"/>
                    </a:lnTo>
                    <a:lnTo>
                      <a:pt x="393" y="51"/>
                    </a:lnTo>
                    <a:lnTo>
                      <a:pt x="385" y="51"/>
                    </a:lnTo>
                    <a:lnTo>
                      <a:pt x="379" y="53"/>
                    </a:lnTo>
                    <a:lnTo>
                      <a:pt x="372" y="57"/>
                    </a:lnTo>
                    <a:lnTo>
                      <a:pt x="367" y="61"/>
                    </a:lnTo>
                    <a:lnTo>
                      <a:pt x="355" y="74"/>
                    </a:lnTo>
                    <a:lnTo>
                      <a:pt x="342" y="67"/>
                    </a:lnTo>
                    <a:lnTo>
                      <a:pt x="331" y="62"/>
                    </a:lnTo>
                    <a:lnTo>
                      <a:pt x="319" y="58"/>
                    </a:lnTo>
                    <a:lnTo>
                      <a:pt x="306" y="54"/>
                    </a:lnTo>
                    <a:lnTo>
                      <a:pt x="306" y="37"/>
                    </a:lnTo>
                    <a:lnTo>
                      <a:pt x="305" y="29"/>
                    </a:lnTo>
                    <a:lnTo>
                      <a:pt x="303" y="22"/>
                    </a:lnTo>
                    <a:lnTo>
                      <a:pt x="300" y="16"/>
                    </a:lnTo>
                    <a:lnTo>
                      <a:pt x="295" y="11"/>
                    </a:lnTo>
                    <a:lnTo>
                      <a:pt x="290" y="6"/>
                    </a:lnTo>
                    <a:lnTo>
                      <a:pt x="284" y="3"/>
                    </a:lnTo>
                    <a:lnTo>
                      <a:pt x="277" y="0"/>
                    </a:lnTo>
                    <a:lnTo>
                      <a:pt x="269" y="0"/>
                    </a:lnTo>
                    <a:close/>
                    <a:moveTo>
                      <a:pt x="346" y="110"/>
                    </a:moveTo>
                    <a:lnTo>
                      <a:pt x="351" y="112"/>
                    </a:lnTo>
                    <a:lnTo>
                      <a:pt x="357" y="113"/>
                    </a:lnTo>
                    <a:lnTo>
                      <a:pt x="360" y="113"/>
                    </a:lnTo>
                    <a:lnTo>
                      <a:pt x="363" y="112"/>
                    </a:lnTo>
                    <a:lnTo>
                      <a:pt x="366" y="110"/>
                    </a:lnTo>
                    <a:lnTo>
                      <a:pt x="369" y="108"/>
                    </a:lnTo>
                    <a:lnTo>
                      <a:pt x="391" y="87"/>
                    </a:lnTo>
                    <a:lnTo>
                      <a:pt x="392" y="86"/>
                    </a:lnTo>
                    <a:lnTo>
                      <a:pt x="393" y="86"/>
                    </a:lnTo>
                    <a:lnTo>
                      <a:pt x="393" y="86"/>
                    </a:lnTo>
                    <a:lnTo>
                      <a:pt x="394" y="87"/>
                    </a:lnTo>
                    <a:lnTo>
                      <a:pt x="418" y="110"/>
                    </a:lnTo>
                    <a:lnTo>
                      <a:pt x="419" y="112"/>
                    </a:lnTo>
                    <a:lnTo>
                      <a:pt x="418" y="114"/>
                    </a:lnTo>
                    <a:lnTo>
                      <a:pt x="396" y="135"/>
                    </a:lnTo>
                    <a:lnTo>
                      <a:pt x="394" y="138"/>
                    </a:lnTo>
                    <a:lnTo>
                      <a:pt x="393" y="140"/>
                    </a:lnTo>
                    <a:lnTo>
                      <a:pt x="392" y="143"/>
                    </a:lnTo>
                    <a:lnTo>
                      <a:pt x="391" y="146"/>
                    </a:lnTo>
                    <a:lnTo>
                      <a:pt x="391" y="149"/>
                    </a:lnTo>
                    <a:lnTo>
                      <a:pt x="392" y="152"/>
                    </a:lnTo>
                    <a:lnTo>
                      <a:pt x="393" y="154"/>
                    </a:lnTo>
                    <a:lnTo>
                      <a:pt x="394" y="157"/>
                    </a:lnTo>
                    <a:lnTo>
                      <a:pt x="403" y="171"/>
                    </a:lnTo>
                    <a:lnTo>
                      <a:pt x="410" y="187"/>
                    </a:lnTo>
                    <a:lnTo>
                      <a:pt x="416" y="203"/>
                    </a:lnTo>
                    <a:lnTo>
                      <a:pt x="420" y="219"/>
                    </a:lnTo>
                    <a:lnTo>
                      <a:pt x="420" y="222"/>
                    </a:lnTo>
                    <a:lnTo>
                      <a:pt x="422" y="224"/>
                    </a:lnTo>
                    <a:lnTo>
                      <a:pt x="423" y="227"/>
                    </a:lnTo>
                    <a:lnTo>
                      <a:pt x="425" y="229"/>
                    </a:lnTo>
                    <a:lnTo>
                      <a:pt x="428" y="230"/>
                    </a:lnTo>
                    <a:lnTo>
                      <a:pt x="430" y="232"/>
                    </a:lnTo>
                    <a:lnTo>
                      <a:pt x="433" y="232"/>
                    </a:lnTo>
                    <a:lnTo>
                      <a:pt x="436" y="233"/>
                    </a:lnTo>
                    <a:lnTo>
                      <a:pt x="467" y="233"/>
                    </a:lnTo>
                    <a:lnTo>
                      <a:pt x="469" y="234"/>
                    </a:lnTo>
                    <a:lnTo>
                      <a:pt x="470" y="235"/>
                    </a:lnTo>
                    <a:lnTo>
                      <a:pt x="470" y="269"/>
                    </a:lnTo>
                    <a:lnTo>
                      <a:pt x="469" y="271"/>
                    </a:lnTo>
                    <a:lnTo>
                      <a:pt x="467" y="272"/>
                    </a:lnTo>
                    <a:lnTo>
                      <a:pt x="436" y="272"/>
                    </a:lnTo>
                    <a:lnTo>
                      <a:pt x="433" y="272"/>
                    </a:lnTo>
                    <a:lnTo>
                      <a:pt x="430" y="273"/>
                    </a:lnTo>
                    <a:lnTo>
                      <a:pt x="428" y="274"/>
                    </a:lnTo>
                    <a:lnTo>
                      <a:pt x="425" y="275"/>
                    </a:lnTo>
                    <a:lnTo>
                      <a:pt x="423" y="277"/>
                    </a:lnTo>
                    <a:lnTo>
                      <a:pt x="422" y="280"/>
                    </a:lnTo>
                    <a:lnTo>
                      <a:pt x="420" y="283"/>
                    </a:lnTo>
                    <a:lnTo>
                      <a:pt x="420" y="285"/>
                    </a:lnTo>
                    <a:lnTo>
                      <a:pt x="416" y="303"/>
                    </a:lnTo>
                    <a:lnTo>
                      <a:pt x="410" y="318"/>
                    </a:lnTo>
                    <a:lnTo>
                      <a:pt x="403" y="333"/>
                    </a:lnTo>
                    <a:lnTo>
                      <a:pt x="394" y="347"/>
                    </a:lnTo>
                    <a:lnTo>
                      <a:pt x="392" y="353"/>
                    </a:lnTo>
                    <a:lnTo>
                      <a:pt x="392" y="358"/>
                    </a:lnTo>
                    <a:lnTo>
                      <a:pt x="392" y="361"/>
                    </a:lnTo>
                    <a:lnTo>
                      <a:pt x="393" y="364"/>
                    </a:lnTo>
                    <a:lnTo>
                      <a:pt x="394" y="367"/>
                    </a:lnTo>
                    <a:lnTo>
                      <a:pt x="396" y="369"/>
                    </a:lnTo>
                    <a:lnTo>
                      <a:pt x="418" y="390"/>
                    </a:lnTo>
                    <a:lnTo>
                      <a:pt x="419" y="392"/>
                    </a:lnTo>
                    <a:lnTo>
                      <a:pt x="418" y="395"/>
                    </a:lnTo>
                    <a:lnTo>
                      <a:pt x="394" y="419"/>
                    </a:lnTo>
                    <a:lnTo>
                      <a:pt x="393" y="419"/>
                    </a:lnTo>
                    <a:lnTo>
                      <a:pt x="393" y="420"/>
                    </a:lnTo>
                    <a:lnTo>
                      <a:pt x="392" y="419"/>
                    </a:lnTo>
                    <a:lnTo>
                      <a:pt x="391" y="419"/>
                    </a:lnTo>
                    <a:lnTo>
                      <a:pt x="369" y="397"/>
                    </a:lnTo>
                    <a:lnTo>
                      <a:pt x="367" y="395"/>
                    </a:lnTo>
                    <a:lnTo>
                      <a:pt x="364" y="392"/>
                    </a:lnTo>
                    <a:lnTo>
                      <a:pt x="362" y="391"/>
                    </a:lnTo>
                    <a:lnTo>
                      <a:pt x="359" y="391"/>
                    </a:lnTo>
                    <a:lnTo>
                      <a:pt x="356" y="391"/>
                    </a:lnTo>
                    <a:lnTo>
                      <a:pt x="352" y="391"/>
                    </a:lnTo>
                    <a:lnTo>
                      <a:pt x="349" y="392"/>
                    </a:lnTo>
                    <a:lnTo>
                      <a:pt x="346" y="395"/>
                    </a:lnTo>
                    <a:lnTo>
                      <a:pt x="332" y="403"/>
                    </a:lnTo>
                    <a:lnTo>
                      <a:pt x="317" y="410"/>
                    </a:lnTo>
                    <a:lnTo>
                      <a:pt x="302" y="416"/>
                    </a:lnTo>
                    <a:lnTo>
                      <a:pt x="286" y="420"/>
                    </a:lnTo>
                    <a:lnTo>
                      <a:pt x="283" y="421"/>
                    </a:lnTo>
                    <a:lnTo>
                      <a:pt x="280" y="422"/>
                    </a:lnTo>
                    <a:lnTo>
                      <a:pt x="278" y="424"/>
                    </a:lnTo>
                    <a:lnTo>
                      <a:pt x="276" y="426"/>
                    </a:lnTo>
                    <a:lnTo>
                      <a:pt x="274" y="428"/>
                    </a:lnTo>
                    <a:lnTo>
                      <a:pt x="273" y="431"/>
                    </a:lnTo>
                    <a:lnTo>
                      <a:pt x="272" y="434"/>
                    </a:lnTo>
                    <a:lnTo>
                      <a:pt x="272" y="437"/>
                    </a:lnTo>
                    <a:lnTo>
                      <a:pt x="272" y="467"/>
                    </a:lnTo>
                    <a:lnTo>
                      <a:pt x="271" y="469"/>
                    </a:lnTo>
                    <a:lnTo>
                      <a:pt x="269" y="470"/>
                    </a:lnTo>
                    <a:lnTo>
                      <a:pt x="236" y="470"/>
                    </a:lnTo>
                    <a:lnTo>
                      <a:pt x="234" y="469"/>
                    </a:lnTo>
                    <a:lnTo>
                      <a:pt x="233" y="467"/>
                    </a:lnTo>
                    <a:lnTo>
                      <a:pt x="233" y="437"/>
                    </a:lnTo>
                    <a:lnTo>
                      <a:pt x="233" y="434"/>
                    </a:lnTo>
                    <a:lnTo>
                      <a:pt x="232" y="431"/>
                    </a:lnTo>
                    <a:lnTo>
                      <a:pt x="231" y="428"/>
                    </a:lnTo>
                    <a:lnTo>
                      <a:pt x="229" y="426"/>
                    </a:lnTo>
                    <a:lnTo>
                      <a:pt x="227" y="424"/>
                    </a:lnTo>
                    <a:lnTo>
                      <a:pt x="225" y="422"/>
                    </a:lnTo>
                    <a:lnTo>
                      <a:pt x="222" y="421"/>
                    </a:lnTo>
                    <a:lnTo>
                      <a:pt x="219" y="420"/>
                    </a:lnTo>
                    <a:lnTo>
                      <a:pt x="202" y="416"/>
                    </a:lnTo>
                    <a:lnTo>
                      <a:pt x="187" y="410"/>
                    </a:lnTo>
                    <a:lnTo>
                      <a:pt x="172" y="403"/>
                    </a:lnTo>
                    <a:lnTo>
                      <a:pt x="157" y="395"/>
                    </a:lnTo>
                    <a:lnTo>
                      <a:pt x="155" y="392"/>
                    </a:lnTo>
                    <a:lnTo>
                      <a:pt x="152" y="391"/>
                    </a:lnTo>
                    <a:lnTo>
                      <a:pt x="149" y="391"/>
                    </a:lnTo>
                    <a:lnTo>
                      <a:pt x="146" y="391"/>
                    </a:lnTo>
                    <a:lnTo>
                      <a:pt x="143" y="391"/>
                    </a:lnTo>
                    <a:lnTo>
                      <a:pt x="141" y="392"/>
                    </a:lnTo>
                    <a:lnTo>
                      <a:pt x="138" y="395"/>
                    </a:lnTo>
                    <a:lnTo>
                      <a:pt x="136" y="397"/>
                    </a:lnTo>
                    <a:lnTo>
                      <a:pt x="114" y="418"/>
                    </a:lnTo>
                    <a:lnTo>
                      <a:pt x="113" y="419"/>
                    </a:lnTo>
                    <a:lnTo>
                      <a:pt x="112" y="419"/>
                    </a:lnTo>
                    <a:lnTo>
                      <a:pt x="111" y="419"/>
                    </a:lnTo>
                    <a:lnTo>
                      <a:pt x="110" y="418"/>
                    </a:lnTo>
                    <a:lnTo>
                      <a:pt x="87" y="395"/>
                    </a:lnTo>
                    <a:lnTo>
                      <a:pt x="86" y="394"/>
                    </a:lnTo>
                    <a:lnTo>
                      <a:pt x="86" y="392"/>
                    </a:lnTo>
                    <a:lnTo>
                      <a:pt x="86" y="391"/>
                    </a:lnTo>
                    <a:lnTo>
                      <a:pt x="87" y="390"/>
                    </a:lnTo>
                    <a:lnTo>
                      <a:pt x="108" y="368"/>
                    </a:lnTo>
                    <a:lnTo>
                      <a:pt x="110" y="366"/>
                    </a:lnTo>
                    <a:lnTo>
                      <a:pt x="112" y="364"/>
                    </a:lnTo>
                    <a:lnTo>
                      <a:pt x="113" y="361"/>
                    </a:lnTo>
                    <a:lnTo>
                      <a:pt x="113" y="358"/>
                    </a:lnTo>
                    <a:lnTo>
                      <a:pt x="113" y="355"/>
                    </a:lnTo>
                    <a:lnTo>
                      <a:pt x="113" y="352"/>
                    </a:lnTo>
                    <a:lnTo>
                      <a:pt x="112" y="350"/>
                    </a:lnTo>
                    <a:lnTo>
                      <a:pt x="111" y="347"/>
                    </a:lnTo>
                    <a:lnTo>
                      <a:pt x="102" y="333"/>
                    </a:lnTo>
                    <a:lnTo>
                      <a:pt x="95" y="318"/>
                    </a:lnTo>
                    <a:lnTo>
                      <a:pt x="89" y="302"/>
                    </a:lnTo>
                    <a:lnTo>
                      <a:pt x="85" y="285"/>
                    </a:lnTo>
                    <a:lnTo>
                      <a:pt x="84" y="282"/>
                    </a:lnTo>
                    <a:lnTo>
                      <a:pt x="83" y="280"/>
                    </a:lnTo>
                    <a:lnTo>
                      <a:pt x="81" y="277"/>
                    </a:lnTo>
                    <a:lnTo>
                      <a:pt x="79" y="275"/>
                    </a:lnTo>
                    <a:lnTo>
                      <a:pt x="77" y="274"/>
                    </a:lnTo>
                    <a:lnTo>
                      <a:pt x="74" y="272"/>
                    </a:lnTo>
                    <a:lnTo>
                      <a:pt x="72" y="272"/>
                    </a:lnTo>
                    <a:lnTo>
                      <a:pt x="69" y="271"/>
                    </a:lnTo>
                    <a:lnTo>
                      <a:pt x="37" y="271"/>
                    </a:lnTo>
                    <a:lnTo>
                      <a:pt x="35" y="270"/>
                    </a:lnTo>
                    <a:lnTo>
                      <a:pt x="34" y="268"/>
                    </a:lnTo>
                    <a:lnTo>
                      <a:pt x="34" y="235"/>
                    </a:lnTo>
                    <a:lnTo>
                      <a:pt x="35" y="233"/>
                    </a:lnTo>
                    <a:lnTo>
                      <a:pt x="37" y="232"/>
                    </a:lnTo>
                    <a:lnTo>
                      <a:pt x="69" y="232"/>
                    </a:lnTo>
                    <a:lnTo>
                      <a:pt x="72" y="232"/>
                    </a:lnTo>
                    <a:lnTo>
                      <a:pt x="74" y="231"/>
                    </a:lnTo>
                    <a:lnTo>
                      <a:pt x="77" y="230"/>
                    </a:lnTo>
                    <a:lnTo>
                      <a:pt x="79" y="229"/>
                    </a:lnTo>
                    <a:lnTo>
                      <a:pt x="81" y="227"/>
                    </a:lnTo>
                    <a:lnTo>
                      <a:pt x="83" y="224"/>
                    </a:lnTo>
                    <a:lnTo>
                      <a:pt x="84" y="221"/>
                    </a:lnTo>
                    <a:lnTo>
                      <a:pt x="85" y="219"/>
                    </a:lnTo>
                    <a:lnTo>
                      <a:pt x="89" y="202"/>
                    </a:lnTo>
                    <a:lnTo>
                      <a:pt x="95" y="187"/>
                    </a:lnTo>
                    <a:lnTo>
                      <a:pt x="102" y="171"/>
                    </a:lnTo>
                    <a:lnTo>
                      <a:pt x="111" y="157"/>
                    </a:lnTo>
                    <a:lnTo>
                      <a:pt x="113" y="151"/>
                    </a:lnTo>
                    <a:lnTo>
                      <a:pt x="113" y="146"/>
                    </a:lnTo>
                    <a:lnTo>
                      <a:pt x="113" y="143"/>
                    </a:lnTo>
                    <a:lnTo>
                      <a:pt x="112" y="140"/>
                    </a:lnTo>
                    <a:lnTo>
                      <a:pt x="110" y="137"/>
                    </a:lnTo>
                    <a:lnTo>
                      <a:pt x="108" y="135"/>
                    </a:lnTo>
                    <a:lnTo>
                      <a:pt x="87" y="114"/>
                    </a:lnTo>
                    <a:lnTo>
                      <a:pt x="86" y="113"/>
                    </a:lnTo>
                    <a:lnTo>
                      <a:pt x="86" y="112"/>
                    </a:lnTo>
                    <a:lnTo>
                      <a:pt x="86" y="111"/>
                    </a:lnTo>
                    <a:lnTo>
                      <a:pt x="87" y="110"/>
                    </a:lnTo>
                    <a:lnTo>
                      <a:pt x="110" y="86"/>
                    </a:lnTo>
                    <a:lnTo>
                      <a:pt x="111" y="86"/>
                    </a:lnTo>
                    <a:lnTo>
                      <a:pt x="112" y="85"/>
                    </a:lnTo>
                    <a:lnTo>
                      <a:pt x="113" y="86"/>
                    </a:lnTo>
                    <a:lnTo>
                      <a:pt x="114" y="86"/>
                    </a:lnTo>
                    <a:lnTo>
                      <a:pt x="136" y="108"/>
                    </a:lnTo>
                    <a:lnTo>
                      <a:pt x="138" y="110"/>
                    </a:lnTo>
                    <a:lnTo>
                      <a:pt x="141" y="111"/>
                    </a:lnTo>
                    <a:lnTo>
                      <a:pt x="143" y="112"/>
                    </a:lnTo>
                    <a:lnTo>
                      <a:pt x="146" y="113"/>
                    </a:lnTo>
                    <a:lnTo>
                      <a:pt x="149" y="113"/>
                    </a:lnTo>
                    <a:lnTo>
                      <a:pt x="152" y="112"/>
                    </a:lnTo>
                    <a:lnTo>
                      <a:pt x="155" y="111"/>
                    </a:lnTo>
                    <a:lnTo>
                      <a:pt x="157" y="110"/>
                    </a:lnTo>
                    <a:lnTo>
                      <a:pt x="172" y="101"/>
                    </a:lnTo>
                    <a:lnTo>
                      <a:pt x="187" y="94"/>
                    </a:lnTo>
                    <a:lnTo>
                      <a:pt x="202" y="89"/>
                    </a:lnTo>
                    <a:lnTo>
                      <a:pt x="219" y="85"/>
                    </a:lnTo>
                    <a:lnTo>
                      <a:pt x="222" y="84"/>
                    </a:lnTo>
                    <a:lnTo>
                      <a:pt x="225" y="83"/>
                    </a:lnTo>
                    <a:lnTo>
                      <a:pt x="227" y="81"/>
                    </a:lnTo>
                    <a:lnTo>
                      <a:pt x="229" y="79"/>
                    </a:lnTo>
                    <a:lnTo>
                      <a:pt x="231" y="75"/>
                    </a:lnTo>
                    <a:lnTo>
                      <a:pt x="232" y="73"/>
                    </a:lnTo>
                    <a:lnTo>
                      <a:pt x="233" y="70"/>
                    </a:lnTo>
                    <a:lnTo>
                      <a:pt x="233" y="67"/>
                    </a:lnTo>
                    <a:lnTo>
                      <a:pt x="233" y="37"/>
                    </a:lnTo>
                    <a:lnTo>
                      <a:pt x="234" y="35"/>
                    </a:lnTo>
                    <a:lnTo>
                      <a:pt x="236" y="34"/>
                    </a:lnTo>
                    <a:lnTo>
                      <a:pt x="269" y="34"/>
                    </a:lnTo>
                    <a:lnTo>
                      <a:pt x="271" y="35"/>
                    </a:lnTo>
                    <a:lnTo>
                      <a:pt x="272" y="37"/>
                    </a:lnTo>
                    <a:lnTo>
                      <a:pt x="272" y="67"/>
                    </a:lnTo>
                    <a:lnTo>
                      <a:pt x="272" y="70"/>
                    </a:lnTo>
                    <a:lnTo>
                      <a:pt x="273" y="73"/>
                    </a:lnTo>
                    <a:lnTo>
                      <a:pt x="274" y="76"/>
                    </a:lnTo>
                    <a:lnTo>
                      <a:pt x="276" y="79"/>
                    </a:lnTo>
                    <a:lnTo>
                      <a:pt x="278" y="81"/>
                    </a:lnTo>
                    <a:lnTo>
                      <a:pt x="280" y="83"/>
                    </a:lnTo>
                    <a:lnTo>
                      <a:pt x="283" y="84"/>
                    </a:lnTo>
                    <a:lnTo>
                      <a:pt x="286" y="85"/>
                    </a:lnTo>
                    <a:lnTo>
                      <a:pt x="302" y="89"/>
                    </a:lnTo>
                    <a:lnTo>
                      <a:pt x="317" y="95"/>
                    </a:lnTo>
                    <a:lnTo>
                      <a:pt x="332" y="102"/>
                    </a:lnTo>
                    <a:lnTo>
                      <a:pt x="346" y="1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Freeform 187">
                <a:extLst>
                  <a:ext uri="{FF2B5EF4-FFF2-40B4-BE49-F238E27FC236}">
                    <a16:creationId xmlns:a16="http://schemas.microsoft.com/office/drawing/2014/main" id="{81D89132-8DBA-408E-BD2E-CBAA4B47F3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34818" y="2754694"/>
                <a:ext cx="103019" cy="107702"/>
              </a:xfrm>
              <a:custGeom>
                <a:avLst/>
                <a:gdLst>
                  <a:gd name="T0" fmla="*/ 2 w 205"/>
                  <a:gd name="T1" fmla="*/ 123 h 205"/>
                  <a:gd name="T2" fmla="*/ 12 w 205"/>
                  <a:gd name="T3" fmla="*/ 152 h 205"/>
                  <a:gd name="T4" fmla="*/ 30 w 205"/>
                  <a:gd name="T5" fmla="*/ 176 h 205"/>
                  <a:gd name="T6" fmla="*/ 53 w 205"/>
                  <a:gd name="T7" fmla="*/ 193 h 205"/>
                  <a:gd name="T8" fmla="*/ 82 w 205"/>
                  <a:gd name="T9" fmla="*/ 203 h 205"/>
                  <a:gd name="T10" fmla="*/ 113 w 205"/>
                  <a:gd name="T11" fmla="*/ 205 h 205"/>
                  <a:gd name="T12" fmla="*/ 142 w 205"/>
                  <a:gd name="T13" fmla="*/ 197 h 205"/>
                  <a:gd name="T14" fmla="*/ 167 w 205"/>
                  <a:gd name="T15" fmla="*/ 182 h 205"/>
                  <a:gd name="T16" fmla="*/ 187 w 205"/>
                  <a:gd name="T17" fmla="*/ 161 h 205"/>
                  <a:gd name="T18" fmla="*/ 200 w 205"/>
                  <a:gd name="T19" fmla="*/ 133 h 205"/>
                  <a:gd name="T20" fmla="*/ 205 w 205"/>
                  <a:gd name="T21" fmla="*/ 103 h 205"/>
                  <a:gd name="T22" fmla="*/ 200 w 205"/>
                  <a:gd name="T23" fmla="*/ 73 h 205"/>
                  <a:gd name="T24" fmla="*/ 187 w 205"/>
                  <a:gd name="T25" fmla="*/ 46 h 205"/>
                  <a:gd name="T26" fmla="*/ 167 w 205"/>
                  <a:gd name="T27" fmla="*/ 24 h 205"/>
                  <a:gd name="T28" fmla="*/ 142 w 205"/>
                  <a:gd name="T29" fmla="*/ 8 h 205"/>
                  <a:gd name="T30" fmla="*/ 113 w 205"/>
                  <a:gd name="T31" fmla="*/ 1 h 205"/>
                  <a:gd name="T32" fmla="*/ 82 w 205"/>
                  <a:gd name="T33" fmla="*/ 2 h 205"/>
                  <a:gd name="T34" fmla="*/ 53 w 205"/>
                  <a:gd name="T35" fmla="*/ 13 h 205"/>
                  <a:gd name="T36" fmla="*/ 30 w 205"/>
                  <a:gd name="T37" fmla="*/ 30 h 205"/>
                  <a:gd name="T38" fmla="*/ 12 w 205"/>
                  <a:gd name="T39" fmla="*/ 55 h 205"/>
                  <a:gd name="T40" fmla="*/ 2 w 205"/>
                  <a:gd name="T41" fmla="*/ 82 h 205"/>
                  <a:gd name="T42" fmla="*/ 170 w 205"/>
                  <a:gd name="T43" fmla="*/ 103 h 205"/>
                  <a:gd name="T44" fmla="*/ 167 w 205"/>
                  <a:gd name="T45" fmla="*/ 123 h 205"/>
                  <a:gd name="T46" fmla="*/ 158 w 205"/>
                  <a:gd name="T47" fmla="*/ 142 h 205"/>
                  <a:gd name="T48" fmla="*/ 145 w 205"/>
                  <a:gd name="T49" fmla="*/ 156 h 205"/>
                  <a:gd name="T50" fmla="*/ 129 w 205"/>
                  <a:gd name="T51" fmla="*/ 166 h 205"/>
                  <a:gd name="T52" fmla="*/ 109 w 205"/>
                  <a:gd name="T53" fmla="*/ 171 h 205"/>
                  <a:gd name="T54" fmla="*/ 89 w 205"/>
                  <a:gd name="T55" fmla="*/ 170 h 205"/>
                  <a:gd name="T56" fmla="*/ 70 w 205"/>
                  <a:gd name="T57" fmla="*/ 163 h 205"/>
                  <a:gd name="T58" fmla="*/ 54 w 205"/>
                  <a:gd name="T59" fmla="*/ 152 h 205"/>
                  <a:gd name="T60" fmla="*/ 42 w 205"/>
                  <a:gd name="T61" fmla="*/ 135 h 205"/>
                  <a:gd name="T62" fmla="*/ 35 w 205"/>
                  <a:gd name="T63" fmla="*/ 116 h 205"/>
                  <a:gd name="T64" fmla="*/ 34 w 205"/>
                  <a:gd name="T65" fmla="*/ 96 h 205"/>
                  <a:gd name="T66" fmla="*/ 39 w 205"/>
                  <a:gd name="T67" fmla="*/ 77 h 205"/>
                  <a:gd name="T68" fmla="*/ 50 w 205"/>
                  <a:gd name="T69" fmla="*/ 60 h 205"/>
                  <a:gd name="T70" fmla="*/ 65 w 205"/>
                  <a:gd name="T71" fmla="*/ 47 h 205"/>
                  <a:gd name="T72" fmla="*/ 82 w 205"/>
                  <a:gd name="T73" fmla="*/ 39 h 205"/>
                  <a:gd name="T74" fmla="*/ 102 w 205"/>
                  <a:gd name="T75" fmla="*/ 36 h 205"/>
                  <a:gd name="T76" fmla="*/ 123 w 205"/>
                  <a:gd name="T77" fmla="*/ 39 h 205"/>
                  <a:gd name="T78" fmla="*/ 140 w 205"/>
                  <a:gd name="T79" fmla="*/ 47 h 205"/>
                  <a:gd name="T80" fmla="*/ 154 w 205"/>
                  <a:gd name="T81" fmla="*/ 60 h 205"/>
                  <a:gd name="T82" fmla="*/ 165 w 205"/>
                  <a:gd name="T83" fmla="*/ 77 h 205"/>
                  <a:gd name="T84" fmla="*/ 170 w 205"/>
                  <a:gd name="T85" fmla="*/ 96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05" h="205">
                    <a:moveTo>
                      <a:pt x="0" y="103"/>
                    </a:moveTo>
                    <a:lnTo>
                      <a:pt x="1" y="113"/>
                    </a:lnTo>
                    <a:lnTo>
                      <a:pt x="2" y="123"/>
                    </a:lnTo>
                    <a:lnTo>
                      <a:pt x="5" y="133"/>
                    </a:lnTo>
                    <a:lnTo>
                      <a:pt x="8" y="143"/>
                    </a:lnTo>
                    <a:lnTo>
                      <a:pt x="12" y="152"/>
                    </a:lnTo>
                    <a:lnTo>
                      <a:pt x="17" y="161"/>
                    </a:lnTo>
                    <a:lnTo>
                      <a:pt x="23" y="168"/>
                    </a:lnTo>
                    <a:lnTo>
                      <a:pt x="30" y="176"/>
                    </a:lnTo>
                    <a:lnTo>
                      <a:pt x="37" y="182"/>
                    </a:lnTo>
                    <a:lnTo>
                      <a:pt x="45" y="188"/>
                    </a:lnTo>
                    <a:lnTo>
                      <a:pt x="53" y="193"/>
                    </a:lnTo>
                    <a:lnTo>
                      <a:pt x="63" y="197"/>
                    </a:lnTo>
                    <a:lnTo>
                      <a:pt x="73" y="201"/>
                    </a:lnTo>
                    <a:lnTo>
                      <a:pt x="82" y="203"/>
                    </a:lnTo>
                    <a:lnTo>
                      <a:pt x="92" y="205"/>
                    </a:lnTo>
                    <a:lnTo>
                      <a:pt x="103" y="205"/>
                    </a:lnTo>
                    <a:lnTo>
                      <a:pt x="113" y="205"/>
                    </a:lnTo>
                    <a:lnTo>
                      <a:pt x="123" y="203"/>
                    </a:lnTo>
                    <a:lnTo>
                      <a:pt x="133" y="201"/>
                    </a:lnTo>
                    <a:lnTo>
                      <a:pt x="142" y="197"/>
                    </a:lnTo>
                    <a:lnTo>
                      <a:pt x="151" y="193"/>
                    </a:lnTo>
                    <a:lnTo>
                      <a:pt x="159" y="188"/>
                    </a:lnTo>
                    <a:lnTo>
                      <a:pt x="167" y="182"/>
                    </a:lnTo>
                    <a:lnTo>
                      <a:pt x="174" y="176"/>
                    </a:lnTo>
                    <a:lnTo>
                      <a:pt x="181" y="168"/>
                    </a:lnTo>
                    <a:lnTo>
                      <a:pt x="187" y="161"/>
                    </a:lnTo>
                    <a:lnTo>
                      <a:pt x="192" y="152"/>
                    </a:lnTo>
                    <a:lnTo>
                      <a:pt x="196" y="143"/>
                    </a:lnTo>
                    <a:lnTo>
                      <a:pt x="200" y="133"/>
                    </a:lnTo>
                    <a:lnTo>
                      <a:pt x="202" y="123"/>
                    </a:lnTo>
                    <a:lnTo>
                      <a:pt x="205" y="113"/>
                    </a:lnTo>
                    <a:lnTo>
                      <a:pt x="205" y="103"/>
                    </a:lnTo>
                    <a:lnTo>
                      <a:pt x="205" y="93"/>
                    </a:lnTo>
                    <a:lnTo>
                      <a:pt x="202" y="82"/>
                    </a:lnTo>
                    <a:lnTo>
                      <a:pt x="200" y="73"/>
                    </a:lnTo>
                    <a:lnTo>
                      <a:pt x="196" y="63"/>
                    </a:lnTo>
                    <a:lnTo>
                      <a:pt x="192" y="55"/>
                    </a:lnTo>
                    <a:lnTo>
                      <a:pt x="187" y="46"/>
                    </a:lnTo>
                    <a:lnTo>
                      <a:pt x="181" y="38"/>
                    </a:lnTo>
                    <a:lnTo>
                      <a:pt x="174" y="30"/>
                    </a:lnTo>
                    <a:lnTo>
                      <a:pt x="167" y="24"/>
                    </a:lnTo>
                    <a:lnTo>
                      <a:pt x="159" y="18"/>
                    </a:lnTo>
                    <a:lnTo>
                      <a:pt x="151" y="13"/>
                    </a:lnTo>
                    <a:lnTo>
                      <a:pt x="142" y="8"/>
                    </a:lnTo>
                    <a:lnTo>
                      <a:pt x="133" y="5"/>
                    </a:lnTo>
                    <a:lnTo>
                      <a:pt x="123" y="2"/>
                    </a:lnTo>
                    <a:lnTo>
                      <a:pt x="113" y="1"/>
                    </a:lnTo>
                    <a:lnTo>
                      <a:pt x="103" y="0"/>
                    </a:lnTo>
                    <a:lnTo>
                      <a:pt x="92" y="1"/>
                    </a:lnTo>
                    <a:lnTo>
                      <a:pt x="82" y="2"/>
                    </a:lnTo>
                    <a:lnTo>
                      <a:pt x="73" y="5"/>
                    </a:lnTo>
                    <a:lnTo>
                      <a:pt x="63" y="8"/>
                    </a:lnTo>
                    <a:lnTo>
                      <a:pt x="53" y="13"/>
                    </a:lnTo>
                    <a:lnTo>
                      <a:pt x="45" y="18"/>
                    </a:lnTo>
                    <a:lnTo>
                      <a:pt x="37" y="24"/>
                    </a:lnTo>
                    <a:lnTo>
                      <a:pt x="30" y="30"/>
                    </a:lnTo>
                    <a:lnTo>
                      <a:pt x="23" y="38"/>
                    </a:lnTo>
                    <a:lnTo>
                      <a:pt x="17" y="46"/>
                    </a:lnTo>
                    <a:lnTo>
                      <a:pt x="12" y="55"/>
                    </a:lnTo>
                    <a:lnTo>
                      <a:pt x="8" y="63"/>
                    </a:lnTo>
                    <a:lnTo>
                      <a:pt x="5" y="73"/>
                    </a:lnTo>
                    <a:lnTo>
                      <a:pt x="2" y="82"/>
                    </a:lnTo>
                    <a:lnTo>
                      <a:pt x="1" y="93"/>
                    </a:lnTo>
                    <a:lnTo>
                      <a:pt x="0" y="103"/>
                    </a:lnTo>
                    <a:close/>
                    <a:moveTo>
                      <a:pt x="170" y="103"/>
                    </a:moveTo>
                    <a:lnTo>
                      <a:pt x="170" y="110"/>
                    </a:lnTo>
                    <a:lnTo>
                      <a:pt x="168" y="116"/>
                    </a:lnTo>
                    <a:lnTo>
                      <a:pt x="167" y="123"/>
                    </a:lnTo>
                    <a:lnTo>
                      <a:pt x="165" y="129"/>
                    </a:lnTo>
                    <a:lnTo>
                      <a:pt x="162" y="135"/>
                    </a:lnTo>
                    <a:lnTo>
                      <a:pt x="158" y="142"/>
                    </a:lnTo>
                    <a:lnTo>
                      <a:pt x="154" y="147"/>
                    </a:lnTo>
                    <a:lnTo>
                      <a:pt x="150" y="152"/>
                    </a:lnTo>
                    <a:lnTo>
                      <a:pt x="145" y="156"/>
                    </a:lnTo>
                    <a:lnTo>
                      <a:pt x="140" y="160"/>
                    </a:lnTo>
                    <a:lnTo>
                      <a:pt x="135" y="163"/>
                    </a:lnTo>
                    <a:lnTo>
                      <a:pt x="129" y="166"/>
                    </a:lnTo>
                    <a:lnTo>
                      <a:pt x="123" y="168"/>
                    </a:lnTo>
                    <a:lnTo>
                      <a:pt x="116" y="170"/>
                    </a:lnTo>
                    <a:lnTo>
                      <a:pt x="109" y="171"/>
                    </a:lnTo>
                    <a:lnTo>
                      <a:pt x="102" y="171"/>
                    </a:lnTo>
                    <a:lnTo>
                      <a:pt x="96" y="171"/>
                    </a:lnTo>
                    <a:lnTo>
                      <a:pt x="89" y="170"/>
                    </a:lnTo>
                    <a:lnTo>
                      <a:pt x="82" y="168"/>
                    </a:lnTo>
                    <a:lnTo>
                      <a:pt x="76" y="166"/>
                    </a:lnTo>
                    <a:lnTo>
                      <a:pt x="70" y="163"/>
                    </a:lnTo>
                    <a:lnTo>
                      <a:pt x="65" y="160"/>
                    </a:lnTo>
                    <a:lnTo>
                      <a:pt x="60" y="156"/>
                    </a:lnTo>
                    <a:lnTo>
                      <a:pt x="54" y="152"/>
                    </a:lnTo>
                    <a:lnTo>
                      <a:pt x="50" y="147"/>
                    </a:lnTo>
                    <a:lnTo>
                      <a:pt x="46" y="142"/>
                    </a:lnTo>
                    <a:lnTo>
                      <a:pt x="42" y="135"/>
                    </a:lnTo>
                    <a:lnTo>
                      <a:pt x="39" y="129"/>
                    </a:lnTo>
                    <a:lnTo>
                      <a:pt x="37" y="123"/>
                    </a:lnTo>
                    <a:lnTo>
                      <a:pt x="35" y="116"/>
                    </a:lnTo>
                    <a:lnTo>
                      <a:pt x="34" y="110"/>
                    </a:lnTo>
                    <a:lnTo>
                      <a:pt x="34" y="103"/>
                    </a:lnTo>
                    <a:lnTo>
                      <a:pt x="34" y="96"/>
                    </a:lnTo>
                    <a:lnTo>
                      <a:pt x="35" y="89"/>
                    </a:lnTo>
                    <a:lnTo>
                      <a:pt x="37" y="83"/>
                    </a:lnTo>
                    <a:lnTo>
                      <a:pt x="39" y="77"/>
                    </a:lnTo>
                    <a:lnTo>
                      <a:pt x="42" y="71"/>
                    </a:lnTo>
                    <a:lnTo>
                      <a:pt x="46" y="65"/>
                    </a:lnTo>
                    <a:lnTo>
                      <a:pt x="50" y="60"/>
                    </a:lnTo>
                    <a:lnTo>
                      <a:pt x="54" y="55"/>
                    </a:lnTo>
                    <a:lnTo>
                      <a:pt x="60" y="51"/>
                    </a:lnTo>
                    <a:lnTo>
                      <a:pt x="65" y="47"/>
                    </a:lnTo>
                    <a:lnTo>
                      <a:pt x="70" y="44"/>
                    </a:lnTo>
                    <a:lnTo>
                      <a:pt x="76" y="41"/>
                    </a:lnTo>
                    <a:lnTo>
                      <a:pt x="82" y="39"/>
                    </a:lnTo>
                    <a:lnTo>
                      <a:pt x="89" y="37"/>
                    </a:lnTo>
                    <a:lnTo>
                      <a:pt x="96" y="36"/>
                    </a:lnTo>
                    <a:lnTo>
                      <a:pt x="102" y="36"/>
                    </a:lnTo>
                    <a:lnTo>
                      <a:pt x="109" y="36"/>
                    </a:lnTo>
                    <a:lnTo>
                      <a:pt x="116" y="37"/>
                    </a:lnTo>
                    <a:lnTo>
                      <a:pt x="123" y="39"/>
                    </a:lnTo>
                    <a:lnTo>
                      <a:pt x="129" y="41"/>
                    </a:lnTo>
                    <a:lnTo>
                      <a:pt x="135" y="44"/>
                    </a:lnTo>
                    <a:lnTo>
                      <a:pt x="140" y="47"/>
                    </a:lnTo>
                    <a:lnTo>
                      <a:pt x="145" y="51"/>
                    </a:lnTo>
                    <a:lnTo>
                      <a:pt x="150" y="55"/>
                    </a:lnTo>
                    <a:lnTo>
                      <a:pt x="154" y="60"/>
                    </a:lnTo>
                    <a:lnTo>
                      <a:pt x="158" y="65"/>
                    </a:lnTo>
                    <a:lnTo>
                      <a:pt x="162" y="71"/>
                    </a:lnTo>
                    <a:lnTo>
                      <a:pt x="165" y="77"/>
                    </a:lnTo>
                    <a:lnTo>
                      <a:pt x="167" y="83"/>
                    </a:lnTo>
                    <a:lnTo>
                      <a:pt x="168" y="89"/>
                    </a:lnTo>
                    <a:lnTo>
                      <a:pt x="170" y="96"/>
                    </a:lnTo>
                    <a:lnTo>
                      <a:pt x="170" y="1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9661387-C4CC-4772-8F8C-1B97F09DC2EF}"/>
              </a:ext>
            </a:extLst>
          </p:cNvPr>
          <p:cNvSpPr/>
          <p:nvPr/>
        </p:nvSpPr>
        <p:spPr>
          <a:xfrm flipH="1">
            <a:off x="5048752" y="3188229"/>
            <a:ext cx="12665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Aft>
                <a:spcPts val="400"/>
              </a:spcAft>
            </a:pPr>
            <a:r>
              <a:rPr lang="en-US" sz="1200" b="1" dirty="0">
                <a:solidFill>
                  <a:schemeClr val="bg1"/>
                </a:solidFill>
                <a:cs typeface="Segoe UI" panose="020B0502040204020203" pitchFamily="34" charset="0"/>
              </a:rPr>
              <a:t>Holistic Supports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1DBADB-7AD4-40E0-B8BE-9F26E31B6B6F}"/>
              </a:ext>
            </a:extLst>
          </p:cNvPr>
          <p:cNvGrpSpPr/>
          <p:nvPr/>
        </p:nvGrpSpPr>
        <p:grpSpPr>
          <a:xfrm>
            <a:off x="4502770" y="3860106"/>
            <a:ext cx="2344799" cy="119872"/>
            <a:chOff x="4502770" y="3860106"/>
            <a:chExt cx="2344799" cy="11987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05EB55-35F3-44E3-B801-0B0A75222DD5}"/>
                </a:ext>
              </a:extLst>
            </p:cNvPr>
            <p:cNvCxnSpPr>
              <a:cxnSpLocks/>
            </p:cNvCxnSpPr>
            <p:nvPr/>
          </p:nvCxnSpPr>
          <p:spPr>
            <a:xfrm>
              <a:off x="4502770" y="3861457"/>
              <a:ext cx="2344799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BD89250B-8AB4-4C23-9C9C-BB974F9D4B3B}"/>
                </a:ext>
              </a:extLst>
            </p:cNvPr>
            <p:cNvSpPr/>
            <p:nvPr/>
          </p:nvSpPr>
          <p:spPr>
            <a:xfrm flipV="1">
              <a:off x="5605643" y="3860106"/>
              <a:ext cx="139052" cy="11987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95" name="Graphic 94">
            <a:extLst>
              <a:ext uri="{FF2B5EF4-FFF2-40B4-BE49-F238E27FC236}">
                <a16:creationId xmlns:a16="http://schemas.microsoft.com/office/drawing/2014/main" id="{024B7664-556B-4880-8E4E-FAB4E1C6DA4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183945" y="2257055"/>
            <a:ext cx="282331" cy="282331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7BBBE3A7-F462-4DE6-9A93-0FC60AE7B8F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173132" y="3207635"/>
            <a:ext cx="303957" cy="303957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DC13F86B-2B42-4C6C-9B96-A50D28494AE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171283" y="5128572"/>
            <a:ext cx="307654" cy="307654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88C7E7C3-D589-4871-9579-B78B6AF6C37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 rot="10800000" flipV="1">
            <a:off x="3188328" y="4188346"/>
            <a:ext cx="273566" cy="265321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A4B58FFB-7C60-4D1F-9923-99474DD0243C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 rot="10800000" flipV="1">
            <a:off x="8754585" y="2479562"/>
            <a:ext cx="239802" cy="23257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F5A22F21-0C33-4AEE-933E-C8F90EBB3603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 rot="10800000" flipV="1">
            <a:off x="9232086" y="3919967"/>
            <a:ext cx="273496" cy="265253"/>
          </a:xfrm>
          <a:prstGeom prst="rect">
            <a:avLst/>
          </a:prstGeom>
        </p:spPr>
      </p:pic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19482F7C-2817-47CC-8D62-16F863F7712D}"/>
              </a:ext>
            </a:extLst>
          </p:cNvPr>
          <p:cNvSpPr/>
          <p:nvPr/>
        </p:nvSpPr>
        <p:spPr>
          <a:xfrm>
            <a:off x="7642401" y="2479997"/>
            <a:ext cx="238761" cy="231704"/>
          </a:xfrm>
          <a:custGeom>
            <a:avLst/>
            <a:gdLst>
              <a:gd name="connsiteX0" fmla="*/ 482782 w 1236468"/>
              <a:gd name="connsiteY0" fmla="*/ 922794 h 1199912"/>
              <a:gd name="connsiteX1" fmla="*/ 186455 w 1236468"/>
              <a:gd name="connsiteY1" fmla="*/ 1160225 h 1199912"/>
              <a:gd name="connsiteX2" fmla="*/ 1049916 w 1236468"/>
              <a:gd name="connsiteY2" fmla="*/ 1160225 h 1199912"/>
              <a:gd name="connsiteX3" fmla="*/ 961790 w 1236468"/>
              <a:gd name="connsiteY3" fmla="*/ 1015127 h 1199912"/>
              <a:gd name="connsiteX4" fmla="*/ 753669 w 1236468"/>
              <a:gd name="connsiteY4" fmla="*/ 922893 h 1199912"/>
              <a:gd name="connsiteX5" fmla="*/ 716442 w 1236468"/>
              <a:gd name="connsiteY5" fmla="*/ 1124149 h 1199912"/>
              <a:gd name="connsiteX6" fmla="*/ 696935 w 1236468"/>
              <a:gd name="connsiteY6" fmla="*/ 1140381 h 1199912"/>
              <a:gd name="connsiteX7" fmla="*/ 539535 w 1236468"/>
              <a:gd name="connsiteY7" fmla="*/ 1140381 h 1199912"/>
              <a:gd name="connsiteX8" fmla="*/ 520028 w 1236468"/>
              <a:gd name="connsiteY8" fmla="*/ 1124149 h 1199912"/>
              <a:gd name="connsiteX9" fmla="*/ 522985 w 1236468"/>
              <a:gd name="connsiteY9" fmla="*/ 922100 h 1199912"/>
              <a:gd name="connsiteX10" fmla="*/ 556045 w 1236468"/>
              <a:gd name="connsiteY10" fmla="*/ 1100693 h 1199912"/>
              <a:gd name="connsiteX11" fmla="*/ 680465 w 1236468"/>
              <a:gd name="connsiteY11" fmla="*/ 1100693 h 1199912"/>
              <a:gd name="connsiteX12" fmla="*/ 713485 w 1236468"/>
              <a:gd name="connsiteY12" fmla="*/ 922100 h 1199912"/>
              <a:gd name="connsiteX13" fmla="*/ 499173 w 1236468"/>
              <a:gd name="connsiteY13" fmla="*/ 882412 h 1199912"/>
              <a:gd name="connsiteX14" fmla="*/ 737298 w 1236468"/>
              <a:gd name="connsiteY14" fmla="*/ 882412 h 1199912"/>
              <a:gd name="connsiteX15" fmla="*/ 989849 w 1236468"/>
              <a:gd name="connsiteY15" fmla="*/ 987048 h 1199912"/>
              <a:gd name="connsiteX16" fmla="*/ 1094187 w 1236468"/>
              <a:gd name="connsiteY16" fmla="*/ 1176655 h 1199912"/>
              <a:gd name="connsiteX17" fmla="*/ 1094483 w 1236468"/>
              <a:gd name="connsiteY17" fmla="*/ 1180067 h 1199912"/>
              <a:gd name="connsiteX18" fmla="*/ 1074641 w 1236468"/>
              <a:gd name="connsiteY18" fmla="*/ 1199912 h 1199912"/>
              <a:gd name="connsiteX19" fmla="*/ 161829 w 1236468"/>
              <a:gd name="connsiteY19" fmla="*/ 1199912 h 1199912"/>
              <a:gd name="connsiteX20" fmla="*/ 158367 w 1236468"/>
              <a:gd name="connsiteY20" fmla="*/ 1199606 h 1199912"/>
              <a:gd name="connsiteX21" fmla="*/ 142303 w 1236468"/>
              <a:gd name="connsiteY21" fmla="*/ 1176596 h 1199912"/>
              <a:gd name="connsiteX22" fmla="*/ 499173 w 1236468"/>
              <a:gd name="connsiteY22" fmla="*/ 882412 h 1199912"/>
              <a:gd name="connsiteX23" fmla="*/ 816673 w 1236468"/>
              <a:gd name="connsiteY23" fmla="*/ 604599 h 1199912"/>
              <a:gd name="connsiteX24" fmla="*/ 816673 w 1236468"/>
              <a:gd name="connsiteY24" fmla="*/ 664131 h 1199912"/>
              <a:gd name="connsiteX25" fmla="*/ 836517 w 1236468"/>
              <a:gd name="connsiteY25" fmla="*/ 644287 h 1199912"/>
              <a:gd name="connsiteX26" fmla="*/ 836517 w 1236468"/>
              <a:gd name="connsiteY26" fmla="*/ 624443 h 1199912"/>
              <a:gd name="connsiteX27" fmla="*/ 816673 w 1236468"/>
              <a:gd name="connsiteY27" fmla="*/ 604599 h 1199912"/>
              <a:gd name="connsiteX28" fmla="*/ 419798 w 1236468"/>
              <a:gd name="connsiteY28" fmla="*/ 604599 h 1199912"/>
              <a:gd name="connsiteX29" fmla="*/ 399955 w 1236468"/>
              <a:gd name="connsiteY29" fmla="*/ 624443 h 1199912"/>
              <a:gd name="connsiteX30" fmla="*/ 399955 w 1236468"/>
              <a:gd name="connsiteY30" fmla="*/ 644287 h 1199912"/>
              <a:gd name="connsiteX31" fmla="*/ 419798 w 1236468"/>
              <a:gd name="connsiteY31" fmla="*/ 664131 h 1199912"/>
              <a:gd name="connsiteX32" fmla="*/ 1094446 w 1236468"/>
              <a:gd name="connsiteY32" fmla="*/ 500697 h 1199912"/>
              <a:gd name="connsiteX33" fmla="*/ 1084524 w 1236468"/>
              <a:gd name="connsiteY33" fmla="*/ 531356 h 1199912"/>
              <a:gd name="connsiteX34" fmla="*/ 1065653 w 1236468"/>
              <a:gd name="connsiteY34" fmla="*/ 545068 h 1199912"/>
              <a:gd name="connsiteX35" fmla="*/ 1033407 w 1236468"/>
              <a:gd name="connsiteY35" fmla="*/ 545068 h 1199912"/>
              <a:gd name="connsiteX36" fmla="*/ 1059402 w 1236468"/>
              <a:gd name="connsiteY36" fmla="*/ 564019 h 1199912"/>
              <a:gd name="connsiteX37" fmla="*/ 1066625 w 1236468"/>
              <a:gd name="connsiteY37" fmla="*/ 586184 h 1199912"/>
              <a:gd name="connsiteX38" fmla="*/ 1056703 w 1236468"/>
              <a:gd name="connsiteY38" fmla="*/ 616863 h 1199912"/>
              <a:gd name="connsiteX39" fmla="*/ 1082778 w 1236468"/>
              <a:gd name="connsiteY39" fmla="*/ 597912 h 1199912"/>
              <a:gd name="connsiteX40" fmla="*/ 1106114 w 1236468"/>
              <a:gd name="connsiteY40" fmla="*/ 597912 h 1199912"/>
              <a:gd name="connsiteX41" fmla="*/ 1132189 w 1236468"/>
              <a:gd name="connsiteY41" fmla="*/ 616863 h 1199912"/>
              <a:gd name="connsiteX42" fmla="*/ 1122267 w 1236468"/>
              <a:gd name="connsiteY42" fmla="*/ 586184 h 1199912"/>
              <a:gd name="connsiteX43" fmla="*/ 1129411 w 1236468"/>
              <a:gd name="connsiteY43" fmla="*/ 564019 h 1199912"/>
              <a:gd name="connsiteX44" fmla="*/ 1155486 w 1236468"/>
              <a:gd name="connsiteY44" fmla="*/ 545068 h 1199912"/>
              <a:gd name="connsiteX45" fmla="*/ 1123239 w 1236468"/>
              <a:gd name="connsiteY45" fmla="*/ 545068 h 1199912"/>
              <a:gd name="connsiteX46" fmla="*/ 1104368 w 1236468"/>
              <a:gd name="connsiteY46" fmla="*/ 531356 h 1199912"/>
              <a:gd name="connsiteX47" fmla="*/ 141986 w 1236468"/>
              <a:gd name="connsiteY47" fmla="*/ 500697 h 1199912"/>
              <a:gd name="connsiteX48" fmla="*/ 132024 w 1236468"/>
              <a:gd name="connsiteY48" fmla="*/ 531356 h 1199912"/>
              <a:gd name="connsiteX49" fmla="*/ 113153 w 1236468"/>
              <a:gd name="connsiteY49" fmla="*/ 545068 h 1199912"/>
              <a:gd name="connsiteX50" fmla="*/ 80907 w 1236468"/>
              <a:gd name="connsiteY50" fmla="*/ 545068 h 1199912"/>
              <a:gd name="connsiteX51" fmla="*/ 106981 w 1236468"/>
              <a:gd name="connsiteY51" fmla="*/ 564019 h 1199912"/>
              <a:gd name="connsiteX52" fmla="*/ 114205 w 1236468"/>
              <a:gd name="connsiteY52" fmla="*/ 586184 h 1199912"/>
              <a:gd name="connsiteX53" fmla="*/ 104283 w 1236468"/>
              <a:gd name="connsiteY53" fmla="*/ 616863 h 1199912"/>
              <a:gd name="connsiteX54" fmla="*/ 130278 w 1236468"/>
              <a:gd name="connsiteY54" fmla="*/ 597912 h 1199912"/>
              <a:gd name="connsiteX55" fmla="*/ 153614 w 1236468"/>
              <a:gd name="connsiteY55" fmla="*/ 597912 h 1199912"/>
              <a:gd name="connsiteX56" fmla="*/ 179689 w 1236468"/>
              <a:gd name="connsiteY56" fmla="*/ 616863 h 1199912"/>
              <a:gd name="connsiteX57" fmla="*/ 169767 w 1236468"/>
              <a:gd name="connsiteY57" fmla="*/ 586184 h 1199912"/>
              <a:gd name="connsiteX58" fmla="*/ 176990 w 1236468"/>
              <a:gd name="connsiteY58" fmla="*/ 564019 h 1199912"/>
              <a:gd name="connsiteX59" fmla="*/ 203065 w 1236468"/>
              <a:gd name="connsiteY59" fmla="*/ 545068 h 1199912"/>
              <a:gd name="connsiteX60" fmla="*/ 170819 w 1236468"/>
              <a:gd name="connsiteY60" fmla="*/ 545068 h 1199912"/>
              <a:gd name="connsiteX61" fmla="*/ 151908 w 1236468"/>
              <a:gd name="connsiteY61" fmla="*/ 531356 h 1199912"/>
              <a:gd name="connsiteX62" fmla="*/ 579997 w 1236468"/>
              <a:gd name="connsiteY62" fmla="*/ 486708 h 1199912"/>
              <a:gd name="connsiteX63" fmla="*/ 459486 w 1236468"/>
              <a:gd name="connsiteY63" fmla="*/ 538301 h 1199912"/>
              <a:gd name="connsiteX64" fmla="*/ 459486 w 1236468"/>
              <a:gd name="connsiteY64" fmla="*/ 683974 h 1199912"/>
              <a:gd name="connsiteX65" fmla="*/ 618236 w 1236468"/>
              <a:gd name="connsiteY65" fmla="*/ 842724 h 1199912"/>
              <a:gd name="connsiteX66" fmla="*/ 776986 w 1236468"/>
              <a:gd name="connsiteY66" fmla="*/ 683974 h 1199912"/>
              <a:gd name="connsiteX67" fmla="*/ 776986 w 1236468"/>
              <a:gd name="connsiteY67" fmla="*/ 540385 h 1199912"/>
              <a:gd name="connsiteX68" fmla="*/ 1088309 w 1236468"/>
              <a:gd name="connsiteY68" fmla="*/ 417716 h 1199912"/>
              <a:gd name="connsiteX69" fmla="*/ 1113357 w 1236468"/>
              <a:gd name="connsiteY69" fmla="*/ 430371 h 1199912"/>
              <a:gd name="connsiteX70" fmla="*/ 1137745 w 1236468"/>
              <a:gd name="connsiteY70" fmla="*/ 505380 h 1199912"/>
              <a:gd name="connsiteX71" fmla="*/ 1216624 w 1236468"/>
              <a:gd name="connsiteY71" fmla="*/ 505380 h 1199912"/>
              <a:gd name="connsiteX72" fmla="*/ 1235495 w 1236468"/>
              <a:gd name="connsiteY72" fmla="*/ 519092 h 1199912"/>
              <a:gd name="connsiteX73" fmla="*/ 1228292 w 1236468"/>
              <a:gd name="connsiteY73" fmla="*/ 541278 h 1199912"/>
              <a:gd name="connsiteX74" fmla="*/ 1164475 w 1236468"/>
              <a:gd name="connsiteY74" fmla="*/ 587653 h 1199912"/>
              <a:gd name="connsiteX75" fmla="*/ 1188863 w 1236468"/>
              <a:gd name="connsiteY75" fmla="*/ 662702 h 1199912"/>
              <a:gd name="connsiteX76" fmla="*/ 1186040 w 1236468"/>
              <a:gd name="connsiteY76" fmla="*/ 680469 h 1199912"/>
              <a:gd name="connsiteX77" fmla="*/ 1158323 w 1236468"/>
              <a:gd name="connsiteY77" fmla="*/ 684867 h 1199912"/>
              <a:gd name="connsiteX78" fmla="*/ 1094486 w 1236468"/>
              <a:gd name="connsiteY78" fmla="*/ 638492 h 1199912"/>
              <a:gd name="connsiteX79" fmla="*/ 1030648 w 1236468"/>
              <a:gd name="connsiteY79" fmla="*/ 684867 h 1199912"/>
              <a:gd name="connsiteX80" fmla="*/ 1012881 w 1236468"/>
              <a:gd name="connsiteY80" fmla="*/ 687690 h 1199912"/>
              <a:gd name="connsiteX81" fmla="*/ 1000109 w 1236468"/>
              <a:gd name="connsiteY81" fmla="*/ 662702 h 1199912"/>
              <a:gd name="connsiteX82" fmla="*/ 1024497 w 1236468"/>
              <a:gd name="connsiteY82" fmla="*/ 587653 h 1199912"/>
              <a:gd name="connsiteX83" fmla="*/ 960679 w 1236468"/>
              <a:gd name="connsiteY83" fmla="*/ 541278 h 1199912"/>
              <a:gd name="connsiteX84" fmla="*/ 952500 w 1236468"/>
              <a:gd name="connsiteY84" fmla="*/ 525220 h 1199912"/>
              <a:gd name="connsiteX85" fmla="*/ 972348 w 1236468"/>
              <a:gd name="connsiteY85" fmla="*/ 505380 h 1199912"/>
              <a:gd name="connsiteX86" fmla="*/ 1051226 w 1236468"/>
              <a:gd name="connsiteY86" fmla="*/ 505380 h 1199912"/>
              <a:gd name="connsiteX87" fmla="*/ 1075654 w 1236468"/>
              <a:gd name="connsiteY87" fmla="*/ 430371 h 1199912"/>
              <a:gd name="connsiteX88" fmla="*/ 1088309 w 1236468"/>
              <a:gd name="connsiteY88" fmla="*/ 417716 h 1199912"/>
              <a:gd name="connsiteX89" fmla="*/ 135809 w 1236468"/>
              <a:gd name="connsiteY89" fmla="*/ 417716 h 1199912"/>
              <a:gd name="connsiteX90" fmla="*/ 160857 w 1236468"/>
              <a:gd name="connsiteY90" fmla="*/ 430371 h 1199912"/>
              <a:gd name="connsiteX91" fmla="*/ 185245 w 1236468"/>
              <a:gd name="connsiteY91" fmla="*/ 505380 h 1199912"/>
              <a:gd name="connsiteX92" fmla="*/ 264124 w 1236468"/>
              <a:gd name="connsiteY92" fmla="*/ 505380 h 1199912"/>
              <a:gd name="connsiteX93" fmla="*/ 280182 w 1236468"/>
              <a:gd name="connsiteY93" fmla="*/ 513560 h 1199912"/>
              <a:gd name="connsiteX94" fmla="*/ 275792 w 1236468"/>
              <a:gd name="connsiteY94" fmla="*/ 541278 h 1199912"/>
              <a:gd name="connsiteX95" fmla="*/ 211975 w 1236468"/>
              <a:gd name="connsiteY95" fmla="*/ 587653 h 1199912"/>
              <a:gd name="connsiteX96" fmla="*/ 236363 w 1236468"/>
              <a:gd name="connsiteY96" fmla="*/ 662702 h 1199912"/>
              <a:gd name="connsiteX97" fmla="*/ 237327 w 1236468"/>
              <a:gd name="connsiteY97" fmla="*/ 668806 h 1199912"/>
              <a:gd name="connsiteX98" fmla="*/ 217491 w 1236468"/>
              <a:gd name="connsiteY98" fmla="*/ 688657 h 1199912"/>
              <a:gd name="connsiteX99" fmla="*/ 205823 w 1236468"/>
              <a:gd name="connsiteY99" fmla="*/ 684867 h 1199912"/>
              <a:gd name="connsiteX100" fmla="*/ 141986 w 1236468"/>
              <a:gd name="connsiteY100" fmla="*/ 638492 h 1199912"/>
              <a:gd name="connsiteX101" fmla="*/ 78148 w 1236468"/>
              <a:gd name="connsiteY101" fmla="*/ 684867 h 1199912"/>
              <a:gd name="connsiteX102" fmla="*/ 60381 w 1236468"/>
              <a:gd name="connsiteY102" fmla="*/ 687690 h 1199912"/>
              <a:gd name="connsiteX103" fmla="*/ 47609 w 1236468"/>
              <a:gd name="connsiteY103" fmla="*/ 662702 h 1199912"/>
              <a:gd name="connsiteX104" fmla="*/ 71997 w 1236468"/>
              <a:gd name="connsiteY104" fmla="*/ 587653 h 1199912"/>
              <a:gd name="connsiteX105" fmla="*/ 8179 w 1236468"/>
              <a:gd name="connsiteY105" fmla="*/ 541278 h 1199912"/>
              <a:gd name="connsiteX106" fmla="*/ 0 w 1236468"/>
              <a:gd name="connsiteY106" fmla="*/ 525220 h 1199912"/>
              <a:gd name="connsiteX107" fmla="*/ 19848 w 1236468"/>
              <a:gd name="connsiteY107" fmla="*/ 505380 h 1199912"/>
              <a:gd name="connsiteX108" fmla="*/ 98726 w 1236468"/>
              <a:gd name="connsiteY108" fmla="*/ 505380 h 1199912"/>
              <a:gd name="connsiteX109" fmla="*/ 123154 w 1236468"/>
              <a:gd name="connsiteY109" fmla="*/ 430371 h 1199912"/>
              <a:gd name="connsiteX110" fmla="*/ 135809 w 1236468"/>
              <a:gd name="connsiteY110" fmla="*/ 417716 h 1199912"/>
              <a:gd name="connsiteX111" fmla="*/ 538861 w 1236468"/>
              <a:gd name="connsiteY111" fmla="*/ 346631 h 1199912"/>
              <a:gd name="connsiteX112" fmla="*/ 399955 w 1236468"/>
              <a:gd name="connsiteY112" fmla="*/ 485537 h 1199912"/>
              <a:gd name="connsiteX113" fmla="*/ 399955 w 1236468"/>
              <a:gd name="connsiteY113" fmla="*/ 517009 h 1199912"/>
              <a:gd name="connsiteX114" fmla="*/ 419798 w 1236468"/>
              <a:gd name="connsiteY114" fmla="*/ 536853 h 1199912"/>
              <a:gd name="connsiteX115" fmla="*/ 419798 w 1236468"/>
              <a:gd name="connsiteY115" fmla="*/ 525224 h 1199912"/>
              <a:gd name="connsiteX116" fmla="*/ 431824 w 1236468"/>
              <a:gd name="connsiteY116" fmla="*/ 506988 h 1199912"/>
              <a:gd name="connsiteX117" fmla="*/ 570730 w 1236468"/>
              <a:gd name="connsiteY117" fmla="*/ 447457 h 1199912"/>
              <a:gd name="connsiteX118" fmla="*/ 583767 w 1236468"/>
              <a:gd name="connsiteY118" fmla="*/ 446544 h 1199912"/>
              <a:gd name="connsiteX119" fmla="*/ 802048 w 1236468"/>
              <a:gd name="connsiteY119" fmla="*/ 506075 h 1199912"/>
              <a:gd name="connsiteX120" fmla="*/ 816673 w 1236468"/>
              <a:gd name="connsiteY120" fmla="*/ 525224 h 1199912"/>
              <a:gd name="connsiteX121" fmla="*/ 816673 w 1236468"/>
              <a:gd name="connsiteY121" fmla="*/ 536853 h 1199912"/>
              <a:gd name="connsiteX122" fmla="*/ 836517 w 1236468"/>
              <a:gd name="connsiteY122" fmla="*/ 517009 h 1199912"/>
              <a:gd name="connsiteX123" fmla="*/ 836517 w 1236468"/>
              <a:gd name="connsiteY123" fmla="*/ 485537 h 1199912"/>
              <a:gd name="connsiteX124" fmla="*/ 697611 w 1236468"/>
              <a:gd name="connsiteY124" fmla="*/ 346631 h 1199912"/>
              <a:gd name="connsiteX125" fmla="*/ 538861 w 1236468"/>
              <a:gd name="connsiteY125" fmla="*/ 306943 h 1199912"/>
              <a:gd name="connsiteX126" fmla="*/ 697611 w 1236468"/>
              <a:gd name="connsiteY126" fmla="*/ 306943 h 1199912"/>
              <a:gd name="connsiteX127" fmla="*/ 876205 w 1236468"/>
              <a:gd name="connsiteY127" fmla="*/ 485537 h 1199912"/>
              <a:gd name="connsiteX128" fmla="*/ 876205 w 1236468"/>
              <a:gd name="connsiteY128" fmla="*/ 525224 h 1199912"/>
              <a:gd name="connsiteX129" fmla="*/ 870390 w 1236468"/>
              <a:gd name="connsiteY129" fmla="*/ 539254 h 1199912"/>
              <a:gd name="connsiteX130" fmla="*/ 839970 w 1236468"/>
              <a:gd name="connsiteY130" fmla="*/ 569674 h 1199912"/>
              <a:gd name="connsiteX131" fmla="*/ 876205 w 1236468"/>
              <a:gd name="connsiteY131" fmla="*/ 624443 h 1199912"/>
              <a:gd name="connsiteX132" fmla="*/ 876205 w 1236468"/>
              <a:gd name="connsiteY132" fmla="*/ 644287 h 1199912"/>
              <a:gd name="connsiteX133" fmla="*/ 816673 w 1236468"/>
              <a:gd name="connsiteY133" fmla="*/ 703818 h 1199912"/>
              <a:gd name="connsiteX134" fmla="*/ 815701 w 1236468"/>
              <a:gd name="connsiteY134" fmla="*/ 703818 h 1199912"/>
              <a:gd name="connsiteX135" fmla="*/ 638075 w 1236468"/>
              <a:gd name="connsiteY135" fmla="*/ 881444 h 1199912"/>
              <a:gd name="connsiteX136" fmla="*/ 420810 w 1236468"/>
              <a:gd name="connsiteY136" fmla="*/ 703818 h 1199912"/>
              <a:gd name="connsiteX137" fmla="*/ 419798 w 1236468"/>
              <a:gd name="connsiteY137" fmla="*/ 703818 h 1199912"/>
              <a:gd name="connsiteX138" fmla="*/ 360267 w 1236468"/>
              <a:gd name="connsiteY138" fmla="*/ 644287 h 1199912"/>
              <a:gd name="connsiteX139" fmla="*/ 360267 w 1236468"/>
              <a:gd name="connsiteY139" fmla="*/ 624443 h 1199912"/>
              <a:gd name="connsiteX140" fmla="*/ 396502 w 1236468"/>
              <a:gd name="connsiteY140" fmla="*/ 569674 h 1199912"/>
              <a:gd name="connsiteX141" fmla="*/ 366081 w 1236468"/>
              <a:gd name="connsiteY141" fmla="*/ 539254 h 1199912"/>
              <a:gd name="connsiteX142" fmla="*/ 360267 w 1236468"/>
              <a:gd name="connsiteY142" fmla="*/ 525224 h 1199912"/>
              <a:gd name="connsiteX143" fmla="*/ 360267 w 1236468"/>
              <a:gd name="connsiteY143" fmla="*/ 485537 h 1199912"/>
              <a:gd name="connsiteX144" fmla="*/ 538861 w 1236468"/>
              <a:gd name="connsiteY144" fmla="*/ 306943 h 1199912"/>
              <a:gd name="connsiteX145" fmla="*/ 955539 w 1236468"/>
              <a:gd name="connsiteY145" fmla="*/ 203041 h 1199912"/>
              <a:gd name="connsiteX146" fmla="*/ 945617 w 1236468"/>
              <a:gd name="connsiteY146" fmla="*/ 233700 h 1199912"/>
              <a:gd name="connsiteX147" fmla="*/ 926746 w 1236468"/>
              <a:gd name="connsiteY147" fmla="*/ 247412 h 1199912"/>
              <a:gd name="connsiteX148" fmla="*/ 894500 w 1236468"/>
              <a:gd name="connsiteY148" fmla="*/ 247412 h 1199912"/>
              <a:gd name="connsiteX149" fmla="*/ 920416 w 1236468"/>
              <a:gd name="connsiteY149" fmla="*/ 266363 h 1199912"/>
              <a:gd name="connsiteX150" fmla="*/ 927639 w 1236468"/>
              <a:gd name="connsiteY150" fmla="*/ 288528 h 1199912"/>
              <a:gd name="connsiteX151" fmla="*/ 917717 w 1236468"/>
              <a:gd name="connsiteY151" fmla="*/ 319206 h 1199912"/>
              <a:gd name="connsiteX152" fmla="*/ 943792 w 1236468"/>
              <a:gd name="connsiteY152" fmla="*/ 300256 h 1199912"/>
              <a:gd name="connsiteX153" fmla="*/ 967128 w 1236468"/>
              <a:gd name="connsiteY153" fmla="*/ 300256 h 1199912"/>
              <a:gd name="connsiteX154" fmla="*/ 993203 w 1236468"/>
              <a:gd name="connsiteY154" fmla="*/ 319206 h 1199912"/>
              <a:gd name="connsiteX155" fmla="*/ 983281 w 1236468"/>
              <a:gd name="connsiteY155" fmla="*/ 288528 h 1199912"/>
              <a:gd name="connsiteX156" fmla="*/ 990504 w 1236468"/>
              <a:gd name="connsiteY156" fmla="*/ 266363 h 1199912"/>
              <a:gd name="connsiteX157" fmla="*/ 1016579 w 1236468"/>
              <a:gd name="connsiteY157" fmla="*/ 247412 h 1199912"/>
              <a:gd name="connsiteX158" fmla="*/ 984332 w 1236468"/>
              <a:gd name="connsiteY158" fmla="*/ 247412 h 1199912"/>
              <a:gd name="connsiteX159" fmla="*/ 965461 w 1236468"/>
              <a:gd name="connsiteY159" fmla="*/ 233700 h 1199912"/>
              <a:gd name="connsiteX160" fmla="*/ 280852 w 1236468"/>
              <a:gd name="connsiteY160" fmla="*/ 203041 h 1199912"/>
              <a:gd name="connsiteX161" fmla="*/ 270930 w 1236468"/>
              <a:gd name="connsiteY161" fmla="*/ 233700 h 1199912"/>
              <a:gd name="connsiteX162" fmla="*/ 252059 w 1236468"/>
              <a:gd name="connsiteY162" fmla="*/ 247412 h 1199912"/>
              <a:gd name="connsiteX163" fmla="*/ 219813 w 1236468"/>
              <a:gd name="connsiteY163" fmla="*/ 247412 h 1199912"/>
              <a:gd name="connsiteX164" fmla="*/ 245729 w 1236468"/>
              <a:gd name="connsiteY164" fmla="*/ 266363 h 1199912"/>
              <a:gd name="connsiteX165" fmla="*/ 252952 w 1236468"/>
              <a:gd name="connsiteY165" fmla="*/ 288528 h 1199912"/>
              <a:gd name="connsiteX166" fmla="*/ 243030 w 1236468"/>
              <a:gd name="connsiteY166" fmla="*/ 319206 h 1199912"/>
              <a:gd name="connsiteX167" fmla="*/ 269105 w 1236468"/>
              <a:gd name="connsiteY167" fmla="*/ 300256 h 1199912"/>
              <a:gd name="connsiteX168" fmla="*/ 292441 w 1236468"/>
              <a:gd name="connsiteY168" fmla="*/ 300256 h 1199912"/>
              <a:gd name="connsiteX169" fmla="*/ 318516 w 1236468"/>
              <a:gd name="connsiteY169" fmla="*/ 319206 h 1199912"/>
              <a:gd name="connsiteX170" fmla="*/ 308594 w 1236468"/>
              <a:gd name="connsiteY170" fmla="*/ 288528 h 1199912"/>
              <a:gd name="connsiteX171" fmla="*/ 315817 w 1236468"/>
              <a:gd name="connsiteY171" fmla="*/ 266363 h 1199912"/>
              <a:gd name="connsiteX172" fmla="*/ 341892 w 1236468"/>
              <a:gd name="connsiteY172" fmla="*/ 247412 h 1199912"/>
              <a:gd name="connsiteX173" fmla="*/ 309645 w 1236468"/>
              <a:gd name="connsiteY173" fmla="*/ 247412 h 1199912"/>
              <a:gd name="connsiteX174" fmla="*/ 290774 w 1236468"/>
              <a:gd name="connsiteY174" fmla="*/ 233700 h 1199912"/>
              <a:gd name="connsiteX175" fmla="*/ 949402 w 1236468"/>
              <a:gd name="connsiteY175" fmla="*/ 120060 h 1199912"/>
              <a:gd name="connsiteX176" fmla="*/ 974450 w 1236468"/>
              <a:gd name="connsiteY176" fmla="*/ 132715 h 1199912"/>
              <a:gd name="connsiteX177" fmla="*/ 998838 w 1236468"/>
              <a:gd name="connsiteY177" fmla="*/ 207724 h 1199912"/>
              <a:gd name="connsiteX178" fmla="*/ 1077717 w 1236468"/>
              <a:gd name="connsiteY178" fmla="*/ 207724 h 1199912"/>
              <a:gd name="connsiteX179" fmla="*/ 1093774 w 1236468"/>
              <a:gd name="connsiteY179" fmla="*/ 215904 h 1199912"/>
              <a:gd name="connsiteX180" fmla="*/ 1089385 w 1236468"/>
              <a:gd name="connsiteY180" fmla="*/ 243622 h 1199912"/>
              <a:gd name="connsiteX181" fmla="*/ 1025568 w 1236468"/>
              <a:gd name="connsiteY181" fmla="*/ 289996 h 1199912"/>
              <a:gd name="connsiteX182" fmla="*/ 1049956 w 1236468"/>
              <a:gd name="connsiteY182" fmla="*/ 365046 h 1199912"/>
              <a:gd name="connsiteX183" fmla="*/ 1047133 w 1236468"/>
              <a:gd name="connsiteY183" fmla="*/ 382813 h 1199912"/>
              <a:gd name="connsiteX184" fmla="*/ 1019416 w 1236468"/>
              <a:gd name="connsiteY184" fmla="*/ 387211 h 1199912"/>
              <a:gd name="connsiteX185" fmla="*/ 955579 w 1236468"/>
              <a:gd name="connsiteY185" fmla="*/ 340836 h 1199912"/>
              <a:gd name="connsiteX186" fmla="*/ 891741 w 1236468"/>
              <a:gd name="connsiteY186" fmla="*/ 387211 h 1199912"/>
              <a:gd name="connsiteX187" fmla="*/ 873974 w 1236468"/>
              <a:gd name="connsiteY187" fmla="*/ 390034 h 1199912"/>
              <a:gd name="connsiteX188" fmla="*/ 861202 w 1236468"/>
              <a:gd name="connsiteY188" fmla="*/ 365046 h 1199912"/>
              <a:gd name="connsiteX189" fmla="*/ 885590 w 1236468"/>
              <a:gd name="connsiteY189" fmla="*/ 289996 h 1199912"/>
              <a:gd name="connsiteX190" fmla="*/ 821772 w 1236468"/>
              <a:gd name="connsiteY190" fmla="*/ 243622 h 1199912"/>
              <a:gd name="connsiteX191" fmla="*/ 813593 w 1236468"/>
              <a:gd name="connsiteY191" fmla="*/ 227564 h 1199912"/>
              <a:gd name="connsiteX192" fmla="*/ 833441 w 1236468"/>
              <a:gd name="connsiteY192" fmla="*/ 207724 h 1199912"/>
              <a:gd name="connsiteX193" fmla="*/ 912319 w 1236468"/>
              <a:gd name="connsiteY193" fmla="*/ 207724 h 1199912"/>
              <a:gd name="connsiteX194" fmla="*/ 936747 w 1236468"/>
              <a:gd name="connsiteY194" fmla="*/ 132715 h 1199912"/>
              <a:gd name="connsiteX195" fmla="*/ 949402 w 1236468"/>
              <a:gd name="connsiteY195" fmla="*/ 120060 h 1199912"/>
              <a:gd name="connsiteX196" fmla="*/ 274715 w 1236468"/>
              <a:gd name="connsiteY196" fmla="*/ 120060 h 1199912"/>
              <a:gd name="connsiteX197" fmla="*/ 299763 w 1236468"/>
              <a:gd name="connsiteY197" fmla="*/ 132715 h 1199912"/>
              <a:gd name="connsiteX198" fmla="*/ 324151 w 1236468"/>
              <a:gd name="connsiteY198" fmla="*/ 207724 h 1199912"/>
              <a:gd name="connsiteX199" fmla="*/ 403030 w 1236468"/>
              <a:gd name="connsiteY199" fmla="*/ 207724 h 1199912"/>
              <a:gd name="connsiteX200" fmla="*/ 419088 w 1236468"/>
              <a:gd name="connsiteY200" fmla="*/ 215904 h 1199912"/>
              <a:gd name="connsiteX201" fmla="*/ 414698 w 1236468"/>
              <a:gd name="connsiteY201" fmla="*/ 243622 h 1199912"/>
              <a:gd name="connsiteX202" fmla="*/ 350881 w 1236468"/>
              <a:gd name="connsiteY202" fmla="*/ 289996 h 1199912"/>
              <a:gd name="connsiteX203" fmla="*/ 375269 w 1236468"/>
              <a:gd name="connsiteY203" fmla="*/ 365046 h 1199912"/>
              <a:gd name="connsiteX204" fmla="*/ 372446 w 1236468"/>
              <a:gd name="connsiteY204" fmla="*/ 382813 h 1199912"/>
              <a:gd name="connsiteX205" fmla="*/ 344729 w 1236468"/>
              <a:gd name="connsiteY205" fmla="*/ 387211 h 1199912"/>
              <a:gd name="connsiteX206" fmla="*/ 280892 w 1236468"/>
              <a:gd name="connsiteY206" fmla="*/ 340836 h 1199912"/>
              <a:gd name="connsiteX207" fmla="*/ 217054 w 1236468"/>
              <a:gd name="connsiteY207" fmla="*/ 387211 h 1199912"/>
              <a:gd name="connsiteX208" fmla="*/ 199287 w 1236468"/>
              <a:gd name="connsiteY208" fmla="*/ 390034 h 1199912"/>
              <a:gd name="connsiteX209" fmla="*/ 186515 w 1236468"/>
              <a:gd name="connsiteY209" fmla="*/ 365046 h 1199912"/>
              <a:gd name="connsiteX210" fmla="*/ 210903 w 1236468"/>
              <a:gd name="connsiteY210" fmla="*/ 289996 h 1199912"/>
              <a:gd name="connsiteX211" fmla="*/ 147085 w 1236468"/>
              <a:gd name="connsiteY211" fmla="*/ 243622 h 1199912"/>
              <a:gd name="connsiteX212" fmla="*/ 138906 w 1236468"/>
              <a:gd name="connsiteY212" fmla="*/ 227564 h 1199912"/>
              <a:gd name="connsiteX213" fmla="*/ 158754 w 1236468"/>
              <a:gd name="connsiteY213" fmla="*/ 207724 h 1199912"/>
              <a:gd name="connsiteX214" fmla="*/ 237632 w 1236468"/>
              <a:gd name="connsiteY214" fmla="*/ 207724 h 1199912"/>
              <a:gd name="connsiteX215" fmla="*/ 262060 w 1236468"/>
              <a:gd name="connsiteY215" fmla="*/ 132715 h 1199912"/>
              <a:gd name="connsiteX216" fmla="*/ 274715 w 1236468"/>
              <a:gd name="connsiteY216" fmla="*/ 120060 h 1199912"/>
              <a:gd name="connsiteX217" fmla="*/ 618236 w 1236468"/>
              <a:gd name="connsiteY217" fmla="*/ 83979 h 1199912"/>
              <a:gd name="connsiteX218" fmla="*/ 608274 w 1236468"/>
              <a:gd name="connsiteY218" fmla="*/ 114638 h 1199912"/>
              <a:gd name="connsiteX219" fmla="*/ 589403 w 1236468"/>
              <a:gd name="connsiteY219" fmla="*/ 128350 h 1199912"/>
              <a:gd name="connsiteX220" fmla="*/ 557157 w 1236468"/>
              <a:gd name="connsiteY220" fmla="*/ 128350 h 1199912"/>
              <a:gd name="connsiteX221" fmla="*/ 583152 w 1236468"/>
              <a:gd name="connsiteY221" fmla="*/ 147301 h 1199912"/>
              <a:gd name="connsiteX222" fmla="*/ 590375 w 1236468"/>
              <a:gd name="connsiteY222" fmla="*/ 169466 h 1199912"/>
              <a:gd name="connsiteX223" fmla="*/ 580453 w 1236468"/>
              <a:gd name="connsiteY223" fmla="*/ 200144 h 1199912"/>
              <a:gd name="connsiteX224" fmla="*/ 606528 w 1236468"/>
              <a:gd name="connsiteY224" fmla="*/ 181194 h 1199912"/>
              <a:gd name="connsiteX225" fmla="*/ 629864 w 1236468"/>
              <a:gd name="connsiteY225" fmla="*/ 181194 h 1199912"/>
              <a:gd name="connsiteX226" fmla="*/ 655939 w 1236468"/>
              <a:gd name="connsiteY226" fmla="*/ 200144 h 1199912"/>
              <a:gd name="connsiteX227" fmla="*/ 646017 w 1236468"/>
              <a:gd name="connsiteY227" fmla="*/ 169466 h 1199912"/>
              <a:gd name="connsiteX228" fmla="*/ 653240 w 1236468"/>
              <a:gd name="connsiteY228" fmla="*/ 147301 h 1199912"/>
              <a:gd name="connsiteX229" fmla="*/ 679315 w 1236468"/>
              <a:gd name="connsiteY229" fmla="*/ 128350 h 1199912"/>
              <a:gd name="connsiteX230" fmla="*/ 647069 w 1236468"/>
              <a:gd name="connsiteY230" fmla="*/ 128350 h 1199912"/>
              <a:gd name="connsiteX231" fmla="*/ 628158 w 1236468"/>
              <a:gd name="connsiteY231" fmla="*/ 114638 h 1199912"/>
              <a:gd name="connsiteX232" fmla="*/ 612059 w 1236468"/>
              <a:gd name="connsiteY232" fmla="*/ 998 h 1199912"/>
              <a:gd name="connsiteX233" fmla="*/ 637107 w 1236468"/>
              <a:gd name="connsiteY233" fmla="*/ 13653 h 1199912"/>
              <a:gd name="connsiteX234" fmla="*/ 661495 w 1236468"/>
              <a:gd name="connsiteY234" fmla="*/ 88662 h 1199912"/>
              <a:gd name="connsiteX235" fmla="*/ 740374 w 1236468"/>
              <a:gd name="connsiteY235" fmla="*/ 88662 h 1199912"/>
              <a:gd name="connsiteX236" fmla="*/ 756432 w 1236468"/>
              <a:gd name="connsiteY236" fmla="*/ 96842 h 1199912"/>
              <a:gd name="connsiteX237" fmla="*/ 752042 w 1236468"/>
              <a:gd name="connsiteY237" fmla="*/ 124560 h 1199912"/>
              <a:gd name="connsiteX238" fmla="*/ 688225 w 1236468"/>
              <a:gd name="connsiteY238" fmla="*/ 170934 h 1199912"/>
              <a:gd name="connsiteX239" fmla="*/ 712613 w 1236468"/>
              <a:gd name="connsiteY239" fmla="*/ 245984 h 1199912"/>
              <a:gd name="connsiteX240" fmla="*/ 709790 w 1236468"/>
              <a:gd name="connsiteY240" fmla="*/ 263751 h 1199912"/>
              <a:gd name="connsiteX241" fmla="*/ 682073 w 1236468"/>
              <a:gd name="connsiteY241" fmla="*/ 268149 h 1199912"/>
              <a:gd name="connsiteX242" fmla="*/ 618236 w 1236468"/>
              <a:gd name="connsiteY242" fmla="*/ 221774 h 1199912"/>
              <a:gd name="connsiteX243" fmla="*/ 554398 w 1236468"/>
              <a:gd name="connsiteY243" fmla="*/ 268149 h 1199912"/>
              <a:gd name="connsiteX244" fmla="*/ 536631 w 1236468"/>
              <a:gd name="connsiteY244" fmla="*/ 270972 h 1199912"/>
              <a:gd name="connsiteX245" fmla="*/ 523859 w 1236468"/>
              <a:gd name="connsiteY245" fmla="*/ 245984 h 1199912"/>
              <a:gd name="connsiteX246" fmla="*/ 548247 w 1236468"/>
              <a:gd name="connsiteY246" fmla="*/ 170934 h 1199912"/>
              <a:gd name="connsiteX247" fmla="*/ 484429 w 1236468"/>
              <a:gd name="connsiteY247" fmla="*/ 124560 h 1199912"/>
              <a:gd name="connsiteX248" fmla="*/ 476250 w 1236468"/>
              <a:gd name="connsiteY248" fmla="*/ 108502 h 1199912"/>
              <a:gd name="connsiteX249" fmla="*/ 496098 w 1236468"/>
              <a:gd name="connsiteY249" fmla="*/ 88662 h 1199912"/>
              <a:gd name="connsiteX250" fmla="*/ 574976 w 1236468"/>
              <a:gd name="connsiteY250" fmla="*/ 88662 h 1199912"/>
              <a:gd name="connsiteX251" fmla="*/ 599404 w 1236468"/>
              <a:gd name="connsiteY251" fmla="*/ 13653 h 1199912"/>
              <a:gd name="connsiteX252" fmla="*/ 612059 w 1236468"/>
              <a:gd name="connsiteY252" fmla="*/ 998 h 1199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1236468" h="1199912">
                <a:moveTo>
                  <a:pt x="482782" y="922794"/>
                </a:moveTo>
                <a:cubicBezTo>
                  <a:pt x="343215" y="929952"/>
                  <a:pt x="223871" y="1025577"/>
                  <a:pt x="186455" y="1160225"/>
                </a:cubicBezTo>
                <a:lnTo>
                  <a:pt x="1049916" y="1160225"/>
                </a:lnTo>
                <a:cubicBezTo>
                  <a:pt x="1033510" y="1105084"/>
                  <a:pt x="1003157" y="1055108"/>
                  <a:pt x="961790" y="1015127"/>
                </a:cubicBezTo>
                <a:cubicBezTo>
                  <a:pt x="906343" y="959509"/>
                  <a:pt x="832116" y="926613"/>
                  <a:pt x="753669" y="922893"/>
                </a:cubicBezTo>
                <a:lnTo>
                  <a:pt x="716442" y="1124149"/>
                </a:lnTo>
                <a:cubicBezTo>
                  <a:pt x="714701" y="1133553"/>
                  <a:pt x="706500" y="1140378"/>
                  <a:pt x="696935" y="1140381"/>
                </a:cubicBezTo>
                <a:lnTo>
                  <a:pt x="539535" y="1140381"/>
                </a:lnTo>
                <a:cubicBezTo>
                  <a:pt x="529971" y="1140378"/>
                  <a:pt x="521769" y="1133553"/>
                  <a:pt x="520028" y="1124149"/>
                </a:cubicBezTo>
                <a:close/>
                <a:moveTo>
                  <a:pt x="522985" y="922100"/>
                </a:moveTo>
                <a:lnTo>
                  <a:pt x="556045" y="1100693"/>
                </a:lnTo>
                <a:lnTo>
                  <a:pt x="680465" y="1100693"/>
                </a:lnTo>
                <a:lnTo>
                  <a:pt x="713485" y="922100"/>
                </a:lnTo>
                <a:close/>
                <a:moveTo>
                  <a:pt x="499173" y="882412"/>
                </a:moveTo>
                <a:lnTo>
                  <a:pt x="737298" y="882412"/>
                </a:lnTo>
                <a:cubicBezTo>
                  <a:pt x="832078" y="882158"/>
                  <a:pt x="923020" y="919837"/>
                  <a:pt x="989849" y="987048"/>
                </a:cubicBezTo>
                <a:cubicBezTo>
                  <a:pt x="1043107" y="1038165"/>
                  <a:pt x="1079506" y="1104310"/>
                  <a:pt x="1094187" y="1176655"/>
                </a:cubicBezTo>
                <a:cubicBezTo>
                  <a:pt x="1094384" y="1177782"/>
                  <a:pt x="1094483" y="1178923"/>
                  <a:pt x="1094483" y="1180067"/>
                </a:cubicBezTo>
                <a:cubicBezTo>
                  <a:pt x="1094484" y="1191026"/>
                  <a:pt x="1085601" y="1199911"/>
                  <a:pt x="1074641" y="1199912"/>
                </a:cubicBezTo>
                <a:lnTo>
                  <a:pt x="161829" y="1199912"/>
                </a:lnTo>
                <a:cubicBezTo>
                  <a:pt x="160668" y="1199912"/>
                  <a:pt x="159510" y="1199809"/>
                  <a:pt x="158367" y="1199606"/>
                </a:cubicBezTo>
                <a:cubicBezTo>
                  <a:pt x="147577" y="1197688"/>
                  <a:pt x="140385" y="1187386"/>
                  <a:pt x="142303" y="1176596"/>
                </a:cubicBezTo>
                <a:cubicBezTo>
                  <a:pt x="175676" y="1005855"/>
                  <a:pt x="325201" y="882595"/>
                  <a:pt x="499173" y="882412"/>
                </a:cubicBezTo>
                <a:close/>
                <a:moveTo>
                  <a:pt x="816673" y="604599"/>
                </a:moveTo>
                <a:lnTo>
                  <a:pt x="816673" y="664131"/>
                </a:lnTo>
                <a:cubicBezTo>
                  <a:pt x="827633" y="664131"/>
                  <a:pt x="836517" y="655246"/>
                  <a:pt x="836517" y="644287"/>
                </a:cubicBezTo>
                <a:lnTo>
                  <a:pt x="836517" y="624443"/>
                </a:lnTo>
                <a:cubicBezTo>
                  <a:pt x="836517" y="613484"/>
                  <a:pt x="827633" y="604599"/>
                  <a:pt x="816673" y="604599"/>
                </a:cubicBezTo>
                <a:close/>
                <a:moveTo>
                  <a:pt x="419798" y="604599"/>
                </a:moveTo>
                <a:cubicBezTo>
                  <a:pt x="408839" y="604599"/>
                  <a:pt x="399955" y="613484"/>
                  <a:pt x="399955" y="624443"/>
                </a:cubicBezTo>
                <a:lnTo>
                  <a:pt x="399955" y="644287"/>
                </a:lnTo>
                <a:cubicBezTo>
                  <a:pt x="399955" y="655246"/>
                  <a:pt x="408839" y="664131"/>
                  <a:pt x="419798" y="664131"/>
                </a:cubicBezTo>
                <a:close/>
                <a:moveTo>
                  <a:pt x="1094446" y="500697"/>
                </a:moveTo>
                <a:lnTo>
                  <a:pt x="1084524" y="531356"/>
                </a:lnTo>
                <a:cubicBezTo>
                  <a:pt x="1081868" y="539532"/>
                  <a:pt x="1074249" y="545067"/>
                  <a:pt x="1065653" y="545068"/>
                </a:cubicBezTo>
                <a:lnTo>
                  <a:pt x="1033407" y="545068"/>
                </a:lnTo>
                <a:lnTo>
                  <a:pt x="1059402" y="564019"/>
                </a:lnTo>
                <a:cubicBezTo>
                  <a:pt x="1066354" y="569065"/>
                  <a:pt x="1069269" y="578011"/>
                  <a:pt x="1066625" y="586184"/>
                </a:cubicBezTo>
                <a:lnTo>
                  <a:pt x="1056703" y="616863"/>
                </a:lnTo>
                <a:lnTo>
                  <a:pt x="1082778" y="597912"/>
                </a:lnTo>
                <a:cubicBezTo>
                  <a:pt x="1089735" y="592855"/>
                  <a:pt x="1099157" y="592855"/>
                  <a:pt x="1106114" y="597912"/>
                </a:cubicBezTo>
                <a:lnTo>
                  <a:pt x="1132189" y="616863"/>
                </a:lnTo>
                <a:lnTo>
                  <a:pt x="1122267" y="586184"/>
                </a:lnTo>
                <a:cubicBezTo>
                  <a:pt x="1119607" y="578028"/>
                  <a:pt x="1122489" y="569086"/>
                  <a:pt x="1129411" y="564019"/>
                </a:cubicBezTo>
                <a:lnTo>
                  <a:pt x="1155486" y="545068"/>
                </a:lnTo>
                <a:lnTo>
                  <a:pt x="1123239" y="545068"/>
                </a:lnTo>
                <a:cubicBezTo>
                  <a:pt x="1114643" y="545067"/>
                  <a:pt x="1107024" y="539532"/>
                  <a:pt x="1104368" y="531356"/>
                </a:cubicBezTo>
                <a:close/>
                <a:moveTo>
                  <a:pt x="141986" y="500697"/>
                </a:moveTo>
                <a:lnTo>
                  <a:pt x="132024" y="531356"/>
                </a:lnTo>
                <a:cubicBezTo>
                  <a:pt x="129368" y="539532"/>
                  <a:pt x="121749" y="545067"/>
                  <a:pt x="113153" y="545068"/>
                </a:cubicBezTo>
                <a:lnTo>
                  <a:pt x="80907" y="545068"/>
                </a:lnTo>
                <a:lnTo>
                  <a:pt x="106981" y="564019"/>
                </a:lnTo>
                <a:cubicBezTo>
                  <a:pt x="113933" y="569065"/>
                  <a:pt x="116848" y="578011"/>
                  <a:pt x="114205" y="586184"/>
                </a:cubicBezTo>
                <a:lnTo>
                  <a:pt x="104283" y="616863"/>
                </a:lnTo>
                <a:lnTo>
                  <a:pt x="130278" y="597912"/>
                </a:lnTo>
                <a:cubicBezTo>
                  <a:pt x="137235" y="592855"/>
                  <a:pt x="146657" y="592855"/>
                  <a:pt x="153614" y="597912"/>
                </a:cubicBezTo>
                <a:lnTo>
                  <a:pt x="179689" y="616863"/>
                </a:lnTo>
                <a:lnTo>
                  <a:pt x="169767" y="586184"/>
                </a:lnTo>
                <a:cubicBezTo>
                  <a:pt x="167124" y="578011"/>
                  <a:pt x="170039" y="569065"/>
                  <a:pt x="176990" y="564019"/>
                </a:cubicBezTo>
                <a:lnTo>
                  <a:pt x="203065" y="545068"/>
                </a:lnTo>
                <a:lnTo>
                  <a:pt x="170819" y="545068"/>
                </a:lnTo>
                <a:cubicBezTo>
                  <a:pt x="162208" y="545085"/>
                  <a:pt x="154569" y="539546"/>
                  <a:pt x="151908" y="531356"/>
                </a:cubicBezTo>
                <a:close/>
                <a:moveTo>
                  <a:pt x="579997" y="486708"/>
                </a:moveTo>
                <a:lnTo>
                  <a:pt x="459486" y="538301"/>
                </a:lnTo>
                <a:lnTo>
                  <a:pt x="459486" y="683974"/>
                </a:lnTo>
                <a:cubicBezTo>
                  <a:pt x="459584" y="771609"/>
                  <a:pt x="530601" y="842626"/>
                  <a:pt x="618236" y="842724"/>
                </a:cubicBezTo>
                <a:cubicBezTo>
                  <a:pt x="705870" y="842626"/>
                  <a:pt x="776887" y="771609"/>
                  <a:pt x="776986" y="683974"/>
                </a:cubicBezTo>
                <a:lnTo>
                  <a:pt x="776986" y="540385"/>
                </a:lnTo>
                <a:close/>
                <a:moveTo>
                  <a:pt x="1088309" y="417716"/>
                </a:moveTo>
                <a:cubicBezTo>
                  <a:pt x="1098721" y="414293"/>
                  <a:pt x="1109935" y="419960"/>
                  <a:pt x="1113357" y="430371"/>
                </a:cubicBezTo>
                <a:lnTo>
                  <a:pt x="1137745" y="505380"/>
                </a:lnTo>
                <a:lnTo>
                  <a:pt x="1216624" y="505380"/>
                </a:lnTo>
                <a:cubicBezTo>
                  <a:pt x="1225221" y="505381"/>
                  <a:pt x="1232839" y="510917"/>
                  <a:pt x="1235495" y="519092"/>
                </a:cubicBezTo>
                <a:cubicBezTo>
                  <a:pt x="1238153" y="527267"/>
                  <a:pt x="1235245" y="536223"/>
                  <a:pt x="1228292" y="541278"/>
                </a:cubicBezTo>
                <a:lnTo>
                  <a:pt x="1164475" y="587653"/>
                </a:lnTo>
                <a:lnTo>
                  <a:pt x="1188863" y="662702"/>
                </a:lnTo>
                <a:cubicBezTo>
                  <a:pt x="1190815" y="668735"/>
                  <a:pt x="1189766" y="675338"/>
                  <a:pt x="1186040" y="680469"/>
                </a:cubicBezTo>
                <a:cubicBezTo>
                  <a:pt x="1179600" y="689337"/>
                  <a:pt x="1167191" y="691306"/>
                  <a:pt x="1158323" y="684867"/>
                </a:cubicBezTo>
                <a:lnTo>
                  <a:pt x="1094486" y="638492"/>
                </a:lnTo>
                <a:lnTo>
                  <a:pt x="1030648" y="684867"/>
                </a:lnTo>
                <a:cubicBezTo>
                  <a:pt x="1025517" y="688593"/>
                  <a:pt x="1018914" y="689642"/>
                  <a:pt x="1012881" y="687690"/>
                </a:cubicBezTo>
                <a:cubicBezTo>
                  <a:pt x="1002454" y="684317"/>
                  <a:pt x="996735" y="673129"/>
                  <a:pt x="1000109" y="662702"/>
                </a:cubicBezTo>
                <a:lnTo>
                  <a:pt x="1024497" y="587653"/>
                </a:lnTo>
                <a:lnTo>
                  <a:pt x="960679" y="541278"/>
                </a:lnTo>
                <a:cubicBezTo>
                  <a:pt x="955540" y="537543"/>
                  <a:pt x="952499" y="531573"/>
                  <a:pt x="952500" y="525220"/>
                </a:cubicBezTo>
                <a:cubicBezTo>
                  <a:pt x="952502" y="514261"/>
                  <a:pt x="961388" y="505378"/>
                  <a:pt x="972348" y="505380"/>
                </a:cubicBezTo>
                <a:lnTo>
                  <a:pt x="1051226" y="505380"/>
                </a:lnTo>
                <a:lnTo>
                  <a:pt x="1075654" y="430371"/>
                </a:lnTo>
                <a:cubicBezTo>
                  <a:pt x="1077623" y="424382"/>
                  <a:pt x="1082320" y="419684"/>
                  <a:pt x="1088309" y="417716"/>
                </a:cubicBezTo>
                <a:close/>
                <a:moveTo>
                  <a:pt x="135809" y="417716"/>
                </a:moveTo>
                <a:cubicBezTo>
                  <a:pt x="146221" y="414293"/>
                  <a:pt x="157435" y="419960"/>
                  <a:pt x="160857" y="430371"/>
                </a:cubicBezTo>
                <a:lnTo>
                  <a:pt x="185245" y="505380"/>
                </a:lnTo>
                <a:lnTo>
                  <a:pt x="264124" y="505380"/>
                </a:lnTo>
                <a:cubicBezTo>
                  <a:pt x="270477" y="505379"/>
                  <a:pt x="276447" y="508420"/>
                  <a:pt x="280182" y="513560"/>
                </a:cubicBezTo>
                <a:cubicBezTo>
                  <a:pt x="286624" y="522426"/>
                  <a:pt x="284658" y="534836"/>
                  <a:pt x="275792" y="541278"/>
                </a:cubicBezTo>
                <a:lnTo>
                  <a:pt x="211975" y="587653"/>
                </a:lnTo>
                <a:lnTo>
                  <a:pt x="236363" y="662702"/>
                </a:lnTo>
                <a:cubicBezTo>
                  <a:pt x="237001" y="664673"/>
                  <a:pt x="237327" y="666733"/>
                  <a:pt x="237327" y="668806"/>
                </a:cubicBezTo>
                <a:cubicBezTo>
                  <a:pt x="237332" y="679765"/>
                  <a:pt x="228451" y="688653"/>
                  <a:pt x="217491" y="688657"/>
                </a:cubicBezTo>
                <a:cubicBezTo>
                  <a:pt x="213299" y="688658"/>
                  <a:pt x="209215" y="687331"/>
                  <a:pt x="205823" y="684867"/>
                </a:cubicBezTo>
                <a:lnTo>
                  <a:pt x="141986" y="638492"/>
                </a:lnTo>
                <a:lnTo>
                  <a:pt x="78148" y="684867"/>
                </a:lnTo>
                <a:cubicBezTo>
                  <a:pt x="73017" y="688593"/>
                  <a:pt x="66414" y="689642"/>
                  <a:pt x="60381" y="687690"/>
                </a:cubicBezTo>
                <a:cubicBezTo>
                  <a:pt x="49954" y="684317"/>
                  <a:pt x="44235" y="673129"/>
                  <a:pt x="47609" y="662702"/>
                </a:cubicBezTo>
                <a:lnTo>
                  <a:pt x="71997" y="587653"/>
                </a:lnTo>
                <a:lnTo>
                  <a:pt x="8179" y="541278"/>
                </a:lnTo>
                <a:cubicBezTo>
                  <a:pt x="3040" y="537543"/>
                  <a:pt x="-1" y="531573"/>
                  <a:pt x="0" y="525220"/>
                </a:cubicBezTo>
                <a:cubicBezTo>
                  <a:pt x="2" y="514261"/>
                  <a:pt x="8888" y="505378"/>
                  <a:pt x="19848" y="505380"/>
                </a:cubicBezTo>
                <a:lnTo>
                  <a:pt x="98726" y="505380"/>
                </a:lnTo>
                <a:lnTo>
                  <a:pt x="123154" y="430371"/>
                </a:lnTo>
                <a:cubicBezTo>
                  <a:pt x="125123" y="424382"/>
                  <a:pt x="129820" y="419684"/>
                  <a:pt x="135809" y="417716"/>
                </a:cubicBezTo>
                <a:close/>
                <a:moveTo>
                  <a:pt x="538861" y="346631"/>
                </a:moveTo>
                <a:cubicBezTo>
                  <a:pt x="462186" y="346729"/>
                  <a:pt x="400053" y="408862"/>
                  <a:pt x="399955" y="485537"/>
                </a:cubicBezTo>
                <a:lnTo>
                  <a:pt x="399955" y="517009"/>
                </a:lnTo>
                <a:lnTo>
                  <a:pt x="419798" y="536853"/>
                </a:lnTo>
                <a:lnTo>
                  <a:pt x="419798" y="525224"/>
                </a:lnTo>
                <a:cubicBezTo>
                  <a:pt x="419799" y="517288"/>
                  <a:pt x="424529" y="510115"/>
                  <a:pt x="431824" y="506988"/>
                </a:cubicBezTo>
                <a:lnTo>
                  <a:pt x="570730" y="447457"/>
                </a:lnTo>
                <a:cubicBezTo>
                  <a:pt x="574848" y="445689"/>
                  <a:pt x="579443" y="445367"/>
                  <a:pt x="583767" y="446544"/>
                </a:cubicBezTo>
                <a:lnTo>
                  <a:pt x="802048" y="506075"/>
                </a:lnTo>
                <a:cubicBezTo>
                  <a:pt x="810684" y="508429"/>
                  <a:pt x="816675" y="516273"/>
                  <a:pt x="816673" y="525224"/>
                </a:cubicBezTo>
                <a:lnTo>
                  <a:pt x="816673" y="536853"/>
                </a:lnTo>
                <a:lnTo>
                  <a:pt x="836517" y="517009"/>
                </a:lnTo>
                <a:lnTo>
                  <a:pt x="836517" y="485537"/>
                </a:lnTo>
                <a:cubicBezTo>
                  <a:pt x="836419" y="408862"/>
                  <a:pt x="774286" y="346729"/>
                  <a:pt x="697611" y="346631"/>
                </a:cubicBezTo>
                <a:close/>
                <a:moveTo>
                  <a:pt x="538861" y="306943"/>
                </a:moveTo>
                <a:lnTo>
                  <a:pt x="697611" y="306943"/>
                </a:lnTo>
                <a:cubicBezTo>
                  <a:pt x="796200" y="307052"/>
                  <a:pt x="876095" y="386947"/>
                  <a:pt x="876205" y="485537"/>
                </a:cubicBezTo>
                <a:lnTo>
                  <a:pt x="876205" y="525224"/>
                </a:lnTo>
                <a:cubicBezTo>
                  <a:pt x="876203" y="530487"/>
                  <a:pt x="874112" y="535533"/>
                  <a:pt x="870390" y="539254"/>
                </a:cubicBezTo>
                <a:lnTo>
                  <a:pt x="839970" y="569674"/>
                </a:lnTo>
                <a:cubicBezTo>
                  <a:pt x="861936" y="579015"/>
                  <a:pt x="876199" y="600573"/>
                  <a:pt x="876205" y="624443"/>
                </a:cubicBezTo>
                <a:lnTo>
                  <a:pt x="876205" y="644287"/>
                </a:lnTo>
                <a:cubicBezTo>
                  <a:pt x="876205" y="677165"/>
                  <a:pt x="849551" y="703818"/>
                  <a:pt x="816673" y="703818"/>
                </a:cubicBezTo>
                <a:lnTo>
                  <a:pt x="815701" y="703818"/>
                </a:lnTo>
                <a:cubicBezTo>
                  <a:pt x="806274" y="797737"/>
                  <a:pt x="731994" y="872017"/>
                  <a:pt x="638075" y="881444"/>
                </a:cubicBezTo>
                <a:cubicBezTo>
                  <a:pt x="529029" y="892390"/>
                  <a:pt x="431756" y="812864"/>
                  <a:pt x="420810" y="703818"/>
                </a:cubicBezTo>
                <a:lnTo>
                  <a:pt x="419798" y="703818"/>
                </a:lnTo>
                <a:cubicBezTo>
                  <a:pt x="386920" y="703818"/>
                  <a:pt x="360267" y="677165"/>
                  <a:pt x="360267" y="644287"/>
                </a:cubicBezTo>
                <a:lnTo>
                  <a:pt x="360267" y="624443"/>
                </a:lnTo>
                <a:cubicBezTo>
                  <a:pt x="360273" y="600573"/>
                  <a:pt x="374536" y="579015"/>
                  <a:pt x="396502" y="569674"/>
                </a:cubicBezTo>
                <a:lnTo>
                  <a:pt x="366081" y="539254"/>
                </a:lnTo>
                <a:cubicBezTo>
                  <a:pt x="362360" y="535533"/>
                  <a:pt x="360268" y="530487"/>
                  <a:pt x="360267" y="525224"/>
                </a:cubicBezTo>
                <a:lnTo>
                  <a:pt x="360267" y="485537"/>
                </a:lnTo>
                <a:cubicBezTo>
                  <a:pt x="360376" y="386947"/>
                  <a:pt x="440271" y="307052"/>
                  <a:pt x="538861" y="306943"/>
                </a:cubicBezTo>
                <a:close/>
                <a:moveTo>
                  <a:pt x="955539" y="203041"/>
                </a:moveTo>
                <a:lnTo>
                  <a:pt x="945617" y="233700"/>
                </a:lnTo>
                <a:cubicBezTo>
                  <a:pt x="942961" y="241876"/>
                  <a:pt x="935342" y="247411"/>
                  <a:pt x="926746" y="247412"/>
                </a:cubicBezTo>
                <a:lnTo>
                  <a:pt x="894500" y="247412"/>
                </a:lnTo>
                <a:lnTo>
                  <a:pt x="920416" y="266363"/>
                </a:lnTo>
                <a:cubicBezTo>
                  <a:pt x="927367" y="271409"/>
                  <a:pt x="930282" y="280355"/>
                  <a:pt x="927639" y="288528"/>
                </a:cubicBezTo>
                <a:lnTo>
                  <a:pt x="917717" y="319206"/>
                </a:lnTo>
                <a:lnTo>
                  <a:pt x="943792" y="300256"/>
                </a:lnTo>
                <a:cubicBezTo>
                  <a:pt x="950748" y="295198"/>
                  <a:pt x="960171" y="295198"/>
                  <a:pt x="967128" y="300256"/>
                </a:cubicBezTo>
                <a:lnTo>
                  <a:pt x="993203" y="319206"/>
                </a:lnTo>
                <a:lnTo>
                  <a:pt x="983281" y="288528"/>
                </a:lnTo>
                <a:cubicBezTo>
                  <a:pt x="980637" y="280355"/>
                  <a:pt x="983552" y="271409"/>
                  <a:pt x="990504" y="266363"/>
                </a:cubicBezTo>
                <a:lnTo>
                  <a:pt x="1016579" y="247412"/>
                </a:lnTo>
                <a:lnTo>
                  <a:pt x="984332" y="247412"/>
                </a:lnTo>
                <a:cubicBezTo>
                  <a:pt x="975736" y="247411"/>
                  <a:pt x="968117" y="241876"/>
                  <a:pt x="965461" y="233700"/>
                </a:cubicBezTo>
                <a:close/>
                <a:moveTo>
                  <a:pt x="280852" y="203041"/>
                </a:moveTo>
                <a:lnTo>
                  <a:pt x="270930" y="233700"/>
                </a:lnTo>
                <a:cubicBezTo>
                  <a:pt x="268274" y="241876"/>
                  <a:pt x="260655" y="247411"/>
                  <a:pt x="252059" y="247412"/>
                </a:cubicBezTo>
                <a:lnTo>
                  <a:pt x="219813" y="247412"/>
                </a:lnTo>
                <a:lnTo>
                  <a:pt x="245729" y="266363"/>
                </a:lnTo>
                <a:cubicBezTo>
                  <a:pt x="252680" y="271409"/>
                  <a:pt x="255595" y="280355"/>
                  <a:pt x="252952" y="288528"/>
                </a:cubicBezTo>
                <a:lnTo>
                  <a:pt x="243030" y="319206"/>
                </a:lnTo>
                <a:lnTo>
                  <a:pt x="269105" y="300256"/>
                </a:lnTo>
                <a:cubicBezTo>
                  <a:pt x="276061" y="295198"/>
                  <a:pt x="285484" y="295198"/>
                  <a:pt x="292441" y="300256"/>
                </a:cubicBezTo>
                <a:lnTo>
                  <a:pt x="318516" y="319206"/>
                </a:lnTo>
                <a:lnTo>
                  <a:pt x="308594" y="288528"/>
                </a:lnTo>
                <a:cubicBezTo>
                  <a:pt x="305950" y="280355"/>
                  <a:pt x="308865" y="271409"/>
                  <a:pt x="315817" y="266363"/>
                </a:cubicBezTo>
                <a:lnTo>
                  <a:pt x="341892" y="247412"/>
                </a:lnTo>
                <a:lnTo>
                  <a:pt x="309645" y="247412"/>
                </a:lnTo>
                <a:cubicBezTo>
                  <a:pt x="301049" y="247411"/>
                  <a:pt x="293430" y="241876"/>
                  <a:pt x="290774" y="233700"/>
                </a:cubicBezTo>
                <a:close/>
                <a:moveTo>
                  <a:pt x="949402" y="120060"/>
                </a:moveTo>
                <a:cubicBezTo>
                  <a:pt x="959814" y="116637"/>
                  <a:pt x="971028" y="122303"/>
                  <a:pt x="974450" y="132715"/>
                </a:cubicBezTo>
                <a:lnTo>
                  <a:pt x="998838" y="207724"/>
                </a:lnTo>
                <a:lnTo>
                  <a:pt x="1077717" y="207724"/>
                </a:lnTo>
                <a:cubicBezTo>
                  <a:pt x="1084070" y="207723"/>
                  <a:pt x="1090040" y="210764"/>
                  <a:pt x="1093774" y="215904"/>
                </a:cubicBezTo>
                <a:cubicBezTo>
                  <a:pt x="1100217" y="224770"/>
                  <a:pt x="1098251" y="237180"/>
                  <a:pt x="1089385" y="243622"/>
                </a:cubicBezTo>
                <a:lnTo>
                  <a:pt x="1025568" y="289996"/>
                </a:lnTo>
                <a:lnTo>
                  <a:pt x="1049956" y="365046"/>
                </a:lnTo>
                <a:cubicBezTo>
                  <a:pt x="1051908" y="371079"/>
                  <a:pt x="1050859" y="377682"/>
                  <a:pt x="1047133" y="382813"/>
                </a:cubicBezTo>
                <a:cubicBezTo>
                  <a:pt x="1040693" y="391681"/>
                  <a:pt x="1028284" y="393650"/>
                  <a:pt x="1019416" y="387211"/>
                </a:cubicBezTo>
                <a:lnTo>
                  <a:pt x="955579" y="340836"/>
                </a:lnTo>
                <a:lnTo>
                  <a:pt x="891741" y="387211"/>
                </a:lnTo>
                <a:cubicBezTo>
                  <a:pt x="886610" y="390937"/>
                  <a:pt x="880007" y="391986"/>
                  <a:pt x="873974" y="390034"/>
                </a:cubicBezTo>
                <a:cubicBezTo>
                  <a:pt x="863547" y="386661"/>
                  <a:pt x="857828" y="375473"/>
                  <a:pt x="861202" y="365046"/>
                </a:cubicBezTo>
                <a:lnTo>
                  <a:pt x="885590" y="289996"/>
                </a:lnTo>
                <a:lnTo>
                  <a:pt x="821772" y="243622"/>
                </a:lnTo>
                <a:cubicBezTo>
                  <a:pt x="816633" y="239887"/>
                  <a:pt x="813592" y="233917"/>
                  <a:pt x="813593" y="227564"/>
                </a:cubicBezTo>
                <a:cubicBezTo>
                  <a:pt x="813595" y="216605"/>
                  <a:pt x="822481" y="207722"/>
                  <a:pt x="833441" y="207724"/>
                </a:cubicBezTo>
                <a:lnTo>
                  <a:pt x="912319" y="207724"/>
                </a:lnTo>
                <a:lnTo>
                  <a:pt x="936747" y="132715"/>
                </a:lnTo>
                <a:cubicBezTo>
                  <a:pt x="938716" y="126726"/>
                  <a:pt x="943413" y="122028"/>
                  <a:pt x="949402" y="120060"/>
                </a:cubicBezTo>
                <a:close/>
                <a:moveTo>
                  <a:pt x="274715" y="120060"/>
                </a:moveTo>
                <a:cubicBezTo>
                  <a:pt x="285127" y="116637"/>
                  <a:pt x="296341" y="122303"/>
                  <a:pt x="299763" y="132715"/>
                </a:cubicBezTo>
                <a:lnTo>
                  <a:pt x="324151" y="207724"/>
                </a:lnTo>
                <a:lnTo>
                  <a:pt x="403030" y="207724"/>
                </a:lnTo>
                <a:cubicBezTo>
                  <a:pt x="409383" y="207723"/>
                  <a:pt x="415353" y="210764"/>
                  <a:pt x="419088" y="215904"/>
                </a:cubicBezTo>
                <a:cubicBezTo>
                  <a:pt x="425530" y="224770"/>
                  <a:pt x="423564" y="237180"/>
                  <a:pt x="414698" y="243622"/>
                </a:cubicBezTo>
                <a:lnTo>
                  <a:pt x="350881" y="289996"/>
                </a:lnTo>
                <a:lnTo>
                  <a:pt x="375269" y="365046"/>
                </a:lnTo>
                <a:cubicBezTo>
                  <a:pt x="377221" y="371079"/>
                  <a:pt x="376171" y="377682"/>
                  <a:pt x="372446" y="382813"/>
                </a:cubicBezTo>
                <a:cubicBezTo>
                  <a:pt x="366006" y="391681"/>
                  <a:pt x="353597" y="393650"/>
                  <a:pt x="344729" y="387211"/>
                </a:cubicBezTo>
                <a:lnTo>
                  <a:pt x="280892" y="340836"/>
                </a:lnTo>
                <a:lnTo>
                  <a:pt x="217054" y="387211"/>
                </a:lnTo>
                <a:cubicBezTo>
                  <a:pt x="211923" y="390937"/>
                  <a:pt x="205320" y="391986"/>
                  <a:pt x="199287" y="390034"/>
                </a:cubicBezTo>
                <a:cubicBezTo>
                  <a:pt x="188860" y="386661"/>
                  <a:pt x="183141" y="375473"/>
                  <a:pt x="186515" y="365046"/>
                </a:cubicBezTo>
                <a:lnTo>
                  <a:pt x="210903" y="289996"/>
                </a:lnTo>
                <a:lnTo>
                  <a:pt x="147085" y="243622"/>
                </a:lnTo>
                <a:cubicBezTo>
                  <a:pt x="141946" y="239887"/>
                  <a:pt x="138905" y="233917"/>
                  <a:pt x="138906" y="227564"/>
                </a:cubicBezTo>
                <a:cubicBezTo>
                  <a:pt x="138908" y="216605"/>
                  <a:pt x="147794" y="207722"/>
                  <a:pt x="158754" y="207724"/>
                </a:cubicBezTo>
                <a:lnTo>
                  <a:pt x="237632" y="207724"/>
                </a:lnTo>
                <a:lnTo>
                  <a:pt x="262060" y="132715"/>
                </a:lnTo>
                <a:cubicBezTo>
                  <a:pt x="264029" y="126726"/>
                  <a:pt x="268726" y="122028"/>
                  <a:pt x="274715" y="120060"/>
                </a:cubicBezTo>
                <a:close/>
                <a:moveTo>
                  <a:pt x="618236" y="83979"/>
                </a:moveTo>
                <a:lnTo>
                  <a:pt x="608274" y="114638"/>
                </a:lnTo>
                <a:cubicBezTo>
                  <a:pt x="605618" y="122814"/>
                  <a:pt x="597999" y="128349"/>
                  <a:pt x="589403" y="128350"/>
                </a:cubicBezTo>
                <a:lnTo>
                  <a:pt x="557157" y="128350"/>
                </a:lnTo>
                <a:lnTo>
                  <a:pt x="583152" y="147301"/>
                </a:lnTo>
                <a:cubicBezTo>
                  <a:pt x="590104" y="152347"/>
                  <a:pt x="593019" y="161293"/>
                  <a:pt x="590375" y="169466"/>
                </a:cubicBezTo>
                <a:lnTo>
                  <a:pt x="580453" y="200144"/>
                </a:lnTo>
                <a:lnTo>
                  <a:pt x="606528" y="181194"/>
                </a:lnTo>
                <a:cubicBezTo>
                  <a:pt x="613485" y="176136"/>
                  <a:pt x="622907" y="176136"/>
                  <a:pt x="629864" y="181194"/>
                </a:cubicBezTo>
                <a:lnTo>
                  <a:pt x="655939" y="200144"/>
                </a:lnTo>
                <a:lnTo>
                  <a:pt x="646017" y="169466"/>
                </a:lnTo>
                <a:cubicBezTo>
                  <a:pt x="643374" y="161293"/>
                  <a:pt x="646289" y="152347"/>
                  <a:pt x="653240" y="147301"/>
                </a:cubicBezTo>
                <a:lnTo>
                  <a:pt x="679315" y="128350"/>
                </a:lnTo>
                <a:lnTo>
                  <a:pt x="647069" y="128350"/>
                </a:lnTo>
                <a:cubicBezTo>
                  <a:pt x="638458" y="128366"/>
                  <a:pt x="630819" y="122828"/>
                  <a:pt x="628158" y="114638"/>
                </a:cubicBezTo>
                <a:close/>
                <a:moveTo>
                  <a:pt x="612059" y="998"/>
                </a:moveTo>
                <a:cubicBezTo>
                  <a:pt x="622471" y="-2425"/>
                  <a:pt x="633685" y="3241"/>
                  <a:pt x="637107" y="13653"/>
                </a:cubicBezTo>
                <a:lnTo>
                  <a:pt x="661495" y="88662"/>
                </a:lnTo>
                <a:lnTo>
                  <a:pt x="740374" y="88662"/>
                </a:lnTo>
                <a:cubicBezTo>
                  <a:pt x="746727" y="88661"/>
                  <a:pt x="752697" y="91702"/>
                  <a:pt x="756432" y="96842"/>
                </a:cubicBezTo>
                <a:cubicBezTo>
                  <a:pt x="762874" y="105708"/>
                  <a:pt x="760908" y="118118"/>
                  <a:pt x="752042" y="124560"/>
                </a:cubicBezTo>
                <a:lnTo>
                  <a:pt x="688225" y="170934"/>
                </a:lnTo>
                <a:lnTo>
                  <a:pt x="712613" y="245984"/>
                </a:lnTo>
                <a:cubicBezTo>
                  <a:pt x="714565" y="252017"/>
                  <a:pt x="713516" y="258620"/>
                  <a:pt x="709790" y="263751"/>
                </a:cubicBezTo>
                <a:cubicBezTo>
                  <a:pt x="703350" y="272619"/>
                  <a:pt x="690941" y="274588"/>
                  <a:pt x="682073" y="268149"/>
                </a:cubicBezTo>
                <a:lnTo>
                  <a:pt x="618236" y="221774"/>
                </a:lnTo>
                <a:lnTo>
                  <a:pt x="554398" y="268149"/>
                </a:lnTo>
                <a:cubicBezTo>
                  <a:pt x="549267" y="271875"/>
                  <a:pt x="542664" y="272924"/>
                  <a:pt x="536631" y="270972"/>
                </a:cubicBezTo>
                <a:cubicBezTo>
                  <a:pt x="526204" y="267599"/>
                  <a:pt x="520485" y="256411"/>
                  <a:pt x="523859" y="245984"/>
                </a:cubicBezTo>
                <a:lnTo>
                  <a:pt x="548247" y="170934"/>
                </a:lnTo>
                <a:lnTo>
                  <a:pt x="484429" y="124560"/>
                </a:lnTo>
                <a:cubicBezTo>
                  <a:pt x="479290" y="120825"/>
                  <a:pt x="476249" y="114855"/>
                  <a:pt x="476250" y="108502"/>
                </a:cubicBezTo>
                <a:cubicBezTo>
                  <a:pt x="476252" y="97543"/>
                  <a:pt x="485138" y="88660"/>
                  <a:pt x="496098" y="88662"/>
                </a:cubicBezTo>
                <a:lnTo>
                  <a:pt x="574976" y="88662"/>
                </a:lnTo>
                <a:lnTo>
                  <a:pt x="599404" y="13653"/>
                </a:lnTo>
                <a:cubicBezTo>
                  <a:pt x="601373" y="7664"/>
                  <a:pt x="606070" y="2966"/>
                  <a:pt x="612059" y="99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979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2" name="Graphic 1">
            <a:extLst>
              <a:ext uri="{FF2B5EF4-FFF2-40B4-BE49-F238E27FC236}">
                <a16:creationId xmlns:a16="http://schemas.microsoft.com/office/drawing/2014/main" id="{3D3C302D-8B8A-4C29-951C-F9D65737098F}"/>
              </a:ext>
            </a:extLst>
          </p:cNvPr>
          <p:cNvGrpSpPr/>
          <p:nvPr/>
        </p:nvGrpSpPr>
        <p:grpSpPr>
          <a:xfrm>
            <a:off x="10116408" y="2471426"/>
            <a:ext cx="249804" cy="248846"/>
            <a:chOff x="6696736" y="4656788"/>
            <a:chExt cx="344862" cy="34354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C4113B7-F2DB-43BB-A24F-E8D280B29671}"/>
                </a:ext>
              </a:extLst>
            </p:cNvPr>
            <p:cNvSpPr/>
            <p:nvPr/>
          </p:nvSpPr>
          <p:spPr>
            <a:xfrm>
              <a:off x="6807576" y="4870748"/>
              <a:ext cx="66186" cy="38997"/>
            </a:xfrm>
            <a:custGeom>
              <a:avLst/>
              <a:gdLst>
                <a:gd name="connsiteX0" fmla="*/ 49810 w 66186"/>
                <a:gd name="connsiteY0" fmla="*/ 19 h 38997"/>
                <a:gd name="connsiteX1" fmla="*/ 44119 w 66186"/>
                <a:gd name="connsiteY1" fmla="*/ 4852 h 38997"/>
                <a:gd name="connsiteX2" fmla="*/ 21740 w 66186"/>
                <a:gd name="connsiteY2" fmla="*/ 23833 h 38997"/>
                <a:gd name="connsiteX3" fmla="*/ 8975 w 66186"/>
                <a:gd name="connsiteY3" fmla="*/ 18020 h 38997"/>
                <a:gd name="connsiteX4" fmla="*/ 1497 w 66186"/>
                <a:gd name="connsiteY4" fmla="*/ 18125 h 38997"/>
                <a:gd name="connsiteX5" fmla="*/ 1603 w 66186"/>
                <a:gd name="connsiteY5" fmla="*/ 25602 h 38997"/>
                <a:gd name="connsiteX6" fmla="*/ 20882 w 66186"/>
                <a:gd name="connsiteY6" fmla="*/ 34375 h 38997"/>
                <a:gd name="connsiteX7" fmla="*/ 23474 w 66186"/>
                <a:gd name="connsiteY7" fmla="*/ 34480 h 38997"/>
                <a:gd name="connsiteX8" fmla="*/ 46360 w 66186"/>
                <a:gd name="connsiteY8" fmla="*/ 24481 h 38997"/>
                <a:gd name="connsiteX9" fmla="*/ 55746 w 66186"/>
                <a:gd name="connsiteY9" fmla="*/ 34865 h 38997"/>
                <a:gd name="connsiteX10" fmla="*/ 60894 w 66186"/>
                <a:gd name="connsiteY10" fmla="*/ 38998 h 38997"/>
                <a:gd name="connsiteX11" fmla="*/ 62050 w 66186"/>
                <a:gd name="connsiteY11" fmla="*/ 38875 h 38997"/>
                <a:gd name="connsiteX12" fmla="*/ 66060 w 66186"/>
                <a:gd name="connsiteY12" fmla="*/ 32571 h 38997"/>
                <a:gd name="connsiteX13" fmla="*/ 52209 w 66186"/>
                <a:gd name="connsiteY13" fmla="*/ 15516 h 38997"/>
                <a:gd name="connsiteX14" fmla="*/ 54678 w 66186"/>
                <a:gd name="connsiteY14" fmla="*/ 5727 h 38997"/>
                <a:gd name="connsiteX15" fmla="*/ 49810 w 66186"/>
                <a:gd name="connsiteY15" fmla="*/ 19 h 3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186" h="38997">
                  <a:moveTo>
                    <a:pt x="49810" y="19"/>
                  </a:moveTo>
                  <a:cubicBezTo>
                    <a:pt x="46903" y="-226"/>
                    <a:pt x="44346" y="1945"/>
                    <a:pt x="44119" y="4852"/>
                  </a:cubicBezTo>
                  <a:cubicBezTo>
                    <a:pt x="43191" y="16251"/>
                    <a:pt x="33140" y="24762"/>
                    <a:pt x="21740" y="23833"/>
                  </a:cubicBezTo>
                  <a:cubicBezTo>
                    <a:pt x="16942" y="23431"/>
                    <a:pt x="12407" y="21382"/>
                    <a:pt x="8975" y="18020"/>
                  </a:cubicBezTo>
                  <a:cubicBezTo>
                    <a:pt x="6891" y="15989"/>
                    <a:pt x="3546" y="16024"/>
                    <a:pt x="1497" y="18125"/>
                  </a:cubicBezTo>
                  <a:cubicBezTo>
                    <a:pt x="-534" y="20209"/>
                    <a:pt x="-499" y="23553"/>
                    <a:pt x="1603" y="25602"/>
                  </a:cubicBezTo>
                  <a:cubicBezTo>
                    <a:pt x="6803" y="30663"/>
                    <a:pt x="13650" y="33780"/>
                    <a:pt x="20882" y="34375"/>
                  </a:cubicBezTo>
                  <a:cubicBezTo>
                    <a:pt x="21758" y="34445"/>
                    <a:pt x="22616" y="34480"/>
                    <a:pt x="23474" y="34480"/>
                  </a:cubicBezTo>
                  <a:cubicBezTo>
                    <a:pt x="32404" y="34480"/>
                    <a:pt x="40582" y="30663"/>
                    <a:pt x="46360" y="24481"/>
                  </a:cubicBezTo>
                  <a:cubicBezTo>
                    <a:pt x="48251" y="25164"/>
                    <a:pt x="54188" y="27861"/>
                    <a:pt x="55746" y="34865"/>
                  </a:cubicBezTo>
                  <a:cubicBezTo>
                    <a:pt x="56289" y="37334"/>
                    <a:pt x="58478" y="38998"/>
                    <a:pt x="60894" y="38998"/>
                  </a:cubicBezTo>
                  <a:cubicBezTo>
                    <a:pt x="61279" y="38998"/>
                    <a:pt x="61665" y="38963"/>
                    <a:pt x="62050" y="38875"/>
                  </a:cubicBezTo>
                  <a:cubicBezTo>
                    <a:pt x="64904" y="38245"/>
                    <a:pt x="66690" y="35426"/>
                    <a:pt x="66060" y="32571"/>
                  </a:cubicBezTo>
                  <a:cubicBezTo>
                    <a:pt x="63836" y="22573"/>
                    <a:pt x="56656" y="17652"/>
                    <a:pt x="52209" y="15516"/>
                  </a:cubicBezTo>
                  <a:cubicBezTo>
                    <a:pt x="53522" y="12487"/>
                    <a:pt x="54397" y="9195"/>
                    <a:pt x="54678" y="5727"/>
                  </a:cubicBezTo>
                  <a:cubicBezTo>
                    <a:pt x="54888" y="2821"/>
                    <a:pt x="52716" y="264"/>
                    <a:pt x="49810" y="19"/>
                  </a:cubicBezTo>
                  <a:close/>
                </a:path>
              </a:pathLst>
            </a:custGeom>
            <a:grpFill/>
            <a:ln w="174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4676708-8E58-49DC-B265-B4FF5D8DC732}"/>
                </a:ext>
              </a:extLst>
            </p:cNvPr>
            <p:cNvSpPr/>
            <p:nvPr/>
          </p:nvSpPr>
          <p:spPr>
            <a:xfrm>
              <a:off x="6783546" y="4766397"/>
              <a:ext cx="75100" cy="69681"/>
            </a:xfrm>
            <a:custGeom>
              <a:avLst/>
              <a:gdLst>
                <a:gd name="connsiteX0" fmla="*/ 19189 w 75100"/>
                <a:gd name="connsiteY0" fmla="*/ 37304 h 69681"/>
                <a:gd name="connsiteX1" fmla="*/ 5670 w 75100"/>
                <a:gd name="connsiteY1" fmla="*/ 41051 h 69681"/>
                <a:gd name="connsiteX2" fmla="*/ 14 w 75100"/>
                <a:gd name="connsiteY2" fmla="*/ 45919 h 69681"/>
                <a:gd name="connsiteX3" fmla="*/ 4882 w 75100"/>
                <a:gd name="connsiteY3" fmla="*/ 51575 h 69681"/>
                <a:gd name="connsiteX4" fmla="*/ 7194 w 75100"/>
                <a:gd name="connsiteY4" fmla="*/ 51663 h 69681"/>
                <a:gd name="connsiteX5" fmla="*/ 25282 w 75100"/>
                <a:gd name="connsiteY5" fmla="*/ 45902 h 69681"/>
                <a:gd name="connsiteX6" fmla="*/ 35369 w 75100"/>
                <a:gd name="connsiteY6" fmla="*/ 33977 h 69681"/>
                <a:gd name="connsiteX7" fmla="*/ 48817 w 75100"/>
                <a:gd name="connsiteY7" fmla="*/ 38302 h 69681"/>
                <a:gd name="connsiteX8" fmla="*/ 51391 w 75100"/>
                <a:gd name="connsiteY8" fmla="*/ 38407 h 69681"/>
                <a:gd name="connsiteX9" fmla="*/ 51793 w 75100"/>
                <a:gd name="connsiteY9" fmla="*/ 38390 h 69681"/>
                <a:gd name="connsiteX10" fmla="*/ 54875 w 75100"/>
                <a:gd name="connsiteY10" fmla="*/ 61679 h 69681"/>
                <a:gd name="connsiteX11" fmla="*/ 56644 w 75100"/>
                <a:gd name="connsiteY11" fmla="*/ 68911 h 69681"/>
                <a:gd name="connsiteX12" fmla="*/ 59393 w 75100"/>
                <a:gd name="connsiteY12" fmla="*/ 69681 h 69681"/>
                <a:gd name="connsiteX13" fmla="*/ 63911 w 75100"/>
                <a:gd name="connsiteY13" fmla="*/ 67142 h 69681"/>
                <a:gd name="connsiteX14" fmla="*/ 67588 w 75100"/>
                <a:gd name="connsiteY14" fmla="*/ 55463 h 69681"/>
                <a:gd name="connsiteX15" fmla="*/ 63140 w 75100"/>
                <a:gd name="connsiteY15" fmla="*/ 36096 h 69681"/>
                <a:gd name="connsiteX16" fmla="*/ 73559 w 75100"/>
                <a:gd name="connsiteY16" fmla="*/ 29179 h 69681"/>
                <a:gd name="connsiteX17" fmla="*/ 73542 w 75100"/>
                <a:gd name="connsiteY17" fmla="*/ 21702 h 69681"/>
                <a:gd name="connsiteX18" fmla="*/ 66065 w 75100"/>
                <a:gd name="connsiteY18" fmla="*/ 21719 h 69681"/>
                <a:gd name="connsiteX19" fmla="*/ 49657 w 75100"/>
                <a:gd name="connsiteY19" fmla="*/ 27760 h 69681"/>
                <a:gd name="connsiteX20" fmla="*/ 38310 w 75100"/>
                <a:gd name="connsiteY20" fmla="*/ 23208 h 69681"/>
                <a:gd name="connsiteX21" fmla="*/ 32724 w 75100"/>
                <a:gd name="connsiteY21" fmla="*/ 2230 h 69681"/>
                <a:gd name="connsiteX22" fmla="*/ 25352 w 75100"/>
                <a:gd name="connsiteY22" fmla="*/ 969 h 69681"/>
                <a:gd name="connsiteX23" fmla="*/ 24091 w 75100"/>
                <a:gd name="connsiteY23" fmla="*/ 8341 h 69681"/>
                <a:gd name="connsiteX24" fmla="*/ 19189 w 75100"/>
                <a:gd name="connsiteY24" fmla="*/ 37304 h 69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100" h="69681">
                  <a:moveTo>
                    <a:pt x="19189" y="37304"/>
                  </a:moveTo>
                  <a:cubicBezTo>
                    <a:pt x="15266" y="40088"/>
                    <a:pt x="10451" y="41419"/>
                    <a:pt x="5670" y="41051"/>
                  </a:cubicBezTo>
                  <a:cubicBezTo>
                    <a:pt x="2763" y="40841"/>
                    <a:pt x="224" y="43012"/>
                    <a:pt x="14" y="45919"/>
                  </a:cubicBezTo>
                  <a:cubicBezTo>
                    <a:pt x="-196" y="48826"/>
                    <a:pt x="1975" y="51365"/>
                    <a:pt x="4882" y="51575"/>
                  </a:cubicBezTo>
                  <a:cubicBezTo>
                    <a:pt x="5653" y="51628"/>
                    <a:pt x="6423" y="51663"/>
                    <a:pt x="7194" y="51663"/>
                  </a:cubicBezTo>
                  <a:cubicBezTo>
                    <a:pt x="13637" y="51663"/>
                    <a:pt x="19994" y="49649"/>
                    <a:pt x="25282" y="45902"/>
                  </a:cubicBezTo>
                  <a:cubicBezTo>
                    <a:pt x="29765" y="42732"/>
                    <a:pt x="33145" y="38600"/>
                    <a:pt x="35369" y="33977"/>
                  </a:cubicBezTo>
                  <a:cubicBezTo>
                    <a:pt x="39448" y="36411"/>
                    <a:pt x="44036" y="37917"/>
                    <a:pt x="48817" y="38302"/>
                  </a:cubicBezTo>
                  <a:cubicBezTo>
                    <a:pt x="49675" y="38372"/>
                    <a:pt x="50533" y="38407"/>
                    <a:pt x="51391" y="38407"/>
                  </a:cubicBezTo>
                  <a:cubicBezTo>
                    <a:pt x="51531" y="38407"/>
                    <a:pt x="51671" y="38390"/>
                    <a:pt x="51793" y="38390"/>
                  </a:cubicBezTo>
                  <a:cubicBezTo>
                    <a:pt x="61477" y="49999"/>
                    <a:pt x="55190" y="61118"/>
                    <a:pt x="54875" y="61679"/>
                  </a:cubicBezTo>
                  <a:cubicBezTo>
                    <a:pt x="53387" y="64165"/>
                    <a:pt x="54175" y="67405"/>
                    <a:pt x="56644" y="68911"/>
                  </a:cubicBezTo>
                  <a:cubicBezTo>
                    <a:pt x="57502" y="69436"/>
                    <a:pt x="58448" y="69681"/>
                    <a:pt x="59393" y="69681"/>
                  </a:cubicBezTo>
                  <a:cubicBezTo>
                    <a:pt x="61179" y="69681"/>
                    <a:pt x="62913" y="68788"/>
                    <a:pt x="63911" y="67142"/>
                  </a:cubicBezTo>
                  <a:cubicBezTo>
                    <a:pt x="64209" y="66652"/>
                    <a:pt x="66870" y="62134"/>
                    <a:pt x="67588" y="55463"/>
                  </a:cubicBezTo>
                  <a:cubicBezTo>
                    <a:pt x="68131" y="50454"/>
                    <a:pt x="67606" y="43450"/>
                    <a:pt x="63140" y="36096"/>
                  </a:cubicBezTo>
                  <a:cubicBezTo>
                    <a:pt x="66993" y="34537"/>
                    <a:pt x="70547" y="32208"/>
                    <a:pt x="73559" y="29179"/>
                  </a:cubicBezTo>
                  <a:cubicBezTo>
                    <a:pt x="75626" y="27113"/>
                    <a:pt x="75608" y="23768"/>
                    <a:pt x="73542" y="21702"/>
                  </a:cubicBezTo>
                  <a:cubicBezTo>
                    <a:pt x="71476" y="19635"/>
                    <a:pt x="68131" y="19653"/>
                    <a:pt x="66065" y="21719"/>
                  </a:cubicBezTo>
                  <a:cubicBezTo>
                    <a:pt x="61739" y="26062"/>
                    <a:pt x="55751" y="28268"/>
                    <a:pt x="49657" y="27760"/>
                  </a:cubicBezTo>
                  <a:cubicBezTo>
                    <a:pt x="45490" y="27410"/>
                    <a:pt x="41532" y="25817"/>
                    <a:pt x="38310" y="23208"/>
                  </a:cubicBezTo>
                  <a:cubicBezTo>
                    <a:pt x="38975" y="16028"/>
                    <a:pt x="37207" y="8569"/>
                    <a:pt x="32724" y="2230"/>
                  </a:cubicBezTo>
                  <a:cubicBezTo>
                    <a:pt x="31043" y="-152"/>
                    <a:pt x="27734" y="-712"/>
                    <a:pt x="25352" y="969"/>
                  </a:cubicBezTo>
                  <a:cubicBezTo>
                    <a:pt x="22971" y="2650"/>
                    <a:pt x="22410" y="5960"/>
                    <a:pt x="24091" y="8341"/>
                  </a:cubicBezTo>
                  <a:cubicBezTo>
                    <a:pt x="30745" y="17709"/>
                    <a:pt x="28522" y="30685"/>
                    <a:pt x="19189" y="37304"/>
                  </a:cubicBezTo>
                  <a:close/>
                </a:path>
              </a:pathLst>
            </a:custGeom>
            <a:grpFill/>
            <a:ln w="174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A0432DF-1431-4BC1-B90A-34D09A68383E}"/>
                </a:ext>
              </a:extLst>
            </p:cNvPr>
            <p:cNvSpPr/>
            <p:nvPr/>
          </p:nvSpPr>
          <p:spPr>
            <a:xfrm>
              <a:off x="6919904" y="4869338"/>
              <a:ext cx="85661" cy="127681"/>
            </a:xfrm>
            <a:custGeom>
              <a:avLst/>
              <a:gdLst>
                <a:gd name="connsiteX0" fmla="*/ 80894 w 85661"/>
                <a:gd name="connsiteY0" fmla="*/ 28 h 127681"/>
                <a:gd name="connsiteX1" fmla="*/ 75098 w 85661"/>
                <a:gd name="connsiteY1" fmla="*/ 4738 h 127681"/>
                <a:gd name="connsiteX2" fmla="*/ 59619 w 85661"/>
                <a:gd name="connsiteY2" fmla="*/ 30759 h 127681"/>
                <a:gd name="connsiteX3" fmla="*/ 32687 w 85661"/>
                <a:gd name="connsiteY3" fmla="*/ 36415 h 127681"/>
                <a:gd name="connsiteX4" fmla="*/ 9643 w 85661"/>
                <a:gd name="connsiteY4" fmla="*/ 21374 h 127681"/>
                <a:gd name="connsiteX5" fmla="*/ 2306 w 85661"/>
                <a:gd name="connsiteY5" fmla="*/ 19990 h 127681"/>
                <a:gd name="connsiteX6" fmla="*/ 923 w 85661"/>
                <a:gd name="connsiteY6" fmla="*/ 27327 h 127681"/>
                <a:gd name="connsiteX7" fmla="*/ 30726 w 85661"/>
                <a:gd name="connsiteY7" fmla="*/ 46799 h 127681"/>
                <a:gd name="connsiteX8" fmla="*/ 39429 w 85661"/>
                <a:gd name="connsiteY8" fmla="*/ 47622 h 127681"/>
                <a:gd name="connsiteX9" fmla="*/ 52790 w 85661"/>
                <a:gd name="connsiteY9" fmla="*/ 45626 h 127681"/>
                <a:gd name="connsiteX10" fmla="*/ 17470 w 85661"/>
                <a:gd name="connsiteY10" fmla="*/ 68723 h 127681"/>
                <a:gd name="connsiteX11" fmla="*/ 12637 w 85661"/>
                <a:gd name="connsiteY11" fmla="*/ 74414 h 127681"/>
                <a:gd name="connsiteX12" fmla="*/ 17891 w 85661"/>
                <a:gd name="connsiteY12" fmla="*/ 79264 h 127681"/>
                <a:gd name="connsiteX13" fmla="*/ 18328 w 85661"/>
                <a:gd name="connsiteY13" fmla="*/ 79247 h 127681"/>
                <a:gd name="connsiteX14" fmla="*/ 26821 w 85661"/>
                <a:gd name="connsiteY14" fmla="*/ 77933 h 127681"/>
                <a:gd name="connsiteX15" fmla="*/ 27119 w 85661"/>
                <a:gd name="connsiteY15" fmla="*/ 78213 h 127681"/>
                <a:gd name="connsiteX16" fmla="*/ 48044 w 85661"/>
                <a:gd name="connsiteY16" fmla="*/ 122306 h 127681"/>
                <a:gd name="connsiteX17" fmla="*/ 53227 w 85661"/>
                <a:gd name="connsiteY17" fmla="*/ 127681 h 127681"/>
                <a:gd name="connsiteX18" fmla="*/ 53332 w 85661"/>
                <a:gd name="connsiteY18" fmla="*/ 127681 h 127681"/>
                <a:gd name="connsiteX19" fmla="*/ 58621 w 85661"/>
                <a:gd name="connsiteY19" fmla="*/ 122498 h 127681"/>
                <a:gd name="connsiteX20" fmla="*/ 38221 w 85661"/>
                <a:gd name="connsiteY20" fmla="*/ 73958 h 127681"/>
                <a:gd name="connsiteX21" fmla="*/ 58551 w 85661"/>
                <a:gd name="connsiteY21" fmla="*/ 56430 h 127681"/>
                <a:gd name="connsiteX22" fmla="*/ 67253 w 85661"/>
                <a:gd name="connsiteY22" fmla="*/ 38272 h 127681"/>
                <a:gd name="connsiteX23" fmla="*/ 85640 w 85661"/>
                <a:gd name="connsiteY23" fmla="*/ 5807 h 127681"/>
                <a:gd name="connsiteX24" fmla="*/ 80894 w 85661"/>
                <a:gd name="connsiteY24" fmla="*/ 28 h 127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5661" h="127681">
                  <a:moveTo>
                    <a:pt x="80894" y="28"/>
                  </a:moveTo>
                  <a:cubicBezTo>
                    <a:pt x="77988" y="-270"/>
                    <a:pt x="75396" y="1832"/>
                    <a:pt x="75098" y="4738"/>
                  </a:cubicBezTo>
                  <a:cubicBezTo>
                    <a:pt x="74013" y="15297"/>
                    <a:pt x="68374" y="24771"/>
                    <a:pt x="59619" y="30759"/>
                  </a:cubicBezTo>
                  <a:cubicBezTo>
                    <a:pt x="51687" y="36170"/>
                    <a:pt x="42126" y="38184"/>
                    <a:pt x="32687" y="36415"/>
                  </a:cubicBezTo>
                  <a:cubicBezTo>
                    <a:pt x="23249" y="34647"/>
                    <a:pt x="15072" y="29289"/>
                    <a:pt x="9643" y="21374"/>
                  </a:cubicBezTo>
                  <a:cubicBezTo>
                    <a:pt x="7997" y="18957"/>
                    <a:pt x="4705" y="18344"/>
                    <a:pt x="2306" y="19990"/>
                  </a:cubicBezTo>
                  <a:cubicBezTo>
                    <a:pt x="-110" y="21636"/>
                    <a:pt x="-723" y="24928"/>
                    <a:pt x="923" y="27327"/>
                  </a:cubicBezTo>
                  <a:cubicBezTo>
                    <a:pt x="7927" y="37589"/>
                    <a:pt x="18521" y="44505"/>
                    <a:pt x="30726" y="46799"/>
                  </a:cubicBezTo>
                  <a:cubicBezTo>
                    <a:pt x="33633" y="47342"/>
                    <a:pt x="36539" y="47622"/>
                    <a:pt x="39429" y="47622"/>
                  </a:cubicBezTo>
                  <a:cubicBezTo>
                    <a:pt x="43982" y="47622"/>
                    <a:pt x="48464" y="46939"/>
                    <a:pt x="52790" y="45626"/>
                  </a:cubicBezTo>
                  <a:cubicBezTo>
                    <a:pt x="47606" y="55082"/>
                    <a:pt x="37188" y="67112"/>
                    <a:pt x="17470" y="68723"/>
                  </a:cubicBezTo>
                  <a:cubicBezTo>
                    <a:pt x="14564" y="68968"/>
                    <a:pt x="12393" y="71507"/>
                    <a:pt x="12637" y="74414"/>
                  </a:cubicBezTo>
                  <a:cubicBezTo>
                    <a:pt x="12865" y="77180"/>
                    <a:pt x="15176" y="79264"/>
                    <a:pt x="17891" y="79264"/>
                  </a:cubicBezTo>
                  <a:cubicBezTo>
                    <a:pt x="18031" y="79264"/>
                    <a:pt x="18188" y="79264"/>
                    <a:pt x="18328" y="79247"/>
                  </a:cubicBezTo>
                  <a:cubicBezTo>
                    <a:pt x="21340" y="79002"/>
                    <a:pt x="24160" y="78529"/>
                    <a:pt x="26821" y="77933"/>
                  </a:cubicBezTo>
                  <a:cubicBezTo>
                    <a:pt x="26926" y="78021"/>
                    <a:pt x="27014" y="78126"/>
                    <a:pt x="27119" y="78213"/>
                  </a:cubicBezTo>
                  <a:cubicBezTo>
                    <a:pt x="27329" y="78371"/>
                    <a:pt x="48570" y="94814"/>
                    <a:pt x="48044" y="122306"/>
                  </a:cubicBezTo>
                  <a:cubicBezTo>
                    <a:pt x="47992" y="125230"/>
                    <a:pt x="50303" y="127629"/>
                    <a:pt x="53227" y="127681"/>
                  </a:cubicBezTo>
                  <a:cubicBezTo>
                    <a:pt x="53262" y="127681"/>
                    <a:pt x="53297" y="127681"/>
                    <a:pt x="53332" y="127681"/>
                  </a:cubicBezTo>
                  <a:cubicBezTo>
                    <a:pt x="56204" y="127681"/>
                    <a:pt x="58551" y="125388"/>
                    <a:pt x="58621" y="122498"/>
                  </a:cubicBezTo>
                  <a:cubicBezTo>
                    <a:pt x="59094" y="98036"/>
                    <a:pt x="45645" y="81313"/>
                    <a:pt x="38221" y="73958"/>
                  </a:cubicBezTo>
                  <a:cubicBezTo>
                    <a:pt x="47852" y="69283"/>
                    <a:pt x="54348" y="62419"/>
                    <a:pt x="58551" y="56430"/>
                  </a:cubicBezTo>
                  <a:cubicBezTo>
                    <a:pt x="63769" y="48971"/>
                    <a:pt x="66273" y="41721"/>
                    <a:pt x="67253" y="38272"/>
                  </a:cubicBezTo>
                  <a:cubicBezTo>
                    <a:pt x="77620" y="30497"/>
                    <a:pt x="84291" y="18782"/>
                    <a:pt x="85640" y="5807"/>
                  </a:cubicBezTo>
                  <a:cubicBezTo>
                    <a:pt x="85903" y="2917"/>
                    <a:pt x="83801" y="326"/>
                    <a:pt x="80894" y="28"/>
                  </a:cubicBezTo>
                  <a:close/>
                </a:path>
              </a:pathLst>
            </a:custGeom>
            <a:grpFill/>
            <a:ln w="174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89DAEF1-6453-43E1-AB3D-CD77DD89066E}"/>
                </a:ext>
              </a:extLst>
            </p:cNvPr>
            <p:cNvSpPr/>
            <p:nvPr/>
          </p:nvSpPr>
          <p:spPr>
            <a:xfrm>
              <a:off x="6696736" y="4734885"/>
              <a:ext cx="264685" cy="265444"/>
            </a:xfrm>
            <a:custGeom>
              <a:avLst/>
              <a:gdLst>
                <a:gd name="connsiteX0" fmla="*/ 211115 w 264685"/>
                <a:gd name="connsiteY0" fmla="*/ 214558 h 265444"/>
                <a:gd name="connsiteX1" fmla="*/ 190610 w 264685"/>
                <a:gd name="connsiteY1" fmla="*/ 201758 h 265444"/>
                <a:gd name="connsiteX2" fmla="*/ 190697 w 264685"/>
                <a:gd name="connsiteY2" fmla="*/ 201758 h 265444"/>
                <a:gd name="connsiteX3" fmla="*/ 217086 w 264685"/>
                <a:gd name="connsiteY3" fmla="*/ 198431 h 265444"/>
                <a:gd name="connsiteX4" fmla="*/ 220886 w 264685"/>
                <a:gd name="connsiteY4" fmla="*/ 192004 h 265444"/>
                <a:gd name="connsiteX5" fmla="*/ 214460 w 264685"/>
                <a:gd name="connsiteY5" fmla="*/ 188204 h 265444"/>
                <a:gd name="connsiteX6" fmla="*/ 161052 w 264685"/>
                <a:gd name="connsiteY6" fmla="*/ 186226 h 265444"/>
                <a:gd name="connsiteX7" fmla="*/ 154730 w 264685"/>
                <a:gd name="connsiteY7" fmla="*/ 187994 h 265444"/>
                <a:gd name="connsiteX8" fmla="*/ 154292 w 264685"/>
                <a:gd name="connsiteY8" fmla="*/ 188344 h 265444"/>
                <a:gd name="connsiteX9" fmla="*/ 124192 w 264685"/>
                <a:gd name="connsiteY9" fmla="*/ 200112 h 265444"/>
                <a:gd name="connsiteX10" fmla="*/ 83987 w 264685"/>
                <a:gd name="connsiteY10" fmla="*/ 165248 h 265444"/>
                <a:gd name="connsiteX11" fmla="*/ 94511 w 264685"/>
                <a:gd name="connsiteY11" fmla="*/ 141801 h 265444"/>
                <a:gd name="connsiteX12" fmla="*/ 119972 w 264685"/>
                <a:gd name="connsiteY12" fmla="*/ 119965 h 265444"/>
                <a:gd name="connsiteX13" fmla="*/ 143033 w 264685"/>
                <a:gd name="connsiteY13" fmla="*/ 125323 h 265444"/>
                <a:gd name="connsiteX14" fmla="*/ 180559 w 264685"/>
                <a:gd name="connsiteY14" fmla="*/ 120123 h 265444"/>
                <a:gd name="connsiteX15" fmla="*/ 186548 w 264685"/>
                <a:gd name="connsiteY15" fmla="*/ 141696 h 265444"/>
                <a:gd name="connsiteX16" fmla="*/ 190610 w 264685"/>
                <a:gd name="connsiteY16" fmla="*/ 147965 h 265444"/>
                <a:gd name="connsiteX17" fmla="*/ 191731 w 264685"/>
                <a:gd name="connsiteY17" fmla="*/ 148087 h 265444"/>
                <a:gd name="connsiteX18" fmla="*/ 196896 w 264685"/>
                <a:gd name="connsiteY18" fmla="*/ 143902 h 265444"/>
                <a:gd name="connsiteX19" fmla="*/ 190347 w 264685"/>
                <a:gd name="connsiteY19" fmla="*/ 115412 h 265444"/>
                <a:gd name="connsiteX20" fmla="*/ 204846 w 264685"/>
                <a:gd name="connsiteY20" fmla="*/ 105046 h 265444"/>
                <a:gd name="connsiteX21" fmla="*/ 205337 w 264685"/>
                <a:gd name="connsiteY21" fmla="*/ 97586 h 265444"/>
                <a:gd name="connsiteX22" fmla="*/ 197877 w 264685"/>
                <a:gd name="connsiteY22" fmla="*/ 97096 h 265444"/>
                <a:gd name="connsiteX23" fmla="*/ 144469 w 264685"/>
                <a:gd name="connsiteY23" fmla="*/ 114817 h 265444"/>
                <a:gd name="connsiteX24" fmla="*/ 118518 w 264685"/>
                <a:gd name="connsiteY24" fmla="*/ 107778 h 265444"/>
                <a:gd name="connsiteX25" fmla="*/ 113458 w 264685"/>
                <a:gd name="connsiteY25" fmla="*/ 107830 h 265444"/>
                <a:gd name="connsiteX26" fmla="*/ 110761 w 264685"/>
                <a:gd name="connsiteY26" fmla="*/ 112103 h 265444"/>
                <a:gd name="connsiteX27" fmla="*/ 88732 w 264685"/>
                <a:gd name="connsiteY27" fmla="*/ 131487 h 265444"/>
                <a:gd name="connsiteX28" fmla="*/ 69348 w 264685"/>
                <a:gd name="connsiteY28" fmla="*/ 109459 h 265444"/>
                <a:gd name="connsiteX29" fmla="*/ 64410 w 264685"/>
                <a:gd name="connsiteY29" fmla="*/ 103855 h 265444"/>
                <a:gd name="connsiteX30" fmla="*/ 58806 w 264685"/>
                <a:gd name="connsiteY30" fmla="*/ 108793 h 265444"/>
                <a:gd name="connsiteX31" fmla="*/ 62291 w 264685"/>
                <a:gd name="connsiteY31" fmla="*/ 125183 h 265444"/>
                <a:gd name="connsiteX32" fmla="*/ 41716 w 264685"/>
                <a:gd name="connsiteY32" fmla="*/ 120788 h 265444"/>
                <a:gd name="connsiteX33" fmla="*/ 34274 w 264685"/>
                <a:gd name="connsiteY33" fmla="*/ 120525 h 265444"/>
                <a:gd name="connsiteX34" fmla="*/ 33976 w 264685"/>
                <a:gd name="connsiteY34" fmla="*/ 127985 h 265444"/>
                <a:gd name="connsiteX35" fmla="*/ 44202 w 264685"/>
                <a:gd name="connsiteY35" fmla="*/ 134709 h 265444"/>
                <a:gd name="connsiteX36" fmla="*/ 55532 w 264685"/>
                <a:gd name="connsiteY36" fmla="*/ 136915 h 265444"/>
                <a:gd name="connsiteX37" fmla="*/ 69015 w 264685"/>
                <a:gd name="connsiteY37" fmla="*/ 133956 h 265444"/>
                <a:gd name="connsiteX38" fmla="*/ 81360 w 264685"/>
                <a:gd name="connsiteY38" fmla="*/ 140873 h 265444"/>
                <a:gd name="connsiteX39" fmla="*/ 73463 w 264685"/>
                <a:gd name="connsiteY39" fmla="*/ 165230 h 265444"/>
                <a:gd name="connsiteX40" fmla="*/ 73988 w 264685"/>
                <a:gd name="connsiteY40" fmla="*/ 171727 h 265444"/>
                <a:gd name="connsiteX41" fmla="*/ 64672 w 264685"/>
                <a:gd name="connsiteY41" fmla="*/ 172217 h 265444"/>
                <a:gd name="connsiteX42" fmla="*/ 17078 w 264685"/>
                <a:gd name="connsiteY42" fmla="*/ 147089 h 265444"/>
                <a:gd name="connsiteX43" fmla="*/ 15187 w 264685"/>
                <a:gd name="connsiteY43" fmla="*/ 95888 h 265444"/>
                <a:gd name="connsiteX44" fmla="*/ 15905 w 264685"/>
                <a:gd name="connsiteY44" fmla="*/ 96658 h 265444"/>
                <a:gd name="connsiteX45" fmla="*/ 19617 w 264685"/>
                <a:gd name="connsiteY45" fmla="*/ 98182 h 265444"/>
                <a:gd name="connsiteX46" fmla="*/ 23364 w 264685"/>
                <a:gd name="connsiteY46" fmla="*/ 96623 h 265444"/>
                <a:gd name="connsiteX47" fmla="*/ 23329 w 264685"/>
                <a:gd name="connsiteY47" fmla="*/ 89146 h 265444"/>
                <a:gd name="connsiteX48" fmla="*/ 17183 w 264685"/>
                <a:gd name="connsiteY48" fmla="*/ 74507 h 265444"/>
                <a:gd name="connsiteX49" fmla="*/ 23190 w 264685"/>
                <a:gd name="connsiteY49" fmla="*/ 59798 h 265444"/>
                <a:gd name="connsiteX50" fmla="*/ 52538 w 264685"/>
                <a:gd name="connsiteY50" fmla="*/ 59658 h 265444"/>
                <a:gd name="connsiteX51" fmla="*/ 60015 w 264685"/>
                <a:gd name="connsiteY51" fmla="*/ 59623 h 265444"/>
                <a:gd name="connsiteX52" fmla="*/ 59980 w 264685"/>
                <a:gd name="connsiteY52" fmla="*/ 52146 h 265444"/>
                <a:gd name="connsiteX53" fmla="*/ 40140 w 264685"/>
                <a:gd name="connsiteY53" fmla="*/ 43198 h 265444"/>
                <a:gd name="connsiteX54" fmla="*/ 50716 w 264685"/>
                <a:gd name="connsiteY54" fmla="*/ 24531 h 265444"/>
                <a:gd name="connsiteX55" fmla="*/ 74776 w 264685"/>
                <a:gd name="connsiteY55" fmla="*/ 16494 h 265444"/>
                <a:gd name="connsiteX56" fmla="*/ 73936 w 264685"/>
                <a:gd name="connsiteY56" fmla="*/ 18105 h 265444"/>
                <a:gd name="connsiteX57" fmla="*/ 76545 w 264685"/>
                <a:gd name="connsiteY57" fmla="*/ 25109 h 265444"/>
                <a:gd name="connsiteX58" fmla="*/ 78734 w 264685"/>
                <a:gd name="connsiteY58" fmla="*/ 25582 h 265444"/>
                <a:gd name="connsiteX59" fmla="*/ 83549 w 264685"/>
                <a:gd name="connsiteY59" fmla="*/ 22500 h 265444"/>
                <a:gd name="connsiteX60" fmla="*/ 94931 w 264685"/>
                <a:gd name="connsiteY60" fmla="*/ 9490 h 265444"/>
                <a:gd name="connsiteX61" fmla="*/ 95929 w 264685"/>
                <a:gd name="connsiteY61" fmla="*/ 2083 h 265444"/>
                <a:gd name="connsiteX62" fmla="*/ 88522 w 264685"/>
                <a:gd name="connsiteY62" fmla="*/ 1084 h 265444"/>
                <a:gd name="connsiteX63" fmla="*/ 82726 w 264685"/>
                <a:gd name="connsiteY63" fmla="*/ 6180 h 265444"/>
                <a:gd name="connsiteX64" fmla="*/ 43800 w 264685"/>
                <a:gd name="connsiteY64" fmla="*/ 16546 h 265444"/>
                <a:gd name="connsiteX65" fmla="*/ 29196 w 264685"/>
                <a:gd name="connsiteY65" fmla="*/ 44354 h 265444"/>
                <a:gd name="connsiteX66" fmla="*/ 15695 w 264685"/>
                <a:gd name="connsiteY66" fmla="*/ 52356 h 265444"/>
                <a:gd name="connsiteX67" fmla="*/ 6624 w 264685"/>
                <a:gd name="connsiteY67" fmla="*/ 74542 h 265444"/>
                <a:gd name="connsiteX68" fmla="*/ 8813 w 264685"/>
                <a:gd name="connsiteY68" fmla="*/ 85889 h 265444"/>
                <a:gd name="connsiteX69" fmla="*/ 180 w 264685"/>
                <a:gd name="connsiteY69" fmla="*/ 113784 h 265444"/>
                <a:gd name="connsiteX70" fmla="*/ 7710 w 264685"/>
                <a:gd name="connsiteY70" fmla="*/ 151992 h 265444"/>
                <a:gd name="connsiteX71" fmla="*/ 32663 w 264685"/>
                <a:gd name="connsiteY71" fmla="*/ 176175 h 265444"/>
                <a:gd name="connsiteX72" fmla="*/ 64602 w 264685"/>
                <a:gd name="connsiteY72" fmla="*/ 182759 h 265444"/>
                <a:gd name="connsiteX73" fmla="*/ 77070 w 264685"/>
                <a:gd name="connsiteY73" fmla="*/ 182023 h 265444"/>
                <a:gd name="connsiteX74" fmla="*/ 124209 w 264685"/>
                <a:gd name="connsiteY74" fmla="*/ 210618 h 265444"/>
                <a:gd name="connsiteX75" fmla="*/ 160334 w 264685"/>
                <a:gd name="connsiteY75" fmla="*/ 197100 h 265444"/>
                <a:gd name="connsiteX76" fmla="*/ 178475 w 264685"/>
                <a:gd name="connsiteY76" fmla="*/ 200970 h 265444"/>
                <a:gd name="connsiteX77" fmla="*/ 208471 w 264685"/>
                <a:gd name="connsiteY77" fmla="*/ 224714 h 265444"/>
                <a:gd name="connsiteX78" fmla="*/ 254209 w 264685"/>
                <a:gd name="connsiteY78" fmla="*/ 261137 h 265444"/>
                <a:gd name="connsiteX79" fmla="*/ 259392 w 264685"/>
                <a:gd name="connsiteY79" fmla="*/ 265444 h 265444"/>
                <a:gd name="connsiteX80" fmla="*/ 260373 w 264685"/>
                <a:gd name="connsiteY80" fmla="*/ 265357 h 265444"/>
                <a:gd name="connsiteX81" fmla="*/ 264593 w 264685"/>
                <a:gd name="connsiteY81" fmla="*/ 259193 h 265444"/>
                <a:gd name="connsiteX82" fmla="*/ 211115 w 264685"/>
                <a:gd name="connsiteY82" fmla="*/ 214558 h 26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64685" h="265444">
                  <a:moveTo>
                    <a:pt x="211115" y="214558"/>
                  </a:moveTo>
                  <a:cubicBezTo>
                    <a:pt x="199400" y="211494"/>
                    <a:pt x="193517" y="206030"/>
                    <a:pt x="190610" y="201758"/>
                  </a:cubicBezTo>
                  <a:cubicBezTo>
                    <a:pt x="190645" y="201758"/>
                    <a:pt x="190662" y="201758"/>
                    <a:pt x="190697" y="201758"/>
                  </a:cubicBezTo>
                  <a:cubicBezTo>
                    <a:pt x="198595" y="201758"/>
                    <a:pt x="207525" y="200882"/>
                    <a:pt x="217086" y="198431"/>
                  </a:cubicBezTo>
                  <a:cubicBezTo>
                    <a:pt x="219905" y="197713"/>
                    <a:pt x="221621" y="194824"/>
                    <a:pt x="220886" y="192004"/>
                  </a:cubicBezTo>
                  <a:cubicBezTo>
                    <a:pt x="220168" y="189185"/>
                    <a:pt x="217279" y="187469"/>
                    <a:pt x="214460" y="188204"/>
                  </a:cubicBezTo>
                  <a:cubicBezTo>
                    <a:pt x="184709" y="195822"/>
                    <a:pt x="161349" y="186348"/>
                    <a:pt x="161052" y="186226"/>
                  </a:cubicBezTo>
                  <a:cubicBezTo>
                    <a:pt x="158740" y="185263"/>
                    <a:pt x="156149" y="186051"/>
                    <a:pt x="154730" y="187994"/>
                  </a:cubicBezTo>
                  <a:cubicBezTo>
                    <a:pt x="154590" y="188117"/>
                    <a:pt x="154433" y="188222"/>
                    <a:pt x="154292" y="188344"/>
                  </a:cubicBezTo>
                  <a:cubicBezTo>
                    <a:pt x="146658" y="195822"/>
                    <a:pt x="135679" y="200112"/>
                    <a:pt x="124192" y="200112"/>
                  </a:cubicBezTo>
                  <a:cubicBezTo>
                    <a:pt x="102023" y="200112"/>
                    <a:pt x="83987" y="184475"/>
                    <a:pt x="83987" y="165248"/>
                  </a:cubicBezTo>
                  <a:cubicBezTo>
                    <a:pt x="83987" y="156492"/>
                    <a:pt x="87734" y="148245"/>
                    <a:pt x="94511" y="141801"/>
                  </a:cubicBezTo>
                  <a:cubicBezTo>
                    <a:pt x="106488" y="140067"/>
                    <a:pt x="116452" y="131505"/>
                    <a:pt x="119972" y="119965"/>
                  </a:cubicBezTo>
                  <a:cubicBezTo>
                    <a:pt x="125190" y="121944"/>
                    <a:pt x="133244" y="124378"/>
                    <a:pt x="143033" y="125323"/>
                  </a:cubicBezTo>
                  <a:cubicBezTo>
                    <a:pt x="153189" y="126304"/>
                    <a:pt x="166480" y="125743"/>
                    <a:pt x="180559" y="120123"/>
                  </a:cubicBezTo>
                  <a:cubicBezTo>
                    <a:pt x="182958" y="122819"/>
                    <a:pt x="188894" y="130752"/>
                    <a:pt x="186548" y="141696"/>
                  </a:cubicBezTo>
                  <a:cubicBezTo>
                    <a:pt x="185934" y="144550"/>
                    <a:pt x="187756" y="147352"/>
                    <a:pt x="190610" y="147965"/>
                  </a:cubicBezTo>
                  <a:cubicBezTo>
                    <a:pt x="190977" y="148052"/>
                    <a:pt x="191363" y="148087"/>
                    <a:pt x="191731" y="148087"/>
                  </a:cubicBezTo>
                  <a:cubicBezTo>
                    <a:pt x="194164" y="148087"/>
                    <a:pt x="196353" y="146389"/>
                    <a:pt x="196896" y="143902"/>
                  </a:cubicBezTo>
                  <a:cubicBezTo>
                    <a:pt x="199716" y="130752"/>
                    <a:pt x="194322" y="120718"/>
                    <a:pt x="190347" y="115412"/>
                  </a:cubicBezTo>
                  <a:cubicBezTo>
                    <a:pt x="195180" y="112663"/>
                    <a:pt x="200048" y="109266"/>
                    <a:pt x="204846" y="105046"/>
                  </a:cubicBezTo>
                  <a:cubicBezTo>
                    <a:pt x="207035" y="103120"/>
                    <a:pt x="207262" y="99775"/>
                    <a:pt x="205337" y="97586"/>
                  </a:cubicBezTo>
                  <a:cubicBezTo>
                    <a:pt x="203410" y="95397"/>
                    <a:pt x="200066" y="95170"/>
                    <a:pt x="197877" y="97096"/>
                  </a:cubicBezTo>
                  <a:cubicBezTo>
                    <a:pt x="182397" y="110684"/>
                    <a:pt x="164414" y="116638"/>
                    <a:pt x="144469" y="114817"/>
                  </a:cubicBezTo>
                  <a:cubicBezTo>
                    <a:pt x="129322" y="113416"/>
                    <a:pt x="118606" y="107830"/>
                    <a:pt x="118518" y="107778"/>
                  </a:cubicBezTo>
                  <a:cubicBezTo>
                    <a:pt x="116925" y="106937"/>
                    <a:pt x="115033" y="106954"/>
                    <a:pt x="113458" y="107830"/>
                  </a:cubicBezTo>
                  <a:cubicBezTo>
                    <a:pt x="111881" y="108706"/>
                    <a:pt x="110866" y="110317"/>
                    <a:pt x="110761" y="112103"/>
                  </a:cubicBezTo>
                  <a:cubicBezTo>
                    <a:pt x="110025" y="123520"/>
                    <a:pt x="100149" y="132223"/>
                    <a:pt x="88732" y="131487"/>
                  </a:cubicBezTo>
                  <a:cubicBezTo>
                    <a:pt x="77315" y="130752"/>
                    <a:pt x="68612" y="120876"/>
                    <a:pt x="69348" y="109459"/>
                  </a:cubicBezTo>
                  <a:cubicBezTo>
                    <a:pt x="69540" y="106552"/>
                    <a:pt x="67317" y="104030"/>
                    <a:pt x="64410" y="103855"/>
                  </a:cubicBezTo>
                  <a:cubicBezTo>
                    <a:pt x="61503" y="103662"/>
                    <a:pt x="58981" y="105886"/>
                    <a:pt x="58806" y="108793"/>
                  </a:cubicBezTo>
                  <a:cubicBezTo>
                    <a:pt x="58439" y="114677"/>
                    <a:pt x="59752" y="120280"/>
                    <a:pt x="62291" y="125183"/>
                  </a:cubicBezTo>
                  <a:cubicBezTo>
                    <a:pt x="49999" y="129123"/>
                    <a:pt x="42136" y="121208"/>
                    <a:pt x="41716" y="120788"/>
                  </a:cubicBezTo>
                  <a:cubicBezTo>
                    <a:pt x="39737" y="118669"/>
                    <a:pt x="36410" y="118547"/>
                    <a:pt x="34274" y="120525"/>
                  </a:cubicBezTo>
                  <a:cubicBezTo>
                    <a:pt x="32137" y="122504"/>
                    <a:pt x="31998" y="125849"/>
                    <a:pt x="33976" y="127985"/>
                  </a:cubicBezTo>
                  <a:cubicBezTo>
                    <a:pt x="34361" y="128405"/>
                    <a:pt x="37969" y="132188"/>
                    <a:pt x="44202" y="134709"/>
                  </a:cubicBezTo>
                  <a:cubicBezTo>
                    <a:pt x="47162" y="135900"/>
                    <a:pt x="50996" y="136915"/>
                    <a:pt x="55532" y="136915"/>
                  </a:cubicBezTo>
                  <a:cubicBezTo>
                    <a:pt x="59542" y="136915"/>
                    <a:pt x="64077" y="136110"/>
                    <a:pt x="69015" y="133956"/>
                  </a:cubicBezTo>
                  <a:cubicBezTo>
                    <a:pt x="72500" y="137125"/>
                    <a:pt x="76685" y="139524"/>
                    <a:pt x="81360" y="140873"/>
                  </a:cubicBezTo>
                  <a:cubicBezTo>
                    <a:pt x="76230" y="148087"/>
                    <a:pt x="73463" y="156457"/>
                    <a:pt x="73463" y="165230"/>
                  </a:cubicBezTo>
                  <a:cubicBezTo>
                    <a:pt x="73463" y="167437"/>
                    <a:pt x="73655" y="169608"/>
                    <a:pt x="73988" y="171727"/>
                  </a:cubicBezTo>
                  <a:cubicBezTo>
                    <a:pt x="70784" y="172025"/>
                    <a:pt x="67667" y="172217"/>
                    <a:pt x="64672" y="172217"/>
                  </a:cubicBezTo>
                  <a:cubicBezTo>
                    <a:pt x="42119" y="172217"/>
                    <a:pt x="25781" y="163654"/>
                    <a:pt x="17078" y="147089"/>
                  </a:cubicBezTo>
                  <a:cubicBezTo>
                    <a:pt x="7868" y="129561"/>
                    <a:pt x="9706" y="107462"/>
                    <a:pt x="15187" y="95888"/>
                  </a:cubicBezTo>
                  <a:cubicBezTo>
                    <a:pt x="15432" y="96150"/>
                    <a:pt x="15642" y="96413"/>
                    <a:pt x="15905" y="96658"/>
                  </a:cubicBezTo>
                  <a:cubicBezTo>
                    <a:pt x="16938" y="97674"/>
                    <a:pt x="18286" y="98182"/>
                    <a:pt x="19617" y="98182"/>
                  </a:cubicBezTo>
                  <a:cubicBezTo>
                    <a:pt x="20983" y="98182"/>
                    <a:pt x="22332" y="97656"/>
                    <a:pt x="23364" y="96623"/>
                  </a:cubicBezTo>
                  <a:cubicBezTo>
                    <a:pt x="25413" y="94557"/>
                    <a:pt x="25396" y="91212"/>
                    <a:pt x="23329" y="89146"/>
                  </a:cubicBezTo>
                  <a:cubicBezTo>
                    <a:pt x="19389" y="85241"/>
                    <a:pt x="17218" y="80040"/>
                    <a:pt x="17183" y="74507"/>
                  </a:cubicBezTo>
                  <a:cubicBezTo>
                    <a:pt x="17166" y="68956"/>
                    <a:pt x="19285" y="63738"/>
                    <a:pt x="23190" y="59798"/>
                  </a:cubicBezTo>
                  <a:cubicBezTo>
                    <a:pt x="31244" y="51673"/>
                    <a:pt x="44412" y="51603"/>
                    <a:pt x="52538" y="59658"/>
                  </a:cubicBezTo>
                  <a:cubicBezTo>
                    <a:pt x="54604" y="61707"/>
                    <a:pt x="57948" y="61689"/>
                    <a:pt x="60015" y="59623"/>
                  </a:cubicBezTo>
                  <a:cubicBezTo>
                    <a:pt x="62063" y="57557"/>
                    <a:pt x="62046" y="54212"/>
                    <a:pt x="59980" y="52146"/>
                  </a:cubicBezTo>
                  <a:cubicBezTo>
                    <a:pt x="54446" y="46665"/>
                    <a:pt x="47355" y="43688"/>
                    <a:pt x="40140" y="43198"/>
                  </a:cubicBezTo>
                  <a:cubicBezTo>
                    <a:pt x="41260" y="38102"/>
                    <a:pt x="44010" y="30345"/>
                    <a:pt x="50716" y="24531"/>
                  </a:cubicBezTo>
                  <a:cubicBezTo>
                    <a:pt x="56687" y="19366"/>
                    <a:pt x="64760" y="16687"/>
                    <a:pt x="74776" y="16494"/>
                  </a:cubicBezTo>
                  <a:cubicBezTo>
                    <a:pt x="74251" y="17422"/>
                    <a:pt x="73971" y="18017"/>
                    <a:pt x="73936" y="18105"/>
                  </a:cubicBezTo>
                  <a:cubicBezTo>
                    <a:pt x="72728" y="20767"/>
                    <a:pt x="73883" y="23901"/>
                    <a:pt x="76545" y="25109"/>
                  </a:cubicBezTo>
                  <a:cubicBezTo>
                    <a:pt x="77263" y="25442"/>
                    <a:pt x="77998" y="25582"/>
                    <a:pt x="78734" y="25582"/>
                  </a:cubicBezTo>
                  <a:cubicBezTo>
                    <a:pt x="80730" y="25582"/>
                    <a:pt x="82656" y="24444"/>
                    <a:pt x="83549" y="22500"/>
                  </a:cubicBezTo>
                  <a:cubicBezTo>
                    <a:pt x="83584" y="22430"/>
                    <a:pt x="86841" y="15653"/>
                    <a:pt x="94931" y="9490"/>
                  </a:cubicBezTo>
                  <a:cubicBezTo>
                    <a:pt x="97260" y="7721"/>
                    <a:pt x="97698" y="4412"/>
                    <a:pt x="95929" y="2083"/>
                  </a:cubicBezTo>
                  <a:cubicBezTo>
                    <a:pt x="94161" y="-246"/>
                    <a:pt x="90851" y="-684"/>
                    <a:pt x="88522" y="1084"/>
                  </a:cubicBezTo>
                  <a:cubicBezTo>
                    <a:pt x="86298" y="2765"/>
                    <a:pt x="84390" y="4499"/>
                    <a:pt x="82726" y="6180"/>
                  </a:cubicBezTo>
                  <a:cubicBezTo>
                    <a:pt x="66441" y="4797"/>
                    <a:pt x="53343" y="8264"/>
                    <a:pt x="43800" y="16546"/>
                  </a:cubicBezTo>
                  <a:cubicBezTo>
                    <a:pt x="33258" y="25687"/>
                    <a:pt x="30124" y="38120"/>
                    <a:pt x="29196" y="44354"/>
                  </a:cubicBezTo>
                  <a:cubicBezTo>
                    <a:pt x="24240" y="45790"/>
                    <a:pt x="19582" y="48451"/>
                    <a:pt x="15695" y="52356"/>
                  </a:cubicBezTo>
                  <a:cubicBezTo>
                    <a:pt x="9811" y="58292"/>
                    <a:pt x="6589" y="66172"/>
                    <a:pt x="6624" y="74542"/>
                  </a:cubicBezTo>
                  <a:cubicBezTo>
                    <a:pt x="6642" y="78499"/>
                    <a:pt x="7412" y="82317"/>
                    <a:pt x="8813" y="85889"/>
                  </a:cubicBezTo>
                  <a:cubicBezTo>
                    <a:pt x="4120" y="92438"/>
                    <a:pt x="933" y="102612"/>
                    <a:pt x="180" y="113784"/>
                  </a:cubicBezTo>
                  <a:cubicBezTo>
                    <a:pt x="-748" y="127407"/>
                    <a:pt x="1931" y="140978"/>
                    <a:pt x="7710" y="151992"/>
                  </a:cubicBezTo>
                  <a:cubicBezTo>
                    <a:pt x="13401" y="162814"/>
                    <a:pt x="21789" y="170956"/>
                    <a:pt x="32663" y="176175"/>
                  </a:cubicBezTo>
                  <a:cubicBezTo>
                    <a:pt x="41786" y="180552"/>
                    <a:pt x="52485" y="182759"/>
                    <a:pt x="64602" y="182759"/>
                  </a:cubicBezTo>
                  <a:cubicBezTo>
                    <a:pt x="68595" y="182759"/>
                    <a:pt x="72763" y="182513"/>
                    <a:pt x="77070" y="182023"/>
                  </a:cubicBezTo>
                  <a:cubicBezTo>
                    <a:pt x="84565" y="198763"/>
                    <a:pt x="102864" y="210618"/>
                    <a:pt x="124209" y="210618"/>
                  </a:cubicBezTo>
                  <a:cubicBezTo>
                    <a:pt x="137780" y="210618"/>
                    <a:pt x="150825" y="205715"/>
                    <a:pt x="160334" y="197100"/>
                  </a:cubicBezTo>
                  <a:cubicBezTo>
                    <a:pt x="163923" y="198273"/>
                    <a:pt x="170227" y="200007"/>
                    <a:pt x="178475" y="200970"/>
                  </a:cubicBezTo>
                  <a:cubicBezTo>
                    <a:pt x="180769" y="207186"/>
                    <a:pt x="187791" y="219286"/>
                    <a:pt x="208471" y="224714"/>
                  </a:cubicBezTo>
                  <a:cubicBezTo>
                    <a:pt x="233336" y="231228"/>
                    <a:pt x="251285" y="245517"/>
                    <a:pt x="254209" y="261137"/>
                  </a:cubicBezTo>
                  <a:cubicBezTo>
                    <a:pt x="254682" y="263676"/>
                    <a:pt x="256906" y="265444"/>
                    <a:pt x="259392" y="265444"/>
                  </a:cubicBezTo>
                  <a:cubicBezTo>
                    <a:pt x="259707" y="265444"/>
                    <a:pt x="260040" y="265409"/>
                    <a:pt x="260373" y="265357"/>
                  </a:cubicBezTo>
                  <a:cubicBezTo>
                    <a:pt x="263244" y="264814"/>
                    <a:pt x="265136" y="262065"/>
                    <a:pt x="264593" y="259193"/>
                  </a:cubicBezTo>
                  <a:cubicBezTo>
                    <a:pt x="260881" y="239634"/>
                    <a:pt x="239903" y="222088"/>
                    <a:pt x="211115" y="214558"/>
                  </a:cubicBezTo>
                  <a:close/>
                </a:path>
              </a:pathLst>
            </a:custGeom>
            <a:grpFill/>
            <a:ln w="174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7E0CD33-6CEF-4442-B47A-98E195671FDB}"/>
                </a:ext>
              </a:extLst>
            </p:cNvPr>
            <p:cNvSpPr/>
            <p:nvPr/>
          </p:nvSpPr>
          <p:spPr>
            <a:xfrm>
              <a:off x="6800405" y="4656788"/>
              <a:ext cx="241193" cy="205100"/>
            </a:xfrm>
            <a:custGeom>
              <a:avLst/>
              <a:gdLst>
                <a:gd name="connsiteX0" fmla="*/ 212546 w 241193"/>
                <a:gd name="connsiteY0" fmla="*/ 127440 h 205100"/>
                <a:gd name="connsiteX1" fmla="*/ 222387 w 241193"/>
                <a:gd name="connsiteY1" fmla="*/ 124954 h 205100"/>
                <a:gd name="connsiteX2" fmla="*/ 240441 w 241193"/>
                <a:gd name="connsiteY2" fmla="*/ 94766 h 205100"/>
                <a:gd name="connsiteX3" fmla="*/ 210252 w 241193"/>
                <a:gd name="connsiteY3" fmla="*/ 76712 h 205100"/>
                <a:gd name="connsiteX4" fmla="*/ 200411 w 241193"/>
                <a:gd name="connsiteY4" fmla="*/ 79198 h 205100"/>
                <a:gd name="connsiteX5" fmla="*/ 185439 w 241193"/>
                <a:gd name="connsiteY5" fmla="*/ 73858 h 205100"/>
                <a:gd name="connsiteX6" fmla="*/ 184634 w 241193"/>
                <a:gd name="connsiteY6" fmla="*/ 57993 h 205100"/>
                <a:gd name="connsiteX7" fmla="*/ 189852 w 241193"/>
                <a:gd name="connsiteY7" fmla="*/ 49273 h 205100"/>
                <a:gd name="connsiteX8" fmla="*/ 192619 w 241193"/>
                <a:gd name="connsiteY8" fmla="*/ 30449 h 205100"/>
                <a:gd name="connsiteX9" fmla="*/ 181254 w 241193"/>
                <a:gd name="connsiteY9" fmla="*/ 15179 h 205100"/>
                <a:gd name="connsiteX10" fmla="*/ 162413 w 241193"/>
                <a:gd name="connsiteY10" fmla="*/ 12412 h 205100"/>
                <a:gd name="connsiteX11" fmla="*/ 147143 w 241193"/>
                <a:gd name="connsiteY11" fmla="*/ 23777 h 205100"/>
                <a:gd name="connsiteX12" fmla="*/ 141925 w 241193"/>
                <a:gd name="connsiteY12" fmla="*/ 32497 h 205100"/>
                <a:gd name="connsiteX13" fmla="*/ 127566 w 241193"/>
                <a:gd name="connsiteY13" fmla="*/ 39309 h 205100"/>
                <a:gd name="connsiteX14" fmla="*/ 115781 w 241193"/>
                <a:gd name="connsiteY14" fmla="*/ 28645 h 205100"/>
                <a:gd name="connsiteX15" fmla="*/ 113295 w 241193"/>
                <a:gd name="connsiteY15" fmla="*/ 18804 h 205100"/>
                <a:gd name="connsiteX16" fmla="*/ 101930 w 241193"/>
                <a:gd name="connsiteY16" fmla="*/ 3535 h 205100"/>
                <a:gd name="connsiteX17" fmla="*/ 83106 w 241193"/>
                <a:gd name="connsiteY17" fmla="*/ 768 h 205100"/>
                <a:gd name="connsiteX18" fmla="*/ 67837 w 241193"/>
                <a:gd name="connsiteY18" fmla="*/ 12132 h 205100"/>
                <a:gd name="connsiteX19" fmla="*/ 65070 w 241193"/>
                <a:gd name="connsiteY19" fmla="*/ 30974 h 205100"/>
                <a:gd name="connsiteX20" fmla="*/ 67557 w 241193"/>
                <a:gd name="connsiteY20" fmla="*/ 40815 h 205100"/>
                <a:gd name="connsiteX21" fmla="*/ 62216 w 241193"/>
                <a:gd name="connsiteY21" fmla="*/ 55787 h 205100"/>
                <a:gd name="connsiteX22" fmla="*/ 46351 w 241193"/>
                <a:gd name="connsiteY22" fmla="*/ 56592 h 205100"/>
                <a:gd name="connsiteX23" fmla="*/ 37631 w 241193"/>
                <a:gd name="connsiteY23" fmla="*/ 51374 h 205100"/>
                <a:gd name="connsiteX24" fmla="*/ 3520 w 241193"/>
                <a:gd name="connsiteY24" fmla="*/ 59954 h 205100"/>
                <a:gd name="connsiteX25" fmla="*/ 12100 w 241193"/>
                <a:gd name="connsiteY25" fmla="*/ 94065 h 205100"/>
                <a:gd name="connsiteX26" fmla="*/ 20820 w 241193"/>
                <a:gd name="connsiteY26" fmla="*/ 99283 h 205100"/>
                <a:gd name="connsiteX27" fmla="*/ 28070 w 241193"/>
                <a:gd name="connsiteY27" fmla="*/ 97462 h 205100"/>
                <a:gd name="connsiteX28" fmla="*/ 26249 w 241193"/>
                <a:gd name="connsiteY28" fmla="*/ 90213 h 205100"/>
                <a:gd name="connsiteX29" fmla="*/ 17529 w 241193"/>
                <a:gd name="connsiteY29" fmla="*/ 84994 h 205100"/>
                <a:gd name="connsiteX30" fmla="*/ 12590 w 241193"/>
                <a:gd name="connsiteY30" fmla="*/ 65382 h 205100"/>
                <a:gd name="connsiteX31" fmla="*/ 32202 w 241193"/>
                <a:gd name="connsiteY31" fmla="*/ 60444 h 205100"/>
                <a:gd name="connsiteX32" fmla="*/ 40923 w 241193"/>
                <a:gd name="connsiteY32" fmla="*/ 65663 h 205100"/>
                <a:gd name="connsiteX33" fmla="*/ 68520 w 241193"/>
                <a:gd name="connsiteY33" fmla="*/ 64279 h 205100"/>
                <a:gd name="connsiteX34" fmla="*/ 77800 w 241193"/>
                <a:gd name="connsiteY34" fmla="*/ 38241 h 205100"/>
                <a:gd name="connsiteX35" fmla="*/ 75314 w 241193"/>
                <a:gd name="connsiteY35" fmla="*/ 28400 h 205100"/>
                <a:gd name="connsiteX36" fmla="*/ 76907 w 241193"/>
                <a:gd name="connsiteY36" fmla="*/ 17560 h 205100"/>
                <a:gd name="connsiteX37" fmla="*/ 85698 w 241193"/>
                <a:gd name="connsiteY37" fmla="*/ 11029 h 205100"/>
                <a:gd name="connsiteX38" fmla="*/ 96537 w 241193"/>
                <a:gd name="connsiteY38" fmla="*/ 12623 h 205100"/>
                <a:gd name="connsiteX39" fmla="*/ 103068 w 241193"/>
                <a:gd name="connsiteY39" fmla="*/ 21413 h 205100"/>
                <a:gd name="connsiteX40" fmla="*/ 105555 w 241193"/>
                <a:gd name="connsiteY40" fmla="*/ 31254 h 205100"/>
                <a:gd name="connsiteX41" fmla="*/ 126060 w 241193"/>
                <a:gd name="connsiteY41" fmla="*/ 49798 h 205100"/>
                <a:gd name="connsiteX42" fmla="*/ 151031 w 241193"/>
                <a:gd name="connsiteY42" fmla="*/ 37961 h 205100"/>
                <a:gd name="connsiteX43" fmla="*/ 156249 w 241193"/>
                <a:gd name="connsiteY43" fmla="*/ 29240 h 205100"/>
                <a:gd name="connsiteX44" fmla="*/ 165039 w 241193"/>
                <a:gd name="connsiteY44" fmla="*/ 22709 h 205100"/>
                <a:gd name="connsiteX45" fmla="*/ 175878 w 241193"/>
                <a:gd name="connsiteY45" fmla="*/ 24302 h 205100"/>
                <a:gd name="connsiteX46" fmla="*/ 182410 w 241193"/>
                <a:gd name="connsiteY46" fmla="*/ 33093 h 205100"/>
                <a:gd name="connsiteX47" fmla="*/ 180816 w 241193"/>
                <a:gd name="connsiteY47" fmla="*/ 43914 h 205100"/>
                <a:gd name="connsiteX48" fmla="*/ 175598 w 241193"/>
                <a:gd name="connsiteY48" fmla="*/ 52635 h 205100"/>
                <a:gd name="connsiteX49" fmla="*/ 176982 w 241193"/>
                <a:gd name="connsiteY49" fmla="*/ 80232 h 205100"/>
                <a:gd name="connsiteX50" fmla="*/ 203020 w 241193"/>
                <a:gd name="connsiteY50" fmla="*/ 89512 h 205100"/>
                <a:gd name="connsiteX51" fmla="*/ 212861 w 241193"/>
                <a:gd name="connsiteY51" fmla="*/ 87026 h 205100"/>
                <a:gd name="connsiteX52" fmla="*/ 230232 w 241193"/>
                <a:gd name="connsiteY52" fmla="*/ 97410 h 205100"/>
                <a:gd name="connsiteX53" fmla="*/ 219848 w 241193"/>
                <a:gd name="connsiteY53" fmla="*/ 114780 h 205100"/>
                <a:gd name="connsiteX54" fmla="*/ 210007 w 241193"/>
                <a:gd name="connsiteY54" fmla="*/ 117267 h 205100"/>
                <a:gd name="connsiteX55" fmla="*/ 191463 w 241193"/>
                <a:gd name="connsiteY55" fmla="*/ 137772 h 205100"/>
                <a:gd name="connsiteX56" fmla="*/ 203300 w 241193"/>
                <a:gd name="connsiteY56" fmla="*/ 162742 h 205100"/>
                <a:gd name="connsiteX57" fmla="*/ 212021 w 241193"/>
                <a:gd name="connsiteY57" fmla="*/ 167960 h 205100"/>
                <a:gd name="connsiteX58" fmla="*/ 216958 w 241193"/>
                <a:gd name="connsiteY58" fmla="*/ 187573 h 205100"/>
                <a:gd name="connsiteX59" fmla="*/ 197346 w 241193"/>
                <a:gd name="connsiteY59" fmla="*/ 192510 h 205100"/>
                <a:gd name="connsiteX60" fmla="*/ 188626 w 241193"/>
                <a:gd name="connsiteY60" fmla="*/ 187292 h 205100"/>
                <a:gd name="connsiteX61" fmla="*/ 158332 w 241193"/>
                <a:gd name="connsiteY61" fmla="*/ 190164 h 205100"/>
                <a:gd name="connsiteX62" fmla="*/ 156914 w 241193"/>
                <a:gd name="connsiteY62" fmla="*/ 197501 h 205100"/>
                <a:gd name="connsiteX63" fmla="*/ 164251 w 241193"/>
                <a:gd name="connsiteY63" fmla="*/ 198919 h 205100"/>
                <a:gd name="connsiteX64" fmla="*/ 183215 w 241193"/>
                <a:gd name="connsiteY64" fmla="*/ 196363 h 205100"/>
                <a:gd name="connsiteX65" fmla="*/ 191935 w 241193"/>
                <a:gd name="connsiteY65" fmla="*/ 201581 h 205100"/>
                <a:gd name="connsiteX66" fmla="*/ 204648 w 241193"/>
                <a:gd name="connsiteY66" fmla="*/ 205101 h 205100"/>
                <a:gd name="connsiteX67" fmla="*/ 226029 w 241193"/>
                <a:gd name="connsiteY67" fmla="*/ 193001 h 205100"/>
                <a:gd name="connsiteX68" fmla="*/ 217449 w 241193"/>
                <a:gd name="connsiteY68" fmla="*/ 158890 h 205100"/>
                <a:gd name="connsiteX69" fmla="*/ 208728 w 241193"/>
                <a:gd name="connsiteY69" fmla="*/ 153672 h 205100"/>
                <a:gd name="connsiteX70" fmla="*/ 201917 w 241193"/>
                <a:gd name="connsiteY70" fmla="*/ 139313 h 205100"/>
                <a:gd name="connsiteX71" fmla="*/ 212546 w 241193"/>
                <a:gd name="connsiteY71" fmla="*/ 127440 h 20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41193" h="205100">
                  <a:moveTo>
                    <a:pt x="212546" y="127440"/>
                  </a:moveTo>
                  <a:lnTo>
                    <a:pt x="222387" y="124954"/>
                  </a:lnTo>
                  <a:cubicBezTo>
                    <a:pt x="235678" y="121609"/>
                    <a:pt x="243785" y="108056"/>
                    <a:pt x="240441" y="94766"/>
                  </a:cubicBezTo>
                  <a:cubicBezTo>
                    <a:pt x="237096" y="81475"/>
                    <a:pt x="223542" y="73367"/>
                    <a:pt x="210252" y="76712"/>
                  </a:cubicBezTo>
                  <a:lnTo>
                    <a:pt x="200411" y="79198"/>
                  </a:lnTo>
                  <a:cubicBezTo>
                    <a:pt x="193582" y="80914"/>
                    <a:pt x="188188" y="77570"/>
                    <a:pt x="185439" y="73858"/>
                  </a:cubicBezTo>
                  <a:cubicBezTo>
                    <a:pt x="182690" y="70145"/>
                    <a:pt x="181026" y="64034"/>
                    <a:pt x="184634" y="57993"/>
                  </a:cubicBezTo>
                  <a:lnTo>
                    <a:pt x="189852" y="49273"/>
                  </a:lnTo>
                  <a:cubicBezTo>
                    <a:pt x="193266" y="43564"/>
                    <a:pt x="194247" y="36875"/>
                    <a:pt x="192619" y="30449"/>
                  </a:cubicBezTo>
                  <a:cubicBezTo>
                    <a:pt x="190990" y="24004"/>
                    <a:pt x="186963" y="18576"/>
                    <a:pt x="181254" y="15179"/>
                  </a:cubicBezTo>
                  <a:cubicBezTo>
                    <a:pt x="175546" y="11764"/>
                    <a:pt x="168856" y="10784"/>
                    <a:pt x="162413" y="12412"/>
                  </a:cubicBezTo>
                  <a:cubicBezTo>
                    <a:pt x="155969" y="14041"/>
                    <a:pt x="150540" y="18068"/>
                    <a:pt x="147143" y="23777"/>
                  </a:cubicBezTo>
                  <a:lnTo>
                    <a:pt x="141925" y="32497"/>
                  </a:lnTo>
                  <a:cubicBezTo>
                    <a:pt x="138318" y="38539"/>
                    <a:pt x="132136" y="39992"/>
                    <a:pt x="127566" y="39309"/>
                  </a:cubicBezTo>
                  <a:cubicBezTo>
                    <a:pt x="122996" y="38643"/>
                    <a:pt x="117498" y="35474"/>
                    <a:pt x="115781" y="28645"/>
                  </a:cubicBezTo>
                  <a:lnTo>
                    <a:pt x="113295" y="18804"/>
                  </a:lnTo>
                  <a:cubicBezTo>
                    <a:pt x="111666" y="12360"/>
                    <a:pt x="107639" y="6932"/>
                    <a:pt x="101930" y="3535"/>
                  </a:cubicBezTo>
                  <a:cubicBezTo>
                    <a:pt x="96222" y="120"/>
                    <a:pt x="89533" y="-861"/>
                    <a:pt x="83106" y="768"/>
                  </a:cubicBezTo>
                  <a:cubicBezTo>
                    <a:pt x="76662" y="2396"/>
                    <a:pt x="71234" y="6424"/>
                    <a:pt x="67837" y="12132"/>
                  </a:cubicBezTo>
                  <a:cubicBezTo>
                    <a:pt x="64422" y="17841"/>
                    <a:pt x="63442" y="24530"/>
                    <a:pt x="65070" y="30974"/>
                  </a:cubicBezTo>
                  <a:lnTo>
                    <a:pt x="67557" y="40815"/>
                  </a:lnTo>
                  <a:cubicBezTo>
                    <a:pt x="69273" y="47644"/>
                    <a:pt x="65928" y="53020"/>
                    <a:pt x="62216" y="55787"/>
                  </a:cubicBezTo>
                  <a:cubicBezTo>
                    <a:pt x="58504" y="58553"/>
                    <a:pt x="52392" y="60199"/>
                    <a:pt x="46351" y="56592"/>
                  </a:cubicBezTo>
                  <a:lnTo>
                    <a:pt x="37631" y="51374"/>
                  </a:lnTo>
                  <a:cubicBezTo>
                    <a:pt x="25864" y="44334"/>
                    <a:pt x="10559" y="48187"/>
                    <a:pt x="3520" y="59954"/>
                  </a:cubicBezTo>
                  <a:cubicBezTo>
                    <a:pt x="-3519" y="71721"/>
                    <a:pt x="333" y="87026"/>
                    <a:pt x="12100" y="94065"/>
                  </a:cubicBezTo>
                  <a:lnTo>
                    <a:pt x="20820" y="99283"/>
                  </a:lnTo>
                  <a:cubicBezTo>
                    <a:pt x="23325" y="100772"/>
                    <a:pt x="26564" y="99966"/>
                    <a:pt x="28070" y="97462"/>
                  </a:cubicBezTo>
                  <a:cubicBezTo>
                    <a:pt x="29576" y="94958"/>
                    <a:pt x="28753" y="91719"/>
                    <a:pt x="26249" y="90213"/>
                  </a:cubicBezTo>
                  <a:lnTo>
                    <a:pt x="17529" y="84994"/>
                  </a:lnTo>
                  <a:cubicBezTo>
                    <a:pt x="10752" y="80950"/>
                    <a:pt x="8545" y="72142"/>
                    <a:pt x="12590" y="65382"/>
                  </a:cubicBezTo>
                  <a:cubicBezTo>
                    <a:pt x="16636" y="58606"/>
                    <a:pt x="25443" y="56399"/>
                    <a:pt x="32202" y="60444"/>
                  </a:cubicBezTo>
                  <a:lnTo>
                    <a:pt x="40923" y="65663"/>
                  </a:lnTo>
                  <a:cubicBezTo>
                    <a:pt x="49713" y="70916"/>
                    <a:pt x="60290" y="70390"/>
                    <a:pt x="68520" y="64279"/>
                  </a:cubicBezTo>
                  <a:cubicBezTo>
                    <a:pt x="76750" y="58168"/>
                    <a:pt x="80304" y="48187"/>
                    <a:pt x="77800" y="38241"/>
                  </a:cubicBezTo>
                  <a:lnTo>
                    <a:pt x="75314" y="28400"/>
                  </a:lnTo>
                  <a:cubicBezTo>
                    <a:pt x="74386" y="24687"/>
                    <a:pt x="74946" y="20852"/>
                    <a:pt x="76907" y="17560"/>
                  </a:cubicBezTo>
                  <a:cubicBezTo>
                    <a:pt x="78869" y="14269"/>
                    <a:pt x="81986" y="11957"/>
                    <a:pt x="85698" y="11029"/>
                  </a:cubicBezTo>
                  <a:cubicBezTo>
                    <a:pt x="89410" y="10101"/>
                    <a:pt x="93245" y="10661"/>
                    <a:pt x="96537" y="12623"/>
                  </a:cubicBezTo>
                  <a:cubicBezTo>
                    <a:pt x="99812" y="14584"/>
                    <a:pt x="102141" y="17701"/>
                    <a:pt x="103068" y="21413"/>
                  </a:cubicBezTo>
                  <a:lnTo>
                    <a:pt x="105555" y="31254"/>
                  </a:lnTo>
                  <a:cubicBezTo>
                    <a:pt x="108059" y="41200"/>
                    <a:pt x="115904" y="48292"/>
                    <a:pt x="126060" y="49798"/>
                  </a:cubicBezTo>
                  <a:cubicBezTo>
                    <a:pt x="136217" y="51304"/>
                    <a:pt x="145777" y="46751"/>
                    <a:pt x="151031" y="37961"/>
                  </a:cubicBezTo>
                  <a:lnTo>
                    <a:pt x="156249" y="29240"/>
                  </a:lnTo>
                  <a:cubicBezTo>
                    <a:pt x="158210" y="25966"/>
                    <a:pt x="161327" y="23637"/>
                    <a:pt x="165039" y="22709"/>
                  </a:cubicBezTo>
                  <a:cubicBezTo>
                    <a:pt x="168751" y="21781"/>
                    <a:pt x="172586" y="22341"/>
                    <a:pt x="175878" y="24302"/>
                  </a:cubicBezTo>
                  <a:cubicBezTo>
                    <a:pt x="179153" y="26263"/>
                    <a:pt x="181482" y="29380"/>
                    <a:pt x="182410" y="33093"/>
                  </a:cubicBezTo>
                  <a:cubicBezTo>
                    <a:pt x="183338" y="36805"/>
                    <a:pt x="182777" y="40640"/>
                    <a:pt x="180816" y="43914"/>
                  </a:cubicBezTo>
                  <a:lnTo>
                    <a:pt x="175598" y="52635"/>
                  </a:lnTo>
                  <a:cubicBezTo>
                    <a:pt x="170345" y="61425"/>
                    <a:pt x="170870" y="72002"/>
                    <a:pt x="176982" y="80232"/>
                  </a:cubicBezTo>
                  <a:cubicBezTo>
                    <a:pt x="183093" y="88462"/>
                    <a:pt x="193074" y="92016"/>
                    <a:pt x="203020" y="89512"/>
                  </a:cubicBezTo>
                  <a:lnTo>
                    <a:pt x="212861" y="87026"/>
                  </a:lnTo>
                  <a:cubicBezTo>
                    <a:pt x="220513" y="85100"/>
                    <a:pt x="228305" y="89757"/>
                    <a:pt x="230232" y="97410"/>
                  </a:cubicBezTo>
                  <a:cubicBezTo>
                    <a:pt x="232158" y="105062"/>
                    <a:pt x="227500" y="112854"/>
                    <a:pt x="219848" y="114780"/>
                  </a:cubicBezTo>
                  <a:lnTo>
                    <a:pt x="210007" y="117267"/>
                  </a:lnTo>
                  <a:cubicBezTo>
                    <a:pt x="200061" y="119771"/>
                    <a:pt x="192969" y="127616"/>
                    <a:pt x="191463" y="137772"/>
                  </a:cubicBezTo>
                  <a:cubicBezTo>
                    <a:pt x="189974" y="147911"/>
                    <a:pt x="194510" y="157489"/>
                    <a:pt x="203300" y="162742"/>
                  </a:cubicBezTo>
                  <a:lnTo>
                    <a:pt x="212021" y="167960"/>
                  </a:lnTo>
                  <a:cubicBezTo>
                    <a:pt x="218797" y="172005"/>
                    <a:pt x="221003" y="180813"/>
                    <a:pt x="216958" y="187573"/>
                  </a:cubicBezTo>
                  <a:cubicBezTo>
                    <a:pt x="212914" y="194349"/>
                    <a:pt x="204106" y="196556"/>
                    <a:pt x="197346" y="192510"/>
                  </a:cubicBezTo>
                  <a:lnTo>
                    <a:pt x="188626" y="187292"/>
                  </a:lnTo>
                  <a:cubicBezTo>
                    <a:pt x="179328" y="181724"/>
                    <a:pt x="169417" y="182669"/>
                    <a:pt x="158332" y="190164"/>
                  </a:cubicBezTo>
                  <a:cubicBezTo>
                    <a:pt x="155916" y="191792"/>
                    <a:pt x="155286" y="195085"/>
                    <a:pt x="156914" y="197501"/>
                  </a:cubicBezTo>
                  <a:cubicBezTo>
                    <a:pt x="158543" y="199917"/>
                    <a:pt x="161835" y="200548"/>
                    <a:pt x="164251" y="198919"/>
                  </a:cubicBezTo>
                  <a:cubicBezTo>
                    <a:pt x="173917" y="192388"/>
                    <a:pt x="179451" y="194122"/>
                    <a:pt x="183215" y="196363"/>
                  </a:cubicBezTo>
                  <a:lnTo>
                    <a:pt x="191935" y="201581"/>
                  </a:lnTo>
                  <a:cubicBezTo>
                    <a:pt x="195928" y="203963"/>
                    <a:pt x="200323" y="205101"/>
                    <a:pt x="204648" y="205101"/>
                  </a:cubicBezTo>
                  <a:cubicBezTo>
                    <a:pt x="213124" y="205101"/>
                    <a:pt x="221389" y="200776"/>
                    <a:pt x="226029" y="193001"/>
                  </a:cubicBezTo>
                  <a:cubicBezTo>
                    <a:pt x="233069" y="181234"/>
                    <a:pt x="229216" y="165929"/>
                    <a:pt x="217449" y="158890"/>
                  </a:cubicBezTo>
                  <a:lnTo>
                    <a:pt x="208728" y="153672"/>
                  </a:lnTo>
                  <a:cubicBezTo>
                    <a:pt x="202687" y="150064"/>
                    <a:pt x="201251" y="143883"/>
                    <a:pt x="201917" y="139313"/>
                  </a:cubicBezTo>
                  <a:cubicBezTo>
                    <a:pt x="202547" y="134655"/>
                    <a:pt x="205699" y="129157"/>
                    <a:pt x="212546" y="127440"/>
                  </a:cubicBezTo>
                  <a:close/>
                </a:path>
              </a:pathLst>
            </a:custGeom>
            <a:grpFill/>
            <a:ln w="174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F52B6D0-5096-4E51-A52B-73D818FC4B1F}"/>
                </a:ext>
              </a:extLst>
            </p:cNvPr>
            <p:cNvSpPr/>
            <p:nvPr/>
          </p:nvSpPr>
          <p:spPr>
            <a:xfrm>
              <a:off x="6855393" y="4739331"/>
              <a:ext cx="108002" cy="101877"/>
            </a:xfrm>
            <a:custGeom>
              <a:avLst/>
              <a:gdLst>
                <a:gd name="connsiteX0" fmla="*/ 108003 w 108002"/>
                <a:gd name="connsiteY0" fmla="*/ 44390 h 101877"/>
                <a:gd name="connsiteX1" fmla="*/ 63613 w 108002"/>
                <a:gd name="connsiteY1" fmla="*/ 0 h 101877"/>
                <a:gd name="connsiteX2" fmla="*/ 24196 w 108002"/>
                <a:gd name="connsiteY2" fmla="*/ 23955 h 101877"/>
                <a:gd name="connsiteX3" fmla="*/ 4181 w 108002"/>
                <a:gd name="connsiteY3" fmla="*/ 22081 h 101877"/>
                <a:gd name="connsiteX4" fmla="*/ 119 w 108002"/>
                <a:gd name="connsiteY4" fmla="*/ 28350 h 101877"/>
                <a:gd name="connsiteX5" fmla="*/ 6388 w 108002"/>
                <a:gd name="connsiteY5" fmla="*/ 32412 h 101877"/>
                <a:gd name="connsiteX6" fmla="*/ 32286 w 108002"/>
                <a:gd name="connsiteY6" fmla="*/ 47244 h 101877"/>
                <a:gd name="connsiteX7" fmla="*/ 37609 w 108002"/>
                <a:gd name="connsiteY7" fmla="*/ 50799 h 101877"/>
                <a:gd name="connsiteX8" fmla="*/ 75153 w 108002"/>
                <a:gd name="connsiteY8" fmla="*/ 63354 h 101877"/>
                <a:gd name="connsiteX9" fmla="*/ 86307 w 108002"/>
                <a:gd name="connsiteY9" fmla="*/ 96414 h 101877"/>
                <a:gd name="connsiteX10" fmla="*/ 91403 w 108002"/>
                <a:gd name="connsiteY10" fmla="*/ 101877 h 101877"/>
                <a:gd name="connsiteX11" fmla="*/ 91595 w 108002"/>
                <a:gd name="connsiteY11" fmla="*/ 101877 h 101877"/>
                <a:gd name="connsiteX12" fmla="*/ 96866 w 108002"/>
                <a:gd name="connsiteY12" fmla="*/ 96782 h 101877"/>
                <a:gd name="connsiteX13" fmla="*/ 94572 w 108002"/>
                <a:gd name="connsiteY13" fmla="*/ 76189 h 101877"/>
                <a:gd name="connsiteX14" fmla="*/ 108003 w 108002"/>
                <a:gd name="connsiteY14" fmla="*/ 44390 h 101877"/>
                <a:gd name="connsiteX15" fmla="*/ 82507 w 108002"/>
                <a:gd name="connsiteY15" fmla="*/ 55789 h 101877"/>
                <a:gd name="connsiteX16" fmla="*/ 40831 w 108002"/>
                <a:gd name="connsiteY16" fmla="*/ 40222 h 101877"/>
                <a:gd name="connsiteX17" fmla="*/ 33196 w 108002"/>
                <a:gd name="connsiteY17" fmla="*/ 29611 h 101877"/>
                <a:gd name="connsiteX18" fmla="*/ 63595 w 108002"/>
                <a:gd name="connsiteY18" fmla="*/ 10594 h 101877"/>
                <a:gd name="connsiteX19" fmla="*/ 97426 w 108002"/>
                <a:gd name="connsiteY19" fmla="*/ 44425 h 101877"/>
                <a:gd name="connsiteX20" fmla="*/ 90019 w 108002"/>
                <a:gd name="connsiteY20" fmla="*/ 65473 h 101877"/>
                <a:gd name="connsiteX21" fmla="*/ 82507 w 108002"/>
                <a:gd name="connsiteY21" fmla="*/ 55789 h 10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002" h="101877">
                  <a:moveTo>
                    <a:pt x="108003" y="44390"/>
                  </a:moveTo>
                  <a:cubicBezTo>
                    <a:pt x="108003" y="19910"/>
                    <a:pt x="88093" y="0"/>
                    <a:pt x="63613" y="0"/>
                  </a:cubicBezTo>
                  <a:cubicBezTo>
                    <a:pt x="46907" y="0"/>
                    <a:pt x="31796" y="9298"/>
                    <a:pt x="24196" y="23955"/>
                  </a:cubicBezTo>
                  <a:cubicBezTo>
                    <a:pt x="16807" y="20960"/>
                    <a:pt x="9137" y="21013"/>
                    <a:pt x="4181" y="22081"/>
                  </a:cubicBezTo>
                  <a:cubicBezTo>
                    <a:pt x="1327" y="22694"/>
                    <a:pt x="-494" y="25496"/>
                    <a:pt x="119" y="28350"/>
                  </a:cubicBezTo>
                  <a:cubicBezTo>
                    <a:pt x="732" y="31204"/>
                    <a:pt x="3533" y="33025"/>
                    <a:pt x="6388" y="32412"/>
                  </a:cubicBezTo>
                  <a:cubicBezTo>
                    <a:pt x="7176" y="32237"/>
                    <a:pt x="25824" y="28490"/>
                    <a:pt x="32286" y="47244"/>
                  </a:cubicBezTo>
                  <a:cubicBezTo>
                    <a:pt x="33057" y="49485"/>
                    <a:pt x="35245" y="50939"/>
                    <a:pt x="37609" y="50799"/>
                  </a:cubicBezTo>
                  <a:cubicBezTo>
                    <a:pt x="37837" y="50781"/>
                    <a:pt x="60916" y="49520"/>
                    <a:pt x="75153" y="63354"/>
                  </a:cubicBezTo>
                  <a:cubicBezTo>
                    <a:pt x="83050" y="71041"/>
                    <a:pt x="86815" y="82160"/>
                    <a:pt x="86307" y="96414"/>
                  </a:cubicBezTo>
                  <a:cubicBezTo>
                    <a:pt x="86201" y="99338"/>
                    <a:pt x="88496" y="101773"/>
                    <a:pt x="91403" y="101877"/>
                  </a:cubicBezTo>
                  <a:cubicBezTo>
                    <a:pt x="91472" y="101877"/>
                    <a:pt x="91525" y="101877"/>
                    <a:pt x="91595" y="101877"/>
                  </a:cubicBezTo>
                  <a:cubicBezTo>
                    <a:pt x="94432" y="101877"/>
                    <a:pt x="96778" y="99636"/>
                    <a:pt x="96866" y="96782"/>
                  </a:cubicBezTo>
                  <a:cubicBezTo>
                    <a:pt x="97128" y="89235"/>
                    <a:pt x="96358" y="82353"/>
                    <a:pt x="94572" y="76189"/>
                  </a:cubicBezTo>
                  <a:cubicBezTo>
                    <a:pt x="103135" y="67854"/>
                    <a:pt x="108003" y="56402"/>
                    <a:pt x="108003" y="44390"/>
                  </a:cubicBezTo>
                  <a:close/>
                  <a:moveTo>
                    <a:pt x="82507" y="55789"/>
                  </a:moveTo>
                  <a:cubicBezTo>
                    <a:pt x="68691" y="42358"/>
                    <a:pt x="49114" y="40397"/>
                    <a:pt x="40831" y="40222"/>
                  </a:cubicBezTo>
                  <a:cubicBezTo>
                    <a:pt x="38800" y="35757"/>
                    <a:pt x="36156" y="32290"/>
                    <a:pt x="33196" y="29611"/>
                  </a:cubicBezTo>
                  <a:cubicBezTo>
                    <a:pt x="38853" y="18001"/>
                    <a:pt x="50585" y="10594"/>
                    <a:pt x="63595" y="10594"/>
                  </a:cubicBezTo>
                  <a:cubicBezTo>
                    <a:pt x="82244" y="10594"/>
                    <a:pt x="97426" y="25758"/>
                    <a:pt x="97426" y="44425"/>
                  </a:cubicBezTo>
                  <a:cubicBezTo>
                    <a:pt x="97426" y="52129"/>
                    <a:pt x="94747" y="59537"/>
                    <a:pt x="90019" y="65473"/>
                  </a:cubicBezTo>
                  <a:cubicBezTo>
                    <a:pt x="87970" y="61900"/>
                    <a:pt x="85466" y="58679"/>
                    <a:pt x="82507" y="55789"/>
                  </a:cubicBezTo>
                  <a:close/>
                </a:path>
              </a:pathLst>
            </a:custGeom>
            <a:grpFill/>
            <a:ln w="174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9" name="Graphic 118">
            <a:extLst>
              <a:ext uri="{FF2B5EF4-FFF2-40B4-BE49-F238E27FC236}">
                <a16:creationId xmlns:a16="http://schemas.microsoft.com/office/drawing/2014/main" id="{99FA528F-C210-413D-A26D-657E9D757E8B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7623801" y="5305949"/>
            <a:ext cx="275959" cy="275959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01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3</a:t>
            </a:r>
            <a:endParaRPr lang="en-GB" dirty="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0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821B06CC-1557-401B-9706-D9B60BA38670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THEORY OF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CHANGE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86F427-22E5-4E59-9460-E9147CF5C5DB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A94C345-B0E3-4973-BD7D-9F8C188714A0}"/>
              </a:ext>
            </a:extLst>
          </p:cNvPr>
          <p:cNvCxnSpPr>
            <a:cxnSpLocks/>
          </p:cNvCxnSpPr>
          <p:nvPr/>
        </p:nvCxnSpPr>
        <p:spPr>
          <a:xfrm flipV="1">
            <a:off x="882869" y="3349890"/>
            <a:ext cx="10426262" cy="9351"/>
          </a:xfrm>
          <a:prstGeom prst="line">
            <a:avLst/>
          </a:prstGeom>
          <a:ln w="127000">
            <a:solidFill>
              <a:schemeClr val="bg1">
                <a:lumMod val="85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444E8EFE-0A56-40A4-A624-328D1D7C5132}"/>
              </a:ext>
            </a:extLst>
          </p:cNvPr>
          <p:cNvSpPr/>
          <p:nvPr/>
        </p:nvSpPr>
        <p:spPr>
          <a:xfrm>
            <a:off x="1337730" y="2532740"/>
            <a:ext cx="3167686" cy="1664856"/>
          </a:xfrm>
          <a:prstGeom prst="parallelogram">
            <a:avLst>
              <a:gd name="adj" fmla="val 9963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Right Triangle 61">
            <a:extLst>
              <a:ext uri="{FF2B5EF4-FFF2-40B4-BE49-F238E27FC236}">
                <a16:creationId xmlns:a16="http://schemas.microsoft.com/office/drawing/2014/main" id="{AB337153-E864-47F0-AA2B-E48320A6F0F9}"/>
              </a:ext>
            </a:extLst>
          </p:cNvPr>
          <p:cNvSpPr/>
          <p:nvPr/>
        </p:nvSpPr>
        <p:spPr>
          <a:xfrm flipH="1">
            <a:off x="3730437" y="2532740"/>
            <a:ext cx="771229" cy="771229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3" name="Right Triangle 62">
            <a:extLst>
              <a:ext uri="{FF2B5EF4-FFF2-40B4-BE49-F238E27FC236}">
                <a16:creationId xmlns:a16="http://schemas.microsoft.com/office/drawing/2014/main" id="{5F467E6C-0413-47B1-81B1-AE3B42591E26}"/>
              </a:ext>
            </a:extLst>
          </p:cNvPr>
          <p:cNvSpPr/>
          <p:nvPr/>
        </p:nvSpPr>
        <p:spPr>
          <a:xfrm flipV="1">
            <a:off x="1337730" y="3426369"/>
            <a:ext cx="771229" cy="771229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487A0CE-1FFC-4700-BD0A-CA86E4DCC955}"/>
              </a:ext>
            </a:extLst>
          </p:cNvPr>
          <p:cNvSpPr/>
          <p:nvPr/>
        </p:nvSpPr>
        <p:spPr>
          <a:xfrm>
            <a:off x="1140162" y="4338470"/>
            <a:ext cx="3060000" cy="1664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4" name="Parallelogram 63">
            <a:extLst>
              <a:ext uri="{FF2B5EF4-FFF2-40B4-BE49-F238E27FC236}">
                <a16:creationId xmlns:a16="http://schemas.microsoft.com/office/drawing/2014/main" id="{6804BB27-4552-4D98-9495-E3052416B3FE}"/>
              </a:ext>
            </a:extLst>
          </p:cNvPr>
          <p:cNvSpPr/>
          <p:nvPr/>
        </p:nvSpPr>
        <p:spPr>
          <a:xfrm>
            <a:off x="4558189" y="2532740"/>
            <a:ext cx="3167686" cy="1664856"/>
          </a:xfrm>
          <a:prstGeom prst="parallelogram">
            <a:avLst>
              <a:gd name="adj" fmla="val 996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5" name="Right Triangle 64">
            <a:extLst>
              <a:ext uri="{FF2B5EF4-FFF2-40B4-BE49-F238E27FC236}">
                <a16:creationId xmlns:a16="http://schemas.microsoft.com/office/drawing/2014/main" id="{A571F0D8-2406-4552-9A08-10A1316C9F76}"/>
              </a:ext>
            </a:extLst>
          </p:cNvPr>
          <p:cNvSpPr/>
          <p:nvPr/>
        </p:nvSpPr>
        <p:spPr>
          <a:xfrm flipH="1">
            <a:off x="6950895" y="2532740"/>
            <a:ext cx="771229" cy="771229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66" name="Right Triangle 65">
            <a:extLst>
              <a:ext uri="{FF2B5EF4-FFF2-40B4-BE49-F238E27FC236}">
                <a16:creationId xmlns:a16="http://schemas.microsoft.com/office/drawing/2014/main" id="{1023A630-EB23-417F-8BD0-9B331F0024B7}"/>
              </a:ext>
            </a:extLst>
          </p:cNvPr>
          <p:cNvSpPr/>
          <p:nvPr/>
        </p:nvSpPr>
        <p:spPr>
          <a:xfrm flipV="1">
            <a:off x="4558189" y="3426369"/>
            <a:ext cx="771229" cy="771229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81" name="Parallelogram 80">
            <a:extLst>
              <a:ext uri="{FF2B5EF4-FFF2-40B4-BE49-F238E27FC236}">
                <a16:creationId xmlns:a16="http://schemas.microsoft.com/office/drawing/2014/main" id="{741B8E2D-C15E-4D32-9EAF-2F145E99C805}"/>
              </a:ext>
            </a:extLst>
          </p:cNvPr>
          <p:cNvSpPr/>
          <p:nvPr/>
        </p:nvSpPr>
        <p:spPr>
          <a:xfrm>
            <a:off x="7698186" y="2532740"/>
            <a:ext cx="3167686" cy="1664856"/>
          </a:xfrm>
          <a:prstGeom prst="parallelogram">
            <a:avLst>
              <a:gd name="adj" fmla="val 9963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B2EC65AD-E3CB-4D4B-85A5-C17F57BD620E}"/>
              </a:ext>
            </a:extLst>
          </p:cNvPr>
          <p:cNvSpPr/>
          <p:nvPr/>
        </p:nvSpPr>
        <p:spPr>
          <a:xfrm flipH="1">
            <a:off x="10090892" y="2532740"/>
            <a:ext cx="771229" cy="771229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1BAE495-6094-4D38-B615-1E66EECABA41}"/>
              </a:ext>
            </a:extLst>
          </p:cNvPr>
          <p:cNvSpPr/>
          <p:nvPr/>
        </p:nvSpPr>
        <p:spPr>
          <a:xfrm>
            <a:off x="4383413" y="4338470"/>
            <a:ext cx="2988000" cy="1664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E66A5C53-A29D-480B-BAAA-7E10F1AF46EB}"/>
              </a:ext>
            </a:extLst>
          </p:cNvPr>
          <p:cNvSpPr/>
          <p:nvPr/>
        </p:nvSpPr>
        <p:spPr>
          <a:xfrm flipV="1">
            <a:off x="7698186" y="3426369"/>
            <a:ext cx="771229" cy="771229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AD92454-BF1F-4323-A546-86AB679D5355}"/>
              </a:ext>
            </a:extLst>
          </p:cNvPr>
          <p:cNvSpPr/>
          <p:nvPr/>
        </p:nvSpPr>
        <p:spPr>
          <a:xfrm>
            <a:off x="2564521" y="1471754"/>
            <a:ext cx="2264654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en-US" sz="1200" dirty="0">
                <a:solidFill>
                  <a:srgbClr val="111029"/>
                </a:solidFill>
              </a:rPr>
              <a:t>Stakeholders increasingly invest in and/or reward improved practices and responsible sourcing for aluminum.</a:t>
            </a:r>
            <a:endParaRPr lang="en-CA" sz="12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A78E9E9-AF7F-4CE0-893D-6343C6D32560}"/>
              </a:ext>
            </a:extLst>
          </p:cNvPr>
          <p:cNvSpPr/>
          <p:nvPr/>
        </p:nvSpPr>
        <p:spPr>
          <a:xfrm>
            <a:off x="5824681" y="1471754"/>
            <a:ext cx="2252428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en-US" sz="1200" dirty="0">
                <a:solidFill>
                  <a:srgbClr val="111029"/>
                </a:solidFill>
              </a:rPr>
              <a:t>Sustainability and human rights principles are increasingly embedded in aluminum production, use and recycling.</a:t>
            </a:r>
            <a:endParaRPr lang="en-CA" sz="12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D95A3C8-9CE1-490A-8CE5-ACBB825D797C}"/>
              </a:ext>
            </a:extLst>
          </p:cNvPr>
          <p:cNvSpPr/>
          <p:nvPr/>
        </p:nvSpPr>
        <p:spPr>
          <a:xfrm>
            <a:off x="8943120" y="1656420"/>
            <a:ext cx="2160870" cy="646331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en-US" sz="1200" dirty="0">
                <a:solidFill>
                  <a:srgbClr val="111029"/>
                </a:solidFill>
              </a:rPr>
              <a:t>Aluminum continues to improve its sustainability credentials.</a:t>
            </a:r>
            <a:endParaRPr lang="en-CA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7A2D1D5-1F63-4AEE-BF16-A662E1FD39D6}"/>
              </a:ext>
            </a:extLst>
          </p:cNvPr>
          <p:cNvSpPr/>
          <p:nvPr/>
        </p:nvSpPr>
        <p:spPr>
          <a:xfrm>
            <a:off x="3554670" y="2416228"/>
            <a:ext cx="212238" cy="2129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6860E28-87E0-437C-A7BD-37C844CF25EB}"/>
              </a:ext>
            </a:extLst>
          </p:cNvPr>
          <p:cNvSpPr/>
          <p:nvPr/>
        </p:nvSpPr>
        <p:spPr>
          <a:xfrm>
            <a:off x="6792943" y="2416228"/>
            <a:ext cx="212238" cy="2129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E214BAB-9507-4D29-ADE3-96B1F9FF49F8}"/>
              </a:ext>
            </a:extLst>
          </p:cNvPr>
          <p:cNvSpPr/>
          <p:nvPr/>
        </p:nvSpPr>
        <p:spPr>
          <a:xfrm>
            <a:off x="9932940" y="2416228"/>
            <a:ext cx="212238" cy="21294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C65C758-8A23-4A2F-AC5C-6FA0DEC3E83E}"/>
              </a:ext>
            </a:extLst>
          </p:cNvPr>
          <p:cNvSpPr/>
          <p:nvPr/>
        </p:nvSpPr>
        <p:spPr>
          <a:xfrm>
            <a:off x="7554617" y="4338470"/>
            <a:ext cx="3060000" cy="1664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65C967D-7167-44BD-BA1A-32B6A75376D7}"/>
              </a:ext>
            </a:extLst>
          </p:cNvPr>
          <p:cNvSpPr/>
          <p:nvPr/>
        </p:nvSpPr>
        <p:spPr>
          <a:xfrm>
            <a:off x="929632" y="2582195"/>
            <a:ext cx="13369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rgbClr val="111029"/>
                </a:solidFill>
              </a:rPr>
              <a:t>OUR LONG-TERM GOALS</a:t>
            </a:r>
            <a:endParaRPr lang="en-CA" sz="1600" b="1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73E522B-D2C7-4C19-ABE8-374F9DAA438C}"/>
              </a:ext>
            </a:extLst>
          </p:cNvPr>
          <p:cNvSpPr/>
          <p:nvPr/>
        </p:nvSpPr>
        <p:spPr>
          <a:xfrm>
            <a:off x="1238512" y="4447623"/>
            <a:ext cx="291438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111029"/>
                </a:solidFill>
              </a:rPr>
              <a:t>ASI membership is inclusive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111029"/>
                </a:solidFill>
              </a:rPr>
              <a:t>Increasing uptake of certification by diverse businesses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111029"/>
                </a:solidFill>
              </a:rPr>
              <a:t>Relevant, practical and consistent assurance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111029"/>
                </a:solidFill>
              </a:rPr>
              <a:t>Continual improvement among certified entitles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111029"/>
                </a:solidFill>
              </a:rPr>
              <a:t>Enhanced ability to leverage existing certifications</a:t>
            </a:r>
            <a:endParaRPr lang="en-CA" sz="11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EEDB06C-9BE9-4672-BC12-CD13E697D1C5}"/>
              </a:ext>
            </a:extLst>
          </p:cNvPr>
          <p:cNvSpPr/>
          <p:nvPr/>
        </p:nvSpPr>
        <p:spPr>
          <a:xfrm>
            <a:off x="4495934" y="4447623"/>
            <a:ext cx="255278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111029"/>
                </a:solidFill>
              </a:rPr>
              <a:t>Reduced climate change impact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111029"/>
                </a:solidFill>
              </a:rPr>
              <a:t>Enhanced waste management</a:t>
            </a:r>
            <a:r>
              <a:rPr lang="en-CA" sz="1100" dirty="0">
                <a:solidFill>
                  <a:srgbClr val="111029"/>
                </a:solidFill>
              </a:rPr>
              <a:t> of upstream processing residues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CA" sz="1100" dirty="0">
                <a:solidFill>
                  <a:srgbClr val="111029"/>
                </a:solidFill>
              </a:rPr>
              <a:t>Enhanced biodiversity management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CA" sz="1100" dirty="0">
                <a:solidFill>
                  <a:srgbClr val="111029"/>
                </a:solidFill>
              </a:rPr>
              <a:t>Practices that implement business’ responsibility to respect human rights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CA" sz="1100" dirty="0">
                <a:solidFill>
                  <a:srgbClr val="111029"/>
                </a:solidFill>
              </a:rPr>
              <a:t>Increased material stewardship by all actors in the aluminium value chain</a:t>
            </a:r>
            <a:endParaRPr lang="en-US" sz="1100" dirty="0">
              <a:solidFill>
                <a:srgbClr val="111029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F4D67E0-8818-46F6-85AD-2CFD5187F1B0}"/>
              </a:ext>
            </a:extLst>
          </p:cNvPr>
          <p:cNvSpPr/>
          <p:nvPr/>
        </p:nvSpPr>
        <p:spPr>
          <a:xfrm>
            <a:off x="7656479" y="4447623"/>
            <a:ext cx="273434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CA" sz="1100" dirty="0">
                <a:solidFill>
                  <a:srgbClr val="111029"/>
                </a:solidFill>
              </a:rPr>
              <a:t>ASI is recognised as a valuable initiative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CA" sz="1100" dirty="0">
              <a:solidFill>
                <a:srgbClr val="111029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CA" sz="1100" dirty="0">
              <a:solidFill>
                <a:srgbClr val="111029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CA" sz="1100" dirty="0">
              <a:solidFill>
                <a:srgbClr val="111029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CA" sz="1100" dirty="0">
              <a:solidFill>
                <a:srgbClr val="111029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CA" sz="1100" dirty="0">
                <a:solidFill>
                  <a:srgbClr val="111029"/>
                </a:solidFill>
              </a:rPr>
              <a:t>Society makes effective use of aluminium</a:t>
            </a:r>
            <a:endParaRPr lang="en-US" sz="1100" dirty="0">
              <a:solidFill>
                <a:srgbClr val="111029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B5D8A82-36FC-41C1-BB35-0B16ECB2893C}"/>
              </a:ext>
            </a:extLst>
          </p:cNvPr>
          <p:cNvSpPr/>
          <p:nvPr/>
        </p:nvSpPr>
        <p:spPr>
          <a:xfrm>
            <a:off x="1140162" y="4338470"/>
            <a:ext cx="58320" cy="166485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0549481-4CD3-4B2B-938E-1CC187085999}"/>
              </a:ext>
            </a:extLst>
          </p:cNvPr>
          <p:cNvSpPr/>
          <p:nvPr/>
        </p:nvSpPr>
        <p:spPr>
          <a:xfrm>
            <a:off x="4383413" y="4338470"/>
            <a:ext cx="58320" cy="16648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3390411-3561-4A33-B68F-4C2B9464E5A8}"/>
              </a:ext>
            </a:extLst>
          </p:cNvPr>
          <p:cNvSpPr/>
          <p:nvPr/>
        </p:nvSpPr>
        <p:spPr>
          <a:xfrm>
            <a:off x="7554617" y="4338470"/>
            <a:ext cx="58320" cy="16648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D513702-356A-49CF-8D96-5FD561A4FF42}"/>
              </a:ext>
            </a:extLst>
          </p:cNvPr>
          <p:cNvSpPr/>
          <p:nvPr/>
        </p:nvSpPr>
        <p:spPr>
          <a:xfrm>
            <a:off x="7554617" y="4338470"/>
            <a:ext cx="58320" cy="8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8FE526B-8040-41E9-80AA-D62EBCF20D83}"/>
              </a:ext>
            </a:extLst>
          </p:cNvPr>
          <p:cNvSpPr/>
          <p:nvPr/>
        </p:nvSpPr>
        <p:spPr>
          <a:xfrm rot="3897279">
            <a:off x="2989579" y="3804921"/>
            <a:ext cx="638349" cy="309873"/>
          </a:xfrm>
          <a:custGeom>
            <a:avLst/>
            <a:gdLst>
              <a:gd name="connsiteX0" fmla="*/ 0 w 2724150"/>
              <a:gd name="connsiteY0" fmla="*/ 653316 h 653316"/>
              <a:gd name="connsiteX1" fmla="*/ 1285875 w 2724150"/>
              <a:gd name="connsiteY1" fmla="*/ 15141 h 653316"/>
              <a:gd name="connsiteX2" fmla="*/ 2724150 w 2724150"/>
              <a:gd name="connsiteY2" fmla="*/ 262791 h 653316"/>
              <a:gd name="connsiteX0" fmla="*/ 0 w 2724150"/>
              <a:gd name="connsiteY0" fmla="*/ 545984 h 545984"/>
              <a:gd name="connsiteX1" fmla="*/ 1257300 w 2724150"/>
              <a:gd name="connsiteY1" fmla="*/ 31634 h 545984"/>
              <a:gd name="connsiteX2" fmla="*/ 2724150 w 2724150"/>
              <a:gd name="connsiteY2" fmla="*/ 155459 h 54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4150" h="545984">
                <a:moveTo>
                  <a:pt x="0" y="545984"/>
                </a:moveTo>
                <a:cubicBezTo>
                  <a:pt x="415925" y="259440"/>
                  <a:pt x="803275" y="96721"/>
                  <a:pt x="1257300" y="31634"/>
                </a:cubicBezTo>
                <a:cubicBezTo>
                  <a:pt x="1711325" y="-33453"/>
                  <a:pt x="2232025" y="-910"/>
                  <a:pt x="2724150" y="155459"/>
                </a:cubicBezTo>
              </a:path>
            </a:pathLst>
          </a:custGeom>
          <a:noFill/>
          <a:ln w="38100" cap="rnd">
            <a:gradFill>
              <a:gsLst>
                <a:gs pos="0">
                  <a:schemeClr val="bg1">
                    <a:alpha val="0"/>
                  </a:schemeClr>
                </a:gs>
                <a:gs pos="34000">
                  <a:schemeClr val="accent4"/>
                </a:gs>
                <a:gs pos="69000">
                  <a:schemeClr val="accent4"/>
                </a:gs>
                <a:gs pos="100000">
                  <a:schemeClr val="accent4"/>
                </a:gs>
              </a:gsLst>
              <a:lin ang="0" scaled="0"/>
            </a:gradFill>
            <a:round/>
            <a:tail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31833290-9170-41A0-983B-74DE9E9DE75A}"/>
              </a:ext>
            </a:extLst>
          </p:cNvPr>
          <p:cNvSpPr/>
          <p:nvPr/>
        </p:nvSpPr>
        <p:spPr>
          <a:xfrm rot="3897279">
            <a:off x="6207969" y="3804921"/>
            <a:ext cx="638349" cy="309873"/>
          </a:xfrm>
          <a:custGeom>
            <a:avLst/>
            <a:gdLst>
              <a:gd name="connsiteX0" fmla="*/ 0 w 2724150"/>
              <a:gd name="connsiteY0" fmla="*/ 653316 h 653316"/>
              <a:gd name="connsiteX1" fmla="*/ 1285875 w 2724150"/>
              <a:gd name="connsiteY1" fmla="*/ 15141 h 653316"/>
              <a:gd name="connsiteX2" fmla="*/ 2724150 w 2724150"/>
              <a:gd name="connsiteY2" fmla="*/ 262791 h 653316"/>
              <a:gd name="connsiteX0" fmla="*/ 0 w 2724150"/>
              <a:gd name="connsiteY0" fmla="*/ 545984 h 545984"/>
              <a:gd name="connsiteX1" fmla="*/ 1257300 w 2724150"/>
              <a:gd name="connsiteY1" fmla="*/ 31634 h 545984"/>
              <a:gd name="connsiteX2" fmla="*/ 2724150 w 2724150"/>
              <a:gd name="connsiteY2" fmla="*/ 155459 h 54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4150" h="545984">
                <a:moveTo>
                  <a:pt x="0" y="545984"/>
                </a:moveTo>
                <a:cubicBezTo>
                  <a:pt x="415925" y="259440"/>
                  <a:pt x="803275" y="96721"/>
                  <a:pt x="1257300" y="31634"/>
                </a:cubicBezTo>
                <a:cubicBezTo>
                  <a:pt x="1711325" y="-33453"/>
                  <a:pt x="2232025" y="-910"/>
                  <a:pt x="2724150" y="155459"/>
                </a:cubicBezTo>
              </a:path>
            </a:pathLst>
          </a:custGeom>
          <a:noFill/>
          <a:ln w="38100" cap="rnd">
            <a:gradFill>
              <a:gsLst>
                <a:gs pos="0">
                  <a:schemeClr val="bg1">
                    <a:alpha val="0"/>
                  </a:schemeClr>
                </a:gs>
                <a:gs pos="34000">
                  <a:schemeClr val="accent4"/>
                </a:gs>
                <a:gs pos="69000">
                  <a:schemeClr val="accent4"/>
                </a:gs>
                <a:gs pos="100000">
                  <a:schemeClr val="accent4"/>
                </a:gs>
              </a:gsLst>
              <a:lin ang="0" scaled="0"/>
            </a:gradFill>
            <a:round/>
            <a:tail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6F7CB0A0-B1BE-436C-96CD-9F98B85CF280}"/>
              </a:ext>
            </a:extLst>
          </p:cNvPr>
          <p:cNvSpPr/>
          <p:nvPr/>
        </p:nvSpPr>
        <p:spPr>
          <a:xfrm rot="3897279">
            <a:off x="9370288" y="3804921"/>
            <a:ext cx="638349" cy="309873"/>
          </a:xfrm>
          <a:custGeom>
            <a:avLst/>
            <a:gdLst>
              <a:gd name="connsiteX0" fmla="*/ 0 w 2724150"/>
              <a:gd name="connsiteY0" fmla="*/ 653316 h 653316"/>
              <a:gd name="connsiteX1" fmla="*/ 1285875 w 2724150"/>
              <a:gd name="connsiteY1" fmla="*/ 15141 h 653316"/>
              <a:gd name="connsiteX2" fmla="*/ 2724150 w 2724150"/>
              <a:gd name="connsiteY2" fmla="*/ 262791 h 653316"/>
              <a:gd name="connsiteX0" fmla="*/ 0 w 2724150"/>
              <a:gd name="connsiteY0" fmla="*/ 545984 h 545984"/>
              <a:gd name="connsiteX1" fmla="*/ 1257300 w 2724150"/>
              <a:gd name="connsiteY1" fmla="*/ 31634 h 545984"/>
              <a:gd name="connsiteX2" fmla="*/ 2724150 w 2724150"/>
              <a:gd name="connsiteY2" fmla="*/ 155459 h 54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4150" h="545984">
                <a:moveTo>
                  <a:pt x="0" y="545984"/>
                </a:moveTo>
                <a:cubicBezTo>
                  <a:pt x="415925" y="259440"/>
                  <a:pt x="803275" y="96721"/>
                  <a:pt x="1257300" y="31634"/>
                </a:cubicBezTo>
                <a:cubicBezTo>
                  <a:pt x="1711325" y="-33453"/>
                  <a:pt x="2232025" y="-910"/>
                  <a:pt x="2724150" y="155459"/>
                </a:cubicBezTo>
              </a:path>
            </a:pathLst>
          </a:custGeom>
          <a:noFill/>
          <a:ln w="38100" cap="rnd">
            <a:gradFill>
              <a:gsLst>
                <a:gs pos="0">
                  <a:schemeClr val="bg1">
                    <a:alpha val="0"/>
                  </a:schemeClr>
                </a:gs>
                <a:gs pos="34000">
                  <a:schemeClr val="accent4"/>
                </a:gs>
                <a:gs pos="69000">
                  <a:schemeClr val="accent4"/>
                </a:gs>
                <a:gs pos="100000">
                  <a:schemeClr val="accent4"/>
                </a:gs>
              </a:gsLst>
              <a:lin ang="0" scaled="0"/>
            </a:gradFill>
            <a:round/>
            <a:tail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5C863B-29B3-4795-A086-7036906F6978}"/>
              </a:ext>
            </a:extLst>
          </p:cNvPr>
          <p:cNvGrpSpPr/>
          <p:nvPr/>
        </p:nvGrpSpPr>
        <p:grpSpPr>
          <a:xfrm>
            <a:off x="7101017" y="836289"/>
            <a:ext cx="3762233" cy="261610"/>
            <a:chOff x="7101017" y="894345"/>
            <a:chExt cx="3762233" cy="26161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B4CF103-ACE3-42A3-AE5A-70B4516B5D13}"/>
                </a:ext>
              </a:extLst>
            </p:cNvPr>
            <p:cNvSpPr/>
            <p:nvPr/>
          </p:nvSpPr>
          <p:spPr>
            <a:xfrm>
              <a:off x="7101017" y="935150"/>
              <a:ext cx="58320" cy="180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689CCF7-CE53-4A43-B7FF-FD39A764E1DF}"/>
                </a:ext>
              </a:extLst>
            </p:cNvPr>
            <p:cNvSpPr/>
            <p:nvPr/>
          </p:nvSpPr>
          <p:spPr>
            <a:xfrm>
              <a:off x="7144905" y="894345"/>
              <a:ext cx="1659429" cy="26161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1100" dirty="0">
                  <a:solidFill>
                    <a:srgbClr val="111029"/>
                  </a:solidFill>
                </a:rPr>
                <a:t>SHORT-TERM OUTCOMES</a:t>
              </a:r>
              <a:endParaRPr lang="en-CA" sz="11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412C83E-B422-4C2E-BFB8-DA0558DA9F54}"/>
                </a:ext>
              </a:extLst>
            </p:cNvPr>
            <p:cNvSpPr/>
            <p:nvPr/>
          </p:nvSpPr>
          <p:spPr>
            <a:xfrm>
              <a:off x="9030090" y="935150"/>
              <a:ext cx="58320" cy="18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7B91D22-F26E-4696-BBDC-99358F8C24E3}"/>
                </a:ext>
              </a:extLst>
            </p:cNvPr>
            <p:cNvSpPr/>
            <p:nvPr/>
          </p:nvSpPr>
          <p:spPr>
            <a:xfrm>
              <a:off x="9073978" y="894345"/>
              <a:ext cx="1789272" cy="26161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sz="1100" dirty="0">
                  <a:solidFill>
                    <a:srgbClr val="111029"/>
                  </a:solidFill>
                </a:rPr>
                <a:t>MEDIUM-TERM OUTCOMES</a:t>
              </a:r>
              <a:endParaRPr lang="en-CA" sz="11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76C243D-5DBA-4512-955D-84958D780A6D}"/>
              </a:ext>
            </a:extLst>
          </p:cNvPr>
          <p:cNvGrpSpPr/>
          <p:nvPr/>
        </p:nvGrpSpPr>
        <p:grpSpPr>
          <a:xfrm>
            <a:off x="2727771" y="3133047"/>
            <a:ext cx="376238" cy="376237"/>
            <a:chOff x="10261601" y="4705351"/>
            <a:chExt cx="376238" cy="376237"/>
          </a:xfrm>
          <a:solidFill>
            <a:schemeClr val="bg1"/>
          </a:solidFill>
        </p:grpSpPr>
        <p:sp>
          <p:nvSpPr>
            <p:cNvPr id="49" name="Freeform 225">
              <a:extLst>
                <a:ext uri="{FF2B5EF4-FFF2-40B4-BE49-F238E27FC236}">
                  <a16:creationId xmlns:a16="http://schemas.microsoft.com/office/drawing/2014/main" id="{6095CF8A-2D6F-4F69-81FB-A47979CF9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94951" y="4705351"/>
              <a:ext cx="109538" cy="109538"/>
            </a:xfrm>
            <a:custGeom>
              <a:avLst/>
              <a:gdLst>
                <a:gd name="T0" fmla="*/ 192 w 205"/>
                <a:gd name="T1" fmla="*/ 0 h 205"/>
                <a:gd name="T2" fmla="*/ 14 w 205"/>
                <a:gd name="T3" fmla="*/ 0 h 205"/>
                <a:gd name="T4" fmla="*/ 8 w 205"/>
                <a:gd name="T5" fmla="*/ 1 h 205"/>
                <a:gd name="T6" fmla="*/ 4 w 205"/>
                <a:gd name="T7" fmla="*/ 5 h 205"/>
                <a:gd name="T8" fmla="*/ 1 w 205"/>
                <a:gd name="T9" fmla="*/ 9 h 205"/>
                <a:gd name="T10" fmla="*/ 0 w 205"/>
                <a:gd name="T11" fmla="*/ 14 h 205"/>
                <a:gd name="T12" fmla="*/ 0 w 205"/>
                <a:gd name="T13" fmla="*/ 193 h 205"/>
                <a:gd name="T14" fmla="*/ 1 w 205"/>
                <a:gd name="T15" fmla="*/ 198 h 205"/>
                <a:gd name="T16" fmla="*/ 4 w 205"/>
                <a:gd name="T17" fmla="*/ 202 h 205"/>
                <a:gd name="T18" fmla="*/ 8 w 205"/>
                <a:gd name="T19" fmla="*/ 204 h 205"/>
                <a:gd name="T20" fmla="*/ 14 w 205"/>
                <a:gd name="T21" fmla="*/ 205 h 205"/>
                <a:gd name="T22" fmla="*/ 192 w 205"/>
                <a:gd name="T23" fmla="*/ 205 h 205"/>
                <a:gd name="T24" fmla="*/ 197 w 205"/>
                <a:gd name="T25" fmla="*/ 204 h 205"/>
                <a:gd name="T26" fmla="*/ 202 w 205"/>
                <a:gd name="T27" fmla="*/ 202 h 205"/>
                <a:gd name="T28" fmla="*/ 204 w 205"/>
                <a:gd name="T29" fmla="*/ 198 h 205"/>
                <a:gd name="T30" fmla="*/ 205 w 205"/>
                <a:gd name="T31" fmla="*/ 193 h 205"/>
                <a:gd name="T32" fmla="*/ 205 w 205"/>
                <a:gd name="T33" fmla="*/ 14 h 205"/>
                <a:gd name="T34" fmla="*/ 204 w 205"/>
                <a:gd name="T35" fmla="*/ 9 h 205"/>
                <a:gd name="T36" fmla="*/ 202 w 205"/>
                <a:gd name="T37" fmla="*/ 5 h 205"/>
                <a:gd name="T38" fmla="*/ 197 w 205"/>
                <a:gd name="T39" fmla="*/ 1 h 205"/>
                <a:gd name="T40" fmla="*/ 192 w 205"/>
                <a:gd name="T41" fmla="*/ 0 h 205"/>
                <a:gd name="T42" fmla="*/ 178 w 205"/>
                <a:gd name="T43" fmla="*/ 179 h 205"/>
                <a:gd name="T44" fmla="*/ 28 w 205"/>
                <a:gd name="T45" fmla="*/ 179 h 205"/>
                <a:gd name="T46" fmla="*/ 28 w 205"/>
                <a:gd name="T47" fmla="*/ 28 h 205"/>
                <a:gd name="T48" fmla="*/ 178 w 205"/>
                <a:gd name="T49" fmla="*/ 28 h 205"/>
                <a:gd name="T50" fmla="*/ 178 w 205"/>
                <a:gd name="T51" fmla="*/ 17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5" h="205">
                  <a:moveTo>
                    <a:pt x="192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4" y="5"/>
                  </a:lnTo>
                  <a:lnTo>
                    <a:pt x="1" y="9"/>
                  </a:lnTo>
                  <a:lnTo>
                    <a:pt x="0" y="14"/>
                  </a:lnTo>
                  <a:lnTo>
                    <a:pt x="0" y="193"/>
                  </a:lnTo>
                  <a:lnTo>
                    <a:pt x="1" y="198"/>
                  </a:lnTo>
                  <a:lnTo>
                    <a:pt x="4" y="202"/>
                  </a:lnTo>
                  <a:lnTo>
                    <a:pt x="8" y="204"/>
                  </a:lnTo>
                  <a:lnTo>
                    <a:pt x="14" y="205"/>
                  </a:lnTo>
                  <a:lnTo>
                    <a:pt x="192" y="205"/>
                  </a:lnTo>
                  <a:lnTo>
                    <a:pt x="197" y="204"/>
                  </a:lnTo>
                  <a:lnTo>
                    <a:pt x="202" y="202"/>
                  </a:lnTo>
                  <a:lnTo>
                    <a:pt x="204" y="198"/>
                  </a:lnTo>
                  <a:lnTo>
                    <a:pt x="205" y="193"/>
                  </a:lnTo>
                  <a:lnTo>
                    <a:pt x="205" y="14"/>
                  </a:lnTo>
                  <a:lnTo>
                    <a:pt x="204" y="9"/>
                  </a:lnTo>
                  <a:lnTo>
                    <a:pt x="202" y="5"/>
                  </a:lnTo>
                  <a:lnTo>
                    <a:pt x="197" y="1"/>
                  </a:lnTo>
                  <a:lnTo>
                    <a:pt x="192" y="0"/>
                  </a:lnTo>
                  <a:close/>
                  <a:moveTo>
                    <a:pt x="178" y="179"/>
                  </a:moveTo>
                  <a:lnTo>
                    <a:pt x="28" y="179"/>
                  </a:lnTo>
                  <a:lnTo>
                    <a:pt x="28" y="28"/>
                  </a:lnTo>
                  <a:lnTo>
                    <a:pt x="178" y="28"/>
                  </a:lnTo>
                  <a:lnTo>
                    <a:pt x="178" y="1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226">
              <a:extLst>
                <a:ext uri="{FF2B5EF4-FFF2-40B4-BE49-F238E27FC236}">
                  <a16:creationId xmlns:a16="http://schemas.microsoft.com/office/drawing/2014/main" id="{19CFE820-205D-49ED-B460-A102480A96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9889" y="4705351"/>
              <a:ext cx="107950" cy="109538"/>
            </a:xfrm>
            <a:custGeom>
              <a:avLst/>
              <a:gdLst>
                <a:gd name="T0" fmla="*/ 191 w 205"/>
                <a:gd name="T1" fmla="*/ 0 h 205"/>
                <a:gd name="T2" fmla="*/ 14 w 205"/>
                <a:gd name="T3" fmla="*/ 0 h 205"/>
                <a:gd name="T4" fmla="*/ 8 w 205"/>
                <a:gd name="T5" fmla="*/ 1 h 205"/>
                <a:gd name="T6" fmla="*/ 3 w 205"/>
                <a:gd name="T7" fmla="*/ 5 h 205"/>
                <a:gd name="T8" fmla="*/ 1 w 205"/>
                <a:gd name="T9" fmla="*/ 9 h 205"/>
                <a:gd name="T10" fmla="*/ 0 w 205"/>
                <a:gd name="T11" fmla="*/ 14 h 205"/>
                <a:gd name="T12" fmla="*/ 0 w 205"/>
                <a:gd name="T13" fmla="*/ 193 h 205"/>
                <a:gd name="T14" fmla="*/ 1 w 205"/>
                <a:gd name="T15" fmla="*/ 198 h 205"/>
                <a:gd name="T16" fmla="*/ 3 w 205"/>
                <a:gd name="T17" fmla="*/ 202 h 205"/>
                <a:gd name="T18" fmla="*/ 8 w 205"/>
                <a:gd name="T19" fmla="*/ 204 h 205"/>
                <a:gd name="T20" fmla="*/ 14 w 205"/>
                <a:gd name="T21" fmla="*/ 205 h 205"/>
                <a:gd name="T22" fmla="*/ 191 w 205"/>
                <a:gd name="T23" fmla="*/ 205 h 205"/>
                <a:gd name="T24" fmla="*/ 196 w 205"/>
                <a:gd name="T25" fmla="*/ 204 h 205"/>
                <a:gd name="T26" fmla="*/ 201 w 205"/>
                <a:gd name="T27" fmla="*/ 202 h 205"/>
                <a:gd name="T28" fmla="*/ 204 w 205"/>
                <a:gd name="T29" fmla="*/ 198 h 205"/>
                <a:gd name="T30" fmla="*/ 205 w 205"/>
                <a:gd name="T31" fmla="*/ 193 h 205"/>
                <a:gd name="T32" fmla="*/ 205 w 205"/>
                <a:gd name="T33" fmla="*/ 14 h 205"/>
                <a:gd name="T34" fmla="*/ 204 w 205"/>
                <a:gd name="T35" fmla="*/ 9 h 205"/>
                <a:gd name="T36" fmla="*/ 201 w 205"/>
                <a:gd name="T37" fmla="*/ 5 h 205"/>
                <a:gd name="T38" fmla="*/ 196 w 205"/>
                <a:gd name="T39" fmla="*/ 1 h 205"/>
                <a:gd name="T40" fmla="*/ 191 w 205"/>
                <a:gd name="T41" fmla="*/ 0 h 205"/>
                <a:gd name="T42" fmla="*/ 177 w 205"/>
                <a:gd name="T43" fmla="*/ 179 h 205"/>
                <a:gd name="T44" fmla="*/ 27 w 205"/>
                <a:gd name="T45" fmla="*/ 179 h 205"/>
                <a:gd name="T46" fmla="*/ 27 w 205"/>
                <a:gd name="T47" fmla="*/ 28 h 205"/>
                <a:gd name="T48" fmla="*/ 177 w 205"/>
                <a:gd name="T49" fmla="*/ 28 h 205"/>
                <a:gd name="T50" fmla="*/ 177 w 205"/>
                <a:gd name="T51" fmla="*/ 17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5" h="205">
                  <a:moveTo>
                    <a:pt x="191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3" y="5"/>
                  </a:lnTo>
                  <a:lnTo>
                    <a:pt x="1" y="9"/>
                  </a:lnTo>
                  <a:lnTo>
                    <a:pt x="0" y="14"/>
                  </a:lnTo>
                  <a:lnTo>
                    <a:pt x="0" y="193"/>
                  </a:lnTo>
                  <a:lnTo>
                    <a:pt x="1" y="198"/>
                  </a:lnTo>
                  <a:lnTo>
                    <a:pt x="3" y="202"/>
                  </a:lnTo>
                  <a:lnTo>
                    <a:pt x="8" y="204"/>
                  </a:lnTo>
                  <a:lnTo>
                    <a:pt x="14" y="205"/>
                  </a:lnTo>
                  <a:lnTo>
                    <a:pt x="191" y="205"/>
                  </a:lnTo>
                  <a:lnTo>
                    <a:pt x="196" y="204"/>
                  </a:lnTo>
                  <a:lnTo>
                    <a:pt x="201" y="202"/>
                  </a:lnTo>
                  <a:lnTo>
                    <a:pt x="204" y="198"/>
                  </a:lnTo>
                  <a:lnTo>
                    <a:pt x="205" y="193"/>
                  </a:lnTo>
                  <a:lnTo>
                    <a:pt x="205" y="14"/>
                  </a:lnTo>
                  <a:lnTo>
                    <a:pt x="204" y="9"/>
                  </a:lnTo>
                  <a:lnTo>
                    <a:pt x="201" y="5"/>
                  </a:lnTo>
                  <a:lnTo>
                    <a:pt x="196" y="1"/>
                  </a:lnTo>
                  <a:lnTo>
                    <a:pt x="191" y="0"/>
                  </a:lnTo>
                  <a:close/>
                  <a:moveTo>
                    <a:pt x="177" y="179"/>
                  </a:moveTo>
                  <a:lnTo>
                    <a:pt x="27" y="179"/>
                  </a:lnTo>
                  <a:lnTo>
                    <a:pt x="27" y="28"/>
                  </a:lnTo>
                  <a:lnTo>
                    <a:pt x="177" y="28"/>
                  </a:lnTo>
                  <a:lnTo>
                    <a:pt x="177" y="1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227">
              <a:extLst>
                <a:ext uri="{FF2B5EF4-FFF2-40B4-BE49-F238E27FC236}">
                  <a16:creationId xmlns:a16="http://schemas.microsoft.com/office/drawing/2014/main" id="{88725490-C6CE-4411-BFBD-086FF2D538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61601" y="4840288"/>
              <a:ext cx="109538" cy="107950"/>
            </a:xfrm>
            <a:custGeom>
              <a:avLst/>
              <a:gdLst>
                <a:gd name="T0" fmla="*/ 192 w 206"/>
                <a:gd name="T1" fmla="*/ 0 h 206"/>
                <a:gd name="T2" fmla="*/ 14 w 206"/>
                <a:gd name="T3" fmla="*/ 0 h 206"/>
                <a:gd name="T4" fmla="*/ 8 w 206"/>
                <a:gd name="T5" fmla="*/ 1 h 206"/>
                <a:gd name="T6" fmla="*/ 4 w 206"/>
                <a:gd name="T7" fmla="*/ 4 h 206"/>
                <a:gd name="T8" fmla="*/ 2 w 206"/>
                <a:gd name="T9" fmla="*/ 8 h 206"/>
                <a:gd name="T10" fmla="*/ 0 w 206"/>
                <a:gd name="T11" fmla="*/ 14 h 206"/>
                <a:gd name="T12" fmla="*/ 0 w 206"/>
                <a:gd name="T13" fmla="*/ 192 h 206"/>
                <a:gd name="T14" fmla="*/ 2 w 206"/>
                <a:gd name="T15" fmla="*/ 197 h 206"/>
                <a:gd name="T16" fmla="*/ 4 w 206"/>
                <a:gd name="T17" fmla="*/ 202 h 206"/>
                <a:gd name="T18" fmla="*/ 8 w 206"/>
                <a:gd name="T19" fmla="*/ 205 h 206"/>
                <a:gd name="T20" fmla="*/ 14 w 206"/>
                <a:gd name="T21" fmla="*/ 206 h 206"/>
                <a:gd name="T22" fmla="*/ 192 w 206"/>
                <a:gd name="T23" fmla="*/ 206 h 206"/>
                <a:gd name="T24" fmla="*/ 197 w 206"/>
                <a:gd name="T25" fmla="*/ 205 h 206"/>
                <a:gd name="T26" fmla="*/ 201 w 206"/>
                <a:gd name="T27" fmla="*/ 202 h 206"/>
                <a:gd name="T28" fmla="*/ 205 w 206"/>
                <a:gd name="T29" fmla="*/ 197 h 206"/>
                <a:gd name="T30" fmla="*/ 206 w 206"/>
                <a:gd name="T31" fmla="*/ 192 h 206"/>
                <a:gd name="T32" fmla="*/ 206 w 206"/>
                <a:gd name="T33" fmla="*/ 14 h 206"/>
                <a:gd name="T34" fmla="*/ 205 w 206"/>
                <a:gd name="T35" fmla="*/ 8 h 206"/>
                <a:gd name="T36" fmla="*/ 201 w 206"/>
                <a:gd name="T37" fmla="*/ 4 h 206"/>
                <a:gd name="T38" fmla="*/ 197 w 206"/>
                <a:gd name="T39" fmla="*/ 1 h 206"/>
                <a:gd name="T40" fmla="*/ 192 w 206"/>
                <a:gd name="T41" fmla="*/ 0 h 206"/>
                <a:gd name="T42" fmla="*/ 178 w 206"/>
                <a:gd name="T43" fmla="*/ 178 h 206"/>
                <a:gd name="T44" fmla="*/ 28 w 206"/>
                <a:gd name="T45" fmla="*/ 178 h 206"/>
                <a:gd name="T46" fmla="*/ 28 w 206"/>
                <a:gd name="T47" fmla="*/ 28 h 206"/>
                <a:gd name="T48" fmla="*/ 178 w 206"/>
                <a:gd name="T49" fmla="*/ 28 h 206"/>
                <a:gd name="T50" fmla="*/ 178 w 206"/>
                <a:gd name="T51" fmla="*/ 17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6" h="206">
                  <a:moveTo>
                    <a:pt x="192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0" y="192"/>
                  </a:lnTo>
                  <a:lnTo>
                    <a:pt x="2" y="197"/>
                  </a:lnTo>
                  <a:lnTo>
                    <a:pt x="4" y="202"/>
                  </a:lnTo>
                  <a:lnTo>
                    <a:pt x="8" y="205"/>
                  </a:lnTo>
                  <a:lnTo>
                    <a:pt x="14" y="206"/>
                  </a:lnTo>
                  <a:lnTo>
                    <a:pt x="192" y="206"/>
                  </a:lnTo>
                  <a:lnTo>
                    <a:pt x="197" y="205"/>
                  </a:lnTo>
                  <a:lnTo>
                    <a:pt x="201" y="202"/>
                  </a:lnTo>
                  <a:lnTo>
                    <a:pt x="205" y="197"/>
                  </a:lnTo>
                  <a:lnTo>
                    <a:pt x="206" y="192"/>
                  </a:lnTo>
                  <a:lnTo>
                    <a:pt x="206" y="14"/>
                  </a:lnTo>
                  <a:lnTo>
                    <a:pt x="205" y="8"/>
                  </a:lnTo>
                  <a:lnTo>
                    <a:pt x="201" y="4"/>
                  </a:lnTo>
                  <a:lnTo>
                    <a:pt x="197" y="1"/>
                  </a:lnTo>
                  <a:lnTo>
                    <a:pt x="192" y="0"/>
                  </a:lnTo>
                  <a:close/>
                  <a:moveTo>
                    <a:pt x="178" y="178"/>
                  </a:moveTo>
                  <a:lnTo>
                    <a:pt x="28" y="178"/>
                  </a:lnTo>
                  <a:lnTo>
                    <a:pt x="28" y="28"/>
                  </a:lnTo>
                  <a:lnTo>
                    <a:pt x="178" y="28"/>
                  </a:lnTo>
                  <a:lnTo>
                    <a:pt x="178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228">
              <a:extLst>
                <a:ext uri="{FF2B5EF4-FFF2-40B4-BE49-F238E27FC236}">
                  <a16:creationId xmlns:a16="http://schemas.microsoft.com/office/drawing/2014/main" id="{026127A8-1959-4358-9F9F-2487DB294E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94951" y="4840288"/>
              <a:ext cx="109538" cy="107950"/>
            </a:xfrm>
            <a:custGeom>
              <a:avLst/>
              <a:gdLst>
                <a:gd name="T0" fmla="*/ 192 w 205"/>
                <a:gd name="T1" fmla="*/ 0 h 206"/>
                <a:gd name="T2" fmla="*/ 14 w 205"/>
                <a:gd name="T3" fmla="*/ 0 h 206"/>
                <a:gd name="T4" fmla="*/ 8 w 205"/>
                <a:gd name="T5" fmla="*/ 1 h 206"/>
                <a:gd name="T6" fmla="*/ 4 w 205"/>
                <a:gd name="T7" fmla="*/ 4 h 206"/>
                <a:gd name="T8" fmla="*/ 1 w 205"/>
                <a:gd name="T9" fmla="*/ 8 h 206"/>
                <a:gd name="T10" fmla="*/ 0 w 205"/>
                <a:gd name="T11" fmla="*/ 14 h 206"/>
                <a:gd name="T12" fmla="*/ 0 w 205"/>
                <a:gd name="T13" fmla="*/ 192 h 206"/>
                <a:gd name="T14" fmla="*/ 1 w 205"/>
                <a:gd name="T15" fmla="*/ 197 h 206"/>
                <a:gd name="T16" fmla="*/ 4 w 205"/>
                <a:gd name="T17" fmla="*/ 202 h 206"/>
                <a:gd name="T18" fmla="*/ 8 w 205"/>
                <a:gd name="T19" fmla="*/ 205 h 206"/>
                <a:gd name="T20" fmla="*/ 14 w 205"/>
                <a:gd name="T21" fmla="*/ 206 h 206"/>
                <a:gd name="T22" fmla="*/ 192 w 205"/>
                <a:gd name="T23" fmla="*/ 206 h 206"/>
                <a:gd name="T24" fmla="*/ 197 w 205"/>
                <a:gd name="T25" fmla="*/ 205 h 206"/>
                <a:gd name="T26" fmla="*/ 202 w 205"/>
                <a:gd name="T27" fmla="*/ 202 h 206"/>
                <a:gd name="T28" fmla="*/ 204 w 205"/>
                <a:gd name="T29" fmla="*/ 197 h 206"/>
                <a:gd name="T30" fmla="*/ 205 w 205"/>
                <a:gd name="T31" fmla="*/ 192 h 206"/>
                <a:gd name="T32" fmla="*/ 205 w 205"/>
                <a:gd name="T33" fmla="*/ 14 h 206"/>
                <a:gd name="T34" fmla="*/ 204 w 205"/>
                <a:gd name="T35" fmla="*/ 8 h 206"/>
                <a:gd name="T36" fmla="*/ 202 w 205"/>
                <a:gd name="T37" fmla="*/ 4 h 206"/>
                <a:gd name="T38" fmla="*/ 197 w 205"/>
                <a:gd name="T39" fmla="*/ 1 h 206"/>
                <a:gd name="T40" fmla="*/ 192 w 205"/>
                <a:gd name="T41" fmla="*/ 0 h 206"/>
                <a:gd name="T42" fmla="*/ 178 w 205"/>
                <a:gd name="T43" fmla="*/ 178 h 206"/>
                <a:gd name="T44" fmla="*/ 28 w 205"/>
                <a:gd name="T45" fmla="*/ 178 h 206"/>
                <a:gd name="T46" fmla="*/ 28 w 205"/>
                <a:gd name="T47" fmla="*/ 28 h 206"/>
                <a:gd name="T48" fmla="*/ 178 w 205"/>
                <a:gd name="T49" fmla="*/ 28 h 206"/>
                <a:gd name="T50" fmla="*/ 178 w 205"/>
                <a:gd name="T51" fmla="*/ 17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5" h="206">
                  <a:moveTo>
                    <a:pt x="192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1" y="8"/>
                  </a:lnTo>
                  <a:lnTo>
                    <a:pt x="0" y="14"/>
                  </a:lnTo>
                  <a:lnTo>
                    <a:pt x="0" y="192"/>
                  </a:lnTo>
                  <a:lnTo>
                    <a:pt x="1" y="197"/>
                  </a:lnTo>
                  <a:lnTo>
                    <a:pt x="4" y="202"/>
                  </a:lnTo>
                  <a:lnTo>
                    <a:pt x="8" y="205"/>
                  </a:lnTo>
                  <a:lnTo>
                    <a:pt x="14" y="206"/>
                  </a:lnTo>
                  <a:lnTo>
                    <a:pt x="192" y="206"/>
                  </a:lnTo>
                  <a:lnTo>
                    <a:pt x="197" y="205"/>
                  </a:lnTo>
                  <a:lnTo>
                    <a:pt x="202" y="202"/>
                  </a:lnTo>
                  <a:lnTo>
                    <a:pt x="204" y="197"/>
                  </a:lnTo>
                  <a:lnTo>
                    <a:pt x="205" y="192"/>
                  </a:lnTo>
                  <a:lnTo>
                    <a:pt x="205" y="14"/>
                  </a:lnTo>
                  <a:lnTo>
                    <a:pt x="204" y="8"/>
                  </a:lnTo>
                  <a:lnTo>
                    <a:pt x="202" y="4"/>
                  </a:lnTo>
                  <a:lnTo>
                    <a:pt x="197" y="1"/>
                  </a:lnTo>
                  <a:lnTo>
                    <a:pt x="192" y="0"/>
                  </a:lnTo>
                  <a:close/>
                  <a:moveTo>
                    <a:pt x="178" y="178"/>
                  </a:moveTo>
                  <a:lnTo>
                    <a:pt x="28" y="178"/>
                  </a:lnTo>
                  <a:lnTo>
                    <a:pt x="28" y="28"/>
                  </a:lnTo>
                  <a:lnTo>
                    <a:pt x="178" y="28"/>
                  </a:lnTo>
                  <a:lnTo>
                    <a:pt x="178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229">
              <a:extLst>
                <a:ext uri="{FF2B5EF4-FFF2-40B4-BE49-F238E27FC236}">
                  <a16:creationId xmlns:a16="http://schemas.microsoft.com/office/drawing/2014/main" id="{85184CF8-A4A8-490E-BEFC-6C08F41610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9889" y="4840288"/>
              <a:ext cx="107950" cy="107950"/>
            </a:xfrm>
            <a:custGeom>
              <a:avLst/>
              <a:gdLst>
                <a:gd name="T0" fmla="*/ 191 w 205"/>
                <a:gd name="T1" fmla="*/ 0 h 206"/>
                <a:gd name="T2" fmla="*/ 14 w 205"/>
                <a:gd name="T3" fmla="*/ 0 h 206"/>
                <a:gd name="T4" fmla="*/ 8 w 205"/>
                <a:gd name="T5" fmla="*/ 1 h 206"/>
                <a:gd name="T6" fmla="*/ 3 w 205"/>
                <a:gd name="T7" fmla="*/ 4 h 206"/>
                <a:gd name="T8" fmla="*/ 1 w 205"/>
                <a:gd name="T9" fmla="*/ 8 h 206"/>
                <a:gd name="T10" fmla="*/ 0 w 205"/>
                <a:gd name="T11" fmla="*/ 14 h 206"/>
                <a:gd name="T12" fmla="*/ 0 w 205"/>
                <a:gd name="T13" fmla="*/ 192 h 206"/>
                <a:gd name="T14" fmla="*/ 1 w 205"/>
                <a:gd name="T15" fmla="*/ 197 h 206"/>
                <a:gd name="T16" fmla="*/ 3 w 205"/>
                <a:gd name="T17" fmla="*/ 202 h 206"/>
                <a:gd name="T18" fmla="*/ 8 w 205"/>
                <a:gd name="T19" fmla="*/ 205 h 206"/>
                <a:gd name="T20" fmla="*/ 14 w 205"/>
                <a:gd name="T21" fmla="*/ 206 h 206"/>
                <a:gd name="T22" fmla="*/ 191 w 205"/>
                <a:gd name="T23" fmla="*/ 206 h 206"/>
                <a:gd name="T24" fmla="*/ 196 w 205"/>
                <a:gd name="T25" fmla="*/ 205 h 206"/>
                <a:gd name="T26" fmla="*/ 201 w 205"/>
                <a:gd name="T27" fmla="*/ 202 h 206"/>
                <a:gd name="T28" fmla="*/ 204 w 205"/>
                <a:gd name="T29" fmla="*/ 197 h 206"/>
                <a:gd name="T30" fmla="*/ 205 w 205"/>
                <a:gd name="T31" fmla="*/ 192 h 206"/>
                <a:gd name="T32" fmla="*/ 205 w 205"/>
                <a:gd name="T33" fmla="*/ 14 h 206"/>
                <a:gd name="T34" fmla="*/ 204 w 205"/>
                <a:gd name="T35" fmla="*/ 8 h 206"/>
                <a:gd name="T36" fmla="*/ 201 w 205"/>
                <a:gd name="T37" fmla="*/ 4 h 206"/>
                <a:gd name="T38" fmla="*/ 196 w 205"/>
                <a:gd name="T39" fmla="*/ 1 h 206"/>
                <a:gd name="T40" fmla="*/ 191 w 205"/>
                <a:gd name="T41" fmla="*/ 0 h 206"/>
                <a:gd name="T42" fmla="*/ 177 w 205"/>
                <a:gd name="T43" fmla="*/ 178 h 206"/>
                <a:gd name="T44" fmla="*/ 27 w 205"/>
                <a:gd name="T45" fmla="*/ 178 h 206"/>
                <a:gd name="T46" fmla="*/ 27 w 205"/>
                <a:gd name="T47" fmla="*/ 28 h 206"/>
                <a:gd name="T48" fmla="*/ 177 w 205"/>
                <a:gd name="T49" fmla="*/ 28 h 206"/>
                <a:gd name="T50" fmla="*/ 177 w 205"/>
                <a:gd name="T51" fmla="*/ 17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5" h="206">
                  <a:moveTo>
                    <a:pt x="191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1" y="8"/>
                  </a:lnTo>
                  <a:lnTo>
                    <a:pt x="0" y="14"/>
                  </a:lnTo>
                  <a:lnTo>
                    <a:pt x="0" y="192"/>
                  </a:lnTo>
                  <a:lnTo>
                    <a:pt x="1" y="197"/>
                  </a:lnTo>
                  <a:lnTo>
                    <a:pt x="3" y="202"/>
                  </a:lnTo>
                  <a:lnTo>
                    <a:pt x="8" y="205"/>
                  </a:lnTo>
                  <a:lnTo>
                    <a:pt x="14" y="206"/>
                  </a:lnTo>
                  <a:lnTo>
                    <a:pt x="191" y="206"/>
                  </a:lnTo>
                  <a:lnTo>
                    <a:pt x="196" y="205"/>
                  </a:lnTo>
                  <a:lnTo>
                    <a:pt x="201" y="202"/>
                  </a:lnTo>
                  <a:lnTo>
                    <a:pt x="204" y="197"/>
                  </a:lnTo>
                  <a:lnTo>
                    <a:pt x="205" y="192"/>
                  </a:lnTo>
                  <a:lnTo>
                    <a:pt x="205" y="14"/>
                  </a:lnTo>
                  <a:lnTo>
                    <a:pt x="204" y="8"/>
                  </a:lnTo>
                  <a:lnTo>
                    <a:pt x="201" y="4"/>
                  </a:lnTo>
                  <a:lnTo>
                    <a:pt x="196" y="1"/>
                  </a:lnTo>
                  <a:lnTo>
                    <a:pt x="191" y="0"/>
                  </a:lnTo>
                  <a:close/>
                  <a:moveTo>
                    <a:pt x="177" y="178"/>
                  </a:moveTo>
                  <a:lnTo>
                    <a:pt x="27" y="178"/>
                  </a:lnTo>
                  <a:lnTo>
                    <a:pt x="27" y="28"/>
                  </a:lnTo>
                  <a:lnTo>
                    <a:pt x="177" y="28"/>
                  </a:lnTo>
                  <a:lnTo>
                    <a:pt x="177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230">
              <a:extLst>
                <a:ext uri="{FF2B5EF4-FFF2-40B4-BE49-F238E27FC236}">
                  <a16:creationId xmlns:a16="http://schemas.microsoft.com/office/drawing/2014/main" id="{F0A6FB0B-B37E-4CA5-B9B1-540644913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61601" y="4973638"/>
              <a:ext cx="109538" cy="107950"/>
            </a:xfrm>
            <a:custGeom>
              <a:avLst/>
              <a:gdLst>
                <a:gd name="T0" fmla="*/ 192 w 206"/>
                <a:gd name="T1" fmla="*/ 0 h 205"/>
                <a:gd name="T2" fmla="*/ 14 w 206"/>
                <a:gd name="T3" fmla="*/ 0 h 205"/>
                <a:gd name="T4" fmla="*/ 8 w 206"/>
                <a:gd name="T5" fmla="*/ 1 h 205"/>
                <a:gd name="T6" fmla="*/ 4 w 206"/>
                <a:gd name="T7" fmla="*/ 4 h 205"/>
                <a:gd name="T8" fmla="*/ 2 w 206"/>
                <a:gd name="T9" fmla="*/ 9 h 205"/>
                <a:gd name="T10" fmla="*/ 0 w 206"/>
                <a:gd name="T11" fmla="*/ 14 h 205"/>
                <a:gd name="T12" fmla="*/ 0 w 206"/>
                <a:gd name="T13" fmla="*/ 191 h 205"/>
                <a:gd name="T14" fmla="*/ 2 w 206"/>
                <a:gd name="T15" fmla="*/ 197 h 205"/>
                <a:gd name="T16" fmla="*/ 4 w 206"/>
                <a:gd name="T17" fmla="*/ 201 h 205"/>
                <a:gd name="T18" fmla="*/ 8 w 206"/>
                <a:gd name="T19" fmla="*/ 204 h 205"/>
                <a:gd name="T20" fmla="*/ 14 w 206"/>
                <a:gd name="T21" fmla="*/ 205 h 205"/>
                <a:gd name="T22" fmla="*/ 192 w 206"/>
                <a:gd name="T23" fmla="*/ 205 h 205"/>
                <a:gd name="T24" fmla="*/ 197 w 206"/>
                <a:gd name="T25" fmla="*/ 204 h 205"/>
                <a:gd name="T26" fmla="*/ 201 w 206"/>
                <a:gd name="T27" fmla="*/ 201 h 205"/>
                <a:gd name="T28" fmla="*/ 205 w 206"/>
                <a:gd name="T29" fmla="*/ 197 h 205"/>
                <a:gd name="T30" fmla="*/ 206 w 206"/>
                <a:gd name="T31" fmla="*/ 191 h 205"/>
                <a:gd name="T32" fmla="*/ 206 w 206"/>
                <a:gd name="T33" fmla="*/ 14 h 205"/>
                <a:gd name="T34" fmla="*/ 205 w 206"/>
                <a:gd name="T35" fmla="*/ 9 h 205"/>
                <a:gd name="T36" fmla="*/ 201 w 206"/>
                <a:gd name="T37" fmla="*/ 4 h 205"/>
                <a:gd name="T38" fmla="*/ 197 w 206"/>
                <a:gd name="T39" fmla="*/ 1 h 205"/>
                <a:gd name="T40" fmla="*/ 192 w 206"/>
                <a:gd name="T41" fmla="*/ 0 h 205"/>
                <a:gd name="T42" fmla="*/ 178 w 206"/>
                <a:gd name="T43" fmla="*/ 177 h 205"/>
                <a:gd name="T44" fmla="*/ 28 w 206"/>
                <a:gd name="T45" fmla="*/ 177 h 205"/>
                <a:gd name="T46" fmla="*/ 28 w 206"/>
                <a:gd name="T47" fmla="*/ 28 h 205"/>
                <a:gd name="T48" fmla="*/ 178 w 206"/>
                <a:gd name="T49" fmla="*/ 28 h 205"/>
                <a:gd name="T50" fmla="*/ 178 w 206"/>
                <a:gd name="T51" fmla="*/ 17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6" h="205">
                  <a:moveTo>
                    <a:pt x="192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2" y="9"/>
                  </a:lnTo>
                  <a:lnTo>
                    <a:pt x="0" y="14"/>
                  </a:lnTo>
                  <a:lnTo>
                    <a:pt x="0" y="191"/>
                  </a:lnTo>
                  <a:lnTo>
                    <a:pt x="2" y="197"/>
                  </a:lnTo>
                  <a:lnTo>
                    <a:pt x="4" y="201"/>
                  </a:lnTo>
                  <a:lnTo>
                    <a:pt x="8" y="204"/>
                  </a:lnTo>
                  <a:lnTo>
                    <a:pt x="14" y="205"/>
                  </a:lnTo>
                  <a:lnTo>
                    <a:pt x="192" y="205"/>
                  </a:lnTo>
                  <a:lnTo>
                    <a:pt x="197" y="204"/>
                  </a:lnTo>
                  <a:lnTo>
                    <a:pt x="201" y="201"/>
                  </a:lnTo>
                  <a:lnTo>
                    <a:pt x="205" y="197"/>
                  </a:lnTo>
                  <a:lnTo>
                    <a:pt x="206" y="191"/>
                  </a:lnTo>
                  <a:lnTo>
                    <a:pt x="206" y="14"/>
                  </a:lnTo>
                  <a:lnTo>
                    <a:pt x="205" y="9"/>
                  </a:lnTo>
                  <a:lnTo>
                    <a:pt x="201" y="4"/>
                  </a:lnTo>
                  <a:lnTo>
                    <a:pt x="197" y="1"/>
                  </a:lnTo>
                  <a:lnTo>
                    <a:pt x="192" y="0"/>
                  </a:lnTo>
                  <a:close/>
                  <a:moveTo>
                    <a:pt x="178" y="177"/>
                  </a:moveTo>
                  <a:lnTo>
                    <a:pt x="28" y="177"/>
                  </a:lnTo>
                  <a:lnTo>
                    <a:pt x="28" y="28"/>
                  </a:lnTo>
                  <a:lnTo>
                    <a:pt x="178" y="28"/>
                  </a:lnTo>
                  <a:lnTo>
                    <a:pt x="178" y="1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231">
              <a:extLst>
                <a:ext uri="{FF2B5EF4-FFF2-40B4-BE49-F238E27FC236}">
                  <a16:creationId xmlns:a16="http://schemas.microsoft.com/office/drawing/2014/main" id="{18CFCD8E-7014-4D54-A10C-2CDFC407CC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94951" y="4973638"/>
              <a:ext cx="109538" cy="107950"/>
            </a:xfrm>
            <a:custGeom>
              <a:avLst/>
              <a:gdLst>
                <a:gd name="T0" fmla="*/ 192 w 205"/>
                <a:gd name="T1" fmla="*/ 0 h 205"/>
                <a:gd name="T2" fmla="*/ 14 w 205"/>
                <a:gd name="T3" fmla="*/ 0 h 205"/>
                <a:gd name="T4" fmla="*/ 8 w 205"/>
                <a:gd name="T5" fmla="*/ 1 h 205"/>
                <a:gd name="T6" fmla="*/ 4 w 205"/>
                <a:gd name="T7" fmla="*/ 4 h 205"/>
                <a:gd name="T8" fmla="*/ 1 w 205"/>
                <a:gd name="T9" fmla="*/ 9 h 205"/>
                <a:gd name="T10" fmla="*/ 0 w 205"/>
                <a:gd name="T11" fmla="*/ 14 h 205"/>
                <a:gd name="T12" fmla="*/ 0 w 205"/>
                <a:gd name="T13" fmla="*/ 191 h 205"/>
                <a:gd name="T14" fmla="*/ 1 w 205"/>
                <a:gd name="T15" fmla="*/ 197 h 205"/>
                <a:gd name="T16" fmla="*/ 4 w 205"/>
                <a:gd name="T17" fmla="*/ 201 h 205"/>
                <a:gd name="T18" fmla="*/ 8 w 205"/>
                <a:gd name="T19" fmla="*/ 204 h 205"/>
                <a:gd name="T20" fmla="*/ 14 w 205"/>
                <a:gd name="T21" fmla="*/ 205 h 205"/>
                <a:gd name="T22" fmla="*/ 192 w 205"/>
                <a:gd name="T23" fmla="*/ 205 h 205"/>
                <a:gd name="T24" fmla="*/ 197 w 205"/>
                <a:gd name="T25" fmla="*/ 204 h 205"/>
                <a:gd name="T26" fmla="*/ 202 w 205"/>
                <a:gd name="T27" fmla="*/ 201 h 205"/>
                <a:gd name="T28" fmla="*/ 204 w 205"/>
                <a:gd name="T29" fmla="*/ 197 h 205"/>
                <a:gd name="T30" fmla="*/ 205 w 205"/>
                <a:gd name="T31" fmla="*/ 191 h 205"/>
                <a:gd name="T32" fmla="*/ 205 w 205"/>
                <a:gd name="T33" fmla="*/ 14 h 205"/>
                <a:gd name="T34" fmla="*/ 204 w 205"/>
                <a:gd name="T35" fmla="*/ 9 h 205"/>
                <a:gd name="T36" fmla="*/ 202 w 205"/>
                <a:gd name="T37" fmla="*/ 4 h 205"/>
                <a:gd name="T38" fmla="*/ 197 w 205"/>
                <a:gd name="T39" fmla="*/ 1 h 205"/>
                <a:gd name="T40" fmla="*/ 192 w 205"/>
                <a:gd name="T41" fmla="*/ 0 h 205"/>
                <a:gd name="T42" fmla="*/ 178 w 205"/>
                <a:gd name="T43" fmla="*/ 177 h 205"/>
                <a:gd name="T44" fmla="*/ 28 w 205"/>
                <a:gd name="T45" fmla="*/ 177 h 205"/>
                <a:gd name="T46" fmla="*/ 28 w 205"/>
                <a:gd name="T47" fmla="*/ 28 h 205"/>
                <a:gd name="T48" fmla="*/ 178 w 205"/>
                <a:gd name="T49" fmla="*/ 28 h 205"/>
                <a:gd name="T50" fmla="*/ 178 w 205"/>
                <a:gd name="T51" fmla="*/ 17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5" h="205">
                  <a:moveTo>
                    <a:pt x="192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1" y="9"/>
                  </a:lnTo>
                  <a:lnTo>
                    <a:pt x="0" y="14"/>
                  </a:lnTo>
                  <a:lnTo>
                    <a:pt x="0" y="191"/>
                  </a:lnTo>
                  <a:lnTo>
                    <a:pt x="1" y="197"/>
                  </a:lnTo>
                  <a:lnTo>
                    <a:pt x="4" y="201"/>
                  </a:lnTo>
                  <a:lnTo>
                    <a:pt x="8" y="204"/>
                  </a:lnTo>
                  <a:lnTo>
                    <a:pt x="14" y="205"/>
                  </a:lnTo>
                  <a:lnTo>
                    <a:pt x="192" y="205"/>
                  </a:lnTo>
                  <a:lnTo>
                    <a:pt x="197" y="204"/>
                  </a:lnTo>
                  <a:lnTo>
                    <a:pt x="202" y="201"/>
                  </a:lnTo>
                  <a:lnTo>
                    <a:pt x="204" y="197"/>
                  </a:lnTo>
                  <a:lnTo>
                    <a:pt x="205" y="191"/>
                  </a:lnTo>
                  <a:lnTo>
                    <a:pt x="205" y="14"/>
                  </a:lnTo>
                  <a:lnTo>
                    <a:pt x="204" y="9"/>
                  </a:lnTo>
                  <a:lnTo>
                    <a:pt x="202" y="4"/>
                  </a:lnTo>
                  <a:lnTo>
                    <a:pt x="197" y="1"/>
                  </a:lnTo>
                  <a:lnTo>
                    <a:pt x="192" y="0"/>
                  </a:lnTo>
                  <a:close/>
                  <a:moveTo>
                    <a:pt x="178" y="177"/>
                  </a:moveTo>
                  <a:lnTo>
                    <a:pt x="28" y="177"/>
                  </a:lnTo>
                  <a:lnTo>
                    <a:pt x="28" y="28"/>
                  </a:lnTo>
                  <a:lnTo>
                    <a:pt x="178" y="28"/>
                  </a:lnTo>
                  <a:lnTo>
                    <a:pt x="178" y="1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232">
              <a:extLst>
                <a:ext uri="{FF2B5EF4-FFF2-40B4-BE49-F238E27FC236}">
                  <a16:creationId xmlns:a16="http://schemas.microsoft.com/office/drawing/2014/main" id="{527A1062-0ABD-40E4-911C-38DCCFAA4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9101" y="4973638"/>
              <a:ext cx="14288" cy="14288"/>
            </a:xfrm>
            <a:custGeom>
              <a:avLst/>
              <a:gdLst>
                <a:gd name="T0" fmla="*/ 24 w 28"/>
                <a:gd name="T1" fmla="*/ 4 h 28"/>
                <a:gd name="T2" fmla="*/ 20 w 28"/>
                <a:gd name="T3" fmla="*/ 1 h 28"/>
                <a:gd name="T4" fmla="*/ 14 w 28"/>
                <a:gd name="T5" fmla="*/ 0 h 28"/>
                <a:gd name="T6" fmla="*/ 9 w 28"/>
                <a:gd name="T7" fmla="*/ 1 h 28"/>
                <a:gd name="T8" fmla="*/ 5 w 28"/>
                <a:gd name="T9" fmla="*/ 4 h 28"/>
                <a:gd name="T10" fmla="*/ 1 w 28"/>
                <a:gd name="T11" fmla="*/ 9 h 28"/>
                <a:gd name="T12" fmla="*/ 0 w 28"/>
                <a:gd name="T13" fmla="*/ 14 h 28"/>
                <a:gd name="T14" fmla="*/ 1 w 28"/>
                <a:gd name="T15" fmla="*/ 19 h 28"/>
                <a:gd name="T16" fmla="*/ 5 w 28"/>
                <a:gd name="T17" fmla="*/ 24 h 28"/>
                <a:gd name="T18" fmla="*/ 9 w 28"/>
                <a:gd name="T19" fmla="*/ 27 h 28"/>
                <a:gd name="T20" fmla="*/ 14 w 28"/>
                <a:gd name="T21" fmla="*/ 28 h 28"/>
                <a:gd name="T22" fmla="*/ 20 w 28"/>
                <a:gd name="T23" fmla="*/ 27 h 28"/>
                <a:gd name="T24" fmla="*/ 24 w 28"/>
                <a:gd name="T25" fmla="*/ 24 h 28"/>
                <a:gd name="T26" fmla="*/ 27 w 28"/>
                <a:gd name="T27" fmla="*/ 19 h 28"/>
                <a:gd name="T28" fmla="*/ 28 w 28"/>
                <a:gd name="T29" fmla="*/ 14 h 28"/>
                <a:gd name="T30" fmla="*/ 27 w 28"/>
                <a:gd name="T31" fmla="*/ 9 h 28"/>
                <a:gd name="T32" fmla="*/ 24 w 28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8">
                  <a:moveTo>
                    <a:pt x="24" y="4"/>
                  </a:moveTo>
                  <a:lnTo>
                    <a:pt x="20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5" y="4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19"/>
                  </a:lnTo>
                  <a:lnTo>
                    <a:pt x="5" y="24"/>
                  </a:lnTo>
                  <a:lnTo>
                    <a:pt x="9" y="27"/>
                  </a:lnTo>
                  <a:lnTo>
                    <a:pt x="14" y="28"/>
                  </a:lnTo>
                  <a:lnTo>
                    <a:pt x="20" y="27"/>
                  </a:lnTo>
                  <a:lnTo>
                    <a:pt x="24" y="24"/>
                  </a:lnTo>
                  <a:lnTo>
                    <a:pt x="27" y="19"/>
                  </a:lnTo>
                  <a:lnTo>
                    <a:pt x="28" y="14"/>
                  </a:lnTo>
                  <a:lnTo>
                    <a:pt x="27" y="9"/>
                  </a:ln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233">
              <a:extLst>
                <a:ext uri="{FF2B5EF4-FFF2-40B4-BE49-F238E27FC236}">
                  <a16:creationId xmlns:a16="http://schemas.microsoft.com/office/drawing/2014/main" id="{F3351E3C-F859-4EC0-A03F-A416A9B48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9889" y="4973638"/>
              <a:ext cx="107950" cy="107950"/>
            </a:xfrm>
            <a:custGeom>
              <a:avLst/>
              <a:gdLst>
                <a:gd name="T0" fmla="*/ 191 w 205"/>
                <a:gd name="T1" fmla="*/ 0 h 205"/>
                <a:gd name="T2" fmla="*/ 170 w 205"/>
                <a:gd name="T3" fmla="*/ 0 h 205"/>
                <a:gd name="T4" fmla="*/ 164 w 205"/>
                <a:gd name="T5" fmla="*/ 1 h 205"/>
                <a:gd name="T6" fmla="*/ 160 w 205"/>
                <a:gd name="T7" fmla="*/ 4 h 205"/>
                <a:gd name="T8" fmla="*/ 157 w 205"/>
                <a:gd name="T9" fmla="*/ 9 h 205"/>
                <a:gd name="T10" fmla="*/ 156 w 205"/>
                <a:gd name="T11" fmla="*/ 14 h 205"/>
                <a:gd name="T12" fmla="*/ 157 w 205"/>
                <a:gd name="T13" fmla="*/ 19 h 205"/>
                <a:gd name="T14" fmla="*/ 160 w 205"/>
                <a:gd name="T15" fmla="*/ 24 h 205"/>
                <a:gd name="T16" fmla="*/ 164 w 205"/>
                <a:gd name="T17" fmla="*/ 27 h 205"/>
                <a:gd name="T18" fmla="*/ 170 w 205"/>
                <a:gd name="T19" fmla="*/ 28 h 205"/>
                <a:gd name="T20" fmla="*/ 177 w 205"/>
                <a:gd name="T21" fmla="*/ 28 h 205"/>
                <a:gd name="T22" fmla="*/ 177 w 205"/>
                <a:gd name="T23" fmla="*/ 177 h 205"/>
                <a:gd name="T24" fmla="*/ 27 w 205"/>
                <a:gd name="T25" fmla="*/ 177 h 205"/>
                <a:gd name="T26" fmla="*/ 27 w 205"/>
                <a:gd name="T27" fmla="*/ 28 h 205"/>
                <a:gd name="T28" fmla="*/ 46 w 205"/>
                <a:gd name="T29" fmla="*/ 28 h 205"/>
                <a:gd name="T30" fmla="*/ 52 w 205"/>
                <a:gd name="T31" fmla="*/ 27 h 205"/>
                <a:gd name="T32" fmla="*/ 56 w 205"/>
                <a:gd name="T33" fmla="*/ 24 h 205"/>
                <a:gd name="T34" fmla="*/ 59 w 205"/>
                <a:gd name="T35" fmla="*/ 19 h 205"/>
                <a:gd name="T36" fmla="*/ 60 w 205"/>
                <a:gd name="T37" fmla="*/ 14 h 205"/>
                <a:gd name="T38" fmla="*/ 59 w 205"/>
                <a:gd name="T39" fmla="*/ 9 h 205"/>
                <a:gd name="T40" fmla="*/ 56 w 205"/>
                <a:gd name="T41" fmla="*/ 4 h 205"/>
                <a:gd name="T42" fmla="*/ 52 w 205"/>
                <a:gd name="T43" fmla="*/ 1 h 205"/>
                <a:gd name="T44" fmla="*/ 46 w 205"/>
                <a:gd name="T45" fmla="*/ 0 h 205"/>
                <a:gd name="T46" fmla="*/ 14 w 205"/>
                <a:gd name="T47" fmla="*/ 0 h 205"/>
                <a:gd name="T48" fmla="*/ 8 w 205"/>
                <a:gd name="T49" fmla="*/ 1 h 205"/>
                <a:gd name="T50" fmla="*/ 3 w 205"/>
                <a:gd name="T51" fmla="*/ 4 h 205"/>
                <a:gd name="T52" fmla="*/ 1 w 205"/>
                <a:gd name="T53" fmla="*/ 9 h 205"/>
                <a:gd name="T54" fmla="*/ 0 w 205"/>
                <a:gd name="T55" fmla="*/ 14 h 205"/>
                <a:gd name="T56" fmla="*/ 0 w 205"/>
                <a:gd name="T57" fmla="*/ 191 h 205"/>
                <a:gd name="T58" fmla="*/ 1 w 205"/>
                <a:gd name="T59" fmla="*/ 197 h 205"/>
                <a:gd name="T60" fmla="*/ 3 w 205"/>
                <a:gd name="T61" fmla="*/ 201 h 205"/>
                <a:gd name="T62" fmla="*/ 8 w 205"/>
                <a:gd name="T63" fmla="*/ 204 h 205"/>
                <a:gd name="T64" fmla="*/ 14 w 205"/>
                <a:gd name="T65" fmla="*/ 205 h 205"/>
                <a:gd name="T66" fmla="*/ 191 w 205"/>
                <a:gd name="T67" fmla="*/ 205 h 205"/>
                <a:gd name="T68" fmla="*/ 196 w 205"/>
                <a:gd name="T69" fmla="*/ 204 h 205"/>
                <a:gd name="T70" fmla="*/ 201 w 205"/>
                <a:gd name="T71" fmla="*/ 201 h 205"/>
                <a:gd name="T72" fmla="*/ 204 w 205"/>
                <a:gd name="T73" fmla="*/ 197 h 205"/>
                <a:gd name="T74" fmla="*/ 205 w 205"/>
                <a:gd name="T75" fmla="*/ 191 h 205"/>
                <a:gd name="T76" fmla="*/ 205 w 205"/>
                <a:gd name="T77" fmla="*/ 14 h 205"/>
                <a:gd name="T78" fmla="*/ 204 w 205"/>
                <a:gd name="T79" fmla="*/ 9 h 205"/>
                <a:gd name="T80" fmla="*/ 201 w 205"/>
                <a:gd name="T81" fmla="*/ 4 h 205"/>
                <a:gd name="T82" fmla="*/ 196 w 205"/>
                <a:gd name="T83" fmla="*/ 1 h 205"/>
                <a:gd name="T84" fmla="*/ 191 w 205"/>
                <a:gd name="T8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05">
                  <a:moveTo>
                    <a:pt x="191" y="0"/>
                  </a:moveTo>
                  <a:lnTo>
                    <a:pt x="170" y="0"/>
                  </a:lnTo>
                  <a:lnTo>
                    <a:pt x="164" y="1"/>
                  </a:lnTo>
                  <a:lnTo>
                    <a:pt x="160" y="4"/>
                  </a:lnTo>
                  <a:lnTo>
                    <a:pt x="157" y="9"/>
                  </a:lnTo>
                  <a:lnTo>
                    <a:pt x="156" y="14"/>
                  </a:lnTo>
                  <a:lnTo>
                    <a:pt x="157" y="19"/>
                  </a:lnTo>
                  <a:lnTo>
                    <a:pt x="160" y="24"/>
                  </a:lnTo>
                  <a:lnTo>
                    <a:pt x="164" y="27"/>
                  </a:lnTo>
                  <a:lnTo>
                    <a:pt x="170" y="28"/>
                  </a:lnTo>
                  <a:lnTo>
                    <a:pt x="177" y="28"/>
                  </a:lnTo>
                  <a:lnTo>
                    <a:pt x="177" y="177"/>
                  </a:lnTo>
                  <a:lnTo>
                    <a:pt x="27" y="177"/>
                  </a:lnTo>
                  <a:lnTo>
                    <a:pt x="27" y="28"/>
                  </a:lnTo>
                  <a:lnTo>
                    <a:pt x="46" y="28"/>
                  </a:lnTo>
                  <a:lnTo>
                    <a:pt x="52" y="27"/>
                  </a:lnTo>
                  <a:lnTo>
                    <a:pt x="56" y="24"/>
                  </a:lnTo>
                  <a:lnTo>
                    <a:pt x="59" y="19"/>
                  </a:lnTo>
                  <a:lnTo>
                    <a:pt x="60" y="14"/>
                  </a:lnTo>
                  <a:lnTo>
                    <a:pt x="59" y="9"/>
                  </a:lnTo>
                  <a:lnTo>
                    <a:pt x="56" y="4"/>
                  </a:lnTo>
                  <a:lnTo>
                    <a:pt x="52" y="1"/>
                  </a:lnTo>
                  <a:lnTo>
                    <a:pt x="46" y="0"/>
                  </a:lnTo>
                  <a:lnTo>
                    <a:pt x="14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1" y="9"/>
                  </a:lnTo>
                  <a:lnTo>
                    <a:pt x="0" y="14"/>
                  </a:lnTo>
                  <a:lnTo>
                    <a:pt x="0" y="191"/>
                  </a:lnTo>
                  <a:lnTo>
                    <a:pt x="1" y="197"/>
                  </a:lnTo>
                  <a:lnTo>
                    <a:pt x="3" y="201"/>
                  </a:lnTo>
                  <a:lnTo>
                    <a:pt x="8" y="204"/>
                  </a:lnTo>
                  <a:lnTo>
                    <a:pt x="14" y="205"/>
                  </a:lnTo>
                  <a:lnTo>
                    <a:pt x="191" y="205"/>
                  </a:lnTo>
                  <a:lnTo>
                    <a:pt x="196" y="204"/>
                  </a:lnTo>
                  <a:lnTo>
                    <a:pt x="201" y="201"/>
                  </a:lnTo>
                  <a:lnTo>
                    <a:pt x="204" y="197"/>
                  </a:lnTo>
                  <a:lnTo>
                    <a:pt x="205" y="191"/>
                  </a:lnTo>
                  <a:lnTo>
                    <a:pt x="205" y="14"/>
                  </a:lnTo>
                  <a:lnTo>
                    <a:pt x="204" y="9"/>
                  </a:lnTo>
                  <a:lnTo>
                    <a:pt x="201" y="4"/>
                  </a:lnTo>
                  <a:lnTo>
                    <a:pt x="196" y="1"/>
                  </a:lnTo>
                  <a:lnTo>
                    <a:pt x="1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234">
              <a:extLst>
                <a:ext uri="{FF2B5EF4-FFF2-40B4-BE49-F238E27FC236}">
                  <a16:creationId xmlns:a16="http://schemas.microsoft.com/office/drawing/2014/main" id="{CA7FAA31-8310-4D77-8D96-26078AD6C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6051" y="4800601"/>
              <a:ext cx="14288" cy="14288"/>
            </a:xfrm>
            <a:custGeom>
              <a:avLst/>
              <a:gdLst>
                <a:gd name="T0" fmla="*/ 24 w 28"/>
                <a:gd name="T1" fmla="*/ 3 h 26"/>
                <a:gd name="T2" fmla="*/ 20 w 28"/>
                <a:gd name="T3" fmla="*/ 1 h 26"/>
                <a:gd name="T4" fmla="*/ 14 w 28"/>
                <a:gd name="T5" fmla="*/ 0 h 26"/>
                <a:gd name="T6" fmla="*/ 9 w 28"/>
                <a:gd name="T7" fmla="*/ 1 h 26"/>
                <a:gd name="T8" fmla="*/ 5 w 28"/>
                <a:gd name="T9" fmla="*/ 3 h 26"/>
                <a:gd name="T10" fmla="*/ 2 w 28"/>
                <a:gd name="T11" fmla="*/ 8 h 26"/>
                <a:gd name="T12" fmla="*/ 0 w 28"/>
                <a:gd name="T13" fmla="*/ 14 h 26"/>
                <a:gd name="T14" fmla="*/ 2 w 28"/>
                <a:gd name="T15" fmla="*/ 19 h 26"/>
                <a:gd name="T16" fmla="*/ 5 w 28"/>
                <a:gd name="T17" fmla="*/ 23 h 26"/>
                <a:gd name="T18" fmla="*/ 9 w 28"/>
                <a:gd name="T19" fmla="*/ 25 h 26"/>
                <a:gd name="T20" fmla="*/ 14 w 28"/>
                <a:gd name="T21" fmla="*/ 26 h 26"/>
                <a:gd name="T22" fmla="*/ 20 w 28"/>
                <a:gd name="T23" fmla="*/ 26 h 26"/>
                <a:gd name="T24" fmla="*/ 24 w 28"/>
                <a:gd name="T25" fmla="*/ 23 h 26"/>
                <a:gd name="T26" fmla="*/ 27 w 28"/>
                <a:gd name="T27" fmla="*/ 19 h 26"/>
                <a:gd name="T28" fmla="*/ 28 w 28"/>
                <a:gd name="T29" fmla="*/ 14 h 26"/>
                <a:gd name="T30" fmla="*/ 27 w 28"/>
                <a:gd name="T31" fmla="*/ 8 h 26"/>
                <a:gd name="T32" fmla="*/ 24 w 28"/>
                <a:gd name="T33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6">
                  <a:moveTo>
                    <a:pt x="24" y="3"/>
                  </a:moveTo>
                  <a:lnTo>
                    <a:pt x="20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2" y="19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14" y="26"/>
                  </a:lnTo>
                  <a:lnTo>
                    <a:pt x="20" y="26"/>
                  </a:lnTo>
                  <a:lnTo>
                    <a:pt x="24" y="23"/>
                  </a:lnTo>
                  <a:lnTo>
                    <a:pt x="27" y="19"/>
                  </a:lnTo>
                  <a:lnTo>
                    <a:pt x="28" y="14"/>
                  </a:lnTo>
                  <a:lnTo>
                    <a:pt x="27" y="8"/>
                  </a:lnTo>
                  <a:lnTo>
                    <a:pt x="2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 235">
              <a:extLst>
                <a:ext uri="{FF2B5EF4-FFF2-40B4-BE49-F238E27FC236}">
                  <a16:creationId xmlns:a16="http://schemas.microsoft.com/office/drawing/2014/main" id="{EE7ACDDB-2BBA-4F76-B96E-CAB7A4759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1601" y="4705351"/>
              <a:ext cx="109538" cy="109538"/>
            </a:xfrm>
            <a:custGeom>
              <a:avLst/>
              <a:gdLst>
                <a:gd name="T0" fmla="*/ 192 w 206"/>
                <a:gd name="T1" fmla="*/ 0 h 205"/>
                <a:gd name="T2" fmla="*/ 14 w 206"/>
                <a:gd name="T3" fmla="*/ 0 h 205"/>
                <a:gd name="T4" fmla="*/ 8 w 206"/>
                <a:gd name="T5" fmla="*/ 1 h 205"/>
                <a:gd name="T6" fmla="*/ 4 w 206"/>
                <a:gd name="T7" fmla="*/ 5 h 205"/>
                <a:gd name="T8" fmla="*/ 2 w 206"/>
                <a:gd name="T9" fmla="*/ 9 h 205"/>
                <a:gd name="T10" fmla="*/ 0 w 206"/>
                <a:gd name="T11" fmla="*/ 14 h 205"/>
                <a:gd name="T12" fmla="*/ 0 w 206"/>
                <a:gd name="T13" fmla="*/ 193 h 205"/>
                <a:gd name="T14" fmla="*/ 2 w 206"/>
                <a:gd name="T15" fmla="*/ 198 h 205"/>
                <a:gd name="T16" fmla="*/ 4 w 206"/>
                <a:gd name="T17" fmla="*/ 202 h 205"/>
                <a:gd name="T18" fmla="*/ 8 w 206"/>
                <a:gd name="T19" fmla="*/ 204 h 205"/>
                <a:gd name="T20" fmla="*/ 14 w 206"/>
                <a:gd name="T21" fmla="*/ 205 h 205"/>
                <a:gd name="T22" fmla="*/ 35 w 206"/>
                <a:gd name="T23" fmla="*/ 205 h 205"/>
                <a:gd name="T24" fmla="*/ 40 w 206"/>
                <a:gd name="T25" fmla="*/ 204 h 205"/>
                <a:gd name="T26" fmla="*/ 45 w 206"/>
                <a:gd name="T27" fmla="*/ 202 h 205"/>
                <a:gd name="T28" fmla="*/ 48 w 206"/>
                <a:gd name="T29" fmla="*/ 198 h 205"/>
                <a:gd name="T30" fmla="*/ 49 w 206"/>
                <a:gd name="T31" fmla="*/ 193 h 205"/>
                <a:gd name="T32" fmla="*/ 48 w 206"/>
                <a:gd name="T33" fmla="*/ 187 h 205"/>
                <a:gd name="T34" fmla="*/ 45 w 206"/>
                <a:gd name="T35" fmla="*/ 182 h 205"/>
                <a:gd name="T36" fmla="*/ 40 w 206"/>
                <a:gd name="T37" fmla="*/ 180 h 205"/>
                <a:gd name="T38" fmla="*/ 35 w 206"/>
                <a:gd name="T39" fmla="*/ 179 h 205"/>
                <a:gd name="T40" fmla="*/ 28 w 206"/>
                <a:gd name="T41" fmla="*/ 179 h 205"/>
                <a:gd name="T42" fmla="*/ 28 w 206"/>
                <a:gd name="T43" fmla="*/ 28 h 205"/>
                <a:gd name="T44" fmla="*/ 178 w 206"/>
                <a:gd name="T45" fmla="*/ 28 h 205"/>
                <a:gd name="T46" fmla="*/ 178 w 206"/>
                <a:gd name="T47" fmla="*/ 179 h 205"/>
                <a:gd name="T48" fmla="*/ 160 w 206"/>
                <a:gd name="T49" fmla="*/ 179 h 205"/>
                <a:gd name="T50" fmla="*/ 154 w 206"/>
                <a:gd name="T51" fmla="*/ 180 h 205"/>
                <a:gd name="T52" fmla="*/ 150 w 206"/>
                <a:gd name="T53" fmla="*/ 182 h 205"/>
                <a:gd name="T54" fmla="*/ 147 w 206"/>
                <a:gd name="T55" fmla="*/ 187 h 205"/>
                <a:gd name="T56" fmla="*/ 146 w 206"/>
                <a:gd name="T57" fmla="*/ 193 h 205"/>
                <a:gd name="T58" fmla="*/ 147 w 206"/>
                <a:gd name="T59" fmla="*/ 198 h 205"/>
                <a:gd name="T60" fmla="*/ 150 w 206"/>
                <a:gd name="T61" fmla="*/ 202 h 205"/>
                <a:gd name="T62" fmla="*/ 154 w 206"/>
                <a:gd name="T63" fmla="*/ 204 h 205"/>
                <a:gd name="T64" fmla="*/ 160 w 206"/>
                <a:gd name="T65" fmla="*/ 205 h 205"/>
                <a:gd name="T66" fmla="*/ 192 w 206"/>
                <a:gd name="T67" fmla="*/ 205 h 205"/>
                <a:gd name="T68" fmla="*/ 197 w 206"/>
                <a:gd name="T69" fmla="*/ 204 h 205"/>
                <a:gd name="T70" fmla="*/ 201 w 206"/>
                <a:gd name="T71" fmla="*/ 202 h 205"/>
                <a:gd name="T72" fmla="*/ 205 w 206"/>
                <a:gd name="T73" fmla="*/ 198 h 205"/>
                <a:gd name="T74" fmla="*/ 206 w 206"/>
                <a:gd name="T75" fmla="*/ 193 h 205"/>
                <a:gd name="T76" fmla="*/ 206 w 206"/>
                <a:gd name="T77" fmla="*/ 14 h 205"/>
                <a:gd name="T78" fmla="*/ 205 w 206"/>
                <a:gd name="T79" fmla="*/ 9 h 205"/>
                <a:gd name="T80" fmla="*/ 201 w 206"/>
                <a:gd name="T81" fmla="*/ 5 h 205"/>
                <a:gd name="T82" fmla="*/ 197 w 206"/>
                <a:gd name="T83" fmla="*/ 1 h 205"/>
                <a:gd name="T84" fmla="*/ 192 w 206"/>
                <a:gd name="T8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6" h="205">
                  <a:moveTo>
                    <a:pt x="192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4" y="5"/>
                  </a:lnTo>
                  <a:lnTo>
                    <a:pt x="2" y="9"/>
                  </a:lnTo>
                  <a:lnTo>
                    <a:pt x="0" y="14"/>
                  </a:lnTo>
                  <a:lnTo>
                    <a:pt x="0" y="193"/>
                  </a:lnTo>
                  <a:lnTo>
                    <a:pt x="2" y="198"/>
                  </a:lnTo>
                  <a:lnTo>
                    <a:pt x="4" y="202"/>
                  </a:lnTo>
                  <a:lnTo>
                    <a:pt x="8" y="204"/>
                  </a:lnTo>
                  <a:lnTo>
                    <a:pt x="14" y="205"/>
                  </a:lnTo>
                  <a:lnTo>
                    <a:pt x="35" y="205"/>
                  </a:lnTo>
                  <a:lnTo>
                    <a:pt x="40" y="204"/>
                  </a:lnTo>
                  <a:lnTo>
                    <a:pt x="45" y="202"/>
                  </a:lnTo>
                  <a:lnTo>
                    <a:pt x="48" y="198"/>
                  </a:lnTo>
                  <a:lnTo>
                    <a:pt x="49" y="193"/>
                  </a:lnTo>
                  <a:lnTo>
                    <a:pt x="48" y="187"/>
                  </a:lnTo>
                  <a:lnTo>
                    <a:pt x="45" y="182"/>
                  </a:lnTo>
                  <a:lnTo>
                    <a:pt x="40" y="180"/>
                  </a:lnTo>
                  <a:lnTo>
                    <a:pt x="35" y="179"/>
                  </a:lnTo>
                  <a:lnTo>
                    <a:pt x="28" y="179"/>
                  </a:lnTo>
                  <a:lnTo>
                    <a:pt x="28" y="28"/>
                  </a:lnTo>
                  <a:lnTo>
                    <a:pt x="178" y="28"/>
                  </a:lnTo>
                  <a:lnTo>
                    <a:pt x="178" y="179"/>
                  </a:lnTo>
                  <a:lnTo>
                    <a:pt x="160" y="179"/>
                  </a:lnTo>
                  <a:lnTo>
                    <a:pt x="154" y="180"/>
                  </a:lnTo>
                  <a:lnTo>
                    <a:pt x="150" y="182"/>
                  </a:lnTo>
                  <a:lnTo>
                    <a:pt x="147" y="187"/>
                  </a:lnTo>
                  <a:lnTo>
                    <a:pt x="146" y="193"/>
                  </a:lnTo>
                  <a:lnTo>
                    <a:pt x="147" y="198"/>
                  </a:lnTo>
                  <a:lnTo>
                    <a:pt x="150" y="202"/>
                  </a:lnTo>
                  <a:lnTo>
                    <a:pt x="154" y="204"/>
                  </a:lnTo>
                  <a:lnTo>
                    <a:pt x="160" y="205"/>
                  </a:lnTo>
                  <a:lnTo>
                    <a:pt x="192" y="205"/>
                  </a:lnTo>
                  <a:lnTo>
                    <a:pt x="197" y="204"/>
                  </a:lnTo>
                  <a:lnTo>
                    <a:pt x="201" y="202"/>
                  </a:lnTo>
                  <a:lnTo>
                    <a:pt x="205" y="198"/>
                  </a:lnTo>
                  <a:lnTo>
                    <a:pt x="206" y="193"/>
                  </a:lnTo>
                  <a:lnTo>
                    <a:pt x="206" y="14"/>
                  </a:lnTo>
                  <a:lnTo>
                    <a:pt x="205" y="9"/>
                  </a:lnTo>
                  <a:lnTo>
                    <a:pt x="201" y="5"/>
                  </a:lnTo>
                  <a:lnTo>
                    <a:pt x="197" y="1"/>
                  </a:lnTo>
                  <a:lnTo>
                    <a:pt x="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" name="Graphic 562">
            <a:extLst>
              <a:ext uri="{FF2B5EF4-FFF2-40B4-BE49-F238E27FC236}">
                <a16:creationId xmlns:a16="http://schemas.microsoft.com/office/drawing/2014/main" id="{2BCAC36E-DB9C-44E2-B11E-0D0BD377964F}"/>
              </a:ext>
            </a:extLst>
          </p:cNvPr>
          <p:cNvSpPr/>
          <p:nvPr/>
        </p:nvSpPr>
        <p:spPr>
          <a:xfrm>
            <a:off x="5943771" y="3120564"/>
            <a:ext cx="396521" cy="396521"/>
          </a:xfrm>
          <a:custGeom>
            <a:avLst/>
            <a:gdLst>
              <a:gd name="connsiteX0" fmla="*/ 361671 w 396521"/>
              <a:gd name="connsiteY0" fmla="*/ 93709 h 396521"/>
              <a:gd name="connsiteX1" fmla="*/ 326820 w 396521"/>
              <a:gd name="connsiteY1" fmla="*/ 128560 h 396521"/>
              <a:gd name="connsiteX2" fmla="*/ 326820 w 396521"/>
              <a:gd name="connsiteY2" fmla="*/ 175806 h 396521"/>
              <a:gd name="connsiteX3" fmla="*/ 303694 w 396521"/>
              <a:gd name="connsiteY3" fmla="*/ 175766 h 396521"/>
              <a:gd name="connsiteX4" fmla="*/ 244902 w 396521"/>
              <a:gd name="connsiteY4" fmla="*/ 115490 h 396521"/>
              <a:gd name="connsiteX5" fmla="*/ 209877 w 396521"/>
              <a:gd name="connsiteY5" fmla="*/ 128768 h 396521"/>
              <a:gd name="connsiteX6" fmla="*/ 209877 w 396521"/>
              <a:gd name="connsiteY6" fmla="*/ 92935 h 396521"/>
              <a:gd name="connsiteX7" fmla="*/ 221494 w 396521"/>
              <a:gd name="connsiteY7" fmla="*/ 92935 h 396521"/>
              <a:gd name="connsiteX8" fmla="*/ 262859 w 396521"/>
              <a:gd name="connsiteY8" fmla="*/ 76015 h 396521"/>
              <a:gd name="connsiteX9" fmla="*/ 280353 w 396521"/>
              <a:gd name="connsiteY9" fmla="*/ 34850 h 396521"/>
              <a:gd name="connsiteX10" fmla="*/ 280353 w 396521"/>
              <a:gd name="connsiteY10" fmla="*/ 11617 h 396521"/>
              <a:gd name="connsiteX11" fmla="*/ 268736 w 396521"/>
              <a:gd name="connsiteY11" fmla="*/ 0 h 396521"/>
              <a:gd name="connsiteX12" fmla="*/ 244728 w 396521"/>
              <a:gd name="connsiteY12" fmla="*/ 0 h 396521"/>
              <a:gd name="connsiteX13" fmla="*/ 198144 w 396521"/>
              <a:gd name="connsiteY13" fmla="*/ 23430 h 396521"/>
              <a:gd name="connsiteX14" fmla="*/ 192384 w 396521"/>
              <a:gd name="connsiteY14" fmla="*/ 16920 h 396521"/>
              <a:gd name="connsiteX15" fmla="*/ 151019 w 396521"/>
              <a:gd name="connsiteY15" fmla="*/ 0 h 396521"/>
              <a:gd name="connsiteX16" fmla="*/ 127785 w 396521"/>
              <a:gd name="connsiteY16" fmla="*/ 0 h 396521"/>
              <a:gd name="connsiteX17" fmla="*/ 116168 w 396521"/>
              <a:gd name="connsiteY17" fmla="*/ 11617 h 396521"/>
              <a:gd name="connsiteX18" fmla="*/ 116168 w 396521"/>
              <a:gd name="connsiteY18" fmla="*/ 34850 h 396521"/>
              <a:gd name="connsiteX19" fmla="*/ 133662 w 396521"/>
              <a:gd name="connsiteY19" fmla="*/ 76015 h 396521"/>
              <a:gd name="connsiteX20" fmla="*/ 175027 w 396521"/>
              <a:gd name="connsiteY20" fmla="*/ 92935 h 396521"/>
              <a:gd name="connsiteX21" fmla="*/ 186644 w 396521"/>
              <a:gd name="connsiteY21" fmla="*/ 92935 h 396521"/>
              <a:gd name="connsiteX22" fmla="*/ 186644 w 396521"/>
              <a:gd name="connsiteY22" fmla="*/ 128470 h 396521"/>
              <a:gd name="connsiteX23" fmla="*/ 151967 w 396521"/>
              <a:gd name="connsiteY23" fmla="*/ 115491 h 396521"/>
              <a:gd name="connsiteX24" fmla="*/ 93172 w 396521"/>
              <a:gd name="connsiteY24" fmla="*/ 175897 h 396521"/>
              <a:gd name="connsiteX25" fmla="*/ 69701 w 396521"/>
              <a:gd name="connsiteY25" fmla="*/ 175806 h 396521"/>
              <a:gd name="connsiteX26" fmla="*/ 69701 w 396521"/>
              <a:gd name="connsiteY26" fmla="*/ 128560 h 396521"/>
              <a:gd name="connsiteX27" fmla="*/ 34850 w 396521"/>
              <a:gd name="connsiteY27" fmla="*/ 93709 h 396521"/>
              <a:gd name="connsiteX28" fmla="*/ 0 w 396521"/>
              <a:gd name="connsiteY28" fmla="*/ 128560 h 396521"/>
              <a:gd name="connsiteX29" fmla="*/ 0 w 396521"/>
              <a:gd name="connsiteY29" fmla="*/ 235879 h 396521"/>
              <a:gd name="connsiteX30" fmla="*/ 10207 w 396521"/>
              <a:gd name="connsiteY30" fmla="*/ 260521 h 396521"/>
              <a:gd name="connsiteX31" fmla="*/ 46467 w 396521"/>
              <a:gd name="connsiteY31" fmla="*/ 296781 h 396521"/>
              <a:gd name="connsiteX32" fmla="*/ 46467 w 396521"/>
              <a:gd name="connsiteY32" fmla="*/ 328393 h 396521"/>
              <a:gd name="connsiteX33" fmla="*/ 23234 w 396521"/>
              <a:gd name="connsiteY33" fmla="*/ 360170 h 396521"/>
              <a:gd name="connsiteX34" fmla="*/ 23234 w 396521"/>
              <a:gd name="connsiteY34" fmla="*/ 363171 h 396521"/>
              <a:gd name="connsiteX35" fmla="*/ 56584 w 396521"/>
              <a:gd name="connsiteY35" fmla="*/ 396521 h 396521"/>
              <a:gd name="connsiteX36" fmla="*/ 176528 w 396521"/>
              <a:gd name="connsiteY36" fmla="*/ 396521 h 396521"/>
              <a:gd name="connsiteX37" fmla="*/ 198261 w 396521"/>
              <a:gd name="connsiteY37" fmla="*/ 388435 h 396521"/>
              <a:gd name="connsiteX38" fmla="*/ 219995 w 396521"/>
              <a:gd name="connsiteY38" fmla="*/ 396521 h 396521"/>
              <a:gd name="connsiteX39" fmla="*/ 339939 w 396521"/>
              <a:gd name="connsiteY39" fmla="*/ 396521 h 396521"/>
              <a:gd name="connsiteX40" fmla="*/ 373287 w 396521"/>
              <a:gd name="connsiteY40" fmla="*/ 363171 h 396521"/>
              <a:gd name="connsiteX41" fmla="*/ 373287 w 396521"/>
              <a:gd name="connsiteY41" fmla="*/ 360170 h 396521"/>
              <a:gd name="connsiteX42" fmla="*/ 350054 w 396521"/>
              <a:gd name="connsiteY42" fmla="*/ 328394 h 396521"/>
              <a:gd name="connsiteX43" fmla="*/ 350054 w 396521"/>
              <a:gd name="connsiteY43" fmla="*/ 296782 h 396521"/>
              <a:gd name="connsiteX44" fmla="*/ 386313 w 396521"/>
              <a:gd name="connsiteY44" fmla="*/ 260522 h 396521"/>
              <a:gd name="connsiteX45" fmla="*/ 396521 w 396521"/>
              <a:gd name="connsiteY45" fmla="*/ 235880 h 396521"/>
              <a:gd name="connsiteX46" fmla="*/ 396521 w 396521"/>
              <a:gd name="connsiteY46" fmla="*/ 128560 h 396521"/>
              <a:gd name="connsiteX47" fmla="*/ 361671 w 396521"/>
              <a:gd name="connsiteY47" fmla="*/ 93709 h 396521"/>
              <a:gd name="connsiteX48" fmla="*/ 209877 w 396521"/>
              <a:gd name="connsiteY48" fmla="*/ 58084 h 396521"/>
              <a:gd name="connsiteX49" fmla="*/ 244728 w 396521"/>
              <a:gd name="connsiteY49" fmla="*/ 23234 h 396521"/>
              <a:gd name="connsiteX50" fmla="*/ 257119 w 396521"/>
              <a:gd name="connsiteY50" fmla="*/ 23234 h 396521"/>
              <a:gd name="connsiteX51" fmla="*/ 257119 w 396521"/>
              <a:gd name="connsiteY51" fmla="*/ 34850 h 396521"/>
              <a:gd name="connsiteX52" fmla="*/ 221494 w 396521"/>
              <a:gd name="connsiteY52" fmla="*/ 69701 h 396521"/>
              <a:gd name="connsiteX53" fmla="*/ 209877 w 396521"/>
              <a:gd name="connsiteY53" fmla="*/ 69701 h 396521"/>
              <a:gd name="connsiteX54" fmla="*/ 209877 w 396521"/>
              <a:gd name="connsiteY54" fmla="*/ 58084 h 396521"/>
              <a:gd name="connsiteX55" fmla="*/ 175027 w 396521"/>
              <a:gd name="connsiteY55" fmla="*/ 69701 h 396521"/>
              <a:gd name="connsiteX56" fmla="*/ 139402 w 396521"/>
              <a:gd name="connsiteY56" fmla="*/ 34850 h 396521"/>
              <a:gd name="connsiteX57" fmla="*/ 139402 w 396521"/>
              <a:gd name="connsiteY57" fmla="*/ 23234 h 396521"/>
              <a:gd name="connsiteX58" fmla="*/ 151019 w 396521"/>
              <a:gd name="connsiteY58" fmla="*/ 23234 h 396521"/>
              <a:gd name="connsiteX59" fmla="*/ 186644 w 396521"/>
              <a:gd name="connsiteY59" fmla="*/ 58084 h 396521"/>
              <a:gd name="connsiteX60" fmla="*/ 186644 w 396521"/>
              <a:gd name="connsiteY60" fmla="*/ 69701 h 396521"/>
              <a:gd name="connsiteX61" fmla="*/ 175027 w 396521"/>
              <a:gd name="connsiteY61" fmla="*/ 69701 h 396521"/>
              <a:gd name="connsiteX62" fmla="*/ 151967 w 396521"/>
              <a:gd name="connsiteY62" fmla="*/ 138724 h 396521"/>
              <a:gd name="connsiteX63" fmla="*/ 178568 w 396521"/>
              <a:gd name="connsiteY63" fmla="*/ 153974 h 396521"/>
              <a:gd name="connsiteX64" fmla="*/ 186767 w 396521"/>
              <a:gd name="connsiteY64" fmla="*/ 170141 h 396521"/>
              <a:gd name="connsiteX65" fmla="*/ 209641 w 396521"/>
              <a:gd name="connsiteY65" fmla="*/ 171601 h 396521"/>
              <a:gd name="connsiteX66" fmla="*/ 218303 w 396521"/>
              <a:gd name="connsiteY66" fmla="*/ 153973 h 396521"/>
              <a:gd name="connsiteX67" fmla="*/ 244903 w 396521"/>
              <a:gd name="connsiteY67" fmla="*/ 138723 h 396521"/>
              <a:gd name="connsiteX68" fmla="*/ 280528 w 396521"/>
              <a:gd name="connsiteY68" fmla="*/ 178807 h 396521"/>
              <a:gd name="connsiteX69" fmla="*/ 275968 w 396521"/>
              <a:gd name="connsiteY69" fmla="*/ 198410 h 396521"/>
              <a:gd name="connsiteX70" fmla="*/ 223846 w 396521"/>
              <a:gd name="connsiteY70" fmla="*/ 252000 h 396521"/>
              <a:gd name="connsiteX71" fmla="*/ 196810 w 396521"/>
              <a:gd name="connsiteY71" fmla="*/ 275127 h 396521"/>
              <a:gd name="connsiteX72" fmla="*/ 176019 w 396521"/>
              <a:gd name="connsiteY72" fmla="*/ 257343 h 396521"/>
              <a:gd name="connsiteX73" fmla="*/ 121109 w 396521"/>
              <a:gd name="connsiteY73" fmla="*/ 198956 h 396521"/>
              <a:gd name="connsiteX74" fmla="*/ 116344 w 396521"/>
              <a:gd name="connsiteY74" fmla="*/ 178808 h 396521"/>
              <a:gd name="connsiteX75" fmla="*/ 151967 w 396521"/>
              <a:gd name="connsiteY75" fmla="*/ 138724 h 396521"/>
              <a:gd name="connsiteX76" fmla="*/ 26636 w 396521"/>
              <a:gd name="connsiteY76" fmla="*/ 244093 h 396521"/>
              <a:gd name="connsiteX77" fmla="*/ 23234 w 396521"/>
              <a:gd name="connsiteY77" fmla="*/ 235879 h 396521"/>
              <a:gd name="connsiteX78" fmla="*/ 23234 w 396521"/>
              <a:gd name="connsiteY78" fmla="*/ 128560 h 396521"/>
              <a:gd name="connsiteX79" fmla="*/ 34850 w 396521"/>
              <a:gd name="connsiteY79" fmla="*/ 116943 h 396521"/>
              <a:gd name="connsiteX80" fmla="*/ 46467 w 396521"/>
              <a:gd name="connsiteY80" fmla="*/ 128560 h 396521"/>
              <a:gd name="connsiteX81" fmla="*/ 46467 w 396521"/>
              <a:gd name="connsiteY81" fmla="*/ 208682 h 396521"/>
              <a:gd name="connsiteX82" fmla="*/ 46499 w 396521"/>
              <a:gd name="connsiteY82" fmla="*/ 209314 h 396521"/>
              <a:gd name="connsiteX83" fmla="*/ 56675 w 396521"/>
              <a:gd name="connsiteY83" fmla="*/ 233302 h 396521"/>
              <a:gd name="connsiteX84" fmla="*/ 100324 w 396521"/>
              <a:gd name="connsiteY84" fmla="*/ 276951 h 396521"/>
              <a:gd name="connsiteX85" fmla="*/ 116752 w 396521"/>
              <a:gd name="connsiteY85" fmla="*/ 276951 h 396521"/>
              <a:gd name="connsiteX86" fmla="*/ 116752 w 396521"/>
              <a:gd name="connsiteY86" fmla="*/ 260522 h 396521"/>
              <a:gd name="connsiteX87" fmla="*/ 73103 w 396521"/>
              <a:gd name="connsiteY87" fmla="*/ 216873 h 396521"/>
              <a:gd name="connsiteX88" fmla="*/ 73103 w 396521"/>
              <a:gd name="connsiteY88" fmla="*/ 200444 h 396521"/>
              <a:gd name="connsiteX89" fmla="*/ 89532 w 396521"/>
              <a:gd name="connsiteY89" fmla="*/ 200444 h 396521"/>
              <a:gd name="connsiteX90" fmla="*/ 89589 w 396521"/>
              <a:gd name="connsiteY90" fmla="*/ 200501 h 396521"/>
              <a:gd name="connsiteX91" fmla="*/ 146435 w 396521"/>
              <a:gd name="connsiteY91" fmla="*/ 256572 h 396521"/>
              <a:gd name="connsiteX92" fmla="*/ 163421 w 396521"/>
              <a:gd name="connsiteY92" fmla="*/ 297632 h 396521"/>
              <a:gd name="connsiteX93" fmla="*/ 163413 w 396521"/>
              <a:gd name="connsiteY93" fmla="*/ 326820 h 396521"/>
              <a:gd name="connsiteX94" fmla="*/ 69701 w 396521"/>
              <a:gd name="connsiteY94" fmla="*/ 326820 h 396521"/>
              <a:gd name="connsiteX95" fmla="*/ 69701 w 396521"/>
              <a:gd name="connsiteY95" fmla="*/ 291970 h 396521"/>
              <a:gd name="connsiteX96" fmla="*/ 66298 w 396521"/>
              <a:gd name="connsiteY96" fmla="*/ 283756 h 396521"/>
              <a:gd name="connsiteX97" fmla="*/ 26636 w 396521"/>
              <a:gd name="connsiteY97" fmla="*/ 244093 h 396521"/>
              <a:gd name="connsiteX98" fmla="*/ 186644 w 396521"/>
              <a:gd name="connsiteY98" fmla="*/ 363171 h 396521"/>
              <a:gd name="connsiteX99" fmla="*/ 186644 w 396521"/>
              <a:gd name="connsiteY99" fmla="*/ 363171 h 396521"/>
              <a:gd name="connsiteX100" fmla="*/ 176527 w 396521"/>
              <a:gd name="connsiteY100" fmla="*/ 373288 h 396521"/>
              <a:gd name="connsiteX101" fmla="*/ 56584 w 396521"/>
              <a:gd name="connsiteY101" fmla="*/ 373288 h 396521"/>
              <a:gd name="connsiteX102" fmla="*/ 46467 w 396521"/>
              <a:gd name="connsiteY102" fmla="*/ 363171 h 396521"/>
              <a:gd name="connsiteX103" fmla="*/ 46467 w 396521"/>
              <a:gd name="connsiteY103" fmla="*/ 360170 h 396521"/>
              <a:gd name="connsiteX104" fmla="*/ 56584 w 396521"/>
              <a:gd name="connsiteY104" fmla="*/ 350054 h 396521"/>
              <a:gd name="connsiteX105" fmla="*/ 176528 w 396521"/>
              <a:gd name="connsiteY105" fmla="*/ 350054 h 396521"/>
              <a:gd name="connsiteX106" fmla="*/ 186644 w 396521"/>
              <a:gd name="connsiteY106" fmla="*/ 360170 h 396521"/>
              <a:gd name="connsiteX107" fmla="*/ 186644 w 396521"/>
              <a:gd name="connsiteY107" fmla="*/ 363171 h 396521"/>
              <a:gd name="connsiteX108" fmla="*/ 198260 w 396521"/>
              <a:gd name="connsiteY108" fmla="*/ 334906 h 396521"/>
              <a:gd name="connsiteX109" fmla="*/ 186569 w 396521"/>
              <a:gd name="connsiteY109" fmla="*/ 328394 h 396521"/>
              <a:gd name="connsiteX110" fmla="*/ 186576 w 396521"/>
              <a:gd name="connsiteY110" fmla="*/ 297638 h 396521"/>
              <a:gd name="connsiteX111" fmla="*/ 186647 w 396521"/>
              <a:gd name="connsiteY111" fmla="*/ 297070 h 396521"/>
              <a:gd name="connsiteX112" fmla="*/ 189158 w 396521"/>
              <a:gd name="connsiteY112" fmla="*/ 299260 h 396521"/>
              <a:gd name="connsiteX113" fmla="*/ 196808 w 396521"/>
              <a:gd name="connsiteY113" fmla="*/ 302134 h 396521"/>
              <a:gd name="connsiteX114" fmla="*/ 204457 w 396521"/>
              <a:gd name="connsiteY114" fmla="*/ 299260 h 396521"/>
              <a:gd name="connsiteX115" fmla="*/ 209931 w 396521"/>
              <a:gd name="connsiteY115" fmla="*/ 294497 h 396521"/>
              <a:gd name="connsiteX116" fmla="*/ 209944 w 396521"/>
              <a:gd name="connsiteY116" fmla="*/ 297639 h 396521"/>
              <a:gd name="connsiteX117" fmla="*/ 209952 w 396521"/>
              <a:gd name="connsiteY117" fmla="*/ 328395 h 396521"/>
              <a:gd name="connsiteX118" fmla="*/ 198260 w 396521"/>
              <a:gd name="connsiteY118" fmla="*/ 334906 h 396521"/>
              <a:gd name="connsiteX119" fmla="*/ 350054 w 396521"/>
              <a:gd name="connsiteY119" fmla="*/ 360170 h 396521"/>
              <a:gd name="connsiteX120" fmla="*/ 350054 w 396521"/>
              <a:gd name="connsiteY120" fmla="*/ 363171 h 396521"/>
              <a:gd name="connsiteX121" fmla="*/ 350054 w 396521"/>
              <a:gd name="connsiteY121" fmla="*/ 363171 h 396521"/>
              <a:gd name="connsiteX122" fmla="*/ 339937 w 396521"/>
              <a:gd name="connsiteY122" fmla="*/ 373288 h 396521"/>
              <a:gd name="connsiteX123" fmla="*/ 219994 w 396521"/>
              <a:gd name="connsiteY123" fmla="*/ 373288 h 396521"/>
              <a:gd name="connsiteX124" fmla="*/ 209877 w 396521"/>
              <a:gd name="connsiteY124" fmla="*/ 363171 h 396521"/>
              <a:gd name="connsiteX125" fmla="*/ 209877 w 396521"/>
              <a:gd name="connsiteY125" fmla="*/ 360170 h 396521"/>
              <a:gd name="connsiteX126" fmla="*/ 219994 w 396521"/>
              <a:gd name="connsiteY126" fmla="*/ 350054 h 396521"/>
              <a:gd name="connsiteX127" fmla="*/ 221494 w 396521"/>
              <a:gd name="connsiteY127" fmla="*/ 350054 h 396521"/>
              <a:gd name="connsiteX128" fmla="*/ 221497 w 396521"/>
              <a:gd name="connsiteY128" fmla="*/ 350054 h 396521"/>
              <a:gd name="connsiteX129" fmla="*/ 339938 w 396521"/>
              <a:gd name="connsiteY129" fmla="*/ 350054 h 396521"/>
              <a:gd name="connsiteX130" fmla="*/ 350054 w 396521"/>
              <a:gd name="connsiteY130" fmla="*/ 360170 h 396521"/>
              <a:gd name="connsiteX131" fmla="*/ 369884 w 396521"/>
              <a:gd name="connsiteY131" fmla="*/ 244093 h 396521"/>
              <a:gd name="connsiteX132" fmla="*/ 330222 w 396521"/>
              <a:gd name="connsiteY132" fmla="*/ 283755 h 396521"/>
              <a:gd name="connsiteX133" fmla="*/ 326820 w 396521"/>
              <a:gd name="connsiteY133" fmla="*/ 291970 h 396521"/>
              <a:gd name="connsiteX134" fmla="*/ 326820 w 396521"/>
              <a:gd name="connsiteY134" fmla="*/ 326820 h 396521"/>
              <a:gd name="connsiteX135" fmla="*/ 233108 w 396521"/>
              <a:gd name="connsiteY135" fmla="*/ 326820 h 396521"/>
              <a:gd name="connsiteX136" fmla="*/ 233100 w 396521"/>
              <a:gd name="connsiteY136" fmla="*/ 297632 h 396521"/>
              <a:gd name="connsiteX137" fmla="*/ 250086 w 396521"/>
              <a:gd name="connsiteY137" fmla="*/ 256572 h 396521"/>
              <a:gd name="connsiteX138" fmla="*/ 306932 w 396521"/>
              <a:gd name="connsiteY138" fmla="*/ 200501 h 396521"/>
              <a:gd name="connsiteX139" fmla="*/ 306989 w 396521"/>
              <a:gd name="connsiteY139" fmla="*/ 200444 h 396521"/>
              <a:gd name="connsiteX140" fmla="*/ 323417 w 396521"/>
              <a:gd name="connsiteY140" fmla="*/ 200444 h 396521"/>
              <a:gd name="connsiteX141" fmla="*/ 326820 w 396521"/>
              <a:gd name="connsiteY141" fmla="*/ 208658 h 396521"/>
              <a:gd name="connsiteX142" fmla="*/ 323417 w 396521"/>
              <a:gd name="connsiteY142" fmla="*/ 216873 h 396521"/>
              <a:gd name="connsiteX143" fmla="*/ 279769 w 396521"/>
              <a:gd name="connsiteY143" fmla="*/ 260522 h 396521"/>
              <a:gd name="connsiteX144" fmla="*/ 279769 w 396521"/>
              <a:gd name="connsiteY144" fmla="*/ 276951 h 396521"/>
              <a:gd name="connsiteX145" fmla="*/ 296197 w 396521"/>
              <a:gd name="connsiteY145" fmla="*/ 276951 h 396521"/>
              <a:gd name="connsiteX146" fmla="*/ 339846 w 396521"/>
              <a:gd name="connsiteY146" fmla="*/ 233302 h 396521"/>
              <a:gd name="connsiteX147" fmla="*/ 350052 w 396521"/>
              <a:gd name="connsiteY147" fmla="*/ 208703 h 396521"/>
              <a:gd name="connsiteX148" fmla="*/ 350053 w 396521"/>
              <a:gd name="connsiteY148" fmla="*/ 208682 h 396521"/>
              <a:gd name="connsiteX149" fmla="*/ 350053 w 396521"/>
              <a:gd name="connsiteY149" fmla="*/ 128560 h 396521"/>
              <a:gd name="connsiteX150" fmla="*/ 361670 w 396521"/>
              <a:gd name="connsiteY150" fmla="*/ 116943 h 396521"/>
              <a:gd name="connsiteX151" fmla="*/ 373287 w 396521"/>
              <a:gd name="connsiteY151" fmla="*/ 128560 h 396521"/>
              <a:gd name="connsiteX152" fmla="*/ 373287 w 396521"/>
              <a:gd name="connsiteY152" fmla="*/ 235879 h 396521"/>
              <a:gd name="connsiteX153" fmla="*/ 373287 w 396521"/>
              <a:gd name="connsiteY153" fmla="*/ 235879 h 396521"/>
              <a:gd name="connsiteX154" fmla="*/ 369884 w 396521"/>
              <a:gd name="connsiteY154" fmla="*/ 244093 h 39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396521" h="396521">
                <a:moveTo>
                  <a:pt x="361671" y="93709"/>
                </a:moveTo>
                <a:cubicBezTo>
                  <a:pt x="342454" y="93709"/>
                  <a:pt x="326820" y="109343"/>
                  <a:pt x="326820" y="128560"/>
                </a:cubicBezTo>
                <a:lnTo>
                  <a:pt x="326820" y="175806"/>
                </a:lnTo>
                <a:cubicBezTo>
                  <a:pt x="319354" y="173180"/>
                  <a:pt x="311167" y="173165"/>
                  <a:pt x="303694" y="175766"/>
                </a:cubicBezTo>
                <a:cubicBezTo>
                  <a:pt x="302276" y="142964"/>
                  <a:pt x="277804" y="115490"/>
                  <a:pt x="244902" y="115490"/>
                </a:cubicBezTo>
                <a:cubicBezTo>
                  <a:pt x="231739" y="115490"/>
                  <a:pt x="219856" y="120034"/>
                  <a:pt x="209877" y="128768"/>
                </a:cubicBezTo>
                <a:lnTo>
                  <a:pt x="209877" y="92935"/>
                </a:lnTo>
                <a:lnTo>
                  <a:pt x="221494" y="92935"/>
                </a:lnTo>
                <a:cubicBezTo>
                  <a:pt x="237006" y="92935"/>
                  <a:pt x="251697" y="86926"/>
                  <a:pt x="262859" y="76015"/>
                </a:cubicBezTo>
                <a:cubicBezTo>
                  <a:pt x="274140" y="64988"/>
                  <a:pt x="280353" y="50369"/>
                  <a:pt x="280353" y="34850"/>
                </a:cubicBezTo>
                <a:lnTo>
                  <a:pt x="280353" y="11617"/>
                </a:lnTo>
                <a:cubicBezTo>
                  <a:pt x="280353" y="5201"/>
                  <a:pt x="275152" y="0"/>
                  <a:pt x="268736" y="0"/>
                </a:cubicBezTo>
                <a:lnTo>
                  <a:pt x="244728" y="0"/>
                </a:lnTo>
                <a:cubicBezTo>
                  <a:pt x="225678" y="0"/>
                  <a:pt x="208743" y="9220"/>
                  <a:pt x="198144" y="23430"/>
                </a:cubicBezTo>
                <a:cubicBezTo>
                  <a:pt x="196404" y="21147"/>
                  <a:pt x="194483" y="18970"/>
                  <a:pt x="192384" y="16920"/>
                </a:cubicBezTo>
                <a:cubicBezTo>
                  <a:pt x="181222" y="6009"/>
                  <a:pt x="166531" y="0"/>
                  <a:pt x="151019" y="0"/>
                </a:cubicBezTo>
                <a:lnTo>
                  <a:pt x="127785" y="0"/>
                </a:lnTo>
                <a:cubicBezTo>
                  <a:pt x="121370" y="0"/>
                  <a:pt x="116168" y="5201"/>
                  <a:pt x="116168" y="11617"/>
                </a:cubicBezTo>
                <a:lnTo>
                  <a:pt x="116168" y="34850"/>
                </a:lnTo>
                <a:cubicBezTo>
                  <a:pt x="116168" y="50369"/>
                  <a:pt x="122381" y="64988"/>
                  <a:pt x="133662" y="76015"/>
                </a:cubicBezTo>
                <a:cubicBezTo>
                  <a:pt x="144824" y="86926"/>
                  <a:pt x="159515" y="92935"/>
                  <a:pt x="175027" y="92935"/>
                </a:cubicBezTo>
                <a:lnTo>
                  <a:pt x="186644" y="92935"/>
                </a:lnTo>
                <a:lnTo>
                  <a:pt x="186644" y="128470"/>
                </a:lnTo>
                <a:cubicBezTo>
                  <a:pt x="176737" y="119934"/>
                  <a:pt x="164978" y="115491"/>
                  <a:pt x="151967" y="115491"/>
                </a:cubicBezTo>
                <a:cubicBezTo>
                  <a:pt x="119112" y="115491"/>
                  <a:pt x="94537" y="142926"/>
                  <a:pt x="93172" y="175897"/>
                </a:cubicBezTo>
                <a:cubicBezTo>
                  <a:pt x="85607" y="173173"/>
                  <a:pt x="77283" y="173139"/>
                  <a:pt x="69701" y="175806"/>
                </a:cubicBezTo>
                <a:lnTo>
                  <a:pt x="69701" y="128560"/>
                </a:lnTo>
                <a:cubicBezTo>
                  <a:pt x="69701" y="109343"/>
                  <a:pt x="54067" y="93709"/>
                  <a:pt x="34850" y="93709"/>
                </a:cubicBezTo>
                <a:cubicBezTo>
                  <a:pt x="15634" y="93709"/>
                  <a:pt x="0" y="109343"/>
                  <a:pt x="0" y="128560"/>
                </a:cubicBezTo>
                <a:lnTo>
                  <a:pt x="0" y="235879"/>
                </a:lnTo>
                <a:cubicBezTo>
                  <a:pt x="0" y="245188"/>
                  <a:pt x="3625" y="253939"/>
                  <a:pt x="10207" y="260521"/>
                </a:cubicBezTo>
                <a:lnTo>
                  <a:pt x="46467" y="296781"/>
                </a:lnTo>
                <a:lnTo>
                  <a:pt x="46467" y="328393"/>
                </a:lnTo>
                <a:cubicBezTo>
                  <a:pt x="33010" y="332687"/>
                  <a:pt x="23234" y="345306"/>
                  <a:pt x="23234" y="360170"/>
                </a:cubicBezTo>
                <a:lnTo>
                  <a:pt x="23234" y="363171"/>
                </a:lnTo>
                <a:cubicBezTo>
                  <a:pt x="23234" y="381560"/>
                  <a:pt x="38195" y="396521"/>
                  <a:pt x="56584" y="396521"/>
                </a:cubicBezTo>
                <a:lnTo>
                  <a:pt x="176528" y="396521"/>
                </a:lnTo>
                <a:cubicBezTo>
                  <a:pt x="184825" y="396521"/>
                  <a:pt x="192419" y="393468"/>
                  <a:pt x="198261" y="388435"/>
                </a:cubicBezTo>
                <a:cubicBezTo>
                  <a:pt x="204103" y="393467"/>
                  <a:pt x="211697" y="396521"/>
                  <a:pt x="219995" y="396521"/>
                </a:cubicBezTo>
                <a:lnTo>
                  <a:pt x="339939" y="396521"/>
                </a:lnTo>
                <a:cubicBezTo>
                  <a:pt x="358327" y="396521"/>
                  <a:pt x="373287" y="381560"/>
                  <a:pt x="373287" y="363171"/>
                </a:cubicBezTo>
                <a:lnTo>
                  <a:pt x="373287" y="360170"/>
                </a:lnTo>
                <a:cubicBezTo>
                  <a:pt x="373287" y="345307"/>
                  <a:pt x="363512" y="332688"/>
                  <a:pt x="350054" y="328394"/>
                </a:cubicBezTo>
                <a:lnTo>
                  <a:pt x="350054" y="296782"/>
                </a:lnTo>
                <a:lnTo>
                  <a:pt x="386313" y="260522"/>
                </a:lnTo>
                <a:cubicBezTo>
                  <a:pt x="392896" y="253939"/>
                  <a:pt x="396521" y="245188"/>
                  <a:pt x="396521" y="235880"/>
                </a:cubicBezTo>
                <a:lnTo>
                  <a:pt x="396521" y="128560"/>
                </a:lnTo>
                <a:cubicBezTo>
                  <a:pt x="396521" y="109343"/>
                  <a:pt x="380887" y="93709"/>
                  <a:pt x="361671" y="93709"/>
                </a:cubicBezTo>
                <a:close/>
                <a:moveTo>
                  <a:pt x="209877" y="58084"/>
                </a:moveTo>
                <a:cubicBezTo>
                  <a:pt x="209877" y="38868"/>
                  <a:pt x="225511" y="23234"/>
                  <a:pt x="244728" y="23234"/>
                </a:cubicBezTo>
                <a:lnTo>
                  <a:pt x="257119" y="23234"/>
                </a:lnTo>
                <a:lnTo>
                  <a:pt x="257119" y="34850"/>
                </a:lnTo>
                <a:cubicBezTo>
                  <a:pt x="257119" y="53742"/>
                  <a:pt x="240805" y="69701"/>
                  <a:pt x="221494" y="69701"/>
                </a:cubicBezTo>
                <a:lnTo>
                  <a:pt x="209877" y="69701"/>
                </a:lnTo>
                <a:cubicBezTo>
                  <a:pt x="209877" y="65031"/>
                  <a:pt x="209877" y="62706"/>
                  <a:pt x="209877" y="58084"/>
                </a:cubicBezTo>
                <a:close/>
                <a:moveTo>
                  <a:pt x="175027" y="69701"/>
                </a:moveTo>
                <a:cubicBezTo>
                  <a:pt x="155716" y="69701"/>
                  <a:pt x="139402" y="53742"/>
                  <a:pt x="139402" y="34850"/>
                </a:cubicBezTo>
                <a:lnTo>
                  <a:pt x="139402" y="23234"/>
                </a:lnTo>
                <a:lnTo>
                  <a:pt x="151019" y="23234"/>
                </a:lnTo>
                <a:cubicBezTo>
                  <a:pt x="170330" y="23234"/>
                  <a:pt x="186644" y="39193"/>
                  <a:pt x="186644" y="58084"/>
                </a:cubicBezTo>
                <a:cubicBezTo>
                  <a:pt x="186644" y="62706"/>
                  <a:pt x="186644" y="65031"/>
                  <a:pt x="186644" y="69701"/>
                </a:cubicBezTo>
                <a:lnTo>
                  <a:pt x="175027" y="69701"/>
                </a:lnTo>
                <a:close/>
                <a:moveTo>
                  <a:pt x="151967" y="138724"/>
                </a:moveTo>
                <a:cubicBezTo>
                  <a:pt x="162564" y="138724"/>
                  <a:pt x="171265" y="143713"/>
                  <a:pt x="178568" y="153974"/>
                </a:cubicBezTo>
                <a:cubicBezTo>
                  <a:pt x="183228" y="160521"/>
                  <a:pt x="185801" y="167279"/>
                  <a:pt x="186767" y="170141"/>
                </a:cubicBezTo>
                <a:cubicBezTo>
                  <a:pt x="188492" y="182633"/>
                  <a:pt x="206355" y="183812"/>
                  <a:pt x="209641" y="171601"/>
                </a:cubicBezTo>
                <a:cubicBezTo>
                  <a:pt x="209666" y="171512"/>
                  <a:pt x="212192" y="162558"/>
                  <a:pt x="218303" y="153973"/>
                </a:cubicBezTo>
                <a:cubicBezTo>
                  <a:pt x="225606" y="143712"/>
                  <a:pt x="234307" y="138723"/>
                  <a:pt x="244903" y="138723"/>
                </a:cubicBezTo>
                <a:cubicBezTo>
                  <a:pt x="264879" y="138723"/>
                  <a:pt x="280528" y="156330"/>
                  <a:pt x="280528" y="178807"/>
                </a:cubicBezTo>
                <a:cubicBezTo>
                  <a:pt x="280528" y="185508"/>
                  <a:pt x="279030" y="191941"/>
                  <a:pt x="275968" y="198410"/>
                </a:cubicBezTo>
                <a:cubicBezTo>
                  <a:pt x="234930" y="238888"/>
                  <a:pt x="230479" y="242252"/>
                  <a:pt x="223846" y="252000"/>
                </a:cubicBezTo>
                <a:cubicBezTo>
                  <a:pt x="215375" y="259272"/>
                  <a:pt x="206429" y="266819"/>
                  <a:pt x="196810" y="275127"/>
                </a:cubicBezTo>
                <a:cubicBezTo>
                  <a:pt x="189621" y="268919"/>
                  <a:pt x="182876" y="263192"/>
                  <a:pt x="176019" y="257343"/>
                </a:cubicBezTo>
                <a:cubicBezTo>
                  <a:pt x="168252" y="243762"/>
                  <a:pt x="161459" y="238756"/>
                  <a:pt x="121109" y="198956"/>
                </a:cubicBezTo>
                <a:cubicBezTo>
                  <a:pt x="120298" y="196863"/>
                  <a:pt x="116344" y="189664"/>
                  <a:pt x="116344" y="178808"/>
                </a:cubicBezTo>
                <a:cubicBezTo>
                  <a:pt x="116343" y="156331"/>
                  <a:pt x="131990" y="138724"/>
                  <a:pt x="151967" y="138724"/>
                </a:cubicBezTo>
                <a:close/>
                <a:moveTo>
                  <a:pt x="26636" y="244093"/>
                </a:moveTo>
                <a:cubicBezTo>
                  <a:pt x="24442" y="241899"/>
                  <a:pt x="23234" y="238981"/>
                  <a:pt x="23234" y="235879"/>
                </a:cubicBezTo>
                <a:lnTo>
                  <a:pt x="23234" y="128560"/>
                </a:lnTo>
                <a:cubicBezTo>
                  <a:pt x="23234" y="122154"/>
                  <a:pt x="28445" y="116943"/>
                  <a:pt x="34850" y="116943"/>
                </a:cubicBezTo>
                <a:cubicBezTo>
                  <a:pt x="41256" y="116943"/>
                  <a:pt x="46467" y="122154"/>
                  <a:pt x="46467" y="128560"/>
                </a:cubicBezTo>
                <a:lnTo>
                  <a:pt x="46467" y="208682"/>
                </a:lnTo>
                <a:cubicBezTo>
                  <a:pt x="46467" y="208895"/>
                  <a:pt x="46488" y="209104"/>
                  <a:pt x="46499" y="209314"/>
                </a:cubicBezTo>
                <a:cubicBezTo>
                  <a:pt x="46662" y="218018"/>
                  <a:pt x="50047" y="226674"/>
                  <a:pt x="56675" y="233302"/>
                </a:cubicBezTo>
                <a:lnTo>
                  <a:pt x="100324" y="276951"/>
                </a:lnTo>
                <a:cubicBezTo>
                  <a:pt x="104860" y="281487"/>
                  <a:pt x="112215" y="281487"/>
                  <a:pt x="116752" y="276951"/>
                </a:cubicBezTo>
                <a:cubicBezTo>
                  <a:pt x="121289" y="272414"/>
                  <a:pt x="121289" y="265059"/>
                  <a:pt x="116752" y="260522"/>
                </a:cubicBezTo>
                <a:lnTo>
                  <a:pt x="73103" y="216873"/>
                </a:lnTo>
                <a:cubicBezTo>
                  <a:pt x="68573" y="212343"/>
                  <a:pt x="68573" y="204973"/>
                  <a:pt x="73103" y="200444"/>
                </a:cubicBezTo>
                <a:cubicBezTo>
                  <a:pt x="77633" y="195915"/>
                  <a:pt x="85003" y="195915"/>
                  <a:pt x="89532" y="200444"/>
                </a:cubicBezTo>
                <a:cubicBezTo>
                  <a:pt x="89551" y="200463"/>
                  <a:pt x="89570" y="200482"/>
                  <a:pt x="89589" y="200501"/>
                </a:cubicBezTo>
                <a:lnTo>
                  <a:pt x="146435" y="256572"/>
                </a:lnTo>
                <a:cubicBezTo>
                  <a:pt x="157207" y="267359"/>
                  <a:pt x="163425" y="281920"/>
                  <a:pt x="163421" y="297632"/>
                </a:cubicBezTo>
                <a:lnTo>
                  <a:pt x="163413" y="326820"/>
                </a:lnTo>
                <a:cubicBezTo>
                  <a:pt x="158633" y="326820"/>
                  <a:pt x="74501" y="326820"/>
                  <a:pt x="69701" y="326820"/>
                </a:cubicBezTo>
                <a:lnTo>
                  <a:pt x="69701" y="291970"/>
                </a:lnTo>
                <a:cubicBezTo>
                  <a:pt x="69701" y="288889"/>
                  <a:pt x="68477" y="285934"/>
                  <a:pt x="66298" y="283756"/>
                </a:cubicBezTo>
                <a:lnTo>
                  <a:pt x="26636" y="244093"/>
                </a:lnTo>
                <a:close/>
                <a:moveTo>
                  <a:pt x="186644" y="363171"/>
                </a:moveTo>
                <a:lnTo>
                  <a:pt x="186644" y="363171"/>
                </a:lnTo>
                <a:cubicBezTo>
                  <a:pt x="186644" y="368750"/>
                  <a:pt x="182105" y="373288"/>
                  <a:pt x="176527" y="373288"/>
                </a:cubicBezTo>
                <a:lnTo>
                  <a:pt x="56584" y="373288"/>
                </a:lnTo>
                <a:cubicBezTo>
                  <a:pt x="51006" y="373287"/>
                  <a:pt x="46467" y="368749"/>
                  <a:pt x="46467" y="363171"/>
                </a:cubicBezTo>
                <a:lnTo>
                  <a:pt x="46467" y="360170"/>
                </a:lnTo>
                <a:cubicBezTo>
                  <a:pt x="46467" y="354592"/>
                  <a:pt x="51006" y="350054"/>
                  <a:pt x="56584" y="350054"/>
                </a:cubicBezTo>
                <a:cubicBezTo>
                  <a:pt x="72569" y="350054"/>
                  <a:pt x="160596" y="350054"/>
                  <a:pt x="176528" y="350054"/>
                </a:cubicBezTo>
                <a:cubicBezTo>
                  <a:pt x="182106" y="350054"/>
                  <a:pt x="186644" y="354592"/>
                  <a:pt x="186644" y="360170"/>
                </a:cubicBezTo>
                <a:lnTo>
                  <a:pt x="186644" y="363171"/>
                </a:lnTo>
                <a:close/>
                <a:moveTo>
                  <a:pt x="198260" y="334906"/>
                </a:moveTo>
                <a:cubicBezTo>
                  <a:pt x="194902" y="332012"/>
                  <a:pt x="190888" y="329773"/>
                  <a:pt x="186569" y="328394"/>
                </a:cubicBezTo>
                <a:lnTo>
                  <a:pt x="186576" y="297638"/>
                </a:lnTo>
                <a:cubicBezTo>
                  <a:pt x="186576" y="297448"/>
                  <a:pt x="186648" y="297259"/>
                  <a:pt x="186647" y="297070"/>
                </a:cubicBezTo>
                <a:cubicBezTo>
                  <a:pt x="187480" y="297796"/>
                  <a:pt x="188314" y="298523"/>
                  <a:pt x="189158" y="299260"/>
                </a:cubicBezTo>
                <a:cubicBezTo>
                  <a:pt x="191348" y="301177"/>
                  <a:pt x="194078" y="302134"/>
                  <a:pt x="196808" y="302134"/>
                </a:cubicBezTo>
                <a:cubicBezTo>
                  <a:pt x="199537" y="302134"/>
                  <a:pt x="202268" y="301176"/>
                  <a:pt x="204457" y="299260"/>
                </a:cubicBezTo>
                <a:cubicBezTo>
                  <a:pt x="206306" y="297642"/>
                  <a:pt x="208127" y="296059"/>
                  <a:pt x="209931" y="294497"/>
                </a:cubicBezTo>
                <a:cubicBezTo>
                  <a:pt x="209891" y="295541"/>
                  <a:pt x="209943" y="296588"/>
                  <a:pt x="209944" y="297639"/>
                </a:cubicBezTo>
                <a:lnTo>
                  <a:pt x="209952" y="328395"/>
                </a:lnTo>
                <a:cubicBezTo>
                  <a:pt x="205632" y="329773"/>
                  <a:pt x="201619" y="332013"/>
                  <a:pt x="198260" y="334906"/>
                </a:cubicBezTo>
                <a:close/>
                <a:moveTo>
                  <a:pt x="350054" y="360170"/>
                </a:moveTo>
                <a:lnTo>
                  <a:pt x="350054" y="363171"/>
                </a:lnTo>
                <a:lnTo>
                  <a:pt x="350054" y="363171"/>
                </a:lnTo>
                <a:cubicBezTo>
                  <a:pt x="350054" y="368750"/>
                  <a:pt x="345516" y="373288"/>
                  <a:pt x="339937" y="373288"/>
                </a:cubicBezTo>
                <a:lnTo>
                  <a:pt x="219994" y="373288"/>
                </a:lnTo>
                <a:cubicBezTo>
                  <a:pt x="214416" y="373288"/>
                  <a:pt x="209877" y="368750"/>
                  <a:pt x="209877" y="363171"/>
                </a:cubicBezTo>
                <a:lnTo>
                  <a:pt x="209877" y="360170"/>
                </a:lnTo>
                <a:cubicBezTo>
                  <a:pt x="209877" y="354592"/>
                  <a:pt x="214415" y="350054"/>
                  <a:pt x="219994" y="350054"/>
                </a:cubicBezTo>
                <a:lnTo>
                  <a:pt x="221494" y="350054"/>
                </a:lnTo>
                <a:lnTo>
                  <a:pt x="221497" y="350054"/>
                </a:lnTo>
                <a:lnTo>
                  <a:pt x="339938" y="350054"/>
                </a:lnTo>
                <a:cubicBezTo>
                  <a:pt x="345516" y="350054"/>
                  <a:pt x="350054" y="354592"/>
                  <a:pt x="350054" y="360170"/>
                </a:cubicBezTo>
                <a:close/>
                <a:moveTo>
                  <a:pt x="369884" y="244093"/>
                </a:moveTo>
                <a:lnTo>
                  <a:pt x="330222" y="283755"/>
                </a:lnTo>
                <a:cubicBezTo>
                  <a:pt x="328044" y="285934"/>
                  <a:pt x="326820" y="288889"/>
                  <a:pt x="326820" y="291970"/>
                </a:cubicBezTo>
                <a:lnTo>
                  <a:pt x="326820" y="326820"/>
                </a:lnTo>
                <a:lnTo>
                  <a:pt x="233108" y="326820"/>
                </a:lnTo>
                <a:lnTo>
                  <a:pt x="233100" y="297632"/>
                </a:lnTo>
                <a:cubicBezTo>
                  <a:pt x="233096" y="281740"/>
                  <a:pt x="239455" y="267217"/>
                  <a:pt x="250086" y="256572"/>
                </a:cubicBezTo>
                <a:cubicBezTo>
                  <a:pt x="255363" y="251368"/>
                  <a:pt x="301436" y="205923"/>
                  <a:pt x="306932" y="200501"/>
                </a:cubicBezTo>
                <a:cubicBezTo>
                  <a:pt x="306951" y="200482"/>
                  <a:pt x="306970" y="200464"/>
                  <a:pt x="306989" y="200444"/>
                </a:cubicBezTo>
                <a:cubicBezTo>
                  <a:pt x="311518" y="195915"/>
                  <a:pt x="318888" y="195915"/>
                  <a:pt x="323417" y="200444"/>
                </a:cubicBezTo>
                <a:cubicBezTo>
                  <a:pt x="325611" y="202639"/>
                  <a:pt x="326820" y="205556"/>
                  <a:pt x="326820" y="208658"/>
                </a:cubicBezTo>
                <a:cubicBezTo>
                  <a:pt x="326820" y="211762"/>
                  <a:pt x="325611" y="214678"/>
                  <a:pt x="323417" y="216873"/>
                </a:cubicBezTo>
                <a:lnTo>
                  <a:pt x="279769" y="260522"/>
                </a:lnTo>
                <a:cubicBezTo>
                  <a:pt x="275232" y="265059"/>
                  <a:pt x="275232" y="272414"/>
                  <a:pt x="279769" y="276951"/>
                </a:cubicBezTo>
                <a:cubicBezTo>
                  <a:pt x="284305" y="281487"/>
                  <a:pt x="291661" y="281487"/>
                  <a:pt x="296197" y="276951"/>
                </a:cubicBezTo>
                <a:lnTo>
                  <a:pt x="339846" y="233302"/>
                </a:lnTo>
                <a:cubicBezTo>
                  <a:pt x="346418" y="226730"/>
                  <a:pt x="350041" y="217995"/>
                  <a:pt x="350052" y="208703"/>
                </a:cubicBezTo>
                <a:cubicBezTo>
                  <a:pt x="350052" y="208696"/>
                  <a:pt x="350053" y="208689"/>
                  <a:pt x="350053" y="208682"/>
                </a:cubicBezTo>
                <a:lnTo>
                  <a:pt x="350053" y="128560"/>
                </a:lnTo>
                <a:cubicBezTo>
                  <a:pt x="350053" y="122154"/>
                  <a:pt x="355264" y="116943"/>
                  <a:pt x="361670" y="116943"/>
                </a:cubicBezTo>
                <a:cubicBezTo>
                  <a:pt x="368075" y="116943"/>
                  <a:pt x="373287" y="122154"/>
                  <a:pt x="373287" y="128560"/>
                </a:cubicBezTo>
                <a:lnTo>
                  <a:pt x="373287" y="235879"/>
                </a:lnTo>
                <a:lnTo>
                  <a:pt x="373287" y="235879"/>
                </a:lnTo>
                <a:cubicBezTo>
                  <a:pt x="373287" y="238981"/>
                  <a:pt x="372078" y="241899"/>
                  <a:pt x="369884" y="244093"/>
                </a:cubicBezTo>
                <a:close/>
              </a:path>
            </a:pathLst>
          </a:custGeom>
          <a:solidFill>
            <a:schemeClr val="bg1"/>
          </a:solidFill>
          <a:ln w="7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8" name="Graphic 628">
            <a:extLst>
              <a:ext uri="{FF2B5EF4-FFF2-40B4-BE49-F238E27FC236}">
                <a16:creationId xmlns:a16="http://schemas.microsoft.com/office/drawing/2014/main" id="{F0BB8686-C523-4EAC-885B-B168F04EFF80}"/>
              </a:ext>
            </a:extLst>
          </p:cNvPr>
          <p:cNvGrpSpPr/>
          <p:nvPr/>
        </p:nvGrpSpPr>
        <p:grpSpPr>
          <a:xfrm>
            <a:off x="9083769" y="3121065"/>
            <a:ext cx="396521" cy="396521"/>
            <a:chOff x="4574658" y="5593314"/>
            <a:chExt cx="396521" cy="396521"/>
          </a:xfrm>
          <a:solidFill>
            <a:schemeClr val="bg1"/>
          </a:solidFill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33F75AA-178A-45D1-B940-DCDA36B653D1}"/>
                </a:ext>
              </a:extLst>
            </p:cNvPr>
            <p:cNvSpPr/>
            <p:nvPr/>
          </p:nvSpPr>
          <p:spPr>
            <a:xfrm>
              <a:off x="4621899" y="5593314"/>
              <a:ext cx="302037" cy="396521"/>
            </a:xfrm>
            <a:custGeom>
              <a:avLst/>
              <a:gdLst>
                <a:gd name="connsiteX0" fmla="*/ 290421 w 302037"/>
                <a:gd name="connsiteY0" fmla="*/ 116168 h 396521"/>
                <a:gd name="connsiteX1" fmla="*/ 302037 w 302037"/>
                <a:gd name="connsiteY1" fmla="*/ 104551 h 396521"/>
                <a:gd name="connsiteX2" fmla="*/ 290421 w 302037"/>
                <a:gd name="connsiteY2" fmla="*/ 92935 h 396521"/>
                <a:gd name="connsiteX3" fmla="*/ 278804 w 302037"/>
                <a:gd name="connsiteY3" fmla="*/ 92935 h 396521"/>
                <a:gd name="connsiteX4" fmla="*/ 278804 w 302037"/>
                <a:gd name="connsiteY4" fmla="*/ 69701 h 396521"/>
                <a:gd name="connsiteX5" fmla="*/ 290421 w 302037"/>
                <a:gd name="connsiteY5" fmla="*/ 69701 h 396521"/>
                <a:gd name="connsiteX6" fmla="*/ 302037 w 302037"/>
                <a:gd name="connsiteY6" fmla="*/ 58084 h 396521"/>
                <a:gd name="connsiteX7" fmla="*/ 290421 w 302037"/>
                <a:gd name="connsiteY7" fmla="*/ 46467 h 396521"/>
                <a:gd name="connsiteX8" fmla="*/ 232337 w 302037"/>
                <a:gd name="connsiteY8" fmla="*/ 46467 h 396521"/>
                <a:gd name="connsiteX9" fmla="*/ 232337 w 302037"/>
                <a:gd name="connsiteY9" fmla="*/ 34850 h 396521"/>
                <a:gd name="connsiteX10" fmla="*/ 197486 w 302037"/>
                <a:gd name="connsiteY10" fmla="*/ 0 h 396521"/>
                <a:gd name="connsiteX11" fmla="*/ 174252 w 302037"/>
                <a:gd name="connsiteY11" fmla="*/ 0 h 396521"/>
                <a:gd name="connsiteX12" fmla="*/ 139402 w 302037"/>
                <a:gd name="connsiteY12" fmla="*/ 34850 h 396521"/>
                <a:gd name="connsiteX13" fmla="*/ 139402 w 302037"/>
                <a:gd name="connsiteY13" fmla="*/ 46467 h 396521"/>
                <a:gd name="connsiteX14" fmla="*/ 11617 w 302037"/>
                <a:gd name="connsiteY14" fmla="*/ 46467 h 396521"/>
                <a:gd name="connsiteX15" fmla="*/ 0 w 302037"/>
                <a:gd name="connsiteY15" fmla="*/ 58084 h 396521"/>
                <a:gd name="connsiteX16" fmla="*/ 11617 w 302037"/>
                <a:gd name="connsiteY16" fmla="*/ 69701 h 396521"/>
                <a:gd name="connsiteX17" fmla="*/ 23234 w 302037"/>
                <a:gd name="connsiteY17" fmla="*/ 69701 h 396521"/>
                <a:gd name="connsiteX18" fmla="*/ 23234 w 302037"/>
                <a:gd name="connsiteY18" fmla="*/ 92935 h 396521"/>
                <a:gd name="connsiteX19" fmla="*/ 11617 w 302037"/>
                <a:gd name="connsiteY19" fmla="*/ 92935 h 396521"/>
                <a:gd name="connsiteX20" fmla="*/ 0 w 302037"/>
                <a:gd name="connsiteY20" fmla="*/ 104551 h 396521"/>
                <a:gd name="connsiteX21" fmla="*/ 11617 w 302037"/>
                <a:gd name="connsiteY21" fmla="*/ 116168 h 396521"/>
                <a:gd name="connsiteX22" fmla="*/ 23234 w 302037"/>
                <a:gd name="connsiteY22" fmla="*/ 116168 h 396521"/>
                <a:gd name="connsiteX23" fmla="*/ 23234 w 302037"/>
                <a:gd name="connsiteY23" fmla="*/ 326820 h 396521"/>
                <a:gd name="connsiteX24" fmla="*/ 11617 w 302037"/>
                <a:gd name="connsiteY24" fmla="*/ 326820 h 396521"/>
                <a:gd name="connsiteX25" fmla="*/ 0 w 302037"/>
                <a:gd name="connsiteY25" fmla="*/ 338437 h 396521"/>
                <a:gd name="connsiteX26" fmla="*/ 11617 w 302037"/>
                <a:gd name="connsiteY26" fmla="*/ 350054 h 396521"/>
                <a:gd name="connsiteX27" fmla="*/ 23234 w 302037"/>
                <a:gd name="connsiteY27" fmla="*/ 350054 h 396521"/>
                <a:gd name="connsiteX28" fmla="*/ 23234 w 302037"/>
                <a:gd name="connsiteY28" fmla="*/ 373287 h 396521"/>
                <a:gd name="connsiteX29" fmla="*/ 11617 w 302037"/>
                <a:gd name="connsiteY29" fmla="*/ 373287 h 396521"/>
                <a:gd name="connsiteX30" fmla="*/ 0 w 302037"/>
                <a:gd name="connsiteY30" fmla="*/ 384904 h 396521"/>
                <a:gd name="connsiteX31" fmla="*/ 11617 w 302037"/>
                <a:gd name="connsiteY31" fmla="*/ 396521 h 396521"/>
                <a:gd name="connsiteX32" fmla="*/ 290421 w 302037"/>
                <a:gd name="connsiteY32" fmla="*/ 396521 h 396521"/>
                <a:gd name="connsiteX33" fmla="*/ 302037 w 302037"/>
                <a:gd name="connsiteY33" fmla="*/ 384904 h 396521"/>
                <a:gd name="connsiteX34" fmla="*/ 290421 w 302037"/>
                <a:gd name="connsiteY34" fmla="*/ 373287 h 396521"/>
                <a:gd name="connsiteX35" fmla="*/ 278804 w 302037"/>
                <a:gd name="connsiteY35" fmla="*/ 373287 h 396521"/>
                <a:gd name="connsiteX36" fmla="*/ 278804 w 302037"/>
                <a:gd name="connsiteY36" fmla="*/ 350054 h 396521"/>
                <a:gd name="connsiteX37" fmla="*/ 290421 w 302037"/>
                <a:gd name="connsiteY37" fmla="*/ 350054 h 396521"/>
                <a:gd name="connsiteX38" fmla="*/ 302037 w 302037"/>
                <a:gd name="connsiteY38" fmla="*/ 338437 h 396521"/>
                <a:gd name="connsiteX39" fmla="*/ 290421 w 302037"/>
                <a:gd name="connsiteY39" fmla="*/ 326820 h 396521"/>
                <a:gd name="connsiteX40" fmla="*/ 278804 w 302037"/>
                <a:gd name="connsiteY40" fmla="*/ 326820 h 396521"/>
                <a:gd name="connsiteX41" fmla="*/ 278804 w 302037"/>
                <a:gd name="connsiteY41" fmla="*/ 116168 h 396521"/>
                <a:gd name="connsiteX42" fmla="*/ 290421 w 302037"/>
                <a:gd name="connsiteY42" fmla="*/ 116168 h 396521"/>
                <a:gd name="connsiteX43" fmla="*/ 162636 w 302037"/>
                <a:gd name="connsiteY43" fmla="*/ 34850 h 396521"/>
                <a:gd name="connsiteX44" fmla="*/ 174252 w 302037"/>
                <a:gd name="connsiteY44" fmla="*/ 23234 h 396521"/>
                <a:gd name="connsiteX45" fmla="*/ 197486 w 302037"/>
                <a:gd name="connsiteY45" fmla="*/ 23234 h 396521"/>
                <a:gd name="connsiteX46" fmla="*/ 209103 w 302037"/>
                <a:gd name="connsiteY46" fmla="*/ 34850 h 396521"/>
                <a:gd name="connsiteX47" fmla="*/ 209103 w 302037"/>
                <a:gd name="connsiteY47" fmla="*/ 46467 h 396521"/>
                <a:gd name="connsiteX48" fmla="*/ 162636 w 302037"/>
                <a:gd name="connsiteY48" fmla="*/ 46467 h 396521"/>
                <a:gd name="connsiteX49" fmla="*/ 162636 w 302037"/>
                <a:gd name="connsiteY49" fmla="*/ 34850 h 396521"/>
                <a:gd name="connsiteX50" fmla="*/ 255570 w 302037"/>
                <a:gd name="connsiteY50" fmla="*/ 373287 h 396521"/>
                <a:gd name="connsiteX51" fmla="*/ 46467 w 302037"/>
                <a:gd name="connsiteY51" fmla="*/ 373287 h 396521"/>
                <a:gd name="connsiteX52" fmla="*/ 46467 w 302037"/>
                <a:gd name="connsiteY52" fmla="*/ 350054 h 396521"/>
                <a:gd name="connsiteX53" fmla="*/ 255570 w 302037"/>
                <a:gd name="connsiteY53" fmla="*/ 350054 h 396521"/>
                <a:gd name="connsiteX54" fmla="*/ 255570 w 302037"/>
                <a:gd name="connsiteY54" fmla="*/ 373287 h 396521"/>
                <a:gd name="connsiteX55" fmla="*/ 255570 w 302037"/>
                <a:gd name="connsiteY55" fmla="*/ 326820 h 396521"/>
                <a:gd name="connsiteX56" fmla="*/ 46467 w 302037"/>
                <a:gd name="connsiteY56" fmla="*/ 326820 h 396521"/>
                <a:gd name="connsiteX57" fmla="*/ 46467 w 302037"/>
                <a:gd name="connsiteY57" fmla="*/ 116168 h 396521"/>
                <a:gd name="connsiteX58" fmla="*/ 255570 w 302037"/>
                <a:gd name="connsiteY58" fmla="*/ 116168 h 396521"/>
                <a:gd name="connsiteX59" fmla="*/ 255570 w 302037"/>
                <a:gd name="connsiteY59" fmla="*/ 326820 h 396521"/>
                <a:gd name="connsiteX60" fmla="*/ 255570 w 302037"/>
                <a:gd name="connsiteY60" fmla="*/ 92935 h 396521"/>
                <a:gd name="connsiteX61" fmla="*/ 46467 w 302037"/>
                <a:gd name="connsiteY61" fmla="*/ 92935 h 396521"/>
                <a:gd name="connsiteX62" fmla="*/ 46467 w 302037"/>
                <a:gd name="connsiteY62" fmla="*/ 69701 h 396521"/>
                <a:gd name="connsiteX63" fmla="*/ 255570 w 302037"/>
                <a:gd name="connsiteY63" fmla="*/ 69701 h 396521"/>
                <a:gd name="connsiteX64" fmla="*/ 255570 w 302037"/>
                <a:gd name="connsiteY64" fmla="*/ 92935 h 39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02037" h="396521">
                  <a:moveTo>
                    <a:pt x="290421" y="116168"/>
                  </a:moveTo>
                  <a:cubicBezTo>
                    <a:pt x="296836" y="116168"/>
                    <a:pt x="302037" y="110967"/>
                    <a:pt x="302037" y="104551"/>
                  </a:cubicBezTo>
                  <a:cubicBezTo>
                    <a:pt x="302037" y="98136"/>
                    <a:pt x="296836" y="92935"/>
                    <a:pt x="290421" y="92935"/>
                  </a:cubicBezTo>
                  <a:lnTo>
                    <a:pt x="278804" y="92935"/>
                  </a:lnTo>
                  <a:lnTo>
                    <a:pt x="278804" y="69701"/>
                  </a:lnTo>
                  <a:lnTo>
                    <a:pt x="290421" y="69701"/>
                  </a:lnTo>
                  <a:cubicBezTo>
                    <a:pt x="296836" y="69701"/>
                    <a:pt x="302037" y="64500"/>
                    <a:pt x="302037" y="58084"/>
                  </a:cubicBezTo>
                  <a:cubicBezTo>
                    <a:pt x="302037" y="51669"/>
                    <a:pt x="296836" y="46467"/>
                    <a:pt x="290421" y="46467"/>
                  </a:cubicBezTo>
                  <a:cubicBezTo>
                    <a:pt x="285147" y="46467"/>
                    <a:pt x="237729" y="46467"/>
                    <a:pt x="232337" y="46467"/>
                  </a:cubicBezTo>
                  <a:lnTo>
                    <a:pt x="232337" y="34850"/>
                  </a:lnTo>
                  <a:cubicBezTo>
                    <a:pt x="232337" y="15634"/>
                    <a:pt x="216703" y="0"/>
                    <a:pt x="197486" y="0"/>
                  </a:cubicBezTo>
                  <a:lnTo>
                    <a:pt x="174252" y="0"/>
                  </a:lnTo>
                  <a:cubicBezTo>
                    <a:pt x="155036" y="0"/>
                    <a:pt x="139402" y="15634"/>
                    <a:pt x="139402" y="34850"/>
                  </a:cubicBezTo>
                  <a:lnTo>
                    <a:pt x="139402" y="46467"/>
                  </a:lnTo>
                  <a:cubicBezTo>
                    <a:pt x="132642" y="46467"/>
                    <a:pt x="15702" y="46467"/>
                    <a:pt x="11617" y="46467"/>
                  </a:cubicBezTo>
                  <a:cubicBezTo>
                    <a:pt x="5201" y="46467"/>
                    <a:pt x="0" y="51669"/>
                    <a:pt x="0" y="58084"/>
                  </a:cubicBezTo>
                  <a:cubicBezTo>
                    <a:pt x="0" y="64500"/>
                    <a:pt x="5201" y="69701"/>
                    <a:pt x="11617" y="69701"/>
                  </a:cubicBezTo>
                  <a:lnTo>
                    <a:pt x="23234" y="69701"/>
                  </a:lnTo>
                  <a:lnTo>
                    <a:pt x="23234" y="92935"/>
                  </a:lnTo>
                  <a:lnTo>
                    <a:pt x="11617" y="92935"/>
                  </a:lnTo>
                  <a:cubicBezTo>
                    <a:pt x="5201" y="92935"/>
                    <a:pt x="0" y="98136"/>
                    <a:pt x="0" y="104551"/>
                  </a:cubicBezTo>
                  <a:cubicBezTo>
                    <a:pt x="0" y="110967"/>
                    <a:pt x="5201" y="116168"/>
                    <a:pt x="11617" y="116168"/>
                  </a:cubicBezTo>
                  <a:lnTo>
                    <a:pt x="23234" y="116168"/>
                  </a:lnTo>
                  <a:lnTo>
                    <a:pt x="23234" y="326820"/>
                  </a:lnTo>
                  <a:lnTo>
                    <a:pt x="11617" y="326820"/>
                  </a:lnTo>
                  <a:cubicBezTo>
                    <a:pt x="5201" y="326820"/>
                    <a:pt x="0" y="332021"/>
                    <a:pt x="0" y="338437"/>
                  </a:cubicBezTo>
                  <a:cubicBezTo>
                    <a:pt x="0" y="344852"/>
                    <a:pt x="5201" y="350054"/>
                    <a:pt x="11617" y="350054"/>
                  </a:cubicBezTo>
                  <a:lnTo>
                    <a:pt x="23234" y="350054"/>
                  </a:lnTo>
                  <a:lnTo>
                    <a:pt x="23234" y="373287"/>
                  </a:lnTo>
                  <a:lnTo>
                    <a:pt x="11617" y="373287"/>
                  </a:lnTo>
                  <a:cubicBezTo>
                    <a:pt x="5201" y="373287"/>
                    <a:pt x="0" y="378489"/>
                    <a:pt x="0" y="384904"/>
                  </a:cubicBezTo>
                  <a:cubicBezTo>
                    <a:pt x="0" y="391320"/>
                    <a:pt x="5201" y="396521"/>
                    <a:pt x="11617" y="396521"/>
                  </a:cubicBezTo>
                  <a:cubicBezTo>
                    <a:pt x="19917" y="396521"/>
                    <a:pt x="276056" y="396521"/>
                    <a:pt x="290421" y="396521"/>
                  </a:cubicBezTo>
                  <a:cubicBezTo>
                    <a:pt x="296836" y="396521"/>
                    <a:pt x="302037" y="391320"/>
                    <a:pt x="302037" y="384904"/>
                  </a:cubicBezTo>
                  <a:cubicBezTo>
                    <a:pt x="302037" y="378489"/>
                    <a:pt x="296836" y="373287"/>
                    <a:pt x="290421" y="373287"/>
                  </a:cubicBezTo>
                  <a:lnTo>
                    <a:pt x="278804" y="373287"/>
                  </a:lnTo>
                  <a:lnTo>
                    <a:pt x="278804" y="350054"/>
                  </a:lnTo>
                  <a:lnTo>
                    <a:pt x="290421" y="350054"/>
                  </a:lnTo>
                  <a:cubicBezTo>
                    <a:pt x="296836" y="350054"/>
                    <a:pt x="302037" y="344852"/>
                    <a:pt x="302037" y="338437"/>
                  </a:cubicBezTo>
                  <a:cubicBezTo>
                    <a:pt x="302037" y="332021"/>
                    <a:pt x="296836" y="326820"/>
                    <a:pt x="290421" y="326820"/>
                  </a:cubicBezTo>
                  <a:lnTo>
                    <a:pt x="278804" y="326820"/>
                  </a:lnTo>
                  <a:lnTo>
                    <a:pt x="278804" y="116168"/>
                  </a:lnTo>
                  <a:lnTo>
                    <a:pt x="290421" y="116168"/>
                  </a:lnTo>
                  <a:close/>
                  <a:moveTo>
                    <a:pt x="162636" y="34850"/>
                  </a:moveTo>
                  <a:cubicBezTo>
                    <a:pt x="162636" y="28445"/>
                    <a:pt x="167847" y="23234"/>
                    <a:pt x="174252" y="23234"/>
                  </a:cubicBezTo>
                  <a:lnTo>
                    <a:pt x="197486" y="23234"/>
                  </a:lnTo>
                  <a:cubicBezTo>
                    <a:pt x="203892" y="23234"/>
                    <a:pt x="209103" y="28445"/>
                    <a:pt x="209103" y="34850"/>
                  </a:cubicBezTo>
                  <a:lnTo>
                    <a:pt x="209103" y="46467"/>
                  </a:lnTo>
                  <a:lnTo>
                    <a:pt x="162636" y="46467"/>
                  </a:lnTo>
                  <a:lnTo>
                    <a:pt x="162636" y="34850"/>
                  </a:lnTo>
                  <a:close/>
                  <a:moveTo>
                    <a:pt x="255570" y="373287"/>
                  </a:moveTo>
                  <a:lnTo>
                    <a:pt x="46467" y="373287"/>
                  </a:lnTo>
                  <a:lnTo>
                    <a:pt x="46467" y="350054"/>
                  </a:lnTo>
                  <a:lnTo>
                    <a:pt x="255570" y="350054"/>
                  </a:lnTo>
                  <a:lnTo>
                    <a:pt x="255570" y="373287"/>
                  </a:lnTo>
                  <a:close/>
                  <a:moveTo>
                    <a:pt x="255570" y="326820"/>
                  </a:moveTo>
                  <a:lnTo>
                    <a:pt x="46467" y="326820"/>
                  </a:lnTo>
                  <a:lnTo>
                    <a:pt x="46467" y="116168"/>
                  </a:lnTo>
                  <a:lnTo>
                    <a:pt x="255570" y="116168"/>
                  </a:lnTo>
                  <a:lnTo>
                    <a:pt x="255570" y="326820"/>
                  </a:lnTo>
                  <a:close/>
                  <a:moveTo>
                    <a:pt x="255570" y="92935"/>
                  </a:moveTo>
                  <a:lnTo>
                    <a:pt x="46467" y="92935"/>
                  </a:lnTo>
                  <a:lnTo>
                    <a:pt x="46467" y="69701"/>
                  </a:lnTo>
                  <a:cubicBezTo>
                    <a:pt x="52570" y="69701"/>
                    <a:pt x="250309" y="69701"/>
                    <a:pt x="255570" y="69701"/>
                  </a:cubicBezTo>
                  <a:lnTo>
                    <a:pt x="255570" y="92935"/>
                  </a:lnTo>
                  <a:close/>
                </a:path>
              </a:pathLst>
            </a:custGeom>
            <a:grpFill/>
            <a:ln w="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1775291-EE01-4994-9E15-E123364FC6D0}"/>
                </a:ext>
              </a:extLst>
            </p:cNvPr>
            <p:cNvSpPr/>
            <p:nvPr/>
          </p:nvSpPr>
          <p:spPr>
            <a:xfrm>
              <a:off x="4691600" y="5732715"/>
              <a:ext cx="162635" cy="164184"/>
            </a:xfrm>
            <a:custGeom>
              <a:avLst/>
              <a:gdLst>
                <a:gd name="connsiteX0" fmla="*/ 151019 w 162635"/>
                <a:gd name="connsiteY0" fmla="*/ 0 h 164184"/>
                <a:gd name="connsiteX1" fmla="*/ 127785 w 162635"/>
                <a:gd name="connsiteY1" fmla="*/ 0 h 164184"/>
                <a:gd name="connsiteX2" fmla="*/ 81318 w 162635"/>
                <a:gd name="connsiteY2" fmla="*/ 23274 h 164184"/>
                <a:gd name="connsiteX3" fmla="*/ 34850 w 162635"/>
                <a:gd name="connsiteY3" fmla="*/ 0 h 164184"/>
                <a:gd name="connsiteX4" fmla="*/ 11617 w 162635"/>
                <a:gd name="connsiteY4" fmla="*/ 0 h 164184"/>
                <a:gd name="connsiteX5" fmla="*/ 0 w 162635"/>
                <a:gd name="connsiteY5" fmla="*/ 11617 h 164184"/>
                <a:gd name="connsiteX6" fmla="*/ 0 w 162635"/>
                <a:gd name="connsiteY6" fmla="*/ 34850 h 164184"/>
                <a:gd name="connsiteX7" fmla="*/ 58084 w 162635"/>
                <a:gd name="connsiteY7" fmla="*/ 92935 h 164184"/>
                <a:gd name="connsiteX8" fmla="*/ 69701 w 162635"/>
                <a:gd name="connsiteY8" fmla="*/ 92935 h 164184"/>
                <a:gd name="connsiteX9" fmla="*/ 69701 w 162635"/>
                <a:gd name="connsiteY9" fmla="*/ 152568 h 164184"/>
                <a:gd name="connsiteX10" fmla="*/ 81318 w 162635"/>
                <a:gd name="connsiteY10" fmla="*/ 164184 h 164184"/>
                <a:gd name="connsiteX11" fmla="*/ 92935 w 162635"/>
                <a:gd name="connsiteY11" fmla="*/ 152568 h 164184"/>
                <a:gd name="connsiteX12" fmla="*/ 92935 w 162635"/>
                <a:gd name="connsiteY12" fmla="*/ 92935 h 164184"/>
                <a:gd name="connsiteX13" fmla="*/ 104551 w 162635"/>
                <a:gd name="connsiteY13" fmla="*/ 92935 h 164184"/>
                <a:gd name="connsiteX14" fmla="*/ 162636 w 162635"/>
                <a:gd name="connsiteY14" fmla="*/ 34850 h 164184"/>
                <a:gd name="connsiteX15" fmla="*/ 162636 w 162635"/>
                <a:gd name="connsiteY15" fmla="*/ 11617 h 164184"/>
                <a:gd name="connsiteX16" fmla="*/ 151019 w 162635"/>
                <a:gd name="connsiteY16" fmla="*/ 0 h 164184"/>
                <a:gd name="connsiteX17" fmla="*/ 69701 w 162635"/>
                <a:gd name="connsiteY17" fmla="*/ 69701 h 164184"/>
                <a:gd name="connsiteX18" fmla="*/ 58084 w 162635"/>
                <a:gd name="connsiteY18" fmla="*/ 69701 h 164184"/>
                <a:gd name="connsiteX19" fmla="*/ 23234 w 162635"/>
                <a:gd name="connsiteY19" fmla="*/ 34850 h 164184"/>
                <a:gd name="connsiteX20" fmla="*/ 23234 w 162635"/>
                <a:gd name="connsiteY20" fmla="*/ 23234 h 164184"/>
                <a:gd name="connsiteX21" fmla="*/ 34850 w 162635"/>
                <a:gd name="connsiteY21" fmla="*/ 23234 h 164184"/>
                <a:gd name="connsiteX22" fmla="*/ 69701 w 162635"/>
                <a:gd name="connsiteY22" fmla="*/ 58084 h 164184"/>
                <a:gd name="connsiteX23" fmla="*/ 69701 w 162635"/>
                <a:gd name="connsiteY23" fmla="*/ 69701 h 164184"/>
                <a:gd name="connsiteX24" fmla="*/ 139402 w 162635"/>
                <a:gd name="connsiteY24" fmla="*/ 34850 h 164184"/>
                <a:gd name="connsiteX25" fmla="*/ 104551 w 162635"/>
                <a:gd name="connsiteY25" fmla="*/ 69701 h 164184"/>
                <a:gd name="connsiteX26" fmla="*/ 92935 w 162635"/>
                <a:gd name="connsiteY26" fmla="*/ 69701 h 164184"/>
                <a:gd name="connsiteX27" fmla="*/ 92935 w 162635"/>
                <a:gd name="connsiteY27" fmla="*/ 58084 h 164184"/>
                <a:gd name="connsiteX28" fmla="*/ 127785 w 162635"/>
                <a:gd name="connsiteY28" fmla="*/ 23234 h 164184"/>
                <a:gd name="connsiteX29" fmla="*/ 139402 w 162635"/>
                <a:gd name="connsiteY29" fmla="*/ 23234 h 164184"/>
                <a:gd name="connsiteX30" fmla="*/ 139402 w 162635"/>
                <a:gd name="connsiteY30" fmla="*/ 34850 h 16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2635" h="164184">
                  <a:moveTo>
                    <a:pt x="151019" y="0"/>
                  </a:moveTo>
                  <a:lnTo>
                    <a:pt x="127785" y="0"/>
                  </a:lnTo>
                  <a:cubicBezTo>
                    <a:pt x="108805" y="0"/>
                    <a:pt x="91923" y="9153"/>
                    <a:pt x="81318" y="23274"/>
                  </a:cubicBezTo>
                  <a:cubicBezTo>
                    <a:pt x="70712" y="9153"/>
                    <a:pt x="53831" y="0"/>
                    <a:pt x="34850" y="0"/>
                  </a:cubicBezTo>
                  <a:lnTo>
                    <a:pt x="11617" y="0"/>
                  </a:lnTo>
                  <a:cubicBezTo>
                    <a:pt x="5201" y="0"/>
                    <a:pt x="0" y="5201"/>
                    <a:pt x="0" y="11617"/>
                  </a:cubicBezTo>
                  <a:lnTo>
                    <a:pt x="0" y="34850"/>
                  </a:lnTo>
                  <a:cubicBezTo>
                    <a:pt x="0" y="66878"/>
                    <a:pt x="26057" y="92935"/>
                    <a:pt x="58084" y="92935"/>
                  </a:cubicBezTo>
                  <a:lnTo>
                    <a:pt x="69701" y="92935"/>
                  </a:lnTo>
                  <a:lnTo>
                    <a:pt x="69701" y="152568"/>
                  </a:lnTo>
                  <a:cubicBezTo>
                    <a:pt x="69701" y="158983"/>
                    <a:pt x="74902" y="164184"/>
                    <a:pt x="81318" y="164184"/>
                  </a:cubicBezTo>
                  <a:cubicBezTo>
                    <a:pt x="87733" y="164184"/>
                    <a:pt x="92935" y="158983"/>
                    <a:pt x="92935" y="152568"/>
                  </a:cubicBezTo>
                  <a:lnTo>
                    <a:pt x="92935" y="92935"/>
                  </a:lnTo>
                  <a:lnTo>
                    <a:pt x="104551" y="92935"/>
                  </a:lnTo>
                  <a:cubicBezTo>
                    <a:pt x="136579" y="92935"/>
                    <a:pt x="162636" y="66878"/>
                    <a:pt x="162636" y="34850"/>
                  </a:cubicBezTo>
                  <a:lnTo>
                    <a:pt x="162636" y="11617"/>
                  </a:lnTo>
                  <a:cubicBezTo>
                    <a:pt x="162636" y="5201"/>
                    <a:pt x="157434" y="0"/>
                    <a:pt x="151019" y="0"/>
                  </a:cubicBezTo>
                  <a:close/>
                  <a:moveTo>
                    <a:pt x="69701" y="69701"/>
                  </a:moveTo>
                  <a:lnTo>
                    <a:pt x="58084" y="69701"/>
                  </a:lnTo>
                  <a:cubicBezTo>
                    <a:pt x="38868" y="69701"/>
                    <a:pt x="23234" y="54067"/>
                    <a:pt x="23234" y="34850"/>
                  </a:cubicBezTo>
                  <a:lnTo>
                    <a:pt x="23234" y="23234"/>
                  </a:lnTo>
                  <a:lnTo>
                    <a:pt x="34850" y="23234"/>
                  </a:lnTo>
                  <a:cubicBezTo>
                    <a:pt x="54067" y="23234"/>
                    <a:pt x="69701" y="38868"/>
                    <a:pt x="69701" y="58084"/>
                  </a:cubicBezTo>
                  <a:cubicBezTo>
                    <a:pt x="69701" y="62706"/>
                    <a:pt x="69701" y="65031"/>
                    <a:pt x="69701" y="69701"/>
                  </a:cubicBezTo>
                  <a:close/>
                  <a:moveTo>
                    <a:pt x="139402" y="34850"/>
                  </a:moveTo>
                  <a:cubicBezTo>
                    <a:pt x="139402" y="54067"/>
                    <a:pt x="123768" y="69701"/>
                    <a:pt x="104551" y="69701"/>
                  </a:cubicBezTo>
                  <a:lnTo>
                    <a:pt x="92935" y="69701"/>
                  </a:lnTo>
                  <a:cubicBezTo>
                    <a:pt x="92935" y="65031"/>
                    <a:pt x="92935" y="62706"/>
                    <a:pt x="92935" y="58084"/>
                  </a:cubicBezTo>
                  <a:cubicBezTo>
                    <a:pt x="92935" y="38868"/>
                    <a:pt x="108569" y="23234"/>
                    <a:pt x="127785" y="23234"/>
                  </a:cubicBezTo>
                  <a:lnTo>
                    <a:pt x="139402" y="23234"/>
                  </a:lnTo>
                  <a:lnTo>
                    <a:pt x="139402" y="34850"/>
                  </a:lnTo>
                  <a:close/>
                </a:path>
              </a:pathLst>
            </a:custGeom>
            <a:grpFill/>
            <a:ln w="7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4</a:t>
            </a:r>
            <a:endParaRPr lang="en-GB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32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7C3753B-2F75-442A-B0D3-2D58CEE7C3F0}"/>
              </a:ext>
            </a:extLst>
          </p:cNvPr>
          <p:cNvGrpSpPr/>
          <p:nvPr/>
        </p:nvGrpSpPr>
        <p:grpSpPr>
          <a:xfrm>
            <a:off x="4010024" y="1635411"/>
            <a:ext cx="4171952" cy="4171952"/>
            <a:chOff x="4513106" y="1846107"/>
            <a:chExt cx="3165786" cy="316578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42A390E-0D58-409C-B3DE-5308C694D580}"/>
                </a:ext>
              </a:extLst>
            </p:cNvPr>
            <p:cNvSpPr/>
            <p:nvPr/>
          </p:nvSpPr>
          <p:spPr>
            <a:xfrm>
              <a:off x="4513106" y="1846107"/>
              <a:ext cx="3165786" cy="316578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75C7AF8-A34A-426F-A0B0-54B64308C6A6}"/>
                </a:ext>
              </a:extLst>
            </p:cNvPr>
            <p:cNvGrpSpPr/>
            <p:nvPr/>
          </p:nvGrpSpPr>
          <p:grpSpPr>
            <a:xfrm>
              <a:off x="4946729" y="2308839"/>
              <a:ext cx="2395598" cy="2337857"/>
              <a:chOff x="613765" y="4032356"/>
              <a:chExt cx="1810342" cy="1766707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4FE090F-2B9E-48D6-90B4-A242FA16AA2B}"/>
                  </a:ext>
                </a:extLst>
              </p:cNvPr>
              <p:cNvSpPr/>
              <p:nvPr/>
            </p:nvSpPr>
            <p:spPr>
              <a:xfrm rot="14350547">
                <a:off x="829927" y="4517812"/>
                <a:ext cx="1218297" cy="1344206"/>
              </a:xfrm>
              <a:custGeom>
                <a:avLst/>
                <a:gdLst>
                  <a:gd name="connsiteX0" fmla="*/ 802485 w 1218297"/>
                  <a:gd name="connsiteY0" fmla="*/ 0 h 1344206"/>
                  <a:gd name="connsiteX1" fmla="*/ 1218297 w 1218297"/>
                  <a:gd name="connsiteY1" fmla="*/ 415812 h 1344206"/>
                  <a:gd name="connsiteX2" fmla="*/ 886286 w 1218297"/>
                  <a:gd name="connsiteY2" fmla="*/ 823176 h 1344206"/>
                  <a:gd name="connsiteX3" fmla="*/ 804293 w 1218297"/>
                  <a:gd name="connsiteY3" fmla="*/ 831442 h 1344206"/>
                  <a:gd name="connsiteX4" fmla="*/ 800327 w 1218297"/>
                  <a:gd name="connsiteY4" fmla="*/ 826635 h 1344206"/>
                  <a:gd name="connsiteX5" fmla="*/ 506303 w 1218297"/>
                  <a:gd name="connsiteY5" fmla="*/ 704846 h 1344206"/>
                  <a:gd name="connsiteX6" fmla="*/ 505620 w 1218297"/>
                  <a:gd name="connsiteY6" fmla="*/ 704915 h 1344206"/>
                  <a:gd name="connsiteX7" fmla="*/ 422501 w 1218297"/>
                  <a:gd name="connsiteY7" fmla="*/ 713294 h 1344206"/>
                  <a:gd name="connsiteX8" fmla="*/ 90490 w 1218297"/>
                  <a:gd name="connsiteY8" fmla="*/ 1120658 h 1344206"/>
                  <a:gd name="connsiteX9" fmla="*/ 123167 w 1218297"/>
                  <a:gd name="connsiteY9" fmla="*/ 1282511 h 1344206"/>
                  <a:gd name="connsiteX10" fmla="*/ 156653 w 1218297"/>
                  <a:gd name="connsiteY10" fmla="*/ 1344206 h 1344206"/>
                  <a:gd name="connsiteX11" fmla="*/ 146405 w 1218297"/>
                  <a:gd name="connsiteY11" fmla="*/ 1331785 h 1344206"/>
                  <a:gd name="connsiteX12" fmla="*/ 0 w 1218297"/>
                  <a:gd name="connsiteY12" fmla="*/ 852488 h 1344206"/>
                  <a:gd name="connsiteX13" fmla="*/ 654858 w 1218297"/>
                  <a:gd name="connsiteY13" fmla="*/ 21542 h 1344206"/>
                  <a:gd name="connsiteX14" fmla="*/ 710896 w 1218297"/>
                  <a:gd name="connsiteY14" fmla="*/ 10866 h 1344206"/>
                  <a:gd name="connsiteX15" fmla="*/ 718684 w 1218297"/>
                  <a:gd name="connsiteY15" fmla="*/ 8448 h 1344206"/>
                  <a:gd name="connsiteX16" fmla="*/ 802485 w 1218297"/>
                  <a:gd name="connsiteY16" fmla="*/ 0 h 1344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18297" h="1344206">
                    <a:moveTo>
                      <a:pt x="802485" y="0"/>
                    </a:moveTo>
                    <a:cubicBezTo>
                      <a:pt x="1032132" y="0"/>
                      <a:pt x="1218297" y="186165"/>
                      <a:pt x="1218297" y="415812"/>
                    </a:cubicBezTo>
                    <a:cubicBezTo>
                      <a:pt x="1218297" y="616753"/>
                      <a:pt x="1075764" y="784403"/>
                      <a:pt x="886286" y="823176"/>
                    </a:cubicBezTo>
                    <a:lnTo>
                      <a:pt x="804293" y="831442"/>
                    </a:lnTo>
                    <a:lnTo>
                      <a:pt x="800327" y="826635"/>
                    </a:lnTo>
                    <a:cubicBezTo>
                      <a:pt x="725080" y="751387"/>
                      <a:pt x="621127" y="704846"/>
                      <a:pt x="506303" y="704846"/>
                    </a:cubicBezTo>
                    <a:lnTo>
                      <a:pt x="505620" y="704915"/>
                    </a:lnTo>
                    <a:lnTo>
                      <a:pt x="422501" y="713294"/>
                    </a:lnTo>
                    <a:cubicBezTo>
                      <a:pt x="233023" y="752067"/>
                      <a:pt x="90490" y="919717"/>
                      <a:pt x="90490" y="1120658"/>
                    </a:cubicBezTo>
                    <a:cubicBezTo>
                      <a:pt x="90490" y="1178070"/>
                      <a:pt x="102125" y="1232764"/>
                      <a:pt x="123167" y="1282511"/>
                    </a:cubicBezTo>
                    <a:lnTo>
                      <a:pt x="156653" y="1344206"/>
                    </a:lnTo>
                    <a:lnTo>
                      <a:pt x="146405" y="1331785"/>
                    </a:lnTo>
                    <a:cubicBezTo>
                      <a:pt x="53972" y="1194967"/>
                      <a:pt x="0" y="1030030"/>
                      <a:pt x="0" y="852488"/>
                    </a:cubicBezTo>
                    <a:cubicBezTo>
                      <a:pt x="0" y="438223"/>
                      <a:pt x="321197" y="103528"/>
                      <a:pt x="654858" y="21542"/>
                    </a:cubicBezTo>
                    <a:lnTo>
                      <a:pt x="710896" y="10866"/>
                    </a:lnTo>
                    <a:lnTo>
                      <a:pt x="718684" y="8448"/>
                    </a:lnTo>
                    <a:cubicBezTo>
                      <a:pt x="745753" y="2909"/>
                      <a:pt x="773779" y="0"/>
                      <a:pt x="8024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80D375B-7592-444D-8B6C-E4773C6E48BB}"/>
                  </a:ext>
                </a:extLst>
              </p:cNvPr>
              <p:cNvSpPr/>
              <p:nvPr/>
            </p:nvSpPr>
            <p:spPr>
              <a:xfrm>
                <a:off x="613765" y="4032356"/>
                <a:ext cx="1218297" cy="1344206"/>
              </a:xfrm>
              <a:custGeom>
                <a:avLst/>
                <a:gdLst>
                  <a:gd name="connsiteX0" fmla="*/ 802485 w 1218297"/>
                  <a:gd name="connsiteY0" fmla="*/ 0 h 1344206"/>
                  <a:gd name="connsiteX1" fmla="*/ 1218297 w 1218297"/>
                  <a:gd name="connsiteY1" fmla="*/ 415812 h 1344206"/>
                  <a:gd name="connsiteX2" fmla="*/ 886286 w 1218297"/>
                  <a:gd name="connsiteY2" fmla="*/ 823176 h 1344206"/>
                  <a:gd name="connsiteX3" fmla="*/ 804293 w 1218297"/>
                  <a:gd name="connsiteY3" fmla="*/ 831442 h 1344206"/>
                  <a:gd name="connsiteX4" fmla="*/ 800327 w 1218297"/>
                  <a:gd name="connsiteY4" fmla="*/ 826635 h 1344206"/>
                  <a:gd name="connsiteX5" fmla="*/ 506303 w 1218297"/>
                  <a:gd name="connsiteY5" fmla="*/ 704846 h 1344206"/>
                  <a:gd name="connsiteX6" fmla="*/ 505620 w 1218297"/>
                  <a:gd name="connsiteY6" fmla="*/ 704915 h 1344206"/>
                  <a:gd name="connsiteX7" fmla="*/ 422501 w 1218297"/>
                  <a:gd name="connsiteY7" fmla="*/ 713294 h 1344206"/>
                  <a:gd name="connsiteX8" fmla="*/ 90490 w 1218297"/>
                  <a:gd name="connsiteY8" fmla="*/ 1120658 h 1344206"/>
                  <a:gd name="connsiteX9" fmla="*/ 123167 w 1218297"/>
                  <a:gd name="connsiteY9" fmla="*/ 1282511 h 1344206"/>
                  <a:gd name="connsiteX10" fmla="*/ 156653 w 1218297"/>
                  <a:gd name="connsiteY10" fmla="*/ 1344206 h 1344206"/>
                  <a:gd name="connsiteX11" fmla="*/ 146405 w 1218297"/>
                  <a:gd name="connsiteY11" fmla="*/ 1331785 h 1344206"/>
                  <a:gd name="connsiteX12" fmla="*/ 0 w 1218297"/>
                  <a:gd name="connsiteY12" fmla="*/ 852488 h 1344206"/>
                  <a:gd name="connsiteX13" fmla="*/ 654858 w 1218297"/>
                  <a:gd name="connsiteY13" fmla="*/ 21542 h 1344206"/>
                  <a:gd name="connsiteX14" fmla="*/ 710896 w 1218297"/>
                  <a:gd name="connsiteY14" fmla="*/ 10866 h 1344206"/>
                  <a:gd name="connsiteX15" fmla="*/ 718684 w 1218297"/>
                  <a:gd name="connsiteY15" fmla="*/ 8448 h 1344206"/>
                  <a:gd name="connsiteX16" fmla="*/ 802485 w 1218297"/>
                  <a:gd name="connsiteY16" fmla="*/ 0 h 1344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18297" h="1344206">
                    <a:moveTo>
                      <a:pt x="802485" y="0"/>
                    </a:moveTo>
                    <a:cubicBezTo>
                      <a:pt x="1032132" y="0"/>
                      <a:pt x="1218297" y="186165"/>
                      <a:pt x="1218297" y="415812"/>
                    </a:cubicBezTo>
                    <a:cubicBezTo>
                      <a:pt x="1218297" y="616753"/>
                      <a:pt x="1075764" y="784403"/>
                      <a:pt x="886286" y="823176"/>
                    </a:cubicBezTo>
                    <a:lnTo>
                      <a:pt x="804293" y="831442"/>
                    </a:lnTo>
                    <a:lnTo>
                      <a:pt x="800327" y="826635"/>
                    </a:lnTo>
                    <a:cubicBezTo>
                      <a:pt x="725080" y="751387"/>
                      <a:pt x="621127" y="704846"/>
                      <a:pt x="506303" y="704846"/>
                    </a:cubicBezTo>
                    <a:lnTo>
                      <a:pt x="505620" y="704915"/>
                    </a:lnTo>
                    <a:lnTo>
                      <a:pt x="422501" y="713294"/>
                    </a:lnTo>
                    <a:cubicBezTo>
                      <a:pt x="233023" y="752067"/>
                      <a:pt x="90490" y="919717"/>
                      <a:pt x="90490" y="1120658"/>
                    </a:cubicBezTo>
                    <a:cubicBezTo>
                      <a:pt x="90490" y="1178070"/>
                      <a:pt x="102125" y="1232764"/>
                      <a:pt x="123167" y="1282511"/>
                    </a:cubicBezTo>
                    <a:lnTo>
                      <a:pt x="156653" y="1344206"/>
                    </a:lnTo>
                    <a:lnTo>
                      <a:pt x="146405" y="1331785"/>
                    </a:lnTo>
                    <a:cubicBezTo>
                      <a:pt x="53972" y="1194967"/>
                      <a:pt x="0" y="1030030"/>
                      <a:pt x="0" y="852488"/>
                    </a:cubicBezTo>
                    <a:cubicBezTo>
                      <a:pt x="0" y="438223"/>
                      <a:pt x="321197" y="103528"/>
                      <a:pt x="654858" y="21542"/>
                    </a:cubicBezTo>
                    <a:lnTo>
                      <a:pt x="710896" y="10866"/>
                    </a:lnTo>
                    <a:lnTo>
                      <a:pt x="718684" y="8448"/>
                    </a:lnTo>
                    <a:cubicBezTo>
                      <a:pt x="745753" y="2909"/>
                      <a:pt x="773779" y="0"/>
                      <a:pt x="8024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B4B4326-C455-461D-81C4-493B3AAB2DE0}"/>
                  </a:ext>
                </a:extLst>
              </p:cNvPr>
              <p:cNvSpPr/>
              <p:nvPr/>
            </p:nvSpPr>
            <p:spPr>
              <a:xfrm rot="7167314">
                <a:off x="1142855" y="4088442"/>
                <a:ext cx="1218297" cy="1344206"/>
              </a:xfrm>
              <a:custGeom>
                <a:avLst/>
                <a:gdLst>
                  <a:gd name="connsiteX0" fmla="*/ 802485 w 1218297"/>
                  <a:gd name="connsiteY0" fmla="*/ 0 h 1344206"/>
                  <a:gd name="connsiteX1" fmla="*/ 1218297 w 1218297"/>
                  <a:gd name="connsiteY1" fmla="*/ 415812 h 1344206"/>
                  <a:gd name="connsiteX2" fmla="*/ 886286 w 1218297"/>
                  <a:gd name="connsiteY2" fmla="*/ 823176 h 1344206"/>
                  <a:gd name="connsiteX3" fmla="*/ 804293 w 1218297"/>
                  <a:gd name="connsiteY3" fmla="*/ 831442 h 1344206"/>
                  <a:gd name="connsiteX4" fmla="*/ 800327 w 1218297"/>
                  <a:gd name="connsiteY4" fmla="*/ 826635 h 1344206"/>
                  <a:gd name="connsiteX5" fmla="*/ 506303 w 1218297"/>
                  <a:gd name="connsiteY5" fmla="*/ 704846 h 1344206"/>
                  <a:gd name="connsiteX6" fmla="*/ 505620 w 1218297"/>
                  <a:gd name="connsiteY6" fmla="*/ 704915 h 1344206"/>
                  <a:gd name="connsiteX7" fmla="*/ 422501 w 1218297"/>
                  <a:gd name="connsiteY7" fmla="*/ 713294 h 1344206"/>
                  <a:gd name="connsiteX8" fmla="*/ 90490 w 1218297"/>
                  <a:gd name="connsiteY8" fmla="*/ 1120658 h 1344206"/>
                  <a:gd name="connsiteX9" fmla="*/ 123167 w 1218297"/>
                  <a:gd name="connsiteY9" fmla="*/ 1282511 h 1344206"/>
                  <a:gd name="connsiteX10" fmla="*/ 156653 w 1218297"/>
                  <a:gd name="connsiteY10" fmla="*/ 1344206 h 1344206"/>
                  <a:gd name="connsiteX11" fmla="*/ 146405 w 1218297"/>
                  <a:gd name="connsiteY11" fmla="*/ 1331785 h 1344206"/>
                  <a:gd name="connsiteX12" fmla="*/ 0 w 1218297"/>
                  <a:gd name="connsiteY12" fmla="*/ 852488 h 1344206"/>
                  <a:gd name="connsiteX13" fmla="*/ 654858 w 1218297"/>
                  <a:gd name="connsiteY13" fmla="*/ 21542 h 1344206"/>
                  <a:gd name="connsiteX14" fmla="*/ 710896 w 1218297"/>
                  <a:gd name="connsiteY14" fmla="*/ 10866 h 1344206"/>
                  <a:gd name="connsiteX15" fmla="*/ 718684 w 1218297"/>
                  <a:gd name="connsiteY15" fmla="*/ 8448 h 1344206"/>
                  <a:gd name="connsiteX16" fmla="*/ 802485 w 1218297"/>
                  <a:gd name="connsiteY16" fmla="*/ 0 h 1344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18297" h="1344206">
                    <a:moveTo>
                      <a:pt x="802485" y="0"/>
                    </a:moveTo>
                    <a:cubicBezTo>
                      <a:pt x="1032132" y="0"/>
                      <a:pt x="1218297" y="186165"/>
                      <a:pt x="1218297" y="415812"/>
                    </a:cubicBezTo>
                    <a:cubicBezTo>
                      <a:pt x="1218297" y="616753"/>
                      <a:pt x="1075764" y="784403"/>
                      <a:pt x="886286" y="823176"/>
                    </a:cubicBezTo>
                    <a:lnTo>
                      <a:pt x="804293" y="831442"/>
                    </a:lnTo>
                    <a:lnTo>
                      <a:pt x="800327" y="826635"/>
                    </a:lnTo>
                    <a:cubicBezTo>
                      <a:pt x="725080" y="751387"/>
                      <a:pt x="621127" y="704846"/>
                      <a:pt x="506303" y="704846"/>
                    </a:cubicBezTo>
                    <a:lnTo>
                      <a:pt x="505620" y="704915"/>
                    </a:lnTo>
                    <a:lnTo>
                      <a:pt x="422501" y="713294"/>
                    </a:lnTo>
                    <a:cubicBezTo>
                      <a:pt x="233023" y="752067"/>
                      <a:pt x="90490" y="919717"/>
                      <a:pt x="90490" y="1120658"/>
                    </a:cubicBezTo>
                    <a:cubicBezTo>
                      <a:pt x="90490" y="1178070"/>
                      <a:pt x="102125" y="1232764"/>
                      <a:pt x="123167" y="1282511"/>
                    </a:cubicBezTo>
                    <a:lnTo>
                      <a:pt x="156653" y="1344206"/>
                    </a:lnTo>
                    <a:lnTo>
                      <a:pt x="146405" y="1331785"/>
                    </a:lnTo>
                    <a:cubicBezTo>
                      <a:pt x="53972" y="1194967"/>
                      <a:pt x="0" y="1030030"/>
                      <a:pt x="0" y="852488"/>
                    </a:cubicBezTo>
                    <a:cubicBezTo>
                      <a:pt x="0" y="438223"/>
                      <a:pt x="321197" y="103528"/>
                      <a:pt x="654858" y="21542"/>
                    </a:cubicBezTo>
                    <a:lnTo>
                      <a:pt x="710896" y="10866"/>
                    </a:lnTo>
                    <a:lnTo>
                      <a:pt x="718684" y="8448"/>
                    </a:lnTo>
                    <a:cubicBezTo>
                      <a:pt x="745753" y="2909"/>
                      <a:pt x="773779" y="0"/>
                      <a:pt x="8024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701EFDA7-1348-4878-A1E9-7F7BE3863F88}"/>
              </a:ext>
            </a:extLst>
          </p:cNvPr>
          <p:cNvSpPr/>
          <p:nvPr/>
        </p:nvSpPr>
        <p:spPr>
          <a:xfrm>
            <a:off x="5015542" y="1986729"/>
            <a:ext cx="2247641" cy="1078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Economics of Change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4928681-7112-4E63-AF5D-B6C7A437A535}"/>
              </a:ext>
            </a:extLst>
          </p:cNvPr>
          <p:cNvSpPr/>
          <p:nvPr/>
        </p:nvSpPr>
        <p:spPr>
          <a:xfrm rot="13211462">
            <a:off x="4798838" y="2421493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BD38C1F-B73A-4A4E-A6B9-17EE8E3B1954}"/>
              </a:ext>
            </a:extLst>
          </p:cNvPr>
          <p:cNvSpPr/>
          <p:nvPr/>
        </p:nvSpPr>
        <p:spPr>
          <a:xfrm>
            <a:off x="4397109" y="2626519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332A2D1-63B4-4158-911E-2E4D7CC45BB1}"/>
              </a:ext>
            </a:extLst>
          </p:cNvPr>
          <p:cNvSpPr/>
          <p:nvPr/>
        </p:nvSpPr>
        <p:spPr>
          <a:xfrm>
            <a:off x="7449750" y="2626519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7F9B78D-8646-49CB-845F-BAB533121E00}"/>
              </a:ext>
            </a:extLst>
          </p:cNvPr>
          <p:cNvSpPr/>
          <p:nvPr/>
        </p:nvSpPr>
        <p:spPr>
          <a:xfrm>
            <a:off x="4459708" y="4592836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B5000A0-6291-4A4B-BBDC-3D528AE492EE}"/>
              </a:ext>
            </a:extLst>
          </p:cNvPr>
          <p:cNvSpPr/>
          <p:nvPr/>
        </p:nvSpPr>
        <p:spPr>
          <a:xfrm>
            <a:off x="7387755" y="4596654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9A69DA7-5324-4643-8B50-9B9889FCEE77}"/>
              </a:ext>
            </a:extLst>
          </p:cNvPr>
          <p:cNvSpPr/>
          <p:nvPr/>
        </p:nvSpPr>
        <p:spPr>
          <a:xfrm rot="20311474">
            <a:off x="4151859" y="3274823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82D6BE7-46BE-421E-9474-A21C0D620637}"/>
              </a:ext>
            </a:extLst>
          </p:cNvPr>
          <p:cNvSpPr/>
          <p:nvPr/>
        </p:nvSpPr>
        <p:spPr>
          <a:xfrm rot="20311474">
            <a:off x="7662941" y="3952072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9593E9B-6DD9-4946-B1A6-2E98FC4161B7}"/>
              </a:ext>
            </a:extLst>
          </p:cNvPr>
          <p:cNvSpPr/>
          <p:nvPr/>
        </p:nvSpPr>
        <p:spPr>
          <a:xfrm rot="19096346">
            <a:off x="4176301" y="3954643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565838A-D26E-40AD-9E0E-B361222618BA}"/>
              </a:ext>
            </a:extLst>
          </p:cNvPr>
          <p:cNvSpPr/>
          <p:nvPr/>
        </p:nvSpPr>
        <p:spPr>
          <a:xfrm rot="19096346">
            <a:off x="7697179" y="3287021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F76F814-D8DE-4FBF-930C-7C3F5F0128D6}"/>
              </a:ext>
            </a:extLst>
          </p:cNvPr>
          <p:cNvSpPr/>
          <p:nvPr/>
        </p:nvSpPr>
        <p:spPr>
          <a:xfrm rot="19926622">
            <a:off x="4975846" y="5092321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3D51AA5-897B-4BED-B368-C2601AFCE67C}"/>
              </a:ext>
            </a:extLst>
          </p:cNvPr>
          <p:cNvSpPr/>
          <p:nvPr/>
        </p:nvSpPr>
        <p:spPr>
          <a:xfrm rot="18711494">
            <a:off x="5568547" y="5310218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0898247-3440-47D6-9B9A-E75436D05932}"/>
              </a:ext>
            </a:extLst>
          </p:cNvPr>
          <p:cNvSpPr/>
          <p:nvPr/>
        </p:nvSpPr>
        <p:spPr>
          <a:xfrm rot="17392488">
            <a:off x="6253287" y="5310218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1D5B654-0872-41CD-A38C-575406E890CF}"/>
              </a:ext>
            </a:extLst>
          </p:cNvPr>
          <p:cNvSpPr/>
          <p:nvPr/>
        </p:nvSpPr>
        <p:spPr>
          <a:xfrm rot="16107293">
            <a:off x="6876504" y="5058860"/>
            <a:ext cx="345142" cy="345142"/>
          </a:xfrm>
          <a:prstGeom prst="ellipse">
            <a:avLst/>
          </a:prstGeom>
          <a:noFill/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600" dirty="0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CEA9912D-814B-4A69-99E8-AD3F80C70B8D}"/>
              </a:ext>
            </a:extLst>
          </p:cNvPr>
          <p:cNvSpPr/>
          <p:nvPr/>
        </p:nvSpPr>
        <p:spPr>
          <a:xfrm rot="11897624">
            <a:off x="4359967" y="3071092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Isosceles Triangle 83">
            <a:extLst>
              <a:ext uri="{FF2B5EF4-FFF2-40B4-BE49-F238E27FC236}">
                <a16:creationId xmlns:a16="http://schemas.microsoft.com/office/drawing/2014/main" id="{DFC71379-072E-45C8-ADBE-B78ED3B304FE}"/>
              </a:ext>
            </a:extLst>
          </p:cNvPr>
          <p:cNvSpPr/>
          <p:nvPr/>
        </p:nvSpPr>
        <p:spPr>
          <a:xfrm rot="10800000">
            <a:off x="4251572" y="3757134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4DDA20CF-B291-400E-88FB-C4C2876355CC}"/>
              </a:ext>
            </a:extLst>
          </p:cNvPr>
          <p:cNvSpPr/>
          <p:nvPr/>
        </p:nvSpPr>
        <p:spPr>
          <a:xfrm rot="9530657">
            <a:off x="4411056" y="4424112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6" name="Isosceles Triangle 85">
            <a:extLst>
              <a:ext uri="{FF2B5EF4-FFF2-40B4-BE49-F238E27FC236}">
                <a16:creationId xmlns:a16="http://schemas.microsoft.com/office/drawing/2014/main" id="{E9A92D53-67E5-4E06-8CA0-7048BE8D9B0C}"/>
              </a:ext>
            </a:extLst>
          </p:cNvPr>
          <p:cNvSpPr/>
          <p:nvPr/>
        </p:nvSpPr>
        <p:spPr>
          <a:xfrm rot="7904268">
            <a:off x="4831913" y="4990285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3964EFA0-127F-4AEB-8328-6CBB1F68C647}"/>
              </a:ext>
            </a:extLst>
          </p:cNvPr>
          <p:cNvSpPr/>
          <p:nvPr/>
        </p:nvSpPr>
        <p:spPr>
          <a:xfrm rot="6694023">
            <a:off x="5388182" y="5345675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8" name="Isosceles Triangle 87">
            <a:extLst>
              <a:ext uri="{FF2B5EF4-FFF2-40B4-BE49-F238E27FC236}">
                <a16:creationId xmlns:a16="http://schemas.microsoft.com/office/drawing/2014/main" id="{4B6DD7DD-223C-4E95-B96B-63A72D1B4969}"/>
              </a:ext>
            </a:extLst>
          </p:cNvPr>
          <p:cNvSpPr/>
          <p:nvPr/>
        </p:nvSpPr>
        <p:spPr>
          <a:xfrm rot="5400000">
            <a:off x="6055462" y="5496022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711F0995-6ACA-4DC5-A00F-92AB4CC136B5}"/>
              </a:ext>
            </a:extLst>
          </p:cNvPr>
          <p:cNvSpPr/>
          <p:nvPr/>
        </p:nvSpPr>
        <p:spPr>
          <a:xfrm rot="3843507">
            <a:off x="6708956" y="5362140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C12186A6-F949-45B5-94DA-C73CE2605FB9}"/>
              </a:ext>
            </a:extLst>
          </p:cNvPr>
          <p:cNvSpPr/>
          <p:nvPr/>
        </p:nvSpPr>
        <p:spPr>
          <a:xfrm rot="2581459">
            <a:off x="7289680" y="4985391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3BB7DB83-EB39-467D-88FF-5F8D673E84C7}"/>
              </a:ext>
            </a:extLst>
          </p:cNvPr>
          <p:cNvSpPr/>
          <p:nvPr/>
        </p:nvSpPr>
        <p:spPr>
          <a:xfrm rot="1607895">
            <a:off x="7666595" y="4391932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D23B5EB1-F5A1-4EAB-A827-A45CD3D30222}"/>
              </a:ext>
            </a:extLst>
          </p:cNvPr>
          <p:cNvSpPr/>
          <p:nvPr/>
        </p:nvSpPr>
        <p:spPr>
          <a:xfrm rot="212523">
            <a:off x="7832619" y="3739403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F24A2E3F-C70D-4E76-8316-C9AA00A6DB15}"/>
              </a:ext>
            </a:extLst>
          </p:cNvPr>
          <p:cNvSpPr/>
          <p:nvPr/>
        </p:nvSpPr>
        <p:spPr>
          <a:xfrm rot="20572521">
            <a:off x="7700534" y="3057445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4" name="Isosceles Triangle 93">
            <a:extLst>
              <a:ext uri="{FF2B5EF4-FFF2-40B4-BE49-F238E27FC236}">
                <a16:creationId xmlns:a16="http://schemas.microsoft.com/office/drawing/2014/main" id="{69155424-4DCA-497F-A217-1F580F842B88}"/>
              </a:ext>
            </a:extLst>
          </p:cNvPr>
          <p:cNvSpPr/>
          <p:nvPr/>
        </p:nvSpPr>
        <p:spPr>
          <a:xfrm rot="19035522">
            <a:off x="7289693" y="2404364"/>
            <a:ext cx="110626" cy="9536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7" name="Arrow: Up 96">
            <a:extLst>
              <a:ext uri="{FF2B5EF4-FFF2-40B4-BE49-F238E27FC236}">
                <a16:creationId xmlns:a16="http://schemas.microsoft.com/office/drawing/2014/main" id="{E29A725A-D191-43A0-8A21-A69309BE77FF}"/>
              </a:ext>
            </a:extLst>
          </p:cNvPr>
          <p:cNvSpPr/>
          <p:nvPr/>
        </p:nvSpPr>
        <p:spPr>
          <a:xfrm rot="19655587">
            <a:off x="6803147" y="2616333"/>
            <a:ext cx="126788" cy="144669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8" name="Arrow: Up 97">
            <a:extLst>
              <a:ext uri="{FF2B5EF4-FFF2-40B4-BE49-F238E27FC236}">
                <a16:creationId xmlns:a16="http://schemas.microsoft.com/office/drawing/2014/main" id="{B64A4D0F-DBFC-49F3-BE98-B4E1A2605CA0}"/>
              </a:ext>
            </a:extLst>
          </p:cNvPr>
          <p:cNvSpPr/>
          <p:nvPr/>
        </p:nvSpPr>
        <p:spPr>
          <a:xfrm rot="11954141">
            <a:off x="4685779" y="3559872"/>
            <a:ext cx="126788" cy="144669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9" name="Arrow: Up 98">
            <a:extLst>
              <a:ext uri="{FF2B5EF4-FFF2-40B4-BE49-F238E27FC236}">
                <a16:creationId xmlns:a16="http://schemas.microsoft.com/office/drawing/2014/main" id="{C28880BB-5547-430C-8CA5-0746337C5738}"/>
              </a:ext>
            </a:extLst>
          </p:cNvPr>
          <p:cNvSpPr/>
          <p:nvPr/>
        </p:nvSpPr>
        <p:spPr>
          <a:xfrm rot="4714554">
            <a:off x="6555627" y="4828911"/>
            <a:ext cx="126788" cy="144669"/>
          </a:xfrm>
          <a:prstGeom prst="up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103" name="Graphic 100">
            <a:extLst>
              <a:ext uri="{FF2B5EF4-FFF2-40B4-BE49-F238E27FC236}">
                <a16:creationId xmlns:a16="http://schemas.microsoft.com/office/drawing/2014/main" id="{492C17A0-541E-46F4-97BE-1604DA4A7110}"/>
              </a:ext>
            </a:extLst>
          </p:cNvPr>
          <p:cNvGrpSpPr/>
          <p:nvPr/>
        </p:nvGrpSpPr>
        <p:grpSpPr>
          <a:xfrm>
            <a:off x="5748837" y="3766659"/>
            <a:ext cx="191408" cy="217780"/>
            <a:chOff x="5729787" y="3757134"/>
            <a:chExt cx="191408" cy="21778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23933C6-A477-4238-A394-CCBB639261CC}"/>
                </a:ext>
              </a:extLst>
            </p:cNvPr>
            <p:cNvSpPr/>
            <p:nvPr/>
          </p:nvSpPr>
          <p:spPr>
            <a:xfrm>
              <a:off x="5768073" y="3796277"/>
              <a:ext cx="114840" cy="178636"/>
            </a:xfrm>
            <a:custGeom>
              <a:avLst/>
              <a:gdLst>
                <a:gd name="connsiteX0" fmla="*/ 95539 w 114840"/>
                <a:gd name="connsiteY0" fmla="*/ 14467 h 178636"/>
                <a:gd name="connsiteX1" fmla="*/ 17596 w 114840"/>
                <a:gd name="connsiteY1" fmla="*/ 16127 h 178636"/>
                <a:gd name="connsiteX2" fmla="*/ 694 w 114840"/>
                <a:gd name="connsiteY2" fmla="*/ 48350 h 178636"/>
                <a:gd name="connsiteX3" fmla="*/ 10666 w 114840"/>
                <a:gd name="connsiteY3" fmla="*/ 90704 h 178636"/>
                <a:gd name="connsiteX4" fmla="*/ 31897 w 114840"/>
                <a:gd name="connsiteY4" fmla="*/ 152674 h 178636"/>
                <a:gd name="connsiteX5" fmla="*/ 39337 w 114840"/>
                <a:gd name="connsiteY5" fmla="*/ 171072 h 178636"/>
                <a:gd name="connsiteX6" fmla="*/ 57418 w 114840"/>
                <a:gd name="connsiteY6" fmla="*/ 178637 h 178636"/>
                <a:gd name="connsiteX7" fmla="*/ 82939 w 114840"/>
                <a:gd name="connsiteY7" fmla="*/ 153116 h 178636"/>
                <a:gd name="connsiteX8" fmla="*/ 103218 w 114840"/>
                <a:gd name="connsiteY8" fmla="*/ 91997 h 178636"/>
                <a:gd name="connsiteX9" fmla="*/ 114841 w 114840"/>
                <a:gd name="connsiteY9" fmla="*/ 57412 h 178636"/>
                <a:gd name="connsiteX10" fmla="*/ 95539 w 114840"/>
                <a:gd name="connsiteY10" fmla="*/ 14467 h 178636"/>
                <a:gd name="connsiteX11" fmla="*/ 57418 w 114840"/>
                <a:gd name="connsiteY11" fmla="*/ 165876 h 178636"/>
                <a:gd name="connsiteX12" fmla="*/ 44668 w 114840"/>
                <a:gd name="connsiteY12" fmla="*/ 153116 h 178636"/>
                <a:gd name="connsiteX13" fmla="*/ 70179 w 114840"/>
                <a:gd name="connsiteY13" fmla="*/ 153116 h 178636"/>
                <a:gd name="connsiteX14" fmla="*/ 57418 w 114840"/>
                <a:gd name="connsiteY14" fmla="*/ 165876 h 178636"/>
                <a:gd name="connsiteX15" fmla="*/ 93053 w 114840"/>
                <a:gd name="connsiteY15" fmla="*/ 84283 h 178636"/>
                <a:gd name="connsiteX16" fmla="*/ 70693 w 114840"/>
                <a:gd name="connsiteY16" fmla="*/ 140355 h 178636"/>
                <a:gd name="connsiteX17" fmla="*/ 44078 w 114840"/>
                <a:gd name="connsiteY17" fmla="*/ 140355 h 178636"/>
                <a:gd name="connsiteX18" fmla="*/ 21043 w 114840"/>
                <a:gd name="connsiteY18" fmla="*/ 83277 h 178636"/>
                <a:gd name="connsiteX19" fmla="*/ 13306 w 114840"/>
                <a:gd name="connsiteY19" fmla="*/ 50289 h 178636"/>
                <a:gd name="connsiteX20" fmla="*/ 57477 w 114840"/>
                <a:gd name="connsiteY20" fmla="*/ 12746 h 178636"/>
                <a:gd name="connsiteX21" fmla="*/ 102080 w 114840"/>
                <a:gd name="connsiteY21" fmla="*/ 57412 h 178636"/>
                <a:gd name="connsiteX22" fmla="*/ 93053 w 114840"/>
                <a:gd name="connsiteY22" fmla="*/ 84283 h 17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4840" h="178636">
                  <a:moveTo>
                    <a:pt x="95539" y="14467"/>
                  </a:moveTo>
                  <a:cubicBezTo>
                    <a:pt x="73953" y="-4706"/>
                    <a:pt x="40038" y="-5488"/>
                    <a:pt x="17596" y="16127"/>
                  </a:cubicBezTo>
                  <a:cubicBezTo>
                    <a:pt x="8552" y="24838"/>
                    <a:pt x="2549" y="36281"/>
                    <a:pt x="694" y="48350"/>
                  </a:cubicBezTo>
                  <a:cubicBezTo>
                    <a:pt x="-1626" y="63437"/>
                    <a:pt x="1915" y="78479"/>
                    <a:pt x="10666" y="90704"/>
                  </a:cubicBezTo>
                  <a:cubicBezTo>
                    <a:pt x="34601" y="124144"/>
                    <a:pt x="31564" y="150704"/>
                    <a:pt x="31897" y="152674"/>
                  </a:cubicBezTo>
                  <a:cubicBezTo>
                    <a:pt x="31897" y="159665"/>
                    <a:pt x="34539" y="166198"/>
                    <a:pt x="39337" y="171072"/>
                  </a:cubicBezTo>
                  <a:cubicBezTo>
                    <a:pt x="44139" y="175950"/>
                    <a:pt x="50560" y="178637"/>
                    <a:pt x="57418" y="178637"/>
                  </a:cubicBezTo>
                  <a:cubicBezTo>
                    <a:pt x="71491" y="178637"/>
                    <a:pt x="82939" y="167188"/>
                    <a:pt x="82939" y="153116"/>
                  </a:cubicBezTo>
                  <a:cubicBezTo>
                    <a:pt x="83231" y="151300"/>
                    <a:pt x="80340" y="122146"/>
                    <a:pt x="103218" y="91997"/>
                  </a:cubicBezTo>
                  <a:cubicBezTo>
                    <a:pt x="110822" y="81977"/>
                    <a:pt x="114841" y="70017"/>
                    <a:pt x="114841" y="57412"/>
                  </a:cubicBezTo>
                  <a:cubicBezTo>
                    <a:pt x="114841" y="41016"/>
                    <a:pt x="107805" y="25363"/>
                    <a:pt x="95539" y="14467"/>
                  </a:cubicBezTo>
                  <a:close/>
                  <a:moveTo>
                    <a:pt x="57418" y="165876"/>
                  </a:moveTo>
                  <a:cubicBezTo>
                    <a:pt x="50406" y="165876"/>
                    <a:pt x="44887" y="160306"/>
                    <a:pt x="44668" y="153116"/>
                  </a:cubicBezTo>
                  <a:lnTo>
                    <a:pt x="70179" y="153116"/>
                  </a:lnTo>
                  <a:cubicBezTo>
                    <a:pt x="70179" y="160152"/>
                    <a:pt x="64454" y="165876"/>
                    <a:pt x="57418" y="165876"/>
                  </a:cubicBezTo>
                  <a:close/>
                  <a:moveTo>
                    <a:pt x="93053" y="84283"/>
                  </a:moveTo>
                  <a:cubicBezTo>
                    <a:pt x="80286" y="101107"/>
                    <a:pt x="72659" y="120313"/>
                    <a:pt x="70693" y="140355"/>
                  </a:cubicBezTo>
                  <a:lnTo>
                    <a:pt x="44078" y="140355"/>
                  </a:lnTo>
                  <a:cubicBezTo>
                    <a:pt x="41968" y="121074"/>
                    <a:pt x="34112" y="101538"/>
                    <a:pt x="21043" y="83277"/>
                  </a:cubicBezTo>
                  <a:cubicBezTo>
                    <a:pt x="14243" y="73778"/>
                    <a:pt x="11496" y="62062"/>
                    <a:pt x="13306" y="50289"/>
                  </a:cubicBezTo>
                  <a:cubicBezTo>
                    <a:pt x="16408" y="30114"/>
                    <a:pt x="34460" y="12746"/>
                    <a:pt x="57477" y="12746"/>
                  </a:cubicBezTo>
                  <a:cubicBezTo>
                    <a:pt x="82429" y="12746"/>
                    <a:pt x="102080" y="33117"/>
                    <a:pt x="102080" y="57412"/>
                  </a:cubicBezTo>
                  <a:cubicBezTo>
                    <a:pt x="102080" y="67208"/>
                    <a:pt x="98959" y="76500"/>
                    <a:pt x="93053" y="84283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C287E42-3C66-4CE4-A44D-43E162197B13}"/>
                </a:ext>
              </a:extLst>
            </p:cNvPr>
            <p:cNvSpPr/>
            <p:nvPr/>
          </p:nvSpPr>
          <p:spPr>
            <a:xfrm>
              <a:off x="5819111" y="3757134"/>
              <a:ext cx="12760" cy="26371"/>
            </a:xfrm>
            <a:custGeom>
              <a:avLst/>
              <a:gdLst>
                <a:gd name="connsiteX0" fmla="*/ 6380 w 12760"/>
                <a:gd name="connsiteY0" fmla="*/ 26372 h 26371"/>
                <a:gd name="connsiteX1" fmla="*/ 12761 w 12760"/>
                <a:gd name="connsiteY1" fmla="*/ 19992 h 26371"/>
                <a:gd name="connsiteX2" fmla="*/ 12761 w 12760"/>
                <a:gd name="connsiteY2" fmla="*/ 6380 h 26371"/>
                <a:gd name="connsiteX3" fmla="*/ 6380 w 12760"/>
                <a:gd name="connsiteY3" fmla="*/ 0 h 26371"/>
                <a:gd name="connsiteX4" fmla="*/ 0 w 12760"/>
                <a:gd name="connsiteY4" fmla="*/ 6380 h 26371"/>
                <a:gd name="connsiteX5" fmla="*/ 0 w 12760"/>
                <a:gd name="connsiteY5" fmla="*/ 19992 h 26371"/>
                <a:gd name="connsiteX6" fmla="*/ 6380 w 12760"/>
                <a:gd name="connsiteY6" fmla="*/ 26372 h 2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60" h="26371">
                  <a:moveTo>
                    <a:pt x="6380" y="26372"/>
                  </a:moveTo>
                  <a:cubicBezTo>
                    <a:pt x="9904" y="26372"/>
                    <a:pt x="12761" y="23515"/>
                    <a:pt x="12761" y="19992"/>
                  </a:cubicBezTo>
                  <a:lnTo>
                    <a:pt x="12761" y="6380"/>
                  </a:lnTo>
                  <a:cubicBezTo>
                    <a:pt x="12761" y="2857"/>
                    <a:pt x="9904" y="0"/>
                    <a:pt x="6380" y="0"/>
                  </a:cubicBezTo>
                  <a:cubicBezTo>
                    <a:pt x="2857" y="0"/>
                    <a:pt x="0" y="2857"/>
                    <a:pt x="0" y="6380"/>
                  </a:cubicBezTo>
                  <a:lnTo>
                    <a:pt x="0" y="19992"/>
                  </a:lnTo>
                  <a:cubicBezTo>
                    <a:pt x="0" y="23515"/>
                    <a:pt x="2857" y="26372"/>
                    <a:pt x="6380" y="26372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DD03BAC-39DA-45C9-A974-1DE721282ADD}"/>
                </a:ext>
              </a:extLst>
            </p:cNvPr>
            <p:cNvSpPr/>
            <p:nvPr/>
          </p:nvSpPr>
          <p:spPr>
            <a:xfrm>
              <a:off x="5885416" y="3802645"/>
              <a:ext cx="23812" cy="19142"/>
            </a:xfrm>
            <a:custGeom>
              <a:avLst/>
              <a:gdLst>
                <a:gd name="connsiteX0" fmla="*/ 9571 w 23812"/>
                <a:gd name="connsiteY0" fmla="*/ 18287 h 19142"/>
                <a:gd name="connsiteX1" fmla="*/ 20622 w 23812"/>
                <a:gd name="connsiteY1" fmla="*/ 11907 h 19142"/>
                <a:gd name="connsiteX2" fmla="*/ 22957 w 23812"/>
                <a:gd name="connsiteY2" fmla="*/ 3191 h 19142"/>
                <a:gd name="connsiteX3" fmla="*/ 14242 w 23812"/>
                <a:gd name="connsiteY3" fmla="*/ 856 h 19142"/>
                <a:gd name="connsiteX4" fmla="*/ 3191 w 23812"/>
                <a:gd name="connsiteY4" fmla="*/ 7236 h 19142"/>
                <a:gd name="connsiteX5" fmla="*/ 856 w 23812"/>
                <a:gd name="connsiteY5" fmla="*/ 15952 h 19142"/>
                <a:gd name="connsiteX6" fmla="*/ 9571 w 23812"/>
                <a:gd name="connsiteY6" fmla="*/ 18287 h 1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" h="19142">
                  <a:moveTo>
                    <a:pt x="9571" y="18287"/>
                  </a:moveTo>
                  <a:lnTo>
                    <a:pt x="20622" y="11907"/>
                  </a:lnTo>
                  <a:cubicBezTo>
                    <a:pt x="23673" y="10145"/>
                    <a:pt x="24719" y="6243"/>
                    <a:pt x="22957" y="3191"/>
                  </a:cubicBezTo>
                  <a:cubicBezTo>
                    <a:pt x="21195" y="139"/>
                    <a:pt x="17293" y="-906"/>
                    <a:pt x="14242" y="856"/>
                  </a:cubicBezTo>
                  <a:lnTo>
                    <a:pt x="3191" y="7236"/>
                  </a:lnTo>
                  <a:cubicBezTo>
                    <a:pt x="140" y="8998"/>
                    <a:pt x="-906" y="12900"/>
                    <a:pt x="856" y="15952"/>
                  </a:cubicBezTo>
                  <a:cubicBezTo>
                    <a:pt x="2626" y="19019"/>
                    <a:pt x="6534" y="20041"/>
                    <a:pt x="9571" y="18287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A77B314-16BE-40D2-BD7F-F4B9754FA30A}"/>
                </a:ext>
              </a:extLst>
            </p:cNvPr>
            <p:cNvSpPr/>
            <p:nvPr/>
          </p:nvSpPr>
          <p:spPr>
            <a:xfrm>
              <a:off x="5741754" y="3885589"/>
              <a:ext cx="23812" cy="19142"/>
            </a:xfrm>
            <a:custGeom>
              <a:avLst/>
              <a:gdLst>
                <a:gd name="connsiteX0" fmla="*/ 14242 w 23812"/>
                <a:gd name="connsiteY0" fmla="*/ 856 h 19142"/>
                <a:gd name="connsiteX1" fmla="*/ 3191 w 23812"/>
                <a:gd name="connsiteY1" fmla="*/ 7236 h 19142"/>
                <a:gd name="connsiteX2" fmla="*/ 856 w 23812"/>
                <a:gd name="connsiteY2" fmla="*/ 15952 h 19142"/>
                <a:gd name="connsiteX3" fmla="*/ 9571 w 23812"/>
                <a:gd name="connsiteY3" fmla="*/ 18287 h 19142"/>
                <a:gd name="connsiteX4" fmla="*/ 20622 w 23812"/>
                <a:gd name="connsiteY4" fmla="*/ 11907 h 19142"/>
                <a:gd name="connsiteX5" fmla="*/ 22957 w 23812"/>
                <a:gd name="connsiteY5" fmla="*/ 3191 h 19142"/>
                <a:gd name="connsiteX6" fmla="*/ 14242 w 23812"/>
                <a:gd name="connsiteY6" fmla="*/ 856 h 1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" h="19142">
                  <a:moveTo>
                    <a:pt x="14242" y="856"/>
                  </a:moveTo>
                  <a:lnTo>
                    <a:pt x="3191" y="7236"/>
                  </a:lnTo>
                  <a:cubicBezTo>
                    <a:pt x="140" y="8998"/>
                    <a:pt x="-906" y="12900"/>
                    <a:pt x="856" y="15952"/>
                  </a:cubicBezTo>
                  <a:cubicBezTo>
                    <a:pt x="2627" y="19018"/>
                    <a:pt x="6534" y="20041"/>
                    <a:pt x="9571" y="18287"/>
                  </a:cubicBezTo>
                  <a:lnTo>
                    <a:pt x="20622" y="11907"/>
                  </a:lnTo>
                  <a:cubicBezTo>
                    <a:pt x="23673" y="10145"/>
                    <a:pt x="24719" y="6243"/>
                    <a:pt x="22957" y="3191"/>
                  </a:cubicBezTo>
                  <a:cubicBezTo>
                    <a:pt x="21196" y="139"/>
                    <a:pt x="17293" y="-906"/>
                    <a:pt x="14242" y="856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6B088A1-34B4-4011-9FCD-CB6915CAA4F8}"/>
                </a:ext>
              </a:extLst>
            </p:cNvPr>
            <p:cNvSpPr/>
            <p:nvPr/>
          </p:nvSpPr>
          <p:spPr>
            <a:xfrm>
              <a:off x="5857392" y="3769950"/>
              <a:ext cx="19142" cy="23812"/>
            </a:xfrm>
            <a:custGeom>
              <a:avLst/>
              <a:gdLst>
                <a:gd name="connsiteX0" fmla="*/ 3191 w 19142"/>
                <a:gd name="connsiteY0" fmla="*/ 22958 h 23812"/>
                <a:gd name="connsiteX1" fmla="*/ 11906 w 19142"/>
                <a:gd name="connsiteY1" fmla="*/ 20622 h 23812"/>
                <a:gd name="connsiteX2" fmla="*/ 18287 w 19142"/>
                <a:gd name="connsiteY2" fmla="*/ 9572 h 23812"/>
                <a:gd name="connsiteX3" fmla="*/ 15952 w 19142"/>
                <a:gd name="connsiteY3" fmla="*/ 856 h 23812"/>
                <a:gd name="connsiteX4" fmla="*/ 7236 w 19142"/>
                <a:gd name="connsiteY4" fmla="*/ 3191 h 23812"/>
                <a:gd name="connsiteX5" fmla="*/ 856 w 19142"/>
                <a:gd name="connsiteY5" fmla="*/ 14242 h 23812"/>
                <a:gd name="connsiteX6" fmla="*/ 3191 w 19142"/>
                <a:gd name="connsiteY6" fmla="*/ 22958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42" h="23812">
                  <a:moveTo>
                    <a:pt x="3191" y="22958"/>
                  </a:moveTo>
                  <a:cubicBezTo>
                    <a:pt x="6228" y="24712"/>
                    <a:pt x="10137" y="23687"/>
                    <a:pt x="11906" y="20622"/>
                  </a:cubicBezTo>
                  <a:lnTo>
                    <a:pt x="18287" y="9572"/>
                  </a:lnTo>
                  <a:cubicBezTo>
                    <a:pt x="20049" y="6520"/>
                    <a:pt x="19003" y="2618"/>
                    <a:pt x="15952" y="856"/>
                  </a:cubicBezTo>
                  <a:cubicBezTo>
                    <a:pt x="12900" y="-906"/>
                    <a:pt x="8997" y="140"/>
                    <a:pt x="7236" y="3191"/>
                  </a:cubicBezTo>
                  <a:lnTo>
                    <a:pt x="856" y="14242"/>
                  </a:lnTo>
                  <a:cubicBezTo>
                    <a:pt x="-906" y="17294"/>
                    <a:pt x="140" y="21196"/>
                    <a:pt x="3191" y="22958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F4F6736-86F1-4209-B0BF-D3F359638F00}"/>
                </a:ext>
              </a:extLst>
            </p:cNvPr>
            <p:cNvSpPr/>
            <p:nvPr/>
          </p:nvSpPr>
          <p:spPr>
            <a:xfrm>
              <a:off x="5774448" y="3769950"/>
              <a:ext cx="19142" cy="23812"/>
            </a:xfrm>
            <a:custGeom>
              <a:avLst/>
              <a:gdLst>
                <a:gd name="connsiteX0" fmla="*/ 7236 w 19142"/>
                <a:gd name="connsiteY0" fmla="*/ 20622 h 23812"/>
                <a:gd name="connsiteX1" fmla="*/ 15952 w 19142"/>
                <a:gd name="connsiteY1" fmla="*/ 22957 h 23812"/>
                <a:gd name="connsiteX2" fmla="*/ 18287 w 19142"/>
                <a:gd name="connsiteY2" fmla="*/ 14242 h 23812"/>
                <a:gd name="connsiteX3" fmla="*/ 11906 w 19142"/>
                <a:gd name="connsiteY3" fmla="*/ 3191 h 23812"/>
                <a:gd name="connsiteX4" fmla="*/ 3191 w 19142"/>
                <a:gd name="connsiteY4" fmla="*/ 856 h 23812"/>
                <a:gd name="connsiteX5" fmla="*/ 856 w 19142"/>
                <a:gd name="connsiteY5" fmla="*/ 9571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42" h="23812">
                  <a:moveTo>
                    <a:pt x="7236" y="20622"/>
                  </a:moveTo>
                  <a:cubicBezTo>
                    <a:pt x="9007" y="23689"/>
                    <a:pt x="12915" y="24711"/>
                    <a:pt x="15952" y="22957"/>
                  </a:cubicBezTo>
                  <a:cubicBezTo>
                    <a:pt x="19003" y="21195"/>
                    <a:pt x="20049" y="17293"/>
                    <a:pt x="18287" y="14242"/>
                  </a:cubicBezTo>
                  <a:lnTo>
                    <a:pt x="11906" y="3191"/>
                  </a:lnTo>
                  <a:cubicBezTo>
                    <a:pt x="10145" y="140"/>
                    <a:pt x="6243" y="-906"/>
                    <a:pt x="3191" y="856"/>
                  </a:cubicBezTo>
                  <a:cubicBezTo>
                    <a:pt x="140" y="2618"/>
                    <a:pt x="-906" y="6520"/>
                    <a:pt x="856" y="9571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191EBF6-EF75-4F79-9391-A548AE631A5A}"/>
                </a:ext>
              </a:extLst>
            </p:cNvPr>
            <p:cNvSpPr/>
            <p:nvPr/>
          </p:nvSpPr>
          <p:spPr>
            <a:xfrm>
              <a:off x="5885416" y="3885589"/>
              <a:ext cx="23813" cy="19142"/>
            </a:xfrm>
            <a:custGeom>
              <a:avLst/>
              <a:gdLst>
                <a:gd name="connsiteX0" fmla="*/ 20622 w 23813"/>
                <a:gd name="connsiteY0" fmla="*/ 7236 h 19142"/>
                <a:gd name="connsiteX1" fmla="*/ 9571 w 23813"/>
                <a:gd name="connsiteY1" fmla="*/ 856 h 19142"/>
                <a:gd name="connsiteX2" fmla="*/ 856 w 23813"/>
                <a:gd name="connsiteY2" fmla="*/ 3191 h 19142"/>
                <a:gd name="connsiteX3" fmla="*/ 3191 w 23813"/>
                <a:gd name="connsiteY3" fmla="*/ 11907 h 19142"/>
                <a:gd name="connsiteX4" fmla="*/ 14242 w 23813"/>
                <a:gd name="connsiteY4" fmla="*/ 18287 h 19142"/>
                <a:gd name="connsiteX5" fmla="*/ 22957 w 23813"/>
                <a:gd name="connsiteY5" fmla="*/ 15952 h 19142"/>
                <a:gd name="connsiteX6" fmla="*/ 20622 w 23813"/>
                <a:gd name="connsiteY6" fmla="*/ 7236 h 1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3" h="19142">
                  <a:moveTo>
                    <a:pt x="20622" y="7236"/>
                  </a:moveTo>
                  <a:lnTo>
                    <a:pt x="9571" y="856"/>
                  </a:lnTo>
                  <a:cubicBezTo>
                    <a:pt x="6519" y="-906"/>
                    <a:pt x="2617" y="140"/>
                    <a:pt x="856" y="3191"/>
                  </a:cubicBezTo>
                  <a:cubicBezTo>
                    <a:pt x="-906" y="6243"/>
                    <a:pt x="140" y="10145"/>
                    <a:pt x="3191" y="11907"/>
                  </a:cubicBezTo>
                  <a:lnTo>
                    <a:pt x="14242" y="18287"/>
                  </a:lnTo>
                  <a:cubicBezTo>
                    <a:pt x="17279" y="20041"/>
                    <a:pt x="21188" y="19017"/>
                    <a:pt x="22957" y="15952"/>
                  </a:cubicBezTo>
                  <a:cubicBezTo>
                    <a:pt x="24719" y="12900"/>
                    <a:pt x="23674" y="8998"/>
                    <a:pt x="20622" y="7236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2AF56F2-5973-485E-A2DE-394EB4E113B7}"/>
                </a:ext>
              </a:extLst>
            </p:cNvPr>
            <p:cNvSpPr/>
            <p:nvPr/>
          </p:nvSpPr>
          <p:spPr>
            <a:xfrm>
              <a:off x="5741754" y="3802645"/>
              <a:ext cx="23813" cy="19142"/>
            </a:xfrm>
            <a:custGeom>
              <a:avLst/>
              <a:gdLst>
                <a:gd name="connsiteX0" fmla="*/ 20622 w 23813"/>
                <a:gd name="connsiteY0" fmla="*/ 7236 h 19142"/>
                <a:gd name="connsiteX1" fmla="*/ 9571 w 23813"/>
                <a:gd name="connsiteY1" fmla="*/ 856 h 19142"/>
                <a:gd name="connsiteX2" fmla="*/ 856 w 23813"/>
                <a:gd name="connsiteY2" fmla="*/ 3191 h 19142"/>
                <a:gd name="connsiteX3" fmla="*/ 3191 w 23813"/>
                <a:gd name="connsiteY3" fmla="*/ 11907 h 19142"/>
                <a:gd name="connsiteX4" fmla="*/ 14242 w 23813"/>
                <a:gd name="connsiteY4" fmla="*/ 18287 h 19142"/>
                <a:gd name="connsiteX5" fmla="*/ 22957 w 23813"/>
                <a:gd name="connsiteY5" fmla="*/ 15952 h 19142"/>
                <a:gd name="connsiteX6" fmla="*/ 20622 w 23813"/>
                <a:gd name="connsiteY6" fmla="*/ 7236 h 1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3" h="19142">
                  <a:moveTo>
                    <a:pt x="20622" y="7236"/>
                  </a:moveTo>
                  <a:lnTo>
                    <a:pt x="9571" y="856"/>
                  </a:lnTo>
                  <a:cubicBezTo>
                    <a:pt x="6519" y="-906"/>
                    <a:pt x="2618" y="140"/>
                    <a:pt x="856" y="3191"/>
                  </a:cubicBezTo>
                  <a:cubicBezTo>
                    <a:pt x="-906" y="6243"/>
                    <a:pt x="140" y="10145"/>
                    <a:pt x="3191" y="11907"/>
                  </a:cubicBezTo>
                  <a:lnTo>
                    <a:pt x="14242" y="18287"/>
                  </a:lnTo>
                  <a:cubicBezTo>
                    <a:pt x="17279" y="20041"/>
                    <a:pt x="21188" y="19017"/>
                    <a:pt x="22957" y="15952"/>
                  </a:cubicBezTo>
                  <a:cubicBezTo>
                    <a:pt x="24719" y="12900"/>
                    <a:pt x="23674" y="8998"/>
                    <a:pt x="20622" y="7236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23EC32E-522F-4360-9614-6EAB678AC311}"/>
                </a:ext>
              </a:extLst>
            </p:cNvPr>
            <p:cNvSpPr/>
            <p:nvPr/>
          </p:nvSpPr>
          <p:spPr>
            <a:xfrm>
              <a:off x="5895675" y="3847308"/>
              <a:ext cx="25521" cy="12760"/>
            </a:xfrm>
            <a:custGeom>
              <a:avLst/>
              <a:gdLst>
                <a:gd name="connsiteX0" fmla="*/ 19141 w 25521"/>
                <a:gd name="connsiteY0" fmla="*/ 0 h 12760"/>
                <a:gd name="connsiteX1" fmla="*/ 6380 w 25521"/>
                <a:gd name="connsiteY1" fmla="*/ 0 h 12760"/>
                <a:gd name="connsiteX2" fmla="*/ 0 w 25521"/>
                <a:gd name="connsiteY2" fmla="*/ 6380 h 12760"/>
                <a:gd name="connsiteX3" fmla="*/ 6380 w 25521"/>
                <a:gd name="connsiteY3" fmla="*/ 12761 h 12760"/>
                <a:gd name="connsiteX4" fmla="*/ 19141 w 25521"/>
                <a:gd name="connsiteY4" fmla="*/ 12761 h 12760"/>
                <a:gd name="connsiteX5" fmla="*/ 25521 w 25521"/>
                <a:gd name="connsiteY5" fmla="*/ 6380 h 12760"/>
                <a:gd name="connsiteX6" fmla="*/ 19141 w 25521"/>
                <a:gd name="connsiteY6" fmla="*/ 0 h 12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521" h="12760">
                  <a:moveTo>
                    <a:pt x="19141" y="0"/>
                  </a:moveTo>
                  <a:lnTo>
                    <a:pt x="6380" y="0"/>
                  </a:lnTo>
                  <a:cubicBezTo>
                    <a:pt x="2857" y="0"/>
                    <a:pt x="0" y="2857"/>
                    <a:pt x="0" y="6380"/>
                  </a:cubicBezTo>
                  <a:cubicBezTo>
                    <a:pt x="0" y="9904"/>
                    <a:pt x="2857" y="12761"/>
                    <a:pt x="6380" y="12761"/>
                  </a:cubicBezTo>
                  <a:lnTo>
                    <a:pt x="19141" y="12761"/>
                  </a:lnTo>
                  <a:cubicBezTo>
                    <a:pt x="22664" y="12761"/>
                    <a:pt x="25521" y="9904"/>
                    <a:pt x="25521" y="6380"/>
                  </a:cubicBezTo>
                  <a:cubicBezTo>
                    <a:pt x="25521" y="2857"/>
                    <a:pt x="22664" y="0"/>
                    <a:pt x="19141" y="0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26E2F10-5F44-45FC-98CC-87599D0BD54A}"/>
                </a:ext>
              </a:extLst>
            </p:cNvPr>
            <p:cNvSpPr/>
            <p:nvPr/>
          </p:nvSpPr>
          <p:spPr>
            <a:xfrm>
              <a:off x="5729787" y="3847308"/>
              <a:ext cx="25521" cy="12760"/>
            </a:xfrm>
            <a:custGeom>
              <a:avLst/>
              <a:gdLst>
                <a:gd name="connsiteX0" fmla="*/ 25521 w 25521"/>
                <a:gd name="connsiteY0" fmla="*/ 6380 h 12760"/>
                <a:gd name="connsiteX1" fmla="*/ 19141 w 25521"/>
                <a:gd name="connsiteY1" fmla="*/ 0 h 12760"/>
                <a:gd name="connsiteX2" fmla="*/ 6380 w 25521"/>
                <a:gd name="connsiteY2" fmla="*/ 0 h 12760"/>
                <a:gd name="connsiteX3" fmla="*/ 0 w 25521"/>
                <a:gd name="connsiteY3" fmla="*/ 6380 h 12760"/>
                <a:gd name="connsiteX4" fmla="*/ 6380 w 25521"/>
                <a:gd name="connsiteY4" fmla="*/ 12761 h 12760"/>
                <a:gd name="connsiteX5" fmla="*/ 19141 w 25521"/>
                <a:gd name="connsiteY5" fmla="*/ 12761 h 12760"/>
                <a:gd name="connsiteX6" fmla="*/ 25521 w 25521"/>
                <a:gd name="connsiteY6" fmla="*/ 6380 h 12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521" h="12760">
                  <a:moveTo>
                    <a:pt x="25521" y="6380"/>
                  </a:moveTo>
                  <a:cubicBezTo>
                    <a:pt x="25521" y="2857"/>
                    <a:pt x="22664" y="0"/>
                    <a:pt x="19141" y="0"/>
                  </a:cubicBezTo>
                  <a:lnTo>
                    <a:pt x="6380" y="0"/>
                  </a:lnTo>
                  <a:cubicBezTo>
                    <a:pt x="2857" y="0"/>
                    <a:pt x="0" y="2857"/>
                    <a:pt x="0" y="6380"/>
                  </a:cubicBezTo>
                  <a:cubicBezTo>
                    <a:pt x="0" y="9904"/>
                    <a:pt x="2857" y="12761"/>
                    <a:pt x="6380" y="12761"/>
                  </a:cubicBezTo>
                  <a:lnTo>
                    <a:pt x="19141" y="12761"/>
                  </a:lnTo>
                  <a:cubicBezTo>
                    <a:pt x="22664" y="12761"/>
                    <a:pt x="25521" y="9904"/>
                    <a:pt x="25521" y="6380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6F3EDBB-0046-473B-9CC0-1388D4E7D12E}"/>
                </a:ext>
              </a:extLst>
            </p:cNvPr>
            <p:cNvSpPr/>
            <p:nvPr/>
          </p:nvSpPr>
          <p:spPr>
            <a:xfrm>
              <a:off x="5806350" y="3847308"/>
              <a:ext cx="38281" cy="51042"/>
            </a:xfrm>
            <a:custGeom>
              <a:avLst/>
              <a:gdLst>
                <a:gd name="connsiteX0" fmla="*/ 27390 w 38281"/>
                <a:gd name="connsiteY0" fmla="*/ 1869 h 51042"/>
                <a:gd name="connsiteX1" fmla="*/ 19141 w 38281"/>
                <a:gd name="connsiteY1" fmla="*/ 10118 h 51042"/>
                <a:gd name="connsiteX2" fmla="*/ 10892 w 38281"/>
                <a:gd name="connsiteY2" fmla="*/ 1869 h 51042"/>
                <a:gd name="connsiteX3" fmla="*/ 1869 w 38281"/>
                <a:gd name="connsiteY3" fmla="*/ 1869 h 51042"/>
                <a:gd name="connsiteX4" fmla="*/ 1869 w 38281"/>
                <a:gd name="connsiteY4" fmla="*/ 10892 h 51042"/>
                <a:gd name="connsiteX5" fmla="*/ 12761 w 38281"/>
                <a:gd name="connsiteY5" fmla="*/ 21784 h 51042"/>
                <a:gd name="connsiteX6" fmla="*/ 12761 w 38281"/>
                <a:gd name="connsiteY6" fmla="*/ 44662 h 51042"/>
                <a:gd name="connsiteX7" fmla="*/ 19141 w 38281"/>
                <a:gd name="connsiteY7" fmla="*/ 51042 h 51042"/>
                <a:gd name="connsiteX8" fmla="*/ 25521 w 38281"/>
                <a:gd name="connsiteY8" fmla="*/ 44662 h 51042"/>
                <a:gd name="connsiteX9" fmla="*/ 25521 w 38281"/>
                <a:gd name="connsiteY9" fmla="*/ 21784 h 51042"/>
                <a:gd name="connsiteX10" fmla="*/ 36413 w 38281"/>
                <a:gd name="connsiteY10" fmla="*/ 10892 h 51042"/>
                <a:gd name="connsiteX11" fmla="*/ 36413 w 38281"/>
                <a:gd name="connsiteY11" fmla="*/ 1869 h 51042"/>
                <a:gd name="connsiteX12" fmla="*/ 27390 w 38281"/>
                <a:gd name="connsiteY12" fmla="*/ 1869 h 51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81" h="51042">
                  <a:moveTo>
                    <a:pt x="27390" y="1869"/>
                  </a:moveTo>
                  <a:lnTo>
                    <a:pt x="19141" y="10118"/>
                  </a:lnTo>
                  <a:lnTo>
                    <a:pt x="10892" y="1869"/>
                  </a:lnTo>
                  <a:cubicBezTo>
                    <a:pt x="8400" y="-623"/>
                    <a:pt x="4360" y="-623"/>
                    <a:pt x="1869" y="1869"/>
                  </a:cubicBezTo>
                  <a:cubicBezTo>
                    <a:pt x="-623" y="4361"/>
                    <a:pt x="-623" y="8400"/>
                    <a:pt x="1869" y="10892"/>
                  </a:cubicBezTo>
                  <a:lnTo>
                    <a:pt x="12761" y="21784"/>
                  </a:lnTo>
                  <a:lnTo>
                    <a:pt x="12761" y="44662"/>
                  </a:lnTo>
                  <a:cubicBezTo>
                    <a:pt x="12761" y="48186"/>
                    <a:pt x="15617" y="51042"/>
                    <a:pt x="19141" y="51042"/>
                  </a:cubicBezTo>
                  <a:cubicBezTo>
                    <a:pt x="22665" y="51042"/>
                    <a:pt x="25521" y="48186"/>
                    <a:pt x="25521" y="44662"/>
                  </a:cubicBezTo>
                  <a:lnTo>
                    <a:pt x="25521" y="21784"/>
                  </a:lnTo>
                  <a:lnTo>
                    <a:pt x="36413" y="10892"/>
                  </a:lnTo>
                  <a:cubicBezTo>
                    <a:pt x="38905" y="8400"/>
                    <a:pt x="38905" y="4361"/>
                    <a:pt x="36413" y="1869"/>
                  </a:cubicBezTo>
                  <a:cubicBezTo>
                    <a:pt x="33922" y="-623"/>
                    <a:pt x="29882" y="-623"/>
                    <a:pt x="27390" y="1869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117" name="Graphic 115">
            <a:extLst>
              <a:ext uri="{FF2B5EF4-FFF2-40B4-BE49-F238E27FC236}">
                <a16:creationId xmlns:a16="http://schemas.microsoft.com/office/drawing/2014/main" id="{C791422B-B8C3-4D11-ACF1-36B101921D0D}"/>
              </a:ext>
            </a:extLst>
          </p:cNvPr>
          <p:cNvGrpSpPr/>
          <p:nvPr/>
        </p:nvGrpSpPr>
        <p:grpSpPr>
          <a:xfrm>
            <a:off x="5952465" y="3330537"/>
            <a:ext cx="210870" cy="210870"/>
            <a:chOff x="5990565" y="3343239"/>
            <a:chExt cx="210870" cy="21087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D065564-B790-400A-AE5C-FE7577BEEAA9}"/>
                </a:ext>
              </a:extLst>
            </p:cNvPr>
            <p:cNvSpPr/>
            <p:nvPr/>
          </p:nvSpPr>
          <p:spPr>
            <a:xfrm>
              <a:off x="6007526" y="3361258"/>
              <a:ext cx="88403" cy="79097"/>
            </a:xfrm>
            <a:custGeom>
              <a:avLst/>
              <a:gdLst>
                <a:gd name="connsiteX0" fmla="*/ 87346 w 88403"/>
                <a:gd name="connsiteY0" fmla="*/ 960 h 79097"/>
                <a:gd name="connsiteX1" fmla="*/ 84826 w 88403"/>
                <a:gd name="connsiteY1" fmla="*/ 3 h 79097"/>
                <a:gd name="connsiteX2" fmla="*/ 66924 w 88403"/>
                <a:gd name="connsiteY2" fmla="*/ 2527 h 79097"/>
                <a:gd name="connsiteX3" fmla="*/ 68573 w 88403"/>
                <a:gd name="connsiteY3" fmla="*/ 9213 h 79097"/>
                <a:gd name="connsiteX4" fmla="*/ 81518 w 88403"/>
                <a:gd name="connsiteY4" fmla="*/ 7102 h 79097"/>
                <a:gd name="connsiteX5" fmla="*/ 81518 w 88403"/>
                <a:gd name="connsiteY5" fmla="*/ 72212 h 79097"/>
                <a:gd name="connsiteX6" fmla="*/ 7587 w 88403"/>
                <a:gd name="connsiteY6" fmla="*/ 72212 h 79097"/>
                <a:gd name="connsiteX7" fmla="*/ 11306 w 88403"/>
                <a:gd name="connsiteY7" fmla="*/ 59677 h 79097"/>
                <a:gd name="connsiteX8" fmla="*/ 4885 w 88403"/>
                <a:gd name="connsiteY8" fmla="*/ 57198 h 79097"/>
                <a:gd name="connsiteX9" fmla="*/ 44 w 88403"/>
                <a:gd name="connsiteY9" fmla="*/ 75104 h 79097"/>
                <a:gd name="connsiteX10" fmla="*/ 822 w 88403"/>
                <a:gd name="connsiteY10" fmla="*/ 77886 h 79097"/>
                <a:gd name="connsiteX11" fmla="*/ 3442 w 88403"/>
                <a:gd name="connsiteY11" fmla="*/ 79098 h 79097"/>
                <a:gd name="connsiteX12" fmla="*/ 84960 w 88403"/>
                <a:gd name="connsiteY12" fmla="*/ 79098 h 79097"/>
                <a:gd name="connsiteX13" fmla="*/ 88403 w 88403"/>
                <a:gd name="connsiteY13" fmla="*/ 75655 h 79097"/>
                <a:gd name="connsiteX14" fmla="*/ 88403 w 88403"/>
                <a:gd name="connsiteY14" fmla="*/ 3443 h 79097"/>
                <a:gd name="connsiteX15" fmla="*/ 87346 w 88403"/>
                <a:gd name="connsiteY15" fmla="*/ 960 h 79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8403" h="79097">
                  <a:moveTo>
                    <a:pt x="87346" y="960"/>
                  </a:moveTo>
                  <a:cubicBezTo>
                    <a:pt x="86675" y="310"/>
                    <a:pt x="85752" y="-38"/>
                    <a:pt x="84826" y="3"/>
                  </a:cubicBezTo>
                  <a:cubicBezTo>
                    <a:pt x="78784" y="241"/>
                    <a:pt x="72759" y="1088"/>
                    <a:pt x="66924" y="2527"/>
                  </a:cubicBezTo>
                  <a:lnTo>
                    <a:pt x="68573" y="9213"/>
                  </a:lnTo>
                  <a:cubicBezTo>
                    <a:pt x="72804" y="8170"/>
                    <a:pt x="77142" y="7464"/>
                    <a:pt x="81518" y="7102"/>
                  </a:cubicBezTo>
                  <a:lnTo>
                    <a:pt x="81518" y="72212"/>
                  </a:lnTo>
                  <a:lnTo>
                    <a:pt x="7587" y="72212"/>
                  </a:lnTo>
                  <a:cubicBezTo>
                    <a:pt x="8493" y="67943"/>
                    <a:pt x="9739" y="63743"/>
                    <a:pt x="11306" y="59677"/>
                  </a:cubicBezTo>
                  <a:lnTo>
                    <a:pt x="4885" y="57198"/>
                  </a:lnTo>
                  <a:cubicBezTo>
                    <a:pt x="2657" y="62968"/>
                    <a:pt x="1029" y="68993"/>
                    <a:pt x="44" y="75104"/>
                  </a:cubicBezTo>
                  <a:cubicBezTo>
                    <a:pt x="-117" y="76102"/>
                    <a:pt x="168" y="77115"/>
                    <a:pt x="822" y="77886"/>
                  </a:cubicBezTo>
                  <a:cubicBezTo>
                    <a:pt x="1477" y="78657"/>
                    <a:pt x="2434" y="79098"/>
                    <a:pt x="3442" y="79098"/>
                  </a:cubicBezTo>
                  <a:lnTo>
                    <a:pt x="84960" y="79098"/>
                  </a:lnTo>
                  <a:cubicBezTo>
                    <a:pt x="86864" y="79098"/>
                    <a:pt x="88403" y="77555"/>
                    <a:pt x="88403" y="75655"/>
                  </a:cubicBezTo>
                  <a:lnTo>
                    <a:pt x="88403" y="3443"/>
                  </a:lnTo>
                  <a:cubicBezTo>
                    <a:pt x="88403" y="2506"/>
                    <a:pt x="88024" y="1611"/>
                    <a:pt x="87346" y="960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CB99FB9-0831-4C07-8401-F40D3003E857}"/>
                </a:ext>
              </a:extLst>
            </p:cNvPr>
            <p:cNvSpPr/>
            <p:nvPr/>
          </p:nvSpPr>
          <p:spPr>
            <a:xfrm>
              <a:off x="6102814" y="3361812"/>
              <a:ext cx="82626" cy="99200"/>
            </a:xfrm>
            <a:custGeom>
              <a:avLst/>
              <a:gdLst>
                <a:gd name="connsiteX0" fmla="*/ 64721 w 82626"/>
                <a:gd name="connsiteY0" fmla="*/ 35161 h 99200"/>
                <a:gd name="connsiteX1" fmla="*/ 59212 w 82626"/>
                <a:gd name="connsiteY1" fmla="*/ 39296 h 99200"/>
                <a:gd name="connsiteX2" fmla="*/ 75741 w 82626"/>
                <a:gd name="connsiteY2" fmla="*/ 88872 h 99200"/>
                <a:gd name="connsiteX3" fmla="*/ 75658 w 82626"/>
                <a:gd name="connsiteY3" fmla="*/ 92315 h 99200"/>
                <a:gd name="connsiteX4" fmla="*/ 6886 w 82626"/>
                <a:gd name="connsiteY4" fmla="*/ 92315 h 99200"/>
                <a:gd name="connsiteX5" fmla="*/ 6886 w 82626"/>
                <a:gd name="connsiteY5" fmla="*/ 7412 h 99200"/>
                <a:gd name="connsiteX6" fmla="*/ 22881 w 82626"/>
                <a:gd name="connsiteY6" fmla="*/ 11792 h 99200"/>
                <a:gd name="connsiteX7" fmla="*/ 25363 w 82626"/>
                <a:gd name="connsiteY7" fmla="*/ 5371 h 99200"/>
                <a:gd name="connsiteX8" fmla="*/ 3856 w 82626"/>
                <a:gd name="connsiteY8" fmla="*/ 24 h 99200"/>
                <a:gd name="connsiteX9" fmla="*/ 1160 w 82626"/>
                <a:gd name="connsiteY9" fmla="*/ 868 h 99200"/>
                <a:gd name="connsiteX10" fmla="*/ 0 w 82626"/>
                <a:gd name="connsiteY10" fmla="*/ 3443 h 99200"/>
                <a:gd name="connsiteX11" fmla="*/ 0 w 82626"/>
                <a:gd name="connsiteY11" fmla="*/ 95758 h 99200"/>
                <a:gd name="connsiteX12" fmla="*/ 3443 w 82626"/>
                <a:gd name="connsiteY12" fmla="*/ 99200 h 99200"/>
                <a:gd name="connsiteX13" fmla="*/ 78884 w 82626"/>
                <a:gd name="connsiteY13" fmla="*/ 99200 h 99200"/>
                <a:gd name="connsiteX14" fmla="*/ 82317 w 82626"/>
                <a:gd name="connsiteY14" fmla="*/ 96033 h 99200"/>
                <a:gd name="connsiteX15" fmla="*/ 82627 w 82626"/>
                <a:gd name="connsiteY15" fmla="*/ 88872 h 99200"/>
                <a:gd name="connsiteX16" fmla="*/ 64721 w 82626"/>
                <a:gd name="connsiteY16" fmla="*/ 35161 h 9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626" h="99200">
                  <a:moveTo>
                    <a:pt x="64721" y="35161"/>
                  </a:moveTo>
                  <a:lnTo>
                    <a:pt x="59212" y="39296"/>
                  </a:lnTo>
                  <a:cubicBezTo>
                    <a:pt x="70026" y="53683"/>
                    <a:pt x="75741" y="70825"/>
                    <a:pt x="75741" y="88872"/>
                  </a:cubicBezTo>
                  <a:cubicBezTo>
                    <a:pt x="75741" y="89970"/>
                    <a:pt x="75714" y="91110"/>
                    <a:pt x="75658" y="92315"/>
                  </a:cubicBezTo>
                  <a:lnTo>
                    <a:pt x="6886" y="92315"/>
                  </a:lnTo>
                  <a:lnTo>
                    <a:pt x="6886" y="7412"/>
                  </a:lnTo>
                  <a:cubicBezTo>
                    <a:pt x="12356" y="8332"/>
                    <a:pt x="17720" y="9798"/>
                    <a:pt x="22881" y="11792"/>
                  </a:cubicBezTo>
                  <a:lnTo>
                    <a:pt x="25363" y="5371"/>
                  </a:lnTo>
                  <a:cubicBezTo>
                    <a:pt x="18467" y="2706"/>
                    <a:pt x="11230" y="906"/>
                    <a:pt x="3856" y="24"/>
                  </a:cubicBezTo>
                  <a:cubicBezTo>
                    <a:pt x="2861" y="-93"/>
                    <a:pt x="1897" y="217"/>
                    <a:pt x="1160" y="868"/>
                  </a:cubicBezTo>
                  <a:cubicBezTo>
                    <a:pt x="420" y="1518"/>
                    <a:pt x="0" y="2455"/>
                    <a:pt x="0" y="3443"/>
                  </a:cubicBezTo>
                  <a:lnTo>
                    <a:pt x="0" y="95758"/>
                  </a:lnTo>
                  <a:cubicBezTo>
                    <a:pt x="0" y="97658"/>
                    <a:pt x="1539" y="99200"/>
                    <a:pt x="3443" y="99200"/>
                  </a:cubicBezTo>
                  <a:lnTo>
                    <a:pt x="78884" y="99200"/>
                  </a:lnTo>
                  <a:cubicBezTo>
                    <a:pt x="80678" y="99200"/>
                    <a:pt x="82172" y="97820"/>
                    <a:pt x="82317" y="96033"/>
                  </a:cubicBezTo>
                  <a:cubicBezTo>
                    <a:pt x="82527" y="93416"/>
                    <a:pt x="82627" y="91075"/>
                    <a:pt x="82627" y="88872"/>
                  </a:cubicBezTo>
                  <a:cubicBezTo>
                    <a:pt x="82627" y="69320"/>
                    <a:pt x="76433" y="50750"/>
                    <a:pt x="64721" y="35161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38119EE-1C8B-48B3-A01A-49EE9A2F0832}"/>
                </a:ext>
              </a:extLst>
            </p:cNvPr>
            <p:cNvSpPr/>
            <p:nvPr/>
          </p:nvSpPr>
          <p:spPr>
            <a:xfrm>
              <a:off x="6006417" y="3447241"/>
              <a:ext cx="89512" cy="92868"/>
            </a:xfrm>
            <a:custGeom>
              <a:avLst/>
              <a:gdLst>
                <a:gd name="connsiteX0" fmla="*/ 86069 w 89512"/>
                <a:gd name="connsiteY0" fmla="*/ 0 h 92868"/>
                <a:gd name="connsiteX1" fmla="*/ 3443 w 89512"/>
                <a:gd name="connsiteY1" fmla="*/ 0 h 92868"/>
                <a:gd name="connsiteX2" fmla="*/ 0 w 89512"/>
                <a:gd name="connsiteY2" fmla="*/ 3443 h 92868"/>
                <a:gd name="connsiteX3" fmla="*/ 1140 w 89512"/>
                <a:gd name="connsiteY3" fmla="*/ 17765 h 92868"/>
                <a:gd name="connsiteX4" fmla="*/ 7939 w 89512"/>
                <a:gd name="connsiteY4" fmla="*/ 16670 h 92868"/>
                <a:gd name="connsiteX5" fmla="*/ 6958 w 89512"/>
                <a:gd name="connsiteY5" fmla="*/ 6886 h 92868"/>
                <a:gd name="connsiteX6" fmla="*/ 82627 w 89512"/>
                <a:gd name="connsiteY6" fmla="*/ 6886 h 92868"/>
                <a:gd name="connsiteX7" fmla="*/ 82627 w 89512"/>
                <a:gd name="connsiteY7" fmla="*/ 85766 h 92868"/>
                <a:gd name="connsiteX8" fmla="*/ 63096 w 89512"/>
                <a:gd name="connsiteY8" fmla="*/ 81738 h 92868"/>
                <a:gd name="connsiteX9" fmla="*/ 60896 w 89512"/>
                <a:gd name="connsiteY9" fmla="*/ 88266 h 92868"/>
                <a:gd name="connsiteX10" fmla="*/ 85932 w 89512"/>
                <a:gd name="connsiteY10" fmla="*/ 92865 h 92868"/>
                <a:gd name="connsiteX11" fmla="*/ 86066 w 89512"/>
                <a:gd name="connsiteY11" fmla="*/ 92869 h 92868"/>
                <a:gd name="connsiteX12" fmla="*/ 88452 w 89512"/>
                <a:gd name="connsiteY12" fmla="*/ 91908 h 92868"/>
                <a:gd name="connsiteX13" fmla="*/ 89512 w 89512"/>
                <a:gd name="connsiteY13" fmla="*/ 89426 h 92868"/>
                <a:gd name="connsiteX14" fmla="*/ 89512 w 89512"/>
                <a:gd name="connsiteY14" fmla="*/ 3443 h 92868"/>
                <a:gd name="connsiteX15" fmla="*/ 86069 w 89512"/>
                <a:gd name="connsiteY15" fmla="*/ 0 h 9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9512" h="92868">
                  <a:moveTo>
                    <a:pt x="86069" y="0"/>
                  </a:moveTo>
                  <a:lnTo>
                    <a:pt x="3443" y="0"/>
                  </a:lnTo>
                  <a:cubicBezTo>
                    <a:pt x="1539" y="0"/>
                    <a:pt x="0" y="1542"/>
                    <a:pt x="0" y="3443"/>
                  </a:cubicBezTo>
                  <a:cubicBezTo>
                    <a:pt x="0" y="8252"/>
                    <a:pt x="382" y="13069"/>
                    <a:pt x="1140" y="17765"/>
                  </a:cubicBezTo>
                  <a:lnTo>
                    <a:pt x="7939" y="16670"/>
                  </a:lnTo>
                  <a:cubicBezTo>
                    <a:pt x="7419" y="13454"/>
                    <a:pt x="7092" y="10177"/>
                    <a:pt x="6958" y="6886"/>
                  </a:cubicBezTo>
                  <a:lnTo>
                    <a:pt x="82627" y="6886"/>
                  </a:lnTo>
                  <a:lnTo>
                    <a:pt x="82627" y="85766"/>
                  </a:lnTo>
                  <a:cubicBezTo>
                    <a:pt x="75958" y="85216"/>
                    <a:pt x="69406" y="83866"/>
                    <a:pt x="63096" y="81738"/>
                  </a:cubicBezTo>
                  <a:lnTo>
                    <a:pt x="60896" y="88266"/>
                  </a:lnTo>
                  <a:cubicBezTo>
                    <a:pt x="68955" y="90982"/>
                    <a:pt x="77376" y="92531"/>
                    <a:pt x="85932" y="92865"/>
                  </a:cubicBezTo>
                  <a:cubicBezTo>
                    <a:pt x="85976" y="92865"/>
                    <a:pt x="86021" y="92869"/>
                    <a:pt x="86066" y="92869"/>
                  </a:cubicBezTo>
                  <a:cubicBezTo>
                    <a:pt x="86954" y="92869"/>
                    <a:pt x="87811" y="92525"/>
                    <a:pt x="88452" y="91908"/>
                  </a:cubicBezTo>
                  <a:cubicBezTo>
                    <a:pt x="89133" y="91258"/>
                    <a:pt x="89512" y="90363"/>
                    <a:pt x="89512" y="89426"/>
                  </a:cubicBezTo>
                  <a:lnTo>
                    <a:pt x="89512" y="3443"/>
                  </a:lnTo>
                  <a:cubicBezTo>
                    <a:pt x="89512" y="1542"/>
                    <a:pt x="87973" y="0"/>
                    <a:pt x="86069" y="0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3FF51DB-31BA-4329-9E70-D2F4B91AD6C9}"/>
                </a:ext>
              </a:extLst>
            </p:cNvPr>
            <p:cNvSpPr/>
            <p:nvPr/>
          </p:nvSpPr>
          <p:spPr>
            <a:xfrm>
              <a:off x="6102814" y="3467898"/>
              <a:ext cx="80110" cy="71657"/>
            </a:xfrm>
            <a:custGeom>
              <a:avLst/>
              <a:gdLst>
                <a:gd name="connsiteX0" fmla="*/ 79377 w 80110"/>
                <a:gd name="connsiteY0" fmla="*/ 1322 h 71657"/>
                <a:gd name="connsiteX1" fmla="*/ 76674 w 80110"/>
                <a:gd name="connsiteY1" fmla="*/ 0 h 71657"/>
                <a:gd name="connsiteX2" fmla="*/ 3443 w 80110"/>
                <a:gd name="connsiteY2" fmla="*/ 0 h 71657"/>
                <a:gd name="connsiteX3" fmla="*/ 0 w 80110"/>
                <a:gd name="connsiteY3" fmla="*/ 3443 h 71657"/>
                <a:gd name="connsiteX4" fmla="*/ 0 w 80110"/>
                <a:gd name="connsiteY4" fmla="*/ 68215 h 71657"/>
                <a:gd name="connsiteX5" fmla="*/ 1157 w 80110"/>
                <a:gd name="connsiteY5" fmla="*/ 70790 h 71657"/>
                <a:gd name="connsiteX6" fmla="*/ 3443 w 80110"/>
                <a:gd name="connsiteY6" fmla="*/ 71658 h 71657"/>
                <a:gd name="connsiteX7" fmla="*/ 3852 w 80110"/>
                <a:gd name="connsiteY7" fmla="*/ 71634 h 71657"/>
                <a:gd name="connsiteX8" fmla="*/ 14594 w 80110"/>
                <a:gd name="connsiteY8" fmla="*/ 69678 h 71657"/>
                <a:gd name="connsiteX9" fmla="*/ 12945 w 80110"/>
                <a:gd name="connsiteY9" fmla="*/ 62992 h 71657"/>
                <a:gd name="connsiteX10" fmla="*/ 6882 w 80110"/>
                <a:gd name="connsiteY10" fmla="*/ 64246 h 71657"/>
                <a:gd name="connsiteX11" fmla="*/ 6882 w 80110"/>
                <a:gd name="connsiteY11" fmla="*/ 6886 h 71657"/>
                <a:gd name="connsiteX12" fmla="*/ 72150 w 80110"/>
                <a:gd name="connsiteY12" fmla="*/ 6886 h 71657"/>
                <a:gd name="connsiteX13" fmla="*/ 71400 w 80110"/>
                <a:gd name="connsiteY13" fmla="*/ 9230 h 71657"/>
                <a:gd name="connsiteX14" fmla="*/ 77924 w 80110"/>
                <a:gd name="connsiteY14" fmla="*/ 11430 h 71657"/>
                <a:gd name="connsiteX15" fmla="*/ 80010 w 80110"/>
                <a:gd name="connsiteY15" fmla="*/ 4269 h 71657"/>
                <a:gd name="connsiteX16" fmla="*/ 79377 w 80110"/>
                <a:gd name="connsiteY16" fmla="*/ 1322 h 7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0110" h="71657">
                  <a:moveTo>
                    <a:pt x="79377" y="1322"/>
                  </a:moveTo>
                  <a:cubicBezTo>
                    <a:pt x="78729" y="485"/>
                    <a:pt x="77731" y="0"/>
                    <a:pt x="76674" y="0"/>
                  </a:cubicBezTo>
                  <a:lnTo>
                    <a:pt x="3443" y="0"/>
                  </a:lnTo>
                  <a:cubicBezTo>
                    <a:pt x="1539" y="0"/>
                    <a:pt x="0" y="1542"/>
                    <a:pt x="0" y="3443"/>
                  </a:cubicBezTo>
                  <a:lnTo>
                    <a:pt x="0" y="68215"/>
                  </a:lnTo>
                  <a:cubicBezTo>
                    <a:pt x="0" y="69200"/>
                    <a:pt x="420" y="70136"/>
                    <a:pt x="1157" y="70790"/>
                  </a:cubicBezTo>
                  <a:cubicBezTo>
                    <a:pt x="1794" y="71355"/>
                    <a:pt x="2606" y="71658"/>
                    <a:pt x="3443" y="71658"/>
                  </a:cubicBezTo>
                  <a:cubicBezTo>
                    <a:pt x="3577" y="71658"/>
                    <a:pt x="3715" y="71651"/>
                    <a:pt x="3852" y="71634"/>
                  </a:cubicBezTo>
                  <a:cubicBezTo>
                    <a:pt x="7454" y="71203"/>
                    <a:pt x="11069" y="70546"/>
                    <a:pt x="14594" y="69678"/>
                  </a:cubicBezTo>
                  <a:lnTo>
                    <a:pt x="12945" y="62992"/>
                  </a:lnTo>
                  <a:cubicBezTo>
                    <a:pt x="10948" y="63485"/>
                    <a:pt x="8920" y="63905"/>
                    <a:pt x="6882" y="64246"/>
                  </a:cubicBezTo>
                  <a:lnTo>
                    <a:pt x="6882" y="6886"/>
                  </a:lnTo>
                  <a:lnTo>
                    <a:pt x="72150" y="6886"/>
                  </a:lnTo>
                  <a:cubicBezTo>
                    <a:pt x="71913" y="7671"/>
                    <a:pt x="71661" y="8452"/>
                    <a:pt x="71400" y="9230"/>
                  </a:cubicBezTo>
                  <a:lnTo>
                    <a:pt x="77924" y="11430"/>
                  </a:lnTo>
                  <a:cubicBezTo>
                    <a:pt x="78723" y="9061"/>
                    <a:pt x="79428" y="6651"/>
                    <a:pt x="80010" y="4269"/>
                  </a:cubicBezTo>
                  <a:cubicBezTo>
                    <a:pt x="80265" y="3243"/>
                    <a:pt x="80031" y="2155"/>
                    <a:pt x="79377" y="1322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5053A23-4A0E-4FFB-B72D-9C7B2A3B8916}"/>
                </a:ext>
              </a:extLst>
            </p:cNvPr>
            <p:cNvSpPr/>
            <p:nvPr/>
          </p:nvSpPr>
          <p:spPr>
            <a:xfrm>
              <a:off x="5992646" y="3343239"/>
              <a:ext cx="89512" cy="83346"/>
            </a:xfrm>
            <a:custGeom>
              <a:avLst/>
              <a:gdLst>
                <a:gd name="connsiteX0" fmla="*/ 78482 w 89512"/>
                <a:gd name="connsiteY0" fmla="*/ 33791 h 83346"/>
                <a:gd name="connsiteX1" fmla="*/ 78471 w 89512"/>
                <a:gd name="connsiteY1" fmla="*/ 33787 h 83346"/>
                <a:gd name="connsiteX2" fmla="*/ 61970 w 89512"/>
                <a:gd name="connsiteY2" fmla="*/ 28262 h 83346"/>
                <a:gd name="connsiteX3" fmla="*/ 58803 w 89512"/>
                <a:gd name="connsiteY3" fmla="*/ 28475 h 83346"/>
                <a:gd name="connsiteX4" fmla="*/ 42529 w 89512"/>
                <a:gd name="connsiteY4" fmla="*/ 13299 h 83346"/>
                <a:gd name="connsiteX5" fmla="*/ 52850 w 89512"/>
                <a:gd name="connsiteY5" fmla="*/ 6445 h 83346"/>
                <a:gd name="connsiteX6" fmla="*/ 50430 w 89512"/>
                <a:gd name="connsiteY6" fmla="*/ 0 h 83346"/>
                <a:gd name="connsiteX7" fmla="*/ 37420 w 89512"/>
                <a:gd name="connsiteY7" fmla="*/ 8676 h 83346"/>
                <a:gd name="connsiteX8" fmla="*/ 35178 w 89512"/>
                <a:gd name="connsiteY8" fmla="*/ 11365 h 83346"/>
                <a:gd name="connsiteX9" fmla="*/ 30985 w 89512"/>
                <a:gd name="connsiteY9" fmla="*/ 11048 h 83346"/>
                <a:gd name="connsiteX10" fmla="*/ 0 w 89512"/>
                <a:gd name="connsiteY10" fmla="*/ 42033 h 83346"/>
                <a:gd name="connsiteX11" fmla="*/ 30985 w 89512"/>
                <a:gd name="connsiteY11" fmla="*/ 73018 h 83346"/>
                <a:gd name="connsiteX12" fmla="*/ 39547 w 89512"/>
                <a:gd name="connsiteY12" fmla="*/ 71789 h 83346"/>
                <a:gd name="connsiteX13" fmla="*/ 55993 w 89512"/>
                <a:gd name="connsiteY13" fmla="*/ 82678 h 83346"/>
                <a:gd name="connsiteX14" fmla="*/ 56000 w 89512"/>
                <a:gd name="connsiteY14" fmla="*/ 82682 h 83346"/>
                <a:gd name="connsiteX15" fmla="*/ 61970 w 89512"/>
                <a:gd name="connsiteY15" fmla="*/ 83346 h 83346"/>
                <a:gd name="connsiteX16" fmla="*/ 79886 w 89512"/>
                <a:gd name="connsiteY16" fmla="*/ 76702 h 83346"/>
                <a:gd name="connsiteX17" fmla="*/ 79893 w 89512"/>
                <a:gd name="connsiteY17" fmla="*/ 76695 h 83346"/>
                <a:gd name="connsiteX18" fmla="*/ 89512 w 89512"/>
                <a:gd name="connsiteY18" fmla="*/ 55804 h 83346"/>
                <a:gd name="connsiteX19" fmla="*/ 78482 w 89512"/>
                <a:gd name="connsiteY19" fmla="*/ 33791 h 83346"/>
                <a:gd name="connsiteX20" fmla="*/ 30985 w 89512"/>
                <a:gd name="connsiteY20" fmla="*/ 66132 h 83346"/>
                <a:gd name="connsiteX21" fmla="*/ 6886 w 89512"/>
                <a:gd name="connsiteY21" fmla="*/ 42033 h 83346"/>
                <a:gd name="connsiteX22" fmla="*/ 30985 w 89512"/>
                <a:gd name="connsiteY22" fmla="*/ 17933 h 83346"/>
                <a:gd name="connsiteX23" fmla="*/ 31257 w 89512"/>
                <a:gd name="connsiteY23" fmla="*/ 17947 h 83346"/>
                <a:gd name="connsiteX24" fmla="*/ 28747 w 89512"/>
                <a:gd name="connsiteY24" fmla="*/ 26017 h 83346"/>
                <a:gd name="connsiteX25" fmla="*/ 35519 w 89512"/>
                <a:gd name="connsiteY25" fmla="*/ 27253 h 83346"/>
                <a:gd name="connsiteX26" fmla="*/ 38366 w 89512"/>
                <a:gd name="connsiteY26" fmla="*/ 19101 h 83346"/>
                <a:gd name="connsiteX27" fmla="*/ 53528 w 89512"/>
                <a:gd name="connsiteY27" fmla="*/ 33588 h 83346"/>
                <a:gd name="connsiteX28" fmla="*/ 54176 w 89512"/>
                <a:gd name="connsiteY28" fmla="*/ 35560 h 83346"/>
                <a:gd name="connsiteX29" fmla="*/ 54241 w 89512"/>
                <a:gd name="connsiteY29" fmla="*/ 35819 h 83346"/>
                <a:gd name="connsiteX30" fmla="*/ 54661 w 89512"/>
                <a:gd name="connsiteY30" fmla="*/ 37623 h 83346"/>
                <a:gd name="connsiteX31" fmla="*/ 54785 w 89512"/>
                <a:gd name="connsiteY31" fmla="*/ 38421 h 83346"/>
                <a:gd name="connsiteX32" fmla="*/ 54971 w 89512"/>
                <a:gd name="connsiteY32" fmla="*/ 39768 h 83346"/>
                <a:gd name="connsiteX33" fmla="*/ 55084 w 89512"/>
                <a:gd name="connsiteY33" fmla="*/ 42033 h 83346"/>
                <a:gd name="connsiteX34" fmla="*/ 54437 w 89512"/>
                <a:gd name="connsiteY34" fmla="*/ 47497 h 83346"/>
                <a:gd name="connsiteX35" fmla="*/ 30985 w 89512"/>
                <a:gd name="connsiteY35" fmla="*/ 66132 h 83346"/>
                <a:gd name="connsiteX36" fmla="*/ 54193 w 89512"/>
                <a:gd name="connsiteY36" fmla="*/ 74932 h 83346"/>
                <a:gd name="connsiteX37" fmla="*/ 46137 w 89512"/>
                <a:gd name="connsiteY37" fmla="*/ 69031 h 83346"/>
                <a:gd name="connsiteX38" fmla="*/ 58221 w 89512"/>
                <a:gd name="connsiteY38" fmla="*/ 56795 h 83346"/>
                <a:gd name="connsiteX39" fmla="*/ 54193 w 89512"/>
                <a:gd name="connsiteY39" fmla="*/ 74932 h 83346"/>
                <a:gd name="connsiteX40" fmla="*/ 82341 w 89512"/>
                <a:gd name="connsiteY40" fmla="*/ 52361 h 83346"/>
                <a:gd name="connsiteX41" fmla="*/ 68856 w 89512"/>
                <a:gd name="connsiteY41" fmla="*/ 52361 h 83346"/>
                <a:gd name="connsiteX42" fmla="*/ 76936 w 89512"/>
                <a:gd name="connsiteY42" fmla="*/ 41592 h 83346"/>
                <a:gd name="connsiteX43" fmla="*/ 82341 w 89512"/>
                <a:gd name="connsiteY43" fmla="*/ 52361 h 83346"/>
                <a:gd name="connsiteX44" fmla="*/ 71427 w 89512"/>
                <a:gd name="connsiteY44" fmla="*/ 37454 h 83346"/>
                <a:gd name="connsiteX45" fmla="*/ 68418 w 89512"/>
                <a:gd name="connsiteY45" fmla="*/ 41465 h 83346"/>
                <a:gd name="connsiteX46" fmla="*/ 62400 w 89512"/>
                <a:gd name="connsiteY46" fmla="*/ 49486 h 83346"/>
                <a:gd name="connsiteX47" fmla="*/ 61423 w 89512"/>
                <a:gd name="connsiteY47" fmla="*/ 47724 h 83346"/>
                <a:gd name="connsiteX48" fmla="*/ 61423 w 89512"/>
                <a:gd name="connsiteY48" fmla="*/ 47720 h 83346"/>
                <a:gd name="connsiteX49" fmla="*/ 61822 w 89512"/>
                <a:gd name="connsiteY49" fmla="*/ 44914 h 83346"/>
                <a:gd name="connsiteX50" fmla="*/ 61970 w 89512"/>
                <a:gd name="connsiteY50" fmla="*/ 42033 h 83346"/>
                <a:gd name="connsiteX51" fmla="*/ 61777 w 89512"/>
                <a:gd name="connsiteY51" fmla="*/ 38662 h 83346"/>
                <a:gd name="connsiteX52" fmla="*/ 61705 w 89512"/>
                <a:gd name="connsiteY52" fmla="*/ 38180 h 83346"/>
                <a:gd name="connsiteX53" fmla="*/ 61195 w 89512"/>
                <a:gd name="connsiteY53" fmla="*/ 35240 h 83346"/>
                <a:gd name="connsiteX54" fmla="*/ 61182 w 89512"/>
                <a:gd name="connsiteY54" fmla="*/ 35165 h 83346"/>
                <a:gd name="connsiteX55" fmla="*/ 71427 w 89512"/>
                <a:gd name="connsiteY55" fmla="*/ 37454 h 83346"/>
                <a:gd name="connsiteX56" fmla="*/ 60913 w 89512"/>
                <a:gd name="connsiteY56" fmla="*/ 76433 h 83346"/>
                <a:gd name="connsiteX57" fmla="*/ 63836 w 89512"/>
                <a:gd name="connsiteY57" fmla="*/ 63275 h 83346"/>
                <a:gd name="connsiteX58" fmla="*/ 72601 w 89512"/>
                <a:gd name="connsiteY58" fmla="*/ 73500 h 83346"/>
                <a:gd name="connsiteX59" fmla="*/ 60913 w 89512"/>
                <a:gd name="connsiteY59" fmla="*/ 76433 h 83346"/>
                <a:gd name="connsiteX60" fmla="*/ 77827 w 89512"/>
                <a:gd name="connsiteY60" fmla="*/ 69014 h 83346"/>
                <a:gd name="connsiteX61" fmla="*/ 69458 w 89512"/>
                <a:gd name="connsiteY61" fmla="*/ 59247 h 83346"/>
                <a:gd name="connsiteX62" fmla="*/ 82337 w 89512"/>
                <a:gd name="connsiteY62" fmla="*/ 59247 h 83346"/>
                <a:gd name="connsiteX63" fmla="*/ 77827 w 89512"/>
                <a:gd name="connsiteY63" fmla="*/ 69014 h 8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89512" h="83346">
                  <a:moveTo>
                    <a:pt x="78482" y="33791"/>
                  </a:moveTo>
                  <a:cubicBezTo>
                    <a:pt x="78478" y="33787"/>
                    <a:pt x="78475" y="33787"/>
                    <a:pt x="78471" y="33787"/>
                  </a:cubicBezTo>
                  <a:cubicBezTo>
                    <a:pt x="73655" y="30172"/>
                    <a:pt x="67950" y="28262"/>
                    <a:pt x="61970" y="28262"/>
                  </a:cubicBezTo>
                  <a:cubicBezTo>
                    <a:pt x="60934" y="28262"/>
                    <a:pt x="59880" y="28341"/>
                    <a:pt x="58803" y="28475"/>
                  </a:cubicBezTo>
                  <a:cubicBezTo>
                    <a:pt x="55446" y="21617"/>
                    <a:pt x="49648" y="16174"/>
                    <a:pt x="42529" y="13299"/>
                  </a:cubicBezTo>
                  <a:cubicBezTo>
                    <a:pt x="45365" y="10290"/>
                    <a:pt x="48929" y="7918"/>
                    <a:pt x="52850" y="6445"/>
                  </a:cubicBezTo>
                  <a:lnTo>
                    <a:pt x="50430" y="0"/>
                  </a:lnTo>
                  <a:cubicBezTo>
                    <a:pt x="45483" y="1856"/>
                    <a:pt x="40986" y="4858"/>
                    <a:pt x="37420" y="8676"/>
                  </a:cubicBezTo>
                  <a:cubicBezTo>
                    <a:pt x="36593" y="9561"/>
                    <a:pt x="35860" y="10459"/>
                    <a:pt x="35178" y="11365"/>
                  </a:cubicBezTo>
                  <a:cubicBezTo>
                    <a:pt x="33801" y="11179"/>
                    <a:pt x="32410" y="11048"/>
                    <a:pt x="30985" y="11048"/>
                  </a:cubicBezTo>
                  <a:cubicBezTo>
                    <a:pt x="13898" y="11048"/>
                    <a:pt x="0" y="24950"/>
                    <a:pt x="0" y="42033"/>
                  </a:cubicBezTo>
                  <a:cubicBezTo>
                    <a:pt x="0" y="59116"/>
                    <a:pt x="13898" y="73018"/>
                    <a:pt x="30985" y="73018"/>
                  </a:cubicBezTo>
                  <a:cubicBezTo>
                    <a:pt x="33956" y="73018"/>
                    <a:pt x="36824" y="72574"/>
                    <a:pt x="39547" y="71789"/>
                  </a:cubicBezTo>
                  <a:cubicBezTo>
                    <a:pt x="43482" y="77297"/>
                    <a:pt x="49342" y="81205"/>
                    <a:pt x="55993" y="82678"/>
                  </a:cubicBezTo>
                  <a:cubicBezTo>
                    <a:pt x="55997" y="82678"/>
                    <a:pt x="55997" y="82682"/>
                    <a:pt x="56000" y="82682"/>
                  </a:cubicBezTo>
                  <a:cubicBezTo>
                    <a:pt x="57997" y="83122"/>
                    <a:pt x="60008" y="83346"/>
                    <a:pt x="61970" y="83346"/>
                  </a:cubicBezTo>
                  <a:cubicBezTo>
                    <a:pt x="68525" y="83346"/>
                    <a:pt x="74891" y="80984"/>
                    <a:pt x="79886" y="76702"/>
                  </a:cubicBezTo>
                  <a:cubicBezTo>
                    <a:pt x="79890" y="76698"/>
                    <a:pt x="79890" y="76698"/>
                    <a:pt x="79893" y="76695"/>
                  </a:cubicBezTo>
                  <a:cubicBezTo>
                    <a:pt x="86004" y="71448"/>
                    <a:pt x="89512" y="63833"/>
                    <a:pt x="89512" y="55804"/>
                  </a:cubicBezTo>
                  <a:cubicBezTo>
                    <a:pt x="89512" y="47080"/>
                    <a:pt x="85491" y="39058"/>
                    <a:pt x="78482" y="33791"/>
                  </a:cubicBezTo>
                  <a:close/>
                  <a:moveTo>
                    <a:pt x="30985" y="66132"/>
                  </a:moveTo>
                  <a:cubicBezTo>
                    <a:pt x="17699" y="66132"/>
                    <a:pt x="6886" y="55322"/>
                    <a:pt x="6886" y="42033"/>
                  </a:cubicBezTo>
                  <a:cubicBezTo>
                    <a:pt x="6886" y="28744"/>
                    <a:pt x="17699" y="17933"/>
                    <a:pt x="30985" y="17933"/>
                  </a:cubicBezTo>
                  <a:cubicBezTo>
                    <a:pt x="31078" y="17933"/>
                    <a:pt x="31164" y="17947"/>
                    <a:pt x="31257" y="17947"/>
                  </a:cubicBezTo>
                  <a:cubicBezTo>
                    <a:pt x="29911" y="20939"/>
                    <a:pt x="29160" y="23745"/>
                    <a:pt x="28747" y="26017"/>
                  </a:cubicBezTo>
                  <a:lnTo>
                    <a:pt x="35519" y="27253"/>
                  </a:lnTo>
                  <a:cubicBezTo>
                    <a:pt x="35929" y="25008"/>
                    <a:pt x="36752" y="22116"/>
                    <a:pt x="38366" y="19101"/>
                  </a:cubicBezTo>
                  <a:cubicBezTo>
                    <a:pt x="45365" y="21359"/>
                    <a:pt x="50953" y="26737"/>
                    <a:pt x="53528" y="33588"/>
                  </a:cubicBezTo>
                  <a:cubicBezTo>
                    <a:pt x="53773" y="34242"/>
                    <a:pt x="53990" y="34899"/>
                    <a:pt x="54176" y="35560"/>
                  </a:cubicBezTo>
                  <a:cubicBezTo>
                    <a:pt x="54200" y="35646"/>
                    <a:pt x="54220" y="35733"/>
                    <a:pt x="54241" y="35819"/>
                  </a:cubicBezTo>
                  <a:cubicBezTo>
                    <a:pt x="54403" y="36418"/>
                    <a:pt x="54544" y="37017"/>
                    <a:pt x="54661" y="37623"/>
                  </a:cubicBezTo>
                  <a:cubicBezTo>
                    <a:pt x="54709" y="37888"/>
                    <a:pt x="54744" y="38156"/>
                    <a:pt x="54785" y="38421"/>
                  </a:cubicBezTo>
                  <a:cubicBezTo>
                    <a:pt x="54854" y="38869"/>
                    <a:pt x="54926" y="39316"/>
                    <a:pt x="54971" y="39768"/>
                  </a:cubicBezTo>
                  <a:cubicBezTo>
                    <a:pt x="55040" y="40511"/>
                    <a:pt x="55084" y="41269"/>
                    <a:pt x="55084" y="42033"/>
                  </a:cubicBezTo>
                  <a:cubicBezTo>
                    <a:pt x="55084" y="43806"/>
                    <a:pt x="54868" y="45644"/>
                    <a:pt x="54437" y="47497"/>
                  </a:cubicBezTo>
                  <a:cubicBezTo>
                    <a:pt x="51948" y="58159"/>
                    <a:pt x="42391" y="66132"/>
                    <a:pt x="30985" y="66132"/>
                  </a:cubicBezTo>
                  <a:close/>
                  <a:moveTo>
                    <a:pt x="54193" y="74932"/>
                  </a:moveTo>
                  <a:cubicBezTo>
                    <a:pt x="51067" y="73658"/>
                    <a:pt x="48309" y="71620"/>
                    <a:pt x="46137" y="69031"/>
                  </a:cubicBezTo>
                  <a:cubicBezTo>
                    <a:pt x="51222" y="66167"/>
                    <a:pt x="55429" y="61925"/>
                    <a:pt x="58221" y="56795"/>
                  </a:cubicBezTo>
                  <a:lnTo>
                    <a:pt x="54193" y="74932"/>
                  </a:lnTo>
                  <a:close/>
                  <a:moveTo>
                    <a:pt x="82341" y="52361"/>
                  </a:moveTo>
                  <a:lnTo>
                    <a:pt x="68856" y="52361"/>
                  </a:lnTo>
                  <a:lnTo>
                    <a:pt x="76936" y="41592"/>
                  </a:lnTo>
                  <a:cubicBezTo>
                    <a:pt x="79793" y="44577"/>
                    <a:pt x="81666" y="48302"/>
                    <a:pt x="82341" y="52361"/>
                  </a:cubicBezTo>
                  <a:close/>
                  <a:moveTo>
                    <a:pt x="71427" y="37454"/>
                  </a:moveTo>
                  <a:lnTo>
                    <a:pt x="68418" y="41465"/>
                  </a:lnTo>
                  <a:lnTo>
                    <a:pt x="62400" y="49486"/>
                  </a:lnTo>
                  <a:lnTo>
                    <a:pt x="61423" y="47724"/>
                  </a:lnTo>
                  <a:lnTo>
                    <a:pt x="61423" y="47720"/>
                  </a:lnTo>
                  <a:cubicBezTo>
                    <a:pt x="61595" y="46798"/>
                    <a:pt x="61736" y="45865"/>
                    <a:pt x="61822" y="44914"/>
                  </a:cubicBezTo>
                  <a:cubicBezTo>
                    <a:pt x="61918" y="43950"/>
                    <a:pt x="61970" y="42986"/>
                    <a:pt x="61970" y="42033"/>
                  </a:cubicBezTo>
                  <a:cubicBezTo>
                    <a:pt x="61970" y="40893"/>
                    <a:pt x="61898" y="39771"/>
                    <a:pt x="61777" y="38662"/>
                  </a:cubicBezTo>
                  <a:cubicBezTo>
                    <a:pt x="61760" y="38501"/>
                    <a:pt x="61726" y="38342"/>
                    <a:pt x="61705" y="38180"/>
                  </a:cubicBezTo>
                  <a:cubicBezTo>
                    <a:pt x="61581" y="37185"/>
                    <a:pt x="61412" y="36204"/>
                    <a:pt x="61195" y="35240"/>
                  </a:cubicBezTo>
                  <a:cubicBezTo>
                    <a:pt x="61192" y="35216"/>
                    <a:pt x="61188" y="35192"/>
                    <a:pt x="61182" y="35165"/>
                  </a:cubicBezTo>
                  <a:cubicBezTo>
                    <a:pt x="64872" y="35003"/>
                    <a:pt x="68284" y="35822"/>
                    <a:pt x="71427" y="37454"/>
                  </a:cubicBezTo>
                  <a:close/>
                  <a:moveTo>
                    <a:pt x="60913" y="76433"/>
                  </a:moveTo>
                  <a:lnTo>
                    <a:pt x="63836" y="63275"/>
                  </a:lnTo>
                  <a:lnTo>
                    <a:pt x="72601" y="73500"/>
                  </a:lnTo>
                  <a:cubicBezTo>
                    <a:pt x="69103" y="75603"/>
                    <a:pt x="65058" y="76647"/>
                    <a:pt x="60913" y="76433"/>
                  </a:cubicBezTo>
                  <a:close/>
                  <a:moveTo>
                    <a:pt x="77827" y="69014"/>
                  </a:moveTo>
                  <a:lnTo>
                    <a:pt x="69458" y="59247"/>
                  </a:lnTo>
                  <a:lnTo>
                    <a:pt x="82337" y="59247"/>
                  </a:lnTo>
                  <a:cubicBezTo>
                    <a:pt x="81728" y="62838"/>
                    <a:pt x="80172" y="66208"/>
                    <a:pt x="77827" y="69014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3AC1131-C361-4931-824B-F9195A7424D5}"/>
                </a:ext>
              </a:extLst>
            </p:cNvPr>
            <p:cNvSpPr/>
            <p:nvPr/>
          </p:nvSpPr>
          <p:spPr>
            <a:xfrm>
              <a:off x="6120028" y="3409371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5ED6B5E-42B4-4E2D-A6F8-3AB825EE90D3}"/>
                </a:ext>
              </a:extLst>
            </p:cNvPr>
            <p:cNvSpPr/>
            <p:nvPr/>
          </p:nvSpPr>
          <p:spPr>
            <a:xfrm>
              <a:off x="6133799" y="3416256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FD08896-9450-4486-A07F-C2E539741A00}"/>
                </a:ext>
              </a:extLst>
            </p:cNvPr>
            <p:cNvSpPr/>
            <p:nvPr/>
          </p:nvSpPr>
          <p:spPr>
            <a:xfrm>
              <a:off x="6147571" y="3440356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E7184D3-F4F8-43A9-8211-F14D885BC7DA}"/>
                </a:ext>
              </a:extLst>
            </p:cNvPr>
            <p:cNvSpPr/>
            <p:nvPr/>
          </p:nvSpPr>
          <p:spPr>
            <a:xfrm>
              <a:off x="6120028" y="3436913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3D8A21-2FFB-4605-A5FA-EC5C4CED25EF}"/>
                </a:ext>
              </a:extLst>
            </p:cNvPr>
            <p:cNvSpPr/>
            <p:nvPr/>
          </p:nvSpPr>
          <p:spPr>
            <a:xfrm>
              <a:off x="6116586" y="3423142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43C3641-D026-4E42-97B0-5E274F13F70C}"/>
                </a:ext>
              </a:extLst>
            </p:cNvPr>
            <p:cNvSpPr/>
            <p:nvPr/>
          </p:nvSpPr>
          <p:spPr>
            <a:xfrm>
              <a:off x="6164784" y="3426585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9F52D6AF-D2EF-4262-AD9F-4792C6FEDFFF}"/>
                </a:ext>
              </a:extLst>
            </p:cNvPr>
            <p:cNvSpPr/>
            <p:nvPr/>
          </p:nvSpPr>
          <p:spPr>
            <a:xfrm>
              <a:off x="6147571" y="3412814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89AEE86-8782-4A44-9532-EC6988397776}"/>
                </a:ext>
              </a:extLst>
            </p:cNvPr>
            <p:cNvSpPr/>
            <p:nvPr/>
          </p:nvSpPr>
          <p:spPr>
            <a:xfrm>
              <a:off x="6133799" y="3430027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E298906-17EB-44B7-BA7C-256749CD0EA8}"/>
                </a:ext>
              </a:extLst>
            </p:cNvPr>
            <p:cNvSpPr/>
            <p:nvPr/>
          </p:nvSpPr>
          <p:spPr>
            <a:xfrm>
              <a:off x="6147571" y="3426585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2E09F28-CF40-4847-85BA-2F52EA313821}"/>
                </a:ext>
              </a:extLst>
            </p:cNvPr>
            <p:cNvSpPr/>
            <p:nvPr/>
          </p:nvSpPr>
          <p:spPr>
            <a:xfrm>
              <a:off x="6133036" y="3346665"/>
              <a:ext cx="66175" cy="62706"/>
            </a:xfrm>
            <a:custGeom>
              <a:avLst/>
              <a:gdLst>
                <a:gd name="connsiteX0" fmla="*/ 66176 w 66175"/>
                <a:gd name="connsiteY0" fmla="*/ 736 h 62706"/>
                <a:gd name="connsiteX1" fmla="*/ 40968 w 66175"/>
                <a:gd name="connsiteY1" fmla="*/ 7085 h 62706"/>
                <a:gd name="connsiteX2" fmla="*/ 38141 w 66175"/>
                <a:gd name="connsiteY2" fmla="*/ 2850 h 62706"/>
                <a:gd name="connsiteX3" fmla="*/ 23868 w 66175"/>
                <a:gd name="connsiteY3" fmla="*/ 881 h 62706"/>
                <a:gd name="connsiteX4" fmla="*/ 21561 w 66175"/>
                <a:gd name="connsiteY4" fmla="*/ 3184 h 62706"/>
                <a:gd name="connsiteX5" fmla="*/ 23534 w 66175"/>
                <a:gd name="connsiteY5" fmla="*/ 17458 h 62706"/>
                <a:gd name="connsiteX6" fmla="*/ 25255 w 66175"/>
                <a:gd name="connsiteY6" fmla="*/ 18886 h 62706"/>
                <a:gd name="connsiteX7" fmla="*/ 19068 w 66175"/>
                <a:gd name="connsiteY7" fmla="*/ 26557 h 62706"/>
                <a:gd name="connsiteX8" fmla="*/ 17485 w 66175"/>
                <a:gd name="connsiteY8" fmla="*/ 24588 h 62706"/>
                <a:gd name="connsiteX9" fmla="*/ 3521 w 66175"/>
                <a:gd name="connsiteY9" fmla="*/ 21802 h 62706"/>
                <a:gd name="connsiteX10" fmla="*/ 880 w 66175"/>
                <a:gd name="connsiteY10" fmla="*/ 24268 h 62706"/>
                <a:gd name="connsiteX11" fmla="*/ 2877 w 66175"/>
                <a:gd name="connsiteY11" fmla="*/ 39195 h 62706"/>
                <a:gd name="connsiteX12" fmla="*/ 10868 w 66175"/>
                <a:gd name="connsiteY12" fmla="*/ 43000 h 62706"/>
                <a:gd name="connsiteX13" fmla="*/ 7649 w 66175"/>
                <a:gd name="connsiteY13" fmla="*/ 62706 h 62706"/>
                <a:gd name="connsiteX14" fmla="*/ 14534 w 66175"/>
                <a:gd name="connsiteY14" fmla="*/ 62706 h 62706"/>
                <a:gd name="connsiteX15" fmla="*/ 16545 w 66175"/>
                <a:gd name="connsiteY15" fmla="*/ 48295 h 62706"/>
                <a:gd name="connsiteX16" fmla="*/ 23141 w 66175"/>
                <a:gd name="connsiteY16" fmla="*/ 50013 h 62706"/>
                <a:gd name="connsiteX17" fmla="*/ 34754 w 66175"/>
                <a:gd name="connsiteY17" fmla="*/ 41364 h 62706"/>
                <a:gd name="connsiteX18" fmla="*/ 34754 w 66175"/>
                <a:gd name="connsiteY18" fmla="*/ 38001 h 62706"/>
                <a:gd name="connsiteX19" fmla="*/ 25527 w 66175"/>
                <a:gd name="connsiteY19" fmla="*/ 29697 h 62706"/>
                <a:gd name="connsiteX20" fmla="*/ 32585 w 66175"/>
                <a:gd name="connsiteY20" fmla="*/ 21675 h 62706"/>
                <a:gd name="connsiteX21" fmla="*/ 43798 w 66175"/>
                <a:gd name="connsiteY21" fmla="*/ 28278 h 62706"/>
                <a:gd name="connsiteX22" fmla="*/ 55410 w 66175"/>
                <a:gd name="connsiteY22" fmla="*/ 19630 h 62706"/>
                <a:gd name="connsiteX23" fmla="*/ 55410 w 66175"/>
                <a:gd name="connsiteY23" fmla="*/ 16266 h 62706"/>
                <a:gd name="connsiteX24" fmla="*/ 50584 w 66175"/>
                <a:gd name="connsiteY24" fmla="*/ 10438 h 62706"/>
                <a:gd name="connsiteX25" fmla="*/ 66176 w 66175"/>
                <a:gd name="connsiteY25" fmla="*/ 7622 h 62706"/>
                <a:gd name="connsiteX26" fmla="*/ 66176 w 66175"/>
                <a:gd name="connsiteY26" fmla="*/ 736 h 62706"/>
                <a:gd name="connsiteX27" fmla="*/ 14527 w 66175"/>
                <a:gd name="connsiteY27" fmla="*/ 34107 h 62706"/>
                <a:gd name="connsiteX28" fmla="*/ 13760 w 66175"/>
                <a:gd name="connsiteY28" fmla="*/ 35763 h 62706"/>
                <a:gd name="connsiteX29" fmla="*/ 13178 w 66175"/>
                <a:gd name="connsiteY29" fmla="*/ 35945 h 62706"/>
                <a:gd name="connsiteX30" fmla="*/ 7749 w 66175"/>
                <a:gd name="connsiteY30" fmla="*/ 34324 h 62706"/>
                <a:gd name="connsiteX31" fmla="*/ 7094 w 66175"/>
                <a:gd name="connsiteY31" fmla="*/ 28296 h 62706"/>
                <a:gd name="connsiteX32" fmla="*/ 12617 w 66175"/>
                <a:gd name="connsiteY32" fmla="*/ 29456 h 62706"/>
                <a:gd name="connsiteX33" fmla="*/ 14520 w 66175"/>
                <a:gd name="connsiteY33" fmla="*/ 33931 h 62706"/>
                <a:gd name="connsiteX34" fmla="*/ 14527 w 66175"/>
                <a:gd name="connsiteY34" fmla="*/ 34107 h 62706"/>
                <a:gd name="connsiteX35" fmla="*/ 27624 w 66175"/>
                <a:gd name="connsiteY35" fmla="*/ 39684 h 62706"/>
                <a:gd name="connsiteX36" fmla="*/ 23141 w 66175"/>
                <a:gd name="connsiteY36" fmla="*/ 43127 h 62706"/>
                <a:gd name="connsiteX37" fmla="*/ 18814 w 66175"/>
                <a:gd name="connsiteY37" fmla="*/ 41550 h 62706"/>
                <a:gd name="connsiteX38" fmla="*/ 21193 w 66175"/>
                <a:gd name="connsiteY38" fmla="*/ 36544 h 62706"/>
                <a:gd name="connsiteX39" fmla="*/ 23141 w 66175"/>
                <a:gd name="connsiteY39" fmla="*/ 36241 h 62706"/>
                <a:gd name="connsiteX40" fmla="*/ 27624 w 66175"/>
                <a:gd name="connsiteY40" fmla="*/ 39684 h 62706"/>
                <a:gd name="connsiteX41" fmla="*/ 30564 w 66175"/>
                <a:gd name="connsiteY41" fmla="*/ 14001 h 62706"/>
                <a:gd name="connsiteX42" fmla="*/ 28405 w 66175"/>
                <a:gd name="connsiteY42" fmla="*/ 12590 h 62706"/>
                <a:gd name="connsiteX43" fmla="*/ 27748 w 66175"/>
                <a:gd name="connsiteY43" fmla="*/ 7067 h 62706"/>
                <a:gd name="connsiteX44" fmla="*/ 33273 w 66175"/>
                <a:gd name="connsiteY44" fmla="*/ 7718 h 62706"/>
                <a:gd name="connsiteX45" fmla="*/ 34991 w 66175"/>
                <a:gd name="connsiteY45" fmla="*/ 10655 h 62706"/>
                <a:gd name="connsiteX46" fmla="*/ 30564 w 66175"/>
                <a:gd name="connsiteY46" fmla="*/ 14001 h 62706"/>
                <a:gd name="connsiteX47" fmla="*/ 43798 w 66175"/>
                <a:gd name="connsiteY47" fmla="*/ 21393 h 62706"/>
                <a:gd name="connsiteX48" fmla="*/ 38627 w 66175"/>
                <a:gd name="connsiteY48" fmla="*/ 18146 h 62706"/>
                <a:gd name="connsiteX49" fmla="*/ 38689 w 66175"/>
                <a:gd name="connsiteY49" fmla="*/ 17740 h 62706"/>
                <a:gd name="connsiteX50" fmla="*/ 38644 w 66175"/>
                <a:gd name="connsiteY50" fmla="*/ 16721 h 62706"/>
                <a:gd name="connsiteX51" fmla="*/ 40930 w 66175"/>
                <a:gd name="connsiteY51" fmla="*/ 15203 h 62706"/>
                <a:gd name="connsiteX52" fmla="*/ 43798 w 66175"/>
                <a:gd name="connsiteY52" fmla="*/ 14507 h 62706"/>
                <a:gd name="connsiteX53" fmla="*/ 48280 w 66175"/>
                <a:gd name="connsiteY53" fmla="*/ 17950 h 62706"/>
                <a:gd name="connsiteX54" fmla="*/ 43798 w 66175"/>
                <a:gd name="connsiteY54" fmla="*/ 21393 h 6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6175" h="62706">
                  <a:moveTo>
                    <a:pt x="66176" y="736"/>
                  </a:moveTo>
                  <a:cubicBezTo>
                    <a:pt x="57204" y="736"/>
                    <a:pt x="48659" y="3070"/>
                    <a:pt x="40968" y="7085"/>
                  </a:cubicBezTo>
                  <a:cubicBezTo>
                    <a:pt x="40297" y="5556"/>
                    <a:pt x="39384" y="4093"/>
                    <a:pt x="38141" y="2850"/>
                  </a:cubicBezTo>
                  <a:cubicBezTo>
                    <a:pt x="33463" y="-1825"/>
                    <a:pt x="24838" y="592"/>
                    <a:pt x="23868" y="881"/>
                  </a:cubicBezTo>
                  <a:cubicBezTo>
                    <a:pt x="22762" y="1215"/>
                    <a:pt x="21895" y="2079"/>
                    <a:pt x="21561" y="3184"/>
                  </a:cubicBezTo>
                  <a:cubicBezTo>
                    <a:pt x="21272" y="4151"/>
                    <a:pt x="18851" y="12776"/>
                    <a:pt x="23534" y="17458"/>
                  </a:cubicBezTo>
                  <a:cubicBezTo>
                    <a:pt x="24074" y="17995"/>
                    <a:pt x="24659" y="18456"/>
                    <a:pt x="25255" y="18886"/>
                  </a:cubicBezTo>
                  <a:cubicBezTo>
                    <a:pt x="23000" y="21255"/>
                    <a:pt x="20955" y="23841"/>
                    <a:pt x="19068" y="26557"/>
                  </a:cubicBezTo>
                  <a:cubicBezTo>
                    <a:pt x="18593" y="25868"/>
                    <a:pt x="18091" y="25194"/>
                    <a:pt x="17485" y="24588"/>
                  </a:cubicBezTo>
                  <a:cubicBezTo>
                    <a:pt x="12947" y="20054"/>
                    <a:pt x="4474" y="21606"/>
                    <a:pt x="3521" y="21802"/>
                  </a:cubicBezTo>
                  <a:cubicBezTo>
                    <a:pt x="2247" y="22061"/>
                    <a:pt x="1228" y="23014"/>
                    <a:pt x="880" y="24268"/>
                  </a:cubicBezTo>
                  <a:cubicBezTo>
                    <a:pt x="415" y="25965"/>
                    <a:pt x="-1667" y="34651"/>
                    <a:pt x="2877" y="39195"/>
                  </a:cubicBezTo>
                  <a:cubicBezTo>
                    <a:pt x="5160" y="41471"/>
                    <a:pt x="8027" y="42748"/>
                    <a:pt x="10868" y="43000"/>
                  </a:cubicBezTo>
                  <a:cubicBezTo>
                    <a:pt x="8816" y="49228"/>
                    <a:pt x="7649" y="55848"/>
                    <a:pt x="7649" y="62706"/>
                  </a:cubicBezTo>
                  <a:lnTo>
                    <a:pt x="14534" y="62706"/>
                  </a:lnTo>
                  <a:cubicBezTo>
                    <a:pt x="14534" y="57759"/>
                    <a:pt x="15271" y="52932"/>
                    <a:pt x="16545" y="48295"/>
                  </a:cubicBezTo>
                  <a:cubicBezTo>
                    <a:pt x="18445" y="49369"/>
                    <a:pt x="20700" y="50013"/>
                    <a:pt x="23141" y="50013"/>
                  </a:cubicBezTo>
                  <a:cubicBezTo>
                    <a:pt x="29724" y="50013"/>
                    <a:pt x="34258" y="42253"/>
                    <a:pt x="34754" y="41364"/>
                  </a:cubicBezTo>
                  <a:cubicBezTo>
                    <a:pt x="35335" y="40321"/>
                    <a:pt x="35335" y="39047"/>
                    <a:pt x="34754" y="38001"/>
                  </a:cubicBezTo>
                  <a:cubicBezTo>
                    <a:pt x="34320" y="37226"/>
                    <a:pt x="30801" y="31201"/>
                    <a:pt x="25527" y="29697"/>
                  </a:cubicBezTo>
                  <a:cubicBezTo>
                    <a:pt x="27641" y="26795"/>
                    <a:pt x="30003" y="24109"/>
                    <a:pt x="32585" y="21675"/>
                  </a:cubicBezTo>
                  <a:cubicBezTo>
                    <a:pt x="34341" y="25531"/>
                    <a:pt x="38692" y="28278"/>
                    <a:pt x="43798" y="28278"/>
                  </a:cubicBezTo>
                  <a:cubicBezTo>
                    <a:pt x="50380" y="28278"/>
                    <a:pt x="54915" y="20518"/>
                    <a:pt x="55410" y="19630"/>
                  </a:cubicBezTo>
                  <a:cubicBezTo>
                    <a:pt x="55992" y="18587"/>
                    <a:pt x="55992" y="17313"/>
                    <a:pt x="55410" y="16266"/>
                  </a:cubicBezTo>
                  <a:cubicBezTo>
                    <a:pt x="55114" y="15736"/>
                    <a:pt x="53348" y="12755"/>
                    <a:pt x="50584" y="10438"/>
                  </a:cubicBezTo>
                  <a:cubicBezTo>
                    <a:pt x="55551" y="8634"/>
                    <a:pt x="60795" y="7622"/>
                    <a:pt x="66176" y="7622"/>
                  </a:cubicBezTo>
                  <a:lnTo>
                    <a:pt x="66176" y="736"/>
                  </a:lnTo>
                  <a:close/>
                  <a:moveTo>
                    <a:pt x="14527" y="34107"/>
                  </a:moveTo>
                  <a:cubicBezTo>
                    <a:pt x="14252" y="34647"/>
                    <a:pt x="14021" y="35212"/>
                    <a:pt x="13760" y="35763"/>
                  </a:cubicBezTo>
                  <a:cubicBezTo>
                    <a:pt x="13563" y="35815"/>
                    <a:pt x="13364" y="35859"/>
                    <a:pt x="13178" y="35945"/>
                  </a:cubicBezTo>
                  <a:cubicBezTo>
                    <a:pt x="11876" y="36534"/>
                    <a:pt x="9597" y="36173"/>
                    <a:pt x="7749" y="34324"/>
                  </a:cubicBezTo>
                  <a:cubicBezTo>
                    <a:pt x="6822" y="33398"/>
                    <a:pt x="6767" y="30681"/>
                    <a:pt x="7094" y="28296"/>
                  </a:cubicBezTo>
                  <a:cubicBezTo>
                    <a:pt x="9212" y="28199"/>
                    <a:pt x="11615" y="28454"/>
                    <a:pt x="12617" y="29456"/>
                  </a:cubicBezTo>
                  <a:cubicBezTo>
                    <a:pt x="13915" y="30754"/>
                    <a:pt x="14644" y="32468"/>
                    <a:pt x="14520" y="33931"/>
                  </a:cubicBezTo>
                  <a:cubicBezTo>
                    <a:pt x="14517" y="33990"/>
                    <a:pt x="14531" y="34048"/>
                    <a:pt x="14527" y="34107"/>
                  </a:cubicBezTo>
                  <a:close/>
                  <a:moveTo>
                    <a:pt x="27624" y="39684"/>
                  </a:moveTo>
                  <a:cubicBezTo>
                    <a:pt x="26284" y="41437"/>
                    <a:pt x="24467" y="43127"/>
                    <a:pt x="23141" y="43127"/>
                  </a:cubicBezTo>
                  <a:cubicBezTo>
                    <a:pt x="21372" y="43127"/>
                    <a:pt x="19753" y="42459"/>
                    <a:pt x="18814" y="41550"/>
                  </a:cubicBezTo>
                  <a:cubicBezTo>
                    <a:pt x="19526" y="39839"/>
                    <a:pt x="20325" y="38173"/>
                    <a:pt x="21193" y="36544"/>
                  </a:cubicBezTo>
                  <a:cubicBezTo>
                    <a:pt x="21812" y="36359"/>
                    <a:pt x="22463" y="36241"/>
                    <a:pt x="23141" y="36241"/>
                  </a:cubicBezTo>
                  <a:cubicBezTo>
                    <a:pt x="24470" y="36241"/>
                    <a:pt x="26284" y="37932"/>
                    <a:pt x="27624" y="39684"/>
                  </a:cubicBezTo>
                  <a:close/>
                  <a:moveTo>
                    <a:pt x="30564" y="14001"/>
                  </a:moveTo>
                  <a:cubicBezTo>
                    <a:pt x="29831" y="13698"/>
                    <a:pt x="29090" y="13278"/>
                    <a:pt x="28405" y="12590"/>
                  </a:cubicBezTo>
                  <a:cubicBezTo>
                    <a:pt x="27476" y="11660"/>
                    <a:pt x="27421" y="9209"/>
                    <a:pt x="27748" y="7067"/>
                  </a:cubicBezTo>
                  <a:cubicBezTo>
                    <a:pt x="29769" y="6768"/>
                    <a:pt x="32299" y="6744"/>
                    <a:pt x="33273" y="7718"/>
                  </a:cubicBezTo>
                  <a:cubicBezTo>
                    <a:pt x="34134" y="8579"/>
                    <a:pt x="34712" y="9622"/>
                    <a:pt x="34991" y="10655"/>
                  </a:cubicBezTo>
                  <a:cubicBezTo>
                    <a:pt x="33466" y="11698"/>
                    <a:pt x="31993" y="12817"/>
                    <a:pt x="30564" y="14001"/>
                  </a:cubicBezTo>
                  <a:close/>
                  <a:moveTo>
                    <a:pt x="43798" y="21393"/>
                  </a:moveTo>
                  <a:cubicBezTo>
                    <a:pt x="41047" y="21393"/>
                    <a:pt x="38634" y="19785"/>
                    <a:pt x="38627" y="18146"/>
                  </a:cubicBezTo>
                  <a:cubicBezTo>
                    <a:pt x="38637" y="18084"/>
                    <a:pt x="38682" y="17802"/>
                    <a:pt x="38689" y="17740"/>
                  </a:cubicBezTo>
                  <a:cubicBezTo>
                    <a:pt x="38730" y="17396"/>
                    <a:pt x="38706" y="17055"/>
                    <a:pt x="38644" y="16721"/>
                  </a:cubicBezTo>
                  <a:cubicBezTo>
                    <a:pt x="39395" y="16194"/>
                    <a:pt x="40159" y="15692"/>
                    <a:pt x="40930" y="15203"/>
                  </a:cubicBezTo>
                  <a:cubicBezTo>
                    <a:pt x="41804" y="14779"/>
                    <a:pt x="42768" y="14507"/>
                    <a:pt x="43798" y="14507"/>
                  </a:cubicBezTo>
                  <a:cubicBezTo>
                    <a:pt x="45127" y="14507"/>
                    <a:pt x="46941" y="16198"/>
                    <a:pt x="48280" y="17950"/>
                  </a:cubicBezTo>
                  <a:cubicBezTo>
                    <a:pt x="46941" y="19702"/>
                    <a:pt x="45123" y="21393"/>
                    <a:pt x="43798" y="21393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E77C669-1CD9-4DAB-A74C-8F015CCE6F21}"/>
                </a:ext>
              </a:extLst>
            </p:cNvPr>
            <p:cNvSpPr/>
            <p:nvPr/>
          </p:nvSpPr>
          <p:spPr>
            <a:xfrm>
              <a:off x="5992646" y="3464455"/>
              <a:ext cx="89512" cy="89512"/>
            </a:xfrm>
            <a:custGeom>
              <a:avLst/>
              <a:gdLst>
                <a:gd name="connsiteX0" fmla="*/ 78454 w 89512"/>
                <a:gd name="connsiteY0" fmla="*/ 18154 h 89512"/>
                <a:gd name="connsiteX1" fmla="*/ 79184 w 89512"/>
                <a:gd name="connsiteY1" fmla="*/ 13771 h 89512"/>
                <a:gd name="connsiteX2" fmla="*/ 65413 w 89512"/>
                <a:gd name="connsiteY2" fmla="*/ 0 h 89512"/>
                <a:gd name="connsiteX3" fmla="*/ 54740 w 89512"/>
                <a:gd name="connsiteY3" fmla="*/ 5123 h 89512"/>
                <a:gd name="connsiteX4" fmla="*/ 45173 w 89512"/>
                <a:gd name="connsiteY4" fmla="*/ 3784 h 89512"/>
                <a:gd name="connsiteX5" fmla="*/ 34428 w 89512"/>
                <a:gd name="connsiteY5" fmla="*/ 0 h 89512"/>
                <a:gd name="connsiteX6" fmla="*/ 17214 w 89512"/>
                <a:gd name="connsiteY6" fmla="*/ 17214 h 89512"/>
                <a:gd name="connsiteX7" fmla="*/ 3443 w 89512"/>
                <a:gd name="connsiteY7" fmla="*/ 30985 h 89512"/>
                <a:gd name="connsiteX8" fmla="*/ 5109 w 89512"/>
                <a:gd name="connsiteY8" fmla="*/ 37537 h 89512"/>
                <a:gd name="connsiteX9" fmla="*/ 0 w 89512"/>
                <a:gd name="connsiteY9" fmla="*/ 48199 h 89512"/>
                <a:gd name="connsiteX10" fmla="*/ 13771 w 89512"/>
                <a:gd name="connsiteY10" fmla="*/ 61970 h 89512"/>
                <a:gd name="connsiteX11" fmla="*/ 25542 w 89512"/>
                <a:gd name="connsiteY11" fmla="*/ 55339 h 89512"/>
                <a:gd name="connsiteX12" fmla="*/ 31116 w 89512"/>
                <a:gd name="connsiteY12" fmla="*/ 66487 h 89512"/>
                <a:gd name="connsiteX13" fmla="*/ 34476 w 89512"/>
                <a:gd name="connsiteY13" fmla="*/ 86634 h 89512"/>
                <a:gd name="connsiteX14" fmla="*/ 37871 w 89512"/>
                <a:gd name="connsiteY14" fmla="*/ 89512 h 89512"/>
                <a:gd name="connsiteX15" fmla="*/ 65413 w 89512"/>
                <a:gd name="connsiteY15" fmla="*/ 89512 h 89512"/>
                <a:gd name="connsiteX16" fmla="*/ 68856 w 89512"/>
                <a:gd name="connsiteY16" fmla="*/ 86069 h 89512"/>
                <a:gd name="connsiteX17" fmla="*/ 68856 w 89512"/>
                <a:gd name="connsiteY17" fmla="*/ 65698 h 89512"/>
                <a:gd name="connsiteX18" fmla="*/ 72250 w 89512"/>
                <a:gd name="connsiteY18" fmla="*/ 45324 h 89512"/>
                <a:gd name="connsiteX19" fmla="*/ 72298 w 89512"/>
                <a:gd name="connsiteY19" fmla="*/ 44756 h 89512"/>
                <a:gd name="connsiteX20" fmla="*/ 89512 w 89512"/>
                <a:gd name="connsiteY20" fmla="*/ 30985 h 89512"/>
                <a:gd name="connsiteX21" fmla="*/ 78454 w 89512"/>
                <a:gd name="connsiteY21" fmla="*/ 18154 h 89512"/>
                <a:gd name="connsiteX22" fmla="*/ 72298 w 89512"/>
                <a:gd name="connsiteY22" fmla="*/ 37871 h 89512"/>
                <a:gd name="connsiteX23" fmla="*/ 69554 w 89512"/>
                <a:gd name="connsiteY23" fmla="*/ 37547 h 89512"/>
                <a:gd name="connsiteX24" fmla="*/ 66683 w 89512"/>
                <a:gd name="connsiteY24" fmla="*/ 38249 h 89512"/>
                <a:gd name="connsiteX25" fmla="*/ 65413 w 89512"/>
                <a:gd name="connsiteY25" fmla="*/ 40917 h 89512"/>
                <a:gd name="connsiteX26" fmla="*/ 65413 w 89512"/>
                <a:gd name="connsiteY26" fmla="*/ 44474 h 89512"/>
                <a:gd name="connsiteX27" fmla="*/ 62018 w 89512"/>
                <a:gd name="connsiteY27" fmla="*/ 64848 h 89512"/>
                <a:gd name="connsiteX28" fmla="*/ 61970 w 89512"/>
                <a:gd name="connsiteY28" fmla="*/ 65413 h 89512"/>
                <a:gd name="connsiteX29" fmla="*/ 61970 w 89512"/>
                <a:gd name="connsiteY29" fmla="*/ 82627 h 89512"/>
                <a:gd name="connsiteX30" fmla="*/ 40787 w 89512"/>
                <a:gd name="connsiteY30" fmla="*/ 82627 h 89512"/>
                <a:gd name="connsiteX31" fmla="*/ 37826 w 89512"/>
                <a:gd name="connsiteY31" fmla="*/ 64845 h 89512"/>
                <a:gd name="connsiteX32" fmla="*/ 37509 w 89512"/>
                <a:gd name="connsiteY32" fmla="*/ 63870 h 89512"/>
                <a:gd name="connsiteX33" fmla="*/ 27181 w 89512"/>
                <a:gd name="connsiteY33" fmla="*/ 43214 h 89512"/>
                <a:gd name="connsiteX34" fmla="*/ 24099 w 89512"/>
                <a:gd name="connsiteY34" fmla="*/ 41313 h 89512"/>
                <a:gd name="connsiteX35" fmla="*/ 23411 w 89512"/>
                <a:gd name="connsiteY35" fmla="*/ 41313 h 89512"/>
                <a:gd name="connsiteX36" fmla="*/ 20588 w 89512"/>
                <a:gd name="connsiteY36" fmla="*/ 42787 h 89512"/>
                <a:gd name="connsiteX37" fmla="*/ 20182 w 89512"/>
                <a:gd name="connsiteY37" fmla="*/ 45947 h 89512"/>
                <a:gd name="connsiteX38" fmla="*/ 20657 w 89512"/>
                <a:gd name="connsiteY38" fmla="*/ 48199 h 89512"/>
                <a:gd name="connsiteX39" fmla="*/ 13771 w 89512"/>
                <a:gd name="connsiteY39" fmla="*/ 55084 h 89512"/>
                <a:gd name="connsiteX40" fmla="*/ 6886 w 89512"/>
                <a:gd name="connsiteY40" fmla="*/ 48199 h 89512"/>
                <a:gd name="connsiteX41" fmla="*/ 11402 w 89512"/>
                <a:gd name="connsiteY41" fmla="*/ 41768 h 89512"/>
                <a:gd name="connsiteX42" fmla="*/ 13589 w 89512"/>
                <a:gd name="connsiteY42" fmla="*/ 39210 h 89512"/>
                <a:gd name="connsiteX43" fmla="*/ 12552 w 89512"/>
                <a:gd name="connsiteY43" fmla="*/ 36011 h 89512"/>
                <a:gd name="connsiteX44" fmla="*/ 10328 w 89512"/>
                <a:gd name="connsiteY44" fmla="*/ 30985 h 89512"/>
                <a:gd name="connsiteX45" fmla="*/ 17214 w 89512"/>
                <a:gd name="connsiteY45" fmla="*/ 24099 h 89512"/>
                <a:gd name="connsiteX46" fmla="*/ 19490 w 89512"/>
                <a:gd name="connsiteY46" fmla="*/ 24554 h 89512"/>
                <a:gd name="connsiteX47" fmla="*/ 22636 w 89512"/>
                <a:gd name="connsiteY47" fmla="*/ 24130 h 89512"/>
                <a:gd name="connsiteX48" fmla="*/ 24099 w 89512"/>
                <a:gd name="connsiteY48" fmla="*/ 21314 h 89512"/>
                <a:gd name="connsiteX49" fmla="*/ 24099 w 89512"/>
                <a:gd name="connsiteY49" fmla="*/ 17214 h 89512"/>
                <a:gd name="connsiteX50" fmla="*/ 34428 w 89512"/>
                <a:gd name="connsiteY50" fmla="*/ 6886 h 89512"/>
                <a:gd name="connsiteX51" fmla="*/ 41837 w 89512"/>
                <a:gd name="connsiteY51" fmla="*/ 10046 h 89512"/>
                <a:gd name="connsiteX52" fmla="*/ 45610 w 89512"/>
                <a:gd name="connsiteY52" fmla="*/ 10841 h 89512"/>
                <a:gd name="connsiteX53" fmla="*/ 53229 w 89512"/>
                <a:gd name="connsiteY53" fmla="*/ 12552 h 89512"/>
                <a:gd name="connsiteX54" fmla="*/ 56431 w 89512"/>
                <a:gd name="connsiteY54" fmla="*/ 13585 h 89512"/>
                <a:gd name="connsiteX55" fmla="*/ 58985 w 89512"/>
                <a:gd name="connsiteY55" fmla="*/ 11399 h 89512"/>
                <a:gd name="connsiteX56" fmla="*/ 65413 w 89512"/>
                <a:gd name="connsiteY56" fmla="*/ 6886 h 89512"/>
                <a:gd name="connsiteX57" fmla="*/ 72298 w 89512"/>
                <a:gd name="connsiteY57" fmla="*/ 13771 h 89512"/>
                <a:gd name="connsiteX58" fmla="*/ 70474 w 89512"/>
                <a:gd name="connsiteY58" fmla="*/ 18388 h 89512"/>
                <a:gd name="connsiteX59" fmla="*/ 69837 w 89512"/>
                <a:gd name="connsiteY59" fmla="*/ 22037 h 89512"/>
                <a:gd name="connsiteX60" fmla="*/ 72880 w 89512"/>
                <a:gd name="connsiteY60" fmla="*/ 24151 h 89512"/>
                <a:gd name="connsiteX61" fmla="*/ 82627 w 89512"/>
                <a:gd name="connsiteY61" fmla="*/ 30985 h 89512"/>
                <a:gd name="connsiteX62" fmla="*/ 72298 w 89512"/>
                <a:gd name="connsiteY62" fmla="*/ 37871 h 8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89512" h="89512">
                  <a:moveTo>
                    <a:pt x="78454" y="18154"/>
                  </a:moveTo>
                  <a:cubicBezTo>
                    <a:pt x="78936" y="16753"/>
                    <a:pt x="79184" y="15276"/>
                    <a:pt x="79184" y="13771"/>
                  </a:cubicBezTo>
                  <a:cubicBezTo>
                    <a:pt x="79184" y="6176"/>
                    <a:pt x="73007" y="0"/>
                    <a:pt x="65413" y="0"/>
                  </a:cubicBezTo>
                  <a:cubicBezTo>
                    <a:pt x="61216" y="0"/>
                    <a:pt x="57308" y="1952"/>
                    <a:pt x="54740" y="5123"/>
                  </a:cubicBezTo>
                  <a:cubicBezTo>
                    <a:pt x="51855" y="3550"/>
                    <a:pt x="48405" y="3047"/>
                    <a:pt x="45173" y="3784"/>
                  </a:cubicBezTo>
                  <a:cubicBezTo>
                    <a:pt x="42129" y="1329"/>
                    <a:pt x="38384" y="0"/>
                    <a:pt x="34428" y="0"/>
                  </a:cubicBezTo>
                  <a:cubicBezTo>
                    <a:pt x="24936" y="0"/>
                    <a:pt x="17214" y="7722"/>
                    <a:pt x="17214" y="17214"/>
                  </a:cubicBezTo>
                  <a:cubicBezTo>
                    <a:pt x="9619" y="17214"/>
                    <a:pt x="3443" y="23390"/>
                    <a:pt x="3443" y="30985"/>
                  </a:cubicBezTo>
                  <a:cubicBezTo>
                    <a:pt x="3443" y="33316"/>
                    <a:pt x="4021" y="35550"/>
                    <a:pt x="5109" y="37537"/>
                  </a:cubicBezTo>
                  <a:cubicBezTo>
                    <a:pt x="1945" y="40105"/>
                    <a:pt x="0" y="44006"/>
                    <a:pt x="0" y="48199"/>
                  </a:cubicBezTo>
                  <a:cubicBezTo>
                    <a:pt x="0" y="55794"/>
                    <a:pt x="6176" y="61970"/>
                    <a:pt x="13771" y="61970"/>
                  </a:cubicBezTo>
                  <a:cubicBezTo>
                    <a:pt x="18749" y="61970"/>
                    <a:pt x="23125" y="59312"/>
                    <a:pt x="25542" y="55339"/>
                  </a:cubicBezTo>
                  <a:lnTo>
                    <a:pt x="31116" y="66487"/>
                  </a:lnTo>
                  <a:lnTo>
                    <a:pt x="34476" y="86634"/>
                  </a:lnTo>
                  <a:cubicBezTo>
                    <a:pt x="34751" y="88293"/>
                    <a:pt x="36187" y="89512"/>
                    <a:pt x="37871" y="89512"/>
                  </a:cubicBezTo>
                  <a:lnTo>
                    <a:pt x="65413" y="89512"/>
                  </a:lnTo>
                  <a:cubicBezTo>
                    <a:pt x="67317" y="89512"/>
                    <a:pt x="68856" y="87970"/>
                    <a:pt x="68856" y="86069"/>
                  </a:cubicBezTo>
                  <a:lnTo>
                    <a:pt x="68856" y="65698"/>
                  </a:lnTo>
                  <a:lnTo>
                    <a:pt x="72250" y="45324"/>
                  </a:lnTo>
                  <a:cubicBezTo>
                    <a:pt x="72281" y="45135"/>
                    <a:pt x="72298" y="44945"/>
                    <a:pt x="72298" y="44756"/>
                  </a:cubicBezTo>
                  <a:cubicBezTo>
                    <a:pt x="81790" y="44756"/>
                    <a:pt x="89512" y="38580"/>
                    <a:pt x="89512" y="30985"/>
                  </a:cubicBezTo>
                  <a:cubicBezTo>
                    <a:pt x="89512" y="25146"/>
                    <a:pt x="84950" y="20133"/>
                    <a:pt x="78454" y="18154"/>
                  </a:cubicBezTo>
                  <a:close/>
                  <a:moveTo>
                    <a:pt x="72298" y="37871"/>
                  </a:moveTo>
                  <a:cubicBezTo>
                    <a:pt x="71486" y="37871"/>
                    <a:pt x="70639" y="37771"/>
                    <a:pt x="69554" y="37547"/>
                  </a:cubicBezTo>
                  <a:cubicBezTo>
                    <a:pt x="68542" y="37337"/>
                    <a:pt x="67485" y="37595"/>
                    <a:pt x="66683" y="38249"/>
                  </a:cubicBezTo>
                  <a:cubicBezTo>
                    <a:pt x="65881" y="38903"/>
                    <a:pt x="65413" y="39881"/>
                    <a:pt x="65413" y="40917"/>
                  </a:cubicBezTo>
                  <a:lnTo>
                    <a:pt x="65413" y="44474"/>
                  </a:lnTo>
                  <a:lnTo>
                    <a:pt x="62018" y="64848"/>
                  </a:lnTo>
                  <a:cubicBezTo>
                    <a:pt x="61987" y="65034"/>
                    <a:pt x="61970" y="65223"/>
                    <a:pt x="61970" y="65413"/>
                  </a:cubicBezTo>
                  <a:lnTo>
                    <a:pt x="61970" y="82627"/>
                  </a:lnTo>
                  <a:lnTo>
                    <a:pt x="40787" y="82627"/>
                  </a:lnTo>
                  <a:lnTo>
                    <a:pt x="37826" y="64845"/>
                  </a:lnTo>
                  <a:cubicBezTo>
                    <a:pt x="37767" y="64507"/>
                    <a:pt x="37664" y="64180"/>
                    <a:pt x="37509" y="63870"/>
                  </a:cubicBezTo>
                  <a:lnTo>
                    <a:pt x="27181" y="43214"/>
                  </a:lnTo>
                  <a:cubicBezTo>
                    <a:pt x="26595" y="42050"/>
                    <a:pt x="25404" y="41313"/>
                    <a:pt x="24099" y="41313"/>
                  </a:cubicBezTo>
                  <a:lnTo>
                    <a:pt x="23411" y="41313"/>
                  </a:lnTo>
                  <a:cubicBezTo>
                    <a:pt x="22285" y="41313"/>
                    <a:pt x="21228" y="41864"/>
                    <a:pt x="20588" y="42787"/>
                  </a:cubicBezTo>
                  <a:cubicBezTo>
                    <a:pt x="19941" y="43713"/>
                    <a:pt x="19793" y="44894"/>
                    <a:pt x="20182" y="45947"/>
                  </a:cubicBezTo>
                  <a:cubicBezTo>
                    <a:pt x="20505" y="46829"/>
                    <a:pt x="20657" y="47545"/>
                    <a:pt x="20657" y="48199"/>
                  </a:cubicBezTo>
                  <a:cubicBezTo>
                    <a:pt x="20657" y="51996"/>
                    <a:pt x="17568" y="55084"/>
                    <a:pt x="13771" y="55084"/>
                  </a:cubicBezTo>
                  <a:cubicBezTo>
                    <a:pt x="9974" y="55084"/>
                    <a:pt x="6886" y="51996"/>
                    <a:pt x="6886" y="48199"/>
                  </a:cubicBezTo>
                  <a:cubicBezTo>
                    <a:pt x="6886" y="45348"/>
                    <a:pt x="8700" y="42763"/>
                    <a:pt x="11402" y="41768"/>
                  </a:cubicBezTo>
                  <a:cubicBezTo>
                    <a:pt x="12525" y="41351"/>
                    <a:pt x="13351" y="40387"/>
                    <a:pt x="13589" y="39210"/>
                  </a:cubicBezTo>
                  <a:cubicBezTo>
                    <a:pt x="13823" y="38036"/>
                    <a:pt x="13430" y="36824"/>
                    <a:pt x="12552" y="36011"/>
                  </a:cubicBezTo>
                  <a:cubicBezTo>
                    <a:pt x="11117" y="34683"/>
                    <a:pt x="10328" y="32896"/>
                    <a:pt x="10328" y="30985"/>
                  </a:cubicBezTo>
                  <a:cubicBezTo>
                    <a:pt x="10328" y="27188"/>
                    <a:pt x="13416" y="24099"/>
                    <a:pt x="17214" y="24099"/>
                  </a:cubicBezTo>
                  <a:cubicBezTo>
                    <a:pt x="17902" y="24099"/>
                    <a:pt x="18629" y="24244"/>
                    <a:pt x="19490" y="24554"/>
                  </a:cubicBezTo>
                  <a:cubicBezTo>
                    <a:pt x="20543" y="24933"/>
                    <a:pt x="21714" y="24774"/>
                    <a:pt x="22636" y="24130"/>
                  </a:cubicBezTo>
                  <a:cubicBezTo>
                    <a:pt x="23555" y="23487"/>
                    <a:pt x="24099" y="22437"/>
                    <a:pt x="24099" y="21314"/>
                  </a:cubicBezTo>
                  <a:lnTo>
                    <a:pt x="24099" y="17214"/>
                  </a:lnTo>
                  <a:cubicBezTo>
                    <a:pt x="24099" y="11520"/>
                    <a:pt x="28733" y="6886"/>
                    <a:pt x="34428" y="6886"/>
                  </a:cubicBezTo>
                  <a:cubicBezTo>
                    <a:pt x="37234" y="6886"/>
                    <a:pt x="39867" y="8008"/>
                    <a:pt x="41837" y="10046"/>
                  </a:cubicBezTo>
                  <a:cubicBezTo>
                    <a:pt x="42811" y="11058"/>
                    <a:pt x="44309" y="11375"/>
                    <a:pt x="45610" y="10841"/>
                  </a:cubicBezTo>
                  <a:cubicBezTo>
                    <a:pt x="48285" y="9747"/>
                    <a:pt x="51287" y="10459"/>
                    <a:pt x="53229" y="12552"/>
                  </a:cubicBezTo>
                  <a:cubicBezTo>
                    <a:pt x="54045" y="13430"/>
                    <a:pt x="55260" y="13823"/>
                    <a:pt x="56431" y="13585"/>
                  </a:cubicBezTo>
                  <a:cubicBezTo>
                    <a:pt x="57605" y="13351"/>
                    <a:pt x="58572" y="12521"/>
                    <a:pt x="58985" y="11399"/>
                  </a:cubicBezTo>
                  <a:cubicBezTo>
                    <a:pt x="59980" y="8700"/>
                    <a:pt x="62562" y="6886"/>
                    <a:pt x="65413" y="6886"/>
                  </a:cubicBezTo>
                  <a:cubicBezTo>
                    <a:pt x="69210" y="6886"/>
                    <a:pt x="72298" y="9974"/>
                    <a:pt x="72298" y="13771"/>
                  </a:cubicBezTo>
                  <a:cubicBezTo>
                    <a:pt x="72298" y="15462"/>
                    <a:pt x="71651" y="17100"/>
                    <a:pt x="70474" y="18388"/>
                  </a:cubicBezTo>
                  <a:cubicBezTo>
                    <a:pt x="69568" y="19379"/>
                    <a:pt x="69324" y="20801"/>
                    <a:pt x="69837" y="22037"/>
                  </a:cubicBezTo>
                  <a:cubicBezTo>
                    <a:pt x="70353" y="23273"/>
                    <a:pt x="71541" y="24099"/>
                    <a:pt x="72880" y="24151"/>
                  </a:cubicBezTo>
                  <a:cubicBezTo>
                    <a:pt x="78251" y="24361"/>
                    <a:pt x="82627" y="27429"/>
                    <a:pt x="82627" y="30985"/>
                  </a:cubicBezTo>
                  <a:cubicBezTo>
                    <a:pt x="82627" y="34717"/>
                    <a:pt x="77896" y="37871"/>
                    <a:pt x="72298" y="37871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999A049-785E-4A05-A7AC-72188BBF53D3}"/>
                </a:ext>
              </a:extLst>
            </p:cNvPr>
            <p:cNvSpPr/>
            <p:nvPr/>
          </p:nvSpPr>
          <p:spPr>
            <a:xfrm>
              <a:off x="6123471" y="3481669"/>
              <a:ext cx="75741" cy="72298"/>
            </a:xfrm>
            <a:custGeom>
              <a:avLst/>
              <a:gdLst>
                <a:gd name="connsiteX0" fmla="*/ 52506 w 75741"/>
                <a:gd name="connsiteY0" fmla="*/ 0 h 72298"/>
                <a:gd name="connsiteX1" fmla="*/ 48898 w 75741"/>
                <a:gd name="connsiteY1" fmla="*/ 0 h 72298"/>
                <a:gd name="connsiteX2" fmla="*/ 25776 w 75741"/>
                <a:gd name="connsiteY2" fmla="*/ 20925 h 72298"/>
                <a:gd name="connsiteX3" fmla="*/ 24289 w 75741"/>
                <a:gd name="connsiteY3" fmla="*/ 35808 h 72298"/>
                <a:gd name="connsiteX4" fmla="*/ 17317 w 75741"/>
                <a:gd name="connsiteY4" fmla="*/ 39991 h 72298"/>
                <a:gd name="connsiteX5" fmla="*/ 16205 w 75741"/>
                <a:gd name="connsiteY5" fmla="*/ 38879 h 72298"/>
                <a:gd name="connsiteX6" fmla="*/ 13771 w 75741"/>
                <a:gd name="connsiteY6" fmla="*/ 37871 h 72298"/>
                <a:gd name="connsiteX7" fmla="*/ 12050 w 75741"/>
                <a:gd name="connsiteY7" fmla="*/ 37871 h 72298"/>
                <a:gd name="connsiteX8" fmla="*/ 0 w 75741"/>
                <a:gd name="connsiteY8" fmla="*/ 49920 h 72298"/>
                <a:gd name="connsiteX9" fmla="*/ 10435 w 75741"/>
                <a:gd name="connsiteY9" fmla="*/ 61863 h 72298"/>
                <a:gd name="connsiteX10" fmla="*/ 22378 w 75741"/>
                <a:gd name="connsiteY10" fmla="*/ 72298 h 72298"/>
                <a:gd name="connsiteX11" fmla="*/ 34428 w 75741"/>
                <a:gd name="connsiteY11" fmla="*/ 60249 h 72298"/>
                <a:gd name="connsiteX12" fmla="*/ 34428 w 75741"/>
                <a:gd name="connsiteY12" fmla="*/ 58527 h 72298"/>
                <a:gd name="connsiteX13" fmla="*/ 33419 w 75741"/>
                <a:gd name="connsiteY13" fmla="*/ 56093 h 72298"/>
                <a:gd name="connsiteX14" fmla="*/ 32307 w 75741"/>
                <a:gd name="connsiteY14" fmla="*/ 54981 h 72298"/>
                <a:gd name="connsiteX15" fmla="*/ 36480 w 75741"/>
                <a:gd name="connsiteY15" fmla="*/ 48027 h 72298"/>
                <a:gd name="connsiteX16" fmla="*/ 54609 w 75741"/>
                <a:gd name="connsiteY16" fmla="*/ 46378 h 72298"/>
                <a:gd name="connsiteX17" fmla="*/ 75741 w 75741"/>
                <a:gd name="connsiteY17" fmla="*/ 23239 h 72298"/>
                <a:gd name="connsiteX18" fmla="*/ 52506 w 75741"/>
                <a:gd name="connsiteY18" fmla="*/ 0 h 72298"/>
                <a:gd name="connsiteX19" fmla="*/ 25539 w 75741"/>
                <a:gd name="connsiteY19" fmla="*/ 57949 h 72298"/>
                <a:gd name="connsiteX20" fmla="*/ 27542 w 75741"/>
                <a:gd name="connsiteY20" fmla="*/ 59952 h 72298"/>
                <a:gd name="connsiteX21" fmla="*/ 27542 w 75741"/>
                <a:gd name="connsiteY21" fmla="*/ 60249 h 72298"/>
                <a:gd name="connsiteX22" fmla="*/ 22378 w 75741"/>
                <a:gd name="connsiteY22" fmla="*/ 65413 h 72298"/>
                <a:gd name="connsiteX23" fmla="*/ 17214 w 75741"/>
                <a:gd name="connsiteY23" fmla="*/ 60249 h 72298"/>
                <a:gd name="connsiteX24" fmla="*/ 17214 w 75741"/>
                <a:gd name="connsiteY24" fmla="*/ 58527 h 72298"/>
                <a:gd name="connsiteX25" fmla="*/ 13771 w 75741"/>
                <a:gd name="connsiteY25" fmla="*/ 55084 h 72298"/>
                <a:gd name="connsiteX26" fmla="*/ 12050 w 75741"/>
                <a:gd name="connsiteY26" fmla="*/ 55084 h 72298"/>
                <a:gd name="connsiteX27" fmla="*/ 6886 w 75741"/>
                <a:gd name="connsiteY27" fmla="*/ 49920 h 72298"/>
                <a:gd name="connsiteX28" fmla="*/ 12050 w 75741"/>
                <a:gd name="connsiteY28" fmla="*/ 44756 h 72298"/>
                <a:gd name="connsiteX29" fmla="*/ 12346 w 75741"/>
                <a:gd name="connsiteY29" fmla="*/ 44756 h 72298"/>
                <a:gd name="connsiteX30" fmla="*/ 14349 w 75741"/>
                <a:gd name="connsiteY30" fmla="*/ 46760 h 72298"/>
                <a:gd name="connsiteX31" fmla="*/ 18557 w 75741"/>
                <a:gd name="connsiteY31" fmla="*/ 47276 h 72298"/>
                <a:gd name="connsiteX32" fmla="*/ 27009 w 75741"/>
                <a:gd name="connsiteY32" fmla="*/ 42205 h 72298"/>
                <a:gd name="connsiteX33" fmla="*/ 28551 w 75741"/>
                <a:gd name="connsiteY33" fmla="*/ 43747 h 72298"/>
                <a:gd name="connsiteX34" fmla="*/ 30093 w 75741"/>
                <a:gd name="connsiteY34" fmla="*/ 45290 h 72298"/>
                <a:gd name="connsiteX35" fmla="*/ 25022 w 75741"/>
                <a:gd name="connsiteY35" fmla="*/ 53742 h 72298"/>
                <a:gd name="connsiteX36" fmla="*/ 25539 w 75741"/>
                <a:gd name="connsiteY36" fmla="*/ 57949 h 72298"/>
                <a:gd name="connsiteX37" fmla="*/ 53986 w 75741"/>
                <a:gd name="connsiteY37" fmla="*/ 39520 h 72298"/>
                <a:gd name="connsiteX38" fmla="*/ 35722 w 75741"/>
                <a:gd name="connsiteY38" fmla="*/ 41179 h 72298"/>
                <a:gd name="connsiteX39" fmla="*/ 31130 w 75741"/>
                <a:gd name="connsiteY39" fmla="*/ 36586 h 72298"/>
                <a:gd name="connsiteX40" fmla="*/ 32631 w 75741"/>
                <a:gd name="connsiteY40" fmla="*/ 21607 h 72298"/>
                <a:gd name="connsiteX41" fmla="*/ 48898 w 75741"/>
                <a:gd name="connsiteY41" fmla="*/ 6886 h 72298"/>
                <a:gd name="connsiteX42" fmla="*/ 52506 w 75741"/>
                <a:gd name="connsiteY42" fmla="*/ 6886 h 72298"/>
                <a:gd name="connsiteX43" fmla="*/ 68856 w 75741"/>
                <a:gd name="connsiteY43" fmla="*/ 23239 h 72298"/>
                <a:gd name="connsiteX44" fmla="*/ 53986 w 75741"/>
                <a:gd name="connsiteY44" fmla="*/ 39520 h 72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5741" h="72298">
                  <a:moveTo>
                    <a:pt x="52506" y="0"/>
                  </a:moveTo>
                  <a:lnTo>
                    <a:pt x="48898" y="0"/>
                  </a:lnTo>
                  <a:cubicBezTo>
                    <a:pt x="36910" y="0"/>
                    <a:pt x="26971" y="8996"/>
                    <a:pt x="25776" y="20925"/>
                  </a:cubicBezTo>
                  <a:lnTo>
                    <a:pt x="24289" y="35808"/>
                  </a:lnTo>
                  <a:lnTo>
                    <a:pt x="17317" y="39991"/>
                  </a:lnTo>
                  <a:lnTo>
                    <a:pt x="16205" y="38879"/>
                  </a:lnTo>
                  <a:cubicBezTo>
                    <a:pt x="15561" y="38232"/>
                    <a:pt x="14687" y="37871"/>
                    <a:pt x="13771" y="37871"/>
                  </a:cubicBezTo>
                  <a:lnTo>
                    <a:pt x="12050" y="37871"/>
                  </a:lnTo>
                  <a:cubicBezTo>
                    <a:pt x="5405" y="37871"/>
                    <a:pt x="0" y="43276"/>
                    <a:pt x="0" y="49920"/>
                  </a:cubicBezTo>
                  <a:cubicBezTo>
                    <a:pt x="0" y="56017"/>
                    <a:pt x="4551" y="61071"/>
                    <a:pt x="10435" y="61863"/>
                  </a:cubicBezTo>
                  <a:cubicBezTo>
                    <a:pt x="11227" y="67747"/>
                    <a:pt x="16281" y="72298"/>
                    <a:pt x="22378" y="72298"/>
                  </a:cubicBezTo>
                  <a:cubicBezTo>
                    <a:pt x="29023" y="72298"/>
                    <a:pt x="34428" y="66893"/>
                    <a:pt x="34428" y="60249"/>
                  </a:cubicBezTo>
                  <a:lnTo>
                    <a:pt x="34428" y="58527"/>
                  </a:lnTo>
                  <a:cubicBezTo>
                    <a:pt x="34428" y="57615"/>
                    <a:pt x="34066" y="56737"/>
                    <a:pt x="33419" y="56093"/>
                  </a:cubicBezTo>
                  <a:lnTo>
                    <a:pt x="32307" y="54981"/>
                  </a:lnTo>
                  <a:lnTo>
                    <a:pt x="36480" y="48027"/>
                  </a:lnTo>
                  <a:lnTo>
                    <a:pt x="54609" y="46378"/>
                  </a:lnTo>
                  <a:cubicBezTo>
                    <a:pt x="66656" y="45283"/>
                    <a:pt x="75741" y="35333"/>
                    <a:pt x="75741" y="23239"/>
                  </a:cubicBezTo>
                  <a:cubicBezTo>
                    <a:pt x="75741" y="10425"/>
                    <a:pt x="65320" y="0"/>
                    <a:pt x="52506" y="0"/>
                  </a:cubicBezTo>
                  <a:close/>
                  <a:moveTo>
                    <a:pt x="25539" y="57949"/>
                  </a:moveTo>
                  <a:lnTo>
                    <a:pt x="27542" y="59952"/>
                  </a:lnTo>
                  <a:lnTo>
                    <a:pt x="27542" y="60249"/>
                  </a:lnTo>
                  <a:cubicBezTo>
                    <a:pt x="27542" y="63096"/>
                    <a:pt x="25225" y="65413"/>
                    <a:pt x="22378" y="65413"/>
                  </a:cubicBezTo>
                  <a:cubicBezTo>
                    <a:pt x="19531" y="65413"/>
                    <a:pt x="17214" y="63096"/>
                    <a:pt x="17214" y="60249"/>
                  </a:cubicBezTo>
                  <a:lnTo>
                    <a:pt x="17214" y="58527"/>
                  </a:lnTo>
                  <a:cubicBezTo>
                    <a:pt x="17214" y="56627"/>
                    <a:pt x="15675" y="55084"/>
                    <a:pt x="13771" y="55084"/>
                  </a:cubicBezTo>
                  <a:lnTo>
                    <a:pt x="12050" y="55084"/>
                  </a:lnTo>
                  <a:cubicBezTo>
                    <a:pt x="9203" y="55084"/>
                    <a:pt x="6886" y="52767"/>
                    <a:pt x="6886" y="49920"/>
                  </a:cubicBezTo>
                  <a:cubicBezTo>
                    <a:pt x="6886" y="47073"/>
                    <a:pt x="9203" y="44756"/>
                    <a:pt x="12050" y="44756"/>
                  </a:cubicBezTo>
                  <a:lnTo>
                    <a:pt x="12346" y="44756"/>
                  </a:lnTo>
                  <a:lnTo>
                    <a:pt x="14349" y="46760"/>
                  </a:lnTo>
                  <a:cubicBezTo>
                    <a:pt x="15465" y="47879"/>
                    <a:pt x="17197" y="48089"/>
                    <a:pt x="18557" y="47276"/>
                  </a:cubicBezTo>
                  <a:lnTo>
                    <a:pt x="27009" y="42205"/>
                  </a:lnTo>
                  <a:lnTo>
                    <a:pt x="28551" y="43747"/>
                  </a:lnTo>
                  <a:lnTo>
                    <a:pt x="30093" y="45290"/>
                  </a:lnTo>
                  <a:lnTo>
                    <a:pt x="25022" y="53742"/>
                  </a:lnTo>
                  <a:cubicBezTo>
                    <a:pt x="24210" y="55098"/>
                    <a:pt x="24423" y="56830"/>
                    <a:pt x="25539" y="57949"/>
                  </a:cubicBezTo>
                  <a:close/>
                  <a:moveTo>
                    <a:pt x="53986" y="39520"/>
                  </a:moveTo>
                  <a:lnTo>
                    <a:pt x="35722" y="41179"/>
                  </a:lnTo>
                  <a:lnTo>
                    <a:pt x="31130" y="36586"/>
                  </a:lnTo>
                  <a:lnTo>
                    <a:pt x="32631" y="21607"/>
                  </a:lnTo>
                  <a:cubicBezTo>
                    <a:pt x="33471" y="13213"/>
                    <a:pt x="40463" y="6886"/>
                    <a:pt x="48898" y="6886"/>
                  </a:cubicBezTo>
                  <a:lnTo>
                    <a:pt x="52506" y="6886"/>
                  </a:lnTo>
                  <a:cubicBezTo>
                    <a:pt x="61519" y="6886"/>
                    <a:pt x="68856" y="14222"/>
                    <a:pt x="68856" y="23239"/>
                  </a:cubicBezTo>
                  <a:cubicBezTo>
                    <a:pt x="68856" y="31749"/>
                    <a:pt x="62466" y="38748"/>
                    <a:pt x="53986" y="39520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7994843-D739-4BEF-B48A-E2A207268C67}"/>
                </a:ext>
              </a:extLst>
            </p:cNvPr>
            <p:cNvSpPr/>
            <p:nvPr/>
          </p:nvSpPr>
          <p:spPr>
            <a:xfrm>
              <a:off x="6011009" y="3370409"/>
              <a:ext cx="26740" cy="14855"/>
            </a:xfrm>
            <a:custGeom>
              <a:avLst/>
              <a:gdLst>
                <a:gd name="connsiteX0" fmla="*/ 21455 w 26740"/>
                <a:gd name="connsiteY0" fmla="*/ 4830 h 14855"/>
                <a:gd name="connsiteX1" fmla="*/ 11712 w 26740"/>
                <a:gd name="connsiteY1" fmla="*/ 7330 h 14855"/>
                <a:gd name="connsiteX2" fmla="*/ 6879 w 26740"/>
                <a:gd name="connsiteY2" fmla="*/ 0 h 14855"/>
                <a:gd name="connsiteX3" fmla="*/ 0 w 26740"/>
                <a:gd name="connsiteY3" fmla="*/ 306 h 14855"/>
                <a:gd name="connsiteX4" fmla="*/ 8944 w 26740"/>
                <a:gd name="connsiteY4" fmla="*/ 13633 h 14855"/>
                <a:gd name="connsiteX5" fmla="*/ 14821 w 26740"/>
                <a:gd name="connsiteY5" fmla="*/ 14856 h 14855"/>
                <a:gd name="connsiteX6" fmla="*/ 26740 w 26740"/>
                <a:gd name="connsiteY6" fmla="*/ 9244 h 14855"/>
                <a:gd name="connsiteX7" fmla="*/ 21455 w 26740"/>
                <a:gd name="connsiteY7" fmla="*/ 4830 h 14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740" h="14855">
                  <a:moveTo>
                    <a:pt x="21455" y="4830"/>
                  </a:moveTo>
                  <a:cubicBezTo>
                    <a:pt x="19021" y="7746"/>
                    <a:pt x="15014" y="8776"/>
                    <a:pt x="11712" y="7330"/>
                  </a:cubicBezTo>
                  <a:cubicBezTo>
                    <a:pt x="8920" y="6104"/>
                    <a:pt x="7023" y="3226"/>
                    <a:pt x="6879" y="0"/>
                  </a:cubicBezTo>
                  <a:lnTo>
                    <a:pt x="0" y="306"/>
                  </a:lnTo>
                  <a:cubicBezTo>
                    <a:pt x="258" y="6132"/>
                    <a:pt x="3770" y="11361"/>
                    <a:pt x="8944" y="13633"/>
                  </a:cubicBezTo>
                  <a:cubicBezTo>
                    <a:pt x="10828" y="14460"/>
                    <a:pt x="12828" y="14856"/>
                    <a:pt x="14821" y="14856"/>
                  </a:cubicBezTo>
                  <a:cubicBezTo>
                    <a:pt x="19276" y="14856"/>
                    <a:pt x="23707" y="12873"/>
                    <a:pt x="26740" y="9244"/>
                  </a:cubicBezTo>
                  <a:lnTo>
                    <a:pt x="21455" y="4830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3724A51-071B-4074-BB79-253ED2E7692C}"/>
                </a:ext>
              </a:extLst>
            </p:cNvPr>
            <p:cNvSpPr/>
            <p:nvPr/>
          </p:nvSpPr>
          <p:spPr>
            <a:xfrm>
              <a:off x="6161342" y="3495444"/>
              <a:ext cx="19110" cy="12028"/>
            </a:xfrm>
            <a:custGeom>
              <a:avLst/>
              <a:gdLst>
                <a:gd name="connsiteX0" fmla="*/ 4841 w 19110"/>
                <a:gd name="connsiteY0" fmla="*/ 2282 h 12028"/>
                <a:gd name="connsiteX1" fmla="*/ 0 w 19110"/>
                <a:gd name="connsiteY1" fmla="*/ 11850 h 12028"/>
                <a:gd name="connsiteX2" fmla="*/ 6886 w 19110"/>
                <a:gd name="connsiteY2" fmla="*/ 12029 h 12028"/>
                <a:gd name="connsiteX3" fmla="*/ 8931 w 19110"/>
                <a:gd name="connsiteY3" fmla="*/ 7825 h 12028"/>
                <a:gd name="connsiteX4" fmla="*/ 15317 w 19110"/>
                <a:gd name="connsiteY4" fmla="*/ 7929 h 12028"/>
                <a:gd name="connsiteX5" fmla="*/ 19111 w 19110"/>
                <a:gd name="connsiteY5" fmla="*/ 2183 h 12028"/>
                <a:gd name="connsiteX6" fmla="*/ 4841 w 19110"/>
                <a:gd name="connsiteY6" fmla="*/ 2282 h 12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10" h="12028">
                  <a:moveTo>
                    <a:pt x="4841" y="2282"/>
                  </a:moveTo>
                  <a:cubicBezTo>
                    <a:pt x="1387" y="4830"/>
                    <a:pt x="76" y="8893"/>
                    <a:pt x="0" y="11850"/>
                  </a:cubicBezTo>
                  <a:lnTo>
                    <a:pt x="6886" y="12029"/>
                  </a:lnTo>
                  <a:cubicBezTo>
                    <a:pt x="6892" y="11747"/>
                    <a:pt x="7009" y="9240"/>
                    <a:pt x="8931" y="7825"/>
                  </a:cubicBezTo>
                  <a:cubicBezTo>
                    <a:pt x="10697" y="6524"/>
                    <a:pt x="13258" y="6572"/>
                    <a:pt x="15317" y="7929"/>
                  </a:cubicBezTo>
                  <a:lnTo>
                    <a:pt x="19111" y="2183"/>
                  </a:lnTo>
                  <a:cubicBezTo>
                    <a:pt x="14652" y="-764"/>
                    <a:pt x="8913" y="-723"/>
                    <a:pt x="4841" y="2282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918B85A-0232-411A-8535-F41E36E4FA8E}"/>
                </a:ext>
              </a:extLst>
            </p:cNvPr>
            <p:cNvSpPr/>
            <p:nvPr/>
          </p:nvSpPr>
          <p:spPr>
            <a:xfrm>
              <a:off x="6023631" y="3491997"/>
              <a:ext cx="30984" cy="34427"/>
            </a:xfrm>
            <a:custGeom>
              <a:avLst/>
              <a:gdLst>
                <a:gd name="connsiteX0" fmla="*/ 15778 w 30984"/>
                <a:gd name="connsiteY0" fmla="*/ 10077 h 34427"/>
                <a:gd name="connsiteX1" fmla="*/ 0 w 30984"/>
                <a:gd name="connsiteY1" fmla="*/ 3443 h 34427"/>
                <a:gd name="connsiteX2" fmla="*/ 0 w 30984"/>
                <a:gd name="connsiteY2" fmla="*/ 10328 h 34427"/>
                <a:gd name="connsiteX3" fmla="*/ 13771 w 30984"/>
                <a:gd name="connsiteY3" fmla="*/ 20657 h 34427"/>
                <a:gd name="connsiteX4" fmla="*/ 13771 w 30984"/>
                <a:gd name="connsiteY4" fmla="*/ 34428 h 34427"/>
                <a:gd name="connsiteX5" fmla="*/ 20657 w 30984"/>
                <a:gd name="connsiteY5" fmla="*/ 34428 h 34427"/>
                <a:gd name="connsiteX6" fmla="*/ 20657 w 30984"/>
                <a:gd name="connsiteY6" fmla="*/ 20657 h 34427"/>
                <a:gd name="connsiteX7" fmla="*/ 30985 w 30984"/>
                <a:gd name="connsiteY7" fmla="*/ 6886 h 34427"/>
                <a:gd name="connsiteX8" fmla="*/ 30985 w 30984"/>
                <a:gd name="connsiteY8" fmla="*/ 0 h 34427"/>
                <a:gd name="connsiteX9" fmla="*/ 15778 w 30984"/>
                <a:gd name="connsiteY9" fmla="*/ 10077 h 34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984" h="34427">
                  <a:moveTo>
                    <a:pt x="15778" y="10077"/>
                  </a:moveTo>
                  <a:cubicBezTo>
                    <a:pt x="11664" y="6015"/>
                    <a:pt x="5574" y="3443"/>
                    <a:pt x="0" y="3443"/>
                  </a:cubicBezTo>
                  <a:lnTo>
                    <a:pt x="0" y="10328"/>
                  </a:lnTo>
                  <a:cubicBezTo>
                    <a:pt x="6011" y="10328"/>
                    <a:pt x="13771" y="15338"/>
                    <a:pt x="13771" y="20657"/>
                  </a:cubicBezTo>
                  <a:lnTo>
                    <a:pt x="13771" y="34428"/>
                  </a:lnTo>
                  <a:lnTo>
                    <a:pt x="20657" y="34428"/>
                  </a:lnTo>
                  <a:lnTo>
                    <a:pt x="20657" y="20657"/>
                  </a:lnTo>
                  <a:cubicBezTo>
                    <a:pt x="20657" y="16515"/>
                    <a:pt x="21662" y="6886"/>
                    <a:pt x="30985" y="6886"/>
                  </a:cubicBezTo>
                  <a:lnTo>
                    <a:pt x="30985" y="0"/>
                  </a:lnTo>
                  <a:cubicBezTo>
                    <a:pt x="23765" y="0"/>
                    <a:pt x="18470" y="3725"/>
                    <a:pt x="15778" y="10077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140" name="Graphic 138">
            <a:extLst>
              <a:ext uri="{FF2B5EF4-FFF2-40B4-BE49-F238E27FC236}">
                <a16:creationId xmlns:a16="http://schemas.microsoft.com/office/drawing/2014/main" id="{5739A1DA-400E-46D1-8B81-69298FB09656}"/>
              </a:ext>
            </a:extLst>
          </p:cNvPr>
          <p:cNvSpPr/>
          <p:nvPr/>
        </p:nvSpPr>
        <p:spPr>
          <a:xfrm>
            <a:off x="6271357" y="3775131"/>
            <a:ext cx="177818" cy="167136"/>
          </a:xfrm>
          <a:custGeom>
            <a:avLst/>
            <a:gdLst>
              <a:gd name="connsiteX0" fmla="*/ 187898 w 204544"/>
              <a:gd name="connsiteY0" fmla="*/ 151383 h 192256"/>
              <a:gd name="connsiteX1" fmla="*/ 185672 w 204544"/>
              <a:gd name="connsiteY1" fmla="*/ 150871 h 192256"/>
              <a:gd name="connsiteX2" fmla="*/ 191521 w 204544"/>
              <a:gd name="connsiteY2" fmla="*/ 73377 h 192256"/>
              <a:gd name="connsiteX3" fmla="*/ 179035 w 204544"/>
              <a:gd name="connsiteY3" fmla="*/ 40025 h 192256"/>
              <a:gd name="connsiteX4" fmla="*/ 151438 w 204544"/>
              <a:gd name="connsiteY4" fmla="*/ 5829 h 192256"/>
              <a:gd name="connsiteX5" fmla="*/ 123841 w 204544"/>
              <a:gd name="connsiteY5" fmla="*/ 40025 h 192256"/>
              <a:gd name="connsiteX6" fmla="*/ 122374 w 204544"/>
              <a:gd name="connsiteY6" fmla="*/ 52549 h 192256"/>
              <a:gd name="connsiteX7" fmla="*/ 70628 w 204544"/>
              <a:gd name="connsiteY7" fmla="*/ 44755 h 192256"/>
              <a:gd name="connsiteX8" fmla="*/ 70628 w 204544"/>
              <a:gd name="connsiteY8" fmla="*/ 6296 h 192256"/>
              <a:gd name="connsiteX9" fmla="*/ 67616 w 204544"/>
              <a:gd name="connsiteY9" fmla="*/ 3277 h 192256"/>
              <a:gd name="connsiteX10" fmla="*/ 64602 w 204544"/>
              <a:gd name="connsiteY10" fmla="*/ 6296 h 192256"/>
              <a:gd name="connsiteX11" fmla="*/ 64602 w 204544"/>
              <a:gd name="connsiteY11" fmla="*/ 18151 h 192256"/>
              <a:gd name="connsiteX12" fmla="*/ 20886 w 204544"/>
              <a:gd name="connsiteY12" fmla="*/ 1232 h 192256"/>
              <a:gd name="connsiteX13" fmla="*/ 18692 w 204544"/>
              <a:gd name="connsiteY13" fmla="*/ 5338 h 192256"/>
              <a:gd name="connsiteX14" fmla="*/ 30762 w 204544"/>
              <a:gd name="connsiteY14" fmla="*/ 24134 h 192256"/>
              <a:gd name="connsiteX15" fmla="*/ 64602 w 204544"/>
              <a:gd name="connsiteY15" fmla="*/ 35719 h 192256"/>
              <a:gd name="connsiteX16" fmla="*/ 64602 w 204544"/>
              <a:gd name="connsiteY16" fmla="*/ 44755 h 192256"/>
              <a:gd name="connsiteX17" fmla="*/ 5097 w 204544"/>
              <a:gd name="connsiteY17" fmla="*/ 64952 h 192256"/>
              <a:gd name="connsiteX18" fmla="*/ 6663 w 204544"/>
              <a:gd name="connsiteY18" fmla="*/ 68921 h 192256"/>
              <a:gd name="connsiteX19" fmla="*/ 10626 w 204544"/>
              <a:gd name="connsiteY19" fmla="*/ 67354 h 192256"/>
              <a:gd name="connsiteX20" fmla="*/ 62536 w 204544"/>
              <a:gd name="connsiteY20" fmla="*/ 50722 h 192256"/>
              <a:gd name="connsiteX21" fmla="*/ 72694 w 204544"/>
              <a:gd name="connsiteY21" fmla="*/ 50722 h 192256"/>
              <a:gd name="connsiteX22" fmla="*/ 126140 w 204544"/>
              <a:gd name="connsiteY22" fmla="*/ 71327 h 192256"/>
              <a:gd name="connsiteX23" fmla="*/ 121343 w 204544"/>
              <a:gd name="connsiteY23" fmla="*/ 118112 h 192256"/>
              <a:gd name="connsiteX24" fmla="*/ 112491 w 204544"/>
              <a:gd name="connsiteY24" fmla="*/ 134122 h 192256"/>
              <a:gd name="connsiteX25" fmla="*/ 84815 w 204544"/>
              <a:gd name="connsiteY25" fmla="*/ 128759 h 192256"/>
              <a:gd name="connsiteX26" fmla="*/ 81865 w 204544"/>
              <a:gd name="connsiteY26" fmla="*/ 131834 h 192256"/>
              <a:gd name="connsiteX27" fmla="*/ 84940 w 204544"/>
              <a:gd name="connsiteY27" fmla="*/ 134793 h 192256"/>
              <a:gd name="connsiteX28" fmla="*/ 88582 w 204544"/>
              <a:gd name="connsiteY28" fmla="*/ 134986 h 192256"/>
              <a:gd name="connsiteX29" fmla="*/ 86775 w 204544"/>
              <a:gd name="connsiteY29" fmla="*/ 151248 h 192256"/>
              <a:gd name="connsiteX30" fmla="*/ 89436 w 204544"/>
              <a:gd name="connsiteY30" fmla="*/ 154582 h 192256"/>
              <a:gd name="connsiteX31" fmla="*/ 92764 w 204544"/>
              <a:gd name="connsiteY31" fmla="*/ 151916 h 192256"/>
              <a:gd name="connsiteX32" fmla="*/ 94512 w 204544"/>
              <a:gd name="connsiteY32" fmla="*/ 136195 h 192256"/>
              <a:gd name="connsiteX33" fmla="*/ 123716 w 204544"/>
              <a:gd name="connsiteY33" fmla="*/ 142883 h 192256"/>
              <a:gd name="connsiteX34" fmla="*/ 122855 w 204544"/>
              <a:gd name="connsiteY34" fmla="*/ 150637 h 192256"/>
              <a:gd name="connsiteX35" fmla="*/ 125516 w 204544"/>
              <a:gd name="connsiteY35" fmla="*/ 153972 h 192256"/>
              <a:gd name="connsiteX36" fmla="*/ 128844 w 204544"/>
              <a:gd name="connsiteY36" fmla="*/ 151304 h 192256"/>
              <a:gd name="connsiteX37" fmla="*/ 129629 w 204544"/>
              <a:gd name="connsiteY37" fmla="*/ 144235 h 192256"/>
              <a:gd name="connsiteX38" fmla="*/ 174795 w 204544"/>
              <a:gd name="connsiteY38" fmla="*/ 154574 h 192256"/>
              <a:gd name="connsiteX39" fmla="*/ 172468 w 204544"/>
              <a:gd name="connsiteY39" fmla="*/ 175506 h 192256"/>
              <a:gd name="connsiteX40" fmla="*/ 175129 w 204544"/>
              <a:gd name="connsiteY40" fmla="*/ 178841 h 192256"/>
              <a:gd name="connsiteX41" fmla="*/ 178458 w 204544"/>
              <a:gd name="connsiteY41" fmla="*/ 176175 h 192256"/>
              <a:gd name="connsiteX42" fmla="*/ 180710 w 204544"/>
              <a:gd name="connsiteY42" fmla="*/ 155928 h 192256"/>
              <a:gd name="connsiteX43" fmla="*/ 186557 w 204544"/>
              <a:gd name="connsiteY43" fmla="*/ 157268 h 192256"/>
              <a:gd name="connsiteX44" fmla="*/ 197767 w 204544"/>
              <a:gd name="connsiteY44" fmla="*/ 173079 h 192256"/>
              <a:gd name="connsiteX45" fmla="*/ 183352 w 204544"/>
              <a:gd name="connsiteY45" fmla="*/ 186029 h 192256"/>
              <a:gd name="connsiteX46" fmla="*/ 152509 w 204544"/>
              <a:gd name="connsiteY46" fmla="*/ 186089 h 192256"/>
              <a:gd name="connsiteX47" fmla="*/ 153604 w 204544"/>
              <a:gd name="connsiteY47" fmla="*/ 176244 h 192256"/>
              <a:gd name="connsiteX48" fmla="*/ 150944 w 204544"/>
              <a:gd name="connsiteY48" fmla="*/ 172909 h 192256"/>
              <a:gd name="connsiteX49" fmla="*/ 147615 w 204544"/>
              <a:gd name="connsiteY49" fmla="*/ 175575 h 192256"/>
              <a:gd name="connsiteX50" fmla="*/ 146444 w 204544"/>
              <a:gd name="connsiteY50" fmla="*/ 186101 h 192256"/>
              <a:gd name="connsiteX51" fmla="*/ 116884 w 204544"/>
              <a:gd name="connsiteY51" fmla="*/ 186157 h 192256"/>
              <a:gd name="connsiteX52" fmla="*/ 117913 w 204544"/>
              <a:gd name="connsiteY52" fmla="*/ 176902 h 192256"/>
              <a:gd name="connsiteX53" fmla="*/ 115252 w 204544"/>
              <a:gd name="connsiteY53" fmla="*/ 173569 h 192256"/>
              <a:gd name="connsiteX54" fmla="*/ 111923 w 204544"/>
              <a:gd name="connsiteY54" fmla="*/ 176235 h 192256"/>
              <a:gd name="connsiteX55" fmla="*/ 110820 w 204544"/>
              <a:gd name="connsiteY55" fmla="*/ 186170 h 192256"/>
              <a:gd name="connsiteX56" fmla="*/ 96667 w 204544"/>
              <a:gd name="connsiteY56" fmla="*/ 186196 h 192256"/>
              <a:gd name="connsiteX57" fmla="*/ 98459 w 204544"/>
              <a:gd name="connsiteY57" fmla="*/ 170086 h 192256"/>
              <a:gd name="connsiteX58" fmla="*/ 95798 w 204544"/>
              <a:gd name="connsiteY58" fmla="*/ 166753 h 192256"/>
              <a:gd name="connsiteX59" fmla="*/ 92469 w 204544"/>
              <a:gd name="connsiteY59" fmla="*/ 169419 h 192256"/>
              <a:gd name="connsiteX60" fmla="*/ 90601 w 204544"/>
              <a:gd name="connsiteY60" fmla="*/ 186209 h 192256"/>
              <a:gd name="connsiteX61" fmla="*/ 90533 w 204544"/>
              <a:gd name="connsiteY61" fmla="*/ 186209 h 192256"/>
              <a:gd name="connsiteX62" fmla="*/ 90526 w 204544"/>
              <a:gd name="connsiteY62" fmla="*/ 186209 h 192256"/>
              <a:gd name="connsiteX63" fmla="*/ 90512 w 204544"/>
              <a:gd name="connsiteY63" fmla="*/ 186209 h 192256"/>
              <a:gd name="connsiteX64" fmla="*/ 90509 w 204544"/>
              <a:gd name="connsiteY64" fmla="*/ 186209 h 192256"/>
              <a:gd name="connsiteX65" fmla="*/ 90494 w 204544"/>
              <a:gd name="connsiteY65" fmla="*/ 186209 h 192256"/>
              <a:gd name="connsiteX66" fmla="*/ 85503 w 204544"/>
              <a:gd name="connsiteY66" fmla="*/ 186218 h 192256"/>
              <a:gd name="connsiteX67" fmla="*/ 60654 w 204544"/>
              <a:gd name="connsiteY67" fmla="*/ 166964 h 192256"/>
              <a:gd name="connsiteX68" fmla="*/ 74531 w 204544"/>
              <a:gd name="connsiteY68" fmla="*/ 137265 h 192256"/>
              <a:gd name="connsiteX69" fmla="*/ 75960 w 204544"/>
              <a:gd name="connsiteY69" fmla="*/ 133243 h 192256"/>
              <a:gd name="connsiteX70" fmla="*/ 71946 w 204544"/>
              <a:gd name="connsiteY70" fmla="*/ 131811 h 192256"/>
              <a:gd name="connsiteX71" fmla="*/ 58179 w 204544"/>
              <a:gd name="connsiteY71" fmla="*/ 144393 h 192256"/>
              <a:gd name="connsiteX72" fmla="*/ 41384 w 204544"/>
              <a:gd name="connsiteY72" fmla="*/ 129492 h 192256"/>
              <a:gd name="connsiteX73" fmla="*/ 22662 w 204544"/>
              <a:gd name="connsiteY73" fmla="*/ 134109 h 192256"/>
              <a:gd name="connsiteX74" fmla="*/ 13221 w 204544"/>
              <a:gd name="connsiteY74" fmla="*/ 116911 h 192256"/>
              <a:gd name="connsiteX75" fmla="*/ 7196 w 204544"/>
              <a:gd name="connsiteY75" fmla="*/ 78258 h 192256"/>
              <a:gd name="connsiteX76" fmla="*/ 4853 w 204544"/>
              <a:gd name="connsiteY76" fmla="*/ 74689 h 192256"/>
              <a:gd name="connsiteX77" fmla="*/ 1293 w 204544"/>
              <a:gd name="connsiteY77" fmla="*/ 77036 h 192256"/>
              <a:gd name="connsiteX78" fmla="*/ 7938 w 204544"/>
              <a:gd name="connsiteY78" fmla="*/ 119822 h 192256"/>
              <a:gd name="connsiteX79" fmla="*/ 20811 w 204544"/>
              <a:gd name="connsiteY79" fmla="*/ 143266 h 192256"/>
              <a:gd name="connsiteX80" fmla="*/ 11378 w 204544"/>
              <a:gd name="connsiteY80" fmla="*/ 142212 h 192256"/>
              <a:gd name="connsiteX81" fmla="*/ 401 w 204544"/>
              <a:gd name="connsiteY81" fmla="*/ 151007 h 192256"/>
              <a:gd name="connsiteX82" fmla="*/ 9176 w 204544"/>
              <a:gd name="connsiteY82" fmla="*/ 162006 h 192256"/>
              <a:gd name="connsiteX83" fmla="*/ 24796 w 204544"/>
              <a:gd name="connsiteY83" fmla="*/ 163748 h 192256"/>
              <a:gd name="connsiteX84" fmla="*/ 18196 w 204544"/>
              <a:gd name="connsiteY84" fmla="*/ 175337 h 192256"/>
              <a:gd name="connsiteX85" fmla="*/ 35655 w 204544"/>
              <a:gd name="connsiteY85" fmla="*/ 181033 h 192256"/>
              <a:gd name="connsiteX86" fmla="*/ 55314 w 204544"/>
              <a:gd name="connsiteY86" fmla="*/ 170188 h 192256"/>
              <a:gd name="connsiteX87" fmla="*/ 85503 w 204544"/>
              <a:gd name="connsiteY87" fmla="*/ 192257 h 192256"/>
              <a:gd name="connsiteX88" fmla="*/ 183360 w 204544"/>
              <a:gd name="connsiteY88" fmla="*/ 192068 h 192256"/>
              <a:gd name="connsiteX89" fmla="*/ 203886 w 204544"/>
              <a:gd name="connsiteY89" fmla="*/ 171448 h 192256"/>
              <a:gd name="connsiteX90" fmla="*/ 187898 w 204544"/>
              <a:gd name="connsiteY90" fmla="*/ 151383 h 192256"/>
              <a:gd name="connsiteX91" fmla="*/ 25916 w 204544"/>
              <a:gd name="connsiteY91" fmla="*/ 6498 h 192256"/>
              <a:gd name="connsiteX92" fmla="*/ 62806 w 204544"/>
              <a:gd name="connsiteY92" fmla="*/ 29951 h 192256"/>
              <a:gd name="connsiteX93" fmla="*/ 25916 w 204544"/>
              <a:gd name="connsiteY93" fmla="*/ 6498 h 192256"/>
              <a:gd name="connsiteX94" fmla="*/ 177813 w 204544"/>
              <a:gd name="connsiteY94" fmla="*/ 149071 h 192256"/>
              <a:gd name="connsiteX95" fmla="*/ 118623 w 204544"/>
              <a:gd name="connsiteY95" fmla="*/ 135521 h 192256"/>
              <a:gd name="connsiteX96" fmla="*/ 124344 w 204544"/>
              <a:gd name="connsiteY96" fmla="*/ 125104 h 192256"/>
              <a:gd name="connsiteX97" fmla="*/ 152217 w 204544"/>
              <a:gd name="connsiteY97" fmla="*/ 141225 h 192256"/>
              <a:gd name="connsiteX98" fmla="*/ 183787 w 204544"/>
              <a:gd name="connsiteY98" fmla="*/ 115326 h 192256"/>
              <a:gd name="connsiteX99" fmla="*/ 181421 w 204544"/>
              <a:gd name="connsiteY99" fmla="*/ 111776 h 192256"/>
              <a:gd name="connsiteX100" fmla="*/ 177877 w 204544"/>
              <a:gd name="connsiteY100" fmla="*/ 114142 h 192256"/>
              <a:gd name="connsiteX101" fmla="*/ 152217 w 204544"/>
              <a:gd name="connsiteY101" fmla="*/ 135188 h 192256"/>
              <a:gd name="connsiteX102" fmla="*/ 127907 w 204544"/>
              <a:gd name="connsiteY102" fmla="*/ 118675 h 192256"/>
              <a:gd name="connsiteX103" fmla="*/ 135230 w 204544"/>
              <a:gd name="connsiteY103" fmla="*/ 89032 h 192256"/>
              <a:gd name="connsiteX104" fmla="*/ 177793 w 204544"/>
              <a:gd name="connsiteY104" fmla="*/ 103386 h 192256"/>
              <a:gd name="connsiteX105" fmla="*/ 181378 w 204544"/>
              <a:gd name="connsiteY105" fmla="*/ 105697 h 192256"/>
              <a:gd name="connsiteX106" fmla="*/ 183683 w 204544"/>
              <a:gd name="connsiteY106" fmla="*/ 102107 h 192256"/>
              <a:gd name="connsiteX107" fmla="*/ 172562 w 204544"/>
              <a:gd name="connsiteY107" fmla="*/ 83959 h 192256"/>
              <a:gd name="connsiteX108" fmla="*/ 134753 w 204544"/>
              <a:gd name="connsiteY108" fmla="*/ 81875 h 192256"/>
              <a:gd name="connsiteX109" fmla="*/ 126911 w 204544"/>
              <a:gd name="connsiteY109" fmla="*/ 58780 h 192256"/>
              <a:gd name="connsiteX110" fmla="*/ 129868 w 204544"/>
              <a:gd name="connsiteY110" fmla="*/ 40025 h 192256"/>
              <a:gd name="connsiteX111" fmla="*/ 151438 w 204544"/>
              <a:gd name="connsiteY111" fmla="*/ 11867 h 192256"/>
              <a:gd name="connsiteX112" fmla="*/ 173008 w 204544"/>
              <a:gd name="connsiteY112" fmla="*/ 40025 h 192256"/>
              <a:gd name="connsiteX113" fmla="*/ 187247 w 204544"/>
              <a:gd name="connsiteY113" fmla="*/ 77636 h 192256"/>
              <a:gd name="connsiteX114" fmla="*/ 187790 w 204544"/>
              <a:gd name="connsiteY114" fmla="*/ 140095 h 192256"/>
              <a:gd name="connsiteX115" fmla="*/ 177813 w 204544"/>
              <a:gd name="connsiteY115" fmla="*/ 149071 h 192256"/>
              <a:gd name="connsiteX116" fmla="*/ 54031 w 204544"/>
              <a:gd name="connsiteY116" fmla="*/ 164243 h 192256"/>
              <a:gd name="connsiteX117" fmla="*/ 31075 w 204544"/>
              <a:gd name="connsiteY117" fmla="*/ 177109 h 192256"/>
              <a:gd name="connsiteX118" fmla="*/ 25559 w 204544"/>
              <a:gd name="connsiteY118" fmla="*/ 177540 h 192256"/>
              <a:gd name="connsiteX119" fmla="*/ 25130 w 204544"/>
              <a:gd name="connsiteY119" fmla="*/ 172016 h 192256"/>
              <a:gd name="connsiteX120" fmla="*/ 34240 w 204544"/>
              <a:gd name="connsiteY120" fmla="*/ 164118 h 192256"/>
              <a:gd name="connsiteX121" fmla="*/ 32939 w 204544"/>
              <a:gd name="connsiteY121" fmla="*/ 158585 h 192256"/>
              <a:gd name="connsiteX122" fmla="*/ 9842 w 204544"/>
              <a:gd name="connsiteY122" fmla="*/ 156003 h 192256"/>
              <a:gd name="connsiteX123" fmla="*/ 6387 w 204544"/>
              <a:gd name="connsiteY123" fmla="*/ 151676 h 192256"/>
              <a:gd name="connsiteX124" fmla="*/ 10710 w 204544"/>
              <a:gd name="connsiteY124" fmla="*/ 148215 h 192256"/>
              <a:gd name="connsiteX125" fmla="*/ 10746 w 204544"/>
              <a:gd name="connsiteY125" fmla="*/ 148218 h 192256"/>
              <a:gd name="connsiteX126" fmla="*/ 10729 w 204544"/>
              <a:gd name="connsiteY126" fmla="*/ 148216 h 192256"/>
              <a:gd name="connsiteX127" fmla="*/ 10800 w 204544"/>
              <a:gd name="connsiteY127" fmla="*/ 148224 h 192256"/>
              <a:gd name="connsiteX128" fmla="*/ 10794 w 204544"/>
              <a:gd name="connsiteY128" fmla="*/ 148224 h 192256"/>
              <a:gd name="connsiteX129" fmla="*/ 10864 w 204544"/>
              <a:gd name="connsiteY129" fmla="*/ 148232 h 192256"/>
              <a:gd name="connsiteX130" fmla="*/ 10821 w 204544"/>
              <a:gd name="connsiteY130" fmla="*/ 148226 h 192256"/>
              <a:gd name="connsiteX131" fmla="*/ 31693 w 204544"/>
              <a:gd name="connsiteY131" fmla="*/ 150557 h 192256"/>
              <a:gd name="connsiteX132" fmla="*/ 36848 w 204544"/>
              <a:gd name="connsiteY132" fmla="*/ 149115 h 192256"/>
              <a:gd name="connsiteX133" fmla="*/ 36289 w 204544"/>
              <a:gd name="connsiteY133" fmla="*/ 145678 h 192256"/>
              <a:gd name="connsiteX134" fmla="*/ 29139 w 204544"/>
              <a:gd name="connsiteY134" fmla="*/ 135968 h 192256"/>
              <a:gd name="connsiteX135" fmla="*/ 30769 w 204544"/>
              <a:gd name="connsiteY135" fmla="*/ 130671 h 192256"/>
              <a:gd name="connsiteX136" fmla="*/ 30774 w 204544"/>
              <a:gd name="connsiteY136" fmla="*/ 130671 h 192256"/>
              <a:gd name="connsiteX137" fmla="*/ 36057 w 204544"/>
              <a:gd name="connsiteY137" fmla="*/ 132310 h 192256"/>
              <a:gd name="connsiteX138" fmla="*/ 55646 w 204544"/>
              <a:gd name="connsiteY138" fmla="*/ 149836 h 192256"/>
              <a:gd name="connsiteX139" fmla="*/ 54031 w 204544"/>
              <a:gd name="connsiteY139" fmla="*/ 164243 h 192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204544" h="192256">
                <a:moveTo>
                  <a:pt x="187898" y="151383"/>
                </a:moveTo>
                <a:lnTo>
                  <a:pt x="185672" y="150871"/>
                </a:lnTo>
                <a:cubicBezTo>
                  <a:pt x="207239" y="133168"/>
                  <a:pt x="211835" y="93859"/>
                  <a:pt x="191521" y="73377"/>
                </a:cubicBezTo>
                <a:cubicBezTo>
                  <a:pt x="183704" y="65499"/>
                  <a:pt x="179035" y="53033"/>
                  <a:pt x="179035" y="40025"/>
                </a:cubicBezTo>
                <a:cubicBezTo>
                  <a:pt x="179035" y="21171"/>
                  <a:pt x="166657" y="5829"/>
                  <a:pt x="151438" y="5829"/>
                </a:cubicBezTo>
                <a:cubicBezTo>
                  <a:pt x="136224" y="5829"/>
                  <a:pt x="123841" y="21171"/>
                  <a:pt x="123841" y="40025"/>
                </a:cubicBezTo>
                <a:cubicBezTo>
                  <a:pt x="123841" y="44309"/>
                  <a:pt x="123336" y="48531"/>
                  <a:pt x="122374" y="52549"/>
                </a:cubicBezTo>
                <a:cubicBezTo>
                  <a:pt x="108197" y="36153"/>
                  <a:pt x="85682" y="34274"/>
                  <a:pt x="70628" y="44755"/>
                </a:cubicBezTo>
                <a:lnTo>
                  <a:pt x="70628" y="6296"/>
                </a:lnTo>
                <a:cubicBezTo>
                  <a:pt x="70628" y="4629"/>
                  <a:pt x="69278" y="3277"/>
                  <a:pt x="67616" y="3277"/>
                </a:cubicBezTo>
                <a:cubicBezTo>
                  <a:pt x="65952" y="3277"/>
                  <a:pt x="64602" y="4629"/>
                  <a:pt x="64602" y="6296"/>
                </a:cubicBezTo>
                <a:lnTo>
                  <a:pt x="64602" y="18151"/>
                </a:lnTo>
                <a:cubicBezTo>
                  <a:pt x="55603" y="1884"/>
                  <a:pt x="39226" y="-2468"/>
                  <a:pt x="20886" y="1232"/>
                </a:cubicBezTo>
                <a:cubicBezTo>
                  <a:pt x="19034" y="1607"/>
                  <a:pt x="17977" y="3583"/>
                  <a:pt x="18692" y="5338"/>
                </a:cubicBezTo>
                <a:cubicBezTo>
                  <a:pt x="18861" y="5749"/>
                  <a:pt x="22920" y="15551"/>
                  <a:pt x="30762" y="24134"/>
                </a:cubicBezTo>
                <a:cubicBezTo>
                  <a:pt x="40042" y="34293"/>
                  <a:pt x="51561" y="39337"/>
                  <a:pt x="64602" y="35719"/>
                </a:cubicBezTo>
                <a:lnTo>
                  <a:pt x="64602" y="44755"/>
                </a:lnTo>
                <a:cubicBezTo>
                  <a:pt x="46904" y="32434"/>
                  <a:pt x="17271" y="36857"/>
                  <a:pt x="5097" y="64952"/>
                </a:cubicBezTo>
                <a:cubicBezTo>
                  <a:pt x="4435" y="66481"/>
                  <a:pt x="5137" y="68256"/>
                  <a:pt x="6663" y="68921"/>
                </a:cubicBezTo>
                <a:cubicBezTo>
                  <a:pt x="8191" y="69585"/>
                  <a:pt x="9962" y="68885"/>
                  <a:pt x="10626" y="67354"/>
                </a:cubicBezTo>
                <a:cubicBezTo>
                  <a:pt x="21766" y="41648"/>
                  <a:pt x="48407" y="39571"/>
                  <a:pt x="62536" y="50722"/>
                </a:cubicBezTo>
                <a:cubicBezTo>
                  <a:pt x="65478" y="53201"/>
                  <a:pt x="69768" y="53189"/>
                  <a:pt x="72694" y="50722"/>
                </a:cubicBezTo>
                <a:cubicBezTo>
                  <a:pt x="88779" y="38028"/>
                  <a:pt x="116605" y="43552"/>
                  <a:pt x="126140" y="71327"/>
                </a:cubicBezTo>
                <a:cubicBezTo>
                  <a:pt x="131266" y="86286"/>
                  <a:pt x="130241" y="101930"/>
                  <a:pt x="121343" y="118112"/>
                </a:cubicBezTo>
                <a:cubicBezTo>
                  <a:pt x="117803" y="124455"/>
                  <a:pt x="114895" y="129730"/>
                  <a:pt x="112491" y="134122"/>
                </a:cubicBezTo>
                <a:cubicBezTo>
                  <a:pt x="93830" y="130094"/>
                  <a:pt x="91166" y="128621"/>
                  <a:pt x="84815" y="128759"/>
                </a:cubicBezTo>
                <a:cubicBezTo>
                  <a:pt x="83151" y="128791"/>
                  <a:pt x="81829" y="130167"/>
                  <a:pt x="81865" y="131834"/>
                </a:cubicBezTo>
                <a:cubicBezTo>
                  <a:pt x="81898" y="133506"/>
                  <a:pt x="83268" y="134833"/>
                  <a:pt x="84940" y="134793"/>
                </a:cubicBezTo>
                <a:cubicBezTo>
                  <a:pt x="86032" y="134769"/>
                  <a:pt x="87273" y="134825"/>
                  <a:pt x="88582" y="134986"/>
                </a:cubicBezTo>
                <a:lnTo>
                  <a:pt x="86775" y="151248"/>
                </a:lnTo>
                <a:cubicBezTo>
                  <a:pt x="86591" y="152904"/>
                  <a:pt x="87781" y="154397"/>
                  <a:pt x="89436" y="154582"/>
                </a:cubicBezTo>
                <a:cubicBezTo>
                  <a:pt x="91096" y="154766"/>
                  <a:pt x="92580" y="153567"/>
                  <a:pt x="92764" y="151916"/>
                </a:cubicBezTo>
                <a:lnTo>
                  <a:pt x="94512" y="136195"/>
                </a:lnTo>
                <a:cubicBezTo>
                  <a:pt x="106549" y="138949"/>
                  <a:pt x="114383" y="140744"/>
                  <a:pt x="123716" y="142883"/>
                </a:cubicBezTo>
                <a:lnTo>
                  <a:pt x="122855" y="150637"/>
                </a:lnTo>
                <a:cubicBezTo>
                  <a:pt x="122671" y="152294"/>
                  <a:pt x="123862" y="153787"/>
                  <a:pt x="125516" y="153972"/>
                </a:cubicBezTo>
                <a:cubicBezTo>
                  <a:pt x="127176" y="154156"/>
                  <a:pt x="128660" y="152957"/>
                  <a:pt x="128844" y="151304"/>
                </a:cubicBezTo>
                <a:lnTo>
                  <a:pt x="129629" y="144235"/>
                </a:lnTo>
                <a:cubicBezTo>
                  <a:pt x="131491" y="144662"/>
                  <a:pt x="174260" y="154450"/>
                  <a:pt x="174795" y="154574"/>
                </a:cubicBezTo>
                <a:lnTo>
                  <a:pt x="172468" y="175506"/>
                </a:lnTo>
                <a:cubicBezTo>
                  <a:pt x="172284" y="177163"/>
                  <a:pt x="173477" y="178657"/>
                  <a:pt x="175129" y="178841"/>
                </a:cubicBezTo>
                <a:cubicBezTo>
                  <a:pt x="176791" y="179026"/>
                  <a:pt x="178274" y="177826"/>
                  <a:pt x="178458" y="176175"/>
                </a:cubicBezTo>
                <a:lnTo>
                  <a:pt x="180710" y="155928"/>
                </a:lnTo>
                <a:lnTo>
                  <a:pt x="186557" y="157268"/>
                </a:lnTo>
                <a:cubicBezTo>
                  <a:pt x="193806" y="158925"/>
                  <a:pt x="198594" y="165672"/>
                  <a:pt x="197767" y="173079"/>
                </a:cubicBezTo>
                <a:cubicBezTo>
                  <a:pt x="196947" y="180445"/>
                  <a:pt x="190747" y="186013"/>
                  <a:pt x="183352" y="186029"/>
                </a:cubicBezTo>
                <a:lnTo>
                  <a:pt x="152509" y="186089"/>
                </a:lnTo>
                <a:lnTo>
                  <a:pt x="153604" y="176244"/>
                </a:lnTo>
                <a:cubicBezTo>
                  <a:pt x="153788" y="174587"/>
                  <a:pt x="152598" y="173093"/>
                  <a:pt x="150944" y="172909"/>
                </a:cubicBezTo>
                <a:cubicBezTo>
                  <a:pt x="149288" y="172726"/>
                  <a:pt x="147799" y="173917"/>
                  <a:pt x="147615" y="175575"/>
                </a:cubicBezTo>
                <a:lnTo>
                  <a:pt x="146444" y="186101"/>
                </a:lnTo>
                <a:lnTo>
                  <a:pt x="116884" y="186157"/>
                </a:lnTo>
                <a:lnTo>
                  <a:pt x="117913" y="176902"/>
                </a:lnTo>
                <a:cubicBezTo>
                  <a:pt x="118097" y="175246"/>
                  <a:pt x="116906" y="173753"/>
                  <a:pt x="115252" y="173569"/>
                </a:cubicBezTo>
                <a:cubicBezTo>
                  <a:pt x="113602" y="173383"/>
                  <a:pt x="112107" y="174577"/>
                  <a:pt x="111923" y="176235"/>
                </a:cubicBezTo>
                <a:cubicBezTo>
                  <a:pt x="111667" y="178541"/>
                  <a:pt x="110845" y="185924"/>
                  <a:pt x="110820" y="186170"/>
                </a:cubicBezTo>
                <a:lnTo>
                  <a:pt x="96667" y="186196"/>
                </a:lnTo>
                <a:lnTo>
                  <a:pt x="98459" y="170086"/>
                </a:lnTo>
                <a:cubicBezTo>
                  <a:pt x="98643" y="168431"/>
                  <a:pt x="97452" y="166937"/>
                  <a:pt x="95798" y="166753"/>
                </a:cubicBezTo>
                <a:cubicBezTo>
                  <a:pt x="94142" y="166567"/>
                  <a:pt x="92653" y="167761"/>
                  <a:pt x="92469" y="169419"/>
                </a:cubicBezTo>
                <a:lnTo>
                  <a:pt x="90601" y="186209"/>
                </a:lnTo>
                <a:cubicBezTo>
                  <a:pt x="90572" y="186209"/>
                  <a:pt x="90550" y="186209"/>
                  <a:pt x="90533" y="186209"/>
                </a:cubicBezTo>
                <a:cubicBezTo>
                  <a:pt x="90531" y="186209"/>
                  <a:pt x="90528" y="186209"/>
                  <a:pt x="90526" y="186209"/>
                </a:cubicBezTo>
                <a:cubicBezTo>
                  <a:pt x="90522" y="186209"/>
                  <a:pt x="90517" y="186209"/>
                  <a:pt x="90512" y="186209"/>
                </a:cubicBezTo>
                <a:cubicBezTo>
                  <a:pt x="90512" y="186209"/>
                  <a:pt x="90511" y="186209"/>
                  <a:pt x="90509" y="186209"/>
                </a:cubicBezTo>
                <a:cubicBezTo>
                  <a:pt x="90503" y="186209"/>
                  <a:pt x="90500" y="186209"/>
                  <a:pt x="90494" y="186209"/>
                </a:cubicBezTo>
                <a:cubicBezTo>
                  <a:pt x="90299" y="186209"/>
                  <a:pt x="89353" y="186211"/>
                  <a:pt x="85503" y="186218"/>
                </a:cubicBezTo>
                <a:cubicBezTo>
                  <a:pt x="73675" y="186218"/>
                  <a:pt x="63536" y="178134"/>
                  <a:pt x="60654" y="166964"/>
                </a:cubicBezTo>
                <a:cubicBezTo>
                  <a:pt x="57697" y="155554"/>
                  <a:pt x="62875" y="142814"/>
                  <a:pt x="74531" y="137265"/>
                </a:cubicBezTo>
                <a:cubicBezTo>
                  <a:pt x="76033" y="136548"/>
                  <a:pt x="76675" y="134749"/>
                  <a:pt x="75960" y="133243"/>
                </a:cubicBezTo>
                <a:cubicBezTo>
                  <a:pt x="75245" y="131737"/>
                  <a:pt x="73449" y="131093"/>
                  <a:pt x="71946" y="131811"/>
                </a:cubicBezTo>
                <a:cubicBezTo>
                  <a:pt x="66072" y="134603"/>
                  <a:pt x="61333" y="139008"/>
                  <a:pt x="58179" y="144393"/>
                </a:cubicBezTo>
                <a:cubicBezTo>
                  <a:pt x="52080" y="141346"/>
                  <a:pt x="45105" y="136552"/>
                  <a:pt x="41384" y="129492"/>
                </a:cubicBezTo>
                <a:cubicBezTo>
                  <a:pt x="36576" y="120340"/>
                  <a:pt x="22709" y="123777"/>
                  <a:pt x="22662" y="134109"/>
                </a:cubicBezTo>
                <a:lnTo>
                  <a:pt x="13221" y="116911"/>
                </a:lnTo>
                <a:cubicBezTo>
                  <a:pt x="6749" y="105129"/>
                  <a:pt x="4379" y="91906"/>
                  <a:pt x="7196" y="78258"/>
                </a:cubicBezTo>
                <a:cubicBezTo>
                  <a:pt x="7533" y="76624"/>
                  <a:pt x="6484" y="75026"/>
                  <a:pt x="4853" y="74689"/>
                </a:cubicBezTo>
                <a:cubicBezTo>
                  <a:pt x="3222" y="74351"/>
                  <a:pt x="1631" y="75402"/>
                  <a:pt x="1293" y="77036"/>
                </a:cubicBezTo>
                <a:cubicBezTo>
                  <a:pt x="-1728" y="91681"/>
                  <a:pt x="566" y="106393"/>
                  <a:pt x="7938" y="119822"/>
                </a:cubicBezTo>
                <a:lnTo>
                  <a:pt x="20811" y="143266"/>
                </a:lnTo>
                <a:lnTo>
                  <a:pt x="11378" y="142212"/>
                </a:lnTo>
                <a:cubicBezTo>
                  <a:pt x="5919" y="141604"/>
                  <a:pt x="1008" y="145535"/>
                  <a:pt x="401" y="151007"/>
                </a:cubicBezTo>
                <a:cubicBezTo>
                  <a:pt x="-205" y="156463"/>
                  <a:pt x="3728" y="161397"/>
                  <a:pt x="9176" y="162006"/>
                </a:cubicBezTo>
                <a:lnTo>
                  <a:pt x="24796" y="163748"/>
                </a:lnTo>
                <a:cubicBezTo>
                  <a:pt x="20922" y="167222"/>
                  <a:pt x="17804" y="170371"/>
                  <a:pt x="18196" y="175337"/>
                </a:cubicBezTo>
                <a:cubicBezTo>
                  <a:pt x="18873" y="184115"/>
                  <a:pt x="29895" y="187773"/>
                  <a:pt x="35655" y="181033"/>
                </a:cubicBezTo>
                <a:cubicBezTo>
                  <a:pt x="40396" y="175475"/>
                  <a:pt x="47804" y="172041"/>
                  <a:pt x="55314" y="170188"/>
                </a:cubicBezTo>
                <a:cubicBezTo>
                  <a:pt x="59396" y="182974"/>
                  <a:pt x="71385" y="192257"/>
                  <a:pt x="85503" y="192257"/>
                </a:cubicBezTo>
                <a:cubicBezTo>
                  <a:pt x="90094" y="192248"/>
                  <a:pt x="177815" y="192079"/>
                  <a:pt x="183360" y="192068"/>
                </a:cubicBezTo>
                <a:cubicBezTo>
                  <a:pt x="194750" y="192046"/>
                  <a:pt x="203886" y="182797"/>
                  <a:pt x="203886" y="171448"/>
                </a:cubicBezTo>
                <a:cubicBezTo>
                  <a:pt x="203884" y="161788"/>
                  <a:pt x="197311" y="153536"/>
                  <a:pt x="187898" y="151383"/>
                </a:cubicBezTo>
                <a:close/>
                <a:moveTo>
                  <a:pt x="25916" y="6498"/>
                </a:moveTo>
                <a:cubicBezTo>
                  <a:pt x="45952" y="3757"/>
                  <a:pt x="58586" y="13325"/>
                  <a:pt x="62806" y="29951"/>
                </a:cubicBezTo>
                <a:cubicBezTo>
                  <a:pt x="46483" y="34354"/>
                  <a:pt x="33645" y="21424"/>
                  <a:pt x="25916" y="6498"/>
                </a:cubicBezTo>
                <a:close/>
                <a:moveTo>
                  <a:pt x="177813" y="149071"/>
                </a:moveTo>
                <a:lnTo>
                  <a:pt x="118623" y="135521"/>
                </a:lnTo>
                <a:cubicBezTo>
                  <a:pt x="120333" y="132381"/>
                  <a:pt x="122231" y="128916"/>
                  <a:pt x="124344" y="125104"/>
                </a:cubicBezTo>
                <a:cubicBezTo>
                  <a:pt x="129924" y="134736"/>
                  <a:pt x="140329" y="141225"/>
                  <a:pt x="152217" y="141225"/>
                </a:cubicBezTo>
                <a:cubicBezTo>
                  <a:pt x="167512" y="141225"/>
                  <a:pt x="180791" y="130333"/>
                  <a:pt x="183787" y="115326"/>
                </a:cubicBezTo>
                <a:cubicBezTo>
                  <a:pt x="184113" y="113692"/>
                  <a:pt x="183052" y="112101"/>
                  <a:pt x="181421" y="111776"/>
                </a:cubicBezTo>
                <a:cubicBezTo>
                  <a:pt x="179786" y="111449"/>
                  <a:pt x="178203" y="112508"/>
                  <a:pt x="177877" y="114142"/>
                </a:cubicBezTo>
                <a:cubicBezTo>
                  <a:pt x="175443" y="126335"/>
                  <a:pt x="164652" y="135188"/>
                  <a:pt x="152217" y="135188"/>
                </a:cubicBezTo>
                <a:cubicBezTo>
                  <a:pt x="141209" y="135188"/>
                  <a:pt x="131767" y="128341"/>
                  <a:pt x="127907" y="118675"/>
                </a:cubicBezTo>
                <a:cubicBezTo>
                  <a:pt x="132913" y="109127"/>
                  <a:pt x="135311" y="99039"/>
                  <a:pt x="135230" y="89032"/>
                </a:cubicBezTo>
                <a:cubicBezTo>
                  <a:pt x="150349" y="76079"/>
                  <a:pt x="173659" y="84249"/>
                  <a:pt x="177793" y="103386"/>
                </a:cubicBezTo>
                <a:cubicBezTo>
                  <a:pt x="178147" y="105017"/>
                  <a:pt x="179745" y="106052"/>
                  <a:pt x="181378" y="105697"/>
                </a:cubicBezTo>
                <a:cubicBezTo>
                  <a:pt x="183004" y="105343"/>
                  <a:pt x="184037" y="103736"/>
                  <a:pt x="183683" y="102107"/>
                </a:cubicBezTo>
                <a:cubicBezTo>
                  <a:pt x="182153" y="95017"/>
                  <a:pt x="178199" y="88572"/>
                  <a:pt x="172562" y="83959"/>
                </a:cubicBezTo>
                <a:cubicBezTo>
                  <a:pt x="161852" y="75202"/>
                  <a:pt x="146543" y="74213"/>
                  <a:pt x="134753" y="81875"/>
                </a:cubicBezTo>
                <a:cubicBezTo>
                  <a:pt x="133749" y="73940"/>
                  <a:pt x="131117" y="65670"/>
                  <a:pt x="126911" y="58780"/>
                </a:cubicBezTo>
                <a:cubicBezTo>
                  <a:pt x="128843" y="52943"/>
                  <a:pt x="129868" y="46591"/>
                  <a:pt x="129868" y="40025"/>
                </a:cubicBezTo>
                <a:cubicBezTo>
                  <a:pt x="129868" y="26095"/>
                  <a:pt x="138528" y="11867"/>
                  <a:pt x="151438" y="11867"/>
                </a:cubicBezTo>
                <a:cubicBezTo>
                  <a:pt x="164211" y="11867"/>
                  <a:pt x="173008" y="25904"/>
                  <a:pt x="173008" y="40025"/>
                </a:cubicBezTo>
                <a:cubicBezTo>
                  <a:pt x="173008" y="54807"/>
                  <a:pt x="178199" y="68514"/>
                  <a:pt x="187247" y="77636"/>
                </a:cubicBezTo>
                <a:cubicBezTo>
                  <a:pt x="202940" y="93447"/>
                  <a:pt x="201422" y="122803"/>
                  <a:pt x="187790" y="140095"/>
                </a:cubicBezTo>
                <a:cubicBezTo>
                  <a:pt x="184828" y="143851"/>
                  <a:pt x="181457" y="146870"/>
                  <a:pt x="177813" y="149071"/>
                </a:cubicBezTo>
                <a:close/>
                <a:moveTo>
                  <a:pt x="54031" y="164243"/>
                </a:moveTo>
                <a:cubicBezTo>
                  <a:pt x="45446" y="166335"/>
                  <a:pt x="36760" y="170448"/>
                  <a:pt x="31075" y="177109"/>
                </a:cubicBezTo>
                <a:cubicBezTo>
                  <a:pt x="29672" y="178752"/>
                  <a:pt x="27197" y="178944"/>
                  <a:pt x="25559" y="177540"/>
                </a:cubicBezTo>
                <a:cubicBezTo>
                  <a:pt x="23915" y="176128"/>
                  <a:pt x="23723" y="173658"/>
                  <a:pt x="25130" y="172016"/>
                </a:cubicBezTo>
                <a:cubicBezTo>
                  <a:pt x="27753" y="168943"/>
                  <a:pt x="30896" y="166270"/>
                  <a:pt x="34240" y="164118"/>
                </a:cubicBezTo>
                <a:cubicBezTo>
                  <a:pt x="36612" y="162581"/>
                  <a:pt x="35752" y="158896"/>
                  <a:pt x="32939" y="158585"/>
                </a:cubicBezTo>
                <a:cubicBezTo>
                  <a:pt x="30329" y="158292"/>
                  <a:pt x="11816" y="156223"/>
                  <a:pt x="9842" y="156003"/>
                </a:cubicBezTo>
                <a:cubicBezTo>
                  <a:pt x="7701" y="155765"/>
                  <a:pt x="6150" y="153822"/>
                  <a:pt x="6387" y="151676"/>
                </a:cubicBezTo>
                <a:cubicBezTo>
                  <a:pt x="6624" y="149555"/>
                  <a:pt x="8520" y="147977"/>
                  <a:pt x="10710" y="148215"/>
                </a:cubicBezTo>
                <a:cubicBezTo>
                  <a:pt x="10722" y="148216"/>
                  <a:pt x="10735" y="148216"/>
                  <a:pt x="10746" y="148218"/>
                </a:cubicBezTo>
                <a:cubicBezTo>
                  <a:pt x="10740" y="148218"/>
                  <a:pt x="10733" y="148216"/>
                  <a:pt x="10729" y="148216"/>
                </a:cubicBezTo>
                <a:cubicBezTo>
                  <a:pt x="10743" y="148218"/>
                  <a:pt x="10766" y="148221"/>
                  <a:pt x="10800" y="148224"/>
                </a:cubicBezTo>
                <a:cubicBezTo>
                  <a:pt x="10799" y="148224"/>
                  <a:pt x="10797" y="148224"/>
                  <a:pt x="10794" y="148224"/>
                </a:cubicBezTo>
                <a:cubicBezTo>
                  <a:pt x="10827" y="148227"/>
                  <a:pt x="10850" y="148229"/>
                  <a:pt x="10864" y="148232"/>
                </a:cubicBezTo>
                <a:cubicBezTo>
                  <a:pt x="10853" y="148230"/>
                  <a:pt x="10838" y="148229"/>
                  <a:pt x="10821" y="148226"/>
                </a:cubicBezTo>
                <a:cubicBezTo>
                  <a:pt x="11437" y="148294"/>
                  <a:pt x="15037" y="148696"/>
                  <a:pt x="31693" y="150557"/>
                </a:cubicBezTo>
                <a:cubicBezTo>
                  <a:pt x="32651" y="150496"/>
                  <a:pt x="35571" y="151739"/>
                  <a:pt x="36848" y="149115"/>
                </a:cubicBezTo>
                <a:cubicBezTo>
                  <a:pt x="37406" y="147964"/>
                  <a:pt x="37182" y="146592"/>
                  <a:pt x="36289" y="145678"/>
                </a:cubicBezTo>
                <a:cubicBezTo>
                  <a:pt x="33365" y="142690"/>
                  <a:pt x="30958" y="139422"/>
                  <a:pt x="29139" y="135968"/>
                </a:cubicBezTo>
                <a:cubicBezTo>
                  <a:pt x="28130" y="134056"/>
                  <a:pt x="28865" y="131681"/>
                  <a:pt x="30769" y="130671"/>
                </a:cubicBezTo>
                <a:lnTo>
                  <a:pt x="30774" y="130671"/>
                </a:lnTo>
                <a:cubicBezTo>
                  <a:pt x="32700" y="129656"/>
                  <a:pt x="35047" y="130402"/>
                  <a:pt x="36057" y="132310"/>
                </a:cubicBezTo>
                <a:cubicBezTo>
                  <a:pt x="40496" y="140739"/>
                  <a:pt x="48639" y="146346"/>
                  <a:pt x="55646" y="149836"/>
                </a:cubicBezTo>
                <a:cubicBezTo>
                  <a:pt x="54047" y="154357"/>
                  <a:pt x="53449" y="159379"/>
                  <a:pt x="54031" y="164243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91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F9F4A71-CEE3-449C-9035-4273ED7D65F7}"/>
              </a:ext>
            </a:extLst>
          </p:cNvPr>
          <p:cNvSpPr/>
          <p:nvPr/>
        </p:nvSpPr>
        <p:spPr>
          <a:xfrm flipH="1">
            <a:off x="850901" y="4000763"/>
            <a:ext cx="26438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Our projects are divided into 3 phases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95F8C42-B00F-4058-8DF1-8D7D63966A70}"/>
              </a:ext>
            </a:extLst>
          </p:cNvPr>
          <p:cNvSpPr/>
          <p:nvPr/>
        </p:nvSpPr>
        <p:spPr>
          <a:xfrm>
            <a:off x="850902" y="3673869"/>
            <a:ext cx="1096649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Our Project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7" name="Graphic 100">
            <a:extLst>
              <a:ext uri="{FF2B5EF4-FFF2-40B4-BE49-F238E27FC236}">
                <a16:creationId xmlns:a16="http://schemas.microsoft.com/office/drawing/2014/main" id="{548A2F93-80EA-40E0-B2F8-7F05A4565E07}"/>
              </a:ext>
            </a:extLst>
          </p:cNvPr>
          <p:cNvGrpSpPr/>
          <p:nvPr/>
        </p:nvGrpSpPr>
        <p:grpSpPr>
          <a:xfrm>
            <a:off x="989087" y="5451944"/>
            <a:ext cx="191408" cy="217780"/>
            <a:chOff x="5729787" y="3757134"/>
            <a:chExt cx="191408" cy="217780"/>
          </a:xfrm>
          <a:solidFill>
            <a:schemeClr val="accent3"/>
          </a:solidFill>
        </p:grpSpPr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27CC564-1955-4285-9C97-AE6DD9D3D0D1}"/>
                </a:ext>
              </a:extLst>
            </p:cNvPr>
            <p:cNvSpPr/>
            <p:nvPr/>
          </p:nvSpPr>
          <p:spPr>
            <a:xfrm>
              <a:off x="5768073" y="3796277"/>
              <a:ext cx="114840" cy="178636"/>
            </a:xfrm>
            <a:custGeom>
              <a:avLst/>
              <a:gdLst>
                <a:gd name="connsiteX0" fmla="*/ 95539 w 114840"/>
                <a:gd name="connsiteY0" fmla="*/ 14467 h 178636"/>
                <a:gd name="connsiteX1" fmla="*/ 17596 w 114840"/>
                <a:gd name="connsiteY1" fmla="*/ 16127 h 178636"/>
                <a:gd name="connsiteX2" fmla="*/ 694 w 114840"/>
                <a:gd name="connsiteY2" fmla="*/ 48350 h 178636"/>
                <a:gd name="connsiteX3" fmla="*/ 10666 w 114840"/>
                <a:gd name="connsiteY3" fmla="*/ 90704 h 178636"/>
                <a:gd name="connsiteX4" fmla="*/ 31897 w 114840"/>
                <a:gd name="connsiteY4" fmla="*/ 152674 h 178636"/>
                <a:gd name="connsiteX5" fmla="*/ 39337 w 114840"/>
                <a:gd name="connsiteY5" fmla="*/ 171072 h 178636"/>
                <a:gd name="connsiteX6" fmla="*/ 57418 w 114840"/>
                <a:gd name="connsiteY6" fmla="*/ 178637 h 178636"/>
                <a:gd name="connsiteX7" fmla="*/ 82939 w 114840"/>
                <a:gd name="connsiteY7" fmla="*/ 153116 h 178636"/>
                <a:gd name="connsiteX8" fmla="*/ 103218 w 114840"/>
                <a:gd name="connsiteY8" fmla="*/ 91997 h 178636"/>
                <a:gd name="connsiteX9" fmla="*/ 114841 w 114840"/>
                <a:gd name="connsiteY9" fmla="*/ 57412 h 178636"/>
                <a:gd name="connsiteX10" fmla="*/ 95539 w 114840"/>
                <a:gd name="connsiteY10" fmla="*/ 14467 h 178636"/>
                <a:gd name="connsiteX11" fmla="*/ 57418 w 114840"/>
                <a:gd name="connsiteY11" fmla="*/ 165876 h 178636"/>
                <a:gd name="connsiteX12" fmla="*/ 44668 w 114840"/>
                <a:gd name="connsiteY12" fmla="*/ 153116 h 178636"/>
                <a:gd name="connsiteX13" fmla="*/ 70179 w 114840"/>
                <a:gd name="connsiteY13" fmla="*/ 153116 h 178636"/>
                <a:gd name="connsiteX14" fmla="*/ 57418 w 114840"/>
                <a:gd name="connsiteY14" fmla="*/ 165876 h 178636"/>
                <a:gd name="connsiteX15" fmla="*/ 93053 w 114840"/>
                <a:gd name="connsiteY15" fmla="*/ 84283 h 178636"/>
                <a:gd name="connsiteX16" fmla="*/ 70693 w 114840"/>
                <a:gd name="connsiteY16" fmla="*/ 140355 h 178636"/>
                <a:gd name="connsiteX17" fmla="*/ 44078 w 114840"/>
                <a:gd name="connsiteY17" fmla="*/ 140355 h 178636"/>
                <a:gd name="connsiteX18" fmla="*/ 21043 w 114840"/>
                <a:gd name="connsiteY18" fmla="*/ 83277 h 178636"/>
                <a:gd name="connsiteX19" fmla="*/ 13306 w 114840"/>
                <a:gd name="connsiteY19" fmla="*/ 50289 h 178636"/>
                <a:gd name="connsiteX20" fmla="*/ 57477 w 114840"/>
                <a:gd name="connsiteY20" fmla="*/ 12746 h 178636"/>
                <a:gd name="connsiteX21" fmla="*/ 102080 w 114840"/>
                <a:gd name="connsiteY21" fmla="*/ 57412 h 178636"/>
                <a:gd name="connsiteX22" fmla="*/ 93053 w 114840"/>
                <a:gd name="connsiteY22" fmla="*/ 84283 h 17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4840" h="178636">
                  <a:moveTo>
                    <a:pt x="95539" y="14467"/>
                  </a:moveTo>
                  <a:cubicBezTo>
                    <a:pt x="73953" y="-4706"/>
                    <a:pt x="40038" y="-5488"/>
                    <a:pt x="17596" y="16127"/>
                  </a:cubicBezTo>
                  <a:cubicBezTo>
                    <a:pt x="8552" y="24838"/>
                    <a:pt x="2549" y="36281"/>
                    <a:pt x="694" y="48350"/>
                  </a:cubicBezTo>
                  <a:cubicBezTo>
                    <a:pt x="-1626" y="63437"/>
                    <a:pt x="1915" y="78479"/>
                    <a:pt x="10666" y="90704"/>
                  </a:cubicBezTo>
                  <a:cubicBezTo>
                    <a:pt x="34601" y="124144"/>
                    <a:pt x="31564" y="150704"/>
                    <a:pt x="31897" y="152674"/>
                  </a:cubicBezTo>
                  <a:cubicBezTo>
                    <a:pt x="31897" y="159665"/>
                    <a:pt x="34539" y="166198"/>
                    <a:pt x="39337" y="171072"/>
                  </a:cubicBezTo>
                  <a:cubicBezTo>
                    <a:pt x="44139" y="175950"/>
                    <a:pt x="50560" y="178637"/>
                    <a:pt x="57418" y="178637"/>
                  </a:cubicBezTo>
                  <a:cubicBezTo>
                    <a:pt x="71491" y="178637"/>
                    <a:pt x="82939" y="167188"/>
                    <a:pt x="82939" y="153116"/>
                  </a:cubicBezTo>
                  <a:cubicBezTo>
                    <a:pt x="83231" y="151300"/>
                    <a:pt x="80340" y="122146"/>
                    <a:pt x="103218" y="91997"/>
                  </a:cubicBezTo>
                  <a:cubicBezTo>
                    <a:pt x="110822" y="81977"/>
                    <a:pt x="114841" y="70017"/>
                    <a:pt x="114841" y="57412"/>
                  </a:cubicBezTo>
                  <a:cubicBezTo>
                    <a:pt x="114841" y="41016"/>
                    <a:pt x="107805" y="25363"/>
                    <a:pt x="95539" y="14467"/>
                  </a:cubicBezTo>
                  <a:close/>
                  <a:moveTo>
                    <a:pt x="57418" y="165876"/>
                  </a:moveTo>
                  <a:cubicBezTo>
                    <a:pt x="50406" y="165876"/>
                    <a:pt x="44887" y="160306"/>
                    <a:pt x="44668" y="153116"/>
                  </a:cubicBezTo>
                  <a:lnTo>
                    <a:pt x="70179" y="153116"/>
                  </a:lnTo>
                  <a:cubicBezTo>
                    <a:pt x="70179" y="160152"/>
                    <a:pt x="64454" y="165876"/>
                    <a:pt x="57418" y="165876"/>
                  </a:cubicBezTo>
                  <a:close/>
                  <a:moveTo>
                    <a:pt x="93053" y="84283"/>
                  </a:moveTo>
                  <a:cubicBezTo>
                    <a:pt x="80286" y="101107"/>
                    <a:pt x="72659" y="120313"/>
                    <a:pt x="70693" y="140355"/>
                  </a:cubicBezTo>
                  <a:lnTo>
                    <a:pt x="44078" y="140355"/>
                  </a:lnTo>
                  <a:cubicBezTo>
                    <a:pt x="41968" y="121074"/>
                    <a:pt x="34112" y="101538"/>
                    <a:pt x="21043" y="83277"/>
                  </a:cubicBezTo>
                  <a:cubicBezTo>
                    <a:pt x="14243" y="73778"/>
                    <a:pt x="11496" y="62062"/>
                    <a:pt x="13306" y="50289"/>
                  </a:cubicBezTo>
                  <a:cubicBezTo>
                    <a:pt x="16408" y="30114"/>
                    <a:pt x="34460" y="12746"/>
                    <a:pt x="57477" y="12746"/>
                  </a:cubicBezTo>
                  <a:cubicBezTo>
                    <a:pt x="82429" y="12746"/>
                    <a:pt x="102080" y="33117"/>
                    <a:pt x="102080" y="57412"/>
                  </a:cubicBezTo>
                  <a:cubicBezTo>
                    <a:pt x="102080" y="67208"/>
                    <a:pt x="98959" y="76500"/>
                    <a:pt x="93053" y="84283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243A7AB-C371-45A4-930F-46C5F699B8B8}"/>
                </a:ext>
              </a:extLst>
            </p:cNvPr>
            <p:cNvSpPr/>
            <p:nvPr/>
          </p:nvSpPr>
          <p:spPr>
            <a:xfrm>
              <a:off x="5819111" y="3757134"/>
              <a:ext cx="12760" cy="26371"/>
            </a:xfrm>
            <a:custGeom>
              <a:avLst/>
              <a:gdLst>
                <a:gd name="connsiteX0" fmla="*/ 6380 w 12760"/>
                <a:gd name="connsiteY0" fmla="*/ 26372 h 26371"/>
                <a:gd name="connsiteX1" fmla="*/ 12761 w 12760"/>
                <a:gd name="connsiteY1" fmla="*/ 19992 h 26371"/>
                <a:gd name="connsiteX2" fmla="*/ 12761 w 12760"/>
                <a:gd name="connsiteY2" fmla="*/ 6380 h 26371"/>
                <a:gd name="connsiteX3" fmla="*/ 6380 w 12760"/>
                <a:gd name="connsiteY3" fmla="*/ 0 h 26371"/>
                <a:gd name="connsiteX4" fmla="*/ 0 w 12760"/>
                <a:gd name="connsiteY4" fmla="*/ 6380 h 26371"/>
                <a:gd name="connsiteX5" fmla="*/ 0 w 12760"/>
                <a:gd name="connsiteY5" fmla="*/ 19992 h 26371"/>
                <a:gd name="connsiteX6" fmla="*/ 6380 w 12760"/>
                <a:gd name="connsiteY6" fmla="*/ 26372 h 2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60" h="26371">
                  <a:moveTo>
                    <a:pt x="6380" y="26372"/>
                  </a:moveTo>
                  <a:cubicBezTo>
                    <a:pt x="9904" y="26372"/>
                    <a:pt x="12761" y="23515"/>
                    <a:pt x="12761" y="19992"/>
                  </a:cubicBezTo>
                  <a:lnTo>
                    <a:pt x="12761" y="6380"/>
                  </a:lnTo>
                  <a:cubicBezTo>
                    <a:pt x="12761" y="2857"/>
                    <a:pt x="9904" y="0"/>
                    <a:pt x="6380" y="0"/>
                  </a:cubicBezTo>
                  <a:cubicBezTo>
                    <a:pt x="2857" y="0"/>
                    <a:pt x="0" y="2857"/>
                    <a:pt x="0" y="6380"/>
                  </a:cubicBezTo>
                  <a:lnTo>
                    <a:pt x="0" y="19992"/>
                  </a:lnTo>
                  <a:cubicBezTo>
                    <a:pt x="0" y="23515"/>
                    <a:pt x="2857" y="26372"/>
                    <a:pt x="6380" y="26372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2EE25D6-7EAF-4408-9E15-1221C5606809}"/>
                </a:ext>
              </a:extLst>
            </p:cNvPr>
            <p:cNvSpPr/>
            <p:nvPr/>
          </p:nvSpPr>
          <p:spPr>
            <a:xfrm>
              <a:off x="5885416" y="3802645"/>
              <a:ext cx="23812" cy="19142"/>
            </a:xfrm>
            <a:custGeom>
              <a:avLst/>
              <a:gdLst>
                <a:gd name="connsiteX0" fmla="*/ 9571 w 23812"/>
                <a:gd name="connsiteY0" fmla="*/ 18287 h 19142"/>
                <a:gd name="connsiteX1" fmla="*/ 20622 w 23812"/>
                <a:gd name="connsiteY1" fmla="*/ 11907 h 19142"/>
                <a:gd name="connsiteX2" fmla="*/ 22957 w 23812"/>
                <a:gd name="connsiteY2" fmla="*/ 3191 h 19142"/>
                <a:gd name="connsiteX3" fmla="*/ 14242 w 23812"/>
                <a:gd name="connsiteY3" fmla="*/ 856 h 19142"/>
                <a:gd name="connsiteX4" fmla="*/ 3191 w 23812"/>
                <a:gd name="connsiteY4" fmla="*/ 7236 h 19142"/>
                <a:gd name="connsiteX5" fmla="*/ 856 w 23812"/>
                <a:gd name="connsiteY5" fmla="*/ 15952 h 19142"/>
                <a:gd name="connsiteX6" fmla="*/ 9571 w 23812"/>
                <a:gd name="connsiteY6" fmla="*/ 18287 h 1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" h="19142">
                  <a:moveTo>
                    <a:pt x="9571" y="18287"/>
                  </a:moveTo>
                  <a:lnTo>
                    <a:pt x="20622" y="11907"/>
                  </a:lnTo>
                  <a:cubicBezTo>
                    <a:pt x="23673" y="10145"/>
                    <a:pt x="24719" y="6243"/>
                    <a:pt x="22957" y="3191"/>
                  </a:cubicBezTo>
                  <a:cubicBezTo>
                    <a:pt x="21195" y="139"/>
                    <a:pt x="17293" y="-906"/>
                    <a:pt x="14242" y="856"/>
                  </a:cubicBezTo>
                  <a:lnTo>
                    <a:pt x="3191" y="7236"/>
                  </a:lnTo>
                  <a:cubicBezTo>
                    <a:pt x="140" y="8998"/>
                    <a:pt x="-906" y="12900"/>
                    <a:pt x="856" y="15952"/>
                  </a:cubicBezTo>
                  <a:cubicBezTo>
                    <a:pt x="2626" y="19019"/>
                    <a:pt x="6534" y="20041"/>
                    <a:pt x="9571" y="18287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BE03CE7-C504-46E8-89D9-8DA6A0133435}"/>
                </a:ext>
              </a:extLst>
            </p:cNvPr>
            <p:cNvSpPr/>
            <p:nvPr/>
          </p:nvSpPr>
          <p:spPr>
            <a:xfrm>
              <a:off x="5741754" y="3885589"/>
              <a:ext cx="23812" cy="19142"/>
            </a:xfrm>
            <a:custGeom>
              <a:avLst/>
              <a:gdLst>
                <a:gd name="connsiteX0" fmla="*/ 14242 w 23812"/>
                <a:gd name="connsiteY0" fmla="*/ 856 h 19142"/>
                <a:gd name="connsiteX1" fmla="*/ 3191 w 23812"/>
                <a:gd name="connsiteY1" fmla="*/ 7236 h 19142"/>
                <a:gd name="connsiteX2" fmla="*/ 856 w 23812"/>
                <a:gd name="connsiteY2" fmla="*/ 15952 h 19142"/>
                <a:gd name="connsiteX3" fmla="*/ 9571 w 23812"/>
                <a:gd name="connsiteY3" fmla="*/ 18287 h 19142"/>
                <a:gd name="connsiteX4" fmla="*/ 20622 w 23812"/>
                <a:gd name="connsiteY4" fmla="*/ 11907 h 19142"/>
                <a:gd name="connsiteX5" fmla="*/ 22957 w 23812"/>
                <a:gd name="connsiteY5" fmla="*/ 3191 h 19142"/>
                <a:gd name="connsiteX6" fmla="*/ 14242 w 23812"/>
                <a:gd name="connsiteY6" fmla="*/ 856 h 1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" h="19142">
                  <a:moveTo>
                    <a:pt x="14242" y="856"/>
                  </a:moveTo>
                  <a:lnTo>
                    <a:pt x="3191" y="7236"/>
                  </a:lnTo>
                  <a:cubicBezTo>
                    <a:pt x="140" y="8998"/>
                    <a:pt x="-906" y="12900"/>
                    <a:pt x="856" y="15952"/>
                  </a:cubicBezTo>
                  <a:cubicBezTo>
                    <a:pt x="2627" y="19018"/>
                    <a:pt x="6534" y="20041"/>
                    <a:pt x="9571" y="18287"/>
                  </a:cubicBezTo>
                  <a:lnTo>
                    <a:pt x="20622" y="11907"/>
                  </a:lnTo>
                  <a:cubicBezTo>
                    <a:pt x="23673" y="10145"/>
                    <a:pt x="24719" y="6243"/>
                    <a:pt x="22957" y="3191"/>
                  </a:cubicBezTo>
                  <a:cubicBezTo>
                    <a:pt x="21196" y="139"/>
                    <a:pt x="17293" y="-906"/>
                    <a:pt x="14242" y="856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9B442D3C-6E2F-451C-86C6-8FDBEFA9E52B}"/>
                </a:ext>
              </a:extLst>
            </p:cNvPr>
            <p:cNvSpPr/>
            <p:nvPr/>
          </p:nvSpPr>
          <p:spPr>
            <a:xfrm>
              <a:off x="5857392" y="3769950"/>
              <a:ext cx="19142" cy="23812"/>
            </a:xfrm>
            <a:custGeom>
              <a:avLst/>
              <a:gdLst>
                <a:gd name="connsiteX0" fmla="*/ 3191 w 19142"/>
                <a:gd name="connsiteY0" fmla="*/ 22958 h 23812"/>
                <a:gd name="connsiteX1" fmla="*/ 11906 w 19142"/>
                <a:gd name="connsiteY1" fmla="*/ 20622 h 23812"/>
                <a:gd name="connsiteX2" fmla="*/ 18287 w 19142"/>
                <a:gd name="connsiteY2" fmla="*/ 9572 h 23812"/>
                <a:gd name="connsiteX3" fmla="*/ 15952 w 19142"/>
                <a:gd name="connsiteY3" fmla="*/ 856 h 23812"/>
                <a:gd name="connsiteX4" fmla="*/ 7236 w 19142"/>
                <a:gd name="connsiteY4" fmla="*/ 3191 h 23812"/>
                <a:gd name="connsiteX5" fmla="*/ 856 w 19142"/>
                <a:gd name="connsiteY5" fmla="*/ 14242 h 23812"/>
                <a:gd name="connsiteX6" fmla="*/ 3191 w 19142"/>
                <a:gd name="connsiteY6" fmla="*/ 22958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42" h="23812">
                  <a:moveTo>
                    <a:pt x="3191" y="22958"/>
                  </a:moveTo>
                  <a:cubicBezTo>
                    <a:pt x="6228" y="24712"/>
                    <a:pt x="10137" y="23687"/>
                    <a:pt x="11906" y="20622"/>
                  </a:cubicBezTo>
                  <a:lnTo>
                    <a:pt x="18287" y="9572"/>
                  </a:lnTo>
                  <a:cubicBezTo>
                    <a:pt x="20049" y="6520"/>
                    <a:pt x="19003" y="2618"/>
                    <a:pt x="15952" y="856"/>
                  </a:cubicBezTo>
                  <a:cubicBezTo>
                    <a:pt x="12900" y="-906"/>
                    <a:pt x="8997" y="140"/>
                    <a:pt x="7236" y="3191"/>
                  </a:cubicBezTo>
                  <a:lnTo>
                    <a:pt x="856" y="14242"/>
                  </a:lnTo>
                  <a:cubicBezTo>
                    <a:pt x="-906" y="17294"/>
                    <a:pt x="140" y="21196"/>
                    <a:pt x="3191" y="22958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195FB37-7C40-4203-B2A2-5B09415373DA}"/>
                </a:ext>
              </a:extLst>
            </p:cNvPr>
            <p:cNvSpPr/>
            <p:nvPr/>
          </p:nvSpPr>
          <p:spPr>
            <a:xfrm>
              <a:off x="5774448" y="3769950"/>
              <a:ext cx="19142" cy="23812"/>
            </a:xfrm>
            <a:custGeom>
              <a:avLst/>
              <a:gdLst>
                <a:gd name="connsiteX0" fmla="*/ 7236 w 19142"/>
                <a:gd name="connsiteY0" fmla="*/ 20622 h 23812"/>
                <a:gd name="connsiteX1" fmla="*/ 15952 w 19142"/>
                <a:gd name="connsiteY1" fmla="*/ 22957 h 23812"/>
                <a:gd name="connsiteX2" fmla="*/ 18287 w 19142"/>
                <a:gd name="connsiteY2" fmla="*/ 14242 h 23812"/>
                <a:gd name="connsiteX3" fmla="*/ 11906 w 19142"/>
                <a:gd name="connsiteY3" fmla="*/ 3191 h 23812"/>
                <a:gd name="connsiteX4" fmla="*/ 3191 w 19142"/>
                <a:gd name="connsiteY4" fmla="*/ 856 h 23812"/>
                <a:gd name="connsiteX5" fmla="*/ 856 w 19142"/>
                <a:gd name="connsiteY5" fmla="*/ 9571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42" h="23812">
                  <a:moveTo>
                    <a:pt x="7236" y="20622"/>
                  </a:moveTo>
                  <a:cubicBezTo>
                    <a:pt x="9007" y="23689"/>
                    <a:pt x="12915" y="24711"/>
                    <a:pt x="15952" y="22957"/>
                  </a:cubicBezTo>
                  <a:cubicBezTo>
                    <a:pt x="19003" y="21195"/>
                    <a:pt x="20049" y="17293"/>
                    <a:pt x="18287" y="14242"/>
                  </a:cubicBezTo>
                  <a:lnTo>
                    <a:pt x="11906" y="3191"/>
                  </a:lnTo>
                  <a:cubicBezTo>
                    <a:pt x="10145" y="140"/>
                    <a:pt x="6243" y="-906"/>
                    <a:pt x="3191" y="856"/>
                  </a:cubicBezTo>
                  <a:cubicBezTo>
                    <a:pt x="140" y="2618"/>
                    <a:pt x="-906" y="6520"/>
                    <a:pt x="856" y="9571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8124D07E-8967-4FE9-BE9E-425B7B12D499}"/>
                </a:ext>
              </a:extLst>
            </p:cNvPr>
            <p:cNvSpPr/>
            <p:nvPr/>
          </p:nvSpPr>
          <p:spPr>
            <a:xfrm>
              <a:off x="5885416" y="3885589"/>
              <a:ext cx="23813" cy="19142"/>
            </a:xfrm>
            <a:custGeom>
              <a:avLst/>
              <a:gdLst>
                <a:gd name="connsiteX0" fmla="*/ 20622 w 23813"/>
                <a:gd name="connsiteY0" fmla="*/ 7236 h 19142"/>
                <a:gd name="connsiteX1" fmla="*/ 9571 w 23813"/>
                <a:gd name="connsiteY1" fmla="*/ 856 h 19142"/>
                <a:gd name="connsiteX2" fmla="*/ 856 w 23813"/>
                <a:gd name="connsiteY2" fmla="*/ 3191 h 19142"/>
                <a:gd name="connsiteX3" fmla="*/ 3191 w 23813"/>
                <a:gd name="connsiteY3" fmla="*/ 11907 h 19142"/>
                <a:gd name="connsiteX4" fmla="*/ 14242 w 23813"/>
                <a:gd name="connsiteY4" fmla="*/ 18287 h 19142"/>
                <a:gd name="connsiteX5" fmla="*/ 22957 w 23813"/>
                <a:gd name="connsiteY5" fmla="*/ 15952 h 19142"/>
                <a:gd name="connsiteX6" fmla="*/ 20622 w 23813"/>
                <a:gd name="connsiteY6" fmla="*/ 7236 h 1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3" h="19142">
                  <a:moveTo>
                    <a:pt x="20622" y="7236"/>
                  </a:moveTo>
                  <a:lnTo>
                    <a:pt x="9571" y="856"/>
                  </a:lnTo>
                  <a:cubicBezTo>
                    <a:pt x="6519" y="-906"/>
                    <a:pt x="2617" y="140"/>
                    <a:pt x="856" y="3191"/>
                  </a:cubicBezTo>
                  <a:cubicBezTo>
                    <a:pt x="-906" y="6243"/>
                    <a:pt x="140" y="10145"/>
                    <a:pt x="3191" y="11907"/>
                  </a:cubicBezTo>
                  <a:lnTo>
                    <a:pt x="14242" y="18287"/>
                  </a:lnTo>
                  <a:cubicBezTo>
                    <a:pt x="17279" y="20041"/>
                    <a:pt x="21188" y="19017"/>
                    <a:pt x="22957" y="15952"/>
                  </a:cubicBezTo>
                  <a:cubicBezTo>
                    <a:pt x="24719" y="12900"/>
                    <a:pt x="23674" y="8998"/>
                    <a:pt x="20622" y="7236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A1466E77-71EE-4AFA-931F-6ACEC304899B}"/>
                </a:ext>
              </a:extLst>
            </p:cNvPr>
            <p:cNvSpPr/>
            <p:nvPr/>
          </p:nvSpPr>
          <p:spPr>
            <a:xfrm>
              <a:off x="5741754" y="3802645"/>
              <a:ext cx="23813" cy="19142"/>
            </a:xfrm>
            <a:custGeom>
              <a:avLst/>
              <a:gdLst>
                <a:gd name="connsiteX0" fmla="*/ 20622 w 23813"/>
                <a:gd name="connsiteY0" fmla="*/ 7236 h 19142"/>
                <a:gd name="connsiteX1" fmla="*/ 9571 w 23813"/>
                <a:gd name="connsiteY1" fmla="*/ 856 h 19142"/>
                <a:gd name="connsiteX2" fmla="*/ 856 w 23813"/>
                <a:gd name="connsiteY2" fmla="*/ 3191 h 19142"/>
                <a:gd name="connsiteX3" fmla="*/ 3191 w 23813"/>
                <a:gd name="connsiteY3" fmla="*/ 11907 h 19142"/>
                <a:gd name="connsiteX4" fmla="*/ 14242 w 23813"/>
                <a:gd name="connsiteY4" fmla="*/ 18287 h 19142"/>
                <a:gd name="connsiteX5" fmla="*/ 22957 w 23813"/>
                <a:gd name="connsiteY5" fmla="*/ 15952 h 19142"/>
                <a:gd name="connsiteX6" fmla="*/ 20622 w 23813"/>
                <a:gd name="connsiteY6" fmla="*/ 7236 h 1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3" h="19142">
                  <a:moveTo>
                    <a:pt x="20622" y="7236"/>
                  </a:moveTo>
                  <a:lnTo>
                    <a:pt x="9571" y="856"/>
                  </a:lnTo>
                  <a:cubicBezTo>
                    <a:pt x="6519" y="-906"/>
                    <a:pt x="2618" y="140"/>
                    <a:pt x="856" y="3191"/>
                  </a:cubicBezTo>
                  <a:cubicBezTo>
                    <a:pt x="-906" y="6243"/>
                    <a:pt x="140" y="10145"/>
                    <a:pt x="3191" y="11907"/>
                  </a:cubicBezTo>
                  <a:lnTo>
                    <a:pt x="14242" y="18287"/>
                  </a:lnTo>
                  <a:cubicBezTo>
                    <a:pt x="17279" y="20041"/>
                    <a:pt x="21188" y="19017"/>
                    <a:pt x="22957" y="15952"/>
                  </a:cubicBezTo>
                  <a:cubicBezTo>
                    <a:pt x="24719" y="12900"/>
                    <a:pt x="23674" y="8998"/>
                    <a:pt x="20622" y="7236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A2AF37E7-8E2A-49A2-AEF6-C2F9E0723A8F}"/>
                </a:ext>
              </a:extLst>
            </p:cNvPr>
            <p:cNvSpPr/>
            <p:nvPr/>
          </p:nvSpPr>
          <p:spPr>
            <a:xfrm>
              <a:off x="5895675" y="3847308"/>
              <a:ext cx="25521" cy="12760"/>
            </a:xfrm>
            <a:custGeom>
              <a:avLst/>
              <a:gdLst>
                <a:gd name="connsiteX0" fmla="*/ 19141 w 25521"/>
                <a:gd name="connsiteY0" fmla="*/ 0 h 12760"/>
                <a:gd name="connsiteX1" fmla="*/ 6380 w 25521"/>
                <a:gd name="connsiteY1" fmla="*/ 0 h 12760"/>
                <a:gd name="connsiteX2" fmla="*/ 0 w 25521"/>
                <a:gd name="connsiteY2" fmla="*/ 6380 h 12760"/>
                <a:gd name="connsiteX3" fmla="*/ 6380 w 25521"/>
                <a:gd name="connsiteY3" fmla="*/ 12761 h 12760"/>
                <a:gd name="connsiteX4" fmla="*/ 19141 w 25521"/>
                <a:gd name="connsiteY4" fmla="*/ 12761 h 12760"/>
                <a:gd name="connsiteX5" fmla="*/ 25521 w 25521"/>
                <a:gd name="connsiteY5" fmla="*/ 6380 h 12760"/>
                <a:gd name="connsiteX6" fmla="*/ 19141 w 25521"/>
                <a:gd name="connsiteY6" fmla="*/ 0 h 12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521" h="12760">
                  <a:moveTo>
                    <a:pt x="19141" y="0"/>
                  </a:moveTo>
                  <a:lnTo>
                    <a:pt x="6380" y="0"/>
                  </a:lnTo>
                  <a:cubicBezTo>
                    <a:pt x="2857" y="0"/>
                    <a:pt x="0" y="2857"/>
                    <a:pt x="0" y="6380"/>
                  </a:cubicBezTo>
                  <a:cubicBezTo>
                    <a:pt x="0" y="9904"/>
                    <a:pt x="2857" y="12761"/>
                    <a:pt x="6380" y="12761"/>
                  </a:cubicBezTo>
                  <a:lnTo>
                    <a:pt x="19141" y="12761"/>
                  </a:lnTo>
                  <a:cubicBezTo>
                    <a:pt x="22664" y="12761"/>
                    <a:pt x="25521" y="9904"/>
                    <a:pt x="25521" y="6380"/>
                  </a:cubicBezTo>
                  <a:cubicBezTo>
                    <a:pt x="25521" y="2857"/>
                    <a:pt x="22664" y="0"/>
                    <a:pt x="19141" y="0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7342F44-46C9-4BDD-9E48-0F113BD5F5E7}"/>
                </a:ext>
              </a:extLst>
            </p:cNvPr>
            <p:cNvSpPr/>
            <p:nvPr/>
          </p:nvSpPr>
          <p:spPr>
            <a:xfrm>
              <a:off x="5729787" y="3847308"/>
              <a:ext cx="25521" cy="12760"/>
            </a:xfrm>
            <a:custGeom>
              <a:avLst/>
              <a:gdLst>
                <a:gd name="connsiteX0" fmla="*/ 25521 w 25521"/>
                <a:gd name="connsiteY0" fmla="*/ 6380 h 12760"/>
                <a:gd name="connsiteX1" fmla="*/ 19141 w 25521"/>
                <a:gd name="connsiteY1" fmla="*/ 0 h 12760"/>
                <a:gd name="connsiteX2" fmla="*/ 6380 w 25521"/>
                <a:gd name="connsiteY2" fmla="*/ 0 h 12760"/>
                <a:gd name="connsiteX3" fmla="*/ 0 w 25521"/>
                <a:gd name="connsiteY3" fmla="*/ 6380 h 12760"/>
                <a:gd name="connsiteX4" fmla="*/ 6380 w 25521"/>
                <a:gd name="connsiteY4" fmla="*/ 12761 h 12760"/>
                <a:gd name="connsiteX5" fmla="*/ 19141 w 25521"/>
                <a:gd name="connsiteY5" fmla="*/ 12761 h 12760"/>
                <a:gd name="connsiteX6" fmla="*/ 25521 w 25521"/>
                <a:gd name="connsiteY6" fmla="*/ 6380 h 12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521" h="12760">
                  <a:moveTo>
                    <a:pt x="25521" y="6380"/>
                  </a:moveTo>
                  <a:cubicBezTo>
                    <a:pt x="25521" y="2857"/>
                    <a:pt x="22664" y="0"/>
                    <a:pt x="19141" y="0"/>
                  </a:cubicBezTo>
                  <a:lnTo>
                    <a:pt x="6380" y="0"/>
                  </a:lnTo>
                  <a:cubicBezTo>
                    <a:pt x="2857" y="0"/>
                    <a:pt x="0" y="2857"/>
                    <a:pt x="0" y="6380"/>
                  </a:cubicBezTo>
                  <a:cubicBezTo>
                    <a:pt x="0" y="9904"/>
                    <a:pt x="2857" y="12761"/>
                    <a:pt x="6380" y="12761"/>
                  </a:cubicBezTo>
                  <a:lnTo>
                    <a:pt x="19141" y="12761"/>
                  </a:lnTo>
                  <a:cubicBezTo>
                    <a:pt x="22664" y="12761"/>
                    <a:pt x="25521" y="9904"/>
                    <a:pt x="25521" y="6380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1DC90DC-F9F7-46CB-A79E-5191EA250F0E}"/>
                </a:ext>
              </a:extLst>
            </p:cNvPr>
            <p:cNvSpPr/>
            <p:nvPr/>
          </p:nvSpPr>
          <p:spPr>
            <a:xfrm>
              <a:off x="5806350" y="3847308"/>
              <a:ext cx="38281" cy="51042"/>
            </a:xfrm>
            <a:custGeom>
              <a:avLst/>
              <a:gdLst>
                <a:gd name="connsiteX0" fmla="*/ 27390 w 38281"/>
                <a:gd name="connsiteY0" fmla="*/ 1869 h 51042"/>
                <a:gd name="connsiteX1" fmla="*/ 19141 w 38281"/>
                <a:gd name="connsiteY1" fmla="*/ 10118 h 51042"/>
                <a:gd name="connsiteX2" fmla="*/ 10892 w 38281"/>
                <a:gd name="connsiteY2" fmla="*/ 1869 h 51042"/>
                <a:gd name="connsiteX3" fmla="*/ 1869 w 38281"/>
                <a:gd name="connsiteY3" fmla="*/ 1869 h 51042"/>
                <a:gd name="connsiteX4" fmla="*/ 1869 w 38281"/>
                <a:gd name="connsiteY4" fmla="*/ 10892 h 51042"/>
                <a:gd name="connsiteX5" fmla="*/ 12761 w 38281"/>
                <a:gd name="connsiteY5" fmla="*/ 21784 h 51042"/>
                <a:gd name="connsiteX6" fmla="*/ 12761 w 38281"/>
                <a:gd name="connsiteY6" fmla="*/ 44662 h 51042"/>
                <a:gd name="connsiteX7" fmla="*/ 19141 w 38281"/>
                <a:gd name="connsiteY7" fmla="*/ 51042 h 51042"/>
                <a:gd name="connsiteX8" fmla="*/ 25521 w 38281"/>
                <a:gd name="connsiteY8" fmla="*/ 44662 h 51042"/>
                <a:gd name="connsiteX9" fmla="*/ 25521 w 38281"/>
                <a:gd name="connsiteY9" fmla="*/ 21784 h 51042"/>
                <a:gd name="connsiteX10" fmla="*/ 36413 w 38281"/>
                <a:gd name="connsiteY10" fmla="*/ 10892 h 51042"/>
                <a:gd name="connsiteX11" fmla="*/ 36413 w 38281"/>
                <a:gd name="connsiteY11" fmla="*/ 1869 h 51042"/>
                <a:gd name="connsiteX12" fmla="*/ 27390 w 38281"/>
                <a:gd name="connsiteY12" fmla="*/ 1869 h 51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81" h="51042">
                  <a:moveTo>
                    <a:pt x="27390" y="1869"/>
                  </a:moveTo>
                  <a:lnTo>
                    <a:pt x="19141" y="10118"/>
                  </a:lnTo>
                  <a:lnTo>
                    <a:pt x="10892" y="1869"/>
                  </a:lnTo>
                  <a:cubicBezTo>
                    <a:pt x="8400" y="-623"/>
                    <a:pt x="4360" y="-623"/>
                    <a:pt x="1869" y="1869"/>
                  </a:cubicBezTo>
                  <a:cubicBezTo>
                    <a:pt x="-623" y="4361"/>
                    <a:pt x="-623" y="8400"/>
                    <a:pt x="1869" y="10892"/>
                  </a:cubicBezTo>
                  <a:lnTo>
                    <a:pt x="12761" y="21784"/>
                  </a:lnTo>
                  <a:lnTo>
                    <a:pt x="12761" y="44662"/>
                  </a:lnTo>
                  <a:cubicBezTo>
                    <a:pt x="12761" y="48186"/>
                    <a:pt x="15617" y="51042"/>
                    <a:pt x="19141" y="51042"/>
                  </a:cubicBezTo>
                  <a:cubicBezTo>
                    <a:pt x="22665" y="51042"/>
                    <a:pt x="25521" y="48186"/>
                    <a:pt x="25521" y="44662"/>
                  </a:cubicBezTo>
                  <a:lnTo>
                    <a:pt x="25521" y="21784"/>
                  </a:lnTo>
                  <a:lnTo>
                    <a:pt x="36413" y="10892"/>
                  </a:lnTo>
                  <a:cubicBezTo>
                    <a:pt x="38905" y="8400"/>
                    <a:pt x="38905" y="4361"/>
                    <a:pt x="36413" y="1869"/>
                  </a:cubicBezTo>
                  <a:cubicBezTo>
                    <a:pt x="33922" y="-623"/>
                    <a:pt x="29882" y="-623"/>
                    <a:pt x="27390" y="1869"/>
                  </a:cubicBezTo>
                  <a:close/>
                </a:path>
              </a:pathLst>
            </a:custGeom>
            <a:grpFill/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159" name="Graphic 115">
            <a:extLst>
              <a:ext uri="{FF2B5EF4-FFF2-40B4-BE49-F238E27FC236}">
                <a16:creationId xmlns:a16="http://schemas.microsoft.com/office/drawing/2014/main" id="{FA5110D7-6AA3-42C8-A913-E028B9E29DA2}"/>
              </a:ext>
            </a:extLst>
          </p:cNvPr>
          <p:cNvGrpSpPr/>
          <p:nvPr/>
        </p:nvGrpSpPr>
        <p:grpSpPr>
          <a:xfrm>
            <a:off x="979356" y="4485223"/>
            <a:ext cx="210870" cy="210870"/>
            <a:chOff x="5990565" y="3343239"/>
            <a:chExt cx="210870" cy="210870"/>
          </a:xfrm>
          <a:solidFill>
            <a:schemeClr val="accent1"/>
          </a:solidFill>
        </p:grpSpPr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383F333-4DD3-454A-8C20-31968B67F2FD}"/>
                </a:ext>
              </a:extLst>
            </p:cNvPr>
            <p:cNvSpPr/>
            <p:nvPr/>
          </p:nvSpPr>
          <p:spPr>
            <a:xfrm>
              <a:off x="6007526" y="3361258"/>
              <a:ext cx="88403" cy="79097"/>
            </a:xfrm>
            <a:custGeom>
              <a:avLst/>
              <a:gdLst>
                <a:gd name="connsiteX0" fmla="*/ 87346 w 88403"/>
                <a:gd name="connsiteY0" fmla="*/ 960 h 79097"/>
                <a:gd name="connsiteX1" fmla="*/ 84826 w 88403"/>
                <a:gd name="connsiteY1" fmla="*/ 3 h 79097"/>
                <a:gd name="connsiteX2" fmla="*/ 66924 w 88403"/>
                <a:gd name="connsiteY2" fmla="*/ 2527 h 79097"/>
                <a:gd name="connsiteX3" fmla="*/ 68573 w 88403"/>
                <a:gd name="connsiteY3" fmla="*/ 9213 h 79097"/>
                <a:gd name="connsiteX4" fmla="*/ 81518 w 88403"/>
                <a:gd name="connsiteY4" fmla="*/ 7102 h 79097"/>
                <a:gd name="connsiteX5" fmla="*/ 81518 w 88403"/>
                <a:gd name="connsiteY5" fmla="*/ 72212 h 79097"/>
                <a:gd name="connsiteX6" fmla="*/ 7587 w 88403"/>
                <a:gd name="connsiteY6" fmla="*/ 72212 h 79097"/>
                <a:gd name="connsiteX7" fmla="*/ 11306 w 88403"/>
                <a:gd name="connsiteY7" fmla="*/ 59677 h 79097"/>
                <a:gd name="connsiteX8" fmla="*/ 4885 w 88403"/>
                <a:gd name="connsiteY8" fmla="*/ 57198 h 79097"/>
                <a:gd name="connsiteX9" fmla="*/ 44 w 88403"/>
                <a:gd name="connsiteY9" fmla="*/ 75104 h 79097"/>
                <a:gd name="connsiteX10" fmla="*/ 822 w 88403"/>
                <a:gd name="connsiteY10" fmla="*/ 77886 h 79097"/>
                <a:gd name="connsiteX11" fmla="*/ 3442 w 88403"/>
                <a:gd name="connsiteY11" fmla="*/ 79098 h 79097"/>
                <a:gd name="connsiteX12" fmla="*/ 84960 w 88403"/>
                <a:gd name="connsiteY12" fmla="*/ 79098 h 79097"/>
                <a:gd name="connsiteX13" fmla="*/ 88403 w 88403"/>
                <a:gd name="connsiteY13" fmla="*/ 75655 h 79097"/>
                <a:gd name="connsiteX14" fmla="*/ 88403 w 88403"/>
                <a:gd name="connsiteY14" fmla="*/ 3443 h 79097"/>
                <a:gd name="connsiteX15" fmla="*/ 87346 w 88403"/>
                <a:gd name="connsiteY15" fmla="*/ 960 h 79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8403" h="79097">
                  <a:moveTo>
                    <a:pt x="87346" y="960"/>
                  </a:moveTo>
                  <a:cubicBezTo>
                    <a:pt x="86675" y="310"/>
                    <a:pt x="85752" y="-38"/>
                    <a:pt x="84826" y="3"/>
                  </a:cubicBezTo>
                  <a:cubicBezTo>
                    <a:pt x="78784" y="241"/>
                    <a:pt x="72759" y="1088"/>
                    <a:pt x="66924" y="2527"/>
                  </a:cubicBezTo>
                  <a:lnTo>
                    <a:pt x="68573" y="9213"/>
                  </a:lnTo>
                  <a:cubicBezTo>
                    <a:pt x="72804" y="8170"/>
                    <a:pt x="77142" y="7464"/>
                    <a:pt x="81518" y="7102"/>
                  </a:cubicBezTo>
                  <a:lnTo>
                    <a:pt x="81518" y="72212"/>
                  </a:lnTo>
                  <a:lnTo>
                    <a:pt x="7587" y="72212"/>
                  </a:lnTo>
                  <a:cubicBezTo>
                    <a:pt x="8493" y="67943"/>
                    <a:pt x="9739" y="63743"/>
                    <a:pt x="11306" y="59677"/>
                  </a:cubicBezTo>
                  <a:lnTo>
                    <a:pt x="4885" y="57198"/>
                  </a:lnTo>
                  <a:cubicBezTo>
                    <a:pt x="2657" y="62968"/>
                    <a:pt x="1029" y="68993"/>
                    <a:pt x="44" y="75104"/>
                  </a:cubicBezTo>
                  <a:cubicBezTo>
                    <a:pt x="-117" y="76102"/>
                    <a:pt x="168" y="77115"/>
                    <a:pt x="822" y="77886"/>
                  </a:cubicBezTo>
                  <a:cubicBezTo>
                    <a:pt x="1477" y="78657"/>
                    <a:pt x="2434" y="79098"/>
                    <a:pt x="3442" y="79098"/>
                  </a:cubicBezTo>
                  <a:lnTo>
                    <a:pt x="84960" y="79098"/>
                  </a:lnTo>
                  <a:cubicBezTo>
                    <a:pt x="86864" y="79098"/>
                    <a:pt x="88403" y="77555"/>
                    <a:pt x="88403" y="75655"/>
                  </a:cubicBezTo>
                  <a:lnTo>
                    <a:pt x="88403" y="3443"/>
                  </a:lnTo>
                  <a:cubicBezTo>
                    <a:pt x="88403" y="2506"/>
                    <a:pt x="88024" y="1611"/>
                    <a:pt x="87346" y="960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583571D-3949-4F68-A260-76D70DB362B5}"/>
                </a:ext>
              </a:extLst>
            </p:cNvPr>
            <p:cNvSpPr/>
            <p:nvPr/>
          </p:nvSpPr>
          <p:spPr>
            <a:xfrm>
              <a:off x="6102814" y="3361812"/>
              <a:ext cx="82626" cy="99200"/>
            </a:xfrm>
            <a:custGeom>
              <a:avLst/>
              <a:gdLst>
                <a:gd name="connsiteX0" fmla="*/ 64721 w 82626"/>
                <a:gd name="connsiteY0" fmla="*/ 35161 h 99200"/>
                <a:gd name="connsiteX1" fmla="*/ 59212 w 82626"/>
                <a:gd name="connsiteY1" fmla="*/ 39296 h 99200"/>
                <a:gd name="connsiteX2" fmla="*/ 75741 w 82626"/>
                <a:gd name="connsiteY2" fmla="*/ 88872 h 99200"/>
                <a:gd name="connsiteX3" fmla="*/ 75658 w 82626"/>
                <a:gd name="connsiteY3" fmla="*/ 92315 h 99200"/>
                <a:gd name="connsiteX4" fmla="*/ 6886 w 82626"/>
                <a:gd name="connsiteY4" fmla="*/ 92315 h 99200"/>
                <a:gd name="connsiteX5" fmla="*/ 6886 w 82626"/>
                <a:gd name="connsiteY5" fmla="*/ 7412 h 99200"/>
                <a:gd name="connsiteX6" fmla="*/ 22881 w 82626"/>
                <a:gd name="connsiteY6" fmla="*/ 11792 h 99200"/>
                <a:gd name="connsiteX7" fmla="*/ 25363 w 82626"/>
                <a:gd name="connsiteY7" fmla="*/ 5371 h 99200"/>
                <a:gd name="connsiteX8" fmla="*/ 3856 w 82626"/>
                <a:gd name="connsiteY8" fmla="*/ 24 h 99200"/>
                <a:gd name="connsiteX9" fmla="*/ 1160 w 82626"/>
                <a:gd name="connsiteY9" fmla="*/ 868 h 99200"/>
                <a:gd name="connsiteX10" fmla="*/ 0 w 82626"/>
                <a:gd name="connsiteY10" fmla="*/ 3443 h 99200"/>
                <a:gd name="connsiteX11" fmla="*/ 0 w 82626"/>
                <a:gd name="connsiteY11" fmla="*/ 95758 h 99200"/>
                <a:gd name="connsiteX12" fmla="*/ 3443 w 82626"/>
                <a:gd name="connsiteY12" fmla="*/ 99200 h 99200"/>
                <a:gd name="connsiteX13" fmla="*/ 78884 w 82626"/>
                <a:gd name="connsiteY13" fmla="*/ 99200 h 99200"/>
                <a:gd name="connsiteX14" fmla="*/ 82317 w 82626"/>
                <a:gd name="connsiteY14" fmla="*/ 96033 h 99200"/>
                <a:gd name="connsiteX15" fmla="*/ 82627 w 82626"/>
                <a:gd name="connsiteY15" fmla="*/ 88872 h 99200"/>
                <a:gd name="connsiteX16" fmla="*/ 64721 w 82626"/>
                <a:gd name="connsiteY16" fmla="*/ 35161 h 9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626" h="99200">
                  <a:moveTo>
                    <a:pt x="64721" y="35161"/>
                  </a:moveTo>
                  <a:lnTo>
                    <a:pt x="59212" y="39296"/>
                  </a:lnTo>
                  <a:cubicBezTo>
                    <a:pt x="70026" y="53683"/>
                    <a:pt x="75741" y="70825"/>
                    <a:pt x="75741" y="88872"/>
                  </a:cubicBezTo>
                  <a:cubicBezTo>
                    <a:pt x="75741" y="89970"/>
                    <a:pt x="75714" y="91110"/>
                    <a:pt x="75658" y="92315"/>
                  </a:cubicBezTo>
                  <a:lnTo>
                    <a:pt x="6886" y="92315"/>
                  </a:lnTo>
                  <a:lnTo>
                    <a:pt x="6886" y="7412"/>
                  </a:lnTo>
                  <a:cubicBezTo>
                    <a:pt x="12356" y="8332"/>
                    <a:pt x="17720" y="9798"/>
                    <a:pt x="22881" y="11792"/>
                  </a:cubicBezTo>
                  <a:lnTo>
                    <a:pt x="25363" y="5371"/>
                  </a:lnTo>
                  <a:cubicBezTo>
                    <a:pt x="18467" y="2706"/>
                    <a:pt x="11230" y="906"/>
                    <a:pt x="3856" y="24"/>
                  </a:cubicBezTo>
                  <a:cubicBezTo>
                    <a:pt x="2861" y="-93"/>
                    <a:pt x="1897" y="217"/>
                    <a:pt x="1160" y="868"/>
                  </a:cubicBezTo>
                  <a:cubicBezTo>
                    <a:pt x="420" y="1518"/>
                    <a:pt x="0" y="2455"/>
                    <a:pt x="0" y="3443"/>
                  </a:cubicBezTo>
                  <a:lnTo>
                    <a:pt x="0" y="95758"/>
                  </a:lnTo>
                  <a:cubicBezTo>
                    <a:pt x="0" y="97658"/>
                    <a:pt x="1539" y="99200"/>
                    <a:pt x="3443" y="99200"/>
                  </a:cubicBezTo>
                  <a:lnTo>
                    <a:pt x="78884" y="99200"/>
                  </a:lnTo>
                  <a:cubicBezTo>
                    <a:pt x="80678" y="99200"/>
                    <a:pt x="82172" y="97820"/>
                    <a:pt x="82317" y="96033"/>
                  </a:cubicBezTo>
                  <a:cubicBezTo>
                    <a:pt x="82527" y="93416"/>
                    <a:pt x="82627" y="91075"/>
                    <a:pt x="82627" y="88872"/>
                  </a:cubicBezTo>
                  <a:cubicBezTo>
                    <a:pt x="82627" y="69320"/>
                    <a:pt x="76433" y="50750"/>
                    <a:pt x="64721" y="35161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192959F-9F8C-4D54-9EBA-D3A0962C4E8F}"/>
                </a:ext>
              </a:extLst>
            </p:cNvPr>
            <p:cNvSpPr/>
            <p:nvPr/>
          </p:nvSpPr>
          <p:spPr>
            <a:xfrm>
              <a:off x="6006417" y="3447241"/>
              <a:ext cx="89512" cy="92868"/>
            </a:xfrm>
            <a:custGeom>
              <a:avLst/>
              <a:gdLst>
                <a:gd name="connsiteX0" fmla="*/ 86069 w 89512"/>
                <a:gd name="connsiteY0" fmla="*/ 0 h 92868"/>
                <a:gd name="connsiteX1" fmla="*/ 3443 w 89512"/>
                <a:gd name="connsiteY1" fmla="*/ 0 h 92868"/>
                <a:gd name="connsiteX2" fmla="*/ 0 w 89512"/>
                <a:gd name="connsiteY2" fmla="*/ 3443 h 92868"/>
                <a:gd name="connsiteX3" fmla="*/ 1140 w 89512"/>
                <a:gd name="connsiteY3" fmla="*/ 17765 h 92868"/>
                <a:gd name="connsiteX4" fmla="*/ 7939 w 89512"/>
                <a:gd name="connsiteY4" fmla="*/ 16670 h 92868"/>
                <a:gd name="connsiteX5" fmla="*/ 6958 w 89512"/>
                <a:gd name="connsiteY5" fmla="*/ 6886 h 92868"/>
                <a:gd name="connsiteX6" fmla="*/ 82627 w 89512"/>
                <a:gd name="connsiteY6" fmla="*/ 6886 h 92868"/>
                <a:gd name="connsiteX7" fmla="*/ 82627 w 89512"/>
                <a:gd name="connsiteY7" fmla="*/ 85766 h 92868"/>
                <a:gd name="connsiteX8" fmla="*/ 63096 w 89512"/>
                <a:gd name="connsiteY8" fmla="*/ 81738 h 92868"/>
                <a:gd name="connsiteX9" fmla="*/ 60896 w 89512"/>
                <a:gd name="connsiteY9" fmla="*/ 88266 h 92868"/>
                <a:gd name="connsiteX10" fmla="*/ 85932 w 89512"/>
                <a:gd name="connsiteY10" fmla="*/ 92865 h 92868"/>
                <a:gd name="connsiteX11" fmla="*/ 86066 w 89512"/>
                <a:gd name="connsiteY11" fmla="*/ 92869 h 92868"/>
                <a:gd name="connsiteX12" fmla="*/ 88452 w 89512"/>
                <a:gd name="connsiteY12" fmla="*/ 91908 h 92868"/>
                <a:gd name="connsiteX13" fmla="*/ 89512 w 89512"/>
                <a:gd name="connsiteY13" fmla="*/ 89426 h 92868"/>
                <a:gd name="connsiteX14" fmla="*/ 89512 w 89512"/>
                <a:gd name="connsiteY14" fmla="*/ 3443 h 92868"/>
                <a:gd name="connsiteX15" fmla="*/ 86069 w 89512"/>
                <a:gd name="connsiteY15" fmla="*/ 0 h 9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9512" h="92868">
                  <a:moveTo>
                    <a:pt x="86069" y="0"/>
                  </a:moveTo>
                  <a:lnTo>
                    <a:pt x="3443" y="0"/>
                  </a:lnTo>
                  <a:cubicBezTo>
                    <a:pt x="1539" y="0"/>
                    <a:pt x="0" y="1542"/>
                    <a:pt x="0" y="3443"/>
                  </a:cubicBezTo>
                  <a:cubicBezTo>
                    <a:pt x="0" y="8252"/>
                    <a:pt x="382" y="13069"/>
                    <a:pt x="1140" y="17765"/>
                  </a:cubicBezTo>
                  <a:lnTo>
                    <a:pt x="7939" y="16670"/>
                  </a:lnTo>
                  <a:cubicBezTo>
                    <a:pt x="7419" y="13454"/>
                    <a:pt x="7092" y="10177"/>
                    <a:pt x="6958" y="6886"/>
                  </a:cubicBezTo>
                  <a:lnTo>
                    <a:pt x="82627" y="6886"/>
                  </a:lnTo>
                  <a:lnTo>
                    <a:pt x="82627" y="85766"/>
                  </a:lnTo>
                  <a:cubicBezTo>
                    <a:pt x="75958" y="85216"/>
                    <a:pt x="69406" y="83866"/>
                    <a:pt x="63096" y="81738"/>
                  </a:cubicBezTo>
                  <a:lnTo>
                    <a:pt x="60896" y="88266"/>
                  </a:lnTo>
                  <a:cubicBezTo>
                    <a:pt x="68955" y="90982"/>
                    <a:pt x="77376" y="92531"/>
                    <a:pt x="85932" y="92865"/>
                  </a:cubicBezTo>
                  <a:cubicBezTo>
                    <a:pt x="85976" y="92865"/>
                    <a:pt x="86021" y="92869"/>
                    <a:pt x="86066" y="92869"/>
                  </a:cubicBezTo>
                  <a:cubicBezTo>
                    <a:pt x="86954" y="92869"/>
                    <a:pt x="87811" y="92525"/>
                    <a:pt x="88452" y="91908"/>
                  </a:cubicBezTo>
                  <a:cubicBezTo>
                    <a:pt x="89133" y="91258"/>
                    <a:pt x="89512" y="90363"/>
                    <a:pt x="89512" y="89426"/>
                  </a:cubicBezTo>
                  <a:lnTo>
                    <a:pt x="89512" y="3443"/>
                  </a:lnTo>
                  <a:cubicBezTo>
                    <a:pt x="89512" y="1542"/>
                    <a:pt x="87973" y="0"/>
                    <a:pt x="86069" y="0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2DFBB47-1CF6-40F2-BFBC-7361142647CC}"/>
                </a:ext>
              </a:extLst>
            </p:cNvPr>
            <p:cNvSpPr/>
            <p:nvPr/>
          </p:nvSpPr>
          <p:spPr>
            <a:xfrm>
              <a:off x="6102814" y="3467898"/>
              <a:ext cx="80110" cy="71657"/>
            </a:xfrm>
            <a:custGeom>
              <a:avLst/>
              <a:gdLst>
                <a:gd name="connsiteX0" fmla="*/ 79377 w 80110"/>
                <a:gd name="connsiteY0" fmla="*/ 1322 h 71657"/>
                <a:gd name="connsiteX1" fmla="*/ 76674 w 80110"/>
                <a:gd name="connsiteY1" fmla="*/ 0 h 71657"/>
                <a:gd name="connsiteX2" fmla="*/ 3443 w 80110"/>
                <a:gd name="connsiteY2" fmla="*/ 0 h 71657"/>
                <a:gd name="connsiteX3" fmla="*/ 0 w 80110"/>
                <a:gd name="connsiteY3" fmla="*/ 3443 h 71657"/>
                <a:gd name="connsiteX4" fmla="*/ 0 w 80110"/>
                <a:gd name="connsiteY4" fmla="*/ 68215 h 71657"/>
                <a:gd name="connsiteX5" fmla="*/ 1157 w 80110"/>
                <a:gd name="connsiteY5" fmla="*/ 70790 h 71657"/>
                <a:gd name="connsiteX6" fmla="*/ 3443 w 80110"/>
                <a:gd name="connsiteY6" fmla="*/ 71658 h 71657"/>
                <a:gd name="connsiteX7" fmla="*/ 3852 w 80110"/>
                <a:gd name="connsiteY7" fmla="*/ 71634 h 71657"/>
                <a:gd name="connsiteX8" fmla="*/ 14594 w 80110"/>
                <a:gd name="connsiteY8" fmla="*/ 69678 h 71657"/>
                <a:gd name="connsiteX9" fmla="*/ 12945 w 80110"/>
                <a:gd name="connsiteY9" fmla="*/ 62992 h 71657"/>
                <a:gd name="connsiteX10" fmla="*/ 6882 w 80110"/>
                <a:gd name="connsiteY10" fmla="*/ 64246 h 71657"/>
                <a:gd name="connsiteX11" fmla="*/ 6882 w 80110"/>
                <a:gd name="connsiteY11" fmla="*/ 6886 h 71657"/>
                <a:gd name="connsiteX12" fmla="*/ 72150 w 80110"/>
                <a:gd name="connsiteY12" fmla="*/ 6886 h 71657"/>
                <a:gd name="connsiteX13" fmla="*/ 71400 w 80110"/>
                <a:gd name="connsiteY13" fmla="*/ 9230 h 71657"/>
                <a:gd name="connsiteX14" fmla="*/ 77924 w 80110"/>
                <a:gd name="connsiteY14" fmla="*/ 11430 h 71657"/>
                <a:gd name="connsiteX15" fmla="*/ 80010 w 80110"/>
                <a:gd name="connsiteY15" fmla="*/ 4269 h 71657"/>
                <a:gd name="connsiteX16" fmla="*/ 79377 w 80110"/>
                <a:gd name="connsiteY16" fmla="*/ 1322 h 7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0110" h="71657">
                  <a:moveTo>
                    <a:pt x="79377" y="1322"/>
                  </a:moveTo>
                  <a:cubicBezTo>
                    <a:pt x="78729" y="485"/>
                    <a:pt x="77731" y="0"/>
                    <a:pt x="76674" y="0"/>
                  </a:cubicBezTo>
                  <a:lnTo>
                    <a:pt x="3443" y="0"/>
                  </a:lnTo>
                  <a:cubicBezTo>
                    <a:pt x="1539" y="0"/>
                    <a:pt x="0" y="1542"/>
                    <a:pt x="0" y="3443"/>
                  </a:cubicBezTo>
                  <a:lnTo>
                    <a:pt x="0" y="68215"/>
                  </a:lnTo>
                  <a:cubicBezTo>
                    <a:pt x="0" y="69200"/>
                    <a:pt x="420" y="70136"/>
                    <a:pt x="1157" y="70790"/>
                  </a:cubicBezTo>
                  <a:cubicBezTo>
                    <a:pt x="1794" y="71355"/>
                    <a:pt x="2606" y="71658"/>
                    <a:pt x="3443" y="71658"/>
                  </a:cubicBezTo>
                  <a:cubicBezTo>
                    <a:pt x="3577" y="71658"/>
                    <a:pt x="3715" y="71651"/>
                    <a:pt x="3852" y="71634"/>
                  </a:cubicBezTo>
                  <a:cubicBezTo>
                    <a:pt x="7454" y="71203"/>
                    <a:pt x="11069" y="70546"/>
                    <a:pt x="14594" y="69678"/>
                  </a:cubicBezTo>
                  <a:lnTo>
                    <a:pt x="12945" y="62992"/>
                  </a:lnTo>
                  <a:cubicBezTo>
                    <a:pt x="10948" y="63485"/>
                    <a:pt x="8920" y="63905"/>
                    <a:pt x="6882" y="64246"/>
                  </a:cubicBezTo>
                  <a:lnTo>
                    <a:pt x="6882" y="6886"/>
                  </a:lnTo>
                  <a:lnTo>
                    <a:pt x="72150" y="6886"/>
                  </a:lnTo>
                  <a:cubicBezTo>
                    <a:pt x="71913" y="7671"/>
                    <a:pt x="71661" y="8452"/>
                    <a:pt x="71400" y="9230"/>
                  </a:cubicBezTo>
                  <a:lnTo>
                    <a:pt x="77924" y="11430"/>
                  </a:lnTo>
                  <a:cubicBezTo>
                    <a:pt x="78723" y="9061"/>
                    <a:pt x="79428" y="6651"/>
                    <a:pt x="80010" y="4269"/>
                  </a:cubicBezTo>
                  <a:cubicBezTo>
                    <a:pt x="80265" y="3243"/>
                    <a:pt x="80031" y="2155"/>
                    <a:pt x="79377" y="1322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1F7FFF2-BE03-430F-A594-4A58C048E378}"/>
                </a:ext>
              </a:extLst>
            </p:cNvPr>
            <p:cNvSpPr/>
            <p:nvPr/>
          </p:nvSpPr>
          <p:spPr>
            <a:xfrm>
              <a:off x="5992646" y="3343239"/>
              <a:ext cx="89512" cy="83346"/>
            </a:xfrm>
            <a:custGeom>
              <a:avLst/>
              <a:gdLst>
                <a:gd name="connsiteX0" fmla="*/ 78482 w 89512"/>
                <a:gd name="connsiteY0" fmla="*/ 33791 h 83346"/>
                <a:gd name="connsiteX1" fmla="*/ 78471 w 89512"/>
                <a:gd name="connsiteY1" fmla="*/ 33787 h 83346"/>
                <a:gd name="connsiteX2" fmla="*/ 61970 w 89512"/>
                <a:gd name="connsiteY2" fmla="*/ 28262 h 83346"/>
                <a:gd name="connsiteX3" fmla="*/ 58803 w 89512"/>
                <a:gd name="connsiteY3" fmla="*/ 28475 h 83346"/>
                <a:gd name="connsiteX4" fmla="*/ 42529 w 89512"/>
                <a:gd name="connsiteY4" fmla="*/ 13299 h 83346"/>
                <a:gd name="connsiteX5" fmla="*/ 52850 w 89512"/>
                <a:gd name="connsiteY5" fmla="*/ 6445 h 83346"/>
                <a:gd name="connsiteX6" fmla="*/ 50430 w 89512"/>
                <a:gd name="connsiteY6" fmla="*/ 0 h 83346"/>
                <a:gd name="connsiteX7" fmla="*/ 37420 w 89512"/>
                <a:gd name="connsiteY7" fmla="*/ 8676 h 83346"/>
                <a:gd name="connsiteX8" fmla="*/ 35178 w 89512"/>
                <a:gd name="connsiteY8" fmla="*/ 11365 h 83346"/>
                <a:gd name="connsiteX9" fmla="*/ 30985 w 89512"/>
                <a:gd name="connsiteY9" fmla="*/ 11048 h 83346"/>
                <a:gd name="connsiteX10" fmla="*/ 0 w 89512"/>
                <a:gd name="connsiteY10" fmla="*/ 42033 h 83346"/>
                <a:gd name="connsiteX11" fmla="*/ 30985 w 89512"/>
                <a:gd name="connsiteY11" fmla="*/ 73018 h 83346"/>
                <a:gd name="connsiteX12" fmla="*/ 39547 w 89512"/>
                <a:gd name="connsiteY12" fmla="*/ 71789 h 83346"/>
                <a:gd name="connsiteX13" fmla="*/ 55993 w 89512"/>
                <a:gd name="connsiteY13" fmla="*/ 82678 h 83346"/>
                <a:gd name="connsiteX14" fmla="*/ 56000 w 89512"/>
                <a:gd name="connsiteY14" fmla="*/ 82682 h 83346"/>
                <a:gd name="connsiteX15" fmla="*/ 61970 w 89512"/>
                <a:gd name="connsiteY15" fmla="*/ 83346 h 83346"/>
                <a:gd name="connsiteX16" fmla="*/ 79886 w 89512"/>
                <a:gd name="connsiteY16" fmla="*/ 76702 h 83346"/>
                <a:gd name="connsiteX17" fmla="*/ 79893 w 89512"/>
                <a:gd name="connsiteY17" fmla="*/ 76695 h 83346"/>
                <a:gd name="connsiteX18" fmla="*/ 89512 w 89512"/>
                <a:gd name="connsiteY18" fmla="*/ 55804 h 83346"/>
                <a:gd name="connsiteX19" fmla="*/ 78482 w 89512"/>
                <a:gd name="connsiteY19" fmla="*/ 33791 h 83346"/>
                <a:gd name="connsiteX20" fmla="*/ 30985 w 89512"/>
                <a:gd name="connsiteY20" fmla="*/ 66132 h 83346"/>
                <a:gd name="connsiteX21" fmla="*/ 6886 w 89512"/>
                <a:gd name="connsiteY21" fmla="*/ 42033 h 83346"/>
                <a:gd name="connsiteX22" fmla="*/ 30985 w 89512"/>
                <a:gd name="connsiteY22" fmla="*/ 17933 h 83346"/>
                <a:gd name="connsiteX23" fmla="*/ 31257 w 89512"/>
                <a:gd name="connsiteY23" fmla="*/ 17947 h 83346"/>
                <a:gd name="connsiteX24" fmla="*/ 28747 w 89512"/>
                <a:gd name="connsiteY24" fmla="*/ 26017 h 83346"/>
                <a:gd name="connsiteX25" fmla="*/ 35519 w 89512"/>
                <a:gd name="connsiteY25" fmla="*/ 27253 h 83346"/>
                <a:gd name="connsiteX26" fmla="*/ 38366 w 89512"/>
                <a:gd name="connsiteY26" fmla="*/ 19101 h 83346"/>
                <a:gd name="connsiteX27" fmla="*/ 53528 w 89512"/>
                <a:gd name="connsiteY27" fmla="*/ 33588 h 83346"/>
                <a:gd name="connsiteX28" fmla="*/ 54176 w 89512"/>
                <a:gd name="connsiteY28" fmla="*/ 35560 h 83346"/>
                <a:gd name="connsiteX29" fmla="*/ 54241 w 89512"/>
                <a:gd name="connsiteY29" fmla="*/ 35819 h 83346"/>
                <a:gd name="connsiteX30" fmla="*/ 54661 w 89512"/>
                <a:gd name="connsiteY30" fmla="*/ 37623 h 83346"/>
                <a:gd name="connsiteX31" fmla="*/ 54785 w 89512"/>
                <a:gd name="connsiteY31" fmla="*/ 38421 h 83346"/>
                <a:gd name="connsiteX32" fmla="*/ 54971 w 89512"/>
                <a:gd name="connsiteY32" fmla="*/ 39768 h 83346"/>
                <a:gd name="connsiteX33" fmla="*/ 55084 w 89512"/>
                <a:gd name="connsiteY33" fmla="*/ 42033 h 83346"/>
                <a:gd name="connsiteX34" fmla="*/ 54437 w 89512"/>
                <a:gd name="connsiteY34" fmla="*/ 47497 h 83346"/>
                <a:gd name="connsiteX35" fmla="*/ 30985 w 89512"/>
                <a:gd name="connsiteY35" fmla="*/ 66132 h 83346"/>
                <a:gd name="connsiteX36" fmla="*/ 54193 w 89512"/>
                <a:gd name="connsiteY36" fmla="*/ 74932 h 83346"/>
                <a:gd name="connsiteX37" fmla="*/ 46137 w 89512"/>
                <a:gd name="connsiteY37" fmla="*/ 69031 h 83346"/>
                <a:gd name="connsiteX38" fmla="*/ 58221 w 89512"/>
                <a:gd name="connsiteY38" fmla="*/ 56795 h 83346"/>
                <a:gd name="connsiteX39" fmla="*/ 54193 w 89512"/>
                <a:gd name="connsiteY39" fmla="*/ 74932 h 83346"/>
                <a:gd name="connsiteX40" fmla="*/ 82341 w 89512"/>
                <a:gd name="connsiteY40" fmla="*/ 52361 h 83346"/>
                <a:gd name="connsiteX41" fmla="*/ 68856 w 89512"/>
                <a:gd name="connsiteY41" fmla="*/ 52361 h 83346"/>
                <a:gd name="connsiteX42" fmla="*/ 76936 w 89512"/>
                <a:gd name="connsiteY42" fmla="*/ 41592 h 83346"/>
                <a:gd name="connsiteX43" fmla="*/ 82341 w 89512"/>
                <a:gd name="connsiteY43" fmla="*/ 52361 h 83346"/>
                <a:gd name="connsiteX44" fmla="*/ 71427 w 89512"/>
                <a:gd name="connsiteY44" fmla="*/ 37454 h 83346"/>
                <a:gd name="connsiteX45" fmla="*/ 68418 w 89512"/>
                <a:gd name="connsiteY45" fmla="*/ 41465 h 83346"/>
                <a:gd name="connsiteX46" fmla="*/ 62400 w 89512"/>
                <a:gd name="connsiteY46" fmla="*/ 49486 h 83346"/>
                <a:gd name="connsiteX47" fmla="*/ 61423 w 89512"/>
                <a:gd name="connsiteY47" fmla="*/ 47724 h 83346"/>
                <a:gd name="connsiteX48" fmla="*/ 61423 w 89512"/>
                <a:gd name="connsiteY48" fmla="*/ 47720 h 83346"/>
                <a:gd name="connsiteX49" fmla="*/ 61822 w 89512"/>
                <a:gd name="connsiteY49" fmla="*/ 44914 h 83346"/>
                <a:gd name="connsiteX50" fmla="*/ 61970 w 89512"/>
                <a:gd name="connsiteY50" fmla="*/ 42033 h 83346"/>
                <a:gd name="connsiteX51" fmla="*/ 61777 w 89512"/>
                <a:gd name="connsiteY51" fmla="*/ 38662 h 83346"/>
                <a:gd name="connsiteX52" fmla="*/ 61705 w 89512"/>
                <a:gd name="connsiteY52" fmla="*/ 38180 h 83346"/>
                <a:gd name="connsiteX53" fmla="*/ 61195 w 89512"/>
                <a:gd name="connsiteY53" fmla="*/ 35240 h 83346"/>
                <a:gd name="connsiteX54" fmla="*/ 61182 w 89512"/>
                <a:gd name="connsiteY54" fmla="*/ 35165 h 83346"/>
                <a:gd name="connsiteX55" fmla="*/ 71427 w 89512"/>
                <a:gd name="connsiteY55" fmla="*/ 37454 h 83346"/>
                <a:gd name="connsiteX56" fmla="*/ 60913 w 89512"/>
                <a:gd name="connsiteY56" fmla="*/ 76433 h 83346"/>
                <a:gd name="connsiteX57" fmla="*/ 63836 w 89512"/>
                <a:gd name="connsiteY57" fmla="*/ 63275 h 83346"/>
                <a:gd name="connsiteX58" fmla="*/ 72601 w 89512"/>
                <a:gd name="connsiteY58" fmla="*/ 73500 h 83346"/>
                <a:gd name="connsiteX59" fmla="*/ 60913 w 89512"/>
                <a:gd name="connsiteY59" fmla="*/ 76433 h 83346"/>
                <a:gd name="connsiteX60" fmla="*/ 77827 w 89512"/>
                <a:gd name="connsiteY60" fmla="*/ 69014 h 83346"/>
                <a:gd name="connsiteX61" fmla="*/ 69458 w 89512"/>
                <a:gd name="connsiteY61" fmla="*/ 59247 h 83346"/>
                <a:gd name="connsiteX62" fmla="*/ 82337 w 89512"/>
                <a:gd name="connsiteY62" fmla="*/ 59247 h 83346"/>
                <a:gd name="connsiteX63" fmla="*/ 77827 w 89512"/>
                <a:gd name="connsiteY63" fmla="*/ 69014 h 8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89512" h="83346">
                  <a:moveTo>
                    <a:pt x="78482" y="33791"/>
                  </a:moveTo>
                  <a:cubicBezTo>
                    <a:pt x="78478" y="33787"/>
                    <a:pt x="78475" y="33787"/>
                    <a:pt x="78471" y="33787"/>
                  </a:cubicBezTo>
                  <a:cubicBezTo>
                    <a:pt x="73655" y="30172"/>
                    <a:pt x="67950" y="28262"/>
                    <a:pt x="61970" y="28262"/>
                  </a:cubicBezTo>
                  <a:cubicBezTo>
                    <a:pt x="60934" y="28262"/>
                    <a:pt x="59880" y="28341"/>
                    <a:pt x="58803" y="28475"/>
                  </a:cubicBezTo>
                  <a:cubicBezTo>
                    <a:pt x="55446" y="21617"/>
                    <a:pt x="49648" y="16174"/>
                    <a:pt x="42529" y="13299"/>
                  </a:cubicBezTo>
                  <a:cubicBezTo>
                    <a:pt x="45365" y="10290"/>
                    <a:pt x="48929" y="7918"/>
                    <a:pt x="52850" y="6445"/>
                  </a:cubicBezTo>
                  <a:lnTo>
                    <a:pt x="50430" y="0"/>
                  </a:lnTo>
                  <a:cubicBezTo>
                    <a:pt x="45483" y="1856"/>
                    <a:pt x="40986" y="4858"/>
                    <a:pt x="37420" y="8676"/>
                  </a:cubicBezTo>
                  <a:cubicBezTo>
                    <a:pt x="36593" y="9561"/>
                    <a:pt x="35860" y="10459"/>
                    <a:pt x="35178" y="11365"/>
                  </a:cubicBezTo>
                  <a:cubicBezTo>
                    <a:pt x="33801" y="11179"/>
                    <a:pt x="32410" y="11048"/>
                    <a:pt x="30985" y="11048"/>
                  </a:cubicBezTo>
                  <a:cubicBezTo>
                    <a:pt x="13898" y="11048"/>
                    <a:pt x="0" y="24950"/>
                    <a:pt x="0" y="42033"/>
                  </a:cubicBezTo>
                  <a:cubicBezTo>
                    <a:pt x="0" y="59116"/>
                    <a:pt x="13898" y="73018"/>
                    <a:pt x="30985" y="73018"/>
                  </a:cubicBezTo>
                  <a:cubicBezTo>
                    <a:pt x="33956" y="73018"/>
                    <a:pt x="36824" y="72574"/>
                    <a:pt x="39547" y="71789"/>
                  </a:cubicBezTo>
                  <a:cubicBezTo>
                    <a:pt x="43482" y="77297"/>
                    <a:pt x="49342" y="81205"/>
                    <a:pt x="55993" y="82678"/>
                  </a:cubicBezTo>
                  <a:cubicBezTo>
                    <a:pt x="55997" y="82678"/>
                    <a:pt x="55997" y="82682"/>
                    <a:pt x="56000" y="82682"/>
                  </a:cubicBezTo>
                  <a:cubicBezTo>
                    <a:pt x="57997" y="83122"/>
                    <a:pt x="60008" y="83346"/>
                    <a:pt x="61970" y="83346"/>
                  </a:cubicBezTo>
                  <a:cubicBezTo>
                    <a:pt x="68525" y="83346"/>
                    <a:pt x="74891" y="80984"/>
                    <a:pt x="79886" y="76702"/>
                  </a:cubicBezTo>
                  <a:cubicBezTo>
                    <a:pt x="79890" y="76698"/>
                    <a:pt x="79890" y="76698"/>
                    <a:pt x="79893" y="76695"/>
                  </a:cubicBezTo>
                  <a:cubicBezTo>
                    <a:pt x="86004" y="71448"/>
                    <a:pt x="89512" y="63833"/>
                    <a:pt x="89512" y="55804"/>
                  </a:cubicBezTo>
                  <a:cubicBezTo>
                    <a:pt x="89512" y="47080"/>
                    <a:pt x="85491" y="39058"/>
                    <a:pt x="78482" y="33791"/>
                  </a:cubicBezTo>
                  <a:close/>
                  <a:moveTo>
                    <a:pt x="30985" y="66132"/>
                  </a:moveTo>
                  <a:cubicBezTo>
                    <a:pt x="17699" y="66132"/>
                    <a:pt x="6886" y="55322"/>
                    <a:pt x="6886" y="42033"/>
                  </a:cubicBezTo>
                  <a:cubicBezTo>
                    <a:pt x="6886" y="28744"/>
                    <a:pt x="17699" y="17933"/>
                    <a:pt x="30985" y="17933"/>
                  </a:cubicBezTo>
                  <a:cubicBezTo>
                    <a:pt x="31078" y="17933"/>
                    <a:pt x="31164" y="17947"/>
                    <a:pt x="31257" y="17947"/>
                  </a:cubicBezTo>
                  <a:cubicBezTo>
                    <a:pt x="29911" y="20939"/>
                    <a:pt x="29160" y="23745"/>
                    <a:pt x="28747" y="26017"/>
                  </a:cubicBezTo>
                  <a:lnTo>
                    <a:pt x="35519" y="27253"/>
                  </a:lnTo>
                  <a:cubicBezTo>
                    <a:pt x="35929" y="25008"/>
                    <a:pt x="36752" y="22116"/>
                    <a:pt x="38366" y="19101"/>
                  </a:cubicBezTo>
                  <a:cubicBezTo>
                    <a:pt x="45365" y="21359"/>
                    <a:pt x="50953" y="26737"/>
                    <a:pt x="53528" y="33588"/>
                  </a:cubicBezTo>
                  <a:cubicBezTo>
                    <a:pt x="53773" y="34242"/>
                    <a:pt x="53990" y="34899"/>
                    <a:pt x="54176" y="35560"/>
                  </a:cubicBezTo>
                  <a:cubicBezTo>
                    <a:pt x="54200" y="35646"/>
                    <a:pt x="54220" y="35733"/>
                    <a:pt x="54241" y="35819"/>
                  </a:cubicBezTo>
                  <a:cubicBezTo>
                    <a:pt x="54403" y="36418"/>
                    <a:pt x="54544" y="37017"/>
                    <a:pt x="54661" y="37623"/>
                  </a:cubicBezTo>
                  <a:cubicBezTo>
                    <a:pt x="54709" y="37888"/>
                    <a:pt x="54744" y="38156"/>
                    <a:pt x="54785" y="38421"/>
                  </a:cubicBezTo>
                  <a:cubicBezTo>
                    <a:pt x="54854" y="38869"/>
                    <a:pt x="54926" y="39316"/>
                    <a:pt x="54971" y="39768"/>
                  </a:cubicBezTo>
                  <a:cubicBezTo>
                    <a:pt x="55040" y="40511"/>
                    <a:pt x="55084" y="41269"/>
                    <a:pt x="55084" y="42033"/>
                  </a:cubicBezTo>
                  <a:cubicBezTo>
                    <a:pt x="55084" y="43806"/>
                    <a:pt x="54868" y="45644"/>
                    <a:pt x="54437" y="47497"/>
                  </a:cubicBezTo>
                  <a:cubicBezTo>
                    <a:pt x="51948" y="58159"/>
                    <a:pt x="42391" y="66132"/>
                    <a:pt x="30985" y="66132"/>
                  </a:cubicBezTo>
                  <a:close/>
                  <a:moveTo>
                    <a:pt x="54193" y="74932"/>
                  </a:moveTo>
                  <a:cubicBezTo>
                    <a:pt x="51067" y="73658"/>
                    <a:pt x="48309" y="71620"/>
                    <a:pt x="46137" y="69031"/>
                  </a:cubicBezTo>
                  <a:cubicBezTo>
                    <a:pt x="51222" y="66167"/>
                    <a:pt x="55429" y="61925"/>
                    <a:pt x="58221" y="56795"/>
                  </a:cubicBezTo>
                  <a:lnTo>
                    <a:pt x="54193" y="74932"/>
                  </a:lnTo>
                  <a:close/>
                  <a:moveTo>
                    <a:pt x="82341" y="52361"/>
                  </a:moveTo>
                  <a:lnTo>
                    <a:pt x="68856" y="52361"/>
                  </a:lnTo>
                  <a:lnTo>
                    <a:pt x="76936" y="41592"/>
                  </a:lnTo>
                  <a:cubicBezTo>
                    <a:pt x="79793" y="44577"/>
                    <a:pt x="81666" y="48302"/>
                    <a:pt x="82341" y="52361"/>
                  </a:cubicBezTo>
                  <a:close/>
                  <a:moveTo>
                    <a:pt x="71427" y="37454"/>
                  </a:moveTo>
                  <a:lnTo>
                    <a:pt x="68418" y="41465"/>
                  </a:lnTo>
                  <a:lnTo>
                    <a:pt x="62400" y="49486"/>
                  </a:lnTo>
                  <a:lnTo>
                    <a:pt x="61423" y="47724"/>
                  </a:lnTo>
                  <a:lnTo>
                    <a:pt x="61423" y="47720"/>
                  </a:lnTo>
                  <a:cubicBezTo>
                    <a:pt x="61595" y="46798"/>
                    <a:pt x="61736" y="45865"/>
                    <a:pt x="61822" y="44914"/>
                  </a:cubicBezTo>
                  <a:cubicBezTo>
                    <a:pt x="61918" y="43950"/>
                    <a:pt x="61970" y="42986"/>
                    <a:pt x="61970" y="42033"/>
                  </a:cubicBezTo>
                  <a:cubicBezTo>
                    <a:pt x="61970" y="40893"/>
                    <a:pt x="61898" y="39771"/>
                    <a:pt x="61777" y="38662"/>
                  </a:cubicBezTo>
                  <a:cubicBezTo>
                    <a:pt x="61760" y="38501"/>
                    <a:pt x="61726" y="38342"/>
                    <a:pt x="61705" y="38180"/>
                  </a:cubicBezTo>
                  <a:cubicBezTo>
                    <a:pt x="61581" y="37185"/>
                    <a:pt x="61412" y="36204"/>
                    <a:pt x="61195" y="35240"/>
                  </a:cubicBezTo>
                  <a:cubicBezTo>
                    <a:pt x="61192" y="35216"/>
                    <a:pt x="61188" y="35192"/>
                    <a:pt x="61182" y="35165"/>
                  </a:cubicBezTo>
                  <a:cubicBezTo>
                    <a:pt x="64872" y="35003"/>
                    <a:pt x="68284" y="35822"/>
                    <a:pt x="71427" y="37454"/>
                  </a:cubicBezTo>
                  <a:close/>
                  <a:moveTo>
                    <a:pt x="60913" y="76433"/>
                  </a:moveTo>
                  <a:lnTo>
                    <a:pt x="63836" y="63275"/>
                  </a:lnTo>
                  <a:lnTo>
                    <a:pt x="72601" y="73500"/>
                  </a:lnTo>
                  <a:cubicBezTo>
                    <a:pt x="69103" y="75603"/>
                    <a:pt x="65058" y="76647"/>
                    <a:pt x="60913" y="76433"/>
                  </a:cubicBezTo>
                  <a:close/>
                  <a:moveTo>
                    <a:pt x="77827" y="69014"/>
                  </a:moveTo>
                  <a:lnTo>
                    <a:pt x="69458" y="59247"/>
                  </a:lnTo>
                  <a:lnTo>
                    <a:pt x="82337" y="59247"/>
                  </a:lnTo>
                  <a:cubicBezTo>
                    <a:pt x="81728" y="62838"/>
                    <a:pt x="80172" y="66208"/>
                    <a:pt x="77827" y="69014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2B39485-4B20-4DE1-8C02-35EDBFA4F15C}"/>
                </a:ext>
              </a:extLst>
            </p:cNvPr>
            <p:cNvSpPr/>
            <p:nvPr/>
          </p:nvSpPr>
          <p:spPr>
            <a:xfrm>
              <a:off x="6120028" y="3409371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2B9AA6A-D547-4D6E-BA0A-89907682513A}"/>
                </a:ext>
              </a:extLst>
            </p:cNvPr>
            <p:cNvSpPr/>
            <p:nvPr/>
          </p:nvSpPr>
          <p:spPr>
            <a:xfrm>
              <a:off x="6133799" y="3416256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FE5581A-D95D-43FA-B92C-69C9B31F5ACB}"/>
                </a:ext>
              </a:extLst>
            </p:cNvPr>
            <p:cNvSpPr/>
            <p:nvPr/>
          </p:nvSpPr>
          <p:spPr>
            <a:xfrm>
              <a:off x="6147571" y="3440356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EFB23C0-C1A1-4448-A33B-904350C689F9}"/>
                </a:ext>
              </a:extLst>
            </p:cNvPr>
            <p:cNvSpPr/>
            <p:nvPr/>
          </p:nvSpPr>
          <p:spPr>
            <a:xfrm>
              <a:off x="6120028" y="3436913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602E830-CA6B-4CD0-898D-4B9A237FE45C}"/>
                </a:ext>
              </a:extLst>
            </p:cNvPr>
            <p:cNvSpPr/>
            <p:nvPr/>
          </p:nvSpPr>
          <p:spPr>
            <a:xfrm>
              <a:off x="6116586" y="3423142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A1691A9-84A9-4A8A-993C-0F5A6EE02F36}"/>
                </a:ext>
              </a:extLst>
            </p:cNvPr>
            <p:cNvSpPr/>
            <p:nvPr/>
          </p:nvSpPr>
          <p:spPr>
            <a:xfrm>
              <a:off x="6164784" y="3426585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D51209E-2237-4708-842E-05A1CA71658A}"/>
                </a:ext>
              </a:extLst>
            </p:cNvPr>
            <p:cNvSpPr/>
            <p:nvPr/>
          </p:nvSpPr>
          <p:spPr>
            <a:xfrm>
              <a:off x="6147571" y="3412814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D78062B-FCF1-4FD2-BF66-A28EC02F1485}"/>
                </a:ext>
              </a:extLst>
            </p:cNvPr>
            <p:cNvSpPr/>
            <p:nvPr/>
          </p:nvSpPr>
          <p:spPr>
            <a:xfrm>
              <a:off x="6133799" y="3430027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A9ECD42-8E57-4873-947D-827A37BEE83B}"/>
                </a:ext>
              </a:extLst>
            </p:cNvPr>
            <p:cNvSpPr/>
            <p:nvPr/>
          </p:nvSpPr>
          <p:spPr>
            <a:xfrm>
              <a:off x="6147571" y="3426585"/>
              <a:ext cx="6885" cy="6885"/>
            </a:xfrm>
            <a:custGeom>
              <a:avLst/>
              <a:gdLst>
                <a:gd name="connsiteX0" fmla="*/ 0 w 6885"/>
                <a:gd name="connsiteY0" fmla="*/ 0 h 6885"/>
                <a:gd name="connsiteX1" fmla="*/ 6886 w 6885"/>
                <a:gd name="connsiteY1" fmla="*/ 0 h 6885"/>
                <a:gd name="connsiteX2" fmla="*/ 6886 w 6885"/>
                <a:gd name="connsiteY2" fmla="*/ 6886 h 6885"/>
                <a:gd name="connsiteX3" fmla="*/ 0 w 6885"/>
                <a:gd name="connsiteY3" fmla="*/ 6886 h 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5" h="6885">
                  <a:moveTo>
                    <a:pt x="0" y="0"/>
                  </a:moveTo>
                  <a:lnTo>
                    <a:pt x="6886" y="0"/>
                  </a:lnTo>
                  <a:lnTo>
                    <a:pt x="6886" y="6886"/>
                  </a:lnTo>
                  <a:lnTo>
                    <a:pt x="0" y="6886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9AA2809-1073-47CB-A409-3648FD701707}"/>
                </a:ext>
              </a:extLst>
            </p:cNvPr>
            <p:cNvSpPr/>
            <p:nvPr/>
          </p:nvSpPr>
          <p:spPr>
            <a:xfrm>
              <a:off x="6133036" y="3346665"/>
              <a:ext cx="66175" cy="62706"/>
            </a:xfrm>
            <a:custGeom>
              <a:avLst/>
              <a:gdLst>
                <a:gd name="connsiteX0" fmla="*/ 66176 w 66175"/>
                <a:gd name="connsiteY0" fmla="*/ 736 h 62706"/>
                <a:gd name="connsiteX1" fmla="*/ 40968 w 66175"/>
                <a:gd name="connsiteY1" fmla="*/ 7085 h 62706"/>
                <a:gd name="connsiteX2" fmla="*/ 38141 w 66175"/>
                <a:gd name="connsiteY2" fmla="*/ 2850 h 62706"/>
                <a:gd name="connsiteX3" fmla="*/ 23868 w 66175"/>
                <a:gd name="connsiteY3" fmla="*/ 881 h 62706"/>
                <a:gd name="connsiteX4" fmla="*/ 21561 w 66175"/>
                <a:gd name="connsiteY4" fmla="*/ 3184 h 62706"/>
                <a:gd name="connsiteX5" fmla="*/ 23534 w 66175"/>
                <a:gd name="connsiteY5" fmla="*/ 17458 h 62706"/>
                <a:gd name="connsiteX6" fmla="*/ 25255 w 66175"/>
                <a:gd name="connsiteY6" fmla="*/ 18886 h 62706"/>
                <a:gd name="connsiteX7" fmla="*/ 19068 w 66175"/>
                <a:gd name="connsiteY7" fmla="*/ 26557 h 62706"/>
                <a:gd name="connsiteX8" fmla="*/ 17485 w 66175"/>
                <a:gd name="connsiteY8" fmla="*/ 24588 h 62706"/>
                <a:gd name="connsiteX9" fmla="*/ 3521 w 66175"/>
                <a:gd name="connsiteY9" fmla="*/ 21802 h 62706"/>
                <a:gd name="connsiteX10" fmla="*/ 880 w 66175"/>
                <a:gd name="connsiteY10" fmla="*/ 24268 h 62706"/>
                <a:gd name="connsiteX11" fmla="*/ 2877 w 66175"/>
                <a:gd name="connsiteY11" fmla="*/ 39195 h 62706"/>
                <a:gd name="connsiteX12" fmla="*/ 10868 w 66175"/>
                <a:gd name="connsiteY12" fmla="*/ 43000 h 62706"/>
                <a:gd name="connsiteX13" fmla="*/ 7649 w 66175"/>
                <a:gd name="connsiteY13" fmla="*/ 62706 h 62706"/>
                <a:gd name="connsiteX14" fmla="*/ 14534 w 66175"/>
                <a:gd name="connsiteY14" fmla="*/ 62706 h 62706"/>
                <a:gd name="connsiteX15" fmla="*/ 16545 w 66175"/>
                <a:gd name="connsiteY15" fmla="*/ 48295 h 62706"/>
                <a:gd name="connsiteX16" fmla="*/ 23141 w 66175"/>
                <a:gd name="connsiteY16" fmla="*/ 50013 h 62706"/>
                <a:gd name="connsiteX17" fmla="*/ 34754 w 66175"/>
                <a:gd name="connsiteY17" fmla="*/ 41364 h 62706"/>
                <a:gd name="connsiteX18" fmla="*/ 34754 w 66175"/>
                <a:gd name="connsiteY18" fmla="*/ 38001 h 62706"/>
                <a:gd name="connsiteX19" fmla="*/ 25527 w 66175"/>
                <a:gd name="connsiteY19" fmla="*/ 29697 h 62706"/>
                <a:gd name="connsiteX20" fmla="*/ 32585 w 66175"/>
                <a:gd name="connsiteY20" fmla="*/ 21675 h 62706"/>
                <a:gd name="connsiteX21" fmla="*/ 43798 w 66175"/>
                <a:gd name="connsiteY21" fmla="*/ 28278 h 62706"/>
                <a:gd name="connsiteX22" fmla="*/ 55410 w 66175"/>
                <a:gd name="connsiteY22" fmla="*/ 19630 h 62706"/>
                <a:gd name="connsiteX23" fmla="*/ 55410 w 66175"/>
                <a:gd name="connsiteY23" fmla="*/ 16266 h 62706"/>
                <a:gd name="connsiteX24" fmla="*/ 50584 w 66175"/>
                <a:gd name="connsiteY24" fmla="*/ 10438 h 62706"/>
                <a:gd name="connsiteX25" fmla="*/ 66176 w 66175"/>
                <a:gd name="connsiteY25" fmla="*/ 7622 h 62706"/>
                <a:gd name="connsiteX26" fmla="*/ 66176 w 66175"/>
                <a:gd name="connsiteY26" fmla="*/ 736 h 62706"/>
                <a:gd name="connsiteX27" fmla="*/ 14527 w 66175"/>
                <a:gd name="connsiteY27" fmla="*/ 34107 h 62706"/>
                <a:gd name="connsiteX28" fmla="*/ 13760 w 66175"/>
                <a:gd name="connsiteY28" fmla="*/ 35763 h 62706"/>
                <a:gd name="connsiteX29" fmla="*/ 13178 w 66175"/>
                <a:gd name="connsiteY29" fmla="*/ 35945 h 62706"/>
                <a:gd name="connsiteX30" fmla="*/ 7749 w 66175"/>
                <a:gd name="connsiteY30" fmla="*/ 34324 h 62706"/>
                <a:gd name="connsiteX31" fmla="*/ 7094 w 66175"/>
                <a:gd name="connsiteY31" fmla="*/ 28296 h 62706"/>
                <a:gd name="connsiteX32" fmla="*/ 12617 w 66175"/>
                <a:gd name="connsiteY32" fmla="*/ 29456 h 62706"/>
                <a:gd name="connsiteX33" fmla="*/ 14520 w 66175"/>
                <a:gd name="connsiteY33" fmla="*/ 33931 h 62706"/>
                <a:gd name="connsiteX34" fmla="*/ 14527 w 66175"/>
                <a:gd name="connsiteY34" fmla="*/ 34107 h 62706"/>
                <a:gd name="connsiteX35" fmla="*/ 27624 w 66175"/>
                <a:gd name="connsiteY35" fmla="*/ 39684 h 62706"/>
                <a:gd name="connsiteX36" fmla="*/ 23141 w 66175"/>
                <a:gd name="connsiteY36" fmla="*/ 43127 h 62706"/>
                <a:gd name="connsiteX37" fmla="*/ 18814 w 66175"/>
                <a:gd name="connsiteY37" fmla="*/ 41550 h 62706"/>
                <a:gd name="connsiteX38" fmla="*/ 21193 w 66175"/>
                <a:gd name="connsiteY38" fmla="*/ 36544 h 62706"/>
                <a:gd name="connsiteX39" fmla="*/ 23141 w 66175"/>
                <a:gd name="connsiteY39" fmla="*/ 36241 h 62706"/>
                <a:gd name="connsiteX40" fmla="*/ 27624 w 66175"/>
                <a:gd name="connsiteY40" fmla="*/ 39684 h 62706"/>
                <a:gd name="connsiteX41" fmla="*/ 30564 w 66175"/>
                <a:gd name="connsiteY41" fmla="*/ 14001 h 62706"/>
                <a:gd name="connsiteX42" fmla="*/ 28405 w 66175"/>
                <a:gd name="connsiteY42" fmla="*/ 12590 h 62706"/>
                <a:gd name="connsiteX43" fmla="*/ 27748 w 66175"/>
                <a:gd name="connsiteY43" fmla="*/ 7067 h 62706"/>
                <a:gd name="connsiteX44" fmla="*/ 33273 w 66175"/>
                <a:gd name="connsiteY44" fmla="*/ 7718 h 62706"/>
                <a:gd name="connsiteX45" fmla="*/ 34991 w 66175"/>
                <a:gd name="connsiteY45" fmla="*/ 10655 h 62706"/>
                <a:gd name="connsiteX46" fmla="*/ 30564 w 66175"/>
                <a:gd name="connsiteY46" fmla="*/ 14001 h 62706"/>
                <a:gd name="connsiteX47" fmla="*/ 43798 w 66175"/>
                <a:gd name="connsiteY47" fmla="*/ 21393 h 62706"/>
                <a:gd name="connsiteX48" fmla="*/ 38627 w 66175"/>
                <a:gd name="connsiteY48" fmla="*/ 18146 h 62706"/>
                <a:gd name="connsiteX49" fmla="*/ 38689 w 66175"/>
                <a:gd name="connsiteY49" fmla="*/ 17740 h 62706"/>
                <a:gd name="connsiteX50" fmla="*/ 38644 w 66175"/>
                <a:gd name="connsiteY50" fmla="*/ 16721 h 62706"/>
                <a:gd name="connsiteX51" fmla="*/ 40930 w 66175"/>
                <a:gd name="connsiteY51" fmla="*/ 15203 h 62706"/>
                <a:gd name="connsiteX52" fmla="*/ 43798 w 66175"/>
                <a:gd name="connsiteY52" fmla="*/ 14507 h 62706"/>
                <a:gd name="connsiteX53" fmla="*/ 48280 w 66175"/>
                <a:gd name="connsiteY53" fmla="*/ 17950 h 62706"/>
                <a:gd name="connsiteX54" fmla="*/ 43798 w 66175"/>
                <a:gd name="connsiteY54" fmla="*/ 21393 h 6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6175" h="62706">
                  <a:moveTo>
                    <a:pt x="66176" y="736"/>
                  </a:moveTo>
                  <a:cubicBezTo>
                    <a:pt x="57204" y="736"/>
                    <a:pt x="48659" y="3070"/>
                    <a:pt x="40968" y="7085"/>
                  </a:cubicBezTo>
                  <a:cubicBezTo>
                    <a:pt x="40297" y="5556"/>
                    <a:pt x="39384" y="4093"/>
                    <a:pt x="38141" y="2850"/>
                  </a:cubicBezTo>
                  <a:cubicBezTo>
                    <a:pt x="33463" y="-1825"/>
                    <a:pt x="24838" y="592"/>
                    <a:pt x="23868" y="881"/>
                  </a:cubicBezTo>
                  <a:cubicBezTo>
                    <a:pt x="22762" y="1215"/>
                    <a:pt x="21895" y="2079"/>
                    <a:pt x="21561" y="3184"/>
                  </a:cubicBezTo>
                  <a:cubicBezTo>
                    <a:pt x="21272" y="4151"/>
                    <a:pt x="18851" y="12776"/>
                    <a:pt x="23534" y="17458"/>
                  </a:cubicBezTo>
                  <a:cubicBezTo>
                    <a:pt x="24074" y="17995"/>
                    <a:pt x="24659" y="18456"/>
                    <a:pt x="25255" y="18886"/>
                  </a:cubicBezTo>
                  <a:cubicBezTo>
                    <a:pt x="23000" y="21255"/>
                    <a:pt x="20955" y="23841"/>
                    <a:pt x="19068" y="26557"/>
                  </a:cubicBezTo>
                  <a:cubicBezTo>
                    <a:pt x="18593" y="25868"/>
                    <a:pt x="18091" y="25194"/>
                    <a:pt x="17485" y="24588"/>
                  </a:cubicBezTo>
                  <a:cubicBezTo>
                    <a:pt x="12947" y="20054"/>
                    <a:pt x="4474" y="21606"/>
                    <a:pt x="3521" y="21802"/>
                  </a:cubicBezTo>
                  <a:cubicBezTo>
                    <a:pt x="2247" y="22061"/>
                    <a:pt x="1228" y="23014"/>
                    <a:pt x="880" y="24268"/>
                  </a:cubicBezTo>
                  <a:cubicBezTo>
                    <a:pt x="415" y="25965"/>
                    <a:pt x="-1667" y="34651"/>
                    <a:pt x="2877" y="39195"/>
                  </a:cubicBezTo>
                  <a:cubicBezTo>
                    <a:pt x="5160" y="41471"/>
                    <a:pt x="8027" y="42748"/>
                    <a:pt x="10868" y="43000"/>
                  </a:cubicBezTo>
                  <a:cubicBezTo>
                    <a:pt x="8816" y="49228"/>
                    <a:pt x="7649" y="55848"/>
                    <a:pt x="7649" y="62706"/>
                  </a:cubicBezTo>
                  <a:lnTo>
                    <a:pt x="14534" y="62706"/>
                  </a:lnTo>
                  <a:cubicBezTo>
                    <a:pt x="14534" y="57759"/>
                    <a:pt x="15271" y="52932"/>
                    <a:pt x="16545" y="48295"/>
                  </a:cubicBezTo>
                  <a:cubicBezTo>
                    <a:pt x="18445" y="49369"/>
                    <a:pt x="20700" y="50013"/>
                    <a:pt x="23141" y="50013"/>
                  </a:cubicBezTo>
                  <a:cubicBezTo>
                    <a:pt x="29724" y="50013"/>
                    <a:pt x="34258" y="42253"/>
                    <a:pt x="34754" y="41364"/>
                  </a:cubicBezTo>
                  <a:cubicBezTo>
                    <a:pt x="35335" y="40321"/>
                    <a:pt x="35335" y="39047"/>
                    <a:pt x="34754" y="38001"/>
                  </a:cubicBezTo>
                  <a:cubicBezTo>
                    <a:pt x="34320" y="37226"/>
                    <a:pt x="30801" y="31201"/>
                    <a:pt x="25527" y="29697"/>
                  </a:cubicBezTo>
                  <a:cubicBezTo>
                    <a:pt x="27641" y="26795"/>
                    <a:pt x="30003" y="24109"/>
                    <a:pt x="32585" y="21675"/>
                  </a:cubicBezTo>
                  <a:cubicBezTo>
                    <a:pt x="34341" y="25531"/>
                    <a:pt x="38692" y="28278"/>
                    <a:pt x="43798" y="28278"/>
                  </a:cubicBezTo>
                  <a:cubicBezTo>
                    <a:pt x="50380" y="28278"/>
                    <a:pt x="54915" y="20518"/>
                    <a:pt x="55410" y="19630"/>
                  </a:cubicBezTo>
                  <a:cubicBezTo>
                    <a:pt x="55992" y="18587"/>
                    <a:pt x="55992" y="17313"/>
                    <a:pt x="55410" y="16266"/>
                  </a:cubicBezTo>
                  <a:cubicBezTo>
                    <a:pt x="55114" y="15736"/>
                    <a:pt x="53348" y="12755"/>
                    <a:pt x="50584" y="10438"/>
                  </a:cubicBezTo>
                  <a:cubicBezTo>
                    <a:pt x="55551" y="8634"/>
                    <a:pt x="60795" y="7622"/>
                    <a:pt x="66176" y="7622"/>
                  </a:cubicBezTo>
                  <a:lnTo>
                    <a:pt x="66176" y="736"/>
                  </a:lnTo>
                  <a:close/>
                  <a:moveTo>
                    <a:pt x="14527" y="34107"/>
                  </a:moveTo>
                  <a:cubicBezTo>
                    <a:pt x="14252" y="34647"/>
                    <a:pt x="14021" y="35212"/>
                    <a:pt x="13760" y="35763"/>
                  </a:cubicBezTo>
                  <a:cubicBezTo>
                    <a:pt x="13563" y="35815"/>
                    <a:pt x="13364" y="35859"/>
                    <a:pt x="13178" y="35945"/>
                  </a:cubicBezTo>
                  <a:cubicBezTo>
                    <a:pt x="11876" y="36534"/>
                    <a:pt x="9597" y="36173"/>
                    <a:pt x="7749" y="34324"/>
                  </a:cubicBezTo>
                  <a:cubicBezTo>
                    <a:pt x="6822" y="33398"/>
                    <a:pt x="6767" y="30681"/>
                    <a:pt x="7094" y="28296"/>
                  </a:cubicBezTo>
                  <a:cubicBezTo>
                    <a:pt x="9212" y="28199"/>
                    <a:pt x="11615" y="28454"/>
                    <a:pt x="12617" y="29456"/>
                  </a:cubicBezTo>
                  <a:cubicBezTo>
                    <a:pt x="13915" y="30754"/>
                    <a:pt x="14644" y="32468"/>
                    <a:pt x="14520" y="33931"/>
                  </a:cubicBezTo>
                  <a:cubicBezTo>
                    <a:pt x="14517" y="33990"/>
                    <a:pt x="14531" y="34048"/>
                    <a:pt x="14527" y="34107"/>
                  </a:cubicBezTo>
                  <a:close/>
                  <a:moveTo>
                    <a:pt x="27624" y="39684"/>
                  </a:moveTo>
                  <a:cubicBezTo>
                    <a:pt x="26284" y="41437"/>
                    <a:pt x="24467" y="43127"/>
                    <a:pt x="23141" y="43127"/>
                  </a:cubicBezTo>
                  <a:cubicBezTo>
                    <a:pt x="21372" y="43127"/>
                    <a:pt x="19753" y="42459"/>
                    <a:pt x="18814" y="41550"/>
                  </a:cubicBezTo>
                  <a:cubicBezTo>
                    <a:pt x="19526" y="39839"/>
                    <a:pt x="20325" y="38173"/>
                    <a:pt x="21193" y="36544"/>
                  </a:cubicBezTo>
                  <a:cubicBezTo>
                    <a:pt x="21812" y="36359"/>
                    <a:pt x="22463" y="36241"/>
                    <a:pt x="23141" y="36241"/>
                  </a:cubicBezTo>
                  <a:cubicBezTo>
                    <a:pt x="24470" y="36241"/>
                    <a:pt x="26284" y="37932"/>
                    <a:pt x="27624" y="39684"/>
                  </a:cubicBezTo>
                  <a:close/>
                  <a:moveTo>
                    <a:pt x="30564" y="14001"/>
                  </a:moveTo>
                  <a:cubicBezTo>
                    <a:pt x="29831" y="13698"/>
                    <a:pt x="29090" y="13278"/>
                    <a:pt x="28405" y="12590"/>
                  </a:cubicBezTo>
                  <a:cubicBezTo>
                    <a:pt x="27476" y="11660"/>
                    <a:pt x="27421" y="9209"/>
                    <a:pt x="27748" y="7067"/>
                  </a:cubicBezTo>
                  <a:cubicBezTo>
                    <a:pt x="29769" y="6768"/>
                    <a:pt x="32299" y="6744"/>
                    <a:pt x="33273" y="7718"/>
                  </a:cubicBezTo>
                  <a:cubicBezTo>
                    <a:pt x="34134" y="8579"/>
                    <a:pt x="34712" y="9622"/>
                    <a:pt x="34991" y="10655"/>
                  </a:cubicBezTo>
                  <a:cubicBezTo>
                    <a:pt x="33466" y="11698"/>
                    <a:pt x="31993" y="12817"/>
                    <a:pt x="30564" y="14001"/>
                  </a:cubicBezTo>
                  <a:close/>
                  <a:moveTo>
                    <a:pt x="43798" y="21393"/>
                  </a:moveTo>
                  <a:cubicBezTo>
                    <a:pt x="41047" y="21393"/>
                    <a:pt x="38634" y="19785"/>
                    <a:pt x="38627" y="18146"/>
                  </a:cubicBezTo>
                  <a:cubicBezTo>
                    <a:pt x="38637" y="18084"/>
                    <a:pt x="38682" y="17802"/>
                    <a:pt x="38689" y="17740"/>
                  </a:cubicBezTo>
                  <a:cubicBezTo>
                    <a:pt x="38730" y="17396"/>
                    <a:pt x="38706" y="17055"/>
                    <a:pt x="38644" y="16721"/>
                  </a:cubicBezTo>
                  <a:cubicBezTo>
                    <a:pt x="39395" y="16194"/>
                    <a:pt x="40159" y="15692"/>
                    <a:pt x="40930" y="15203"/>
                  </a:cubicBezTo>
                  <a:cubicBezTo>
                    <a:pt x="41804" y="14779"/>
                    <a:pt x="42768" y="14507"/>
                    <a:pt x="43798" y="14507"/>
                  </a:cubicBezTo>
                  <a:cubicBezTo>
                    <a:pt x="45127" y="14507"/>
                    <a:pt x="46941" y="16198"/>
                    <a:pt x="48280" y="17950"/>
                  </a:cubicBezTo>
                  <a:cubicBezTo>
                    <a:pt x="46941" y="19702"/>
                    <a:pt x="45123" y="21393"/>
                    <a:pt x="43798" y="21393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2B66248-83C3-4323-A714-411146BC485D}"/>
                </a:ext>
              </a:extLst>
            </p:cNvPr>
            <p:cNvSpPr/>
            <p:nvPr/>
          </p:nvSpPr>
          <p:spPr>
            <a:xfrm>
              <a:off x="5992646" y="3464455"/>
              <a:ext cx="89512" cy="89512"/>
            </a:xfrm>
            <a:custGeom>
              <a:avLst/>
              <a:gdLst>
                <a:gd name="connsiteX0" fmla="*/ 78454 w 89512"/>
                <a:gd name="connsiteY0" fmla="*/ 18154 h 89512"/>
                <a:gd name="connsiteX1" fmla="*/ 79184 w 89512"/>
                <a:gd name="connsiteY1" fmla="*/ 13771 h 89512"/>
                <a:gd name="connsiteX2" fmla="*/ 65413 w 89512"/>
                <a:gd name="connsiteY2" fmla="*/ 0 h 89512"/>
                <a:gd name="connsiteX3" fmla="*/ 54740 w 89512"/>
                <a:gd name="connsiteY3" fmla="*/ 5123 h 89512"/>
                <a:gd name="connsiteX4" fmla="*/ 45173 w 89512"/>
                <a:gd name="connsiteY4" fmla="*/ 3784 h 89512"/>
                <a:gd name="connsiteX5" fmla="*/ 34428 w 89512"/>
                <a:gd name="connsiteY5" fmla="*/ 0 h 89512"/>
                <a:gd name="connsiteX6" fmla="*/ 17214 w 89512"/>
                <a:gd name="connsiteY6" fmla="*/ 17214 h 89512"/>
                <a:gd name="connsiteX7" fmla="*/ 3443 w 89512"/>
                <a:gd name="connsiteY7" fmla="*/ 30985 h 89512"/>
                <a:gd name="connsiteX8" fmla="*/ 5109 w 89512"/>
                <a:gd name="connsiteY8" fmla="*/ 37537 h 89512"/>
                <a:gd name="connsiteX9" fmla="*/ 0 w 89512"/>
                <a:gd name="connsiteY9" fmla="*/ 48199 h 89512"/>
                <a:gd name="connsiteX10" fmla="*/ 13771 w 89512"/>
                <a:gd name="connsiteY10" fmla="*/ 61970 h 89512"/>
                <a:gd name="connsiteX11" fmla="*/ 25542 w 89512"/>
                <a:gd name="connsiteY11" fmla="*/ 55339 h 89512"/>
                <a:gd name="connsiteX12" fmla="*/ 31116 w 89512"/>
                <a:gd name="connsiteY12" fmla="*/ 66487 h 89512"/>
                <a:gd name="connsiteX13" fmla="*/ 34476 w 89512"/>
                <a:gd name="connsiteY13" fmla="*/ 86634 h 89512"/>
                <a:gd name="connsiteX14" fmla="*/ 37871 w 89512"/>
                <a:gd name="connsiteY14" fmla="*/ 89512 h 89512"/>
                <a:gd name="connsiteX15" fmla="*/ 65413 w 89512"/>
                <a:gd name="connsiteY15" fmla="*/ 89512 h 89512"/>
                <a:gd name="connsiteX16" fmla="*/ 68856 w 89512"/>
                <a:gd name="connsiteY16" fmla="*/ 86069 h 89512"/>
                <a:gd name="connsiteX17" fmla="*/ 68856 w 89512"/>
                <a:gd name="connsiteY17" fmla="*/ 65698 h 89512"/>
                <a:gd name="connsiteX18" fmla="*/ 72250 w 89512"/>
                <a:gd name="connsiteY18" fmla="*/ 45324 h 89512"/>
                <a:gd name="connsiteX19" fmla="*/ 72298 w 89512"/>
                <a:gd name="connsiteY19" fmla="*/ 44756 h 89512"/>
                <a:gd name="connsiteX20" fmla="*/ 89512 w 89512"/>
                <a:gd name="connsiteY20" fmla="*/ 30985 h 89512"/>
                <a:gd name="connsiteX21" fmla="*/ 78454 w 89512"/>
                <a:gd name="connsiteY21" fmla="*/ 18154 h 89512"/>
                <a:gd name="connsiteX22" fmla="*/ 72298 w 89512"/>
                <a:gd name="connsiteY22" fmla="*/ 37871 h 89512"/>
                <a:gd name="connsiteX23" fmla="*/ 69554 w 89512"/>
                <a:gd name="connsiteY23" fmla="*/ 37547 h 89512"/>
                <a:gd name="connsiteX24" fmla="*/ 66683 w 89512"/>
                <a:gd name="connsiteY24" fmla="*/ 38249 h 89512"/>
                <a:gd name="connsiteX25" fmla="*/ 65413 w 89512"/>
                <a:gd name="connsiteY25" fmla="*/ 40917 h 89512"/>
                <a:gd name="connsiteX26" fmla="*/ 65413 w 89512"/>
                <a:gd name="connsiteY26" fmla="*/ 44474 h 89512"/>
                <a:gd name="connsiteX27" fmla="*/ 62018 w 89512"/>
                <a:gd name="connsiteY27" fmla="*/ 64848 h 89512"/>
                <a:gd name="connsiteX28" fmla="*/ 61970 w 89512"/>
                <a:gd name="connsiteY28" fmla="*/ 65413 h 89512"/>
                <a:gd name="connsiteX29" fmla="*/ 61970 w 89512"/>
                <a:gd name="connsiteY29" fmla="*/ 82627 h 89512"/>
                <a:gd name="connsiteX30" fmla="*/ 40787 w 89512"/>
                <a:gd name="connsiteY30" fmla="*/ 82627 h 89512"/>
                <a:gd name="connsiteX31" fmla="*/ 37826 w 89512"/>
                <a:gd name="connsiteY31" fmla="*/ 64845 h 89512"/>
                <a:gd name="connsiteX32" fmla="*/ 37509 w 89512"/>
                <a:gd name="connsiteY32" fmla="*/ 63870 h 89512"/>
                <a:gd name="connsiteX33" fmla="*/ 27181 w 89512"/>
                <a:gd name="connsiteY33" fmla="*/ 43214 h 89512"/>
                <a:gd name="connsiteX34" fmla="*/ 24099 w 89512"/>
                <a:gd name="connsiteY34" fmla="*/ 41313 h 89512"/>
                <a:gd name="connsiteX35" fmla="*/ 23411 w 89512"/>
                <a:gd name="connsiteY35" fmla="*/ 41313 h 89512"/>
                <a:gd name="connsiteX36" fmla="*/ 20588 w 89512"/>
                <a:gd name="connsiteY36" fmla="*/ 42787 h 89512"/>
                <a:gd name="connsiteX37" fmla="*/ 20182 w 89512"/>
                <a:gd name="connsiteY37" fmla="*/ 45947 h 89512"/>
                <a:gd name="connsiteX38" fmla="*/ 20657 w 89512"/>
                <a:gd name="connsiteY38" fmla="*/ 48199 h 89512"/>
                <a:gd name="connsiteX39" fmla="*/ 13771 w 89512"/>
                <a:gd name="connsiteY39" fmla="*/ 55084 h 89512"/>
                <a:gd name="connsiteX40" fmla="*/ 6886 w 89512"/>
                <a:gd name="connsiteY40" fmla="*/ 48199 h 89512"/>
                <a:gd name="connsiteX41" fmla="*/ 11402 w 89512"/>
                <a:gd name="connsiteY41" fmla="*/ 41768 h 89512"/>
                <a:gd name="connsiteX42" fmla="*/ 13589 w 89512"/>
                <a:gd name="connsiteY42" fmla="*/ 39210 h 89512"/>
                <a:gd name="connsiteX43" fmla="*/ 12552 w 89512"/>
                <a:gd name="connsiteY43" fmla="*/ 36011 h 89512"/>
                <a:gd name="connsiteX44" fmla="*/ 10328 w 89512"/>
                <a:gd name="connsiteY44" fmla="*/ 30985 h 89512"/>
                <a:gd name="connsiteX45" fmla="*/ 17214 w 89512"/>
                <a:gd name="connsiteY45" fmla="*/ 24099 h 89512"/>
                <a:gd name="connsiteX46" fmla="*/ 19490 w 89512"/>
                <a:gd name="connsiteY46" fmla="*/ 24554 h 89512"/>
                <a:gd name="connsiteX47" fmla="*/ 22636 w 89512"/>
                <a:gd name="connsiteY47" fmla="*/ 24130 h 89512"/>
                <a:gd name="connsiteX48" fmla="*/ 24099 w 89512"/>
                <a:gd name="connsiteY48" fmla="*/ 21314 h 89512"/>
                <a:gd name="connsiteX49" fmla="*/ 24099 w 89512"/>
                <a:gd name="connsiteY49" fmla="*/ 17214 h 89512"/>
                <a:gd name="connsiteX50" fmla="*/ 34428 w 89512"/>
                <a:gd name="connsiteY50" fmla="*/ 6886 h 89512"/>
                <a:gd name="connsiteX51" fmla="*/ 41837 w 89512"/>
                <a:gd name="connsiteY51" fmla="*/ 10046 h 89512"/>
                <a:gd name="connsiteX52" fmla="*/ 45610 w 89512"/>
                <a:gd name="connsiteY52" fmla="*/ 10841 h 89512"/>
                <a:gd name="connsiteX53" fmla="*/ 53229 w 89512"/>
                <a:gd name="connsiteY53" fmla="*/ 12552 h 89512"/>
                <a:gd name="connsiteX54" fmla="*/ 56431 w 89512"/>
                <a:gd name="connsiteY54" fmla="*/ 13585 h 89512"/>
                <a:gd name="connsiteX55" fmla="*/ 58985 w 89512"/>
                <a:gd name="connsiteY55" fmla="*/ 11399 h 89512"/>
                <a:gd name="connsiteX56" fmla="*/ 65413 w 89512"/>
                <a:gd name="connsiteY56" fmla="*/ 6886 h 89512"/>
                <a:gd name="connsiteX57" fmla="*/ 72298 w 89512"/>
                <a:gd name="connsiteY57" fmla="*/ 13771 h 89512"/>
                <a:gd name="connsiteX58" fmla="*/ 70474 w 89512"/>
                <a:gd name="connsiteY58" fmla="*/ 18388 h 89512"/>
                <a:gd name="connsiteX59" fmla="*/ 69837 w 89512"/>
                <a:gd name="connsiteY59" fmla="*/ 22037 h 89512"/>
                <a:gd name="connsiteX60" fmla="*/ 72880 w 89512"/>
                <a:gd name="connsiteY60" fmla="*/ 24151 h 89512"/>
                <a:gd name="connsiteX61" fmla="*/ 82627 w 89512"/>
                <a:gd name="connsiteY61" fmla="*/ 30985 h 89512"/>
                <a:gd name="connsiteX62" fmla="*/ 72298 w 89512"/>
                <a:gd name="connsiteY62" fmla="*/ 37871 h 8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89512" h="89512">
                  <a:moveTo>
                    <a:pt x="78454" y="18154"/>
                  </a:moveTo>
                  <a:cubicBezTo>
                    <a:pt x="78936" y="16753"/>
                    <a:pt x="79184" y="15276"/>
                    <a:pt x="79184" y="13771"/>
                  </a:cubicBezTo>
                  <a:cubicBezTo>
                    <a:pt x="79184" y="6176"/>
                    <a:pt x="73007" y="0"/>
                    <a:pt x="65413" y="0"/>
                  </a:cubicBezTo>
                  <a:cubicBezTo>
                    <a:pt x="61216" y="0"/>
                    <a:pt x="57308" y="1952"/>
                    <a:pt x="54740" y="5123"/>
                  </a:cubicBezTo>
                  <a:cubicBezTo>
                    <a:pt x="51855" y="3550"/>
                    <a:pt x="48405" y="3047"/>
                    <a:pt x="45173" y="3784"/>
                  </a:cubicBezTo>
                  <a:cubicBezTo>
                    <a:pt x="42129" y="1329"/>
                    <a:pt x="38384" y="0"/>
                    <a:pt x="34428" y="0"/>
                  </a:cubicBezTo>
                  <a:cubicBezTo>
                    <a:pt x="24936" y="0"/>
                    <a:pt x="17214" y="7722"/>
                    <a:pt x="17214" y="17214"/>
                  </a:cubicBezTo>
                  <a:cubicBezTo>
                    <a:pt x="9619" y="17214"/>
                    <a:pt x="3443" y="23390"/>
                    <a:pt x="3443" y="30985"/>
                  </a:cubicBezTo>
                  <a:cubicBezTo>
                    <a:pt x="3443" y="33316"/>
                    <a:pt x="4021" y="35550"/>
                    <a:pt x="5109" y="37537"/>
                  </a:cubicBezTo>
                  <a:cubicBezTo>
                    <a:pt x="1945" y="40105"/>
                    <a:pt x="0" y="44006"/>
                    <a:pt x="0" y="48199"/>
                  </a:cubicBezTo>
                  <a:cubicBezTo>
                    <a:pt x="0" y="55794"/>
                    <a:pt x="6176" y="61970"/>
                    <a:pt x="13771" y="61970"/>
                  </a:cubicBezTo>
                  <a:cubicBezTo>
                    <a:pt x="18749" y="61970"/>
                    <a:pt x="23125" y="59312"/>
                    <a:pt x="25542" y="55339"/>
                  </a:cubicBezTo>
                  <a:lnTo>
                    <a:pt x="31116" y="66487"/>
                  </a:lnTo>
                  <a:lnTo>
                    <a:pt x="34476" y="86634"/>
                  </a:lnTo>
                  <a:cubicBezTo>
                    <a:pt x="34751" y="88293"/>
                    <a:pt x="36187" y="89512"/>
                    <a:pt x="37871" y="89512"/>
                  </a:cubicBezTo>
                  <a:lnTo>
                    <a:pt x="65413" y="89512"/>
                  </a:lnTo>
                  <a:cubicBezTo>
                    <a:pt x="67317" y="89512"/>
                    <a:pt x="68856" y="87970"/>
                    <a:pt x="68856" y="86069"/>
                  </a:cubicBezTo>
                  <a:lnTo>
                    <a:pt x="68856" y="65698"/>
                  </a:lnTo>
                  <a:lnTo>
                    <a:pt x="72250" y="45324"/>
                  </a:lnTo>
                  <a:cubicBezTo>
                    <a:pt x="72281" y="45135"/>
                    <a:pt x="72298" y="44945"/>
                    <a:pt x="72298" y="44756"/>
                  </a:cubicBezTo>
                  <a:cubicBezTo>
                    <a:pt x="81790" y="44756"/>
                    <a:pt x="89512" y="38580"/>
                    <a:pt x="89512" y="30985"/>
                  </a:cubicBezTo>
                  <a:cubicBezTo>
                    <a:pt x="89512" y="25146"/>
                    <a:pt x="84950" y="20133"/>
                    <a:pt x="78454" y="18154"/>
                  </a:cubicBezTo>
                  <a:close/>
                  <a:moveTo>
                    <a:pt x="72298" y="37871"/>
                  </a:moveTo>
                  <a:cubicBezTo>
                    <a:pt x="71486" y="37871"/>
                    <a:pt x="70639" y="37771"/>
                    <a:pt x="69554" y="37547"/>
                  </a:cubicBezTo>
                  <a:cubicBezTo>
                    <a:pt x="68542" y="37337"/>
                    <a:pt x="67485" y="37595"/>
                    <a:pt x="66683" y="38249"/>
                  </a:cubicBezTo>
                  <a:cubicBezTo>
                    <a:pt x="65881" y="38903"/>
                    <a:pt x="65413" y="39881"/>
                    <a:pt x="65413" y="40917"/>
                  </a:cubicBezTo>
                  <a:lnTo>
                    <a:pt x="65413" y="44474"/>
                  </a:lnTo>
                  <a:lnTo>
                    <a:pt x="62018" y="64848"/>
                  </a:lnTo>
                  <a:cubicBezTo>
                    <a:pt x="61987" y="65034"/>
                    <a:pt x="61970" y="65223"/>
                    <a:pt x="61970" y="65413"/>
                  </a:cubicBezTo>
                  <a:lnTo>
                    <a:pt x="61970" y="82627"/>
                  </a:lnTo>
                  <a:lnTo>
                    <a:pt x="40787" y="82627"/>
                  </a:lnTo>
                  <a:lnTo>
                    <a:pt x="37826" y="64845"/>
                  </a:lnTo>
                  <a:cubicBezTo>
                    <a:pt x="37767" y="64507"/>
                    <a:pt x="37664" y="64180"/>
                    <a:pt x="37509" y="63870"/>
                  </a:cubicBezTo>
                  <a:lnTo>
                    <a:pt x="27181" y="43214"/>
                  </a:lnTo>
                  <a:cubicBezTo>
                    <a:pt x="26595" y="42050"/>
                    <a:pt x="25404" y="41313"/>
                    <a:pt x="24099" y="41313"/>
                  </a:cubicBezTo>
                  <a:lnTo>
                    <a:pt x="23411" y="41313"/>
                  </a:lnTo>
                  <a:cubicBezTo>
                    <a:pt x="22285" y="41313"/>
                    <a:pt x="21228" y="41864"/>
                    <a:pt x="20588" y="42787"/>
                  </a:cubicBezTo>
                  <a:cubicBezTo>
                    <a:pt x="19941" y="43713"/>
                    <a:pt x="19793" y="44894"/>
                    <a:pt x="20182" y="45947"/>
                  </a:cubicBezTo>
                  <a:cubicBezTo>
                    <a:pt x="20505" y="46829"/>
                    <a:pt x="20657" y="47545"/>
                    <a:pt x="20657" y="48199"/>
                  </a:cubicBezTo>
                  <a:cubicBezTo>
                    <a:pt x="20657" y="51996"/>
                    <a:pt x="17568" y="55084"/>
                    <a:pt x="13771" y="55084"/>
                  </a:cubicBezTo>
                  <a:cubicBezTo>
                    <a:pt x="9974" y="55084"/>
                    <a:pt x="6886" y="51996"/>
                    <a:pt x="6886" y="48199"/>
                  </a:cubicBezTo>
                  <a:cubicBezTo>
                    <a:pt x="6886" y="45348"/>
                    <a:pt x="8700" y="42763"/>
                    <a:pt x="11402" y="41768"/>
                  </a:cubicBezTo>
                  <a:cubicBezTo>
                    <a:pt x="12525" y="41351"/>
                    <a:pt x="13351" y="40387"/>
                    <a:pt x="13589" y="39210"/>
                  </a:cubicBezTo>
                  <a:cubicBezTo>
                    <a:pt x="13823" y="38036"/>
                    <a:pt x="13430" y="36824"/>
                    <a:pt x="12552" y="36011"/>
                  </a:cubicBezTo>
                  <a:cubicBezTo>
                    <a:pt x="11117" y="34683"/>
                    <a:pt x="10328" y="32896"/>
                    <a:pt x="10328" y="30985"/>
                  </a:cubicBezTo>
                  <a:cubicBezTo>
                    <a:pt x="10328" y="27188"/>
                    <a:pt x="13416" y="24099"/>
                    <a:pt x="17214" y="24099"/>
                  </a:cubicBezTo>
                  <a:cubicBezTo>
                    <a:pt x="17902" y="24099"/>
                    <a:pt x="18629" y="24244"/>
                    <a:pt x="19490" y="24554"/>
                  </a:cubicBezTo>
                  <a:cubicBezTo>
                    <a:pt x="20543" y="24933"/>
                    <a:pt x="21714" y="24774"/>
                    <a:pt x="22636" y="24130"/>
                  </a:cubicBezTo>
                  <a:cubicBezTo>
                    <a:pt x="23555" y="23487"/>
                    <a:pt x="24099" y="22437"/>
                    <a:pt x="24099" y="21314"/>
                  </a:cubicBezTo>
                  <a:lnTo>
                    <a:pt x="24099" y="17214"/>
                  </a:lnTo>
                  <a:cubicBezTo>
                    <a:pt x="24099" y="11520"/>
                    <a:pt x="28733" y="6886"/>
                    <a:pt x="34428" y="6886"/>
                  </a:cubicBezTo>
                  <a:cubicBezTo>
                    <a:pt x="37234" y="6886"/>
                    <a:pt x="39867" y="8008"/>
                    <a:pt x="41837" y="10046"/>
                  </a:cubicBezTo>
                  <a:cubicBezTo>
                    <a:pt x="42811" y="11058"/>
                    <a:pt x="44309" y="11375"/>
                    <a:pt x="45610" y="10841"/>
                  </a:cubicBezTo>
                  <a:cubicBezTo>
                    <a:pt x="48285" y="9747"/>
                    <a:pt x="51287" y="10459"/>
                    <a:pt x="53229" y="12552"/>
                  </a:cubicBezTo>
                  <a:cubicBezTo>
                    <a:pt x="54045" y="13430"/>
                    <a:pt x="55260" y="13823"/>
                    <a:pt x="56431" y="13585"/>
                  </a:cubicBezTo>
                  <a:cubicBezTo>
                    <a:pt x="57605" y="13351"/>
                    <a:pt x="58572" y="12521"/>
                    <a:pt x="58985" y="11399"/>
                  </a:cubicBezTo>
                  <a:cubicBezTo>
                    <a:pt x="59980" y="8700"/>
                    <a:pt x="62562" y="6886"/>
                    <a:pt x="65413" y="6886"/>
                  </a:cubicBezTo>
                  <a:cubicBezTo>
                    <a:pt x="69210" y="6886"/>
                    <a:pt x="72298" y="9974"/>
                    <a:pt x="72298" y="13771"/>
                  </a:cubicBezTo>
                  <a:cubicBezTo>
                    <a:pt x="72298" y="15462"/>
                    <a:pt x="71651" y="17100"/>
                    <a:pt x="70474" y="18388"/>
                  </a:cubicBezTo>
                  <a:cubicBezTo>
                    <a:pt x="69568" y="19379"/>
                    <a:pt x="69324" y="20801"/>
                    <a:pt x="69837" y="22037"/>
                  </a:cubicBezTo>
                  <a:cubicBezTo>
                    <a:pt x="70353" y="23273"/>
                    <a:pt x="71541" y="24099"/>
                    <a:pt x="72880" y="24151"/>
                  </a:cubicBezTo>
                  <a:cubicBezTo>
                    <a:pt x="78251" y="24361"/>
                    <a:pt x="82627" y="27429"/>
                    <a:pt x="82627" y="30985"/>
                  </a:cubicBezTo>
                  <a:cubicBezTo>
                    <a:pt x="82627" y="34717"/>
                    <a:pt x="77896" y="37871"/>
                    <a:pt x="72298" y="37871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176ACA5-B457-4445-8ED5-F48BB6EA935D}"/>
                </a:ext>
              </a:extLst>
            </p:cNvPr>
            <p:cNvSpPr/>
            <p:nvPr/>
          </p:nvSpPr>
          <p:spPr>
            <a:xfrm>
              <a:off x="6123471" y="3481669"/>
              <a:ext cx="75741" cy="72298"/>
            </a:xfrm>
            <a:custGeom>
              <a:avLst/>
              <a:gdLst>
                <a:gd name="connsiteX0" fmla="*/ 52506 w 75741"/>
                <a:gd name="connsiteY0" fmla="*/ 0 h 72298"/>
                <a:gd name="connsiteX1" fmla="*/ 48898 w 75741"/>
                <a:gd name="connsiteY1" fmla="*/ 0 h 72298"/>
                <a:gd name="connsiteX2" fmla="*/ 25776 w 75741"/>
                <a:gd name="connsiteY2" fmla="*/ 20925 h 72298"/>
                <a:gd name="connsiteX3" fmla="*/ 24289 w 75741"/>
                <a:gd name="connsiteY3" fmla="*/ 35808 h 72298"/>
                <a:gd name="connsiteX4" fmla="*/ 17317 w 75741"/>
                <a:gd name="connsiteY4" fmla="*/ 39991 h 72298"/>
                <a:gd name="connsiteX5" fmla="*/ 16205 w 75741"/>
                <a:gd name="connsiteY5" fmla="*/ 38879 h 72298"/>
                <a:gd name="connsiteX6" fmla="*/ 13771 w 75741"/>
                <a:gd name="connsiteY6" fmla="*/ 37871 h 72298"/>
                <a:gd name="connsiteX7" fmla="*/ 12050 w 75741"/>
                <a:gd name="connsiteY7" fmla="*/ 37871 h 72298"/>
                <a:gd name="connsiteX8" fmla="*/ 0 w 75741"/>
                <a:gd name="connsiteY8" fmla="*/ 49920 h 72298"/>
                <a:gd name="connsiteX9" fmla="*/ 10435 w 75741"/>
                <a:gd name="connsiteY9" fmla="*/ 61863 h 72298"/>
                <a:gd name="connsiteX10" fmla="*/ 22378 w 75741"/>
                <a:gd name="connsiteY10" fmla="*/ 72298 h 72298"/>
                <a:gd name="connsiteX11" fmla="*/ 34428 w 75741"/>
                <a:gd name="connsiteY11" fmla="*/ 60249 h 72298"/>
                <a:gd name="connsiteX12" fmla="*/ 34428 w 75741"/>
                <a:gd name="connsiteY12" fmla="*/ 58527 h 72298"/>
                <a:gd name="connsiteX13" fmla="*/ 33419 w 75741"/>
                <a:gd name="connsiteY13" fmla="*/ 56093 h 72298"/>
                <a:gd name="connsiteX14" fmla="*/ 32307 w 75741"/>
                <a:gd name="connsiteY14" fmla="*/ 54981 h 72298"/>
                <a:gd name="connsiteX15" fmla="*/ 36480 w 75741"/>
                <a:gd name="connsiteY15" fmla="*/ 48027 h 72298"/>
                <a:gd name="connsiteX16" fmla="*/ 54609 w 75741"/>
                <a:gd name="connsiteY16" fmla="*/ 46378 h 72298"/>
                <a:gd name="connsiteX17" fmla="*/ 75741 w 75741"/>
                <a:gd name="connsiteY17" fmla="*/ 23239 h 72298"/>
                <a:gd name="connsiteX18" fmla="*/ 52506 w 75741"/>
                <a:gd name="connsiteY18" fmla="*/ 0 h 72298"/>
                <a:gd name="connsiteX19" fmla="*/ 25539 w 75741"/>
                <a:gd name="connsiteY19" fmla="*/ 57949 h 72298"/>
                <a:gd name="connsiteX20" fmla="*/ 27542 w 75741"/>
                <a:gd name="connsiteY20" fmla="*/ 59952 h 72298"/>
                <a:gd name="connsiteX21" fmla="*/ 27542 w 75741"/>
                <a:gd name="connsiteY21" fmla="*/ 60249 h 72298"/>
                <a:gd name="connsiteX22" fmla="*/ 22378 w 75741"/>
                <a:gd name="connsiteY22" fmla="*/ 65413 h 72298"/>
                <a:gd name="connsiteX23" fmla="*/ 17214 w 75741"/>
                <a:gd name="connsiteY23" fmla="*/ 60249 h 72298"/>
                <a:gd name="connsiteX24" fmla="*/ 17214 w 75741"/>
                <a:gd name="connsiteY24" fmla="*/ 58527 h 72298"/>
                <a:gd name="connsiteX25" fmla="*/ 13771 w 75741"/>
                <a:gd name="connsiteY25" fmla="*/ 55084 h 72298"/>
                <a:gd name="connsiteX26" fmla="*/ 12050 w 75741"/>
                <a:gd name="connsiteY26" fmla="*/ 55084 h 72298"/>
                <a:gd name="connsiteX27" fmla="*/ 6886 w 75741"/>
                <a:gd name="connsiteY27" fmla="*/ 49920 h 72298"/>
                <a:gd name="connsiteX28" fmla="*/ 12050 w 75741"/>
                <a:gd name="connsiteY28" fmla="*/ 44756 h 72298"/>
                <a:gd name="connsiteX29" fmla="*/ 12346 w 75741"/>
                <a:gd name="connsiteY29" fmla="*/ 44756 h 72298"/>
                <a:gd name="connsiteX30" fmla="*/ 14349 w 75741"/>
                <a:gd name="connsiteY30" fmla="*/ 46760 h 72298"/>
                <a:gd name="connsiteX31" fmla="*/ 18557 w 75741"/>
                <a:gd name="connsiteY31" fmla="*/ 47276 h 72298"/>
                <a:gd name="connsiteX32" fmla="*/ 27009 w 75741"/>
                <a:gd name="connsiteY32" fmla="*/ 42205 h 72298"/>
                <a:gd name="connsiteX33" fmla="*/ 28551 w 75741"/>
                <a:gd name="connsiteY33" fmla="*/ 43747 h 72298"/>
                <a:gd name="connsiteX34" fmla="*/ 30093 w 75741"/>
                <a:gd name="connsiteY34" fmla="*/ 45290 h 72298"/>
                <a:gd name="connsiteX35" fmla="*/ 25022 w 75741"/>
                <a:gd name="connsiteY35" fmla="*/ 53742 h 72298"/>
                <a:gd name="connsiteX36" fmla="*/ 25539 w 75741"/>
                <a:gd name="connsiteY36" fmla="*/ 57949 h 72298"/>
                <a:gd name="connsiteX37" fmla="*/ 53986 w 75741"/>
                <a:gd name="connsiteY37" fmla="*/ 39520 h 72298"/>
                <a:gd name="connsiteX38" fmla="*/ 35722 w 75741"/>
                <a:gd name="connsiteY38" fmla="*/ 41179 h 72298"/>
                <a:gd name="connsiteX39" fmla="*/ 31130 w 75741"/>
                <a:gd name="connsiteY39" fmla="*/ 36586 h 72298"/>
                <a:gd name="connsiteX40" fmla="*/ 32631 w 75741"/>
                <a:gd name="connsiteY40" fmla="*/ 21607 h 72298"/>
                <a:gd name="connsiteX41" fmla="*/ 48898 w 75741"/>
                <a:gd name="connsiteY41" fmla="*/ 6886 h 72298"/>
                <a:gd name="connsiteX42" fmla="*/ 52506 w 75741"/>
                <a:gd name="connsiteY42" fmla="*/ 6886 h 72298"/>
                <a:gd name="connsiteX43" fmla="*/ 68856 w 75741"/>
                <a:gd name="connsiteY43" fmla="*/ 23239 h 72298"/>
                <a:gd name="connsiteX44" fmla="*/ 53986 w 75741"/>
                <a:gd name="connsiteY44" fmla="*/ 39520 h 72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5741" h="72298">
                  <a:moveTo>
                    <a:pt x="52506" y="0"/>
                  </a:moveTo>
                  <a:lnTo>
                    <a:pt x="48898" y="0"/>
                  </a:lnTo>
                  <a:cubicBezTo>
                    <a:pt x="36910" y="0"/>
                    <a:pt x="26971" y="8996"/>
                    <a:pt x="25776" y="20925"/>
                  </a:cubicBezTo>
                  <a:lnTo>
                    <a:pt x="24289" y="35808"/>
                  </a:lnTo>
                  <a:lnTo>
                    <a:pt x="17317" y="39991"/>
                  </a:lnTo>
                  <a:lnTo>
                    <a:pt x="16205" y="38879"/>
                  </a:lnTo>
                  <a:cubicBezTo>
                    <a:pt x="15561" y="38232"/>
                    <a:pt x="14687" y="37871"/>
                    <a:pt x="13771" y="37871"/>
                  </a:cubicBezTo>
                  <a:lnTo>
                    <a:pt x="12050" y="37871"/>
                  </a:lnTo>
                  <a:cubicBezTo>
                    <a:pt x="5405" y="37871"/>
                    <a:pt x="0" y="43276"/>
                    <a:pt x="0" y="49920"/>
                  </a:cubicBezTo>
                  <a:cubicBezTo>
                    <a:pt x="0" y="56017"/>
                    <a:pt x="4551" y="61071"/>
                    <a:pt x="10435" y="61863"/>
                  </a:cubicBezTo>
                  <a:cubicBezTo>
                    <a:pt x="11227" y="67747"/>
                    <a:pt x="16281" y="72298"/>
                    <a:pt x="22378" y="72298"/>
                  </a:cubicBezTo>
                  <a:cubicBezTo>
                    <a:pt x="29023" y="72298"/>
                    <a:pt x="34428" y="66893"/>
                    <a:pt x="34428" y="60249"/>
                  </a:cubicBezTo>
                  <a:lnTo>
                    <a:pt x="34428" y="58527"/>
                  </a:lnTo>
                  <a:cubicBezTo>
                    <a:pt x="34428" y="57615"/>
                    <a:pt x="34066" y="56737"/>
                    <a:pt x="33419" y="56093"/>
                  </a:cubicBezTo>
                  <a:lnTo>
                    <a:pt x="32307" y="54981"/>
                  </a:lnTo>
                  <a:lnTo>
                    <a:pt x="36480" y="48027"/>
                  </a:lnTo>
                  <a:lnTo>
                    <a:pt x="54609" y="46378"/>
                  </a:lnTo>
                  <a:cubicBezTo>
                    <a:pt x="66656" y="45283"/>
                    <a:pt x="75741" y="35333"/>
                    <a:pt x="75741" y="23239"/>
                  </a:cubicBezTo>
                  <a:cubicBezTo>
                    <a:pt x="75741" y="10425"/>
                    <a:pt x="65320" y="0"/>
                    <a:pt x="52506" y="0"/>
                  </a:cubicBezTo>
                  <a:close/>
                  <a:moveTo>
                    <a:pt x="25539" y="57949"/>
                  </a:moveTo>
                  <a:lnTo>
                    <a:pt x="27542" y="59952"/>
                  </a:lnTo>
                  <a:lnTo>
                    <a:pt x="27542" y="60249"/>
                  </a:lnTo>
                  <a:cubicBezTo>
                    <a:pt x="27542" y="63096"/>
                    <a:pt x="25225" y="65413"/>
                    <a:pt x="22378" y="65413"/>
                  </a:cubicBezTo>
                  <a:cubicBezTo>
                    <a:pt x="19531" y="65413"/>
                    <a:pt x="17214" y="63096"/>
                    <a:pt x="17214" y="60249"/>
                  </a:cubicBezTo>
                  <a:lnTo>
                    <a:pt x="17214" y="58527"/>
                  </a:lnTo>
                  <a:cubicBezTo>
                    <a:pt x="17214" y="56627"/>
                    <a:pt x="15675" y="55084"/>
                    <a:pt x="13771" y="55084"/>
                  </a:cubicBezTo>
                  <a:lnTo>
                    <a:pt x="12050" y="55084"/>
                  </a:lnTo>
                  <a:cubicBezTo>
                    <a:pt x="9203" y="55084"/>
                    <a:pt x="6886" y="52767"/>
                    <a:pt x="6886" y="49920"/>
                  </a:cubicBezTo>
                  <a:cubicBezTo>
                    <a:pt x="6886" y="47073"/>
                    <a:pt x="9203" y="44756"/>
                    <a:pt x="12050" y="44756"/>
                  </a:cubicBezTo>
                  <a:lnTo>
                    <a:pt x="12346" y="44756"/>
                  </a:lnTo>
                  <a:lnTo>
                    <a:pt x="14349" y="46760"/>
                  </a:lnTo>
                  <a:cubicBezTo>
                    <a:pt x="15465" y="47879"/>
                    <a:pt x="17197" y="48089"/>
                    <a:pt x="18557" y="47276"/>
                  </a:cubicBezTo>
                  <a:lnTo>
                    <a:pt x="27009" y="42205"/>
                  </a:lnTo>
                  <a:lnTo>
                    <a:pt x="28551" y="43747"/>
                  </a:lnTo>
                  <a:lnTo>
                    <a:pt x="30093" y="45290"/>
                  </a:lnTo>
                  <a:lnTo>
                    <a:pt x="25022" y="53742"/>
                  </a:lnTo>
                  <a:cubicBezTo>
                    <a:pt x="24210" y="55098"/>
                    <a:pt x="24423" y="56830"/>
                    <a:pt x="25539" y="57949"/>
                  </a:cubicBezTo>
                  <a:close/>
                  <a:moveTo>
                    <a:pt x="53986" y="39520"/>
                  </a:moveTo>
                  <a:lnTo>
                    <a:pt x="35722" y="41179"/>
                  </a:lnTo>
                  <a:lnTo>
                    <a:pt x="31130" y="36586"/>
                  </a:lnTo>
                  <a:lnTo>
                    <a:pt x="32631" y="21607"/>
                  </a:lnTo>
                  <a:cubicBezTo>
                    <a:pt x="33471" y="13213"/>
                    <a:pt x="40463" y="6886"/>
                    <a:pt x="48898" y="6886"/>
                  </a:cubicBezTo>
                  <a:lnTo>
                    <a:pt x="52506" y="6886"/>
                  </a:lnTo>
                  <a:cubicBezTo>
                    <a:pt x="61519" y="6886"/>
                    <a:pt x="68856" y="14222"/>
                    <a:pt x="68856" y="23239"/>
                  </a:cubicBezTo>
                  <a:cubicBezTo>
                    <a:pt x="68856" y="31749"/>
                    <a:pt x="62466" y="38748"/>
                    <a:pt x="53986" y="39520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8C7E1E7-4609-4799-8198-C838812A6D20}"/>
                </a:ext>
              </a:extLst>
            </p:cNvPr>
            <p:cNvSpPr/>
            <p:nvPr/>
          </p:nvSpPr>
          <p:spPr>
            <a:xfrm>
              <a:off x="6011009" y="3370409"/>
              <a:ext cx="26740" cy="14855"/>
            </a:xfrm>
            <a:custGeom>
              <a:avLst/>
              <a:gdLst>
                <a:gd name="connsiteX0" fmla="*/ 21455 w 26740"/>
                <a:gd name="connsiteY0" fmla="*/ 4830 h 14855"/>
                <a:gd name="connsiteX1" fmla="*/ 11712 w 26740"/>
                <a:gd name="connsiteY1" fmla="*/ 7330 h 14855"/>
                <a:gd name="connsiteX2" fmla="*/ 6879 w 26740"/>
                <a:gd name="connsiteY2" fmla="*/ 0 h 14855"/>
                <a:gd name="connsiteX3" fmla="*/ 0 w 26740"/>
                <a:gd name="connsiteY3" fmla="*/ 306 h 14855"/>
                <a:gd name="connsiteX4" fmla="*/ 8944 w 26740"/>
                <a:gd name="connsiteY4" fmla="*/ 13633 h 14855"/>
                <a:gd name="connsiteX5" fmla="*/ 14821 w 26740"/>
                <a:gd name="connsiteY5" fmla="*/ 14856 h 14855"/>
                <a:gd name="connsiteX6" fmla="*/ 26740 w 26740"/>
                <a:gd name="connsiteY6" fmla="*/ 9244 h 14855"/>
                <a:gd name="connsiteX7" fmla="*/ 21455 w 26740"/>
                <a:gd name="connsiteY7" fmla="*/ 4830 h 14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740" h="14855">
                  <a:moveTo>
                    <a:pt x="21455" y="4830"/>
                  </a:moveTo>
                  <a:cubicBezTo>
                    <a:pt x="19021" y="7746"/>
                    <a:pt x="15014" y="8776"/>
                    <a:pt x="11712" y="7330"/>
                  </a:cubicBezTo>
                  <a:cubicBezTo>
                    <a:pt x="8920" y="6104"/>
                    <a:pt x="7023" y="3226"/>
                    <a:pt x="6879" y="0"/>
                  </a:cubicBezTo>
                  <a:lnTo>
                    <a:pt x="0" y="306"/>
                  </a:lnTo>
                  <a:cubicBezTo>
                    <a:pt x="258" y="6132"/>
                    <a:pt x="3770" y="11361"/>
                    <a:pt x="8944" y="13633"/>
                  </a:cubicBezTo>
                  <a:cubicBezTo>
                    <a:pt x="10828" y="14460"/>
                    <a:pt x="12828" y="14856"/>
                    <a:pt x="14821" y="14856"/>
                  </a:cubicBezTo>
                  <a:cubicBezTo>
                    <a:pt x="19276" y="14856"/>
                    <a:pt x="23707" y="12873"/>
                    <a:pt x="26740" y="9244"/>
                  </a:cubicBezTo>
                  <a:lnTo>
                    <a:pt x="21455" y="4830"/>
                  </a:ln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48DA2D5-2FE4-46DE-9808-8682A91C7D21}"/>
                </a:ext>
              </a:extLst>
            </p:cNvPr>
            <p:cNvSpPr/>
            <p:nvPr/>
          </p:nvSpPr>
          <p:spPr>
            <a:xfrm>
              <a:off x="6161342" y="3495444"/>
              <a:ext cx="19110" cy="12028"/>
            </a:xfrm>
            <a:custGeom>
              <a:avLst/>
              <a:gdLst>
                <a:gd name="connsiteX0" fmla="*/ 4841 w 19110"/>
                <a:gd name="connsiteY0" fmla="*/ 2282 h 12028"/>
                <a:gd name="connsiteX1" fmla="*/ 0 w 19110"/>
                <a:gd name="connsiteY1" fmla="*/ 11850 h 12028"/>
                <a:gd name="connsiteX2" fmla="*/ 6886 w 19110"/>
                <a:gd name="connsiteY2" fmla="*/ 12029 h 12028"/>
                <a:gd name="connsiteX3" fmla="*/ 8931 w 19110"/>
                <a:gd name="connsiteY3" fmla="*/ 7825 h 12028"/>
                <a:gd name="connsiteX4" fmla="*/ 15317 w 19110"/>
                <a:gd name="connsiteY4" fmla="*/ 7929 h 12028"/>
                <a:gd name="connsiteX5" fmla="*/ 19111 w 19110"/>
                <a:gd name="connsiteY5" fmla="*/ 2183 h 12028"/>
                <a:gd name="connsiteX6" fmla="*/ 4841 w 19110"/>
                <a:gd name="connsiteY6" fmla="*/ 2282 h 12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10" h="12028">
                  <a:moveTo>
                    <a:pt x="4841" y="2282"/>
                  </a:moveTo>
                  <a:cubicBezTo>
                    <a:pt x="1387" y="4830"/>
                    <a:pt x="76" y="8893"/>
                    <a:pt x="0" y="11850"/>
                  </a:cubicBezTo>
                  <a:lnTo>
                    <a:pt x="6886" y="12029"/>
                  </a:lnTo>
                  <a:cubicBezTo>
                    <a:pt x="6892" y="11747"/>
                    <a:pt x="7009" y="9240"/>
                    <a:pt x="8931" y="7825"/>
                  </a:cubicBezTo>
                  <a:cubicBezTo>
                    <a:pt x="10697" y="6524"/>
                    <a:pt x="13258" y="6572"/>
                    <a:pt x="15317" y="7929"/>
                  </a:cubicBezTo>
                  <a:lnTo>
                    <a:pt x="19111" y="2183"/>
                  </a:lnTo>
                  <a:cubicBezTo>
                    <a:pt x="14652" y="-764"/>
                    <a:pt x="8913" y="-723"/>
                    <a:pt x="4841" y="2282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F669B04-EA18-45C7-A55E-2943AB139A69}"/>
                </a:ext>
              </a:extLst>
            </p:cNvPr>
            <p:cNvSpPr/>
            <p:nvPr/>
          </p:nvSpPr>
          <p:spPr>
            <a:xfrm>
              <a:off x="6023631" y="3491997"/>
              <a:ext cx="30984" cy="34427"/>
            </a:xfrm>
            <a:custGeom>
              <a:avLst/>
              <a:gdLst>
                <a:gd name="connsiteX0" fmla="*/ 15778 w 30984"/>
                <a:gd name="connsiteY0" fmla="*/ 10077 h 34427"/>
                <a:gd name="connsiteX1" fmla="*/ 0 w 30984"/>
                <a:gd name="connsiteY1" fmla="*/ 3443 h 34427"/>
                <a:gd name="connsiteX2" fmla="*/ 0 w 30984"/>
                <a:gd name="connsiteY2" fmla="*/ 10328 h 34427"/>
                <a:gd name="connsiteX3" fmla="*/ 13771 w 30984"/>
                <a:gd name="connsiteY3" fmla="*/ 20657 h 34427"/>
                <a:gd name="connsiteX4" fmla="*/ 13771 w 30984"/>
                <a:gd name="connsiteY4" fmla="*/ 34428 h 34427"/>
                <a:gd name="connsiteX5" fmla="*/ 20657 w 30984"/>
                <a:gd name="connsiteY5" fmla="*/ 34428 h 34427"/>
                <a:gd name="connsiteX6" fmla="*/ 20657 w 30984"/>
                <a:gd name="connsiteY6" fmla="*/ 20657 h 34427"/>
                <a:gd name="connsiteX7" fmla="*/ 30985 w 30984"/>
                <a:gd name="connsiteY7" fmla="*/ 6886 h 34427"/>
                <a:gd name="connsiteX8" fmla="*/ 30985 w 30984"/>
                <a:gd name="connsiteY8" fmla="*/ 0 h 34427"/>
                <a:gd name="connsiteX9" fmla="*/ 15778 w 30984"/>
                <a:gd name="connsiteY9" fmla="*/ 10077 h 34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984" h="34427">
                  <a:moveTo>
                    <a:pt x="15778" y="10077"/>
                  </a:moveTo>
                  <a:cubicBezTo>
                    <a:pt x="11664" y="6015"/>
                    <a:pt x="5574" y="3443"/>
                    <a:pt x="0" y="3443"/>
                  </a:cubicBezTo>
                  <a:lnTo>
                    <a:pt x="0" y="10328"/>
                  </a:lnTo>
                  <a:cubicBezTo>
                    <a:pt x="6011" y="10328"/>
                    <a:pt x="13771" y="15338"/>
                    <a:pt x="13771" y="20657"/>
                  </a:cubicBezTo>
                  <a:lnTo>
                    <a:pt x="13771" y="34428"/>
                  </a:lnTo>
                  <a:lnTo>
                    <a:pt x="20657" y="34428"/>
                  </a:lnTo>
                  <a:lnTo>
                    <a:pt x="20657" y="20657"/>
                  </a:lnTo>
                  <a:cubicBezTo>
                    <a:pt x="20657" y="16515"/>
                    <a:pt x="21662" y="6886"/>
                    <a:pt x="30985" y="6886"/>
                  </a:cubicBezTo>
                  <a:lnTo>
                    <a:pt x="30985" y="0"/>
                  </a:lnTo>
                  <a:cubicBezTo>
                    <a:pt x="23765" y="0"/>
                    <a:pt x="18470" y="3725"/>
                    <a:pt x="15778" y="10077"/>
                  </a:cubicBezTo>
                  <a:close/>
                </a:path>
              </a:pathLst>
            </a:custGeom>
            <a:grpFill/>
            <a:ln w="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180" name="Graphic 138">
            <a:extLst>
              <a:ext uri="{FF2B5EF4-FFF2-40B4-BE49-F238E27FC236}">
                <a16:creationId xmlns:a16="http://schemas.microsoft.com/office/drawing/2014/main" id="{B39DFFCE-6509-4242-90A3-0515347BA61C}"/>
              </a:ext>
            </a:extLst>
          </p:cNvPr>
          <p:cNvSpPr/>
          <p:nvPr/>
        </p:nvSpPr>
        <p:spPr>
          <a:xfrm>
            <a:off x="995882" y="4990451"/>
            <a:ext cx="177818" cy="167136"/>
          </a:xfrm>
          <a:custGeom>
            <a:avLst/>
            <a:gdLst>
              <a:gd name="connsiteX0" fmla="*/ 187898 w 204544"/>
              <a:gd name="connsiteY0" fmla="*/ 151383 h 192256"/>
              <a:gd name="connsiteX1" fmla="*/ 185672 w 204544"/>
              <a:gd name="connsiteY1" fmla="*/ 150871 h 192256"/>
              <a:gd name="connsiteX2" fmla="*/ 191521 w 204544"/>
              <a:gd name="connsiteY2" fmla="*/ 73377 h 192256"/>
              <a:gd name="connsiteX3" fmla="*/ 179035 w 204544"/>
              <a:gd name="connsiteY3" fmla="*/ 40025 h 192256"/>
              <a:gd name="connsiteX4" fmla="*/ 151438 w 204544"/>
              <a:gd name="connsiteY4" fmla="*/ 5829 h 192256"/>
              <a:gd name="connsiteX5" fmla="*/ 123841 w 204544"/>
              <a:gd name="connsiteY5" fmla="*/ 40025 h 192256"/>
              <a:gd name="connsiteX6" fmla="*/ 122374 w 204544"/>
              <a:gd name="connsiteY6" fmla="*/ 52549 h 192256"/>
              <a:gd name="connsiteX7" fmla="*/ 70628 w 204544"/>
              <a:gd name="connsiteY7" fmla="*/ 44755 h 192256"/>
              <a:gd name="connsiteX8" fmla="*/ 70628 w 204544"/>
              <a:gd name="connsiteY8" fmla="*/ 6296 h 192256"/>
              <a:gd name="connsiteX9" fmla="*/ 67616 w 204544"/>
              <a:gd name="connsiteY9" fmla="*/ 3277 h 192256"/>
              <a:gd name="connsiteX10" fmla="*/ 64602 w 204544"/>
              <a:gd name="connsiteY10" fmla="*/ 6296 h 192256"/>
              <a:gd name="connsiteX11" fmla="*/ 64602 w 204544"/>
              <a:gd name="connsiteY11" fmla="*/ 18151 h 192256"/>
              <a:gd name="connsiteX12" fmla="*/ 20886 w 204544"/>
              <a:gd name="connsiteY12" fmla="*/ 1232 h 192256"/>
              <a:gd name="connsiteX13" fmla="*/ 18692 w 204544"/>
              <a:gd name="connsiteY13" fmla="*/ 5338 h 192256"/>
              <a:gd name="connsiteX14" fmla="*/ 30762 w 204544"/>
              <a:gd name="connsiteY14" fmla="*/ 24134 h 192256"/>
              <a:gd name="connsiteX15" fmla="*/ 64602 w 204544"/>
              <a:gd name="connsiteY15" fmla="*/ 35719 h 192256"/>
              <a:gd name="connsiteX16" fmla="*/ 64602 w 204544"/>
              <a:gd name="connsiteY16" fmla="*/ 44755 h 192256"/>
              <a:gd name="connsiteX17" fmla="*/ 5097 w 204544"/>
              <a:gd name="connsiteY17" fmla="*/ 64952 h 192256"/>
              <a:gd name="connsiteX18" fmla="*/ 6663 w 204544"/>
              <a:gd name="connsiteY18" fmla="*/ 68921 h 192256"/>
              <a:gd name="connsiteX19" fmla="*/ 10626 w 204544"/>
              <a:gd name="connsiteY19" fmla="*/ 67354 h 192256"/>
              <a:gd name="connsiteX20" fmla="*/ 62536 w 204544"/>
              <a:gd name="connsiteY20" fmla="*/ 50722 h 192256"/>
              <a:gd name="connsiteX21" fmla="*/ 72694 w 204544"/>
              <a:gd name="connsiteY21" fmla="*/ 50722 h 192256"/>
              <a:gd name="connsiteX22" fmla="*/ 126140 w 204544"/>
              <a:gd name="connsiteY22" fmla="*/ 71327 h 192256"/>
              <a:gd name="connsiteX23" fmla="*/ 121343 w 204544"/>
              <a:gd name="connsiteY23" fmla="*/ 118112 h 192256"/>
              <a:gd name="connsiteX24" fmla="*/ 112491 w 204544"/>
              <a:gd name="connsiteY24" fmla="*/ 134122 h 192256"/>
              <a:gd name="connsiteX25" fmla="*/ 84815 w 204544"/>
              <a:gd name="connsiteY25" fmla="*/ 128759 h 192256"/>
              <a:gd name="connsiteX26" fmla="*/ 81865 w 204544"/>
              <a:gd name="connsiteY26" fmla="*/ 131834 h 192256"/>
              <a:gd name="connsiteX27" fmla="*/ 84940 w 204544"/>
              <a:gd name="connsiteY27" fmla="*/ 134793 h 192256"/>
              <a:gd name="connsiteX28" fmla="*/ 88582 w 204544"/>
              <a:gd name="connsiteY28" fmla="*/ 134986 h 192256"/>
              <a:gd name="connsiteX29" fmla="*/ 86775 w 204544"/>
              <a:gd name="connsiteY29" fmla="*/ 151248 h 192256"/>
              <a:gd name="connsiteX30" fmla="*/ 89436 w 204544"/>
              <a:gd name="connsiteY30" fmla="*/ 154582 h 192256"/>
              <a:gd name="connsiteX31" fmla="*/ 92764 w 204544"/>
              <a:gd name="connsiteY31" fmla="*/ 151916 h 192256"/>
              <a:gd name="connsiteX32" fmla="*/ 94512 w 204544"/>
              <a:gd name="connsiteY32" fmla="*/ 136195 h 192256"/>
              <a:gd name="connsiteX33" fmla="*/ 123716 w 204544"/>
              <a:gd name="connsiteY33" fmla="*/ 142883 h 192256"/>
              <a:gd name="connsiteX34" fmla="*/ 122855 w 204544"/>
              <a:gd name="connsiteY34" fmla="*/ 150637 h 192256"/>
              <a:gd name="connsiteX35" fmla="*/ 125516 w 204544"/>
              <a:gd name="connsiteY35" fmla="*/ 153972 h 192256"/>
              <a:gd name="connsiteX36" fmla="*/ 128844 w 204544"/>
              <a:gd name="connsiteY36" fmla="*/ 151304 h 192256"/>
              <a:gd name="connsiteX37" fmla="*/ 129629 w 204544"/>
              <a:gd name="connsiteY37" fmla="*/ 144235 h 192256"/>
              <a:gd name="connsiteX38" fmla="*/ 174795 w 204544"/>
              <a:gd name="connsiteY38" fmla="*/ 154574 h 192256"/>
              <a:gd name="connsiteX39" fmla="*/ 172468 w 204544"/>
              <a:gd name="connsiteY39" fmla="*/ 175506 h 192256"/>
              <a:gd name="connsiteX40" fmla="*/ 175129 w 204544"/>
              <a:gd name="connsiteY40" fmla="*/ 178841 h 192256"/>
              <a:gd name="connsiteX41" fmla="*/ 178458 w 204544"/>
              <a:gd name="connsiteY41" fmla="*/ 176175 h 192256"/>
              <a:gd name="connsiteX42" fmla="*/ 180710 w 204544"/>
              <a:gd name="connsiteY42" fmla="*/ 155928 h 192256"/>
              <a:gd name="connsiteX43" fmla="*/ 186557 w 204544"/>
              <a:gd name="connsiteY43" fmla="*/ 157268 h 192256"/>
              <a:gd name="connsiteX44" fmla="*/ 197767 w 204544"/>
              <a:gd name="connsiteY44" fmla="*/ 173079 h 192256"/>
              <a:gd name="connsiteX45" fmla="*/ 183352 w 204544"/>
              <a:gd name="connsiteY45" fmla="*/ 186029 h 192256"/>
              <a:gd name="connsiteX46" fmla="*/ 152509 w 204544"/>
              <a:gd name="connsiteY46" fmla="*/ 186089 h 192256"/>
              <a:gd name="connsiteX47" fmla="*/ 153604 w 204544"/>
              <a:gd name="connsiteY47" fmla="*/ 176244 h 192256"/>
              <a:gd name="connsiteX48" fmla="*/ 150944 w 204544"/>
              <a:gd name="connsiteY48" fmla="*/ 172909 h 192256"/>
              <a:gd name="connsiteX49" fmla="*/ 147615 w 204544"/>
              <a:gd name="connsiteY49" fmla="*/ 175575 h 192256"/>
              <a:gd name="connsiteX50" fmla="*/ 146444 w 204544"/>
              <a:gd name="connsiteY50" fmla="*/ 186101 h 192256"/>
              <a:gd name="connsiteX51" fmla="*/ 116884 w 204544"/>
              <a:gd name="connsiteY51" fmla="*/ 186157 h 192256"/>
              <a:gd name="connsiteX52" fmla="*/ 117913 w 204544"/>
              <a:gd name="connsiteY52" fmla="*/ 176902 h 192256"/>
              <a:gd name="connsiteX53" fmla="*/ 115252 w 204544"/>
              <a:gd name="connsiteY53" fmla="*/ 173569 h 192256"/>
              <a:gd name="connsiteX54" fmla="*/ 111923 w 204544"/>
              <a:gd name="connsiteY54" fmla="*/ 176235 h 192256"/>
              <a:gd name="connsiteX55" fmla="*/ 110820 w 204544"/>
              <a:gd name="connsiteY55" fmla="*/ 186170 h 192256"/>
              <a:gd name="connsiteX56" fmla="*/ 96667 w 204544"/>
              <a:gd name="connsiteY56" fmla="*/ 186196 h 192256"/>
              <a:gd name="connsiteX57" fmla="*/ 98459 w 204544"/>
              <a:gd name="connsiteY57" fmla="*/ 170086 h 192256"/>
              <a:gd name="connsiteX58" fmla="*/ 95798 w 204544"/>
              <a:gd name="connsiteY58" fmla="*/ 166753 h 192256"/>
              <a:gd name="connsiteX59" fmla="*/ 92469 w 204544"/>
              <a:gd name="connsiteY59" fmla="*/ 169419 h 192256"/>
              <a:gd name="connsiteX60" fmla="*/ 90601 w 204544"/>
              <a:gd name="connsiteY60" fmla="*/ 186209 h 192256"/>
              <a:gd name="connsiteX61" fmla="*/ 90533 w 204544"/>
              <a:gd name="connsiteY61" fmla="*/ 186209 h 192256"/>
              <a:gd name="connsiteX62" fmla="*/ 90526 w 204544"/>
              <a:gd name="connsiteY62" fmla="*/ 186209 h 192256"/>
              <a:gd name="connsiteX63" fmla="*/ 90512 w 204544"/>
              <a:gd name="connsiteY63" fmla="*/ 186209 h 192256"/>
              <a:gd name="connsiteX64" fmla="*/ 90509 w 204544"/>
              <a:gd name="connsiteY64" fmla="*/ 186209 h 192256"/>
              <a:gd name="connsiteX65" fmla="*/ 90494 w 204544"/>
              <a:gd name="connsiteY65" fmla="*/ 186209 h 192256"/>
              <a:gd name="connsiteX66" fmla="*/ 85503 w 204544"/>
              <a:gd name="connsiteY66" fmla="*/ 186218 h 192256"/>
              <a:gd name="connsiteX67" fmla="*/ 60654 w 204544"/>
              <a:gd name="connsiteY67" fmla="*/ 166964 h 192256"/>
              <a:gd name="connsiteX68" fmla="*/ 74531 w 204544"/>
              <a:gd name="connsiteY68" fmla="*/ 137265 h 192256"/>
              <a:gd name="connsiteX69" fmla="*/ 75960 w 204544"/>
              <a:gd name="connsiteY69" fmla="*/ 133243 h 192256"/>
              <a:gd name="connsiteX70" fmla="*/ 71946 w 204544"/>
              <a:gd name="connsiteY70" fmla="*/ 131811 h 192256"/>
              <a:gd name="connsiteX71" fmla="*/ 58179 w 204544"/>
              <a:gd name="connsiteY71" fmla="*/ 144393 h 192256"/>
              <a:gd name="connsiteX72" fmla="*/ 41384 w 204544"/>
              <a:gd name="connsiteY72" fmla="*/ 129492 h 192256"/>
              <a:gd name="connsiteX73" fmla="*/ 22662 w 204544"/>
              <a:gd name="connsiteY73" fmla="*/ 134109 h 192256"/>
              <a:gd name="connsiteX74" fmla="*/ 13221 w 204544"/>
              <a:gd name="connsiteY74" fmla="*/ 116911 h 192256"/>
              <a:gd name="connsiteX75" fmla="*/ 7196 w 204544"/>
              <a:gd name="connsiteY75" fmla="*/ 78258 h 192256"/>
              <a:gd name="connsiteX76" fmla="*/ 4853 w 204544"/>
              <a:gd name="connsiteY76" fmla="*/ 74689 h 192256"/>
              <a:gd name="connsiteX77" fmla="*/ 1293 w 204544"/>
              <a:gd name="connsiteY77" fmla="*/ 77036 h 192256"/>
              <a:gd name="connsiteX78" fmla="*/ 7938 w 204544"/>
              <a:gd name="connsiteY78" fmla="*/ 119822 h 192256"/>
              <a:gd name="connsiteX79" fmla="*/ 20811 w 204544"/>
              <a:gd name="connsiteY79" fmla="*/ 143266 h 192256"/>
              <a:gd name="connsiteX80" fmla="*/ 11378 w 204544"/>
              <a:gd name="connsiteY80" fmla="*/ 142212 h 192256"/>
              <a:gd name="connsiteX81" fmla="*/ 401 w 204544"/>
              <a:gd name="connsiteY81" fmla="*/ 151007 h 192256"/>
              <a:gd name="connsiteX82" fmla="*/ 9176 w 204544"/>
              <a:gd name="connsiteY82" fmla="*/ 162006 h 192256"/>
              <a:gd name="connsiteX83" fmla="*/ 24796 w 204544"/>
              <a:gd name="connsiteY83" fmla="*/ 163748 h 192256"/>
              <a:gd name="connsiteX84" fmla="*/ 18196 w 204544"/>
              <a:gd name="connsiteY84" fmla="*/ 175337 h 192256"/>
              <a:gd name="connsiteX85" fmla="*/ 35655 w 204544"/>
              <a:gd name="connsiteY85" fmla="*/ 181033 h 192256"/>
              <a:gd name="connsiteX86" fmla="*/ 55314 w 204544"/>
              <a:gd name="connsiteY86" fmla="*/ 170188 h 192256"/>
              <a:gd name="connsiteX87" fmla="*/ 85503 w 204544"/>
              <a:gd name="connsiteY87" fmla="*/ 192257 h 192256"/>
              <a:gd name="connsiteX88" fmla="*/ 183360 w 204544"/>
              <a:gd name="connsiteY88" fmla="*/ 192068 h 192256"/>
              <a:gd name="connsiteX89" fmla="*/ 203886 w 204544"/>
              <a:gd name="connsiteY89" fmla="*/ 171448 h 192256"/>
              <a:gd name="connsiteX90" fmla="*/ 187898 w 204544"/>
              <a:gd name="connsiteY90" fmla="*/ 151383 h 192256"/>
              <a:gd name="connsiteX91" fmla="*/ 25916 w 204544"/>
              <a:gd name="connsiteY91" fmla="*/ 6498 h 192256"/>
              <a:gd name="connsiteX92" fmla="*/ 62806 w 204544"/>
              <a:gd name="connsiteY92" fmla="*/ 29951 h 192256"/>
              <a:gd name="connsiteX93" fmla="*/ 25916 w 204544"/>
              <a:gd name="connsiteY93" fmla="*/ 6498 h 192256"/>
              <a:gd name="connsiteX94" fmla="*/ 177813 w 204544"/>
              <a:gd name="connsiteY94" fmla="*/ 149071 h 192256"/>
              <a:gd name="connsiteX95" fmla="*/ 118623 w 204544"/>
              <a:gd name="connsiteY95" fmla="*/ 135521 h 192256"/>
              <a:gd name="connsiteX96" fmla="*/ 124344 w 204544"/>
              <a:gd name="connsiteY96" fmla="*/ 125104 h 192256"/>
              <a:gd name="connsiteX97" fmla="*/ 152217 w 204544"/>
              <a:gd name="connsiteY97" fmla="*/ 141225 h 192256"/>
              <a:gd name="connsiteX98" fmla="*/ 183787 w 204544"/>
              <a:gd name="connsiteY98" fmla="*/ 115326 h 192256"/>
              <a:gd name="connsiteX99" fmla="*/ 181421 w 204544"/>
              <a:gd name="connsiteY99" fmla="*/ 111776 h 192256"/>
              <a:gd name="connsiteX100" fmla="*/ 177877 w 204544"/>
              <a:gd name="connsiteY100" fmla="*/ 114142 h 192256"/>
              <a:gd name="connsiteX101" fmla="*/ 152217 w 204544"/>
              <a:gd name="connsiteY101" fmla="*/ 135188 h 192256"/>
              <a:gd name="connsiteX102" fmla="*/ 127907 w 204544"/>
              <a:gd name="connsiteY102" fmla="*/ 118675 h 192256"/>
              <a:gd name="connsiteX103" fmla="*/ 135230 w 204544"/>
              <a:gd name="connsiteY103" fmla="*/ 89032 h 192256"/>
              <a:gd name="connsiteX104" fmla="*/ 177793 w 204544"/>
              <a:gd name="connsiteY104" fmla="*/ 103386 h 192256"/>
              <a:gd name="connsiteX105" fmla="*/ 181378 w 204544"/>
              <a:gd name="connsiteY105" fmla="*/ 105697 h 192256"/>
              <a:gd name="connsiteX106" fmla="*/ 183683 w 204544"/>
              <a:gd name="connsiteY106" fmla="*/ 102107 h 192256"/>
              <a:gd name="connsiteX107" fmla="*/ 172562 w 204544"/>
              <a:gd name="connsiteY107" fmla="*/ 83959 h 192256"/>
              <a:gd name="connsiteX108" fmla="*/ 134753 w 204544"/>
              <a:gd name="connsiteY108" fmla="*/ 81875 h 192256"/>
              <a:gd name="connsiteX109" fmla="*/ 126911 w 204544"/>
              <a:gd name="connsiteY109" fmla="*/ 58780 h 192256"/>
              <a:gd name="connsiteX110" fmla="*/ 129868 w 204544"/>
              <a:gd name="connsiteY110" fmla="*/ 40025 h 192256"/>
              <a:gd name="connsiteX111" fmla="*/ 151438 w 204544"/>
              <a:gd name="connsiteY111" fmla="*/ 11867 h 192256"/>
              <a:gd name="connsiteX112" fmla="*/ 173008 w 204544"/>
              <a:gd name="connsiteY112" fmla="*/ 40025 h 192256"/>
              <a:gd name="connsiteX113" fmla="*/ 187247 w 204544"/>
              <a:gd name="connsiteY113" fmla="*/ 77636 h 192256"/>
              <a:gd name="connsiteX114" fmla="*/ 187790 w 204544"/>
              <a:gd name="connsiteY114" fmla="*/ 140095 h 192256"/>
              <a:gd name="connsiteX115" fmla="*/ 177813 w 204544"/>
              <a:gd name="connsiteY115" fmla="*/ 149071 h 192256"/>
              <a:gd name="connsiteX116" fmla="*/ 54031 w 204544"/>
              <a:gd name="connsiteY116" fmla="*/ 164243 h 192256"/>
              <a:gd name="connsiteX117" fmla="*/ 31075 w 204544"/>
              <a:gd name="connsiteY117" fmla="*/ 177109 h 192256"/>
              <a:gd name="connsiteX118" fmla="*/ 25559 w 204544"/>
              <a:gd name="connsiteY118" fmla="*/ 177540 h 192256"/>
              <a:gd name="connsiteX119" fmla="*/ 25130 w 204544"/>
              <a:gd name="connsiteY119" fmla="*/ 172016 h 192256"/>
              <a:gd name="connsiteX120" fmla="*/ 34240 w 204544"/>
              <a:gd name="connsiteY120" fmla="*/ 164118 h 192256"/>
              <a:gd name="connsiteX121" fmla="*/ 32939 w 204544"/>
              <a:gd name="connsiteY121" fmla="*/ 158585 h 192256"/>
              <a:gd name="connsiteX122" fmla="*/ 9842 w 204544"/>
              <a:gd name="connsiteY122" fmla="*/ 156003 h 192256"/>
              <a:gd name="connsiteX123" fmla="*/ 6387 w 204544"/>
              <a:gd name="connsiteY123" fmla="*/ 151676 h 192256"/>
              <a:gd name="connsiteX124" fmla="*/ 10710 w 204544"/>
              <a:gd name="connsiteY124" fmla="*/ 148215 h 192256"/>
              <a:gd name="connsiteX125" fmla="*/ 10746 w 204544"/>
              <a:gd name="connsiteY125" fmla="*/ 148218 h 192256"/>
              <a:gd name="connsiteX126" fmla="*/ 10729 w 204544"/>
              <a:gd name="connsiteY126" fmla="*/ 148216 h 192256"/>
              <a:gd name="connsiteX127" fmla="*/ 10800 w 204544"/>
              <a:gd name="connsiteY127" fmla="*/ 148224 h 192256"/>
              <a:gd name="connsiteX128" fmla="*/ 10794 w 204544"/>
              <a:gd name="connsiteY128" fmla="*/ 148224 h 192256"/>
              <a:gd name="connsiteX129" fmla="*/ 10864 w 204544"/>
              <a:gd name="connsiteY129" fmla="*/ 148232 h 192256"/>
              <a:gd name="connsiteX130" fmla="*/ 10821 w 204544"/>
              <a:gd name="connsiteY130" fmla="*/ 148226 h 192256"/>
              <a:gd name="connsiteX131" fmla="*/ 31693 w 204544"/>
              <a:gd name="connsiteY131" fmla="*/ 150557 h 192256"/>
              <a:gd name="connsiteX132" fmla="*/ 36848 w 204544"/>
              <a:gd name="connsiteY132" fmla="*/ 149115 h 192256"/>
              <a:gd name="connsiteX133" fmla="*/ 36289 w 204544"/>
              <a:gd name="connsiteY133" fmla="*/ 145678 h 192256"/>
              <a:gd name="connsiteX134" fmla="*/ 29139 w 204544"/>
              <a:gd name="connsiteY134" fmla="*/ 135968 h 192256"/>
              <a:gd name="connsiteX135" fmla="*/ 30769 w 204544"/>
              <a:gd name="connsiteY135" fmla="*/ 130671 h 192256"/>
              <a:gd name="connsiteX136" fmla="*/ 30774 w 204544"/>
              <a:gd name="connsiteY136" fmla="*/ 130671 h 192256"/>
              <a:gd name="connsiteX137" fmla="*/ 36057 w 204544"/>
              <a:gd name="connsiteY137" fmla="*/ 132310 h 192256"/>
              <a:gd name="connsiteX138" fmla="*/ 55646 w 204544"/>
              <a:gd name="connsiteY138" fmla="*/ 149836 h 192256"/>
              <a:gd name="connsiteX139" fmla="*/ 54031 w 204544"/>
              <a:gd name="connsiteY139" fmla="*/ 164243 h 192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204544" h="192256">
                <a:moveTo>
                  <a:pt x="187898" y="151383"/>
                </a:moveTo>
                <a:lnTo>
                  <a:pt x="185672" y="150871"/>
                </a:lnTo>
                <a:cubicBezTo>
                  <a:pt x="207239" y="133168"/>
                  <a:pt x="211835" y="93859"/>
                  <a:pt x="191521" y="73377"/>
                </a:cubicBezTo>
                <a:cubicBezTo>
                  <a:pt x="183704" y="65499"/>
                  <a:pt x="179035" y="53033"/>
                  <a:pt x="179035" y="40025"/>
                </a:cubicBezTo>
                <a:cubicBezTo>
                  <a:pt x="179035" y="21171"/>
                  <a:pt x="166657" y="5829"/>
                  <a:pt x="151438" y="5829"/>
                </a:cubicBezTo>
                <a:cubicBezTo>
                  <a:pt x="136224" y="5829"/>
                  <a:pt x="123841" y="21171"/>
                  <a:pt x="123841" y="40025"/>
                </a:cubicBezTo>
                <a:cubicBezTo>
                  <a:pt x="123841" y="44309"/>
                  <a:pt x="123336" y="48531"/>
                  <a:pt x="122374" y="52549"/>
                </a:cubicBezTo>
                <a:cubicBezTo>
                  <a:pt x="108197" y="36153"/>
                  <a:pt x="85682" y="34274"/>
                  <a:pt x="70628" y="44755"/>
                </a:cubicBezTo>
                <a:lnTo>
                  <a:pt x="70628" y="6296"/>
                </a:lnTo>
                <a:cubicBezTo>
                  <a:pt x="70628" y="4629"/>
                  <a:pt x="69278" y="3277"/>
                  <a:pt x="67616" y="3277"/>
                </a:cubicBezTo>
                <a:cubicBezTo>
                  <a:pt x="65952" y="3277"/>
                  <a:pt x="64602" y="4629"/>
                  <a:pt x="64602" y="6296"/>
                </a:cubicBezTo>
                <a:lnTo>
                  <a:pt x="64602" y="18151"/>
                </a:lnTo>
                <a:cubicBezTo>
                  <a:pt x="55603" y="1884"/>
                  <a:pt x="39226" y="-2468"/>
                  <a:pt x="20886" y="1232"/>
                </a:cubicBezTo>
                <a:cubicBezTo>
                  <a:pt x="19034" y="1607"/>
                  <a:pt x="17977" y="3583"/>
                  <a:pt x="18692" y="5338"/>
                </a:cubicBezTo>
                <a:cubicBezTo>
                  <a:pt x="18861" y="5749"/>
                  <a:pt x="22920" y="15551"/>
                  <a:pt x="30762" y="24134"/>
                </a:cubicBezTo>
                <a:cubicBezTo>
                  <a:pt x="40042" y="34293"/>
                  <a:pt x="51561" y="39337"/>
                  <a:pt x="64602" y="35719"/>
                </a:cubicBezTo>
                <a:lnTo>
                  <a:pt x="64602" y="44755"/>
                </a:lnTo>
                <a:cubicBezTo>
                  <a:pt x="46904" y="32434"/>
                  <a:pt x="17271" y="36857"/>
                  <a:pt x="5097" y="64952"/>
                </a:cubicBezTo>
                <a:cubicBezTo>
                  <a:pt x="4435" y="66481"/>
                  <a:pt x="5137" y="68256"/>
                  <a:pt x="6663" y="68921"/>
                </a:cubicBezTo>
                <a:cubicBezTo>
                  <a:pt x="8191" y="69585"/>
                  <a:pt x="9962" y="68885"/>
                  <a:pt x="10626" y="67354"/>
                </a:cubicBezTo>
                <a:cubicBezTo>
                  <a:pt x="21766" y="41648"/>
                  <a:pt x="48407" y="39571"/>
                  <a:pt x="62536" y="50722"/>
                </a:cubicBezTo>
                <a:cubicBezTo>
                  <a:pt x="65478" y="53201"/>
                  <a:pt x="69768" y="53189"/>
                  <a:pt x="72694" y="50722"/>
                </a:cubicBezTo>
                <a:cubicBezTo>
                  <a:pt x="88779" y="38028"/>
                  <a:pt x="116605" y="43552"/>
                  <a:pt x="126140" y="71327"/>
                </a:cubicBezTo>
                <a:cubicBezTo>
                  <a:pt x="131266" y="86286"/>
                  <a:pt x="130241" y="101930"/>
                  <a:pt x="121343" y="118112"/>
                </a:cubicBezTo>
                <a:cubicBezTo>
                  <a:pt x="117803" y="124455"/>
                  <a:pt x="114895" y="129730"/>
                  <a:pt x="112491" y="134122"/>
                </a:cubicBezTo>
                <a:cubicBezTo>
                  <a:pt x="93830" y="130094"/>
                  <a:pt x="91166" y="128621"/>
                  <a:pt x="84815" y="128759"/>
                </a:cubicBezTo>
                <a:cubicBezTo>
                  <a:pt x="83151" y="128791"/>
                  <a:pt x="81829" y="130167"/>
                  <a:pt x="81865" y="131834"/>
                </a:cubicBezTo>
                <a:cubicBezTo>
                  <a:pt x="81898" y="133506"/>
                  <a:pt x="83268" y="134833"/>
                  <a:pt x="84940" y="134793"/>
                </a:cubicBezTo>
                <a:cubicBezTo>
                  <a:pt x="86032" y="134769"/>
                  <a:pt x="87273" y="134825"/>
                  <a:pt x="88582" y="134986"/>
                </a:cubicBezTo>
                <a:lnTo>
                  <a:pt x="86775" y="151248"/>
                </a:lnTo>
                <a:cubicBezTo>
                  <a:pt x="86591" y="152904"/>
                  <a:pt x="87781" y="154397"/>
                  <a:pt x="89436" y="154582"/>
                </a:cubicBezTo>
                <a:cubicBezTo>
                  <a:pt x="91096" y="154766"/>
                  <a:pt x="92580" y="153567"/>
                  <a:pt x="92764" y="151916"/>
                </a:cubicBezTo>
                <a:lnTo>
                  <a:pt x="94512" y="136195"/>
                </a:lnTo>
                <a:cubicBezTo>
                  <a:pt x="106549" y="138949"/>
                  <a:pt x="114383" y="140744"/>
                  <a:pt x="123716" y="142883"/>
                </a:cubicBezTo>
                <a:lnTo>
                  <a:pt x="122855" y="150637"/>
                </a:lnTo>
                <a:cubicBezTo>
                  <a:pt x="122671" y="152294"/>
                  <a:pt x="123862" y="153787"/>
                  <a:pt x="125516" y="153972"/>
                </a:cubicBezTo>
                <a:cubicBezTo>
                  <a:pt x="127176" y="154156"/>
                  <a:pt x="128660" y="152957"/>
                  <a:pt x="128844" y="151304"/>
                </a:cubicBezTo>
                <a:lnTo>
                  <a:pt x="129629" y="144235"/>
                </a:lnTo>
                <a:cubicBezTo>
                  <a:pt x="131491" y="144662"/>
                  <a:pt x="174260" y="154450"/>
                  <a:pt x="174795" y="154574"/>
                </a:cubicBezTo>
                <a:lnTo>
                  <a:pt x="172468" y="175506"/>
                </a:lnTo>
                <a:cubicBezTo>
                  <a:pt x="172284" y="177163"/>
                  <a:pt x="173477" y="178657"/>
                  <a:pt x="175129" y="178841"/>
                </a:cubicBezTo>
                <a:cubicBezTo>
                  <a:pt x="176791" y="179026"/>
                  <a:pt x="178274" y="177826"/>
                  <a:pt x="178458" y="176175"/>
                </a:cubicBezTo>
                <a:lnTo>
                  <a:pt x="180710" y="155928"/>
                </a:lnTo>
                <a:lnTo>
                  <a:pt x="186557" y="157268"/>
                </a:lnTo>
                <a:cubicBezTo>
                  <a:pt x="193806" y="158925"/>
                  <a:pt x="198594" y="165672"/>
                  <a:pt x="197767" y="173079"/>
                </a:cubicBezTo>
                <a:cubicBezTo>
                  <a:pt x="196947" y="180445"/>
                  <a:pt x="190747" y="186013"/>
                  <a:pt x="183352" y="186029"/>
                </a:cubicBezTo>
                <a:lnTo>
                  <a:pt x="152509" y="186089"/>
                </a:lnTo>
                <a:lnTo>
                  <a:pt x="153604" y="176244"/>
                </a:lnTo>
                <a:cubicBezTo>
                  <a:pt x="153788" y="174587"/>
                  <a:pt x="152598" y="173093"/>
                  <a:pt x="150944" y="172909"/>
                </a:cubicBezTo>
                <a:cubicBezTo>
                  <a:pt x="149288" y="172726"/>
                  <a:pt x="147799" y="173917"/>
                  <a:pt x="147615" y="175575"/>
                </a:cubicBezTo>
                <a:lnTo>
                  <a:pt x="146444" y="186101"/>
                </a:lnTo>
                <a:lnTo>
                  <a:pt x="116884" y="186157"/>
                </a:lnTo>
                <a:lnTo>
                  <a:pt x="117913" y="176902"/>
                </a:lnTo>
                <a:cubicBezTo>
                  <a:pt x="118097" y="175246"/>
                  <a:pt x="116906" y="173753"/>
                  <a:pt x="115252" y="173569"/>
                </a:cubicBezTo>
                <a:cubicBezTo>
                  <a:pt x="113602" y="173383"/>
                  <a:pt x="112107" y="174577"/>
                  <a:pt x="111923" y="176235"/>
                </a:cubicBezTo>
                <a:cubicBezTo>
                  <a:pt x="111667" y="178541"/>
                  <a:pt x="110845" y="185924"/>
                  <a:pt x="110820" y="186170"/>
                </a:cubicBezTo>
                <a:lnTo>
                  <a:pt x="96667" y="186196"/>
                </a:lnTo>
                <a:lnTo>
                  <a:pt x="98459" y="170086"/>
                </a:lnTo>
                <a:cubicBezTo>
                  <a:pt x="98643" y="168431"/>
                  <a:pt x="97452" y="166937"/>
                  <a:pt x="95798" y="166753"/>
                </a:cubicBezTo>
                <a:cubicBezTo>
                  <a:pt x="94142" y="166567"/>
                  <a:pt x="92653" y="167761"/>
                  <a:pt x="92469" y="169419"/>
                </a:cubicBezTo>
                <a:lnTo>
                  <a:pt x="90601" y="186209"/>
                </a:lnTo>
                <a:cubicBezTo>
                  <a:pt x="90572" y="186209"/>
                  <a:pt x="90550" y="186209"/>
                  <a:pt x="90533" y="186209"/>
                </a:cubicBezTo>
                <a:cubicBezTo>
                  <a:pt x="90531" y="186209"/>
                  <a:pt x="90528" y="186209"/>
                  <a:pt x="90526" y="186209"/>
                </a:cubicBezTo>
                <a:cubicBezTo>
                  <a:pt x="90522" y="186209"/>
                  <a:pt x="90517" y="186209"/>
                  <a:pt x="90512" y="186209"/>
                </a:cubicBezTo>
                <a:cubicBezTo>
                  <a:pt x="90512" y="186209"/>
                  <a:pt x="90511" y="186209"/>
                  <a:pt x="90509" y="186209"/>
                </a:cubicBezTo>
                <a:cubicBezTo>
                  <a:pt x="90503" y="186209"/>
                  <a:pt x="90500" y="186209"/>
                  <a:pt x="90494" y="186209"/>
                </a:cubicBezTo>
                <a:cubicBezTo>
                  <a:pt x="90299" y="186209"/>
                  <a:pt x="89353" y="186211"/>
                  <a:pt x="85503" y="186218"/>
                </a:cubicBezTo>
                <a:cubicBezTo>
                  <a:pt x="73675" y="186218"/>
                  <a:pt x="63536" y="178134"/>
                  <a:pt x="60654" y="166964"/>
                </a:cubicBezTo>
                <a:cubicBezTo>
                  <a:pt x="57697" y="155554"/>
                  <a:pt x="62875" y="142814"/>
                  <a:pt x="74531" y="137265"/>
                </a:cubicBezTo>
                <a:cubicBezTo>
                  <a:pt x="76033" y="136548"/>
                  <a:pt x="76675" y="134749"/>
                  <a:pt x="75960" y="133243"/>
                </a:cubicBezTo>
                <a:cubicBezTo>
                  <a:pt x="75245" y="131737"/>
                  <a:pt x="73449" y="131093"/>
                  <a:pt x="71946" y="131811"/>
                </a:cubicBezTo>
                <a:cubicBezTo>
                  <a:pt x="66072" y="134603"/>
                  <a:pt x="61333" y="139008"/>
                  <a:pt x="58179" y="144393"/>
                </a:cubicBezTo>
                <a:cubicBezTo>
                  <a:pt x="52080" y="141346"/>
                  <a:pt x="45105" y="136552"/>
                  <a:pt x="41384" y="129492"/>
                </a:cubicBezTo>
                <a:cubicBezTo>
                  <a:pt x="36576" y="120340"/>
                  <a:pt x="22709" y="123777"/>
                  <a:pt x="22662" y="134109"/>
                </a:cubicBezTo>
                <a:lnTo>
                  <a:pt x="13221" y="116911"/>
                </a:lnTo>
                <a:cubicBezTo>
                  <a:pt x="6749" y="105129"/>
                  <a:pt x="4379" y="91906"/>
                  <a:pt x="7196" y="78258"/>
                </a:cubicBezTo>
                <a:cubicBezTo>
                  <a:pt x="7533" y="76624"/>
                  <a:pt x="6484" y="75026"/>
                  <a:pt x="4853" y="74689"/>
                </a:cubicBezTo>
                <a:cubicBezTo>
                  <a:pt x="3222" y="74351"/>
                  <a:pt x="1631" y="75402"/>
                  <a:pt x="1293" y="77036"/>
                </a:cubicBezTo>
                <a:cubicBezTo>
                  <a:pt x="-1728" y="91681"/>
                  <a:pt x="566" y="106393"/>
                  <a:pt x="7938" y="119822"/>
                </a:cubicBezTo>
                <a:lnTo>
                  <a:pt x="20811" y="143266"/>
                </a:lnTo>
                <a:lnTo>
                  <a:pt x="11378" y="142212"/>
                </a:lnTo>
                <a:cubicBezTo>
                  <a:pt x="5919" y="141604"/>
                  <a:pt x="1008" y="145535"/>
                  <a:pt x="401" y="151007"/>
                </a:cubicBezTo>
                <a:cubicBezTo>
                  <a:pt x="-205" y="156463"/>
                  <a:pt x="3728" y="161397"/>
                  <a:pt x="9176" y="162006"/>
                </a:cubicBezTo>
                <a:lnTo>
                  <a:pt x="24796" y="163748"/>
                </a:lnTo>
                <a:cubicBezTo>
                  <a:pt x="20922" y="167222"/>
                  <a:pt x="17804" y="170371"/>
                  <a:pt x="18196" y="175337"/>
                </a:cubicBezTo>
                <a:cubicBezTo>
                  <a:pt x="18873" y="184115"/>
                  <a:pt x="29895" y="187773"/>
                  <a:pt x="35655" y="181033"/>
                </a:cubicBezTo>
                <a:cubicBezTo>
                  <a:pt x="40396" y="175475"/>
                  <a:pt x="47804" y="172041"/>
                  <a:pt x="55314" y="170188"/>
                </a:cubicBezTo>
                <a:cubicBezTo>
                  <a:pt x="59396" y="182974"/>
                  <a:pt x="71385" y="192257"/>
                  <a:pt x="85503" y="192257"/>
                </a:cubicBezTo>
                <a:cubicBezTo>
                  <a:pt x="90094" y="192248"/>
                  <a:pt x="177815" y="192079"/>
                  <a:pt x="183360" y="192068"/>
                </a:cubicBezTo>
                <a:cubicBezTo>
                  <a:pt x="194750" y="192046"/>
                  <a:pt x="203886" y="182797"/>
                  <a:pt x="203886" y="171448"/>
                </a:cubicBezTo>
                <a:cubicBezTo>
                  <a:pt x="203884" y="161788"/>
                  <a:pt x="197311" y="153536"/>
                  <a:pt x="187898" y="151383"/>
                </a:cubicBezTo>
                <a:close/>
                <a:moveTo>
                  <a:pt x="25916" y="6498"/>
                </a:moveTo>
                <a:cubicBezTo>
                  <a:pt x="45952" y="3757"/>
                  <a:pt x="58586" y="13325"/>
                  <a:pt x="62806" y="29951"/>
                </a:cubicBezTo>
                <a:cubicBezTo>
                  <a:pt x="46483" y="34354"/>
                  <a:pt x="33645" y="21424"/>
                  <a:pt x="25916" y="6498"/>
                </a:cubicBezTo>
                <a:close/>
                <a:moveTo>
                  <a:pt x="177813" y="149071"/>
                </a:moveTo>
                <a:lnTo>
                  <a:pt x="118623" y="135521"/>
                </a:lnTo>
                <a:cubicBezTo>
                  <a:pt x="120333" y="132381"/>
                  <a:pt x="122231" y="128916"/>
                  <a:pt x="124344" y="125104"/>
                </a:cubicBezTo>
                <a:cubicBezTo>
                  <a:pt x="129924" y="134736"/>
                  <a:pt x="140329" y="141225"/>
                  <a:pt x="152217" y="141225"/>
                </a:cubicBezTo>
                <a:cubicBezTo>
                  <a:pt x="167512" y="141225"/>
                  <a:pt x="180791" y="130333"/>
                  <a:pt x="183787" y="115326"/>
                </a:cubicBezTo>
                <a:cubicBezTo>
                  <a:pt x="184113" y="113692"/>
                  <a:pt x="183052" y="112101"/>
                  <a:pt x="181421" y="111776"/>
                </a:cubicBezTo>
                <a:cubicBezTo>
                  <a:pt x="179786" y="111449"/>
                  <a:pt x="178203" y="112508"/>
                  <a:pt x="177877" y="114142"/>
                </a:cubicBezTo>
                <a:cubicBezTo>
                  <a:pt x="175443" y="126335"/>
                  <a:pt x="164652" y="135188"/>
                  <a:pt x="152217" y="135188"/>
                </a:cubicBezTo>
                <a:cubicBezTo>
                  <a:pt x="141209" y="135188"/>
                  <a:pt x="131767" y="128341"/>
                  <a:pt x="127907" y="118675"/>
                </a:cubicBezTo>
                <a:cubicBezTo>
                  <a:pt x="132913" y="109127"/>
                  <a:pt x="135311" y="99039"/>
                  <a:pt x="135230" y="89032"/>
                </a:cubicBezTo>
                <a:cubicBezTo>
                  <a:pt x="150349" y="76079"/>
                  <a:pt x="173659" y="84249"/>
                  <a:pt x="177793" y="103386"/>
                </a:cubicBezTo>
                <a:cubicBezTo>
                  <a:pt x="178147" y="105017"/>
                  <a:pt x="179745" y="106052"/>
                  <a:pt x="181378" y="105697"/>
                </a:cubicBezTo>
                <a:cubicBezTo>
                  <a:pt x="183004" y="105343"/>
                  <a:pt x="184037" y="103736"/>
                  <a:pt x="183683" y="102107"/>
                </a:cubicBezTo>
                <a:cubicBezTo>
                  <a:pt x="182153" y="95017"/>
                  <a:pt x="178199" y="88572"/>
                  <a:pt x="172562" y="83959"/>
                </a:cubicBezTo>
                <a:cubicBezTo>
                  <a:pt x="161852" y="75202"/>
                  <a:pt x="146543" y="74213"/>
                  <a:pt x="134753" y="81875"/>
                </a:cubicBezTo>
                <a:cubicBezTo>
                  <a:pt x="133749" y="73940"/>
                  <a:pt x="131117" y="65670"/>
                  <a:pt x="126911" y="58780"/>
                </a:cubicBezTo>
                <a:cubicBezTo>
                  <a:pt x="128843" y="52943"/>
                  <a:pt x="129868" y="46591"/>
                  <a:pt x="129868" y="40025"/>
                </a:cubicBezTo>
                <a:cubicBezTo>
                  <a:pt x="129868" y="26095"/>
                  <a:pt x="138528" y="11867"/>
                  <a:pt x="151438" y="11867"/>
                </a:cubicBezTo>
                <a:cubicBezTo>
                  <a:pt x="164211" y="11867"/>
                  <a:pt x="173008" y="25904"/>
                  <a:pt x="173008" y="40025"/>
                </a:cubicBezTo>
                <a:cubicBezTo>
                  <a:pt x="173008" y="54807"/>
                  <a:pt x="178199" y="68514"/>
                  <a:pt x="187247" y="77636"/>
                </a:cubicBezTo>
                <a:cubicBezTo>
                  <a:pt x="202940" y="93447"/>
                  <a:pt x="201422" y="122803"/>
                  <a:pt x="187790" y="140095"/>
                </a:cubicBezTo>
                <a:cubicBezTo>
                  <a:pt x="184828" y="143851"/>
                  <a:pt x="181457" y="146870"/>
                  <a:pt x="177813" y="149071"/>
                </a:cubicBezTo>
                <a:close/>
                <a:moveTo>
                  <a:pt x="54031" y="164243"/>
                </a:moveTo>
                <a:cubicBezTo>
                  <a:pt x="45446" y="166335"/>
                  <a:pt x="36760" y="170448"/>
                  <a:pt x="31075" y="177109"/>
                </a:cubicBezTo>
                <a:cubicBezTo>
                  <a:pt x="29672" y="178752"/>
                  <a:pt x="27197" y="178944"/>
                  <a:pt x="25559" y="177540"/>
                </a:cubicBezTo>
                <a:cubicBezTo>
                  <a:pt x="23915" y="176128"/>
                  <a:pt x="23723" y="173658"/>
                  <a:pt x="25130" y="172016"/>
                </a:cubicBezTo>
                <a:cubicBezTo>
                  <a:pt x="27753" y="168943"/>
                  <a:pt x="30896" y="166270"/>
                  <a:pt x="34240" y="164118"/>
                </a:cubicBezTo>
                <a:cubicBezTo>
                  <a:pt x="36612" y="162581"/>
                  <a:pt x="35752" y="158896"/>
                  <a:pt x="32939" y="158585"/>
                </a:cubicBezTo>
                <a:cubicBezTo>
                  <a:pt x="30329" y="158292"/>
                  <a:pt x="11816" y="156223"/>
                  <a:pt x="9842" y="156003"/>
                </a:cubicBezTo>
                <a:cubicBezTo>
                  <a:pt x="7701" y="155765"/>
                  <a:pt x="6150" y="153822"/>
                  <a:pt x="6387" y="151676"/>
                </a:cubicBezTo>
                <a:cubicBezTo>
                  <a:pt x="6624" y="149555"/>
                  <a:pt x="8520" y="147977"/>
                  <a:pt x="10710" y="148215"/>
                </a:cubicBezTo>
                <a:cubicBezTo>
                  <a:pt x="10722" y="148216"/>
                  <a:pt x="10735" y="148216"/>
                  <a:pt x="10746" y="148218"/>
                </a:cubicBezTo>
                <a:cubicBezTo>
                  <a:pt x="10740" y="148218"/>
                  <a:pt x="10733" y="148216"/>
                  <a:pt x="10729" y="148216"/>
                </a:cubicBezTo>
                <a:cubicBezTo>
                  <a:pt x="10743" y="148218"/>
                  <a:pt x="10766" y="148221"/>
                  <a:pt x="10800" y="148224"/>
                </a:cubicBezTo>
                <a:cubicBezTo>
                  <a:pt x="10799" y="148224"/>
                  <a:pt x="10797" y="148224"/>
                  <a:pt x="10794" y="148224"/>
                </a:cubicBezTo>
                <a:cubicBezTo>
                  <a:pt x="10827" y="148227"/>
                  <a:pt x="10850" y="148229"/>
                  <a:pt x="10864" y="148232"/>
                </a:cubicBezTo>
                <a:cubicBezTo>
                  <a:pt x="10853" y="148230"/>
                  <a:pt x="10838" y="148229"/>
                  <a:pt x="10821" y="148226"/>
                </a:cubicBezTo>
                <a:cubicBezTo>
                  <a:pt x="11437" y="148294"/>
                  <a:pt x="15037" y="148696"/>
                  <a:pt x="31693" y="150557"/>
                </a:cubicBezTo>
                <a:cubicBezTo>
                  <a:pt x="32651" y="150496"/>
                  <a:pt x="35571" y="151739"/>
                  <a:pt x="36848" y="149115"/>
                </a:cubicBezTo>
                <a:cubicBezTo>
                  <a:pt x="37406" y="147964"/>
                  <a:pt x="37182" y="146592"/>
                  <a:pt x="36289" y="145678"/>
                </a:cubicBezTo>
                <a:cubicBezTo>
                  <a:pt x="33365" y="142690"/>
                  <a:pt x="30958" y="139422"/>
                  <a:pt x="29139" y="135968"/>
                </a:cubicBezTo>
                <a:cubicBezTo>
                  <a:pt x="28130" y="134056"/>
                  <a:pt x="28865" y="131681"/>
                  <a:pt x="30769" y="130671"/>
                </a:cubicBezTo>
                <a:lnTo>
                  <a:pt x="30774" y="130671"/>
                </a:lnTo>
                <a:cubicBezTo>
                  <a:pt x="32700" y="129656"/>
                  <a:pt x="35047" y="130402"/>
                  <a:pt x="36057" y="132310"/>
                </a:cubicBezTo>
                <a:cubicBezTo>
                  <a:pt x="40496" y="140739"/>
                  <a:pt x="48639" y="146346"/>
                  <a:pt x="55646" y="149836"/>
                </a:cubicBezTo>
                <a:cubicBezTo>
                  <a:pt x="54047" y="154357"/>
                  <a:pt x="53449" y="159379"/>
                  <a:pt x="54031" y="164243"/>
                </a:cubicBezTo>
                <a:close/>
              </a:path>
            </a:pathLst>
          </a:custGeom>
          <a:solidFill>
            <a:schemeClr val="accent2"/>
          </a:solidFill>
          <a:ln w="391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5387A73-9219-4803-84DE-8DCD87E413A5}"/>
              </a:ext>
            </a:extLst>
          </p:cNvPr>
          <p:cNvSpPr/>
          <p:nvPr/>
        </p:nvSpPr>
        <p:spPr>
          <a:xfrm flipH="1">
            <a:off x="1302583" y="4387345"/>
            <a:ext cx="244887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Nutritious Foods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596ECCD-9F04-4108-BB5C-83F60C1C6F08}"/>
              </a:ext>
            </a:extLst>
          </p:cNvPr>
          <p:cNvSpPr/>
          <p:nvPr/>
        </p:nvSpPr>
        <p:spPr>
          <a:xfrm flipH="1">
            <a:off x="1302583" y="4885156"/>
            <a:ext cx="24326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Circular Jobs &amp; Business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E1F12A1-6E91-485A-9573-F382C8C30C4A}"/>
              </a:ext>
            </a:extLst>
          </p:cNvPr>
          <p:cNvSpPr/>
          <p:nvPr/>
        </p:nvSpPr>
        <p:spPr>
          <a:xfrm flipH="1">
            <a:off x="1302583" y="5381045"/>
            <a:ext cx="233576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Waste as a Resource</a:t>
            </a:r>
          </a:p>
        </p:txBody>
      </p:sp>
      <p:sp>
        <p:nvSpPr>
          <p:cNvPr id="189" name="Graphic 187">
            <a:extLst>
              <a:ext uri="{FF2B5EF4-FFF2-40B4-BE49-F238E27FC236}">
                <a16:creationId xmlns:a16="http://schemas.microsoft.com/office/drawing/2014/main" id="{D3B5DA84-9257-4ACE-95CF-0A9209BEC3AD}"/>
              </a:ext>
            </a:extLst>
          </p:cNvPr>
          <p:cNvSpPr/>
          <p:nvPr/>
        </p:nvSpPr>
        <p:spPr>
          <a:xfrm>
            <a:off x="4488131" y="2703257"/>
            <a:ext cx="163096" cy="163093"/>
          </a:xfrm>
          <a:custGeom>
            <a:avLst/>
            <a:gdLst>
              <a:gd name="connsiteX0" fmla="*/ 160688 w 163096"/>
              <a:gd name="connsiteY0" fmla="*/ 158273 h 163093"/>
              <a:gd name="connsiteX1" fmla="*/ 142567 w 163096"/>
              <a:gd name="connsiteY1" fmla="*/ 158273 h 163093"/>
              <a:gd name="connsiteX2" fmla="*/ 148941 w 163096"/>
              <a:gd name="connsiteY2" fmla="*/ 53593 h 163093"/>
              <a:gd name="connsiteX3" fmla="*/ 146877 w 163096"/>
              <a:gd name="connsiteY3" fmla="*/ 50884 h 163093"/>
              <a:gd name="connsiteX4" fmla="*/ 144566 w 163096"/>
              <a:gd name="connsiteY4" fmla="*/ 51911 h 163093"/>
              <a:gd name="connsiteX5" fmla="*/ 129976 w 163096"/>
              <a:gd name="connsiteY5" fmla="*/ 82750 h 163093"/>
              <a:gd name="connsiteX6" fmla="*/ 132583 w 163096"/>
              <a:gd name="connsiteY6" fmla="*/ 44591 h 163093"/>
              <a:gd name="connsiteX7" fmla="*/ 130394 w 163096"/>
              <a:gd name="connsiteY7" fmla="*/ 41981 h 163093"/>
              <a:gd name="connsiteX8" fmla="*/ 128017 w 163096"/>
              <a:gd name="connsiteY8" fmla="*/ 43330 h 163093"/>
              <a:gd name="connsiteX9" fmla="*/ 115767 w 163096"/>
              <a:gd name="connsiteY9" fmla="*/ 76816 h 163093"/>
              <a:gd name="connsiteX10" fmla="*/ 118586 w 163096"/>
              <a:gd name="connsiteY10" fmla="*/ 29082 h 163093"/>
              <a:gd name="connsiteX11" fmla="*/ 116369 w 163096"/>
              <a:gd name="connsiteY11" fmla="*/ 26496 h 163093"/>
              <a:gd name="connsiteX12" fmla="*/ 113970 w 163096"/>
              <a:gd name="connsiteY12" fmla="*/ 27951 h 163093"/>
              <a:gd name="connsiteX13" fmla="*/ 98747 w 163096"/>
              <a:gd name="connsiteY13" fmla="*/ 79564 h 163093"/>
              <a:gd name="connsiteX14" fmla="*/ 104123 w 163096"/>
              <a:gd name="connsiteY14" fmla="*/ 2703 h 163093"/>
              <a:gd name="connsiteX15" fmla="*/ 102027 w 163096"/>
              <a:gd name="connsiteY15" fmla="*/ 18 h 163093"/>
              <a:gd name="connsiteX16" fmla="*/ 99612 w 163096"/>
              <a:gd name="connsiteY16" fmla="*/ 1268 h 163093"/>
              <a:gd name="connsiteX17" fmla="*/ 79478 w 163096"/>
              <a:gd name="connsiteY17" fmla="*/ 64855 h 163093"/>
              <a:gd name="connsiteX18" fmla="*/ 64248 w 163096"/>
              <a:gd name="connsiteY18" fmla="*/ 15220 h 163093"/>
              <a:gd name="connsiteX19" fmla="*/ 61086 w 163096"/>
              <a:gd name="connsiteY19" fmla="*/ 13951 h 163093"/>
              <a:gd name="connsiteX20" fmla="*/ 59631 w 163096"/>
              <a:gd name="connsiteY20" fmla="*/ 16352 h 163093"/>
              <a:gd name="connsiteX21" fmla="*/ 62884 w 163096"/>
              <a:gd name="connsiteY21" fmla="*/ 72411 h 163093"/>
              <a:gd name="connsiteX22" fmla="*/ 49120 w 163096"/>
              <a:gd name="connsiteY22" fmla="*/ 27955 h 163093"/>
              <a:gd name="connsiteX23" fmla="*/ 45959 w 163096"/>
              <a:gd name="connsiteY23" fmla="*/ 26687 h 163093"/>
              <a:gd name="connsiteX24" fmla="*/ 44504 w 163096"/>
              <a:gd name="connsiteY24" fmla="*/ 29086 h 163093"/>
              <a:gd name="connsiteX25" fmla="*/ 47323 w 163096"/>
              <a:gd name="connsiteY25" fmla="*/ 76818 h 163093"/>
              <a:gd name="connsiteX26" fmla="*/ 35073 w 163096"/>
              <a:gd name="connsiteY26" fmla="*/ 43334 h 163093"/>
              <a:gd name="connsiteX27" fmla="*/ 31857 w 163096"/>
              <a:gd name="connsiteY27" fmla="*/ 42213 h 163093"/>
              <a:gd name="connsiteX28" fmla="*/ 30505 w 163096"/>
              <a:gd name="connsiteY28" fmla="*/ 44595 h 163093"/>
              <a:gd name="connsiteX29" fmla="*/ 33112 w 163096"/>
              <a:gd name="connsiteY29" fmla="*/ 82757 h 163093"/>
              <a:gd name="connsiteX30" fmla="*/ 18523 w 163096"/>
              <a:gd name="connsiteY30" fmla="*/ 51916 h 163093"/>
              <a:gd name="connsiteX31" fmla="*/ 15178 w 163096"/>
              <a:gd name="connsiteY31" fmla="*/ 51283 h 163093"/>
              <a:gd name="connsiteX32" fmla="*/ 14149 w 163096"/>
              <a:gd name="connsiteY32" fmla="*/ 53597 h 163093"/>
              <a:gd name="connsiteX33" fmla="*/ 20521 w 163096"/>
              <a:gd name="connsiteY33" fmla="*/ 158277 h 163093"/>
              <a:gd name="connsiteX34" fmla="*/ 2409 w 163096"/>
              <a:gd name="connsiteY34" fmla="*/ 158277 h 163093"/>
              <a:gd name="connsiteX35" fmla="*/ 0 w 163096"/>
              <a:gd name="connsiteY35" fmla="*/ 160685 h 163093"/>
              <a:gd name="connsiteX36" fmla="*/ 2409 w 163096"/>
              <a:gd name="connsiteY36" fmla="*/ 163094 h 163093"/>
              <a:gd name="connsiteX37" fmla="*/ 160688 w 163096"/>
              <a:gd name="connsiteY37" fmla="*/ 163094 h 163093"/>
              <a:gd name="connsiteX38" fmla="*/ 163097 w 163096"/>
              <a:gd name="connsiteY38" fmla="*/ 160685 h 163093"/>
              <a:gd name="connsiteX39" fmla="*/ 160688 w 163096"/>
              <a:gd name="connsiteY39" fmla="*/ 158277 h 163093"/>
              <a:gd name="connsiteX40" fmla="*/ 109996 w 163096"/>
              <a:gd name="connsiteY40" fmla="*/ 103182 h 163093"/>
              <a:gd name="connsiteX41" fmla="*/ 104946 w 163096"/>
              <a:gd name="connsiteY41" fmla="*/ 158273 h 163093"/>
              <a:gd name="connsiteX42" fmla="*/ 99222 w 163096"/>
              <a:gd name="connsiteY42" fmla="*/ 158273 h 163093"/>
              <a:gd name="connsiteX43" fmla="*/ 98319 w 163096"/>
              <a:gd name="connsiteY43" fmla="*/ 114795 h 163093"/>
              <a:gd name="connsiteX44" fmla="*/ 112674 w 163096"/>
              <a:gd name="connsiteY44" fmla="*/ 45015 h 163093"/>
              <a:gd name="connsiteX45" fmla="*/ 109985 w 163096"/>
              <a:gd name="connsiteY45" fmla="*/ 103033 h 163093"/>
              <a:gd name="connsiteX46" fmla="*/ 109996 w 163096"/>
              <a:gd name="connsiteY46" fmla="*/ 103182 h 163093"/>
              <a:gd name="connsiteX47" fmla="*/ 50418 w 163096"/>
              <a:gd name="connsiteY47" fmla="*/ 44949 h 163093"/>
              <a:gd name="connsiteX48" fmla="*/ 64044 w 163096"/>
              <a:gd name="connsiteY48" fmla="*/ 108490 h 163093"/>
              <a:gd name="connsiteX49" fmla="*/ 63752 w 163096"/>
              <a:gd name="connsiteY49" fmla="*/ 158273 h 163093"/>
              <a:gd name="connsiteX50" fmla="*/ 58151 w 163096"/>
              <a:gd name="connsiteY50" fmla="*/ 158273 h 163093"/>
              <a:gd name="connsiteX51" fmla="*/ 53106 w 163096"/>
              <a:gd name="connsiteY51" fmla="*/ 103182 h 163093"/>
              <a:gd name="connsiteX52" fmla="*/ 53117 w 163096"/>
              <a:gd name="connsiteY52" fmla="*/ 103027 h 163093"/>
              <a:gd name="connsiteX53" fmla="*/ 50418 w 163096"/>
              <a:gd name="connsiteY53" fmla="*/ 44949 h 163093"/>
              <a:gd name="connsiteX54" fmla="*/ 20320 w 163096"/>
              <a:gd name="connsiteY54" fmla="*/ 64311 h 163093"/>
              <a:gd name="connsiteX55" fmla="*/ 34157 w 163096"/>
              <a:gd name="connsiteY55" fmla="*/ 105813 h 163093"/>
              <a:gd name="connsiteX56" fmla="*/ 34285 w 163096"/>
              <a:gd name="connsiteY56" fmla="*/ 158273 h 163093"/>
              <a:gd name="connsiteX57" fmla="*/ 25352 w 163096"/>
              <a:gd name="connsiteY57" fmla="*/ 158273 h 163093"/>
              <a:gd name="connsiteX58" fmla="*/ 20320 w 163096"/>
              <a:gd name="connsiteY58" fmla="*/ 64311 h 163093"/>
              <a:gd name="connsiteX59" fmla="*/ 50567 w 163096"/>
              <a:gd name="connsiteY59" fmla="*/ 158273 h 163093"/>
              <a:gd name="connsiteX60" fmla="*/ 39106 w 163096"/>
              <a:gd name="connsiteY60" fmla="*/ 158273 h 163093"/>
              <a:gd name="connsiteX61" fmla="*/ 38968 w 163096"/>
              <a:gd name="connsiteY61" fmla="*/ 105674 h 163093"/>
              <a:gd name="connsiteX62" fmla="*/ 38959 w 163096"/>
              <a:gd name="connsiteY62" fmla="*/ 105380 h 163093"/>
              <a:gd name="connsiteX63" fmla="*/ 36436 w 163096"/>
              <a:gd name="connsiteY63" fmla="*/ 58694 h 163093"/>
              <a:gd name="connsiteX64" fmla="*/ 53333 w 163096"/>
              <a:gd name="connsiteY64" fmla="*/ 158273 h 163093"/>
              <a:gd name="connsiteX65" fmla="*/ 73978 w 163096"/>
              <a:gd name="connsiteY65" fmla="*/ 158273 h 163093"/>
              <a:gd name="connsiteX66" fmla="*/ 68569 w 163096"/>
              <a:gd name="connsiteY66" fmla="*/ 158273 h 163093"/>
              <a:gd name="connsiteX67" fmla="*/ 68853 w 163096"/>
              <a:gd name="connsiteY67" fmla="*/ 108399 h 163093"/>
              <a:gd name="connsiteX68" fmla="*/ 68853 w 163096"/>
              <a:gd name="connsiteY68" fmla="*/ 108353 h 163093"/>
              <a:gd name="connsiteX69" fmla="*/ 68845 w 163096"/>
              <a:gd name="connsiteY69" fmla="*/ 108215 h 163093"/>
              <a:gd name="connsiteX70" fmla="*/ 65541 w 163096"/>
              <a:gd name="connsiteY70" fmla="*/ 32066 h 163093"/>
              <a:gd name="connsiteX71" fmla="*/ 84659 w 163096"/>
              <a:gd name="connsiteY71" fmla="*/ 158273 h 163093"/>
              <a:gd name="connsiteX72" fmla="*/ 93371 w 163096"/>
              <a:gd name="connsiteY72" fmla="*/ 158273 h 163093"/>
              <a:gd name="connsiteX73" fmla="*/ 89475 w 163096"/>
              <a:gd name="connsiteY73" fmla="*/ 158273 h 163093"/>
              <a:gd name="connsiteX74" fmla="*/ 82132 w 163096"/>
              <a:gd name="connsiteY74" fmla="*/ 78319 h 163093"/>
              <a:gd name="connsiteX75" fmla="*/ 97737 w 163096"/>
              <a:gd name="connsiteY75" fmla="*/ 16644 h 163093"/>
              <a:gd name="connsiteX76" fmla="*/ 93503 w 163096"/>
              <a:gd name="connsiteY76" fmla="*/ 114516 h 163093"/>
              <a:gd name="connsiteX77" fmla="*/ 93495 w 163096"/>
              <a:gd name="connsiteY77" fmla="*/ 114594 h 163093"/>
              <a:gd name="connsiteX78" fmla="*/ 93503 w 163096"/>
              <a:gd name="connsiteY78" fmla="*/ 115145 h 163093"/>
              <a:gd name="connsiteX79" fmla="*/ 94401 w 163096"/>
              <a:gd name="connsiteY79" fmla="*/ 158274 h 163093"/>
              <a:gd name="connsiteX80" fmla="*/ 121132 w 163096"/>
              <a:gd name="connsiteY80" fmla="*/ 158273 h 163093"/>
              <a:gd name="connsiteX81" fmla="*/ 109763 w 163096"/>
              <a:gd name="connsiteY81" fmla="*/ 158273 h 163093"/>
              <a:gd name="connsiteX82" fmla="*/ 126657 w 163096"/>
              <a:gd name="connsiteY82" fmla="*/ 58697 h 163093"/>
              <a:gd name="connsiteX83" fmla="*/ 124134 w 163096"/>
              <a:gd name="connsiteY83" fmla="*/ 105378 h 163093"/>
              <a:gd name="connsiteX84" fmla="*/ 124124 w 163096"/>
              <a:gd name="connsiteY84" fmla="*/ 105676 h 163093"/>
              <a:gd name="connsiteX85" fmla="*/ 123987 w 163096"/>
              <a:gd name="connsiteY85" fmla="*/ 158273 h 163093"/>
              <a:gd name="connsiteX86" fmla="*/ 128813 w 163096"/>
              <a:gd name="connsiteY86" fmla="*/ 158273 h 163093"/>
              <a:gd name="connsiteX87" fmla="*/ 128941 w 163096"/>
              <a:gd name="connsiteY87" fmla="*/ 105802 h 163093"/>
              <a:gd name="connsiteX88" fmla="*/ 142776 w 163096"/>
              <a:gd name="connsiteY88" fmla="*/ 64310 h 163093"/>
              <a:gd name="connsiteX89" fmla="*/ 137744 w 163096"/>
              <a:gd name="connsiteY89" fmla="*/ 158273 h 163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63096" h="163093">
                <a:moveTo>
                  <a:pt x="160688" y="158273"/>
                </a:moveTo>
                <a:lnTo>
                  <a:pt x="142567" y="158273"/>
                </a:lnTo>
                <a:cubicBezTo>
                  <a:pt x="140613" y="115783"/>
                  <a:pt x="148854" y="54221"/>
                  <a:pt x="148941" y="53593"/>
                </a:cubicBezTo>
                <a:cubicBezTo>
                  <a:pt x="149119" y="52275"/>
                  <a:pt x="148195" y="51062"/>
                  <a:pt x="146877" y="50884"/>
                </a:cubicBezTo>
                <a:cubicBezTo>
                  <a:pt x="145974" y="50762"/>
                  <a:pt x="145080" y="51159"/>
                  <a:pt x="144566" y="51911"/>
                </a:cubicBezTo>
                <a:cubicBezTo>
                  <a:pt x="138271" y="61451"/>
                  <a:pt x="133359" y="71833"/>
                  <a:pt x="129976" y="82750"/>
                </a:cubicBezTo>
                <a:cubicBezTo>
                  <a:pt x="131156" y="60982"/>
                  <a:pt x="132554" y="44922"/>
                  <a:pt x="132583" y="44591"/>
                </a:cubicBezTo>
                <a:cubicBezTo>
                  <a:pt x="132699" y="43266"/>
                  <a:pt x="131719" y="42097"/>
                  <a:pt x="130394" y="41981"/>
                </a:cubicBezTo>
                <a:cubicBezTo>
                  <a:pt x="129398" y="41894"/>
                  <a:pt x="128452" y="42431"/>
                  <a:pt x="128017" y="43330"/>
                </a:cubicBezTo>
                <a:cubicBezTo>
                  <a:pt x="122914" y="54092"/>
                  <a:pt x="118813" y="65302"/>
                  <a:pt x="115767" y="76816"/>
                </a:cubicBezTo>
                <a:cubicBezTo>
                  <a:pt x="116988" y="49874"/>
                  <a:pt x="118565" y="29349"/>
                  <a:pt x="118586" y="29082"/>
                </a:cubicBezTo>
                <a:cubicBezTo>
                  <a:pt x="118688" y="27756"/>
                  <a:pt x="117695" y="26598"/>
                  <a:pt x="116369" y="26496"/>
                </a:cubicBezTo>
                <a:cubicBezTo>
                  <a:pt x="115340" y="26417"/>
                  <a:pt x="114375" y="27002"/>
                  <a:pt x="113970" y="27951"/>
                </a:cubicBezTo>
                <a:cubicBezTo>
                  <a:pt x="107142" y="44588"/>
                  <a:pt x="102041" y="61883"/>
                  <a:pt x="98747" y="79564"/>
                </a:cubicBezTo>
                <a:cubicBezTo>
                  <a:pt x="99415" y="55365"/>
                  <a:pt x="100958" y="28426"/>
                  <a:pt x="104123" y="2703"/>
                </a:cubicBezTo>
                <a:cubicBezTo>
                  <a:pt x="104286" y="1383"/>
                  <a:pt x="103347" y="181"/>
                  <a:pt x="102027" y="18"/>
                </a:cubicBezTo>
                <a:cubicBezTo>
                  <a:pt x="101041" y="-103"/>
                  <a:pt x="100082" y="393"/>
                  <a:pt x="99612" y="1268"/>
                </a:cubicBezTo>
                <a:cubicBezTo>
                  <a:pt x="91015" y="17233"/>
                  <a:pt x="84264" y="38594"/>
                  <a:pt x="79478" y="64855"/>
                </a:cubicBezTo>
                <a:cubicBezTo>
                  <a:pt x="75983" y="47865"/>
                  <a:pt x="70883" y="31246"/>
                  <a:pt x="64248" y="15220"/>
                </a:cubicBezTo>
                <a:cubicBezTo>
                  <a:pt x="63725" y="13996"/>
                  <a:pt x="62310" y="13428"/>
                  <a:pt x="61086" y="13951"/>
                </a:cubicBezTo>
                <a:cubicBezTo>
                  <a:pt x="60137" y="14357"/>
                  <a:pt x="59552" y="15323"/>
                  <a:pt x="59631" y="16352"/>
                </a:cubicBezTo>
                <a:cubicBezTo>
                  <a:pt x="59666" y="16805"/>
                  <a:pt x="61531" y="41066"/>
                  <a:pt x="62884" y="72411"/>
                </a:cubicBezTo>
                <a:cubicBezTo>
                  <a:pt x="59697" y="57194"/>
                  <a:pt x="55089" y="42310"/>
                  <a:pt x="49120" y="27955"/>
                </a:cubicBezTo>
                <a:cubicBezTo>
                  <a:pt x="48597" y="26732"/>
                  <a:pt x="47182" y="26164"/>
                  <a:pt x="45959" y="26687"/>
                </a:cubicBezTo>
                <a:cubicBezTo>
                  <a:pt x="45010" y="27092"/>
                  <a:pt x="44425" y="28057"/>
                  <a:pt x="44504" y="29086"/>
                </a:cubicBezTo>
                <a:cubicBezTo>
                  <a:pt x="44525" y="29353"/>
                  <a:pt x="46102" y="49876"/>
                  <a:pt x="47323" y="76818"/>
                </a:cubicBezTo>
                <a:cubicBezTo>
                  <a:pt x="44276" y="65304"/>
                  <a:pt x="40176" y="54096"/>
                  <a:pt x="35073" y="43334"/>
                </a:cubicBezTo>
                <a:cubicBezTo>
                  <a:pt x="34495" y="42136"/>
                  <a:pt x="33055" y="41634"/>
                  <a:pt x="31857" y="42213"/>
                </a:cubicBezTo>
                <a:cubicBezTo>
                  <a:pt x="30955" y="42648"/>
                  <a:pt x="30417" y="43597"/>
                  <a:pt x="30505" y="44595"/>
                </a:cubicBezTo>
                <a:cubicBezTo>
                  <a:pt x="30536" y="44927"/>
                  <a:pt x="31934" y="60987"/>
                  <a:pt x="33112" y="82757"/>
                </a:cubicBezTo>
                <a:cubicBezTo>
                  <a:pt x="29730" y="71839"/>
                  <a:pt x="24818" y="61455"/>
                  <a:pt x="18523" y="51916"/>
                </a:cubicBezTo>
                <a:cubicBezTo>
                  <a:pt x="17774" y="50817"/>
                  <a:pt x="16276" y="50534"/>
                  <a:pt x="15178" y="51283"/>
                </a:cubicBezTo>
                <a:cubicBezTo>
                  <a:pt x="14424" y="51797"/>
                  <a:pt x="14025" y="52693"/>
                  <a:pt x="14149" y="53597"/>
                </a:cubicBezTo>
                <a:cubicBezTo>
                  <a:pt x="14234" y="54226"/>
                  <a:pt x="22474" y="115788"/>
                  <a:pt x="20521" y="158277"/>
                </a:cubicBezTo>
                <a:lnTo>
                  <a:pt x="2409" y="158277"/>
                </a:lnTo>
                <a:cubicBezTo>
                  <a:pt x="1078" y="158277"/>
                  <a:pt x="0" y="159355"/>
                  <a:pt x="0" y="160685"/>
                </a:cubicBezTo>
                <a:cubicBezTo>
                  <a:pt x="0" y="162016"/>
                  <a:pt x="1078" y="163094"/>
                  <a:pt x="2409" y="163094"/>
                </a:cubicBezTo>
                <a:lnTo>
                  <a:pt x="160688" y="163094"/>
                </a:lnTo>
                <a:cubicBezTo>
                  <a:pt x="162018" y="163094"/>
                  <a:pt x="163097" y="162016"/>
                  <a:pt x="163097" y="160685"/>
                </a:cubicBezTo>
                <a:cubicBezTo>
                  <a:pt x="163097" y="159355"/>
                  <a:pt x="162018" y="158277"/>
                  <a:pt x="160688" y="158277"/>
                </a:cubicBezTo>
                <a:close/>
                <a:moveTo>
                  <a:pt x="109996" y="103182"/>
                </a:moveTo>
                <a:cubicBezTo>
                  <a:pt x="106893" y="121387"/>
                  <a:pt x="105205" y="139806"/>
                  <a:pt x="104946" y="158273"/>
                </a:cubicBezTo>
                <a:lnTo>
                  <a:pt x="99222" y="158273"/>
                </a:lnTo>
                <a:cubicBezTo>
                  <a:pt x="98974" y="152536"/>
                  <a:pt x="98369" y="136426"/>
                  <a:pt x="98319" y="114795"/>
                </a:cubicBezTo>
                <a:cubicBezTo>
                  <a:pt x="100384" y="95643"/>
                  <a:pt x="104491" y="69493"/>
                  <a:pt x="112674" y="45015"/>
                </a:cubicBezTo>
                <a:cubicBezTo>
                  <a:pt x="111795" y="58980"/>
                  <a:pt x="110610" y="80374"/>
                  <a:pt x="109985" y="103033"/>
                </a:cubicBezTo>
                <a:cubicBezTo>
                  <a:pt x="109984" y="103080"/>
                  <a:pt x="109995" y="103129"/>
                  <a:pt x="109996" y="103182"/>
                </a:cubicBezTo>
                <a:close/>
                <a:moveTo>
                  <a:pt x="50418" y="44949"/>
                </a:moveTo>
                <a:cubicBezTo>
                  <a:pt x="56548" y="63199"/>
                  <a:pt x="61118" y="84495"/>
                  <a:pt x="64044" y="108490"/>
                </a:cubicBezTo>
                <a:cubicBezTo>
                  <a:pt x="64378" y="125514"/>
                  <a:pt x="64376" y="142789"/>
                  <a:pt x="63752" y="158273"/>
                </a:cubicBezTo>
                <a:lnTo>
                  <a:pt x="58151" y="158273"/>
                </a:lnTo>
                <a:cubicBezTo>
                  <a:pt x="57893" y="139806"/>
                  <a:pt x="56207" y="121388"/>
                  <a:pt x="53106" y="103182"/>
                </a:cubicBezTo>
                <a:cubicBezTo>
                  <a:pt x="53106" y="103131"/>
                  <a:pt x="53119" y="103081"/>
                  <a:pt x="53117" y="103027"/>
                </a:cubicBezTo>
                <a:cubicBezTo>
                  <a:pt x="52483" y="80340"/>
                  <a:pt x="51299" y="58913"/>
                  <a:pt x="50418" y="44949"/>
                </a:cubicBezTo>
                <a:close/>
                <a:moveTo>
                  <a:pt x="20320" y="64311"/>
                </a:moveTo>
                <a:cubicBezTo>
                  <a:pt x="26200" y="75623"/>
                  <a:pt x="30838" y="89532"/>
                  <a:pt x="34157" y="105813"/>
                </a:cubicBezTo>
                <a:cubicBezTo>
                  <a:pt x="34772" y="123293"/>
                  <a:pt x="35009" y="141992"/>
                  <a:pt x="34285" y="158273"/>
                </a:cubicBezTo>
                <a:lnTo>
                  <a:pt x="25352" y="158273"/>
                </a:lnTo>
                <a:cubicBezTo>
                  <a:pt x="26786" y="126439"/>
                  <a:pt x="22609" y="84253"/>
                  <a:pt x="20320" y="64311"/>
                </a:cubicBezTo>
                <a:close/>
                <a:moveTo>
                  <a:pt x="50567" y="158273"/>
                </a:moveTo>
                <a:lnTo>
                  <a:pt x="39106" y="158273"/>
                </a:lnTo>
                <a:cubicBezTo>
                  <a:pt x="39823" y="141917"/>
                  <a:pt x="39585" y="123176"/>
                  <a:pt x="38968" y="105674"/>
                </a:cubicBezTo>
                <a:cubicBezTo>
                  <a:pt x="38971" y="105576"/>
                  <a:pt x="38968" y="105478"/>
                  <a:pt x="38959" y="105380"/>
                </a:cubicBezTo>
                <a:cubicBezTo>
                  <a:pt x="38308" y="87047"/>
                  <a:pt x="37247" y="70092"/>
                  <a:pt x="36436" y="58694"/>
                </a:cubicBezTo>
                <a:cubicBezTo>
                  <a:pt x="51964" y="99611"/>
                  <a:pt x="53248" y="147223"/>
                  <a:pt x="53333" y="158273"/>
                </a:cubicBezTo>
                <a:close/>
                <a:moveTo>
                  <a:pt x="73978" y="158273"/>
                </a:moveTo>
                <a:lnTo>
                  <a:pt x="68569" y="158273"/>
                </a:lnTo>
                <a:cubicBezTo>
                  <a:pt x="69190" y="142743"/>
                  <a:pt x="69187" y="125443"/>
                  <a:pt x="68853" y="108399"/>
                </a:cubicBezTo>
                <a:cubicBezTo>
                  <a:pt x="68853" y="108384"/>
                  <a:pt x="68853" y="108369"/>
                  <a:pt x="68853" y="108353"/>
                </a:cubicBezTo>
                <a:cubicBezTo>
                  <a:pt x="68853" y="108309"/>
                  <a:pt x="68853" y="108263"/>
                  <a:pt x="68845" y="108215"/>
                </a:cubicBezTo>
                <a:cubicBezTo>
                  <a:pt x="68254" y="78373"/>
                  <a:pt x="66643" y="49349"/>
                  <a:pt x="65541" y="32066"/>
                </a:cubicBezTo>
                <a:cubicBezTo>
                  <a:pt x="83387" y="84145"/>
                  <a:pt x="84605" y="145541"/>
                  <a:pt x="84659" y="158273"/>
                </a:cubicBezTo>
                <a:close/>
                <a:moveTo>
                  <a:pt x="93371" y="158273"/>
                </a:moveTo>
                <a:lnTo>
                  <a:pt x="89475" y="158273"/>
                </a:lnTo>
                <a:cubicBezTo>
                  <a:pt x="89188" y="131467"/>
                  <a:pt x="86732" y="104729"/>
                  <a:pt x="82132" y="78319"/>
                </a:cubicBezTo>
                <a:cubicBezTo>
                  <a:pt x="85815" y="53750"/>
                  <a:pt x="91045" y="33082"/>
                  <a:pt x="97737" y="16644"/>
                </a:cubicBezTo>
                <a:cubicBezTo>
                  <a:pt x="94264" y="51571"/>
                  <a:pt x="93447" y="87339"/>
                  <a:pt x="93503" y="114516"/>
                </a:cubicBezTo>
                <a:lnTo>
                  <a:pt x="93495" y="114594"/>
                </a:lnTo>
                <a:cubicBezTo>
                  <a:pt x="93476" y="114777"/>
                  <a:pt x="93479" y="114962"/>
                  <a:pt x="93503" y="115145"/>
                </a:cubicBezTo>
                <a:cubicBezTo>
                  <a:pt x="93558" y="136424"/>
                  <a:pt x="94146" y="152338"/>
                  <a:pt x="94401" y="158274"/>
                </a:cubicBezTo>
                <a:close/>
                <a:moveTo>
                  <a:pt x="121132" y="158273"/>
                </a:moveTo>
                <a:lnTo>
                  <a:pt x="109763" y="158273"/>
                </a:lnTo>
                <a:cubicBezTo>
                  <a:pt x="109842" y="147227"/>
                  <a:pt x="111118" y="99627"/>
                  <a:pt x="126657" y="58697"/>
                </a:cubicBezTo>
                <a:cubicBezTo>
                  <a:pt x="125846" y="70089"/>
                  <a:pt x="124785" y="87050"/>
                  <a:pt x="124134" y="105378"/>
                </a:cubicBezTo>
                <a:cubicBezTo>
                  <a:pt x="124124" y="105477"/>
                  <a:pt x="124121" y="105576"/>
                  <a:pt x="124124" y="105676"/>
                </a:cubicBezTo>
                <a:cubicBezTo>
                  <a:pt x="123508" y="123180"/>
                  <a:pt x="123269" y="141919"/>
                  <a:pt x="123987" y="158273"/>
                </a:cubicBezTo>
                <a:close/>
                <a:moveTo>
                  <a:pt x="128813" y="158273"/>
                </a:moveTo>
                <a:cubicBezTo>
                  <a:pt x="128089" y="141989"/>
                  <a:pt x="128325" y="123280"/>
                  <a:pt x="128941" y="105802"/>
                </a:cubicBezTo>
                <a:cubicBezTo>
                  <a:pt x="132260" y="89524"/>
                  <a:pt x="136898" y="75623"/>
                  <a:pt x="142776" y="64310"/>
                </a:cubicBezTo>
                <a:cubicBezTo>
                  <a:pt x="140488" y="84250"/>
                  <a:pt x="136308" y="126436"/>
                  <a:pt x="137744" y="158273"/>
                </a:cubicBezTo>
                <a:close/>
              </a:path>
            </a:pathLst>
          </a:custGeom>
          <a:solidFill>
            <a:schemeClr val="bg1"/>
          </a:solidFill>
          <a:ln w="1339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grpSp>
        <p:nvGrpSpPr>
          <p:cNvPr id="192" name="Graphic 190">
            <a:extLst>
              <a:ext uri="{FF2B5EF4-FFF2-40B4-BE49-F238E27FC236}">
                <a16:creationId xmlns:a16="http://schemas.microsoft.com/office/drawing/2014/main" id="{462C7763-8E96-413D-8C53-32DEB3C275D7}"/>
              </a:ext>
            </a:extLst>
          </p:cNvPr>
          <p:cNvGrpSpPr/>
          <p:nvPr/>
        </p:nvGrpSpPr>
        <p:grpSpPr>
          <a:xfrm>
            <a:off x="4229726" y="3350610"/>
            <a:ext cx="195400" cy="195400"/>
            <a:chOff x="4229726" y="3350610"/>
            <a:chExt cx="195400" cy="195400"/>
          </a:xfrm>
        </p:grpSpPr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86311C3-7CD2-424C-AB83-DC4CEB364E37}"/>
                </a:ext>
              </a:extLst>
            </p:cNvPr>
            <p:cNvSpPr/>
            <p:nvPr/>
          </p:nvSpPr>
          <p:spPr>
            <a:xfrm>
              <a:off x="4379418" y="3350793"/>
              <a:ext cx="21006" cy="21058"/>
            </a:xfrm>
            <a:custGeom>
              <a:avLst/>
              <a:gdLst>
                <a:gd name="connsiteX0" fmla="*/ 10503 w 21006"/>
                <a:gd name="connsiteY0" fmla="*/ 21059 h 21058"/>
                <a:gd name="connsiteX1" fmla="*/ 21007 w 21006"/>
                <a:gd name="connsiteY1" fmla="*/ 10529 h 21058"/>
                <a:gd name="connsiteX2" fmla="*/ 10503 w 21006"/>
                <a:gd name="connsiteY2" fmla="*/ 0 h 21058"/>
                <a:gd name="connsiteX3" fmla="*/ 0 w 21006"/>
                <a:gd name="connsiteY3" fmla="*/ 10529 h 21058"/>
                <a:gd name="connsiteX4" fmla="*/ 10503 w 21006"/>
                <a:gd name="connsiteY4" fmla="*/ 21059 h 21058"/>
                <a:gd name="connsiteX5" fmla="*/ 10503 w 21006"/>
                <a:gd name="connsiteY5" fmla="*/ 6671 h 21058"/>
                <a:gd name="connsiteX6" fmla="*/ 14352 w 21006"/>
                <a:gd name="connsiteY6" fmla="*/ 10529 h 21058"/>
                <a:gd name="connsiteX7" fmla="*/ 10503 w 21006"/>
                <a:gd name="connsiteY7" fmla="*/ 14388 h 21058"/>
                <a:gd name="connsiteX8" fmla="*/ 6653 w 21006"/>
                <a:gd name="connsiteY8" fmla="*/ 10529 h 21058"/>
                <a:gd name="connsiteX9" fmla="*/ 10503 w 21006"/>
                <a:gd name="connsiteY9" fmla="*/ 6671 h 2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006" h="21058">
                  <a:moveTo>
                    <a:pt x="10503" y="21059"/>
                  </a:moveTo>
                  <a:cubicBezTo>
                    <a:pt x="16296" y="21059"/>
                    <a:pt x="21007" y="16336"/>
                    <a:pt x="21007" y="10529"/>
                  </a:cubicBezTo>
                  <a:cubicBezTo>
                    <a:pt x="21007" y="4723"/>
                    <a:pt x="16296" y="0"/>
                    <a:pt x="10503" y="0"/>
                  </a:cubicBezTo>
                  <a:cubicBezTo>
                    <a:pt x="4711" y="0"/>
                    <a:pt x="0" y="4723"/>
                    <a:pt x="0" y="10529"/>
                  </a:cubicBezTo>
                  <a:cubicBezTo>
                    <a:pt x="0" y="16336"/>
                    <a:pt x="4711" y="21059"/>
                    <a:pt x="10503" y="21059"/>
                  </a:cubicBezTo>
                  <a:close/>
                  <a:moveTo>
                    <a:pt x="10503" y="6671"/>
                  </a:moveTo>
                  <a:cubicBezTo>
                    <a:pt x="12624" y="6671"/>
                    <a:pt x="14352" y="8402"/>
                    <a:pt x="14352" y="10529"/>
                  </a:cubicBezTo>
                  <a:cubicBezTo>
                    <a:pt x="14352" y="12657"/>
                    <a:pt x="12624" y="14388"/>
                    <a:pt x="10503" y="14388"/>
                  </a:cubicBezTo>
                  <a:cubicBezTo>
                    <a:pt x="8381" y="14388"/>
                    <a:pt x="6653" y="12657"/>
                    <a:pt x="6653" y="10529"/>
                  </a:cubicBezTo>
                  <a:cubicBezTo>
                    <a:pt x="6653" y="8402"/>
                    <a:pt x="8381" y="6671"/>
                    <a:pt x="10503" y="6671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9F77876-5B7C-403C-9319-3CEAE22B367D}"/>
                </a:ext>
              </a:extLst>
            </p:cNvPr>
            <p:cNvSpPr/>
            <p:nvPr/>
          </p:nvSpPr>
          <p:spPr>
            <a:xfrm>
              <a:off x="4229726" y="3494190"/>
              <a:ext cx="21004" cy="21058"/>
            </a:xfrm>
            <a:custGeom>
              <a:avLst/>
              <a:gdLst>
                <a:gd name="connsiteX0" fmla="*/ 21005 w 21004"/>
                <a:gd name="connsiteY0" fmla="*/ 10530 h 21058"/>
                <a:gd name="connsiteX1" fmla="*/ 10503 w 21004"/>
                <a:gd name="connsiteY1" fmla="*/ 0 h 21058"/>
                <a:gd name="connsiteX2" fmla="*/ 0 w 21004"/>
                <a:gd name="connsiteY2" fmla="*/ 10530 h 21058"/>
                <a:gd name="connsiteX3" fmla="*/ 10503 w 21004"/>
                <a:gd name="connsiteY3" fmla="*/ 21059 h 21058"/>
                <a:gd name="connsiteX4" fmla="*/ 21005 w 21004"/>
                <a:gd name="connsiteY4" fmla="*/ 10530 h 21058"/>
                <a:gd name="connsiteX5" fmla="*/ 6653 w 21004"/>
                <a:gd name="connsiteY5" fmla="*/ 10530 h 21058"/>
                <a:gd name="connsiteX6" fmla="*/ 10503 w 21004"/>
                <a:gd name="connsiteY6" fmla="*/ 6671 h 21058"/>
                <a:gd name="connsiteX7" fmla="*/ 14352 w 21004"/>
                <a:gd name="connsiteY7" fmla="*/ 10530 h 21058"/>
                <a:gd name="connsiteX8" fmla="*/ 10503 w 21004"/>
                <a:gd name="connsiteY8" fmla="*/ 14388 h 21058"/>
                <a:gd name="connsiteX9" fmla="*/ 6653 w 21004"/>
                <a:gd name="connsiteY9" fmla="*/ 10530 h 2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004" h="21058">
                  <a:moveTo>
                    <a:pt x="21005" y="10530"/>
                  </a:moveTo>
                  <a:cubicBezTo>
                    <a:pt x="21005" y="4723"/>
                    <a:pt x="16295" y="0"/>
                    <a:pt x="10503" y="0"/>
                  </a:cubicBezTo>
                  <a:cubicBezTo>
                    <a:pt x="4711" y="0"/>
                    <a:pt x="0" y="4723"/>
                    <a:pt x="0" y="10530"/>
                  </a:cubicBezTo>
                  <a:cubicBezTo>
                    <a:pt x="0" y="16336"/>
                    <a:pt x="4711" y="21059"/>
                    <a:pt x="10503" y="21059"/>
                  </a:cubicBezTo>
                  <a:cubicBezTo>
                    <a:pt x="16295" y="21059"/>
                    <a:pt x="21005" y="16336"/>
                    <a:pt x="21005" y="10530"/>
                  </a:cubicBezTo>
                  <a:close/>
                  <a:moveTo>
                    <a:pt x="6653" y="10530"/>
                  </a:moveTo>
                  <a:cubicBezTo>
                    <a:pt x="6653" y="8402"/>
                    <a:pt x="8381" y="6671"/>
                    <a:pt x="10503" y="6671"/>
                  </a:cubicBezTo>
                  <a:cubicBezTo>
                    <a:pt x="12624" y="6671"/>
                    <a:pt x="14352" y="8402"/>
                    <a:pt x="14352" y="10530"/>
                  </a:cubicBezTo>
                  <a:cubicBezTo>
                    <a:pt x="14352" y="12657"/>
                    <a:pt x="12624" y="14388"/>
                    <a:pt x="10503" y="14388"/>
                  </a:cubicBezTo>
                  <a:cubicBezTo>
                    <a:pt x="8381" y="14388"/>
                    <a:pt x="6653" y="12657"/>
                    <a:pt x="6653" y="10530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4ECB745-2FA0-4A29-ADF2-A267CED0EB39}"/>
                </a:ext>
              </a:extLst>
            </p:cNvPr>
            <p:cNvSpPr/>
            <p:nvPr/>
          </p:nvSpPr>
          <p:spPr>
            <a:xfrm>
              <a:off x="4238409" y="3412857"/>
              <a:ext cx="10290" cy="10315"/>
            </a:xfrm>
            <a:custGeom>
              <a:avLst/>
              <a:gdLst>
                <a:gd name="connsiteX0" fmla="*/ 10290 w 10290"/>
                <a:gd name="connsiteY0" fmla="*/ 5158 h 10315"/>
                <a:gd name="connsiteX1" fmla="*/ 5145 w 10290"/>
                <a:gd name="connsiteY1" fmla="*/ 10316 h 10315"/>
                <a:gd name="connsiteX2" fmla="*/ 0 w 10290"/>
                <a:gd name="connsiteY2" fmla="*/ 5158 h 10315"/>
                <a:gd name="connsiteX3" fmla="*/ 5145 w 10290"/>
                <a:gd name="connsiteY3" fmla="*/ 0 h 10315"/>
                <a:gd name="connsiteX4" fmla="*/ 10290 w 10290"/>
                <a:gd name="connsiteY4" fmla="*/ 5158 h 10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90" h="10315">
                  <a:moveTo>
                    <a:pt x="10290" y="5158"/>
                  </a:moveTo>
                  <a:cubicBezTo>
                    <a:pt x="10290" y="8007"/>
                    <a:pt x="7987" y="10316"/>
                    <a:pt x="5145" y="10316"/>
                  </a:cubicBezTo>
                  <a:cubicBezTo>
                    <a:pt x="2303" y="10316"/>
                    <a:pt x="0" y="8007"/>
                    <a:pt x="0" y="5158"/>
                  </a:cubicBezTo>
                  <a:cubicBezTo>
                    <a:pt x="0" y="2309"/>
                    <a:pt x="2303" y="0"/>
                    <a:pt x="5145" y="0"/>
                  </a:cubicBezTo>
                  <a:cubicBezTo>
                    <a:pt x="7987" y="0"/>
                    <a:pt x="10290" y="2309"/>
                    <a:pt x="10290" y="5158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63C5E3D9-46A7-46D3-AD8F-5E1C69B932B1}"/>
                </a:ext>
              </a:extLst>
            </p:cNvPr>
            <p:cNvSpPr/>
            <p:nvPr/>
          </p:nvSpPr>
          <p:spPr>
            <a:xfrm>
              <a:off x="4414714" y="3462879"/>
              <a:ext cx="10291" cy="10315"/>
            </a:xfrm>
            <a:custGeom>
              <a:avLst/>
              <a:gdLst>
                <a:gd name="connsiteX0" fmla="*/ 10292 w 10291"/>
                <a:gd name="connsiteY0" fmla="*/ 5158 h 10315"/>
                <a:gd name="connsiteX1" fmla="*/ 5147 w 10291"/>
                <a:gd name="connsiteY1" fmla="*/ 10316 h 10315"/>
                <a:gd name="connsiteX2" fmla="*/ 0 w 10291"/>
                <a:gd name="connsiteY2" fmla="*/ 5158 h 10315"/>
                <a:gd name="connsiteX3" fmla="*/ 5147 w 10291"/>
                <a:gd name="connsiteY3" fmla="*/ 0 h 10315"/>
                <a:gd name="connsiteX4" fmla="*/ 10292 w 10291"/>
                <a:gd name="connsiteY4" fmla="*/ 5158 h 10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91" h="10315">
                  <a:moveTo>
                    <a:pt x="10292" y="5158"/>
                  </a:moveTo>
                  <a:cubicBezTo>
                    <a:pt x="10292" y="8007"/>
                    <a:pt x="7987" y="10316"/>
                    <a:pt x="5147" y="10316"/>
                  </a:cubicBezTo>
                  <a:cubicBezTo>
                    <a:pt x="2305" y="10316"/>
                    <a:pt x="0" y="8007"/>
                    <a:pt x="0" y="5158"/>
                  </a:cubicBezTo>
                  <a:cubicBezTo>
                    <a:pt x="0" y="2309"/>
                    <a:pt x="2305" y="0"/>
                    <a:pt x="5147" y="0"/>
                  </a:cubicBezTo>
                  <a:cubicBezTo>
                    <a:pt x="7987" y="0"/>
                    <a:pt x="10292" y="2309"/>
                    <a:pt x="10292" y="5158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73575584-383D-4398-B242-98F78F8E2A54}"/>
                </a:ext>
              </a:extLst>
            </p:cNvPr>
            <p:cNvSpPr/>
            <p:nvPr/>
          </p:nvSpPr>
          <p:spPr>
            <a:xfrm>
              <a:off x="4260961" y="3357096"/>
              <a:ext cx="18411" cy="18457"/>
            </a:xfrm>
            <a:custGeom>
              <a:avLst/>
              <a:gdLst>
                <a:gd name="connsiteX0" fmla="*/ 975 w 18411"/>
                <a:gd name="connsiteY0" fmla="*/ 17480 h 18457"/>
                <a:gd name="connsiteX1" fmla="*/ 3326 w 18411"/>
                <a:gd name="connsiteY1" fmla="*/ 18457 h 18457"/>
                <a:gd name="connsiteX2" fmla="*/ 5678 w 18411"/>
                <a:gd name="connsiteY2" fmla="*/ 17480 h 18457"/>
                <a:gd name="connsiteX3" fmla="*/ 9206 w 18411"/>
                <a:gd name="connsiteY3" fmla="*/ 13944 h 18457"/>
                <a:gd name="connsiteX4" fmla="*/ 12735 w 18411"/>
                <a:gd name="connsiteY4" fmla="*/ 17480 h 18457"/>
                <a:gd name="connsiteX5" fmla="*/ 15085 w 18411"/>
                <a:gd name="connsiteY5" fmla="*/ 18457 h 18457"/>
                <a:gd name="connsiteX6" fmla="*/ 17438 w 18411"/>
                <a:gd name="connsiteY6" fmla="*/ 17480 h 18457"/>
                <a:gd name="connsiteX7" fmla="*/ 17438 w 18411"/>
                <a:gd name="connsiteY7" fmla="*/ 12765 h 18457"/>
                <a:gd name="connsiteX8" fmla="*/ 13909 w 18411"/>
                <a:gd name="connsiteY8" fmla="*/ 9229 h 18457"/>
                <a:gd name="connsiteX9" fmla="*/ 17438 w 18411"/>
                <a:gd name="connsiteY9" fmla="*/ 5693 h 18457"/>
                <a:gd name="connsiteX10" fmla="*/ 17438 w 18411"/>
                <a:gd name="connsiteY10" fmla="*/ 976 h 18457"/>
                <a:gd name="connsiteX11" fmla="*/ 12735 w 18411"/>
                <a:gd name="connsiteY11" fmla="*/ 976 h 18457"/>
                <a:gd name="connsiteX12" fmla="*/ 9206 w 18411"/>
                <a:gd name="connsiteY12" fmla="*/ 4514 h 18457"/>
                <a:gd name="connsiteX13" fmla="*/ 5678 w 18411"/>
                <a:gd name="connsiteY13" fmla="*/ 976 h 18457"/>
                <a:gd name="connsiteX14" fmla="*/ 975 w 18411"/>
                <a:gd name="connsiteY14" fmla="*/ 976 h 18457"/>
                <a:gd name="connsiteX15" fmla="*/ 975 w 18411"/>
                <a:gd name="connsiteY15" fmla="*/ 5693 h 18457"/>
                <a:gd name="connsiteX16" fmla="*/ 4502 w 18411"/>
                <a:gd name="connsiteY16" fmla="*/ 9229 h 18457"/>
                <a:gd name="connsiteX17" fmla="*/ 975 w 18411"/>
                <a:gd name="connsiteY17" fmla="*/ 12765 h 18457"/>
                <a:gd name="connsiteX18" fmla="*/ 975 w 18411"/>
                <a:gd name="connsiteY18" fmla="*/ 17480 h 1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411" h="18457">
                  <a:moveTo>
                    <a:pt x="975" y="17480"/>
                  </a:moveTo>
                  <a:cubicBezTo>
                    <a:pt x="1624" y="18133"/>
                    <a:pt x="2475" y="18457"/>
                    <a:pt x="3326" y="18457"/>
                  </a:cubicBezTo>
                  <a:cubicBezTo>
                    <a:pt x="4177" y="18457"/>
                    <a:pt x="5029" y="18133"/>
                    <a:pt x="5678" y="17480"/>
                  </a:cubicBezTo>
                  <a:lnTo>
                    <a:pt x="9206" y="13944"/>
                  </a:lnTo>
                  <a:lnTo>
                    <a:pt x="12735" y="17480"/>
                  </a:lnTo>
                  <a:cubicBezTo>
                    <a:pt x="13384" y="18133"/>
                    <a:pt x="14234" y="18457"/>
                    <a:pt x="15085" y="18457"/>
                  </a:cubicBezTo>
                  <a:cubicBezTo>
                    <a:pt x="15936" y="18457"/>
                    <a:pt x="16789" y="18133"/>
                    <a:pt x="17438" y="17480"/>
                  </a:cubicBezTo>
                  <a:cubicBezTo>
                    <a:pt x="18736" y="16179"/>
                    <a:pt x="18736" y="14068"/>
                    <a:pt x="17438" y="12765"/>
                  </a:cubicBezTo>
                  <a:lnTo>
                    <a:pt x="13909" y="9229"/>
                  </a:lnTo>
                  <a:lnTo>
                    <a:pt x="17438" y="5693"/>
                  </a:lnTo>
                  <a:cubicBezTo>
                    <a:pt x="18736" y="4390"/>
                    <a:pt x="18736" y="2279"/>
                    <a:pt x="17438" y="976"/>
                  </a:cubicBezTo>
                  <a:cubicBezTo>
                    <a:pt x="16138" y="-325"/>
                    <a:pt x="14033" y="-325"/>
                    <a:pt x="12735" y="976"/>
                  </a:cubicBezTo>
                  <a:lnTo>
                    <a:pt x="9206" y="4514"/>
                  </a:lnTo>
                  <a:lnTo>
                    <a:pt x="5678" y="976"/>
                  </a:lnTo>
                  <a:cubicBezTo>
                    <a:pt x="4380" y="-325"/>
                    <a:pt x="2273" y="-325"/>
                    <a:pt x="975" y="976"/>
                  </a:cubicBezTo>
                  <a:cubicBezTo>
                    <a:pt x="-325" y="2279"/>
                    <a:pt x="-325" y="4390"/>
                    <a:pt x="975" y="5693"/>
                  </a:cubicBezTo>
                  <a:lnTo>
                    <a:pt x="4502" y="9229"/>
                  </a:lnTo>
                  <a:lnTo>
                    <a:pt x="975" y="12765"/>
                  </a:lnTo>
                  <a:cubicBezTo>
                    <a:pt x="-325" y="14068"/>
                    <a:pt x="-325" y="16179"/>
                    <a:pt x="975" y="17480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B6CB836-26AA-4FCD-8835-9224B0A1DD11}"/>
                </a:ext>
              </a:extLst>
            </p:cNvPr>
            <p:cNvSpPr/>
            <p:nvPr/>
          </p:nvSpPr>
          <p:spPr>
            <a:xfrm>
              <a:off x="4273493" y="3408010"/>
              <a:ext cx="59741" cy="36683"/>
            </a:xfrm>
            <a:custGeom>
              <a:avLst/>
              <a:gdLst>
                <a:gd name="connsiteX0" fmla="*/ 43309 w 59741"/>
                <a:gd name="connsiteY0" fmla="*/ 24064 h 36683"/>
                <a:gd name="connsiteX1" fmla="*/ 55105 w 59741"/>
                <a:gd name="connsiteY1" fmla="*/ 33666 h 36683"/>
                <a:gd name="connsiteX2" fmla="*/ 56414 w 59741"/>
                <a:gd name="connsiteY2" fmla="*/ 33938 h 36683"/>
                <a:gd name="connsiteX3" fmla="*/ 58246 w 59741"/>
                <a:gd name="connsiteY3" fmla="*/ 33388 h 36683"/>
                <a:gd name="connsiteX4" fmla="*/ 59742 w 59741"/>
                <a:gd name="connsiteY4" fmla="*/ 30602 h 36683"/>
                <a:gd name="connsiteX5" fmla="*/ 59742 w 59741"/>
                <a:gd name="connsiteY5" fmla="*/ 5721 h 36683"/>
                <a:gd name="connsiteX6" fmla="*/ 58106 w 59741"/>
                <a:gd name="connsiteY6" fmla="*/ 2853 h 36683"/>
                <a:gd name="connsiteX7" fmla="*/ 54812 w 59741"/>
                <a:gd name="connsiteY7" fmla="*/ 2801 h 36683"/>
                <a:gd name="connsiteX8" fmla="*/ 43365 w 59741"/>
                <a:gd name="connsiteY8" fmla="*/ 12691 h 36683"/>
                <a:gd name="connsiteX9" fmla="*/ 23285 w 59741"/>
                <a:gd name="connsiteY9" fmla="*/ 0 h 36683"/>
                <a:gd name="connsiteX10" fmla="*/ 0 w 59741"/>
                <a:gd name="connsiteY10" fmla="*/ 18342 h 36683"/>
                <a:gd name="connsiteX11" fmla="*/ 23285 w 59741"/>
                <a:gd name="connsiteY11" fmla="*/ 36683 h 36683"/>
                <a:gd name="connsiteX12" fmla="*/ 43309 w 59741"/>
                <a:gd name="connsiteY12" fmla="*/ 24064 h 36683"/>
                <a:gd name="connsiteX13" fmla="*/ 53087 w 59741"/>
                <a:gd name="connsiteY13" fmla="*/ 11926 h 36683"/>
                <a:gd name="connsiteX14" fmla="*/ 53087 w 59741"/>
                <a:gd name="connsiteY14" fmla="*/ 24904 h 36683"/>
                <a:gd name="connsiteX15" fmla="*/ 47693 w 59741"/>
                <a:gd name="connsiteY15" fmla="*/ 18292 h 36683"/>
                <a:gd name="connsiteX16" fmla="*/ 53087 w 59741"/>
                <a:gd name="connsiteY16" fmla="*/ 11926 h 36683"/>
                <a:gd name="connsiteX17" fmla="*/ 23285 w 59741"/>
                <a:gd name="connsiteY17" fmla="*/ 30012 h 36683"/>
                <a:gd name="connsiteX18" fmla="*/ 6653 w 59741"/>
                <a:gd name="connsiteY18" fmla="*/ 18342 h 36683"/>
                <a:gd name="connsiteX19" fmla="*/ 23285 w 59741"/>
                <a:gd name="connsiteY19" fmla="*/ 6669 h 36683"/>
                <a:gd name="connsiteX20" fmla="*/ 39276 w 59741"/>
                <a:gd name="connsiteY20" fmla="*/ 18342 h 36683"/>
                <a:gd name="connsiteX21" fmla="*/ 23285 w 59741"/>
                <a:gd name="connsiteY21" fmla="*/ 30012 h 3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9741" h="36683">
                  <a:moveTo>
                    <a:pt x="43309" y="24064"/>
                  </a:moveTo>
                  <a:cubicBezTo>
                    <a:pt x="46046" y="28281"/>
                    <a:pt x="49939" y="31449"/>
                    <a:pt x="55105" y="33666"/>
                  </a:cubicBezTo>
                  <a:cubicBezTo>
                    <a:pt x="55524" y="33850"/>
                    <a:pt x="55969" y="33938"/>
                    <a:pt x="56414" y="33938"/>
                  </a:cubicBezTo>
                  <a:cubicBezTo>
                    <a:pt x="57054" y="33938"/>
                    <a:pt x="57694" y="33752"/>
                    <a:pt x="58246" y="33388"/>
                  </a:cubicBezTo>
                  <a:cubicBezTo>
                    <a:pt x="59178" y="32768"/>
                    <a:pt x="59742" y="31724"/>
                    <a:pt x="59742" y="30602"/>
                  </a:cubicBezTo>
                  <a:lnTo>
                    <a:pt x="59742" y="5721"/>
                  </a:lnTo>
                  <a:cubicBezTo>
                    <a:pt x="59742" y="4544"/>
                    <a:pt x="59121" y="3452"/>
                    <a:pt x="58106" y="2853"/>
                  </a:cubicBezTo>
                  <a:cubicBezTo>
                    <a:pt x="57100" y="2253"/>
                    <a:pt x="55845" y="2230"/>
                    <a:pt x="54812" y="2801"/>
                  </a:cubicBezTo>
                  <a:cubicBezTo>
                    <a:pt x="49834" y="5540"/>
                    <a:pt x="46115" y="8745"/>
                    <a:pt x="43365" y="12691"/>
                  </a:cubicBezTo>
                  <a:cubicBezTo>
                    <a:pt x="39576" y="7766"/>
                    <a:pt x="32197" y="0"/>
                    <a:pt x="23285" y="0"/>
                  </a:cubicBezTo>
                  <a:cubicBezTo>
                    <a:pt x="10446" y="0"/>
                    <a:pt x="0" y="8230"/>
                    <a:pt x="0" y="18342"/>
                  </a:cubicBezTo>
                  <a:cubicBezTo>
                    <a:pt x="0" y="28453"/>
                    <a:pt x="10446" y="36683"/>
                    <a:pt x="23285" y="36683"/>
                  </a:cubicBezTo>
                  <a:cubicBezTo>
                    <a:pt x="32151" y="36683"/>
                    <a:pt x="39504" y="28993"/>
                    <a:pt x="43309" y="24064"/>
                  </a:cubicBezTo>
                  <a:close/>
                  <a:moveTo>
                    <a:pt x="53087" y="11926"/>
                  </a:moveTo>
                  <a:lnTo>
                    <a:pt x="53087" y="24904"/>
                  </a:lnTo>
                  <a:cubicBezTo>
                    <a:pt x="50746" y="23149"/>
                    <a:pt x="48979" y="20975"/>
                    <a:pt x="47693" y="18292"/>
                  </a:cubicBezTo>
                  <a:cubicBezTo>
                    <a:pt x="49065" y="15859"/>
                    <a:pt x="50818" y="13781"/>
                    <a:pt x="53087" y="11926"/>
                  </a:cubicBezTo>
                  <a:close/>
                  <a:moveTo>
                    <a:pt x="23285" y="30012"/>
                  </a:moveTo>
                  <a:cubicBezTo>
                    <a:pt x="14270" y="30012"/>
                    <a:pt x="6653" y="24669"/>
                    <a:pt x="6653" y="18342"/>
                  </a:cubicBezTo>
                  <a:cubicBezTo>
                    <a:pt x="6653" y="12014"/>
                    <a:pt x="14270" y="6669"/>
                    <a:pt x="23285" y="6669"/>
                  </a:cubicBezTo>
                  <a:cubicBezTo>
                    <a:pt x="29776" y="6669"/>
                    <a:pt x="36238" y="13991"/>
                    <a:pt x="39276" y="18342"/>
                  </a:cubicBezTo>
                  <a:cubicBezTo>
                    <a:pt x="36238" y="22692"/>
                    <a:pt x="29776" y="30012"/>
                    <a:pt x="23285" y="30012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9787DA43-123A-4DF0-962D-A578F3C54E07}"/>
                </a:ext>
              </a:extLst>
            </p:cNvPr>
            <p:cNvSpPr/>
            <p:nvPr/>
          </p:nvSpPr>
          <p:spPr>
            <a:xfrm>
              <a:off x="4287685" y="3422238"/>
              <a:ext cx="4880" cy="4892"/>
            </a:xfrm>
            <a:custGeom>
              <a:avLst/>
              <a:gdLst>
                <a:gd name="connsiteX0" fmla="*/ 4881 w 4880"/>
                <a:gd name="connsiteY0" fmla="*/ 2446 h 4892"/>
                <a:gd name="connsiteX1" fmla="*/ 2440 w 4880"/>
                <a:gd name="connsiteY1" fmla="*/ 4893 h 4892"/>
                <a:gd name="connsiteX2" fmla="*/ 0 w 4880"/>
                <a:gd name="connsiteY2" fmla="*/ 2446 h 4892"/>
                <a:gd name="connsiteX3" fmla="*/ 2440 w 4880"/>
                <a:gd name="connsiteY3" fmla="*/ 0 h 4892"/>
                <a:gd name="connsiteX4" fmla="*/ 4881 w 4880"/>
                <a:gd name="connsiteY4" fmla="*/ 2446 h 4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0" h="4892">
                  <a:moveTo>
                    <a:pt x="4881" y="2446"/>
                  </a:moveTo>
                  <a:cubicBezTo>
                    <a:pt x="4881" y="3797"/>
                    <a:pt x="3788" y="4893"/>
                    <a:pt x="2440" y="4893"/>
                  </a:cubicBezTo>
                  <a:cubicBezTo>
                    <a:pt x="1093" y="4893"/>
                    <a:pt x="0" y="3797"/>
                    <a:pt x="0" y="2446"/>
                  </a:cubicBezTo>
                  <a:cubicBezTo>
                    <a:pt x="0" y="1095"/>
                    <a:pt x="1093" y="0"/>
                    <a:pt x="2440" y="0"/>
                  </a:cubicBezTo>
                  <a:cubicBezTo>
                    <a:pt x="3788" y="0"/>
                    <a:pt x="4881" y="1095"/>
                    <a:pt x="4881" y="2446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C4017F08-5CD1-4ADC-81E0-F617E8361A1D}"/>
                </a:ext>
              </a:extLst>
            </p:cNvPr>
            <p:cNvSpPr/>
            <p:nvPr/>
          </p:nvSpPr>
          <p:spPr>
            <a:xfrm>
              <a:off x="4250208" y="3448027"/>
              <a:ext cx="59739" cy="36683"/>
            </a:xfrm>
            <a:custGeom>
              <a:avLst/>
              <a:gdLst>
                <a:gd name="connsiteX0" fmla="*/ 54812 w 59739"/>
                <a:gd name="connsiteY0" fmla="*/ 2801 h 36683"/>
                <a:gd name="connsiteX1" fmla="*/ 43364 w 59739"/>
                <a:gd name="connsiteY1" fmla="*/ 12691 h 36683"/>
                <a:gd name="connsiteX2" fmla="*/ 23285 w 59739"/>
                <a:gd name="connsiteY2" fmla="*/ 0 h 36683"/>
                <a:gd name="connsiteX3" fmla="*/ 0 w 59739"/>
                <a:gd name="connsiteY3" fmla="*/ 18342 h 36683"/>
                <a:gd name="connsiteX4" fmla="*/ 23285 w 59739"/>
                <a:gd name="connsiteY4" fmla="*/ 36683 h 36683"/>
                <a:gd name="connsiteX5" fmla="*/ 43309 w 59739"/>
                <a:gd name="connsiteY5" fmla="*/ 24066 h 36683"/>
                <a:gd name="connsiteX6" fmla="*/ 55105 w 59739"/>
                <a:gd name="connsiteY6" fmla="*/ 33668 h 36683"/>
                <a:gd name="connsiteX7" fmla="*/ 56414 w 59739"/>
                <a:gd name="connsiteY7" fmla="*/ 33938 h 36683"/>
                <a:gd name="connsiteX8" fmla="*/ 58245 w 59739"/>
                <a:gd name="connsiteY8" fmla="*/ 33388 h 36683"/>
                <a:gd name="connsiteX9" fmla="*/ 59740 w 59739"/>
                <a:gd name="connsiteY9" fmla="*/ 30604 h 36683"/>
                <a:gd name="connsiteX10" fmla="*/ 59740 w 59739"/>
                <a:gd name="connsiteY10" fmla="*/ 5723 h 36683"/>
                <a:gd name="connsiteX11" fmla="*/ 58106 w 59739"/>
                <a:gd name="connsiteY11" fmla="*/ 2853 h 36683"/>
                <a:gd name="connsiteX12" fmla="*/ 54812 w 59739"/>
                <a:gd name="connsiteY12" fmla="*/ 2801 h 36683"/>
                <a:gd name="connsiteX13" fmla="*/ 23285 w 59739"/>
                <a:gd name="connsiteY13" fmla="*/ 30014 h 36683"/>
                <a:gd name="connsiteX14" fmla="*/ 6653 w 59739"/>
                <a:gd name="connsiteY14" fmla="*/ 18342 h 36683"/>
                <a:gd name="connsiteX15" fmla="*/ 23285 w 59739"/>
                <a:gd name="connsiteY15" fmla="*/ 6671 h 36683"/>
                <a:gd name="connsiteX16" fmla="*/ 39274 w 59739"/>
                <a:gd name="connsiteY16" fmla="*/ 18342 h 36683"/>
                <a:gd name="connsiteX17" fmla="*/ 23285 w 59739"/>
                <a:gd name="connsiteY17" fmla="*/ 30014 h 36683"/>
                <a:gd name="connsiteX18" fmla="*/ 53087 w 59739"/>
                <a:gd name="connsiteY18" fmla="*/ 24904 h 36683"/>
                <a:gd name="connsiteX19" fmla="*/ 47691 w 59739"/>
                <a:gd name="connsiteY19" fmla="*/ 18292 h 36683"/>
                <a:gd name="connsiteX20" fmla="*/ 53087 w 59739"/>
                <a:gd name="connsiteY20" fmla="*/ 11926 h 3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739" h="36683">
                  <a:moveTo>
                    <a:pt x="54812" y="2801"/>
                  </a:moveTo>
                  <a:cubicBezTo>
                    <a:pt x="49834" y="5542"/>
                    <a:pt x="46113" y="8745"/>
                    <a:pt x="43364" y="12691"/>
                  </a:cubicBezTo>
                  <a:cubicBezTo>
                    <a:pt x="39576" y="7766"/>
                    <a:pt x="32195" y="0"/>
                    <a:pt x="23285" y="0"/>
                  </a:cubicBezTo>
                  <a:cubicBezTo>
                    <a:pt x="10446" y="0"/>
                    <a:pt x="0" y="8230"/>
                    <a:pt x="0" y="18342"/>
                  </a:cubicBezTo>
                  <a:cubicBezTo>
                    <a:pt x="0" y="28455"/>
                    <a:pt x="10446" y="36683"/>
                    <a:pt x="23285" y="36683"/>
                  </a:cubicBezTo>
                  <a:cubicBezTo>
                    <a:pt x="32149" y="36683"/>
                    <a:pt x="39504" y="28993"/>
                    <a:pt x="43309" y="24066"/>
                  </a:cubicBezTo>
                  <a:cubicBezTo>
                    <a:pt x="46046" y="28283"/>
                    <a:pt x="49939" y="31449"/>
                    <a:pt x="55105" y="33668"/>
                  </a:cubicBezTo>
                  <a:cubicBezTo>
                    <a:pt x="55523" y="33852"/>
                    <a:pt x="55969" y="33938"/>
                    <a:pt x="56414" y="33938"/>
                  </a:cubicBezTo>
                  <a:cubicBezTo>
                    <a:pt x="57054" y="33938"/>
                    <a:pt x="57694" y="33752"/>
                    <a:pt x="58245" y="33388"/>
                  </a:cubicBezTo>
                  <a:cubicBezTo>
                    <a:pt x="59178" y="32770"/>
                    <a:pt x="59740" y="31724"/>
                    <a:pt x="59740" y="30604"/>
                  </a:cubicBezTo>
                  <a:lnTo>
                    <a:pt x="59740" y="5723"/>
                  </a:lnTo>
                  <a:cubicBezTo>
                    <a:pt x="59740" y="4544"/>
                    <a:pt x="59119" y="3452"/>
                    <a:pt x="58106" y="2853"/>
                  </a:cubicBezTo>
                  <a:cubicBezTo>
                    <a:pt x="57096" y="2253"/>
                    <a:pt x="55841" y="2234"/>
                    <a:pt x="54812" y="2801"/>
                  </a:cubicBezTo>
                  <a:close/>
                  <a:moveTo>
                    <a:pt x="23285" y="30014"/>
                  </a:moveTo>
                  <a:cubicBezTo>
                    <a:pt x="14270" y="30014"/>
                    <a:pt x="6653" y="24669"/>
                    <a:pt x="6653" y="18342"/>
                  </a:cubicBezTo>
                  <a:cubicBezTo>
                    <a:pt x="6653" y="12014"/>
                    <a:pt x="14270" y="6671"/>
                    <a:pt x="23285" y="6671"/>
                  </a:cubicBezTo>
                  <a:cubicBezTo>
                    <a:pt x="29776" y="6671"/>
                    <a:pt x="36236" y="13991"/>
                    <a:pt x="39274" y="18342"/>
                  </a:cubicBezTo>
                  <a:cubicBezTo>
                    <a:pt x="36236" y="22692"/>
                    <a:pt x="29776" y="30014"/>
                    <a:pt x="23285" y="30014"/>
                  </a:cubicBezTo>
                  <a:close/>
                  <a:moveTo>
                    <a:pt x="53087" y="24904"/>
                  </a:moveTo>
                  <a:cubicBezTo>
                    <a:pt x="50746" y="23149"/>
                    <a:pt x="48978" y="20977"/>
                    <a:pt x="47691" y="18292"/>
                  </a:cubicBezTo>
                  <a:cubicBezTo>
                    <a:pt x="49065" y="15861"/>
                    <a:pt x="50816" y="13783"/>
                    <a:pt x="53087" y="11926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6465212-41A5-423E-BE7F-461AE894591B}"/>
                </a:ext>
              </a:extLst>
            </p:cNvPr>
            <p:cNvSpPr/>
            <p:nvPr/>
          </p:nvSpPr>
          <p:spPr>
            <a:xfrm>
              <a:off x="4264401" y="3462257"/>
              <a:ext cx="4880" cy="4890"/>
            </a:xfrm>
            <a:custGeom>
              <a:avLst/>
              <a:gdLst>
                <a:gd name="connsiteX0" fmla="*/ 4880 w 4880"/>
                <a:gd name="connsiteY0" fmla="*/ 2444 h 4890"/>
                <a:gd name="connsiteX1" fmla="*/ 2440 w 4880"/>
                <a:gd name="connsiteY1" fmla="*/ 4891 h 4890"/>
                <a:gd name="connsiteX2" fmla="*/ 0 w 4880"/>
                <a:gd name="connsiteY2" fmla="*/ 2444 h 4890"/>
                <a:gd name="connsiteX3" fmla="*/ 2440 w 4880"/>
                <a:gd name="connsiteY3" fmla="*/ 0 h 4890"/>
                <a:gd name="connsiteX4" fmla="*/ 4880 w 4880"/>
                <a:gd name="connsiteY4" fmla="*/ 2444 h 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0" h="4890">
                  <a:moveTo>
                    <a:pt x="4880" y="2444"/>
                  </a:moveTo>
                  <a:cubicBezTo>
                    <a:pt x="4880" y="3795"/>
                    <a:pt x="3788" y="4891"/>
                    <a:pt x="2440" y="4891"/>
                  </a:cubicBezTo>
                  <a:cubicBezTo>
                    <a:pt x="1093" y="4891"/>
                    <a:pt x="0" y="3795"/>
                    <a:pt x="0" y="2444"/>
                  </a:cubicBezTo>
                  <a:cubicBezTo>
                    <a:pt x="0" y="1093"/>
                    <a:pt x="1093" y="0"/>
                    <a:pt x="2440" y="0"/>
                  </a:cubicBezTo>
                  <a:cubicBezTo>
                    <a:pt x="3788" y="0"/>
                    <a:pt x="4880" y="1093"/>
                    <a:pt x="4880" y="2444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1F05A031-0802-458B-AB52-EBBDDC8637B4}"/>
                </a:ext>
              </a:extLst>
            </p:cNvPr>
            <p:cNvSpPr/>
            <p:nvPr/>
          </p:nvSpPr>
          <p:spPr>
            <a:xfrm>
              <a:off x="4320065" y="3441360"/>
              <a:ext cx="59739" cy="36681"/>
            </a:xfrm>
            <a:custGeom>
              <a:avLst/>
              <a:gdLst>
                <a:gd name="connsiteX0" fmla="*/ 23285 w 59739"/>
                <a:gd name="connsiteY0" fmla="*/ 36681 h 36681"/>
                <a:gd name="connsiteX1" fmla="*/ 43309 w 59739"/>
                <a:gd name="connsiteY1" fmla="*/ 24063 h 36681"/>
                <a:gd name="connsiteX2" fmla="*/ 55104 w 59739"/>
                <a:gd name="connsiteY2" fmla="*/ 33666 h 36681"/>
                <a:gd name="connsiteX3" fmla="*/ 56414 w 59739"/>
                <a:gd name="connsiteY3" fmla="*/ 33936 h 36681"/>
                <a:gd name="connsiteX4" fmla="*/ 58245 w 59739"/>
                <a:gd name="connsiteY4" fmla="*/ 33386 h 36681"/>
                <a:gd name="connsiteX5" fmla="*/ 59739 w 59739"/>
                <a:gd name="connsiteY5" fmla="*/ 30602 h 36681"/>
                <a:gd name="connsiteX6" fmla="*/ 59739 w 59739"/>
                <a:gd name="connsiteY6" fmla="*/ 5721 h 36681"/>
                <a:gd name="connsiteX7" fmla="*/ 58106 w 59739"/>
                <a:gd name="connsiteY7" fmla="*/ 2851 h 36681"/>
                <a:gd name="connsiteX8" fmla="*/ 54811 w 59739"/>
                <a:gd name="connsiteY8" fmla="*/ 2800 h 36681"/>
                <a:gd name="connsiteX9" fmla="*/ 43364 w 59739"/>
                <a:gd name="connsiteY9" fmla="*/ 12690 h 36681"/>
                <a:gd name="connsiteX10" fmla="*/ 23285 w 59739"/>
                <a:gd name="connsiteY10" fmla="*/ 0 h 36681"/>
                <a:gd name="connsiteX11" fmla="*/ 0 w 59739"/>
                <a:gd name="connsiteY11" fmla="*/ 18340 h 36681"/>
                <a:gd name="connsiteX12" fmla="*/ 23285 w 59739"/>
                <a:gd name="connsiteY12" fmla="*/ 36681 h 36681"/>
                <a:gd name="connsiteX13" fmla="*/ 53087 w 59739"/>
                <a:gd name="connsiteY13" fmla="*/ 11925 h 36681"/>
                <a:gd name="connsiteX14" fmla="*/ 53087 w 59739"/>
                <a:gd name="connsiteY14" fmla="*/ 24902 h 36681"/>
                <a:gd name="connsiteX15" fmla="*/ 47691 w 59739"/>
                <a:gd name="connsiteY15" fmla="*/ 18290 h 36681"/>
                <a:gd name="connsiteX16" fmla="*/ 53087 w 59739"/>
                <a:gd name="connsiteY16" fmla="*/ 11925 h 36681"/>
                <a:gd name="connsiteX17" fmla="*/ 23285 w 59739"/>
                <a:gd name="connsiteY17" fmla="*/ 6668 h 36681"/>
                <a:gd name="connsiteX18" fmla="*/ 39275 w 59739"/>
                <a:gd name="connsiteY18" fmla="*/ 18340 h 36681"/>
                <a:gd name="connsiteX19" fmla="*/ 23285 w 59739"/>
                <a:gd name="connsiteY19" fmla="*/ 30012 h 36681"/>
                <a:gd name="connsiteX20" fmla="*/ 6652 w 59739"/>
                <a:gd name="connsiteY20" fmla="*/ 18340 h 36681"/>
                <a:gd name="connsiteX21" fmla="*/ 23285 w 59739"/>
                <a:gd name="connsiteY21" fmla="*/ 6668 h 3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9739" h="36681">
                  <a:moveTo>
                    <a:pt x="23285" y="36681"/>
                  </a:moveTo>
                  <a:cubicBezTo>
                    <a:pt x="32151" y="36681"/>
                    <a:pt x="39504" y="28992"/>
                    <a:pt x="43309" y="24063"/>
                  </a:cubicBezTo>
                  <a:cubicBezTo>
                    <a:pt x="46046" y="28282"/>
                    <a:pt x="49939" y="31447"/>
                    <a:pt x="55104" y="33666"/>
                  </a:cubicBezTo>
                  <a:cubicBezTo>
                    <a:pt x="55523" y="33848"/>
                    <a:pt x="55969" y="33936"/>
                    <a:pt x="56414" y="33936"/>
                  </a:cubicBezTo>
                  <a:cubicBezTo>
                    <a:pt x="57053" y="33936"/>
                    <a:pt x="57693" y="33750"/>
                    <a:pt x="58245" y="33386"/>
                  </a:cubicBezTo>
                  <a:cubicBezTo>
                    <a:pt x="59178" y="32768"/>
                    <a:pt x="59739" y="31722"/>
                    <a:pt x="59739" y="30602"/>
                  </a:cubicBezTo>
                  <a:lnTo>
                    <a:pt x="59739" y="5721"/>
                  </a:lnTo>
                  <a:cubicBezTo>
                    <a:pt x="59739" y="4542"/>
                    <a:pt x="59119" y="3450"/>
                    <a:pt x="58106" y="2851"/>
                  </a:cubicBezTo>
                  <a:cubicBezTo>
                    <a:pt x="57099" y="2252"/>
                    <a:pt x="55845" y="2229"/>
                    <a:pt x="54811" y="2800"/>
                  </a:cubicBezTo>
                  <a:cubicBezTo>
                    <a:pt x="49834" y="5540"/>
                    <a:pt x="46114" y="8746"/>
                    <a:pt x="43364" y="12690"/>
                  </a:cubicBezTo>
                  <a:cubicBezTo>
                    <a:pt x="39576" y="7765"/>
                    <a:pt x="32197" y="0"/>
                    <a:pt x="23285" y="0"/>
                  </a:cubicBezTo>
                  <a:cubicBezTo>
                    <a:pt x="10446" y="0"/>
                    <a:pt x="0" y="8228"/>
                    <a:pt x="0" y="18340"/>
                  </a:cubicBezTo>
                  <a:cubicBezTo>
                    <a:pt x="0" y="28454"/>
                    <a:pt x="10448" y="36681"/>
                    <a:pt x="23285" y="36681"/>
                  </a:cubicBezTo>
                  <a:close/>
                  <a:moveTo>
                    <a:pt x="53087" y="11925"/>
                  </a:moveTo>
                  <a:lnTo>
                    <a:pt x="53087" y="24902"/>
                  </a:lnTo>
                  <a:cubicBezTo>
                    <a:pt x="50746" y="23147"/>
                    <a:pt x="48977" y="20975"/>
                    <a:pt x="47691" y="18290"/>
                  </a:cubicBezTo>
                  <a:cubicBezTo>
                    <a:pt x="49065" y="15857"/>
                    <a:pt x="50816" y="13781"/>
                    <a:pt x="53087" y="11925"/>
                  </a:cubicBezTo>
                  <a:close/>
                  <a:moveTo>
                    <a:pt x="23285" y="6668"/>
                  </a:moveTo>
                  <a:cubicBezTo>
                    <a:pt x="29775" y="6668"/>
                    <a:pt x="36238" y="13989"/>
                    <a:pt x="39275" y="18340"/>
                  </a:cubicBezTo>
                  <a:cubicBezTo>
                    <a:pt x="36238" y="22691"/>
                    <a:pt x="29775" y="30012"/>
                    <a:pt x="23285" y="30012"/>
                  </a:cubicBezTo>
                  <a:cubicBezTo>
                    <a:pt x="14270" y="30012"/>
                    <a:pt x="6652" y="24668"/>
                    <a:pt x="6652" y="18340"/>
                  </a:cubicBezTo>
                  <a:cubicBezTo>
                    <a:pt x="6652" y="12012"/>
                    <a:pt x="14270" y="6668"/>
                    <a:pt x="23285" y="6668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7F4C6473-AB2D-4292-AE54-4327AD17C724}"/>
                </a:ext>
              </a:extLst>
            </p:cNvPr>
            <p:cNvSpPr/>
            <p:nvPr/>
          </p:nvSpPr>
          <p:spPr>
            <a:xfrm>
              <a:off x="4334257" y="3455586"/>
              <a:ext cx="4880" cy="4892"/>
            </a:xfrm>
            <a:custGeom>
              <a:avLst/>
              <a:gdLst>
                <a:gd name="connsiteX0" fmla="*/ 4880 w 4880"/>
                <a:gd name="connsiteY0" fmla="*/ 2446 h 4892"/>
                <a:gd name="connsiteX1" fmla="*/ 2440 w 4880"/>
                <a:gd name="connsiteY1" fmla="*/ 4892 h 4892"/>
                <a:gd name="connsiteX2" fmla="*/ 0 w 4880"/>
                <a:gd name="connsiteY2" fmla="*/ 2446 h 4892"/>
                <a:gd name="connsiteX3" fmla="*/ 2440 w 4880"/>
                <a:gd name="connsiteY3" fmla="*/ 0 h 4892"/>
                <a:gd name="connsiteX4" fmla="*/ 4880 w 4880"/>
                <a:gd name="connsiteY4" fmla="*/ 2446 h 4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0" h="4892">
                  <a:moveTo>
                    <a:pt x="4880" y="2446"/>
                  </a:moveTo>
                  <a:cubicBezTo>
                    <a:pt x="4880" y="3797"/>
                    <a:pt x="3788" y="4892"/>
                    <a:pt x="2440" y="4892"/>
                  </a:cubicBezTo>
                  <a:cubicBezTo>
                    <a:pt x="1092" y="4892"/>
                    <a:pt x="0" y="3797"/>
                    <a:pt x="0" y="2446"/>
                  </a:cubicBezTo>
                  <a:cubicBezTo>
                    <a:pt x="0" y="1095"/>
                    <a:pt x="1092" y="0"/>
                    <a:pt x="2440" y="0"/>
                  </a:cubicBezTo>
                  <a:cubicBezTo>
                    <a:pt x="3788" y="0"/>
                    <a:pt x="4880" y="1095"/>
                    <a:pt x="4880" y="2446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87F5AAAD-F48B-482C-A414-8596657F26A4}"/>
                </a:ext>
              </a:extLst>
            </p:cNvPr>
            <p:cNvSpPr/>
            <p:nvPr/>
          </p:nvSpPr>
          <p:spPr>
            <a:xfrm>
              <a:off x="4266841" y="3488046"/>
              <a:ext cx="59739" cy="36683"/>
            </a:xfrm>
            <a:custGeom>
              <a:avLst/>
              <a:gdLst>
                <a:gd name="connsiteX0" fmla="*/ 58106 w 59739"/>
                <a:gd name="connsiteY0" fmla="*/ 2853 h 36683"/>
                <a:gd name="connsiteX1" fmla="*/ 54811 w 59739"/>
                <a:gd name="connsiteY1" fmla="*/ 2801 h 36683"/>
                <a:gd name="connsiteX2" fmla="*/ 43364 w 59739"/>
                <a:gd name="connsiteY2" fmla="*/ 12691 h 36683"/>
                <a:gd name="connsiteX3" fmla="*/ 23285 w 59739"/>
                <a:gd name="connsiteY3" fmla="*/ 0 h 36683"/>
                <a:gd name="connsiteX4" fmla="*/ 0 w 59739"/>
                <a:gd name="connsiteY4" fmla="*/ 18342 h 36683"/>
                <a:gd name="connsiteX5" fmla="*/ 23285 w 59739"/>
                <a:gd name="connsiteY5" fmla="*/ 36683 h 36683"/>
                <a:gd name="connsiteX6" fmla="*/ 43309 w 59739"/>
                <a:gd name="connsiteY6" fmla="*/ 24066 h 36683"/>
                <a:gd name="connsiteX7" fmla="*/ 55105 w 59739"/>
                <a:gd name="connsiteY7" fmla="*/ 33668 h 36683"/>
                <a:gd name="connsiteX8" fmla="*/ 56414 w 59739"/>
                <a:gd name="connsiteY8" fmla="*/ 33937 h 36683"/>
                <a:gd name="connsiteX9" fmla="*/ 58245 w 59739"/>
                <a:gd name="connsiteY9" fmla="*/ 33388 h 36683"/>
                <a:gd name="connsiteX10" fmla="*/ 59740 w 59739"/>
                <a:gd name="connsiteY10" fmla="*/ 30604 h 36683"/>
                <a:gd name="connsiteX11" fmla="*/ 59740 w 59739"/>
                <a:gd name="connsiteY11" fmla="*/ 5723 h 36683"/>
                <a:gd name="connsiteX12" fmla="*/ 58106 w 59739"/>
                <a:gd name="connsiteY12" fmla="*/ 2853 h 36683"/>
                <a:gd name="connsiteX13" fmla="*/ 23285 w 59739"/>
                <a:gd name="connsiteY13" fmla="*/ 30012 h 36683"/>
                <a:gd name="connsiteX14" fmla="*/ 6653 w 59739"/>
                <a:gd name="connsiteY14" fmla="*/ 18342 h 36683"/>
                <a:gd name="connsiteX15" fmla="*/ 23285 w 59739"/>
                <a:gd name="connsiteY15" fmla="*/ 6669 h 36683"/>
                <a:gd name="connsiteX16" fmla="*/ 39274 w 59739"/>
                <a:gd name="connsiteY16" fmla="*/ 18342 h 36683"/>
                <a:gd name="connsiteX17" fmla="*/ 23285 w 59739"/>
                <a:gd name="connsiteY17" fmla="*/ 30012 h 36683"/>
                <a:gd name="connsiteX18" fmla="*/ 53087 w 59739"/>
                <a:gd name="connsiteY18" fmla="*/ 24904 h 36683"/>
                <a:gd name="connsiteX19" fmla="*/ 47691 w 59739"/>
                <a:gd name="connsiteY19" fmla="*/ 18292 h 36683"/>
                <a:gd name="connsiteX20" fmla="*/ 53087 w 59739"/>
                <a:gd name="connsiteY20" fmla="*/ 11924 h 3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739" h="36683">
                  <a:moveTo>
                    <a:pt x="58106" y="2853"/>
                  </a:moveTo>
                  <a:cubicBezTo>
                    <a:pt x="57100" y="2253"/>
                    <a:pt x="55842" y="2234"/>
                    <a:pt x="54811" y="2801"/>
                  </a:cubicBezTo>
                  <a:cubicBezTo>
                    <a:pt x="49834" y="5542"/>
                    <a:pt x="46115" y="8745"/>
                    <a:pt x="43364" y="12691"/>
                  </a:cubicBezTo>
                  <a:cubicBezTo>
                    <a:pt x="39577" y="7766"/>
                    <a:pt x="32197" y="0"/>
                    <a:pt x="23285" y="0"/>
                  </a:cubicBezTo>
                  <a:cubicBezTo>
                    <a:pt x="10446" y="0"/>
                    <a:pt x="0" y="8230"/>
                    <a:pt x="0" y="18342"/>
                  </a:cubicBezTo>
                  <a:cubicBezTo>
                    <a:pt x="0" y="28453"/>
                    <a:pt x="10446" y="36683"/>
                    <a:pt x="23285" y="36683"/>
                  </a:cubicBezTo>
                  <a:cubicBezTo>
                    <a:pt x="32151" y="36683"/>
                    <a:pt x="39504" y="28993"/>
                    <a:pt x="43309" y="24066"/>
                  </a:cubicBezTo>
                  <a:cubicBezTo>
                    <a:pt x="46046" y="28283"/>
                    <a:pt x="49939" y="31449"/>
                    <a:pt x="55105" y="33668"/>
                  </a:cubicBezTo>
                  <a:cubicBezTo>
                    <a:pt x="55523" y="33852"/>
                    <a:pt x="55969" y="33937"/>
                    <a:pt x="56414" y="33937"/>
                  </a:cubicBezTo>
                  <a:cubicBezTo>
                    <a:pt x="57054" y="33937"/>
                    <a:pt x="57693" y="33752"/>
                    <a:pt x="58245" y="33388"/>
                  </a:cubicBezTo>
                  <a:cubicBezTo>
                    <a:pt x="59178" y="32770"/>
                    <a:pt x="59740" y="31724"/>
                    <a:pt x="59740" y="30604"/>
                  </a:cubicBezTo>
                  <a:lnTo>
                    <a:pt x="59740" y="5723"/>
                  </a:lnTo>
                  <a:cubicBezTo>
                    <a:pt x="59740" y="4544"/>
                    <a:pt x="59119" y="3452"/>
                    <a:pt x="58106" y="2853"/>
                  </a:cubicBezTo>
                  <a:close/>
                  <a:moveTo>
                    <a:pt x="23285" y="30012"/>
                  </a:moveTo>
                  <a:cubicBezTo>
                    <a:pt x="14270" y="30012"/>
                    <a:pt x="6653" y="24669"/>
                    <a:pt x="6653" y="18342"/>
                  </a:cubicBezTo>
                  <a:cubicBezTo>
                    <a:pt x="6653" y="12014"/>
                    <a:pt x="14270" y="6669"/>
                    <a:pt x="23285" y="6669"/>
                  </a:cubicBezTo>
                  <a:cubicBezTo>
                    <a:pt x="29775" y="6669"/>
                    <a:pt x="36236" y="13991"/>
                    <a:pt x="39274" y="18342"/>
                  </a:cubicBezTo>
                  <a:cubicBezTo>
                    <a:pt x="36236" y="22692"/>
                    <a:pt x="29775" y="30012"/>
                    <a:pt x="23285" y="30012"/>
                  </a:cubicBezTo>
                  <a:close/>
                  <a:moveTo>
                    <a:pt x="53087" y="24904"/>
                  </a:moveTo>
                  <a:cubicBezTo>
                    <a:pt x="50746" y="23148"/>
                    <a:pt x="48978" y="20975"/>
                    <a:pt x="47691" y="18292"/>
                  </a:cubicBezTo>
                  <a:cubicBezTo>
                    <a:pt x="49065" y="15859"/>
                    <a:pt x="50816" y="13781"/>
                    <a:pt x="53087" y="11924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0ED4EEEC-7659-4CDE-BFB1-C1EC79429A68}"/>
                </a:ext>
              </a:extLst>
            </p:cNvPr>
            <p:cNvSpPr/>
            <p:nvPr/>
          </p:nvSpPr>
          <p:spPr>
            <a:xfrm>
              <a:off x="4281033" y="3502274"/>
              <a:ext cx="4880" cy="4892"/>
            </a:xfrm>
            <a:custGeom>
              <a:avLst/>
              <a:gdLst>
                <a:gd name="connsiteX0" fmla="*/ 4881 w 4880"/>
                <a:gd name="connsiteY0" fmla="*/ 2446 h 4892"/>
                <a:gd name="connsiteX1" fmla="*/ 2440 w 4880"/>
                <a:gd name="connsiteY1" fmla="*/ 4892 h 4892"/>
                <a:gd name="connsiteX2" fmla="*/ 0 w 4880"/>
                <a:gd name="connsiteY2" fmla="*/ 2446 h 4892"/>
                <a:gd name="connsiteX3" fmla="*/ 2440 w 4880"/>
                <a:gd name="connsiteY3" fmla="*/ 0 h 4892"/>
                <a:gd name="connsiteX4" fmla="*/ 4881 w 4880"/>
                <a:gd name="connsiteY4" fmla="*/ 2446 h 4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0" h="4892">
                  <a:moveTo>
                    <a:pt x="4881" y="2446"/>
                  </a:moveTo>
                  <a:cubicBezTo>
                    <a:pt x="4881" y="3797"/>
                    <a:pt x="3788" y="4892"/>
                    <a:pt x="2440" y="4892"/>
                  </a:cubicBezTo>
                  <a:cubicBezTo>
                    <a:pt x="1092" y="4892"/>
                    <a:pt x="0" y="3797"/>
                    <a:pt x="0" y="2446"/>
                  </a:cubicBezTo>
                  <a:cubicBezTo>
                    <a:pt x="0" y="1095"/>
                    <a:pt x="1092" y="0"/>
                    <a:pt x="2440" y="0"/>
                  </a:cubicBezTo>
                  <a:cubicBezTo>
                    <a:pt x="3788" y="0"/>
                    <a:pt x="4881" y="1095"/>
                    <a:pt x="4881" y="2446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4FA34565-87F4-4CAE-95A1-7DDC5027F2BD}"/>
                </a:ext>
              </a:extLst>
            </p:cNvPr>
            <p:cNvSpPr/>
            <p:nvPr/>
          </p:nvSpPr>
          <p:spPr>
            <a:xfrm>
              <a:off x="4336697" y="3478041"/>
              <a:ext cx="59739" cy="36683"/>
            </a:xfrm>
            <a:custGeom>
              <a:avLst/>
              <a:gdLst>
                <a:gd name="connsiteX0" fmla="*/ 43309 w 59739"/>
                <a:gd name="connsiteY0" fmla="*/ 24064 h 36683"/>
                <a:gd name="connsiteX1" fmla="*/ 55105 w 59739"/>
                <a:gd name="connsiteY1" fmla="*/ 33668 h 36683"/>
                <a:gd name="connsiteX2" fmla="*/ 56415 w 59739"/>
                <a:gd name="connsiteY2" fmla="*/ 33938 h 36683"/>
                <a:gd name="connsiteX3" fmla="*/ 58246 w 59739"/>
                <a:gd name="connsiteY3" fmla="*/ 33388 h 36683"/>
                <a:gd name="connsiteX4" fmla="*/ 59740 w 59739"/>
                <a:gd name="connsiteY4" fmla="*/ 30602 h 36683"/>
                <a:gd name="connsiteX5" fmla="*/ 59740 w 59739"/>
                <a:gd name="connsiteY5" fmla="*/ 5721 h 36683"/>
                <a:gd name="connsiteX6" fmla="*/ 58106 w 59739"/>
                <a:gd name="connsiteY6" fmla="*/ 2853 h 36683"/>
                <a:gd name="connsiteX7" fmla="*/ 54812 w 59739"/>
                <a:gd name="connsiteY7" fmla="*/ 2802 h 36683"/>
                <a:gd name="connsiteX8" fmla="*/ 43365 w 59739"/>
                <a:gd name="connsiteY8" fmla="*/ 12692 h 36683"/>
                <a:gd name="connsiteX9" fmla="*/ 23285 w 59739"/>
                <a:gd name="connsiteY9" fmla="*/ 0 h 36683"/>
                <a:gd name="connsiteX10" fmla="*/ 0 w 59739"/>
                <a:gd name="connsiteY10" fmla="*/ 18342 h 36683"/>
                <a:gd name="connsiteX11" fmla="*/ 23285 w 59739"/>
                <a:gd name="connsiteY11" fmla="*/ 36683 h 36683"/>
                <a:gd name="connsiteX12" fmla="*/ 43309 w 59739"/>
                <a:gd name="connsiteY12" fmla="*/ 24064 h 36683"/>
                <a:gd name="connsiteX13" fmla="*/ 53087 w 59739"/>
                <a:gd name="connsiteY13" fmla="*/ 11926 h 36683"/>
                <a:gd name="connsiteX14" fmla="*/ 53087 w 59739"/>
                <a:gd name="connsiteY14" fmla="*/ 24904 h 36683"/>
                <a:gd name="connsiteX15" fmla="*/ 47693 w 59739"/>
                <a:gd name="connsiteY15" fmla="*/ 18292 h 36683"/>
                <a:gd name="connsiteX16" fmla="*/ 53087 w 59739"/>
                <a:gd name="connsiteY16" fmla="*/ 11926 h 36683"/>
                <a:gd name="connsiteX17" fmla="*/ 6653 w 59739"/>
                <a:gd name="connsiteY17" fmla="*/ 18342 h 36683"/>
                <a:gd name="connsiteX18" fmla="*/ 23285 w 59739"/>
                <a:gd name="connsiteY18" fmla="*/ 6669 h 36683"/>
                <a:gd name="connsiteX19" fmla="*/ 39276 w 59739"/>
                <a:gd name="connsiteY19" fmla="*/ 18342 h 36683"/>
                <a:gd name="connsiteX20" fmla="*/ 23285 w 59739"/>
                <a:gd name="connsiteY20" fmla="*/ 30014 h 36683"/>
                <a:gd name="connsiteX21" fmla="*/ 6653 w 59739"/>
                <a:gd name="connsiteY21" fmla="*/ 18342 h 3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9739" h="36683">
                  <a:moveTo>
                    <a:pt x="43309" y="24064"/>
                  </a:moveTo>
                  <a:cubicBezTo>
                    <a:pt x="46046" y="28284"/>
                    <a:pt x="49939" y="31449"/>
                    <a:pt x="55105" y="33668"/>
                  </a:cubicBezTo>
                  <a:cubicBezTo>
                    <a:pt x="55524" y="33850"/>
                    <a:pt x="55969" y="33938"/>
                    <a:pt x="56415" y="33938"/>
                  </a:cubicBezTo>
                  <a:cubicBezTo>
                    <a:pt x="57054" y="33938"/>
                    <a:pt x="57694" y="33752"/>
                    <a:pt x="58246" y="33388"/>
                  </a:cubicBezTo>
                  <a:cubicBezTo>
                    <a:pt x="59178" y="32770"/>
                    <a:pt x="59740" y="31724"/>
                    <a:pt x="59740" y="30602"/>
                  </a:cubicBezTo>
                  <a:lnTo>
                    <a:pt x="59740" y="5721"/>
                  </a:lnTo>
                  <a:cubicBezTo>
                    <a:pt x="59740" y="4544"/>
                    <a:pt x="59121" y="3452"/>
                    <a:pt x="58106" y="2853"/>
                  </a:cubicBezTo>
                  <a:cubicBezTo>
                    <a:pt x="57100" y="2254"/>
                    <a:pt x="55845" y="2235"/>
                    <a:pt x="54812" y="2802"/>
                  </a:cubicBezTo>
                  <a:cubicBezTo>
                    <a:pt x="49834" y="5542"/>
                    <a:pt x="46115" y="8748"/>
                    <a:pt x="43365" y="12692"/>
                  </a:cubicBezTo>
                  <a:cubicBezTo>
                    <a:pt x="39577" y="7767"/>
                    <a:pt x="32197" y="0"/>
                    <a:pt x="23285" y="0"/>
                  </a:cubicBezTo>
                  <a:cubicBezTo>
                    <a:pt x="10446" y="0"/>
                    <a:pt x="0" y="8230"/>
                    <a:pt x="0" y="18342"/>
                  </a:cubicBezTo>
                  <a:cubicBezTo>
                    <a:pt x="0" y="28455"/>
                    <a:pt x="10446" y="36683"/>
                    <a:pt x="23285" y="36683"/>
                  </a:cubicBezTo>
                  <a:cubicBezTo>
                    <a:pt x="32151" y="36683"/>
                    <a:pt x="39504" y="28993"/>
                    <a:pt x="43309" y="24064"/>
                  </a:cubicBezTo>
                  <a:close/>
                  <a:moveTo>
                    <a:pt x="53087" y="11926"/>
                  </a:moveTo>
                  <a:lnTo>
                    <a:pt x="53087" y="24904"/>
                  </a:lnTo>
                  <a:cubicBezTo>
                    <a:pt x="50746" y="23149"/>
                    <a:pt x="48978" y="20977"/>
                    <a:pt x="47693" y="18292"/>
                  </a:cubicBezTo>
                  <a:cubicBezTo>
                    <a:pt x="49065" y="15859"/>
                    <a:pt x="50817" y="13781"/>
                    <a:pt x="53087" y="11926"/>
                  </a:cubicBezTo>
                  <a:close/>
                  <a:moveTo>
                    <a:pt x="6653" y="18342"/>
                  </a:moveTo>
                  <a:cubicBezTo>
                    <a:pt x="6653" y="12014"/>
                    <a:pt x="14271" y="6669"/>
                    <a:pt x="23285" y="6669"/>
                  </a:cubicBezTo>
                  <a:cubicBezTo>
                    <a:pt x="29776" y="6669"/>
                    <a:pt x="36238" y="13991"/>
                    <a:pt x="39276" y="18342"/>
                  </a:cubicBezTo>
                  <a:cubicBezTo>
                    <a:pt x="36238" y="22692"/>
                    <a:pt x="29776" y="30014"/>
                    <a:pt x="23285" y="30014"/>
                  </a:cubicBezTo>
                  <a:cubicBezTo>
                    <a:pt x="14271" y="30014"/>
                    <a:pt x="6653" y="24669"/>
                    <a:pt x="6653" y="18342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262228F9-A7EB-4DE7-9179-5B12931E2E31}"/>
                </a:ext>
              </a:extLst>
            </p:cNvPr>
            <p:cNvSpPr/>
            <p:nvPr/>
          </p:nvSpPr>
          <p:spPr>
            <a:xfrm>
              <a:off x="4350889" y="3492269"/>
              <a:ext cx="4880" cy="4892"/>
            </a:xfrm>
            <a:custGeom>
              <a:avLst/>
              <a:gdLst>
                <a:gd name="connsiteX0" fmla="*/ 4881 w 4880"/>
                <a:gd name="connsiteY0" fmla="*/ 2446 h 4892"/>
                <a:gd name="connsiteX1" fmla="*/ 2440 w 4880"/>
                <a:gd name="connsiteY1" fmla="*/ 4893 h 4892"/>
                <a:gd name="connsiteX2" fmla="*/ 0 w 4880"/>
                <a:gd name="connsiteY2" fmla="*/ 2446 h 4892"/>
                <a:gd name="connsiteX3" fmla="*/ 2440 w 4880"/>
                <a:gd name="connsiteY3" fmla="*/ 0 h 4892"/>
                <a:gd name="connsiteX4" fmla="*/ 4881 w 4880"/>
                <a:gd name="connsiteY4" fmla="*/ 2446 h 4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0" h="4892">
                  <a:moveTo>
                    <a:pt x="4881" y="2446"/>
                  </a:moveTo>
                  <a:cubicBezTo>
                    <a:pt x="4881" y="3798"/>
                    <a:pt x="3788" y="4893"/>
                    <a:pt x="2440" y="4893"/>
                  </a:cubicBezTo>
                  <a:cubicBezTo>
                    <a:pt x="1093" y="4893"/>
                    <a:pt x="0" y="3798"/>
                    <a:pt x="0" y="2446"/>
                  </a:cubicBezTo>
                  <a:cubicBezTo>
                    <a:pt x="0" y="1095"/>
                    <a:pt x="1093" y="0"/>
                    <a:pt x="2440" y="0"/>
                  </a:cubicBezTo>
                  <a:cubicBezTo>
                    <a:pt x="3788" y="0"/>
                    <a:pt x="4881" y="1095"/>
                    <a:pt x="4881" y="2446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6D53403-9419-4C1E-AC00-695A829A7D01}"/>
                </a:ext>
              </a:extLst>
            </p:cNvPr>
            <p:cNvSpPr/>
            <p:nvPr/>
          </p:nvSpPr>
          <p:spPr>
            <a:xfrm>
              <a:off x="4242737" y="3382297"/>
              <a:ext cx="174294" cy="15891"/>
            </a:xfrm>
            <a:custGeom>
              <a:avLst/>
              <a:gdLst>
                <a:gd name="connsiteX0" fmla="*/ 2136 w 174294"/>
                <a:gd name="connsiteY0" fmla="*/ 6450 h 15891"/>
                <a:gd name="connsiteX1" fmla="*/ 23277 w 174294"/>
                <a:gd name="connsiteY1" fmla="*/ 14596 h 15891"/>
                <a:gd name="connsiteX2" fmla="*/ 30221 w 174294"/>
                <a:gd name="connsiteY2" fmla="*/ 15891 h 15891"/>
                <a:gd name="connsiteX3" fmla="*/ 39696 w 174294"/>
                <a:gd name="connsiteY3" fmla="*/ 13388 h 15891"/>
                <a:gd name="connsiteX4" fmla="*/ 43760 w 174294"/>
                <a:gd name="connsiteY4" fmla="*/ 11090 h 15891"/>
                <a:gd name="connsiteX5" fmla="*/ 57033 w 174294"/>
                <a:gd name="connsiteY5" fmla="*/ 11602 h 15891"/>
                <a:gd name="connsiteX6" fmla="*/ 76886 w 174294"/>
                <a:gd name="connsiteY6" fmla="*/ 12604 h 15891"/>
                <a:gd name="connsiteX7" fmla="*/ 80845 w 174294"/>
                <a:gd name="connsiteY7" fmla="*/ 10487 h 15891"/>
                <a:gd name="connsiteX8" fmla="*/ 93179 w 174294"/>
                <a:gd name="connsiteY8" fmla="*/ 10714 h 15891"/>
                <a:gd name="connsiteX9" fmla="*/ 97099 w 174294"/>
                <a:gd name="connsiteY9" fmla="*/ 13004 h 15891"/>
                <a:gd name="connsiteX10" fmla="*/ 114465 w 174294"/>
                <a:gd name="connsiteY10" fmla="*/ 14054 h 15891"/>
                <a:gd name="connsiteX11" fmla="*/ 124708 w 174294"/>
                <a:gd name="connsiteY11" fmla="*/ 9631 h 15891"/>
                <a:gd name="connsiteX12" fmla="*/ 136191 w 174294"/>
                <a:gd name="connsiteY12" fmla="*/ 10377 h 15891"/>
                <a:gd name="connsiteX13" fmla="*/ 139926 w 174294"/>
                <a:gd name="connsiteY13" fmla="*/ 12604 h 15891"/>
                <a:gd name="connsiteX14" fmla="*/ 158369 w 174294"/>
                <a:gd name="connsiteY14" fmla="*/ 13311 h 15891"/>
                <a:gd name="connsiteX15" fmla="*/ 172443 w 174294"/>
                <a:gd name="connsiteY15" fmla="*/ 6326 h 15891"/>
                <a:gd name="connsiteX16" fmla="*/ 173948 w 174294"/>
                <a:gd name="connsiteY16" fmla="*/ 1858 h 15891"/>
                <a:gd name="connsiteX17" fmla="*/ 169492 w 174294"/>
                <a:gd name="connsiteY17" fmla="*/ 347 h 15891"/>
                <a:gd name="connsiteX18" fmla="*/ 155416 w 174294"/>
                <a:gd name="connsiteY18" fmla="*/ 7333 h 15891"/>
                <a:gd name="connsiteX19" fmla="*/ 143326 w 174294"/>
                <a:gd name="connsiteY19" fmla="*/ 6873 h 15891"/>
                <a:gd name="connsiteX20" fmla="*/ 139589 w 174294"/>
                <a:gd name="connsiteY20" fmla="*/ 4646 h 15891"/>
                <a:gd name="connsiteX21" fmla="*/ 122076 w 174294"/>
                <a:gd name="connsiteY21" fmla="*/ 3509 h 15891"/>
                <a:gd name="connsiteX22" fmla="*/ 111833 w 174294"/>
                <a:gd name="connsiteY22" fmla="*/ 7932 h 15891"/>
                <a:gd name="connsiteX23" fmla="*/ 100451 w 174294"/>
                <a:gd name="connsiteY23" fmla="*/ 7241 h 15891"/>
                <a:gd name="connsiteX24" fmla="*/ 96530 w 174294"/>
                <a:gd name="connsiteY24" fmla="*/ 4952 h 15891"/>
                <a:gd name="connsiteX25" fmla="*/ 77714 w 174294"/>
                <a:gd name="connsiteY25" fmla="*/ 4604 h 15891"/>
                <a:gd name="connsiteX26" fmla="*/ 73753 w 174294"/>
                <a:gd name="connsiteY26" fmla="*/ 6724 h 15891"/>
                <a:gd name="connsiteX27" fmla="*/ 60737 w 174294"/>
                <a:gd name="connsiteY27" fmla="*/ 6062 h 15891"/>
                <a:gd name="connsiteX28" fmla="*/ 40492 w 174294"/>
                <a:gd name="connsiteY28" fmla="*/ 5282 h 15891"/>
                <a:gd name="connsiteX29" fmla="*/ 36428 w 174294"/>
                <a:gd name="connsiteY29" fmla="*/ 7577 h 15891"/>
                <a:gd name="connsiteX30" fmla="*/ 25662 w 174294"/>
                <a:gd name="connsiteY30" fmla="*/ 8367 h 15891"/>
                <a:gd name="connsiteX31" fmla="*/ 4521 w 174294"/>
                <a:gd name="connsiteY31" fmla="*/ 223 h 15891"/>
                <a:gd name="connsiteX32" fmla="*/ 223 w 174294"/>
                <a:gd name="connsiteY32" fmla="*/ 2141 h 15891"/>
                <a:gd name="connsiteX33" fmla="*/ 2136 w 174294"/>
                <a:gd name="connsiteY33" fmla="*/ 6450 h 1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4294" h="15891">
                  <a:moveTo>
                    <a:pt x="2136" y="6450"/>
                  </a:moveTo>
                  <a:lnTo>
                    <a:pt x="23277" y="14596"/>
                  </a:lnTo>
                  <a:cubicBezTo>
                    <a:pt x="25525" y="15462"/>
                    <a:pt x="27878" y="15891"/>
                    <a:pt x="30221" y="15891"/>
                  </a:cubicBezTo>
                  <a:cubicBezTo>
                    <a:pt x="33497" y="15891"/>
                    <a:pt x="36760" y="15048"/>
                    <a:pt x="39696" y="13388"/>
                  </a:cubicBezTo>
                  <a:lnTo>
                    <a:pt x="43760" y="11090"/>
                  </a:lnTo>
                  <a:cubicBezTo>
                    <a:pt x="47948" y="8726"/>
                    <a:pt x="53028" y="8915"/>
                    <a:pt x="57033" y="11602"/>
                  </a:cubicBezTo>
                  <a:cubicBezTo>
                    <a:pt x="62972" y="15598"/>
                    <a:pt x="70584" y="15985"/>
                    <a:pt x="76886" y="12604"/>
                  </a:cubicBezTo>
                  <a:lnTo>
                    <a:pt x="80845" y="10487"/>
                  </a:lnTo>
                  <a:cubicBezTo>
                    <a:pt x="84745" y="8396"/>
                    <a:pt x="89359" y="8482"/>
                    <a:pt x="93179" y="10714"/>
                  </a:cubicBezTo>
                  <a:lnTo>
                    <a:pt x="97099" y="13004"/>
                  </a:lnTo>
                  <a:cubicBezTo>
                    <a:pt x="102373" y="16082"/>
                    <a:pt x="108871" y="16470"/>
                    <a:pt x="114465" y="14054"/>
                  </a:cubicBezTo>
                  <a:lnTo>
                    <a:pt x="124708" y="9631"/>
                  </a:lnTo>
                  <a:cubicBezTo>
                    <a:pt x="128418" y="8024"/>
                    <a:pt x="132708" y="8308"/>
                    <a:pt x="136191" y="10377"/>
                  </a:cubicBezTo>
                  <a:lnTo>
                    <a:pt x="139926" y="12604"/>
                  </a:lnTo>
                  <a:cubicBezTo>
                    <a:pt x="145575" y="15975"/>
                    <a:pt x="152475" y="16242"/>
                    <a:pt x="158369" y="13311"/>
                  </a:cubicBezTo>
                  <a:lnTo>
                    <a:pt x="172443" y="6326"/>
                  </a:lnTo>
                  <a:cubicBezTo>
                    <a:pt x="174089" y="5509"/>
                    <a:pt x="174765" y="3505"/>
                    <a:pt x="173948" y="1858"/>
                  </a:cubicBezTo>
                  <a:cubicBezTo>
                    <a:pt x="173130" y="208"/>
                    <a:pt x="171139" y="-471"/>
                    <a:pt x="169492" y="347"/>
                  </a:cubicBezTo>
                  <a:lnTo>
                    <a:pt x="155416" y="7333"/>
                  </a:lnTo>
                  <a:cubicBezTo>
                    <a:pt x="151552" y="9258"/>
                    <a:pt x="147031" y="9081"/>
                    <a:pt x="143326" y="6873"/>
                  </a:cubicBezTo>
                  <a:lnTo>
                    <a:pt x="139589" y="4646"/>
                  </a:lnTo>
                  <a:cubicBezTo>
                    <a:pt x="134292" y="1486"/>
                    <a:pt x="127742" y="1059"/>
                    <a:pt x="122076" y="3509"/>
                  </a:cubicBezTo>
                  <a:lnTo>
                    <a:pt x="111833" y="7932"/>
                  </a:lnTo>
                  <a:cubicBezTo>
                    <a:pt x="108154" y="9514"/>
                    <a:pt x="103904" y="9260"/>
                    <a:pt x="100451" y="7241"/>
                  </a:cubicBezTo>
                  <a:lnTo>
                    <a:pt x="96530" y="4952"/>
                  </a:lnTo>
                  <a:cubicBezTo>
                    <a:pt x="90697" y="1553"/>
                    <a:pt x="83662" y="1420"/>
                    <a:pt x="77714" y="4604"/>
                  </a:cubicBezTo>
                  <a:lnTo>
                    <a:pt x="73753" y="6724"/>
                  </a:lnTo>
                  <a:cubicBezTo>
                    <a:pt x="69618" y="8932"/>
                    <a:pt x="64635" y="8682"/>
                    <a:pt x="60737" y="6062"/>
                  </a:cubicBezTo>
                  <a:cubicBezTo>
                    <a:pt x="54650" y="1969"/>
                    <a:pt x="46892" y="1664"/>
                    <a:pt x="40492" y="5282"/>
                  </a:cubicBezTo>
                  <a:lnTo>
                    <a:pt x="36428" y="7577"/>
                  </a:lnTo>
                  <a:cubicBezTo>
                    <a:pt x="33120" y="9449"/>
                    <a:pt x="29201" y="9736"/>
                    <a:pt x="25662" y="8367"/>
                  </a:cubicBezTo>
                  <a:lnTo>
                    <a:pt x="4521" y="223"/>
                  </a:lnTo>
                  <a:cubicBezTo>
                    <a:pt x="2802" y="-435"/>
                    <a:pt x="881" y="422"/>
                    <a:pt x="223" y="2141"/>
                  </a:cubicBezTo>
                  <a:cubicBezTo>
                    <a:pt x="-438" y="3860"/>
                    <a:pt x="421" y="5789"/>
                    <a:pt x="2136" y="6450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0E8D5F45-5E9A-49D5-BC41-E8E9DAA149D2}"/>
                </a:ext>
              </a:extLst>
            </p:cNvPr>
            <p:cNvSpPr/>
            <p:nvPr/>
          </p:nvSpPr>
          <p:spPr>
            <a:xfrm>
              <a:off x="4232806" y="3530962"/>
              <a:ext cx="50398" cy="13400"/>
            </a:xfrm>
            <a:custGeom>
              <a:avLst/>
              <a:gdLst>
                <a:gd name="connsiteX0" fmla="*/ 45592 w 50398"/>
                <a:gd name="connsiteY0" fmla="*/ 5399 h 13400"/>
                <a:gd name="connsiteX1" fmla="*/ 33502 w 50398"/>
                <a:gd name="connsiteY1" fmla="*/ 4940 h 13400"/>
                <a:gd name="connsiteX2" fmla="*/ 29767 w 50398"/>
                <a:gd name="connsiteY2" fmla="*/ 2713 h 13400"/>
                <a:gd name="connsiteX3" fmla="*/ 12254 w 50398"/>
                <a:gd name="connsiteY3" fmla="*/ 1575 h 13400"/>
                <a:gd name="connsiteX4" fmla="*/ 2011 w 50398"/>
                <a:gd name="connsiteY4" fmla="*/ 5999 h 13400"/>
                <a:gd name="connsiteX5" fmla="*/ 273 w 50398"/>
                <a:gd name="connsiteY5" fmla="*/ 10380 h 13400"/>
                <a:gd name="connsiteX6" fmla="*/ 4642 w 50398"/>
                <a:gd name="connsiteY6" fmla="*/ 12122 h 13400"/>
                <a:gd name="connsiteX7" fmla="*/ 14884 w 50398"/>
                <a:gd name="connsiteY7" fmla="*/ 7699 h 13400"/>
                <a:gd name="connsiteX8" fmla="*/ 26368 w 50398"/>
                <a:gd name="connsiteY8" fmla="*/ 8445 h 13400"/>
                <a:gd name="connsiteX9" fmla="*/ 30104 w 50398"/>
                <a:gd name="connsiteY9" fmla="*/ 10672 h 13400"/>
                <a:gd name="connsiteX10" fmla="*/ 39966 w 50398"/>
                <a:gd name="connsiteY10" fmla="*/ 13400 h 13400"/>
                <a:gd name="connsiteX11" fmla="*/ 48548 w 50398"/>
                <a:gd name="connsiteY11" fmla="*/ 11378 h 13400"/>
                <a:gd name="connsiteX12" fmla="*/ 50052 w 50398"/>
                <a:gd name="connsiteY12" fmla="*/ 6907 h 13400"/>
                <a:gd name="connsiteX13" fmla="*/ 45592 w 50398"/>
                <a:gd name="connsiteY13" fmla="*/ 5399 h 1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98" h="13400">
                  <a:moveTo>
                    <a:pt x="45592" y="5399"/>
                  </a:moveTo>
                  <a:cubicBezTo>
                    <a:pt x="41730" y="7326"/>
                    <a:pt x="37206" y="7151"/>
                    <a:pt x="33502" y="4940"/>
                  </a:cubicBezTo>
                  <a:lnTo>
                    <a:pt x="29767" y="2713"/>
                  </a:lnTo>
                  <a:cubicBezTo>
                    <a:pt x="24472" y="-448"/>
                    <a:pt x="17916" y="-873"/>
                    <a:pt x="12254" y="1575"/>
                  </a:cubicBezTo>
                  <a:lnTo>
                    <a:pt x="2011" y="5999"/>
                  </a:lnTo>
                  <a:cubicBezTo>
                    <a:pt x="325" y="6726"/>
                    <a:pt x="-456" y="8689"/>
                    <a:pt x="273" y="10380"/>
                  </a:cubicBezTo>
                  <a:cubicBezTo>
                    <a:pt x="993" y="12065"/>
                    <a:pt x="2946" y="12851"/>
                    <a:pt x="4642" y="12122"/>
                  </a:cubicBezTo>
                  <a:lnTo>
                    <a:pt x="14884" y="7699"/>
                  </a:lnTo>
                  <a:cubicBezTo>
                    <a:pt x="18594" y="6096"/>
                    <a:pt x="22888" y="6372"/>
                    <a:pt x="26368" y="8445"/>
                  </a:cubicBezTo>
                  <a:lnTo>
                    <a:pt x="30104" y="10672"/>
                  </a:lnTo>
                  <a:cubicBezTo>
                    <a:pt x="33148" y="12486"/>
                    <a:pt x="36553" y="13400"/>
                    <a:pt x="39966" y="13400"/>
                  </a:cubicBezTo>
                  <a:cubicBezTo>
                    <a:pt x="42889" y="13400"/>
                    <a:pt x="45826" y="12731"/>
                    <a:pt x="48548" y="11378"/>
                  </a:cubicBezTo>
                  <a:cubicBezTo>
                    <a:pt x="50193" y="10561"/>
                    <a:pt x="50869" y="8557"/>
                    <a:pt x="50052" y="6907"/>
                  </a:cubicBezTo>
                  <a:cubicBezTo>
                    <a:pt x="49233" y="5258"/>
                    <a:pt x="47250" y="4583"/>
                    <a:pt x="45592" y="5399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FBB0911E-6765-4560-A246-604C3FCD7E06}"/>
                </a:ext>
              </a:extLst>
            </p:cNvPr>
            <p:cNvSpPr/>
            <p:nvPr/>
          </p:nvSpPr>
          <p:spPr>
            <a:xfrm>
              <a:off x="4351392" y="3414615"/>
              <a:ext cx="63303" cy="12586"/>
            </a:xfrm>
            <a:custGeom>
              <a:avLst/>
              <a:gdLst>
                <a:gd name="connsiteX0" fmla="*/ 38087 w 63303"/>
                <a:gd name="connsiteY0" fmla="*/ 10300 h 12586"/>
                <a:gd name="connsiteX1" fmla="*/ 42047 w 63303"/>
                <a:gd name="connsiteY1" fmla="*/ 8184 h 12586"/>
                <a:gd name="connsiteX2" fmla="*/ 54383 w 63303"/>
                <a:gd name="connsiteY2" fmla="*/ 8411 h 12586"/>
                <a:gd name="connsiteX3" fmla="*/ 58300 w 63303"/>
                <a:gd name="connsiteY3" fmla="*/ 10701 h 12586"/>
                <a:gd name="connsiteX4" fmla="*/ 62851 w 63303"/>
                <a:gd name="connsiteY4" fmla="*/ 9499 h 12586"/>
                <a:gd name="connsiteX5" fmla="*/ 61654 w 63303"/>
                <a:gd name="connsiteY5" fmla="*/ 4936 h 12586"/>
                <a:gd name="connsiteX6" fmla="*/ 57733 w 63303"/>
                <a:gd name="connsiteY6" fmla="*/ 2646 h 12586"/>
                <a:gd name="connsiteX7" fmla="*/ 38915 w 63303"/>
                <a:gd name="connsiteY7" fmla="*/ 2299 h 12586"/>
                <a:gd name="connsiteX8" fmla="*/ 34956 w 63303"/>
                <a:gd name="connsiteY8" fmla="*/ 4419 h 12586"/>
                <a:gd name="connsiteX9" fmla="*/ 21938 w 63303"/>
                <a:gd name="connsiteY9" fmla="*/ 3757 h 12586"/>
                <a:gd name="connsiteX10" fmla="*/ 1693 w 63303"/>
                <a:gd name="connsiteY10" fmla="*/ 2975 h 12586"/>
                <a:gd name="connsiteX11" fmla="*/ 429 w 63303"/>
                <a:gd name="connsiteY11" fmla="*/ 7518 h 12586"/>
                <a:gd name="connsiteX12" fmla="*/ 4962 w 63303"/>
                <a:gd name="connsiteY12" fmla="*/ 8785 h 12586"/>
                <a:gd name="connsiteX13" fmla="*/ 18234 w 63303"/>
                <a:gd name="connsiteY13" fmla="*/ 9297 h 12586"/>
                <a:gd name="connsiteX14" fmla="*/ 28991 w 63303"/>
                <a:gd name="connsiteY14" fmla="*/ 12586 h 12586"/>
                <a:gd name="connsiteX15" fmla="*/ 38087 w 63303"/>
                <a:gd name="connsiteY15" fmla="*/ 10300 h 12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303" h="12586">
                  <a:moveTo>
                    <a:pt x="38087" y="10300"/>
                  </a:moveTo>
                  <a:lnTo>
                    <a:pt x="42047" y="8184"/>
                  </a:lnTo>
                  <a:cubicBezTo>
                    <a:pt x="45948" y="6093"/>
                    <a:pt x="50560" y="6177"/>
                    <a:pt x="54383" y="8411"/>
                  </a:cubicBezTo>
                  <a:lnTo>
                    <a:pt x="58300" y="10701"/>
                  </a:lnTo>
                  <a:cubicBezTo>
                    <a:pt x="59895" y="11628"/>
                    <a:pt x="61924" y="11089"/>
                    <a:pt x="62851" y="9499"/>
                  </a:cubicBezTo>
                  <a:cubicBezTo>
                    <a:pt x="63775" y="7907"/>
                    <a:pt x="63238" y="5866"/>
                    <a:pt x="61654" y="4936"/>
                  </a:cubicBezTo>
                  <a:lnTo>
                    <a:pt x="57733" y="2646"/>
                  </a:lnTo>
                  <a:cubicBezTo>
                    <a:pt x="51904" y="-754"/>
                    <a:pt x="44864" y="-886"/>
                    <a:pt x="38915" y="2299"/>
                  </a:cubicBezTo>
                  <a:lnTo>
                    <a:pt x="34956" y="4419"/>
                  </a:lnTo>
                  <a:cubicBezTo>
                    <a:pt x="30820" y="6627"/>
                    <a:pt x="25837" y="6379"/>
                    <a:pt x="21938" y="3757"/>
                  </a:cubicBezTo>
                  <a:cubicBezTo>
                    <a:pt x="15842" y="-340"/>
                    <a:pt x="8087" y="-639"/>
                    <a:pt x="1693" y="2975"/>
                  </a:cubicBezTo>
                  <a:cubicBezTo>
                    <a:pt x="93" y="3881"/>
                    <a:pt x="-473" y="5913"/>
                    <a:pt x="429" y="7518"/>
                  </a:cubicBezTo>
                  <a:cubicBezTo>
                    <a:pt x="1334" y="9121"/>
                    <a:pt x="3357" y="9697"/>
                    <a:pt x="4962" y="8785"/>
                  </a:cubicBezTo>
                  <a:cubicBezTo>
                    <a:pt x="9153" y="6421"/>
                    <a:pt x="14234" y="6610"/>
                    <a:pt x="18234" y="9297"/>
                  </a:cubicBezTo>
                  <a:cubicBezTo>
                    <a:pt x="21483" y="11481"/>
                    <a:pt x="25230" y="12586"/>
                    <a:pt x="28991" y="12586"/>
                  </a:cubicBezTo>
                  <a:cubicBezTo>
                    <a:pt x="32107" y="12586"/>
                    <a:pt x="35232" y="11831"/>
                    <a:pt x="38087" y="10300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F46E00FE-08C5-4144-AC5E-37866560D9A1}"/>
                </a:ext>
              </a:extLst>
            </p:cNvPr>
            <p:cNvSpPr/>
            <p:nvPr/>
          </p:nvSpPr>
          <p:spPr>
            <a:xfrm>
              <a:off x="4358045" y="3531333"/>
              <a:ext cx="63302" cy="12586"/>
            </a:xfrm>
            <a:custGeom>
              <a:avLst/>
              <a:gdLst>
                <a:gd name="connsiteX0" fmla="*/ 61652 w 63302"/>
                <a:gd name="connsiteY0" fmla="*/ 4937 h 12586"/>
                <a:gd name="connsiteX1" fmla="*/ 57731 w 63302"/>
                <a:gd name="connsiteY1" fmla="*/ 2649 h 12586"/>
                <a:gd name="connsiteX2" fmla="*/ 38915 w 63302"/>
                <a:gd name="connsiteY2" fmla="*/ 2300 h 12586"/>
                <a:gd name="connsiteX3" fmla="*/ 34956 w 63302"/>
                <a:gd name="connsiteY3" fmla="*/ 4420 h 12586"/>
                <a:gd name="connsiteX4" fmla="*/ 21938 w 63302"/>
                <a:gd name="connsiteY4" fmla="*/ 3757 h 12586"/>
                <a:gd name="connsiteX5" fmla="*/ 1694 w 63302"/>
                <a:gd name="connsiteY5" fmla="*/ 2977 h 12586"/>
                <a:gd name="connsiteX6" fmla="*/ 430 w 63302"/>
                <a:gd name="connsiteY6" fmla="*/ 7519 h 12586"/>
                <a:gd name="connsiteX7" fmla="*/ 4962 w 63302"/>
                <a:gd name="connsiteY7" fmla="*/ 8785 h 12586"/>
                <a:gd name="connsiteX8" fmla="*/ 18234 w 63302"/>
                <a:gd name="connsiteY8" fmla="*/ 9297 h 12586"/>
                <a:gd name="connsiteX9" fmla="*/ 28991 w 63302"/>
                <a:gd name="connsiteY9" fmla="*/ 12587 h 12586"/>
                <a:gd name="connsiteX10" fmla="*/ 38087 w 63302"/>
                <a:gd name="connsiteY10" fmla="*/ 10301 h 12586"/>
                <a:gd name="connsiteX11" fmla="*/ 42048 w 63302"/>
                <a:gd name="connsiteY11" fmla="*/ 8185 h 12586"/>
                <a:gd name="connsiteX12" fmla="*/ 54382 w 63302"/>
                <a:gd name="connsiteY12" fmla="*/ 8412 h 12586"/>
                <a:gd name="connsiteX13" fmla="*/ 58300 w 63302"/>
                <a:gd name="connsiteY13" fmla="*/ 10701 h 12586"/>
                <a:gd name="connsiteX14" fmla="*/ 62851 w 63302"/>
                <a:gd name="connsiteY14" fmla="*/ 9499 h 12586"/>
                <a:gd name="connsiteX15" fmla="*/ 61652 w 63302"/>
                <a:gd name="connsiteY15" fmla="*/ 4937 h 12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302" h="12586">
                  <a:moveTo>
                    <a:pt x="61652" y="4937"/>
                  </a:moveTo>
                  <a:lnTo>
                    <a:pt x="57731" y="2649"/>
                  </a:lnTo>
                  <a:cubicBezTo>
                    <a:pt x="51901" y="-752"/>
                    <a:pt x="44863" y="-889"/>
                    <a:pt x="38915" y="2300"/>
                  </a:cubicBezTo>
                  <a:lnTo>
                    <a:pt x="34956" y="4420"/>
                  </a:lnTo>
                  <a:cubicBezTo>
                    <a:pt x="30820" y="6627"/>
                    <a:pt x="25837" y="6378"/>
                    <a:pt x="21938" y="3757"/>
                  </a:cubicBezTo>
                  <a:cubicBezTo>
                    <a:pt x="15845" y="-337"/>
                    <a:pt x="8091" y="-641"/>
                    <a:pt x="1694" y="2977"/>
                  </a:cubicBezTo>
                  <a:cubicBezTo>
                    <a:pt x="92" y="3881"/>
                    <a:pt x="-473" y="5914"/>
                    <a:pt x="430" y="7519"/>
                  </a:cubicBezTo>
                  <a:cubicBezTo>
                    <a:pt x="1330" y="9125"/>
                    <a:pt x="3359" y="9698"/>
                    <a:pt x="4962" y="8785"/>
                  </a:cubicBezTo>
                  <a:cubicBezTo>
                    <a:pt x="9151" y="6422"/>
                    <a:pt x="14231" y="6612"/>
                    <a:pt x="18234" y="9297"/>
                  </a:cubicBezTo>
                  <a:cubicBezTo>
                    <a:pt x="21484" y="11482"/>
                    <a:pt x="25229" y="12587"/>
                    <a:pt x="28991" y="12587"/>
                  </a:cubicBezTo>
                  <a:cubicBezTo>
                    <a:pt x="32107" y="12587"/>
                    <a:pt x="35232" y="11831"/>
                    <a:pt x="38087" y="10301"/>
                  </a:cubicBezTo>
                  <a:lnTo>
                    <a:pt x="42048" y="8185"/>
                  </a:lnTo>
                  <a:cubicBezTo>
                    <a:pt x="45949" y="6097"/>
                    <a:pt x="50563" y="6181"/>
                    <a:pt x="54382" y="8412"/>
                  </a:cubicBezTo>
                  <a:lnTo>
                    <a:pt x="58300" y="10701"/>
                  </a:lnTo>
                  <a:cubicBezTo>
                    <a:pt x="59895" y="11625"/>
                    <a:pt x="61922" y="11089"/>
                    <a:pt x="62851" y="9499"/>
                  </a:cubicBezTo>
                  <a:cubicBezTo>
                    <a:pt x="63774" y="7908"/>
                    <a:pt x="63237" y="5866"/>
                    <a:pt x="61652" y="4937"/>
                  </a:cubicBezTo>
                  <a:close/>
                </a:path>
              </a:pathLst>
            </a:custGeom>
            <a:solidFill>
              <a:srgbClr val="FFFFFF"/>
            </a:solidFill>
            <a:ln w="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214" name="Graphic 212">
            <a:extLst>
              <a:ext uri="{FF2B5EF4-FFF2-40B4-BE49-F238E27FC236}">
                <a16:creationId xmlns:a16="http://schemas.microsoft.com/office/drawing/2014/main" id="{4A20625F-D5DD-418D-8E81-11952F753002}"/>
              </a:ext>
            </a:extLst>
          </p:cNvPr>
          <p:cNvGrpSpPr/>
          <p:nvPr/>
        </p:nvGrpSpPr>
        <p:grpSpPr>
          <a:xfrm>
            <a:off x="4271798" y="4043209"/>
            <a:ext cx="160488" cy="160488"/>
            <a:chOff x="4271798" y="4043209"/>
            <a:chExt cx="160488" cy="160488"/>
          </a:xfrm>
        </p:grpSpPr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5E7A798-992E-44A2-B1B7-BCDE344234F4}"/>
                </a:ext>
              </a:extLst>
            </p:cNvPr>
            <p:cNvSpPr/>
            <p:nvPr/>
          </p:nvSpPr>
          <p:spPr>
            <a:xfrm>
              <a:off x="4316070" y="4087481"/>
              <a:ext cx="71942" cy="71942"/>
            </a:xfrm>
            <a:custGeom>
              <a:avLst/>
              <a:gdLst>
                <a:gd name="connsiteX0" fmla="*/ 63642 w 71942"/>
                <a:gd name="connsiteY0" fmla="*/ 0 h 71942"/>
                <a:gd name="connsiteX1" fmla="*/ 8301 w 71942"/>
                <a:gd name="connsiteY1" fmla="*/ 0 h 71942"/>
                <a:gd name="connsiteX2" fmla="*/ 0 w 71942"/>
                <a:gd name="connsiteY2" fmla="*/ 8301 h 71942"/>
                <a:gd name="connsiteX3" fmla="*/ 0 w 71942"/>
                <a:gd name="connsiteY3" fmla="*/ 63642 h 71942"/>
                <a:gd name="connsiteX4" fmla="*/ 8301 w 71942"/>
                <a:gd name="connsiteY4" fmla="*/ 71943 h 71942"/>
                <a:gd name="connsiteX5" fmla="*/ 63642 w 71942"/>
                <a:gd name="connsiteY5" fmla="*/ 71943 h 71942"/>
                <a:gd name="connsiteX6" fmla="*/ 71943 w 71942"/>
                <a:gd name="connsiteY6" fmla="*/ 63642 h 71942"/>
                <a:gd name="connsiteX7" fmla="*/ 71943 w 71942"/>
                <a:gd name="connsiteY7" fmla="*/ 8301 h 71942"/>
                <a:gd name="connsiteX8" fmla="*/ 63642 w 71942"/>
                <a:gd name="connsiteY8" fmla="*/ 0 h 71942"/>
                <a:gd name="connsiteX9" fmla="*/ 66409 w 71942"/>
                <a:gd name="connsiteY9" fmla="*/ 63642 h 71942"/>
                <a:gd name="connsiteX10" fmla="*/ 63642 w 71942"/>
                <a:gd name="connsiteY10" fmla="*/ 66409 h 71942"/>
                <a:gd name="connsiteX11" fmla="*/ 8301 w 71942"/>
                <a:gd name="connsiteY11" fmla="*/ 66409 h 71942"/>
                <a:gd name="connsiteX12" fmla="*/ 5534 w 71942"/>
                <a:gd name="connsiteY12" fmla="*/ 63642 h 71942"/>
                <a:gd name="connsiteX13" fmla="*/ 5534 w 71942"/>
                <a:gd name="connsiteY13" fmla="*/ 8301 h 71942"/>
                <a:gd name="connsiteX14" fmla="*/ 8301 w 71942"/>
                <a:gd name="connsiteY14" fmla="*/ 5534 h 71942"/>
                <a:gd name="connsiteX15" fmla="*/ 63642 w 71942"/>
                <a:gd name="connsiteY15" fmla="*/ 5534 h 71942"/>
                <a:gd name="connsiteX16" fmla="*/ 66409 w 71942"/>
                <a:gd name="connsiteY16" fmla="*/ 8301 h 71942"/>
                <a:gd name="connsiteX17" fmla="*/ 66409 w 71942"/>
                <a:gd name="connsiteY17" fmla="*/ 63642 h 7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942" h="71942">
                  <a:moveTo>
                    <a:pt x="63642" y="0"/>
                  </a:moveTo>
                  <a:lnTo>
                    <a:pt x="8301" y="0"/>
                  </a:lnTo>
                  <a:cubicBezTo>
                    <a:pt x="3724" y="0"/>
                    <a:pt x="0" y="3724"/>
                    <a:pt x="0" y="8301"/>
                  </a:cubicBezTo>
                  <a:lnTo>
                    <a:pt x="0" y="63642"/>
                  </a:lnTo>
                  <a:cubicBezTo>
                    <a:pt x="0" y="68218"/>
                    <a:pt x="3724" y="71943"/>
                    <a:pt x="8301" y="71943"/>
                  </a:cubicBezTo>
                  <a:lnTo>
                    <a:pt x="63642" y="71943"/>
                  </a:lnTo>
                  <a:cubicBezTo>
                    <a:pt x="68218" y="71943"/>
                    <a:pt x="71943" y="68218"/>
                    <a:pt x="71943" y="63642"/>
                  </a:cubicBezTo>
                  <a:lnTo>
                    <a:pt x="71943" y="8301"/>
                  </a:lnTo>
                  <a:cubicBezTo>
                    <a:pt x="71943" y="3724"/>
                    <a:pt x="68218" y="0"/>
                    <a:pt x="63642" y="0"/>
                  </a:cubicBezTo>
                  <a:close/>
                  <a:moveTo>
                    <a:pt x="66409" y="63642"/>
                  </a:moveTo>
                  <a:cubicBezTo>
                    <a:pt x="66409" y="65169"/>
                    <a:pt x="65169" y="66409"/>
                    <a:pt x="63642" y="66409"/>
                  </a:cubicBezTo>
                  <a:lnTo>
                    <a:pt x="8301" y="66409"/>
                  </a:lnTo>
                  <a:cubicBezTo>
                    <a:pt x="6776" y="66409"/>
                    <a:pt x="5534" y="65169"/>
                    <a:pt x="5534" y="63642"/>
                  </a:cubicBezTo>
                  <a:lnTo>
                    <a:pt x="5534" y="8301"/>
                  </a:lnTo>
                  <a:cubicBezTo>
                    <a:pt x="5534" y="6774"/>
                    <a:pt x="6776" y="5534"/>
                    <a:pt x="8301" y="5534"/>
                  </a:cubicBezTo>
                  <a:lnTo>
                    <a:pt x="63642" y="5534"/>
                  </a:lnTo>
                  <a:cubicBezTo>
                    <a:pt x="65169" y="5534"/>
                    <a:pt x="66409" y="6774"/>
                    <a:pt x="66409" y="8301"/>
                  </a:cubicBezTo>
                  <a:lnTo>
                    <a:pt x="66409" y="63642"/>
                  </a:lnTo>
                  <a:close/>
                </a:path>
              </a:pathLst>
            </a:custGeom>
            <a:solidFill>
              <a:srgbClr val="FFFFFF"/>
            </a:solidFill>
            <a:ln w="3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7344BD40-DCB2-4C51-9A7F-B3842BE90A38}"/>
                </a:ext>
              </a:extLst>
            </p:cNvPr>
            <p:cNvSpPr/>
            <p:nvPr/>
          </p:nvSpPr>
          <p:spPr>
            <a:xfrm>
              <a:off x="4271798" y="4043209"/>
              <a:ext cx="160488" cy="160488"/>
            </a:xfrm>
            <a:custGeom>
              <a:avLst/>
              <a:gdLst>
                <a:gd name="connsiteX0" fmla="*/ 157721 w 160488"/>
                <a:gd name="connsiteY0" fmla="*/ 60875 h 160488"/>
                <a:gd name="connsiteX1" fmla="*/ 160488 w 160488"/>
                <a:gd name="connsiteY1" fmla="*/ 58108 h 160488"/>
                <a:gd name="connsiteX2" fmla="*/ 157721 w 160488"/>
                <a:gd name="connsiteY2" fmla="*/ 55341 h 160488"/>
                <a:gd name="connsiteX3" fmla="*/ 138352 w 160488"/>
                <a:gd name="connsiteY3" fmla="*/ 55341 h 160488"/>
                <a:gd name="connsiteX4" fmla="*/ 138352 w 160488"/>
                <a:gd name="connsiteY4" fmla="*/ 38738 h 160488"/>
                <a:gd name="connsiteX5" fmla="*/ 157721 w 160488"/>
                <a:gd name="connsiteY5" fmla="*/ 38738 h 160488"/>
                <a:gd name="connsiteX6" fmla="*/ 160488 w 160488"/>
                <a:gd name="connsiteY6" fmla="*/ 35971 h 160488"/>
                <a:gd name="connsiteX7" fmla="*/ 157721 w 160488"/>
                <a:gd name="connsiteY7" fmla="*/ 33204 h 160488"/>
                <a:gd name="connsiteX8" fmla="*/ 138072 w 160488"/>
                <a:gd name="connsiteY8" fmla="*/ 33204 h 160488"/>
                <a:gd name="connsiteX9" fmla="*/ 127284 w 160488"/>
                <a:gd name="connsiteY9" fmla="*/ 22416 h 160488"/>
                <a:gd name="connsiteX10" fmla="*/ 127284 w 160488"/>
                <a:gd name="connsiteY10" fmla="*/ 2767 h 160488"/>
                <a:gd name="connsiteX11" fmla="*/ 124517 w 160488"/>
                <a:gd name="connsiteY11" fmla="*/ 0 h 160488"/>
                <a:gd name="connsiteX12" fmla="*/ 121750 w 160488"/>
                <a:gd name="connsiteY12" fmla="*/ 2767 h 160488"/>
                <a:gd name="connsiteX13" fmla="*/ 121750 w 160488"/>
                <a:gd name="connsiteY13" fmla="*/ 22136 h 160488"/>
                <a:gd name="connsiteX14" fmla="*/ 105147 w 160488"/>
                <a:gd name="connsiteY14" fmla="*/ 22136 h 160488"/>
                <a:gd name="connsiteX15" fmla="*/ 105147 w 160488"/>
                <a:gd name="connsiteY15" fmla="*/ 2767 h 160488"/>
                <a:gd name="connsiteX16" fmla="*/ 102380 w 160488"/>
                <a:gd name="connsiteY16" fmla="*/ 0 h 160488"/>
                <a:gd name="connsiteX17" fmla="*/ 99613 w 160488"/>
                <a:gd name="connsiteY17" fmla="*/ 2767 h 160488"/>
                <a:gd name="connsiteX18" fmla="*/ 99613 w 160488"/>
                <a:gd name="connsiteY18" fmla="*/ 22136 h 160488"/>
                <a:gd name="connsiteX19" fmla="*/ 83011 w 160488"/>
                <a:gd name="connsiteY19" fmla="*/ 22136 h 160488"/>
                <a:gd name="connsiteX20" fmla="*/ 83011 w 160488"/>
                <a:gd name="connsiteY20" fmla="*/ 2767 h 160488"/>
                <a:gd name="connsiteX21" fmla="*/ 80244 w 160488"/>
                <a:gd name="connsiteY21" fmla="*/ 0 h 160488"/>
                <a:gd name="connsiteX22" fmla="*/ 77477 w 160488"/>
                <a:gd name="connsiteY22" fmla="*/ 2767 h 160488"/>
                <a:gd name="connsiteX23" fmla="*/ 77477 w 160488"/>
                <a:gd name="connsiteY23" fmla="*/ 22136 h 160488"/>
                <a:gd name="connsiteX24" fmla="*/ 60875 w 160488"/>
                <a:gd name="connsiteY24" fmla="*/ 22136 h 160488"/>
                <a:gd name="connsiteX25" fmla="*/ 60875 w 160488"/>
                <a:gd name="connsiteY25" fmla="*/ 2767 h 160488"/>
                <a:gd name="connsiteX26" fmla="*/ 58108 w 160488"/>
                <a:gd name="connsiteY26" fmla="*/ 0 h 160488"/>
                <a:gd name="connsiteX27" fmla="*/ 55341 w 160488"/>
                <a:gd name="connsiteY27" fmla="*/ 2767 h 160488"/>
                <a:gd name="connsiteX28" fmla="*/ 55341 w 160488"/>
                <a:gd name="connsiteY28" fmla="*/ 22136 h 160488"/>
                <a:gd name="connsiteX29" fmla="*/ 38738 w 160488"/>
                <a:gd name="connsiteY29" fmla="*/ 22136 h 160488"/>
                <a:gd name="connsiteX30" fmla="*/ 38738 w 160488"/>
                <a:gd name="connsiteY30" fmla="*/ 2767 h 160488"/>
                <a:gd name="connsiteX31" fmla="*/ 35971 w 160488"/>
                <a:gd name="connsiteY31" fmla="*/ 0 h 160488"/>
                <a:gd name="connsiteX32" fmla="*/ 33204 w 160488"/>
                <a:gd name="connsiteY32" fmla="*/ 2767 h 160488"/>
                <a:gd name="connsiteX33" fmla="*/ 33204 w 160488"/>
                <a:gd name="connsiteY33" fmla="*/ 22416 h 160488"/>
                <a:gd name="connsiteX34" fmla="*/ 22416 w 160488"/>
                <a:gd name="connsiteY34" fmla="*/ 33204 h 160488"/>
                <a:gd name="connsiteX35" fmla="*/ 2767 w 160488"/>
                <a:gd name="connsiteY35" fmla="*/ 33204 h 160488"/>
                <a:gd name="connsiteX36" fmla="*/ 0 w 160488"/>
                <a:gd name="connsiteY36" fmla="*/ 35971 h 160488"/>
                <a:gd name="connsiteX37" fmla="*/ 2767 w 160488"/>
                <a:gd name="connsiteY37" fmla="*/ 38738 h 160488"/>
                <a:gd name="connsiteX38" fmla="*/ 22136 w 160488"/>
                <a:gd name="connsiteY38" fmla="*/ 38738 h 160488"/>
                <a:gd name="connsiteX39" fmla="*/ 22136 w 160488"/>
                <a:gd name="connsiteY39" fmla="*/ 55341 h 160488"/>
                <a:gd name="connsiteX40" fmla="*/ 2767 w 160488"/>
                <a:gd name="connsiteY40" fmla="*/ 55341 h 160488"/>
                <a:gd name="connsiteX41" fmla="*/ 0 w 160488"/>
                <a:gd name="connsiteY41" fmla="*/ 58108 h 160488"/>
                <a:gd name="connsiteX42" fmla="*/ 2767 w 160488"/>
                <a:gd name="connsiteY42" fmla="*/ 60875 h 160488"/>
                <a:gd name="connsiteX43" fmla="*/ 22136 w 160488"/>
                <a:gd name="connsiteY43" fmla="*/ 60875 h 160488"/>
                <a:gd name="connsiteX44" fmla="*/ 22136 w 160488"/>
                <a:gd name="connsiteY44" fmla="*/ 77477 h 160488"/>
                <a:gd name="connsiteX45" fmla="*/ 2767 w 160488"/>
                <a:gd name="connsiteY45" fmla="*/ 77477 h 160488"/>
                <a:gd name="connsiteX46" fmla="*/ 0 w 160488"/>
                <a:gd name="connsiteY46" fmla="*/ 80244 h 160488"/>
                <a:gd name="connsiteX47" fmla="*/ 2767 w 160488"/>
                <a:gd name="connsiteY47" fmla="*/ 83011 h 160488"/>
                <a:gd name="connsiteX48" fmla="*/ 22136 w 160488"/>
                <a:gd name="connsiteY48" fmla="*/ 83011 h 160488"/>
                <a:gd name="connsiteX49" fmla="*/ 22136 w 160488"/>
                <a:gd name="connsiteY49" fmla="*/ 99613 h 160488"/>
                <a:gd name="connsiteX50" fmla="*/ 2767 w 160488"/>
                <a:gd name="connsiteY50" fmla="*/ 99613 h 160488"/>
                <a:gd name="connsiteX51" fmla="*/ 0 w 160488"/>
                <a:gd name="connsiteY51" fmla="*/ 102380 h 160488"/>
                <a:gd name="connsiteX52" fmla="*/ 2767 w 160488"/>
                <a:gd name="connsiteY52" fmla="*/ 105147 h 160488"/>
                <a:gd name="connsiteX53" fmla="*/ 22136 w 160488"/>
                <a:gd name="connsiteY53" fmla="*/ 105147 h 160488"/>
                <a:gd name="connsiteX54" fmla="*/ 22136 w 160488"/>
                <a:gd name="connsiteY54" fmla="*/ 121750 h 160488"/>
                <a:gd name="connsiteX55" fmla="*/ 2767 w 160488"/>
                <a:gd name="connsiteY55" fmla="*/ 121750 h 160488"/>
                <a:gd name="connsiteX56" fmla="*/ 0 w 160488"/>
                <a:gd name="connsiteY56" fmla="*/ 124517 h 160488"/>
                <a:gd name="connsiteX57" fmla="*/ 2767 w 160488"/>
                <a:gd name="connsiteY57" fmla="*/ 127284 h 160488"/>
                <a:gd name="connsiteX58" fmla="*/ 22416 w 160488"/>
                <a:gd name="connsiteY58" fmla="*/ 127284 h 160488"/>
                <a:gd name="connsiteX59" fmla="*/ 33204 w 160488"/>
                <a:gd name="connsiteY59" fmla="*/ 138072 h 160488"/>
                <a:gd name="connsiteX60" fmla="*/ 33204 w 160488"/>
                <a:gd name="connsiteY60" fmla="*/ 157721 h 160488"/>
                <a:gd name="connsiteX61" fmla="*/ 35971 w 160488"/>
                <a:gd name="connsiteY61" fmla="*/ 160488 h 160488"/>
                <a:gd name="connsiteX62" fmla="*/ 38738 w 160488"/>
                <a:gd name="connsiteY62" fmla="*/ 157721 h 160488"/>
                <a:gd name="connsiteX63" fmla="*/ 38738 w 160488"/>
                <a:gd name="connsiteY63" fmla="*/ 138352 h 160488"/>
                <a:gd name="connsiteX64" fmla="*/ 55341 w 160488"/>
                <a:gd name="connsiteY64" fmla="*/ 138352 h 160488"/>
                <a:gd name="connsiteX65" fmla="*/ 55341 w 160488"/>
                <a:gd name="connsiteY65" fmla="*/ 157721 h 160488"/>
                <a:gd name="connsiteX66" fmla="*/ 58108 w 160488"/>
                <a:gd name="connsiteY66" fmla="*/ 160488 h 160488"/>
                <a:gd name="connsiteX67" fmla="*/ 60875 w 160488"/>
                <a:gd name="connsiteY67" fmla="*/ 157721 h 160488"/>
                <a:gd name="connsiteX68" fmla="*/ 60875 w 160488"/>
                <a:gd name="connsiteY68" fmla="*/ 138352 h 160488"/>
                <a:gd name="connsiteX69" fmla="*/ 77477 w 160488"/>
                <a:gd name="connsiteY69" fmla="*/ 138352 h 160488"/>
                <a:gd name="connsiteX70" fmla="*/ 77477 w 160488"/>
                <a:gd name="connsiteY70" fmla="*/ 157721 h 160488"/>
                <a:gd name="connsiteX71" fmla="*/ 80244 w 160488"/>
                <a:gd name="connsiteY71" fmla="*/ 160488 h 160488"/>
                <a:gd name="connsiteX72" fmla="*/ 83011 w 160488"/>
                <a:gd name="connsiteY72" fmla="*/ 157721 h 160488"/>
                <a:gd name="connsiteX73" fmla="*/ 83011 w 160488"/>
                <a:gd name="connsiteY73" fmla="*/ 138352 h 160488"/>
                <a:gd name="connsiteX74" fmla="*/ 99613 w 160488"/>
                <a:gd name="connsiteY74" fmla="*/ 138352 h 160488"/>
                <a:gd name="connsiteX75" fmla="*/ 99613 w 160488"/>
                <a:gd name="connsiteY75" fmla="*/ 157721 h 160488"/>
                <a:gd name="connsiteX76" fmla="*/ 102380 w 160488"/>
                <a:gd name="connsiteY76" fmla="*/ 160488 h 160488"/>
                <a:gd name="connsiteX77" fmla="*/ 105147 w 160488"/>
                <a:gd name="connsiteY77" fmla="*/ 157721 h 160488"/>
                <a:gd name="connsiteX78" fmla="*/ 105147 w 160488"/>
                <a:gd name="connsiteY78" fmla="*/ 138352 h 160488"/>
                <a:gd name="connsiteX79" fmla="*/ 121750 w 160488"/>
                <a:gd name="connsiteY79" fmla="*/ 138352 h 160488"/>
                <a:gd name="connsiteX80" fmla="*/ 121750 w 160488"/>
                <a:gd name="connsiteY80" fmla="*/ 157721 h 160488"/>
                <a:gd name="connsiteX81" fmla="*/ 124517 w 160488"/>
                <a:gd name="connsiteY81" fmla="*/ 160488 h 160488"/>
                <a:gd name="connsiteX82" fmla="*/ 127284 w 160488"/>
                <a:gd name="connsiteY82" fmla="*/ 157721 h 160488"/>
                <a:gd name="connsiteX83" fmla="*/ 127284 w 160488"/>
                <a:gd name="connsiteY83" fmla="*/ 138072 h 160488"/>
                <a:gd name="connsiteX84" fmla="*/ 138072 w 160488"/>
                <a:gd name="connsiteY84" fmla="*/ 127284 h 160488"/>
                <a:gd name="connsiteX85" fmla="*/ 157721 w 160488"/>
                <a:gd name="connsiteY85" fmla="*/ 127284 h 160488"/>
                <a:gd name="connsiteX86" fmla="*/ 160488 w 160488"/>
                <a:gd name="connsiteY86" fmla="*/ 124517 h 160488"/>
                <a:gd name="connsiteX87" fmla="*/ 157721 w 160488"/>
                <a:gd name="connsiteY87" fmla="*/ 121750 h 160488"/>
                <a:gd name="connsiteX88" fmla="*/ 138352 w 160488"/>
                <a:gd name="connsiteY88" fmla="*/ 121750 h 160488"/>
                <a:gd name="connsiteX89" fmla="*/ 138352 w 160488"/>
                <a:gd name="connsiteY89" fmla="*/ 105147 h 160488"/>
                <a:gd name="connsiteX90" fmla="*/ 157721 w 160488"/>
                <a:gd name="connsiteY90" fmla="*/ 105147 h 160488"/>
                <a:gd name="connsiteX91" fmla="*/ 160488 w 160488"/>
                <a:gd name="connsiteY91" fmla="*/ 102380 h 160488"/>
                <a:gd name="connsiteX92" fmla="*/ 157721 w 160488"/>
                <a:gd name="connsiteY92" fmla="*/ 99613 h 160488"/>
                <a:gd name="connsiteX93" fmla="*/ 138352 w 160488"/>
                <a:gd name="connsiteY93" fmla="*/ 99613 h 160488"/>
                <a:gd name="connsiteX94" fmla="*/ 138352 w 160488"/>
                <a:gd name="connsiteY94" fmla="*/ 83011 h 160488"/>
                <a:gd name="connsiteX95" fmla="*/ 157721 w 160488"/>
                <a:gd name="connsiteY95" fmla="*/ 83011 h 160488"/>
                <a:gd name="connsiteX96" fmla="*/ 160488 w 160488"/>
                <a:gd name="connsiteY96" fmla="*/ 80244 h 160488"/>
                <a:gd name="connsiteX97" fmla="*/ 157721 w 160488"/>
                <a:gd name="connsiteY97" fmla="*/ 77477 h 160488"/>
                <a:gd name="connsiteX98" fmla="*/ 138352 w 160488"/>
                <a:gd name="connsiteY98" fmla="*/ 77477 h 160488"/>
                <a:gd name="connsiteX99" fmla="*/ 138352 w 160488"/>
                <a:gd name="connsiteY99" fmla="*/ 60875 h 160488"/>
                <a:gd name="connsiteX100" fmla="*/ 157721 w 160488"/>
                <a:gd name="connsiteY100" fmla="*/ 60875 h 160488"/>
                <a:gd name="connsiteX101" fmla="*/ 132818 w 160488"/>
                <a:gd name="connsiteY101" fmla="*/ 124517 h 160488"/>
                <a:gd name="connsiteX102" fmla="*/ 124517 w 160488"/>
                <a:gd name="connsiteY102" fmla="*/ 132818 h 160488"/>
                <a:gd name="connsiteX103" fmla="*/ 35971 w 160488"/>
                <a:gd name="connsiteY103" fmla="*/ 132818 h 160488"/>
                <a:gd name="connsiteX104" fmla="*/ 27670 w 160488"/>
                <a:gd name="connsiteY104" fmla="*/ 124517 h 160488"/>
                <a:gd name="connsiteX105" fmla="*/ 27670 w 160488"/>
                <a:gd name="connsiteY105" fmla="*/ 35971 h 160488"/>
                <a:gd name="connsiteX106" fmla="*/ 35971 w 160488"/>
                <a:gd name="connsiteY106" fmla="*/ 27670 h 160488"/>
                <a:gd name="connsiteX107" fmla="*/ 124517 w 160488"/>
                <a:gd name="connsiteY107" fmla="*/ 27670 h 160488"/>
                <a:gd name="connsiteX108" fmla="*/ 132818 w 160488"/>
                <a:gd name="connsiteY108" fmla="*/ 35971 h 160488"/>
                <a:gd name="connsiteX109" fmla="*/ 132818 w 160488"/>
                <a:gd name="connsiteY109" fmla="*/ 124517 h 160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60488" h="160488">
                  <a:moveTo>
                    <a:pt x="157721" y="60875"/>
                  </a:moveTo>
                  <a:cubicBezTo>
                    <a:pt x="159251" y="60875"/>
                    <a:pt x="160488" y="59638"/>
                    <a:pt x="160488" y="58108"/>
                  </a:cubicBezTo>
                  <a:cubicBezTo>
                    <a:pt x="160488" y="56578"/>
                    <a:pt x="159251" y="55341"/>
                    <a:pt x="157721" y="55341"/>
                  </a:cubicBezTo>
                  <a:lnTo>
                    <a:pt x="138352" y="55341"/>
                  </a:lnTo>
                  <a:lnTo>
                    <a:pt x="138352" y="38738"/>
                  </a:lnTo>
                  <a:lnTo>
                    <a:pt x="157721" y="38738"/>
                  </a:lnTo>
                  <a:cubicBezTo>
                    <a:pt x="159251" y="38738"/>
                    <a:pt x="160488" y="37502"/>
                    <a:pt x="160488" y="35971"/>
                  </a:cubicBezTo>
                  <a:cubicBezTo>
                    <a:pt x="160488" y="34441"/>
                    <a:pt x="159251" y="33204"/>
                    <a:pt x="157721" y="33204"/>
                  </a:cubicBezTo>
                  <a:lnTo>
                    <a:pt x="138072" y="33204"/>
                  </a:lnTo>
                  <a:cubicBezTo>
                    <a:pt x="136968" y="27792"/>
                    <a:pt x="132696" y="23520"/>
                    <a:pt x="127284" y="22416"/>
                  </a:cubicBezTo>
                  <a:lnTo>
                    <a:pt x="127284" y="2767"/>
                  </a:lnTo>
                  <a:cubicBezTo>
                    <a:pt x="127284" y="1237"/>
                    <a:pt x="126047" y="0"/>
                    <a:pt x="124517" y="0"/>
                  </a:cubicBezTo>
                  <a:cubicBezTo>
                    <a:pt x="122986" y="0"/>
                    <a:pt x="121750" y="1237"/>
                    <a:pt x="121750" y="2767"/>
                  </a:cubicBezTo>
                  <a:lnTo>
                    <a:pt x="121750" y="22136"/>
                  </a:lnTo>
                  <a:lnTo>
                    <a:pt x="105147" y="22136"/>
                  </a:lnTo>
                  <a:lnTo>
                    <a:pt x="105147" y="2767"/>
                  </a:lnTo>
                  <a:cubicBezTo>
                    <a:pt x="105147" y="1237"/>
                    <a:pt x="103910" y="0"/>
                    <a:pt x="102380" y="0"/>
                  </a:cubicBezTo>
                  <a:cubicBezTo>
                    <a:pt x="100850" y="0"/>
                    <a:pt x="99613" y="1237"/>
                    <a:pt x="99613" y="2767"/>
                  </a:cubicBezTo>
                  <a:lnTo>
                    <a:pt x="99613" y="22136"/>
                  </a:lnTo>
                  <a:lnTo>
                    <a:pt x="83011" y="22136"/>
                  </a:lnTo>
                  <a:lnTo>
                    <a:pt x="83011" y="2767"/>
                  </a:lnTo>
                  <a:cubicBezTo>
                    <a:pt x="83011" y="1237"/>
                    <a:pt x="81771" y="0"/>
                    <a:pt x="80244" y="0"/>
                  </a:cubicBezTo>
                  <a:cubicBezTo>
                    <a:pt x="78717" y="0"/>
                    <a:pt x="77477" y="1237"/>
                    <a:pt x="77477" y="2767"/>
                  </a:cubicBezTo>
                  <a:lnTo>
                    <a:pt x="77477" y="22136"/>
                  </a:lnTo>
                  <a:lnTo>
                    <a:pt x="60875" y="22136"/>
                  </a:lnTo>
                  <a:lnTo>
                    <a:pt x="60875" y="2767"/>
                  </a:lnTo>
                  <a:cubicBezTo>
                    <a:pt x="60875" y="1237"/>
                    <a:pt x="59635" y="0"/>
                    <a:pt x="58108" y="0"/>
                  </a:cubicBezTo>
                  <a:cubicBezTo>
                    <a:pt x="56580" y="0"/>
                    <a:pt x="55341" y="1237"/>
                    <a:pt x="55341" y="2767"/>
                  </a:cubicBezTo>
                  <a:lnTo>
                    <a:pt x="55341" y="22136"/>
                  </a:lnTo>
                  <a:lnTo>
                    <a:pt x="38738" y="22136"/>
                  </a:lnTo>
                  <a:lnTo>
                    <a:pt x="38738" y="2767"/>
                  </a:lnTo>
                  <a:cubicBezTo>
                    <a:pt x="38738" y="1237"/>
                    <a:pt x="37499" y="0"/>
                    <a:pt x="35971" y="0"/>
                  </a:cubicBezTo>
                  <a:cubicBezTo>
                    <a:pt x="34444" y="0"/>
                    <a:pt x="33204" y="1237"/>
                    <a:pt x="33204" y="2767"/>
                  </a:cubicBezTo>
                  <a:lnTo>
                    <a:pt x="33204" y="22416"/>
                  </a:lnTo>
                  <a:cubicBezTo>
                    <a:pt x="27792" y="23520"/>
                    <a:pt x="23520" y="27792"/>
                    <a:pt x="22416" y="33204"/>
                  </a:cubicBezTo>
                  <a:lnTo>
                    <a:pt x="2767" y="33204"/>
                  </a:lnTo>
                  <a:cubicBezTo>
                    <a:pt x="1240" y="33204"/>
                    <a:pt x="0" y="34441"/>
                    <a:pt x="0" y="35971"/>
                  </a:cubicBezTo>
                  <a:cubicBezTo>
                    <a:pt x="0" y="37502"/>
                    <a:pt x="1240" y="38738"/>
                    <a:pt x="2767" y="38738"/>
                  </a:cubicBezTo>
                  <a:lnTo>
                    <a:pt x="22136" y="38738"/>
                  </a:lnTo>
                  <a:lnTo>
                    <a:pt x="22136" y="55341"/>
                  </a:lnTo>
                  <a:lnTo>
                    <a:pt x="2767" y="55341"/>
                  </a:lnTo>
                  <a:cubicBezTo>
                    <a:pt x="1240" y="55341"/>
                    <a:pt x="0" y="56578"/>
                    <a:pt x="0" y="58108"/>
                  </a:cubicBezTo>
                  <a:cubicBezTo>
                    <a:pt x="0" y="59638"/>
                    <a:pt x="1240" y="60875"/>
                    <a:pt x="2767" y="60875"/>
                  </a:cubicBezTo>
                  <a:lnTo>
                    <a:pt x="22136" y="60875"/>
                  </a:lnTo>
                  <a:lnTo>
                    <a:pt x="22136" y="77477"/>
                  </a:lnTo>
                  <a:lnTo>
                    <a:pt x="2767" y="77477"/>
                  </a:lnTo>
                  <a:cubicBezTo>
                    <a:pt x="1240" y="77477"/>
                    <a:pt x="0" y="78714"/>
                    <a:pt x="0" y="80244"/>
                  </a:cubicBezTo>
                  <a:cubicBezTo>
                    <a:pt x="0" y="81774"/>
                    <a:pt x="1240" y="83011"/>
                    <a:pt x="2767" y="83011"/>
                  </a:cubicBezTo>
                  <a:lnTo>
                    <a:pt x="22136" y="83011"/>
                  </a:lnTo>
                  <a:lnTo>
                    <a:pt x="22136" y="99613"/>
                  </a:lnTo>
                  <a:lnTo>
                    <a:pt x="2767" y="99613"/>
                  </a:lnTo>
                  <a:cubicBezTo>
                    <a:pt x="1240" y="99613"/>
                    <a:pt x="0" y="100850"/>
                    <a:pt x="0" y="102380"/>
                  </a:cubicBezTo>
                  <a:cubicBezTo>
                    <a:pt x="0" y="103910"/>
                    <a:pt x="1240" y="105147"/>
                    <a:pt x="2767" y="105147"/>
                  </a:cubicBezTo>
                  <a:lnTo>
                    <a:pt x="22136" y="105147"/>
                  </a:lnTo>
                  <a:lnTo>
                    <a:pt x="22136" y="121750"/>
                  </a:lnTo>
                  <a:lnTo>
                    <a:pt x="2767" y="121750"/>
                  </a:lnTo>
                  <a:cubicBezTo>
                    <a:pt x="1240" y="121750"/>
                    <a:pt x="0" y="122986"/>
                    <a:pt x="0" y="124517"/>
                  </a:cubicBezTo>
                  <a:cubicBezTo>
                    <a:pt x="0" y="126047"/>
                    <a:pt x="1240" y="127284"/>
                    <a:pt x="2767" y="127284"/>
                  </a:cubicBezTo>
                  <a:lnTo>
                    <a:pt x="22416" y="127284"/>
                  </a:lnTo>
                  <a:cubicBezTo>
                    <a:pt x="23520" y="132696"/>
                    <a:pt x="27792" y="136968"/>
                    <a:pt x="33204" y="138072"/>
                  </a:cubicBezTo>
                  <a:lnTo>
                    <a:pt x="33204" y="157721"/>
                  </a:lnTo>
                  <a:cubicBezTo>
                    <a:pt x="33204" y="159251"/>
                    <a:pt x="34444" y="160488"/>
                    <a:pt x="35971" y="160488"/>
                  </a:cubicBezTo>
                  <a:cubicBezTo>
                    <a:pt x="37499" y="160488"/>
                    <a:pt x="38738" y="159251"/>
                    <a:pt x="38738" y="157721"/>
                  </a:cubicBezTo>
                  <a:lnTo>
                    <a:pt x="38738" y="138352"/>
                  </a:lnTo>
                  <a:lnTo>
                    <a:pt x="55341" y="138352"/>
                  </a:lnTo>
                  <a:lnTo>
                    <a:pt x="55341" y="157721"/>
                  </a:lnTo>
                  <a:cubicBezTo>
                    <a:pt x="55341" y="159251"/>
                    <a:pt x="56580" y="160488"/>
                    <a:pt x="58108" y="160488"/>
                  </a:cubicBezTo>
                  <a:cubicBezTo>
                    <a:pt x="59635" y="160488"/>
                    <a:pt x="60875" y="159251"/>
                    <a:pt x="60875" y="157721"/>
                  </a:cubicBezTo>
                  <a:lnTo>
                    <a:pt x="60875" y="138352"/>
                  </a:lnTo>
                  <a:lnTo>
                    <a:pt x="77477" y="138352"/>
                  </a:lnTo>
                  <a:lnTo>
                    <a:pt x="77477" y="157721"/>
                  </a:lnTo>
                  <a:cubicBezTo>
                    <a:pt x="77477" y="159251"/>
                    <a:pt x="78717" y="160488"/>
                    <a:pt x="80244" y="160488"/>
                  </a:cubicBezTo>
                  <a:cubicBezTo>
                    <a:pt x="81771" y="160488"/>
                    <a:pt x="83011" y="159251"/>
                    <a:pt x="83011" y="157721"/>
                  </a:cubicBezTo>
                  <a:lnTo>
                    <a:pt x="83011" y="138352"/>
                  </a:lnTo>
                  <a:lnTo>
                    <a:pt x="99613" y="138352"/>
                  </a:lnTo>
                  <a:lnTo>
                    <a:pt x="99613" y="157721"/>
                  </a:lnTo>
                  <a:cubicBezTo>
                    <a:pt x="99613" y="159251"/>
                    <a:pt x="100850" y="160488"/>
                    <a:pt x="102380" y="160488"/>
                  </a:cubicBezTo>
                  <a:cubicBezTo>
                    <a:pt x="103910" y="160488"/>
                    <a:pt x="105147" y="159251"/>
                    <a:pt x="105147" y="157721"/>
                  </a:cubicBezTo>
                  <a:lnTo>
                    <a:pt x="105147" y="138352"/>
                  </a:lnTo>
                  <a:lnTo>
                    <a:pt x="121750" y="138352"/>
                  </a:lnTo>
                  <a:lnTo>
                    <a:pt x="121750" y="157721"/>
                  </a:lnTo>
                  <a:cubicBezTo>
                    <a:pt x="121750" y="159251"/>
                    <a:pt x="122986" y="160488"/>
                    <a:pt x="124517" y="160488"/>
                  </a:cubicBezTo>
                  <a:cubicBezTo>
                    <a:pt x="126047" y="160488"/>
                    <a:pt x="127284" y="159251"/>
                    <a:pt x="127284" y="157721"/>
                  </a:cubicBezTo>
                  <a:lnTo>
                    <a:pt x="127284" y="138072"/>
                  </a:lnTo>
                  <a:cubicBezTo>
                    <a:pt x="132696" y="136968"/>
                    <a:pt x="136968" y="132696"/>
                    <a:pt x="138072" y="127284"/>
                  </a:cubicBezTo>
                  <a:lnTo>
                    <a:pt x="157721" y="127284"/>
                  </a:lnTo>
                  <a:cubicBezTo>
                    <a:pt x="159251" y="127284"/>
                    <a:pt x="160488" y="126047"/>
                    <a:pt x="160488" y="124517"/>
                  </a:cubicBezTo>
                  <a:cubicBezTo>
                    <a:pt x="160488" y="122986"/>
                    <a:pt x="159251" y="121750"/>
                    <a:pt x="157721" y="121750"/>
                  </a:cubicBezTo>
                  <a:lnTo>
                    <a:pt x="138352" y="121750"/>
                  </a:lnTo>
                  <a:lnTo>
                    <a:pt x="138352" y="105147"/>
                  </a:lnTo>
                  <a:lnTo>
                    <a:pt x="157721" y="105147"/>
                  </a:lnTo>
                  <a:cubicBezTo>
                    <a:pt x="159251" y="105147"/>
                    <a:pt x="160488" y="103910"/>
                    <a:pt x="160488" y="102380"/>
                  </a:cubicBezTo>
                  <a:cubicBezTo>
                    <a:pt x="160488" y="100850"/>
                    <a:pt x="159251" y="99613"/>
                    <a:pt x="157721" y="99613"/>
                  </a:cubicBezTo>
                  <a:lnTo>
                    <a:pt x="138352" y="99613"/>
                  </a:lnTo>
                  <a:lnTo>
                    <a:pt x="138352" y="83011"/>
                  </a:lnTo>
                  <a:lnTo>
                    <a:pt x="157721" y="83011"/>
                  </a:lnTo>
                  <a:cubicBezTo>
                    <a:pt x="159251" y="83011"/>
                    <a:pt x="160488" y="81774"/>
                    <a:pt x="160488" y="80244"/>
                  </a:cubicBezTo>
                  <a:cubicBezTo>
                    <a:pt x="160488" y="78714"/>
                    <a:pt x="159251" y="77477"/>
                    <a:pt x="157721" y="77477"/>
                  </a:cubicBezTo>
                  <a:lnTo>
                    <a:pt x="138352" y="77477"/>
                  </a:lnTo>
                  <a:lnTo>
                    <a:pt x="138352" y="60875"/>
                  </a:lnTo>
                  <a:lnTo>
                    <a:pt x="157721" y="60875"/>
                  </a:lnTo>
                  <a:close/>
                  <a:moveTo>
                    <a:pt x="132818" y="124517"/>
                  </a:moveTo>
                  <a:cubicBezTo>
                    <a:pt x="132818" y="129093"/>
                    <a:pt x="129093" y="132818"/>
                    <a:pt x="124517" y="132818"/>
                  </a:cubicBezTo>
                  <a:lnTo>
                    <a:pt x="35971" y="132818"/>
                  </a:lnTo>
                  <a:cubicBezTo>
                    <a:pt x="31395" y="132818"/>
                    <a:pt x="27670" y="129093"/>
                    <a:pt x="27670" y="124517"/>
                  </a:cubicBezTo>
                  <a:lnTo>
                    <a:pt x="27670" y="35971"/>
                  </a:lnTo>
                  <a:cubicBezTo>
                    <a:pt x="27670" y="31395"/>
                    <a:pt x="31395" y="27670"/>
                    <a:pt x="35971" y="27670"/>
                  </a:cubicBezTo>
                  <a:lnTo>
                    <a:pt x="124517" y="27670"/>
                  </a:lnTo>
                  <a:cubicBezTo>
                    <a:pt x="129093" y="27670"/>
                    <a:pt x="132818" y="31395"/>
                    <a:pt x="132818" y="35971"/>
                  </a:cubicBezTo>
                  <a:lnTo>
                    <a:pt x="132818" y="124517"/>
                  </a:lnTo>
                  <a:close/>
                </a:path>
              </a:pathLst>
            </a:custGeom>
            <a:solidFill>
              <a:srgbClr val="FFFFFF"/>
            </a:solidFill>
            <a:ln w="3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11C9552-FF86-451D-A46A-B6F5CAD84C9F}"/>
                </a:ext>
              </a:extLst>
            </p:cNvPr>
            <p:cNvSpPr/>
            <p:nvPr/>
          </p:nvSpPr>
          <p:spPr>
            <a:xfrm>
              <a:off x="4327137" y="4098548"/>
              <a:ext cx="16603" cy="16602"/>
            </a:xfrm>
            <a:custGeom>
              <a:avLst/>
              <a:gdLst>
                <a:gd name="connsiteX0" fmla="*/ 15792 w 16603"/>
                <a:gd name="connsiteY0" fmla="*/ 811 h 16602"/>
                <a:gd name="connsiteX1" fmla="*/ 11880 w 16603"/>
                <a:gd name="connsiteY1" fmla="*/ 811 h 16602"/>
                <a:gd name="connsiteX2" fmla="*/ 811 w 16603"/>
                <a:gd name="connsiteY2" fmla="*/ 11880 h 16602"/>
                <a:gd name="connsiteX3" fmla="*/ 811 w 16603"/>
                <a:gd name="connsiteY3" fmla="*/ 15792 h 16602"/>
                <a:gd name="connsiteX4" fmla="*/ 2768 w 16603"/>
                <a:gd name="connsiteY4" fmla="*/ 16603 h 16602"/>
                <a:gd name="connsiteX5" fmla="*/ 4724 w 16603"/>
                <a:gd name="connsiteY5" fmla="*/ 15792 h 16602"/>
                <a:gd name="connsiteX6" fmla="*/ 15792 w 16603"/>
                <a:gd name="connsiteY6" fmla="*/ 4724 h 16602"/>
                <a:gd name="connsiteX7" fmla="*/ 15792 w 16603"/>
                <a:gd name="connsiteY7" fmla="*/ 811 h 1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03" h="16602">
                  <a:moveTo>
                    <a:pt x="15792" y="811"/>
                  </a:moveTo>
                  <a:cubicBezTo>
                    <a:pt x="14710" y="-270"/>
                    <a:pt x="12961" y="-270"/>
                    <a:pt x="11880" y="811"/>
                  </a:cubicBezTo>
                  <a:lnTo>
                    <a:pt x="811" y="11880"/>
                  </a:lnTo>
                  <a:cubicBezTo>
                    <a:pt x="-270" y="12961"/>
                    <a:pt x="-270" y="14710"/>
                    <a:pt x="811" y="15792"/>
                  </a:cubicBezTo>
                  <a:cubicBezTo>
                    <a:pt x="1351" y="16332"/>
                    <a:pt x="2059" y="16603"/>
                    <a:pt x="2768" y="16603"/>
                  </a:cubicBezTo>
                  <a:cubicBezTo>
                    <a:pt x="3476" y="16603"/>
                    <a:pt x="4184" y="16332"/>
                    <a:pt x="4724" y="15792"/>
                  </a:cubicBezTo>
                  <a:lnTo>
                    <a:pt x="15792" y="4724"/>
                  </a:lnTo>
                  <a:cubicBezTo>
                    <a:pt x="16874" y="3642"/>
                    <a:pt x="16874" y="1893"/>
                    <a:pt x="15792" y="811"/>
                  </a:cubicBezTo>
                  <a:close/>
                </a:path>
              </a:pathLst>
            </a:custGeom>
            <a:solidFill>
              <a:srgbClr val="FFFFFF"/>
            </a:solidFill>
            <a:ln w="3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6BCF186-E42F-4E33-A2A1-9C1A9AF2D70E}"/>
                </a:ext>
              </a:extLst>
            </p:cNvPr>
            <p:cNvSpPr/>
            <p:nvPr/>
          </p:nvSpPr>
          <p:spPr>
            <a:xfrm>
              <a:off x="4327137" y="4109617"/>
              <a:ext cx="27671" cy="27671"/>
            </a:xfrm>
            <a:custGeom>
              <a:avLst/>
              <a:gdLst>
                <a:gd name="connsiteX0" fmla="*/ 26860 w 27671"/>
                <a:gd name="connsiteY0" fmla="*/ 811 h 27671"/>
                <a:gd name="connsiteX1" fmla="*/ 22948 w 27671"/>
                <a:gd name="connsiteY1" fmla="*/ 811 h 27671"/>
                <a:gd name="connsiteX2" fmla="*/ 811 w 27671"/>
                <a:gd name="connsiteY2" fmla="*/ 22948 h 27671"/>
                <a:gd name="connsiteX3" fmla="*/ 811 w 27671"/>
                <a:gd name="connsiteY3" fmla="*/ 26860 h 27671"/>
                <a:gd name="connsiteX4" fmla="*/ 2768 w 27671"/>
                <a:gd name="connsiteY4" fmla="*/ 27671 h 27671"/>
                <a:gd name="connsiteX5" fmla="*/ 4724 w 27671"/>
                <a:gd name="connsiteY5" fmla="*/ 26860 h 27671"/>
                <a:gd name="connsiteX6" fmla="*/ 26860 w 27671"/>
                <a:gd name="connsiteY6" fmla="*/ 4724 h 27671"/>
                <a:gd name="connsiteX7" fmla="*/ 26860 w 27671"/>
                <a:gd name="connsiteY7" fmla="*/ 811 h 2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671" h="27671">
                  <a:moveTo>
                    <a:pt x="26860" y="811"/>
                  </a:moveTo>
                  <a:cubicBezTo>
                    <a:pt x="25778" y="-270"/>
                    <a:pt x="24030" y="-270"/>
                    <a:pt x="22948" y="811"/>
                  </a:cubicBezTo>
                  <a:lnTo>
                    <a:pt x="811" y="22948"/>
                  </a:lnTo>
                  <a:cubicBezTo>
                    <a:pt x="-270" y="24030"/>
                    <a:pt x="-270" y="25778"/>
                    <a:pt x="811" y="26860"/>
                  </a:cubicBezTo>
                  <a:cubicBezTo>
                    <a:pt x="1351" y="27400"/>
                    <a:pt x="2059" y="27671"/>
                    <a:pt x="2768" y="27671"/>
                  </a:cubicBezTo>
                  <a:cubicBezTo>
                    <a:pt x="3476" y="27671"/>
                    <a:pt x="4184" y="27400"/>
                    <a:pt x="4724" y="26860"/>
                  </a:cubicBezTo>
                  <a:lnTo>
                    <a:pt x="26860" y="4724"/>
                  </a:lnTo>
                  <a:cubicBezTo>
                    <a:pt x="27942" y="3642"/>
                    <a:pt x="27942" y="1893"/>
                    <a:pt x="26860" y="811"/>
                  </a:cubicBezTo>
                  <a:close/>
                </a:path>
              </a:pathLst>
            </a:custGeom>
            <a:solidFill>
              <a:srgbClr val="FFFFFF"/>
            </a:solidFill>
            <a:ln w="3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221" name="Graphic 219">
            <a:extLst>
              <a:ext uri="{FF2B5EF4-FFF2-40B4-BE49-F238E27FC236}">
                <a16:creationId xmlns:a16="http://schemas.microsoft.com/office/drawing/2014/main" id="{80EF2AD6-2822-4E07-A7A7-EC5ED147BD15}"/>
              </a:ext>
            </a:extLst>
          </p:cNvPr>
          <p:cNvSpPr/>
          <p:nvPr/>
        </p:nvSpPr>
        <p:spPr>
          <a:xfrm>
            <a:off x="4558241" y="4692516"/>
            <a:ext cx="147254" cy="147254"/>
          </a:xfrm>
          <a:custGeom>
            <a:avLst/>
            <a:gdLst>
              <a:gd name="connsiteX0" fmla="*/ 185760 w 190386"/>
              <a:gd name="connsiteY0" fmla="*/ 52458 h 190386"/>
              <a:gd name="connsiteX1" fmla="*/ 190386 w 190386"/>
              <a:gd name="connsiteY1" fmla="*/ 41250 h 190386"/>
              <a:gd name="connsiteX2" fmla="*/ 188165 w 190386"/>
              <a:gd name="connsiteY2" fmla="*/ 33708 h 190386"/>
              <a:gd name="connsiteX3" fmla="*/ 172350 w 190386"/>
              <a:gd name="connsiteY3" fmla="*/ 8847 h 190386"/>
              <a:gd name="connsiteX4" fmla="*/ 156307 w 190386"/>
              <a:gd name="connsiteY4" fmla="*/ 0 h 190386"/>
              <a:gd name="connsiteX5" fmla="*/ 34079 w 190386"/>
              <a:gd name="connsiteY5" fmla="*/ 0 h 190386"/>
              <a:gd name="connsiteX6" fmla="*/ 18045 w 190386"/>
              <a:gd name="connsiteY6" fmla="*/ 8831 h 190386"/>
              <a:gd name="connsiteX7" fmla="*/ 2221 w 190386"/>
              <a:gd name="connsiteY7" fmla="*/ 33711 h 190386"/>
              <a:gd name="connsiteX8" fmla="*/ 0 w 190386"/>
              <a:gd name="connsiteY8" fmla="*/ 41250 h 190386"/>
              <a:gd name="connsiteX9" fmla="*/ 4658 w 190386"/>
              <a:gd name="connsiteY9" fmla="*/ 52489 h 190386"/>
              <a:gd name="connsiteX10" fmla="*/ 9519 w 190386"/>
              <a:gd name="connsiteY10" fmla="*/ 55761 h 190386"/>
              <a:gd name="connsiteX11" fmla="*/ 9519 w 190386"/>
              <a:gd name="connsiteY11" fmla="*/ 120578 h 190386"/>
              <a:gd name="connsiteX12" fmla="*/ 142 w 190386"/>
              <a:gd name="connsiteY12" fmla="*/ 128466 h 190386"/>
              <a:gd name="connsiteX13" fmla="*/ 6346 w 190386"/>
              <a:gd name="connsiteY13" fmla="*/ 139033 h 190386"/>
              <a:gd name="connsiteX14" fmla="*/ 6346 w 190386"/>
              <a:gd name="connsiteY14" fmla="*/ 171931 h 190386"/>
              <a:gd name="connsiteX15" fmla="*/ 142 w 190386"/>
              <a:gd name="connsiteY15" fmla="*/ 182498 h 190386"/>
              <a:gd name="connsiteX16" fmla="*/ 9519 w 190386"/>
              <a:gd name="connsiteY16" fmla="*/ 190386 h 190386"/>
              <a:gd name="connsiteX17" fmla="*/ 180867 w 190386"/>
              <a:gd name="connsiteY17" fmla="*/ 190386 h 190386"/>
              <a:gd name="connsiteX18" fmla="*/ 190244 w 190386"/>
              <a:gd name="connsiteY18" fmla="*/ 182498 h 190386"/>
              <a:gd name="connsiteX19" fmla="*/ 184040 w 190386"/>
              <a:gd name="connsiteY19" fmla="*/ 171931 h 190386"/>
              <a:gd name="connsiteX20" fmla="*/ 184040 w 190386"/>
              <a:gd name="connsiteY20" fmla="*/ 139033 h 190386"/>
              <a:gd name="connsiteX21" fmla="*/ 190244 w 190386"/>
              <a:gd name="connsiteY21" fmla="*/ 128466 h 190386"/>
              <a:gd name="connsiteX22" fmla="*/ 180867 w 190386"/>
              <a:gd name="connsiteY22" fmla="*/ 120578 h 190386"/>
              <a:gd name="connsiteX23" fmla="*/ 180867 w 190386"/>
              <a:gd name="connsiteY23" fmla="*/ 55758 h 190386"/>
              <a:gd name="connsiteX24" fmla="*/ 185760 w 190386"/>
              <a:gd name="connsiteY24" fmla="*/ 52458 h 190386"/>
              <a:gd name="connsiteX25" fmla="*/ 181273 w 190386"/>
              <a:gd name="connsiteY25" fmla="*/ 47971 h 190386"/>
              <a:gd name="connsiteX26" fmla="*/ 174521 w 190386"/>
              <a:gd name="connsiteY26" fmla="*/ 50770 h 190386"/>
              <a:gd name="connsiteX27" fmla="*/ 165001 w 190386"/>
              <a:gd name="connsiteY27" fmla="*/ 50770 h 190386"/>
              <a:gd name="connsiteX28" fmla="*/ 155482 w 190386"/>
              <a:gd name="connsiteY28" fmla="*/ 41250 h 190386"/>
              <a:gd name="connsiteX29" fmla="*/ 184040 w 190386"/>
              <a:gd name="connsiteY29" fmla="*/ 41250 h 190386"/>
              <a:gd name="connsiteX30" fmla="*/ 181273 w 190386"/>
              <a:gd name="connsiteY30" fmla="*/ 47971 h 190386"/>
              <a:gd name="connsiteX31" fmla="*/ 149558 w 190386"/>
              <a:gd name="connsiteY31" fmla="*/ 120578 h 190386"/>
              <a:gd name="connsiteX32" fmla="*/ 152283 w 190386"/>
              <a:gd name="connsiteY32" fmla="*/ 98760 h 190386"/>
              <a:gd name="connsiteX33" fmla="*/ 151514 w 190386"/>
              <a:gd name="connsiteY33" fmla="*/ 96266 h 190386"/>
              <a:gd name="connsiteX34" fmla="*/ 149136 w 190386"/>
              <a:gd name="connsiteY34" fmla="*/ 95193 h 190386"/>
              <a:gd name="connsiteX35" fmla="*/ 130097 w 190386"/>
              <a:gd name="connsiteY35" fmla="*/ 95193 h 190386"/>
              <a:gd name="connsiteX36" fmla="*/ 127719 w 190386"/>
              <a:gd name="connsiteY36" fmla="*/ 96266 h 190386"/>
              <a:gd name="connsiteX37" fmla="*/ 126949 w 190386"/>
              <a:gd name="connsiteY37" fmla="*/ 98760 h 190386"/>
              <a:gd name="connsiteX38" fmla="*/ 129675 w 190386"/>
              <a:gd name="connsiteY38" fmla="*/ 120578 h 190386"/>
              <a:gd name="connsiteX39" fmla="*/ 104712 w 190386"/>
              <a:gd name="connsiteY39" fmla="*/ 120578 h 190386"/>
              <a:gd name="connsiteX40" fmla="*/ 104712 w 190386"/>
              <a:gd name="connsiteY40" fmla="*/ 107885 h 190386"/>
              <a:gd name="connsiteX41" fmla="*/ 98366 w 190386"/>
              <a:gd name="connsiteY41" fmla="*/ 101539 h 190386"/>
              <a:gd name="connsiteX42" fmla="*/ 63462 w 190386"/>
              <a:gd name="connsiteY42" fmla="*/ 101539 h 190386"/>
              <a:gd name="connsiteX43" fmla="*/ 63462 w 190386"/>
              <a:gd name="connsiteY43" fmla="*/ 88847 h 190386"/>
              <a:gd name="connsiteX44" fmla="*/ 66635 w 190386"/>
              <a:gd name="connsiteY44" fmla="*/ 88847 h 190386"/>
              <a:gd name="connsiteX45" fmla="*/ 72981 w 190386"/>
              <a:gd name="connsiteY45" fmla="*/ 82501 h 190386"/>
              <a:gd name="connsiteX46" fmla="*/ 72981 w 190386"/>
              <a:gd name="connsiteY46" fmla="*/ 76154 h 190386"/>
              <a:gd name="connsiteX47" fmla="*/ 66635 w 190386"/>
              <a:gd name="connsiteY47" fmla="*/ 69808 h 190386"/>
              <a:gd name="connsiteX48" fmla="*/ 41250 w 190386"/>
              <a:gd name="connsiteY48" fmla="*/ 69808 h 190386"/>
              <a:gd name="connsiteX49" fmla="*/ 34904 w 190386"/>
              <a:gd name="connsiteY49" fmla="*/ 76154 h 190386"/>
              <a:gd name="connsiteX50" fmla="*/ 34904 w 190386"/>
              <a:gd name="connsiteY50" fmla="*/ 82501 h 190386"/>
              <a:gd name="connsiteX51" fmla="*/ 41250 w 190386"/>
              <a:gd name="connsiteY51" fmla="*/ 88847 h 190386"/>
              <a:gd name="connsiteX52" fmla="*/ 44423 w 190386"/>
              <a:gd name="connsiteY52" fmla="*/ 88847 h 190386"/>
              <a:gd name="connsiteX53" fmla="*/ 44423 w 190386"/>
              <a:gd name="connsiteY53" fmla="*/ 101539 h 190386"/>
              <a:gd name="connsiteX54" fmla="*/ 41250 w 190386"/>
              <a:gd name="connsiteY54" fmla="*/ 101539 h 190386"/>
              <a:gd name="connsiteX55" fmla="*/ 34904 w 190386"/>
              <a:gd name="connsiteY55" fmla="*/ 107885 h 190386"/>
              <a:gd name="connsiteX56" fmla="*/ 34904 w 190386"/>
              <a:gd name="connsiteY56" fmla="*/ 120578 h 190386"/>
              <a:gd name="connsiteX57" fmla="*/ 28558 w 190386"/>
              <a:gd name="connsiteY57" fmla="*/ 120578 h 190386"/>
              <a:gd name="connsiteX58" fmla="*/ 28558 w 190386"/>
              <a:gd name="connsiteY58" fmla="*/ 56798 h 190386"/>
              <a:gd name="connsiteX59" fmla="*/ 38077 w 190386"/>
              <a:gd name="connsiteY59" fmla="*/ 50674 h 190386"/>
              <a:gd name="connsiteX60" fmla="*/ 50770 w 190386"/>
              <a:gd name="connsiteY60" fmla="*/ 57116 h 190386"/>
              <a:gd name="connsiteX61" fmla="*/ 63462 w 190386"/>
              <a:gd name="connsiteY61" fmla="*/ 57116 h 190386"/>
              <a:gd name="connsiteX62" fmla="*/ 76154 w 190386"/>
              <a:gd name="connsiteY62" fmla="*/ 50671 h 190386"/>
              <a:gd name="connsiteX63" fmla="*/ 88847 w 190386"/>
              <a:gd name="connsiteY63" fmla="*/ 57116 h 190386"/>
              <a:gd name="connsiteX64" fmla="*/ 101539 w 190386"/>
              <a:gd name="connsiteY64" fmla="*/ 57116 h 190386"/>
              <a:gd name="connsiteX65" fmla="*/ 114232 w 190386"/>
              <a:gd name="connsiteY65" fmla="*/ 50671 h 190386"/>
              <a:gd name="connsiteX66" fmla="*/ 126924 w 190386"/>
              <a:gd name="connsiteY66" fmla="*/ 57116 h 190386"/>
              <a:gd name="connsiteX67" fmla="*/ 139616 w 190386"/>
              <a:gd name="connsiteY67" fmla="*/ 57116 h 190386"/>
              <a:gd name="connsiteX68" fmla="*/ 152309 w 190386"/>
              <a:gd name="connsiteY68" fmla="*/ 50671 h 190386"/>
              <a:gd name="connsiteX69" fmla="*/ 161828 w 190386"/>
              <a:gd name="connsiteY69" fmla="*/ 56795 h 190386"/>
              <a:gd name="connsiteX70" fmla="*/ 161828 w 190386"/>
              <a:gd name="connsiteY70" fmla="*/ 120578 h 190386"/>
              <a:gd name="connsiteX71" fmla="*/ 133692 w 190386"/>
              <a:gd name="connsiteY71" fmla="*/ 101539 h 190386"/>
              <a:gd name="connsiteX72" fmla="*/ 145541 w 190386"/>
              <a:gd name="connsiteY72" fmla="*/ 101539 h 190386"/>
              <a:gd name="connsiteX73" fmla="*/ 143161 w 190386"/>
              <a:gd name="connsiteY73" fmla="*/ 120578 h 190386"/>
              <a:gd name="connsiteX74" fmla="*/ 136072 w 190386"/>
              <a:gd name="connsiteY74" fmla="*/ 120578 h 190386"/>
              <a:gd name="connsiteX75" fmla="*/ 60289 w 190386"/>
              <a:gd name="connsiteY75" fmla="*/ 82501 h 190386"/>
              <a:gd name="connsiteX76" fmla="*/ 41250 w 190386"/>
              <a:gd name="connsiteY76" fmla="*/ 82501 h 190386"/>
              <a:gd name="connsiteX77" fmla="*/ 41250 w 190386"/>
              <a:gd name="connsiteY77" fmla="*/ 76154 h 190386"/>
              <a:gd name="connsiteX78" fmla="*/ 66635 w 190386"/>
              <a:gd name="connsiteY78" fmla="*/ 76154 h 190386"/>
              <a:gd name="connsiteX79" fmla="*/ 66635 w 190386"/>
              <a:gd name="connsiteY79" fmla="*/ 82501 h 190386"/>
              <a:gd name="connsiteX80" fmla="*/ 50770 w 190386"/>
              <a:gd name="connsiteY80" fmla="*/ 88847 h 190386"/>
              <a:gd name="connsiteX81" fmla="*/ 57116 w 190386"/>
              <a:gd name="connsiteY81" fmla="*/ 88847 h 190386"/>
              <a:gd name="connsiteX82" fmla="*/ 57116 w 190386"/>
              <a:gd name="connsiteY82" fmla="*/ 101539 h 190386"/>
              <a:gd name="connsiteX83" fmla="*/ 50770 w 190386"/>
              <a:gd name="connsiteY83" fmla="*/ 101539 h 190386"/>
              <a:gd name="connsiteX84" fmla="*/ 47597 w 190386"/>
              <a:gd name="connsiteY84" fmla="*/ 107885 h 190386"/>
              <a:gd name="connsiteX85" fmla="*/ 98366 w 190386"/>
              <a:gd name="connsiteY85" fmla="*/ 107885 h 190386"/>
              <a:gd name="connsiteX86" fmla="*/ 98366 w 190386"/>
              <a:gd name="connsiteY86" fmla="*/ 120578 h 190386"/>
              <a:gd name="connsiteX87" fmla="*/ 41250 w 190386"/>
              <a:gd name="connsiteY87" fmla="*/ 120578 h 190386"/>
              <a:gd name="connsiteX88" fmla="*/ 41250 w 190386"/>
              <a:gd name="connsiteY88" fmla="*/ 107885 h 190386"/>
              <a:gd name="connsiteX89" fmla="*/ 149136 w 190386"/>
              <a:gd name="connsiteY89" fmla="*/ 41250 h 190386"/>
              <a:gd name="connsiteX90" fmla="*/ 139616 w 190386"/>
              <a:gd name="connsiteY90" fmla="*/ 50770 h 190386"/>
              <a:gd name="connsiteX91" fmla="*/ 126924 w 190386"/>
              <a:gd name="connsiteY91" fmla="*/ 50770 h 190386"/>
              <a:gd name="connsiteX92" fmla="*/ 117405 w 190386"/>
              <a:gd name="connsiteY92" fmla="*/ 41250 h 190386"/>
              <a:gd name="connsiteX93" fmla="*/ 111059 w 190386"/>
              <a:gd name="connsiteY93" fmla="*/ 41250 h 190386"/>
              <a:gd name="connsiteX94" fmla="*/ 101539 w 190386"/>
              <a:gd name="connsiteY94" fmla="*/ 50770 h 190386"/>
              <a:gd name="connsiteX95" fmla="*/ 88847 w 190386"/>
              <a:gd name="connsiteY95" fmla="*/ 50770 h 190386"/>
              <a:gd name="connsiteX96" fmla="*/ 79328 w 190386"/>
              <a:gd name="connsiteY96" fmla="*/ 41250 h 190386"/>
              <a:gd name="connsiteX97" fmla="*/ 41250 w 190386"/>
              <a:gd name="connsiteY97" fmla="*/ 41250 h 190386"/>
              <a:gd name="connsiteX98" fmla="*/ 72981 w 190386"/>
              <a:gd name="connsiteY98" fmla="*/ 41250 h 190386"/>
              <a:gd name="connsiteX99" fmla="*/ 63462 w 190386"/>
              <a:gd name="connsiteY99" fmla="*/ 50770 h 190386"/>
              <a:gd name="connsiteX100" fmla="*/ 50770 w 190386"/>
              <a:gd name="connsiteY100" fmla="*/ 50770 h 190386"/>
              <a:gd name="connsiteX101" fmla="*/ 41250 w 190386"/>
              <a:gd name="connsiteY101" fmla="*/ 41250 h 190386"/>
              <a:gd name="connsiteX102" fmla="*/ 23408 w 190386"/>
              <a:gd name="connsiteY102" fmla="*/ 12223 h 190386"/>
              <a:gd name="connsiteX103" fmla="*/ 34079 w 190386"/>
              <a:gd name="connsiteY103" fmla="*/ 6346 h 190386"/>
              <a:gd name="connsiteX104" fmla="*/ 156307 w 190386"/>
              <a:gd name="connsiteY104" fmla="*/ 6346 h 190386"/>
              <a:gd name="connsiteX105" fmla="*/ 166988 w 190386"/>
              <a:gd name="connsiteY105" fmla="*/ 12239 h 190386"/>
              <a:gd name="connsiteX106" fmla="*/ 181416 w 190386"/>
              <a:gd name="connsiteY106" fmla="*/ 34904 h 190386"/>
              <a:gd name="connsiteX107" fmla="*/ 154444 w 190386"/>
              <a:gd name="connsiteY107" fmla="*/ 34904 h 190386"/>
              <a:gd name="connsiteX108" fmla="*/ 148910 w 190386"/>
              <a:gd name="connsiteY108" fmla="*/ 21031 h 190386"/>
              <a:gd name="connsiteX109" fmla="*/ 144782 w 190386"/>
              <a:gd name="connsiteY109" fmla="*/ 19264 h 190386"/>
              <a:gd name="connsiteX110" fmla="*/ 143015 w 190386"/>
              <a:gd name="connsiteY110" fmla="*/ 23392 h 190386"/>
              <a:gd name="connsiteX111" fmla="*/ 147622 w 190386"/>
              <a:gd name="connsiteY111" fmla="*/ 34904 h 190386"/>
              <a:gd name="connsiteX112" fmla="*/ 117405 w 190386"/>
              <a:gd name="connsiteY112" fmla="*/ 34904 h 190386"/>
              <a:gd name="connsiteX113" fmla="*/ 117405 w 190386"/>
              <a:gd name="connsiteY113" fmla="*/ 28558 h 190386"/>
              <a:gd name="connsiteX114" fmla="*/ 114232 w 190386"/>
              <a:gd name="connsiteY114" fmla="*/ 25385 h 190386"/>
              <a:gd name="connsiteX115" fmla="*/ 111059 w 190386"/>
              <a:gd name="connsiteY115" fmla="*/ 28558 h 190386"/>
              <a:gd name="connsiteX116" fmla="*/ 111059 w 190386"/>
              <a:gd name="connsiteY116" fmla="*/ 34904 h 190386"/>
              <a:gd name="connsiteX117" fmla="*/ 79328 w 190386"/>
              <a:gd name="connsiteY117" fmla="*/ 34904 h 190386"/>
              <a:gd name="connsiteX118" fmla="*/ 79328 w 190386"/>
              <a:gd name="connsiteY118" fmla="*/ 28558 h 190386"/>
              <a:gd name="connsiteX119" fmla="*/ 76154 w 190386"/>
              <a:gd name="connsiteY119" fmla="*/ 25385 h 190386"/>
              <a:gd name="connsiteX120" fmla="*/ 72981 w 190386"/>
              <a:gd name="connsiteY120" fmla="*/ 28558 h 190386"/>
              <a:gd name="connsiteX121" fmla="*/ 72981 w 190386"/>
              <a:gd name="connsiteY121" fmla="*/ 34904 h 190386"/>
              <a:gd name="connsiteX122" fmla="*/ 42764 w 190386"/>
              <a:gd name="connsiteY122" fmla="*/ 34904 h 190386"/>
              <a:gd name="connsiteX123" fmla="*/ 47371 w 190386"/>
              <a:gd name="connsiteY123" fmla="*/ 23392 h 190386"/>
              <a:gd name="connsiteX124" fmla="*/ 46920 w 190386"/>
              <a:gd name="connsiteY124" fmla="*/ 20249 h 190386"/>
              <a:gd name="connsiteX125" fmla="*/ 43972 w 190386"/>
              <a:gd name="connsiteY125" fmla="*/ 19069 h 190386"/>
              <a:gd name="connsiteX126" fmla="*/ 41476 w 190386"/>
              <a:gd name="connsiteY126" fmla="*/ 21031 h 190386"/>
              <a:gd name="connsiteX127" fmla="*/ 35929 w 190386"/>
              <a:gd name="connsiteY127" fmla="*/ 34904 h 190386"/>
              <a:gd name="connsiteX128" fmla="*/ 8958 w 190386"/>
              <a:gd name="connsiteY128" fmla="*/ 34904 h 190386"/>
              <a:gd name="connsiteX129" fmla="*/ 6346 w 190386"/>
              <a:gd name="connsiteY129" fmla="*/ 41250 h 190386"/>
              <a:gd name="connsiteX130" fmla="*/ 34904 w 190386"/>
              <a:gd name="connsiteY130" fmla="*/ 41250 h 190386"/>
              <a:gd name="connsiteX131" fmla="*/ 25385 w 190386"/>
              <a:gd name="connsiteY131" fmla="*/ 50770 h 190386"/>
              <a:gd name="connsiteX132" fmla="*/ 15866 w 190386"/>
              <a:gd name="connsiteY132" fmla="*/ 50770 h 190386"/>
              <a:gd name="connsiteX133" fmla="*/ 9129 w 190386"/>
              <a:gd name="connsiteY133" fmla="*/ 47987 h 190386"/>
              <a:gd name="connsiteX134" fmla="*/ 6346 w 190386"/>
              <a:gd name="connsiteY134" fmla="*/ 41250 h 190386"/>
              <a:gd name="connsiteX135" fmla="*/ 15866 w 190386"/>
              <a:gd name="connsiteY135" fmla="*/ 57116 h 190386"/>
              <a:gd name="connsiteX136" fmla="*/ 22212 w 190386"/>
              <a:gd name="connsiteY136" fmla="*/ 57116 h 190386"/>
              <a:gd name="connsiteX137" fmla="*/ 22212 w 190386"/>
              <a:gd name="connsiteY137" fmla="*/ 120578 h 190386"/>
              <a:gd name="connsiteX138" fmla="*/ 15866 w 190386"/>
              <a:gd name="connsiteY138" fmla="*/ 120578 h 190386"/>
              <a:gd name="connsiteX139" fmla="*/ 177694 w 190386"/>
              <a:gd name="connsiteY139" fmla="*/ 171347 h 190386"/>
              <a:gd name="connsiteX140" fmla="*/ 12692 w 190386"/>
              <a:gd name="connsiteY140" fmla="*/ 171347 h 190386"/>
              <a:gd name="connsiteX141" fmla="*/ 12692 w 190386"/>
              <a:gd name="connsiteY141" fmla="*/ 139616 h 190386"/>
              <a:gd name="connsiteX142" fmla="*/ 177694 w 190386"/>
              <a:gd name="connsiteY142" fmla="*/ 139616 h 190386"/>
              <a:gd name="connsiteX143" fmla="*/ 180867 w 190386"/>
              <a:gd name="connsiteY143" fmla="*/ 184040 h 190386"/>
              <a:gd name="connsiteX144" fmla="*/ 9519 w 190386"/>
              <a:gd name="connsiteY144" fmla="*/ 184040 h 190386"/>
              <a:gd name="connsiteX145" fmla="*/ 6346 w 190386"/>
              <a:gd name="connsiteY145" fmla="*/ 180867 h 190386"/>
              <a:gd name="connsiteX146" fmla="*/ 9519 w 190386"/>
              <a:gd name="connsiteY146" fmla="*/ 177694 h 190386"/>
              <a:gd name="connsiteX147" fmla="*/ 180867 w 190386"/>
              <a:gd name="connsiteY147" fmla="*/ 177694 h 190386"/>
              <a:gd name="connsiteX148" fmla="*/ 184040 w 190386"/>
              <a:gd name="connsiteY148" fmla="*/ 180867 h 190386"/>
              <a:gd name="connsiteX149" fmla="*/ 180867 w 190386"/>
              <a:gd name="connsiteY149" fmla="*/ 184040 h 190386"/>
              <a:gd name="connsiteX150" fmla="*/ 184040 w 190386"/>
              <a:gd name="connsiteY150" fmla="*/ 130097 h 190386"/>
              <a:gd name="connsiteX151" fmla="*/ 180867 w 190386"/>
              <a:gd name="connsiteY151" fmla="*/ 133270 h 190386"/>
              <a:gd name="connsiteX152" fmla="*/ 9519 w 190386"/>
              <a:gd name="connsiteY152" fmla="*/ 133270 h 190386"/>
              <a:gd name="connsiteX153" fmla="*/ 6346 w 190386"/>
              <a:gd name="connsiteY153" fmla="*/ 130097 h 190386"/>
              <a:gd name="connsiteX154" fmla="*/ 9519 w 190386"/>
              <a:gd name="connsiteY154" fmla="*/ 126924 h 190386"/>
              <a:gd name="connsiteX155" fmla="*/ 180867 w 190386"/>
              <a:gd name="connsiteY155" fmla="*/ 126924 h 190386"/>
              <a:gd name="connsiteX156" fmla="*/ 184040 w 190386"/>
              <a:gd name="connsiteY156" fmla="*/ 130097 h 190386"/>
              <a:gd name="connsiteX157" fmla="*/ 174521 w 190386"/>
              <a:gd name="connsiteY157" fmla="*/ 120578 h 190386"/>
              <a:gd name="connsiteX158" fmla="*/ 168174 w 190386"/>
              <a:gd name="connsiteY158" fmla="*/ 120578 h 190386"/>
              <a:gd name="connsiteX159" fmla="*/ 168174 w 190386"/>
              <a:gd name="connsiteY159" fmla="*/ 57116 h 190386"/>
              <a:gd name="connsiteX160" fmla="*/ 174521 w 190386"/>
              <a:gd name="connsiteY160" fmla="*/ 57116 h 190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90386" h="190386">
                <a:moveTo>
                  <a:pt x="185760" y="52458"/>
                </a:moveTo>
                <a:cubicBezTo>
                  <a:pt x="188723" y="49481"/>
                  <a:pt x="190386" y="45451"/>
                  <a:pt x="190386" y="41250"/>
                </a:cubicBezTo>
                <a:cubicBezTo>
                  <a:pt x="190378" y="38576"/>
                  <a:pt x="189607" y="35960"/>
                  <a:pt x="188165" y="33708"/>
                </a:cubicBezTo>
                <a:lnTo>
                  <a:pt x="172350" y="8847"/>
                </a:lnTo>
                <a:cubicBezTo>
                  <a:pt x="168861" y="3354"/>
                  <a:pt x="162814" y="19"/>
                  <a:pt x="156307" y="0"/>
                </a:cubicBezTo>
                <a:lnTo>
                  <a:pt x="34079" y="0"/>
                </a:lnTo>
                <a:cubicBezTo>
                  <a:pt x="27579" y="18"/>
                  <a:pt x="21535" y="3346"/>
                  <a:pt x="18045" y="8831"/>
                </a:cubicBezTo>
                <a:lnTo>
                  <a:pt x="2221" y="33711"/>
                </a:lnTo>
                <a:cubicBezTo>
                  <a:pt x="778" y="35962"/>
                  <a:pt x="8" y="38577"/>
                  <a:pt x="0" y="41250"/>
                </a:cubicBezTo>
                <a:cubicBezTo>
                  <a:pt x="2" y="45466"/>
                  <a:pt x="1678" y="49508"/>
                  <a:pt x="4658" y="52489"/>
                </a:cubicBezTo>
                <a:cubicBezTo>
                  <a:pt x="6065" y="53868"/>
                  <a:pt x="7713" y="54976"/>
                  <a:pt x="9519" y="55761"/>
                </a:cubicBezTo>
                <a:lnTo>
                  <a:pt x="9519" y="120578"/>
                </a:lnTo>
                <a:cubicBezTo>
                  <a:pt x="4888" y="120569"/>
                  <a:pt x="926" y="123902"/>
                  <a:pt x="142" y="128466"/>
                </a:cubicBezTo>
                <a:cubicBezTo>
                  <a:pt x="-643" y="133030"/>
                  <a:pt x="1978" y="137494"/>
                  <a:pt x="6346" y="139033"/>
                </a:cubicBezTo>
                <a:lnTo>
                  <a:pt x="6346" y="171931"/>
                </a:lnTo>
                <a:cubicBezTo>
                  <a:pt x="1978" y="173470"/>
                  <a:pt x="-643" y="177934"/>
                  <a:pt x="142" y="182498"/>
                </a:cubicBezTo>
                <a:cubicBezTo>
                  <a:pt x="926" y="187062"/>
                  <a:pt x="4888" y="190395"/>
                  <a:pt x="9519" y="190386"/>
                </a:cubicBezTo>
                <a:lnTo>
                  <a:pt x="180867" y="190386"/>
                </a:lnTo>
                <a:cubicBezTo>
                  <a:pt x="185498" y="190395"/>
                  <a:pt x="189460" y="187062"/>
                  <a:pt x="190244" y="182498"/>
                </a:cubicBezTo>
                <a:cubicBezTo>
                  <a:pt x="191029" y="177934"/>
                  <a:pt x="188408" y="173470"/>
                  <a:pt x="184040" y="171931"/>
                </a:cubicBezTo>
                <a:lnTo>
                  <a:pt x="184040" y="139033"/>
                </a:lnTo>
                <a:cubicBezTo>
                  <a:pt x="188408" y="137494"/>
                  <a:pt x="191029" y="133030"/>
                  <a:pt x="190244" y="128466"/>
                </a:cubicBezTo>
                <a:cubicBezTo>
                  <a:pt x="189460" y="123902"/>
                  <a:pt x="185498" y="120569"/>
                  <a:pt x="180867" y="120578"/>
                </a:cubicBezTo>
                <a:lnTo>
                  <a:pt x="180867" y="55758"/>
                </a:lnTo>
                <a:cubicBezTo>
                  <a:pt x="182685" y="54965"/>
                  <a:pt x="184343" y="53847"/>
                  <a:pt x="185760" y="52458"/>
                </a:cubicBezTo>
                <a:close/>
                <a:moveTo>
                  <a:pt x="181273" y="47971"/>
                </a:moveTo>
                <a:cubicBezTo>
                  <a:pt x="179481" y="49760"/>
                  <a:pt x="177053" y="50766"/>
                  <a:pt x="174521" y="50770"/>
                </a:cubicBezTo>
                <a:lnTo>
                  <a:pt x="165001" y="50770"/>
                </a:lnTo>
                <a:cubicBezTo>
                  <a:pt x="159744" y="50770"/>
                  <a:pt x="155482" y="46508"/>
                  <a:pt x="155482" y="41250"/>
                </a:cubicBezTo>
                <a:lnTo>
                  <a:pt x="184040" y="41250"/>
                </a:lnTo>
                <a:cubicBezTo>
                  <a:pt x="184039" y="43768"/>
                  <a:pt x="183045" y="46183"/>
                  <a:pt x="181273" y="47971"/>
                </a:cubicBezTo>
                <a:close/>
                <a:moveTo>
                  <a:pt x="149558" y="120578"/>
                </a:moveTo>
                <a:lnTo>
                  <a:pt x="152283" y="98760"/>
                </a:lnTo>
                <a:cubicBezTo>
                  <a:pt x="152396" y="97857"/>
                  <a:pt x="152116" y="96949"/>
                  <a:pt x="151514" y="96266"/>
                </a:cubicBezTo>
                <a:cubicBezTo>
                  <a:pt x="150912" y="95584"/>
                  <a:pt x="150046" y="95193"/>
                  <a:pt x="149136" y="95193"/>
                </a:cubicBezTo>
                <a:lnTo>
                  <a:pt x="130097" y="95193"/>
                </a:lnTo>
                <a:cubicBezTo>
                  <a:pt x="129187" y="95193"/>
                  <a:pt x="128321" y="95584"/>
                  <a:pt x="127719" y="96266"/>
                </a:cubicBezTo>
                <a:cubicBezTo>
                  <a:pt x="127117" y="96949"/>
                  <a:pt x="126836" y="97857"/>
                  <a:pt x="126949" y="98760"/>
                </a:cubicBezTo>
                <a:lnTo>
                  <a:pt x="129675" y="120578"/>
                </a:lnTo>
                <a:lnTo>
                  <a:pt x="104712" y="120578"/>
                </a:lnTo>
                <a:lnTo>
                  <a:pt x="104712" y="107885"/>
                </a:lnTo>
                <a:cubicBezTo>
                  <a:pt x="104712" y="104380"/>
                  <a:pt x="101871" y="101539"/>
                  <a:pt x="98366" y="101539"/>
                </a:cubicBezTo>
                <a:lnTo>
                  <a:pt x="63462" y="101539"/>
                </a:lnTo>
                <a:lnTo>
                  <a:pt x="63462" y="88847"/>
                </a:lnTo>
                <a:lnTo>
                  <a:pt x="66635" y="88847"/>
                </a:lnTo>
                <a:cubicBezTo>
                  <a:pt x="70140" y="88847"/>
                  <a:pt x="72981" y="86006"/>
                  <a:pt x="72981" y="82501"/>
                </a:cubicBezTo>
                <a:lnTo>
                  <a:pt x="72981" y="76154"/>
                </a:lnTo>
                <a:cubicBezTo>
                  <a:pt x="72981" y="72649"/>
                  <a:pt x="70140" y="69808"/>
                  <a:pt x="66635" y="69808"/>
                </a:cubicBezTo>
                <a:lnTo>
                  <a:pt x="41250" y="69808"/>
                </a:lnTo>
                <a:cubicBezTo>
                  <a:pt x="37745" y="69808"/>
                  <a:pt x="34904" y="72649"/>
                  <a:pt x="34904" y="76154"/>
                </a:cubicBezTo>
                <a:lnTo>
                  <a:pt x="34904" y="82501"/>
                </a:lnTo>
                <a:cubicBezTo>
                  <a:pt x="34904" y="86006"/>
                  <a:pt x="37745" y="88847"/>
                  <a:pt x="41250" y="88847"/>
                </a:cubicBezTo>
                <a:lnTo>
                  <a:pt x="44423" y="88847"/>
                </a:lnTo>
                <a:lnTo>
                  <a:pt x="44423" y="101539"/>
                </a:lnTo>
                <a:lnTo>
                  <a:pt x="41250" y="101539"/>
                </a:lnTo>
                <a:cubicBezTo>
                  <a:pt x="37745" y="101539"/>
                  <a:pt x="34904" y="104380"/>
                  <a:pt x="34904" y="107885"/>
                </a:cubicBezTo>
                <a:lnTo>
                  <a:pt x="34904" y="120578"/>
                </a:lnTo>
                <a:lnTo>
                  <a:pt x="28558" y="120578"/>
                </a:lnTo>
                <a:lnTo>
                  <a:pt x="28558" y="56798"/>
                </a:lnTo>
                <a:cubicBezTo>
                  <a:pt x="32377" y="55999"/>
                  <a:pt x="35766" y="53818"/>
                  <a:pt x="38077" y="50674"/>
                </a:cubicBezTo>
                <a:cubicBezTo>
                  <a:pt x="41048" y="54712"/>
                  <a:pt x="45757" y="57102"/>
                  <a:pt x="50770" y="57116"/>
                </a:cubicBezTo>
                <a:lnTo>
                  <a:pt x="63462" y="57116"/>
                </a:lnTo>
                <a:cubicBezTo>
                  <a:pt x="68476" y="57102"/>
                  <a:pt x="73185" y="54711"/>
                  <a:pt x="76154" y="50671"/>
                </a:cubicBezTo>
                <a:cubicBezTo>
                  <a:pt x="79124" y="54711"/>
                  <a:pt x="83833" y="57102"/>
                  <a:pt x="88847" y="57116"/>
                </a:cubicBezTo>
                <a:lnTo>
                  <a:pt x="101539" y="57116"/>
                </a:lnTo>
                <a:cubicBezTo>
                  <a:pt x="106553" y="57102"/>
                  <a:pt x="111262" y="54711"/>
                  <a:pt x="114232" y="50671"/>
                </a:cubicBezTo>
                <a:cubicBezTo>
                  <a:pt x="117201" y="54711"/>
                  <a:pt x="121911" y="57102"/>
                  <a:pt x="126924" y="57116"/>
                </a:cubicBezTo>
                <a:lnTo>
                  <a:pt x="139616" y="57116"/>
                </a:lnTo>
                <a:cubicBezTo>
                  <a:pt x="144630" y="57102"/>
                  <a:pt x="149339" y="54711"/>
                  <a:pt x="152309" y="50671"/>
                </a:cubicBezTo>
                <a:cubicBezTo>
                  <a:pt x="154620" y="53815"/>
                  <a:pt x="158009" y="55995"/>
                  <a:pt x="161828" y="56795"/>
                </a:cubicBezTo>
                <a:lnTo>
                  <a:pt x="161828" y="120578"/>
                </a:lnTo>
                <a:close/>
                <a:moveTo>
                  <a:pt x="133692" y="101539"/>
                </a:moveTo>
                <a:lnTo>
                  <a:pt x="145541" y="101539"/>
                </a:lnTo>
                <a:lnTo>
                  <a:pt x="143161" y="120578"/>
                </a:lnTo>
                <a:lnTo>
                  <a:pt x="136072" y="120578"/>
                </a:lnTo>
                <a:close/>
                <a:moveTo>
                  <a:pt x="60289" y="82501"/>
                </a:moveTo>
                <a:lnTo>
                  <a:pt x="41250" y="82501"/>
                </a:lnTo>
                <a:lnTo>
                  <a:pt x="41250" y="76154"/>
                </a:lnTo>
                <a:lnTo>
                  <a:pt x="66635" y="76154"/>
                </a:lnTo>
                <a:lnTo>
                  <a:pt x="66635" y="82501"/>
                </a:lnTo>
                <a:close/>
                <a:moveTo>
                  <a:pt x="50770" y="88847"/>
                </a:moveTo>
                <a:lnTo>
                  <a:pt x="57116" y="88847"/>
                </a:lnTo>
                <a:lnTo>
                  <a:pt x="57116" y="101539"/>
                </a:lnTo>
                <a:lnTo>
                  <a:pt x="50770" y="101539"/>
                </a:lnTo>
                <a:close/>
                <a:moveTo>
                  <a:pt x="47597" y="107885"/>
                </a:moveTo>
                <a:lnTo>
                  <a:pt x="98366" y="107885"/>
                </a:lnTo>
                <a:lnTo>
                  <a:pt x="98366" y="120578"/>
                </a:lnTo>
                <a:lnTo>
                  <a:pt x="41250" y="120578"/>
                </a:lnTo>
                <a:lnTo>
                  <a:pt x="41250" y="107885"/>
                </a:lnTo>
                <a:close/>
                <a:moveTo>
                  <a:pt x="149136" y="41250"/>
                </a:moveTo>
                <a:cubicBezTo>
                  <a:pt x="149136" y="46508"/>
                  <a:pt x="144874" y="50770"/>
                  <a:pt x="139616" y="50770"/>
                </a:cubicBezTo>
                <a:lnTo>
                  <a:pt x="126924" y="50770"/>
                </a:lnTo>
                <a:cubicBezTo>
                  <a:pt x="121666" y="50770"/>
                  <a:pt x="117405" y="46508"/>
                  <a:pt x="117405" y="41250"/>
                </a:cubicBezTo>
                <a:close/>
                <a:moveTo>
                  <a:pt x="111059" y="41250"/>
                </a:moveTo>
                <a:cubicBezTo>
                  <a:pt x="111059" y="46508"/>
                  <a:pt x="106797" y="50770"/>
                  <a:pt x="101539" y="50770"/>
                </a:cubicBezTo>
                <a:lnTo>
                  <a:pt x="88847" y="50770"/>
                </a:lnTo>
                <a:cubicBezTo>
                  <a:pt x="83589" y="50770"/>
                  <a:pt x="79328" y="46508"/>
                  <a:pt x="79328" y="41250"/>
                </a:cubicBezTo>
                <a:close/>
                <a:moveTo>
                  <a:pt x="41250" y="41250"/>
                </a:moveTo>
                <a:lnTo>
                  <a:pt x="72981" y="41250"/>
                </a:lnTo>
                <a:cubicBezTo>
                  <a:pt x="72981" y="46508"/>
                  <a:pt x="68720" y="50770"/>
                  <a:pt x="63462" y="50770"/>
                </a:cubicBezTo>
                <a:lnTo>
                  <a:pt x="50770" y="50770"/>
                </a:lnTo>
                <a:cubicBezTo>
                  <a:pt x="45512" y="50770"/>
                  <a:pt x="41250" y="46508"/>
                  <a:pt x="41250" y="41250"/>
                </a:cubicBezTo>
                <a:close/>
                <a:moveTo>
                  <a:pt x="23408" y="12223"/>
                </a:moveTo>
                <a:cubicBezTo>
                  <a:pt x="25731" y="8573"/>
                  <a:pt x="29753" y="6358"/>
                  <a:pt x="34079" y="6346"/>
                </a:cubicBezTo>
                <a:lnTo>
                  <a:pt x="156307" y="6346"/>
                </a:lnTo>
                <a:cubicBezTo>
                  <a:pt x="160639" y="6359"/>
                  <a:pt x="164666" y="8580"/>
                  <a:pt x="166988" y="12239"/>
                </a:cubicBezTo>
                <a:lnTo>
                  <a:pt x="181416" y="34904"/>
                </a:lnTo>
                <a:lnTo>
                  <a:pt x="154444" y="34904"/>
                </a:lnTo>
                <a:lnTo>
                  <a:pt x="148910" y="21031"/>
                </a:lnTo>
                <a:cubicBezTo>
                  <a:pt x="148258" y="19403"/>
                  <a:pt x="146410" y="18612"/>
                  <a:pt x="144782" y="19264"/>
                </a:cubicBezTo>
                <a:cubicBezTo>
                  <a:pt x="143154" y="19916"/>
                  <a:pt x="142363" y="21764"/>
                  <a:pt x="143015" y="23392"/>
                </a:cubicBezTo>
                <a:lnTo>
                  <a:pt x="147622" y="34904"/>
                </a:lnTo>
                <a:lnTo>
                  <a:pt x="117405" y="34904"/>
                </a:lnTo>
                <a:lnTo>
                  <a:pt x="117405" y="28558"/>
                </a:lnTo>
                <a:cubicBezTo>
                  <a:pt x="117405" y="26805"/>
                  <a:pt x="115984" y="25385"/>
                  <a:pt x="114232" y="25385"/>
                </a:cubicBezTo>
                <a:cubicBezTo>
                  <a:pt x="112479" y="25385"/>
                  <a:pt x="111059" y="26805"/>
                  <a:pt x="111059" y="28558"/>
                </a:cubicBezTo>
                <a:lnTo>
                  <a:pt x="111059" y="34904"/>
                </a:lnTo>
                <a:lnTo>
                  <a:pt x="79328" y="34904"/>
                </a:lnTo>
                <a:lnTo>
                  <a:pt x="79328" y="28558"/>
                </a:lnTo>
                <a:cubicBezTo>
                  <a:pt x="79328" y="26805"/>
                  <a:pt x="77907" y="25385"/>
                  <a:pt x="76154" y="25385"/>
                </a:cubicBezTo>
                <a:cubicBezTo>
                  <a:pt x="74402" y="25385"/>
                  <a:pt x="72981" y="26805"/>
                  <a:pt x="72981" y="28558"/>
                </a:cubicBezTo>
                <a:lnTo>
                  <a:pt x="72981" y="34904"/>
                </a:lnTo>
                <a:lnTo>
                  <a:pt x="42764" y="34904"/>
                </a:lnTo>
                <a:lnTo>
                  <a:pt x="47371" y="23392"/>
                </a:lnTo>
                <a:cubicBezTo>
                  <a:pt x="47793" y="22339"/>
                  <a:pt x="47621" y="21141"/>
                  <a:pt x="46920" y="20249"/>
                </a:cubicBezTo>
                <a:cubicBezTo>
                  <a:pt x="46218" y="19357"/>
                  <a:pt x="45095" y="18907"/>
                  <a:pt x="43972" y="19069"/>
                </a:cubicBezTo>
                <a:cubicBezTo>
                  <a:pt x="42849" y="19230"/>
                  <a:pt x="41897" y="19978"/>
                  <a:pt x="41476" y="21031"/>
                </a:cubicBezTo>
                <a:lnTo>
                  <a:pt x="35929" y="34904"/>
                </a:lnTo>
                <a:lnTo>
                  <a:pt x="8958" y="34904"/>
                </a:lnTo>
                <a:close/>
                <a:moveTo>
                  <a:pt x="6346" y="41250"/>
                </a:moveTo>
                <a:lnTo>
                  <a:pt x="34904" y="41250"/>
                </a:lnTo>
                <a:cubicBezTo>
                  <a:pt x="34904" y="46508"/>
                  <a:pt x="30642" y="50770"/>
                  <a:pt x="25385" y="50770"/>
                </a:cubicBezTo>
                <a:lnTo>
                  <a:pt x="15866" y="50770"/>
                </a:lnTo>
                <a:cubicBezTo>
                  <a:pt x="13339" y="50775"/>
                  <a:pt x="10915" y="49773"/>
                  <a:pt x="9129" y="47987"/>
                </a:cubicBezTo>
                <a:cubicBezTo>
                  <a:pt x="7342" y="46201"/>
                  <a:pt x="6341" y="43776"/>
                  <a:pt x="6346" y="41250"/>
                </a:cubicBezTo>
                <a:close/>
                <a:moveTo>
                  <a:pt x="15866" y="57116"/>
                </a:moveTo>
                <a:lnTo>
                  <a:pt x="22212" y="57116"/>
                </a:lnTo>
                <a:lnTo>
                  <a:pt x="22212" y="120578"/>
                </a:lnTo>
                <a:lnTo>
                  <a:pt x="15866" y="120578"/>
                </a:lnTo>
                <a:close/>
                <a:moveTo>
                  <a:pt x="177694" y="171347"/>
                </a:moveTo>
                <a:lnTo>
                  <a:pt x="12692" y="171347"/>
                </a:lnTo>
                <a:lnTo>
                  <a:pt x="12692" y="139616"/>
                </a:lnTo>
                <a:lnTo>
                  <a:pt x="177694" y="139616"/>
                </a:lnTo>
                <a:close/>
                <a:moveTo>
                  <a:pt x="180867" y="184040"/>
                </a:moveTo>
                <a:lnTo>
                  <a:pt x="9519" y="184040"/>
                </a:lnTo>
                <a:cubicBezTo>
                  <a:pt x="7767" y="184040"/>
                  <a:pt x="6346" y="182619"/>
                  <a:pt x="6346" y="180867"/>
                </a:cubicBezTo>
                <a:cubicBezTo>
                  <a:pt x="6346" y="179114"/>
                  <a:pt x="7767" y="177694"/>
                  <a:pt x="9519" y="177694"/>
                </a:cubicBezTo>
                <a:lnTo>
                  <a:pt x="180867" y="177694"/>
                </a:lnTo>
                <a:cubicBezTo>
                  <a:pt x="182619" y="177694"/>
                  <a:pt x="184040" y="179114"/>
                  <a:pt x="184040" y="180867"/>
                </a:cubicBezTo>
                <a:cubicBezTo>
                  <a:pt x="184040" y="182619"/>
                  <a:pt x="182619" y="184040"/>
                  <a:pt x="180867" y="184040"/>
                </a:cubicBezTo>
                <a:close/>
                <a:moveTo>
                  <a:pt x="184040" y="130097"/>
                </a:moveTo>
                <a:cubicBezTo>
                  <a:pt x="184040" y="131850"/>
                  <a:pt x="182619" y="133270"/>
                  <a:pt x="180867" y="133270"/>
                </a:cubicBezTo>
                <a:lnTo>
                  <a:pt x="9519" y="133270"/>
                </a:lnTo>
                <a:cubicBezTo>
                  <a:pt x="7767" y="133270"/>
                  <a:pt x="6346" y="131850"/>
                  <a:pt x="6346" y="130097"/>
                </a:cubicBezTo>
                <a:cubicBezTo>
                  <a:pt x="6346" y="128345"/>
                  <a:pt x="7767" y="126924"/>
                  <a:pt x="9519" y="126924"/>
                </a:cubicBezTo>
                <a:lnTo>
                  <a:pt x="180867" y="126924"/>
                </a:lnTo>
                <a:cubicBezTo>
                  <a:pt x="182619" y="126924"/>
                  <a:pt x="184040" y="128345"/>
                  <a:pt x="184040" y="130097"/>
                </a:cubicBezTo>
                <a:close/>
                <a:moveTo>
                  <a:pt x="174521" y="120578"/>
                </a:moveTo>
                <a:lnTo>
                  <a:pt x="168174" y="120578"/>
                </a:lnTo>
                <a:lnTo>
                  <a:pt x="168174" y="57116"/>
                </a:lnTo>
                <a:lnTo>
                  <a:pt x="174521" y="57116"/>
                </a:lnTo>
                <a:close/>
              </a:path>
            </a:pathLst>
          </a:custGeom>
          <a:solidFill>
            <a:srgbClr val="FFFFFF"/>
          </a:solidFill>
          <a:ln w="3016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grpSp>
        <p:nvGrpSpPr>
          <p:cNvPr id="231" name="Graphic 222">
            <a:extLst>
              <a:ext uri="{FF2B5EF4-FFF2-40B4-BE49-F238E27FC236}">
                <a16:creationId xmlns:a16="http://schemas.microsoft.com/office/drawing/2014/main" id="{37993C73-4DE7-4D27-9DBF-78A640AE704B}"/>
              </a:ext>
            </a:extLst>
          </p:cNvPr>
          <p:cNvGrpSpPr/>
          <p:nvPr/>
        </p:nvGrpSpPr>
        <p:grpSpPr>
          <a:xfrm>
            <a:off x="5063483" y="5184993"/>
            <a:ext cx="180622" cy="169981"/>
            <a:chOff x="5066658" y="5175468"/>
            <a:chExt cx="180622" cy="169981"/>
          </a:xfrm>
          <a:solidFill>
            <a:srgbClr val="FFFFFF"/>
          </a:solidFill>
        </p:grpSpPr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FEA1031-9F29-4D0E-9039-13E85E10B469}"/>
                </a:ext>
              </a:extLst>
            </p:cNvPr>
            <p:cNvSpPr/>
            <p:nvPr/>
          </p:nvSpPr>
          <p:spPr>
            <a:xfrm>
              <a:off x="5091724" y="5205624"/>
              <a:ext cx="5106" cy="5286"/>
            </a:xfrm>
            <a:custGeom>
              <a:avLst/>
              <a:gdLst>
                <a:gd name="connsiteX0" fmla="*/ 2553 w 5106"/>
                <a:gd name="connsiteY0" fmla="*/ 0 h 5286"/>
                <a:gd name="connsiteX1" fmla="*/ 2553 w 5106"/>
                <a:gd name="connsiteY1" fmla="*/ 5287 h 5286"/>
                <a:gd name="connsiteX2" fmla="*/ 2553 w 5106"/>
                <a:gd name="connsiteY2" fmla="*/ 0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0"/>
                  </a:moveTo>
                  <a:cubicBezTo>
                    <a:pt x="-848" y="0"/>
                    <a:pt x="-854" y="5287"/>
                    <a:pt x="2553" y="5287"/>
                  </a:cubicBezTo>
                  <a:cubicBezTo>
                    <a:pt x="5955" y="5287"/>
                    <a:pt x="5961" y="0"/>
                    <a:pt x="2553" y="0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82F794A-60A7-4719-8FF0-1303609636CB}"/>
                </a:ext>
              </a:extLst>
            </p:cNvPr>
            <p:cNvSpPr/>
            <p:nvPr/>
          </p:nvSpPr>
          <p:spPr>
            <a:xfrm>
              <a:off x="5140201" y="5194084"/>
              <a:ext cx="5106" cy="5286"/>
            </a:xfrm>
            <a:custGeom>
              <a:avLst/>
              <a:gdLst>
                <a:gd name="connsiteX0" fmla="*/ 2553 w 5106"/>
                <a:gd name="connsiteY0" fmla="*/ 0 h 5286"/>
                <a:gd name="connsiteX1" fmla="*/ 2553 w 5106"/>
                <a:gd name="connsiteY1" fmla="*/ 5287 h 5286"/>
                <a:gd name="connsiteX2" fmla="*/ 2553 w 5106"/>
                <a:gd name="connsiteY2" fmla="*/ 0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0"/>
                  </a:moveTo>
                  <a:cubicBezTo>
                    <a:pt x="-848" y="0"/>
                    <a:pt x="-854" y="5287"/>
                    <a:pt x="2553" y="5287"/>
                  </a:cubicBezTo>
                  <a:cubicBezTo>
                    <a:pt x="5955" y="5287"/>
                    <a:pt x="5960" y="0"/>
                    <a:pt x="2553" y="0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2C531F40-E6F1-47F7-AB2C-E9435ED712F1}"/>
                </a:ext>
              </a:extLst>
            </p:cNvPr>
            <p:cNvSpPr/>
            <p:nvPr/>
          </p:nvSpPr>
          <p:spPr>
            <a:xfrm>
              <a:off x="5169608" y="5217870"/>
              <a:ext cx="5106" cy="5286"/>
            </a:xfrm>
            <a:custGeom>
              <a:avLst/>
              <a:gdLst>
                <a:gd name="connsiteX0" fmla="*/ 2553 w 5106"/>
                <a:gd name="connsiteY0" fmla="*/ 0 h 5286"/>
                <a:gd name="connsiteX1" fmla="*/ 2553 w 5106"/>
                <a:gd name="connsiteY1" fmla="*/ 5287 h 5286"/>
                <a:gd name="connsiteX2" fmla="*/ 2553 w 5106"/>
                <a:gd name="connsiteY2" fmla="*/ 0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0"/>
                  </a:moveTo>
                  <a:cubicBezTo>
                    <a:pt x="-848" y="0"/>
                    <a:pt x="-854" y="5287"/>
                    <a:pt x="2553" y="5287"/>
                  </a:cubicBezTo>
                  <a:cubicBezTo>
                    <a:pt x="5955" y="5287"/>
                    <a:pt x="5961" y="0"/>
                    <a:pt x="2553" y="0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DD3107AC-40B3-4648-975F-EFD25990E490}"/>
                </a:ext>
              </a:extLst>
            </p:cNvPr>
            <p:cNvSpPr/>
            <p:nvPr/>
          </p:nvSpPr>
          <p:spPr>
            <a:xfrm>
              <a:off x="5092912" y="5236302"/>
              <a:ext cx="5106" cy="5286"/>
            </a:xfrm>
            <a:custGeom>
              <a:avLst/>
              <a:gdLst>
                <a:gd name="connsiteX0" fmla="*/ 2553 w 5106"/>
                <a:gd name="connsiteY0" fmla="*/ 5287 h 5286"/>
                <a:gd name="connsiteX1" fmla="*/ 2553 w 5106"/>
                <a:gd name="connsiteY1" fmla="*/ 0 h 5286"/>
                <a:gd name="connsiteX2" fmla="*/ 2553 w 5106"/>
                <a:gd name="connsiteY2" fmla="*/ 5287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5287"/>
                  </a:moveTo>
                  <a:cubicBezTo>
                    <a:pt x="5955" y="5287"/>
                    <a:pt x="5961" y="0"/>
                    <a:pt x="2553" y="0"/>
                  </a:cubicBezTo>
                  <a:cubicBezTo>
                    <a:pt x="-848" y="0"/>
                    <a:pt x="-854" y="5287"/>
                    <a:pt x="2553" y="5287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4224838-504E-4224-9156-7B7667179266}"/>
                </a:ext>
              </a:extLst>
            </p:cNvPr>
            <p:cNvSpPr/>
            <p:nvPr/>
          </p:nvSpPr>
          <p:spPr>
            <a:xfrm>
              <a:off x="5153443" y="5229136"/>
              <a:ext cx="5106" cy="5286"/>
            </a:xfrm>
            <a:custGeom>
              <a:avLst/>
              <a:gdLst>
                <a:gd name="connsiteX0" fmla="*/ 2553 w 5106"/>
                <a:gd name="connsiteY0" fmla="*/ 0 h 5286"/>
                <a:gd name="connsiteX1" fmla="*/ 2553 w 5106"/>
                <a:gd name="connsiteY1" fmla="*/ 5287 h 5286"/>
                <a:gd name="connsiteX2" fmla="*/ 2553 w 5106"/>
                <a:gd name="connsiteY2" fmla="*/ 0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0"/>
                  </a:moveTo>
                  <a:cubicBezTo>
                    <a:pt x="-848" y="0"/>
                    <a:pt x="-854" y="5287"/>
                    <a:pt x="2553" y="5287"/>
                  </a:cubicBezTo>
                  <a:cubicBezTo>
                    <a:pt x="5955" y="5287"/>
                    <a:pt x="5960" y="0"/>
                    <a:pt x="2553" y="0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5A54FB1-0E86-487E-B6FB-0B5099DFA5D7}"/>
                </a:ext>
              </a:extLst>
            </p:cNvPr>
            <p:cNvSpPr/>
            <p:nvPr/>
          </p:nvSpPr>
          <p:spPr>
            <a:xfrm>
              <a:off x="5119645" y="5216400"/>
              <a:ext cx="5106" cy="5286"/>
            </a:xfrm>
            <a:custGeom>
              <a:avLst/>
              <a:gdLst>
                <a:gd name="connsiteX0" fmla="*/ 2553 w 5106"/>
                <a:gd name="connsiteY0" fmla="*/ 5287 h 5286"/>
                <a:gd name="connsiteX1" fmla="*/ 2553 w 5106"/>
                <a:gd name="connsiteY1" fmla="*/ 0 h 5286"/>
                <a:gd name="connsiteX2" fmla="*/ 2553 w 5106"/>
                <a:gd name="connsiteY2" fmla="*/ 5287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5287"/>
                  </a:moveTo>
                  <a:cubicBezTo>
                    <a:pt x="5955" y="5287"/>
                    <a:pt x="5961" y="0"/>
                    <a:pt x="2553" y="0"/>
                  </a:cubicBezTo>
                  <a:cubicBezTo>
                    <a:pt x="-848" y="0"/>
                    <a:pt x="-854" y="5287"/>
                    <a:pt x="2553" y="5287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C1E0E515-10A0-446B-84D8-5CF92ED2AB2F}"/>
                </a:ext>
              </a:extLst>
            </p:cNvPr>
            <p:cNvSpPr/>
            <p:nvPr/>
          </p:nvSpPr>
          <p:spPr>
            <a:xfrm>
              <a:off x="5066658" y="5175468"/>
              <a:ext cx="180622" cy="169981"/>
            </a:xfrm>
            <a:custGeom>
              <a:avLst/>
              <a:gdLst>
                <a:gd name="connsiteX0" fmla="*/ 180610 w 180622"/>
                <a:gd name="connsiteY0" fmla="*/ 96992 h 169981"/>
                <a:gd name="connsiteX1" fmla="*/ 180578 w 180622"/>
                <a:gd name="connsiteY1" fmla="*/ 86104 h 169981"/>
                <a:gd name="connsiteX2" fmla="*/ 173029 w 180622"/>
                <a:gd name="connsiteY2" fmla="*/ 73585 h 169981"/>
                <a:gd name="connsiteX3" fmla="*/ 180578 w 180622"/>
                <a:gd name="connsiteY3" fmla="*/ 53647 h 169981"/>
                <a:gd name="connsiteX4" fmla="*/ 161888 w 180622"/>
                <a:gd name="connsiteY4" fmla="*/ 15560 h 169981"/>
                <a:gd name="connsiteX5" fmla="*/ 117335 w 180622"/>
                <a:gd name="connsiteY5" fmla="*/ 1 h 169981"/>
                <a:gd name="connsiteX6" fmla="*/ 63635 w 180622"/>
                <a:gd name="connsiteY6" fmla="*/ 1 h 169981"/>
                <a:gd name="connsiteX7" fmla="*/ 37547 w 180622"/>
                <a:gd name="connsiteY7" fmla="*/ 4659 h 169981"/>
                <a:gd name="connsiteX8" fmla="*/ 11426 w 180622"/>
                <a:gd name="connsiteY8" fmla="*/ 23028 h 169981"/>
                <a:gd name="connsiteX9" fmla="*/ 15514 w 180622"/>
                <a:gd name="connsiteY9" fmla="*/ 26381 h 169981"/>
                <a:gd name="connsiteX10" fmla="*/ 39424 w 180622"/>
                <a:gd name="connsiteY10" fmla="*/ 9602 h 169981"/>
                <a:gd name="connsiteX11" fmla="*/ 71589 w 180622"/>
                <a:gd name="connsiteY11" fmla="*/ 5770 h 169981"/>
                <a:gd name="connsiteX12" fmla="*/ 100446 w 180622"/>
                <a:gd name="connsiteY12" fmla="*/ 16484 h 169981"/>
                <a:gd name="connsiteX13" fmla="*/ 118122 w 180622"/>
                <a:gd name="connsiteY13" fmla="*/ 37748 h 169981"/>
                <a:gd name="connsiteX14" fmla="*/ 116890 w 180622"/>
                <a:gd name="connsiteY14" fmla="*/ 68259 h 169981"/>
                <a:gd name="connsiteX15" fmla="*/ 110816 w 180622"/>
                <a:gd name="connsiteY15" fmla="*/ 68251 h 169981"/>
                <a:gd name="connsiteX16" fmla="*/ 57274 w 180622"/>
                <a:gd name="connsiteY16" fmla="*/ 77091 h 169981"/>
                <a:gd name="connsiteX17" fmla="*/ 53466 w 180622"/>
                <a:gd name="connsiteY17" fmla="*/ 77117 h 169981"/>
                <a:gd name="connsiteX18" fmla="*/ 18891 w 180622"/>
                <a:gd name="connsiteY18" fmla="*/ 74061 h 169981"/>
                <a:gd name="connsiteX19" fmla="*/ 7791 w 180622"/>
                <a:gd name="connsiteY19" fmla="*/ 65554 h 169981"/>
                <a:gd name="connsiteX20" fmla="*/ 8004 w 180622"/>
                <a:gd name="connsiteY20" fmla="*/ 39326 h 169981"/>
                <a:gd name="connsiteX21" fmla="*/ 3020 w 180622"/>
                <a:gd name="connsiteY21" fmla="*/ 37564 h 169981"/>
                <a:gd name="connsiteX22" fmla="*/ 3034 w 180622"/>
                <a:gd name="connsiteY22" fmla="*/ 67861 h 169981"/>
                <a:gd name="connsiteX23" fmla="*/ 3053 w 180622"/>
                <a:gd name="connsiteY23" fmla="*/ 67899 h 169981"/>
                <a:gd name="connsiteX24" fmla="*/ 17269 w 180622"/>
                <a:gd name="connsiteY24" fmla="*/ 79093 h 169981"/>
                <a:gd name="connsiteX25" fmla="*/ 54533 w 180622"/>
                <a:gd name="connsiteY25" fmla="*/ 82396 h 169981"/>
                <a:gd name="connsiteX26" fmla="*/ 54092 w 180622"/>
                <a:gd name="connsiteY26" fmla="*/ 98422 h 169981"/>
                <a:gd name="connsiteX27" fmla="*/ 20824 w 180622"/>
                <a:gd name="connsiteY27" fmla="*/ 115501 h 169981"/>
                <a:gd name="connsiteX28" fmla="*/ 832 w 180622"/>
                <a:gd name="connsiteY28" fmla="*/ 133961 h 169981"/>
                <a:gd name="connsiteX29" fmla="*/ 1705 w 180622"/>
                <a:gd name="connsiteY29" fmla="*/ 144487 h 169981"/>
                <a:gd name="connsiteX30" fmla="*/ 8253 w 180622"/>
                <a:gd name="connsiteY30" fmla="*/ 157619 h 169981"/>
                <a:gd name="connsiteX31" fmla="*/ 35902 w 180622"/>
                <a:gd name="connsiteY31" fmla="*/ 169980 h 169981"/>
                <a:gd name="connsiteX32" fmla="*/ 79300 w 180622"/>
                <a:gd name="connsiteY32" fmla="*/ 158375 h 169981"/>
                <a:gd name="connsiteX33" fmla="*/ 112779 w 180622"/>
                <a:gd name="connsiteY33" fmla="*/ 133071 h 169981"/>
                <a:gd name="connsiteX34" fmla="*/ 142926 w 180622"/>
                <a:gd name="connsiteY34" fmla="*/ 130451 h 169981"/>
                <a:gd name="connsiteX35" fmla="*/ 141777 w 180622"/>
                <a:gd name="connsiteY35" fmla="*/ 125291 h 169981"/>
                <a:gd name="connsiteX36" fmla="*/ 116719 w 180622"/>
                <a:gd name="connsiteY36" fmla="*/ 127862 h 169981"/>
                <a:gd name="connsiteX37" fmla="*/ 121654 w 180622"/>
                <a:gd name="connsiteY37" fmla="*/ 118409 h 169981"/>
                <a:gd name="connsiteX38" fmla="*/ 162365 w 180622"/>
                <a:gd name="connsiteY38" fmla="*/ 108994 h 169981"/>
                <a:gd name="connsiteX39" fmla="*/ 175357 w 180622"/>
                <a:gd name="connsiteY39" fmla="*/ 99191 h 169981"/>
                <a:gd name="connsiteX40" fmla="*/ 171900 w 180622"/>
                <a:gd name="connsiteY40" fmla="*/ 109737 h 169981"/>
                <a:gd name="connsiteX41" fmla="*/ 156151 w 180622"/>
                <a:gd name="connsiteY41" fmla="*/ 120750 h 169981"/>
                <a:gd name="connsiteX42" fmla="*/ 158233 w 180622"/>
                <a:gd name="connsiteY42" fmla="*/ 125608 h 169981"/>
                <a:gd name="connsiteX43" fmla="*/ 176078 w 180622"/>
                <a:gd name="connsiteY43" fmla="*/ 112977 h 169981"/>
                <a:gd name="connsiteX44" fmla="*/ 180610 w 180622"/>
                <a:gd name="connsiteY44" fmla="*/ 96992 h 169981"/>
                <a:gd name="connsiteX45" fmla="*/ 103465 w 180622"/>
                <a:gd name="connsiteY45" fmla="*/ 12144 h 169981"/>
                <a:gd name="connsiteX46" fmla="*/ 90789 w 180622"/>
                <a:gd name="connsiteY46" fmla="*/ 5287 h 169981"/>
                <a:gd name="connsiteX47" fmla="*/ 117334 w 180622"/>
                <a:gd name="connsiteY47" fmla="*/ 5287 h 169981"/>
                <a:gd name="connsiteX48" fmla="*/ 175291 w 180622"/>
                <a:gd name="connsiteY48" fmla="*/ 53648 h 169981"/>
                <a:gd name="connsiteX49" fmla="*/ 167417 w 180622"/>
                <a:gd name="connsiteY49" fmla="*/ 71258 h 169981"/>
                <a:gd name="connsiteX50" fmla="*/ 123309 w 180622"/>
                <a:gd name="connsiteY50" fmla="*/ 68252 h 169981"/>
                <a:gd name="connsiteX51" fmla="*/ 123000 w 180622"/>
                <a:gd name="connsiteY51" fmla="*/ 35711 h 169981"/>
                <a:gd name="connsiteX52" fmla="*/ 103465 w 180622"/>
                <a:gd name="connsiteY52" fmla="*/ 12144 h 169981"/>
                <a:gd name="connsiteX53" fmla="*/ 5843 w 180622"/>
                <a:gd name="connsiteY53" fmla="*/ 135644 h 169981"/>
                <a:gd name="connsiteX54" fmla="*/ 46848 w 180622"/>
                <a:gd name="connsiteY54" fmla="*/ 107935 h 169981"/>
                <a:gd name="connsiteX55" fmla="*/ 58540 w 180622"/>
                <a:gd name="connsiteY55" fmla="*/ 102105 h 169981"/>
                <a:gd name="connsiteX56" fmla="*/ 101348 w 180622"/>
                <a:gd name="connsiteY56" fmla="*/ 85449 h 169981"/>
                <a:gd name="connsiteX57" fmla="*/ 110168 w 180622"/>
                <a:gd name="connsiteY57" fmla="*/ 90402 h 169981"/>
                <a:gd name="connsiteX58" fmla="*/ 103932 w 180622"/>
                <a:gd name="connsiteY58" fmla="*/ 114356 h 169981"/>
                <a:gd name="connsiteX59" fmla="*/ 70392 w 180622"/>
                <a:gd name="connsiteY59" fmla="*/ 140511 h 169981"/>
                <a:gd name="connsiteX60" fmla="*/ 29320 w 180622"/>
                <a:gd name="connsiteY60" fmla="*/ 151560 h 169981"/>
                <a:gd name="connsiteX61" fmla="*/ 6435 w 180622"/>
                <a:gd name="connsiteY61" fmla="*/ 142127 h 169981"/>
                <a:gd name="connsiteX62" fmla="*/ 5843 w 180622"/>
                <a:gd name="connsiteY62" fmla="*/ 135644 h 169981"/>
                <a:gd name="connsiteX63" fmla="*/ 76940 w 180622"/>
                <a:gd name="connsiteY63" fmla="*/ 153644 h 169981"/>
                <a:gd name="connsiteX64" fmla="*/ 35868 w 180622"/>
                <a:gd name="connsiteY64" fmla="*/ 164693 h 169981"/>
                <a:gd name="connsiteX65" fmla="*/ 12314 w 180622"/>
                <a:gd name="connsiteY65" fmla="*/ 153918 h 169981"/>
                <a:gd name="connsiteX66" fmla="*/ 28947 w 180622"/>
                <a:gd name="connsiteY66" fmla="*/ 156848 h 169981"/>
                <a:gd name="connsiteX67" fmla="*/ 29353 w 180622"/>
                <a:gd name="connsiteY67" fmla="*/ 156847 h 169981"/>
                <a:gd name="connsiteX68" fmla="*/ 72750 w 180622"/>
                <a:gd name="connsiteY68" fmla="*/ 145242 h 169981"/>
                <a:gd name="connsiteX69" fmla="*/ 108133 w 180622"/>
                <a:gd name="connsiteY69" fmla="*/ 117565 h 169981"/>
                <a:gd name="connsiteX70" fmla="*/ 116047 w 180622"/>
                <a:gd name="connsiteY70" fmla="*/ 102192 h 169981"/>
                <a:gd name="connsiteX71" fmla="*/ 110480 w 180622"/>
                <a:gd name="connsiteY71" fmla="*/ 127489 h 169981"/>
                <a:gd name="connsiteX72" fmla="*/ 76940 w 180622"/>
                <a:gd name="connsiteY72" fmla="*/ 153644 h 169981"/>
                <a:gd name="connsiteX73" fmla="*/ 123058 w 180622"/>
                <a:gd name="connsiteY73" fmla="*/ 113062 h 169981"/>
                <a:gd name="connsiteX74" fmla="*/ 121447 w 180622"/>
                <a:gd name="connsiteY74" fmla="*/ 101176 h 169981"/>
                <a:gd name="connsiteX75" fmla="*/ 114899 w 180622"/>
                <a:gd name="connsiteY75" fmla="*/ 88043 h 169981"/>
                <a:gd name="connsiteX76" fmla="*/ 107018 w 180622"/>
                <a:gd name="connsiteY76" fmla="*/ 81013 h 169981"/>
                <a:gd name="connsiteX77" fmla="*/ 62239 w 180622"/>
                <a:gd name="connsiteY77" fmla="*/ 94342 h 169981"/>
                <a:gd name="connsiteX78" fmla="*/ 61741 w 180622"/>
                <a:gd name="connsiteY78" fmla="*/ 80038 h 169981"/>
                <a:gd name="connsiteX79" fmla="*/ 110802 w 180622"/>
                <a:gd name="connsiteY79" fmla="*/ 73538 h 169981"/>
                <a:gd name="connsiteX80" fmla="*/ 123867 w 180622"/>
                <a:gd name="connsiteY80" fmla="*/ 73538 h 169981"/>
                <a:gd name="connsiteX81" fmla="*/ 172928 w 180622"/>
                <a:gd name="connsiteY81" fmla="*/ 80038 h 169981"/>
                <a:gd name="connsiteX82" fmla="*/ 175291 w 180622"/>
                <a:gd name="connsiteY82" fmla="*/ 86104 h 169981"/>
                <a:gd name="connsiteX83" fmla="*/ 123058 w 180622"/>
                <a:gd name="connsiteY83" fmla="*/ 113062 h 16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80622" h="169981">
                  <a:moveTo>
                    <a:pt x="180610" y="96992"/>
                  </a:moveTo>
                  <a:cubicBezTo>
                    <a:pt x="180528" y="93364"/>
                    <a:pt x="180578" y="89732"/>
                    <a:pt x="180578" y="86104"/>
                  </a:cubicBezTo>
                  <a:cubicBezTo>
                    <a:pt x="180578" y="80722"/>
                    <a:pt x="177661" y="76205"/>
                    <a:pt x="173029" y="73585"/>
                  </a:cubicBezTo>
                  <a:cubicBezTo>
                    <a:pt x="178099" y="68999"/>
                    <a:pt x="180578" y="62435"/>
                    <a:pt x="180578" y="53647"/>
                  </a:cubicBezTo>
                  <a:cubicBezTo>
                    <a:pt x="180578" y="39230"/>
                    <a:pt x="173941" y="25704"/>
                    <a:pt x="161888" y="15560"/>
                  </a:cubicBezTo>
                  <a:cubicBezTo>
                    <a:pt x="149966" y="5526"/>
                    <a:pt x="134143" y="1"/>
                    <a:pt x="117335" y="1"/>
                  </a:cubicBezTo>
                  <a:lnTo>
                    <a:pt x="63635" y="1"/>
                  </a:lnTo>
                  <a:cubicBezTo>
                    <a:pt x="54652" y="-34"/>
                    <a:pt x="45767" y="1539"/>
                    <a:pt x="37547" y="4659"/>
                  </a:cubicBezTo>
                  <a:cubicBezTo>
                    <a:pt x="27047" y="8645"/>
                    <a:pt x="18014" y="14997"/>
                    <a:pt x="11426" y="23028"/>
                  </a:cubicBezTo>
                  <a:cubicBezTo>
                    <a:pt x="9258" y="25670"/>
                    <a:pt x="13345" y="29022"/>
                    <a:pt x="15514" y="26381"/>
                  </a:cubicBezTo>
                  <a:cubicBezTo>
                    <a:pt x="21517" y="19062"/>
                    <a:pt x="29785" y="13260"/>
                    <a:pt x="39424" y="9602"/>
                  </a:cubicBezTo>
                  <a:cubicBezTo>
                    <a:pt x="49612" y="5734"/>
                    <a:pt x="60777" y="4488"/>
                    <a:pt x="71589" y="5770"/>
                  </a:cubicBezTo>
                  <a:cubicBezTo>
                    <a:pt x="82199" y="7027"/>
                    <a:pt x="92178" y="10732"/>
                    <a:pt x="100446" y="16484"/>
                  </a:cubicBezTo>
                  <a:cubicBezTo>
                    <a:pt x="108557" y="22127"/>
                    <a:pt x="114669" y="29479"/>
                    <a:pt x="118122" y="37748"/>
                  </a:cubicBezTo>
                  <a:cubicBezTo>
                    <a:pt x="121916" y="46833"/>
                    <a:pt x="123936" y="60071"/>
                    <a:pt x="116890" y="68259"/>
                  </a:cubicBezTo>
                  <a:cubicBezTo>
                    <a:pt x="114850" y="68259"/>
                    <a:pt x="112812" y="68238"/>
                    <a:pt x="110816" y="68251"/>
                  </a:cubicBezTo>
                  <a:cubicBezTo>
                    <a:pt x="93997" y="68361"/>
                    <a:pt x="67195" y="67170"/>
                    <a:pt x="57274" y="77091"/>
                  </a:cubicBezTo>
                  <a:cubicBezTo>
                    <a:pt x="57274" y="77091"/>
                    <a:pt x="54739" y="77105"/>
                    <a:pt x="53466" y="77117"/>
                  </a:cubicBezTo>
                  <a:cubicBezTo>
                    <a:pt x="42020" y="77216"/>
                    <a:pt x="30187" y="77320"/>
                    <a:pt x="18891" y="74061"/>
                  </a:cubicBezTo>
                  <a:cubicBezTo>
                    <a:pt x="15131" y="72800"/>
                    <a:pt x="10176" y="70304"/>
                    <a:pt x="7791" y="65554"/>
                  </a:cubicBezTo>
                  <a:cubicBezTo>
                    <a:pt x="3484" y="56560"/>
                    <a:pt x="5529" y="46328"/>
                    <a:pt x="8004" y="39326"/>
                  </a:cubicBezTo>
                  <a:cubicBezTo>
                    <a:pt x="9144" y="36104"/>
                    <a:pt x="4159" y="34342"/>
                    <a:pt x="3020" y="37564"/>
                  </a:cubicBezTo>
                  <a:cubicBezTo>
                    <a:pt x="-1012" y="48967"/>
                    <a:pt x="-1006" y="59443"/>
                    <a:pt x="3034" y="67861"/>
                  </a:cubicBezTo>
                  <a:cubicBezTo>
                    <a:pt x="3040" y="67874"/>
                    <a:pt x="3046" y="67886"/>
                    <a:pt x="3053" y="67899"/>
                  </a:cubicBezTo>
                  <a:cubicBezTo>
                    <a:pt x="6254" y="74301"/>
                    <a:pt x="12551" y="77520"/>
                    <a:pt x="17269" y="79093"/>
                  </a:cubicBezTo>
                  <a:cubicBezTo>
                    <a:pt x="29050" y="83040"/>
                    <a:pt x="42281" y="82499"/>
                    <a:pt x="54533" y="82396"/>
                  </a:cubicBezTo>
                  <a:cubicBezTo>
                    <a:pt x="53279" y="87406"/>
                    <a:pt x="54092" y="93313"/>
                    <a:pt x="54092" y="98422"/>
                  </a:cubicBezTo>
                  <a:cubicBezTo>
                    <a:pt x="42961" y="104001"/>
                    <a:pt x="31590" y="109231"/>
                    <a:pt x="20824" y="115501"/>
                  </a:cubicBezTo>
                  <a:cubicBezTo>
                    <a:pt x="13434" y="119805"/>
                    <a:pt x="3738" y="125310"/>
                    <a:pt x="832" y="133961"/>
                  </a:cubicBezTo>
                  <a:cubicBezTo>
                    <a:pt x="-337" y="137441"/>
                    <a:pt x="-43" y="140982"/>
                    <a:pt x="1705" y="144487"/>
                  </a:cubicBezTo>
                  <a:lnTo>
                    <a:pt x="8253" y="157619"/>
                  </a:lnTo>
                  <a:cubicBezTo>
                    <a:pt x="13225" y="167591"/>
                    <a:pt x="25789" y="170057"/>
                    <a:pt x="35902" y="169980"/>
                  </a:cubicBezTo>
                  <a:cubicBezTo>
                    <a:pt x="49048" y="169896"/>
                    <a:pt x="64459" y="165774"/>
                    <a:pt x="79300" y="158375"/>
                  </a:cubicBezTo>
                  <a:cubicBezTo>
                    <a:pt x="93010" y="151538"/>
                    <a:pt x="104776" y="142627"/>
                    <a:pt x="112779" y="133071"/>
                  </a:cubicBezTo>
                  <a:cubicBezTo>
                    <a:pt x="122875" y="133432"/>
                    <a:pt x="133056" y="132648"/>
                    <a:pt x="142926" y="130451"/>
                  </a:cubicBezTo>
                  <a:cubicBezTo>
                    <a:pt x="146262" y="129708"/>
                    <a:pt x="145114" y="124548"/>
                    <a:pt x="141777" y="125291"/>
                  </a:cubicBezTo>
                  <a:cubicBezTo>
                    <a:pt x="133564" y="127119"/>
                    <a:pt x="125128" y="127908"/>
                    <a:pt x="116719" y="127862"/>
                  </a:cubicBezTo>
                  <a:cubicBezTo>
                    <a:pt x="118897" y="124636"/>
                    <a:pt x="120546" y="121469"/>
                    <a:pt x="121654" y="118409"/>
                  </a:cubicBezTo>
                  <a:cubicBezTo>
                    <a:pt x="137116" y="117886"/>
                    <a:pt x="151531" y="114558"/>
                    <a:pt x="162365" y="108994"/>
                  </a:cubicBezTo>
                  <a:cubicBezTo>
                    <a:pt x="167918" y="106142"/>
                    <a:pt x="172289" y="102822"/>
                    <a:pt x="175357" y="99191"/>
                  </a:cubicBezTo>
                  <a:cubicBezTo>
                    <a:pt x="175363" y="103131"/>
                    <a:pt x="174360" y="106566"/>
                    <a:pt x="171900" y="109737"/>
                  </a:cubicBezTo>
                  <a:cubicBezTo>
                    <a:pt x="168570" y="114032"/>
                    <a:pt x="163418" y="117634"/>
                    <a:pt x="156151" y="120750"/>
                  </a:cubicBezTo>
                  <a:cubicBezTo>
                    <a:pt x="153059" y="122074"/>
                    <a:pt x="155194" y="126912"/>
                    <a:pt x="158233" y="125608"/>
                  </a:cubicBezTo>
                  <a:cubicBezTo>
                    <a:pt x="166346" y="122130"/>
                    <a:pt x="172183" y="117998"/>
                    <a:pt x="176078" y="112977"/>
                  </a:cubicBezTo>
                  <a:cubicBezTo>
                    <a:pt x="179806" y="108169"/>
                    <a:pt x="180745" y="102931"/>
                    <a:pt x="180610" y="96992"/>
                  </a:cubicBezTo>
                  <a:close/>
                  <a:moveTo>
                    <a:pt x="103465" y="12144"/>
                  </a:moveTo>
                  <a:cubicBezTo>
                    <a:pt x="99554" y="9424"/>
                    <a:pt x="95297" y="7127"/>
                    <a:pt x="90789" y="5287"/>
                  </a:cubicBezTo>
                  <a:lnTo>
                    <a:pt x="117334" y="5287"/>
                  </a:lnTo>
                  <a:cubicBezTo>
                    <a:pt x="149292" y="5287"/>
                    <a:pt x="175291" y="26982"/>
                    <a:pt x="175291" y="53648"/>
                  </a:cubicBezTo>
                  <a:cubicBezTo>
                    <a:pt x="175291" y="65307"/>
                    <a:pt x="167417" y="71258"/>
                    <a:pt x="167417" y="71258"/>
                  </a:cubicBezTo>
                  <a:cubicBezTo>
                    <a:pt x="155555" y="68596"/>
                    <a:pt x="137635" y="68222"/>
                    <a:pt x="123309" y="68252"/>
                  </a:cubicBezTo>
                  <a:cubicBezTo>
                    <a:pt x="128920" y="58256"/>
                    <a:pt x="126839" y="44906"/>
                    <a:pt x="123000" y="35711"/>
                  </a:cubicBezTo>
                  <a:cubicBezTo>
                    <a:pt x="119158" y="26512"/>
                    <a:pt x="112403" y="18363"/>
                    <a:pt x="103465" y="12144"/>
                  </a:cubicBezTo>
                  <a:close/>
                  <a:moveTo>
                    <a:pt x="5843" y="135644"/>
                  </a:moveTo>
                  <a:cubicBezTo>
                    <a:pt x="8820" y="126781"/>
                    <a:pt x="26443" y="118047"/>
                    <a:pt x="46848" y="107935"/>
                  </a:cubicBezTo>
                  <a:cubicBezTo>
                    <a:pt x="50751" y="106001"/>
                    <a:pt x="54648" y="104057"/>
                    <a:pt x="58540" y="102105"/>
                  </a:cubicBezTo>
                  <a:cubicBezTo>
                    <a:pt x="76183" y="93254"/>
                    <a:pt x="91739" y="85449"/>
                    <a:pt x="101348" y="85449"/>
                  </a:cubicBezTo>
                  <a:cubicBezTo>
                    <a:pt x="105103" y="85449"/>
                    <a:pt x="108439" y="86934"/>
                    <a:pt x="110168" y="90402"/>
                  </a:cubicBezTo>
                  <a:cubicBezTo>
                    <a:pt x="113239" y="96560"/>
                    <a:pt x="111024" y="105067"/>
                    <a:pt x="103932" y="114356"/>
                  </a:cubicBezTo>
                  <a:cubicBezTo>
                    <a:pt x="96435" y="124176"/>
                    <a:pt x="84524" y="133464"/>
                    <a:pt x="70392" y="140511"/>
                  </a:cubicBezTo>
                  <a:cubicBezTo>
                    <a:pt x="56260" y="147557"/>
                    <a:pt x="41674" y="151481"/>
                    <a:pt x="29320" y="151560"/>
                  </a:cubicBezTo>
                  <a:cubicBezTo>
                    <a:pt x="17638" y="151641"/>
                    <a:pt x="9506" y="148285"/>
                    <a:pt x="6435" y="142127"/>
                  </a:cubicBezTo>
                  <a:cubicBezTo>
                    <a:pt x="5321" y="139894"/>
                    <a:pt x="5128" y="137774"/>
                    <a:pt x="5843" y="135644"/>
                  </a:cubicBezTo>
                  <a:close/>
                  <a:moveTo>
                    <a:pt x="76940" y="153644"/>
                  </a:moveTo>
                  <a:cubicBezTo>
                    <a:pt x="62808" y="160690"/>
                    <a:pt x="48222" y="164614"/>
                    <a:pt x="35868" y="164693"/>
                  </a:cubicBezTo>
                  <a:cubicBezTo>
                    <a:pt x="27046" y="164753"/>
                    <a:pt x="16240" y="162923"/>
                    <a:pt x="12314" y="153918"/>
                  </a:cubicBezTo>
                  <a:cubicBezTo>
                    <a:pt x="16830" y="155841"/>
                    <a:pt x="22436" y="156848"/>
                    <a:pt x="28947" y="156848"/>
                  </a:cubicBezTo>
                  <a:cubicBezTo>
                    <a:pt x="29082" y="156848"/>
                    <a:pt x="29218" y="156848"/>
                    <a:pt x="29353" y="156847"/>
                  </a:cubicBezTo>
                  <a:cubicBezTo>
                    <a:pt x="42499" y="156763"/>
                    <a:pt x="57910" y="152642"/>
                    <a:pt x="72750" y="145242"/>
                  </a:cubicBezTo>
                  <a:cubicBezTo>
                    <a:pt x="87591" y="137842"/>
                    <a:pt x="100157" y="128013"/>
                    <a:pt x="108133" y="117565"/>
                  </a:cubicBezTo>
                  <a:cubicBezTo>
                    <a:pt x="112190" y="112251"/>
                    <a:pt x="114841" y="107055"/>
                    <a:pt x="116047" y="102192"/>
                  </a:cubicBezTo>
                  <a:cubicBezTo>
                    <a:pt x="120894" y="110720"/>
                    <a:pt x="115794" y="120528"/>
                    <a:pt x="110480" y="127489"/>
                  </a:cubicBezTo>
                  <a:cubicBezTo>
                    <a:pt x="102983" y="137308"/>
                    <a:pt x="91072" y="146597"/>
                    <a:pt x="76940" y="153644"/>
                  </a:cubicBezTo>
                  <a:close/>
                  <a:moveTo>
                    <a:pt x="123058" y="113062"/>
                  </a:moveTo>
                  <a:cubicBezTo>
                    <a:pt x="123739" y="108740"/>
                    <a:pt x="123216" y="104723"/>
                    <a:pt x="121447" y="101176"/>
                  </a:cubicBezTo>
                  <a:lnTo>
                    <a:pt x="114899" y="88043"/>
                  </a:lnTo>
                  <a:cubicBezTo>
                    <a:pt x="113151" y="84538"/>
                    <a:pt x="110500" y="82173"/>
                    <a:pt x="107018" y="81013"/>
                  </a:cubicBezTo>
                  <a:cubicBezTo>
                    <a:pt x="97080" y="77702"/>
                    <a:pt x="81663" y="84668"/>
                    <a:pt x="62239" y="94342"/>
                  </a:cubicBezTo>
                  <a:cubicBezTo>
                    <a:pt x="59392" y="90323"/>
                    <a:pt x="57824" y="83945"/>
                    <a:pt x="61741" y="80038"/>
                  </a:cubicBezTo>
                  <a:cubicBezTo>
                    <a:pt x="68360" y="73434"/>
                    <a:pt x="88027" y="73483"/>
                    <a:pt x="110802" y="73538"/>
                  </a:cubicBezTo>
                  <a:cubicBezTo>
                    <a:pt x="115094" y="73548"/>
                    <a:pt x="119575" y="73548"/>
                    <a:pt x="123867" y="73538"/>
                  </a:cubicBezTo>
                  <a:cubicBezTo>
                    <a:pt x="146642" y="73480"/>
                    <a:pt x="166309" y="73434"/>
                    <a:pt x="172928" y="80038"/>
                  </a:cubicBezTo>
                  <a:cubicBezTo>
                    <a:pt x="174519" y="81624"/>
                    <a:pt x="175291" y="83608"/>
                    <a:pt x="175291" y="86104"/>
                  </a:cubicBezTo>
                  <a:cubicBezTo>
                    <a:pt x="175292" y="99862"/>
                    <a:pt x="152108" y="111686"/>
                    <a:pt x="123058" y="113062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DECAE796-E312-446E-A70E-0A67BEC8C199}"/>
                </a:ext>
              </a:extLst>
            </p:cNvPr>
            <p:cNvSpPr/>
            <p:nvPr/>
          </p:nvSpPr>
          <p:spPr>
            <a:xfrm>
              <a:off x="5202236" y="5258030"/>
              <a:ext cx="5106" cy="5286"/>
            </a:xfrm>
            <a:custGeom>
              <a:avLst/>
              <a:gdLst>
                <a:gd name="connsiteX0" fmla="*/ 2553 w 5106"/>
                <a:gd name="connsiteY0" fmla="*/ 0 h 5286"/>
                <a:gd name="connsiteX1" fmla="*/ 2553 w 5106"/>
                <a:gd name="connsiteY1" fmla="*/ 5287 h 5286"/>
                <a:gd name="connsiteX2" fmla="*/ 2553 w 5106"/>
                <a:gd name="connsiteY2" fmla="*/ 0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0"/>
                  </a:moveTo>
                  <a:cubicBezTo>
                    <a:pt x="-848" y="0"/>
                    <a:pt x="-854" y="5287"/>
                    <a:pt x="2553" y="5287"/>
                  </a:cubicBezTo>
                  <a:cubicBezTo>
                    <a:pt x="5955" y="5287"/>
                    <a:pt x="5961" y="0"/>
                    <a:pt x="2553" y="0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D3D239CE-CC06-4B16-896B-240D2333411F}"/>
                </a:ext>
              </a:extLst>
            </p:cNvPr>
            <p:cNvSpPr/>
            <p:nvPr/>
          </p:nvSpPr>
          <p:spPr>
            <a:xfrm>
              <a:off x="5219506" y="5266841"/>
              <a:ext cx="5106" cy="5286"/>
            </a:xfrm>
            <a:custGeom>
              <a:avLst/>
              <a:gdLst>
                <a:gd name="connsiteX0" fmla="*/ 2553 w 5106"/>
                <a:gd name="connsiteY0" fmla="*/ 0 h 5286"/>
                <a:gd name="connsiteX1" fmla="*/ 2553 w 5106"/>
                <a:gd name="connsiteY1" fmla="*/ 5287 h 5286"/>
                <a:gd name="connsiteX2" fmla="*/ 2553 w 5106"/>
                <a:gd name="connsiteY2" fmla="*/ 0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0"/>
                  </a:moveTo>
                  <a:cubicBezTo>
                    <a:pt x="-848" y="0"/>
                    <a:pt x="-854" y="5287"/>
                    <a:pt x="2553" y="5287"/>
                  </a:cubicBezTo>
                  <a:cubicBezTo>
                    <a:pt x="5955" y="5287"/>
                    <a:pt x="5961" y="0"/>
                    <a:pt x="2553" y="0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F5D5EE2F-755B-4508-830F-E9B0336674A1}"/>
                </a:ext>
              </a:extLst>
            </p:cNvPr>
            <p:cNvSpPr/>
            <p:nvPr/>
          </p:nvSpPr>
          <p:spPr>
            <a:xfrm>
              <a:off x="5090463" y="5308740"/>
              <a:ext cx="5106" cy="5286"/>
            </a:xfrm>
            <a:custGeom>
              <a:avLst/>
              <a:gdLst>
                <a:gd name="connsiteX0" fmla="*/ 2553 w 5106"/>
                <a:gd name="connsiteY0" fmla="*/ 5287 h 5286"/>
                <a:gd name="connsiteX1" fmla="*/ 2553 w 5106"/>
                <a:gd name="connsiteY1" fmla="*/ 0 h 5286"/>
                <a:gd name="connsiteX2" fmla="*/ 2553 w 5106"/>
                <a:gd name="connsiteY2" fmla="*/ 5287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5287"/>
                  </a:moveTo>
                  <a:cubicBezTo>
                    <a:pt x="5955" y="5287"/>
                    <a:pt x="5961" y="0"/>
                    <a:pt x="2553" y="0"/>
                  </a:cubicBezTo>
                  <a:cubicBezTo>
                    <a:pt x="-848" y="0"/>
                    <a:pt x="-854" y="5287"/>
                    <a:pt x="2553" y="5287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191B3394-7B0A-4745-B677-FE215874F21D}"/>
                </a:ext>
              </a:extLst>
            </p:cNvPr>
            <p:cNvSpPr/>
            <p:nvPr/>
          </p:nvSpPr>
          <p:spPr>
            <a:xfrm>
              <a:off x="5125300" y="5304365"/>
              <a:ext cx="5106" cy="5286"/>
            </a:xfrm>
            <a:custGeom>
              <a:avLst/>
              <a:gdLst>
                <a:gd name="connsiteX0" fmla="*/ 2553 w 5106"/>
                <a:gd name="connsiteY0" fmla="*/ 5287 h 5286"/>
                <a:gd name="connsiteX1" fmla="*/ 2553 w 5106"/>
                <a:gd name="connsiteY1" fmla="*/ 0 h 5286"/>
                <a:gd name="connsiteX2" fmla="*/ 2553 w 5106"/>
                <a:gd name="connsiteY2" fmla="*/ 5287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5287"/>
                  </a:moveTo>
                  <a:cubicBezTo>
                    <a:pt x="5955" y="5287"/>
                    <a:pt x="5961" y="0"/>
                    <a:pt x="2553" y="0"/>
                  </a:cubicBezTo>
                  <a:cubicBezTo>
                    <a:pt x="-848" y="0"/>
                    <a:pt x="-854" y="5287"/>
                    <a:pt x="2553" y="5287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AB69A40B-AF11-464E-AC35-CAC4A510E330}"/>
                </a:ext>
              </a:extLst>
            </p:cNvPr>
            <p:cNvSpPr/>
            <p:nvPr/>
          </p:nvSpPr>
          <p:spPr>
            <a:xfrm>
              <a:off x="5140617" y="5279005"/>
              <a:ext cx="5106" cy="5286"/>
            </a:xfrm>
            <a:custGeom>
              <a:avLst/>
              <a:gdLst>
                <a:gd name="connsiteX0" fmla="*/ 2553 w 5106"/>
                <a:gd name="connsiteY0" fmla="*/ 5287 h 5286"/>
                <a:gd name="connsiteX1" fmla="*/ 2553 w 5106"/>
                <a:gd name="connsiteY1" fmla="*/ 0 h 5286"/>
                <a:gd name="connsiteX2" fmla="*/ 2553 w 5106"/>
                <a:gd name="connsiteY2" fmla="*/ 5287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5287"/>
                  </a:moveTo>
                  <a:cubicBezTo>
                    <a:pt x="5955" y="5287"/>
                    <a:pt x="5961" y="0"/>
                    <a:pt x="2553" y="0"/>
                  </a:cubicBezTo>
                  <a:cubicBezTo>
                    <a:pt x="-848" y="0"/>
                    <a:pt x="-854" y="5287"/>
                    <a:pt x="2553" y="5287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1B437897-831F-42E4-80E9-EA5215241ED5}"/>
                </a:ext>
              </a:extLst>
            </p:cNvPr>
            <p:cNvSpPr/>
            <p:nvPr/>
          </p:nvSpPr>
          <p:spPr>
            <a:xfrm>
              <a:off x="5160003" y="5279184"/>
              <a:ext cx="5106" cy="5286"/>
            </a:xfrm>
            <a:custGeom>
              <a:avLst/>
              <a:gdLst>
                <a:gd name="connsiteX0" fmla="*/ 2553 w 5106"/>
                <a:gd name="connsiteY0" fmla="*/ 5287 h 5286"/>
                <a:gd name="connsiteX1" fmla="*/ 2553 w 5106"/>
                <a:gd name="connsiteY1" fmla="*/ 0 h 5286"/>
                <a:gd name="connsiteX2" fmla="*/ 2553 w 5106"/>
                <a:gd name="connsiteY2" fmla="*/ 5287 h 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6" h="5286">
                  <a:moveTo>
                    <a:pt x="2553" y="5287"/>
                  </a:moveTo>
                  <a:cubicBezTo>
                    <a:pt x="5955" y="5287"/>
                    <a:pt x="5961" y="0"/>
                    <a:pt x="2553" y="0"/>
                  </a:cubicBezTo>
                  <a:cubicBezTo>
                    <a:pt x="-848" y="0"/>
                    <a:pt x="-854" y="5287"/>
                    <a:pt x="2553" y="5287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247" name="Graphic 245">
            <a:extLst>
              <a:ext uri="{FF2B5EF4-FFF2-40B4-BE49-F238E27FC236}">
                <a16:creationId xmlns:a16="http://schemas.microsoft.com/office/drawing/2014/main" id="{E2F1D81B-B04C-4F0E-9BC7-24F5A90BE3A3}"/>
              </a:ext>
            </a:extLst>
          </p:cNvPr>
          <p:cNvGrpSpPr/>
          <p:nvPr/>
        </p:nvGrpSpPr>
        <p:grpSpPr>
          <a:xfrm>
            <a:off x="5646868" y="5397633"/>
            <a:ext cx="181475" cy="181496"/>
            <a:chOff x="5646868" y="5397633"/>
            <a:chExt cx="181475" cy="181496"/>
          </a:xfrm>
          <a:solidFill>
            <a:srgbClr val="FFFFFF"/>
          </a:solidFill>
        </p:grpSpPr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E45ED7-C7AE-403A-A2D7-F7FCB594F76F}"/>
                </a:ext>
              </a:extLst>
            </p:cNvPr>
            <p:cNvSpPr/>
            <p:nvPr/>
          </p:nvSpPr>
          <p:spPr>
            <a:xfrm>
              <a:off x="5646868" y="5397633"/>
              <a:ext cx="181475" cy="181496"/>
            </a:xfrm>
            <a:custGeom>
              <a:avLst/>
              <a:gdLst>
                <a:gd name="connsiteX0" fmla="*/ 169768 w 181475"/>
                <a:gd name="connsiteY0" fmla="*/ 163580 h 181496"/>
                <a:gd name="connsiteX1" fmla="*/ 181476 w 181475"/>
                <a:gd name="connsiteY1" fmla="*/ 146372 h 181496"/>
                <a:gd name="connsiteX2" fmla="*/ 169768 w 181475"/>
                <a:gd name="connsiteY2" fmla="*/ 129164 h 181496"/>
                <a:gd name="connsiteX3" fmla="*/ 169768 w 181475"/>
                <a:gd name="connsiteY3" fmla="*/ 35145 h 181496"/>
                <a:gd name="connsiteX4" fmla="*/ 163914 w 181475"/>
                <a:gd name="connsiteY4" fmla="*/ 35145 h 181496"/>
                <a:gd name="connsiteX5" fmla="*/ 163914 w 181475"/>
                <a:gd name="connsiteY5" fmla="*/ 23437 h 181496"/>
                <a:gd name="connsiteX6" fmla="*/ 152206 w 181475"/>
                <a:gd name="connsiteY6" fmla="*/ 23437 h 181496"/>
                <a:gd name="connsiteX7" fmla="*/ 152206 w 181475"/>
                <a:gd name="connsiteY7" fmla="*/ 11729 h 181496"/>
                <a:gd name="connsiteX8" fmla="*/ 146278 w 181475"/>
                <a:gd name="connsiteY8" fmla="*/ 11729 h 181496"/>
                <a:gd name="connsiteX9" fmla="*/ 146352 w 181475"/>
                <a:gd name="connsiteY9" fmla="*/ 38 h 181496"/>
                <a:gd name="connsiteX10" fmla="*/ 140498 w 181475"/>
                <a:gd name="connsiteY10" fmla="*/ 0 h 181496"/>
                <a:gd name="connsiteX11" fmla="*/ 140424 w 181475"/>
                <a:gd name="connsiteY11" fmla="*/ 11729 h 181496"/>
                <a:gd name="connsiteX12" fmla="*/ 134643 w 181475"/>
                <a:gd name="connsiteY12" fmla="*/ 11729 h 181496"/>
                <a:gd name="connsiteX13" fmla="*/ 134643 w 181475"/>
                <a:gd name="connsiteY13" fmla="*/ 23437 h 181496"/>
                <a:gd name="connsiteX14" fmla="*/ 122935 w 181475"/>
                <a:gd name="connsiteY14" fmla="*/ 23437 h 181496"/>
                <a:gd name="connsiteX15" fmla="*/ 122935 w 181475"/>
                <a:gd name="connsiteY15" fmla="*/ 35145 h 181496"/>
                <a:gd name="connsiteX16" fmla="*/ 117081 w 181475"/>
                <a:gd name="connsiteY16" fmla="*/ 35145 h 181496"/>
                <a:gd name="connsiteX17" fmla="*/ 117081 w 181475"/>
                <a:gd name="connsiteY17" fmla="*/ 60546 h 181496"/>
                <a:gd name="connsiteX18" fmla="*/ 99519 w 181475"/>
                <a:gd name="connsiteY18" fmla="*/ 68800 h 181496"/>
                <a:gd name="connsiteX19" fmla="*/ 99519 w 181475"/>
                <a:gd name="connsiteY19" fmla="*/ 40999 h 181496"/>
                <a:gd name="connsiteX20" fmla="*/ 111227 w 181475"/>
                <a:gd name="connsiteY20" fmla="*/ 40999 h 181496"/>
                <a:gd name="connsiteX21" fmla="*/ 111227 w 181475"/>
                <a:gd name="connsiteY21" fmla="*/ 23437 h 181496"/>
                <a:gd name="connsiteX22" fmla="*/ 96592 w 181475"/>
                <a:gd name="connsiteY22" fmla="*/ 23437 h 181496"/>
                <a:gd name="connsiteX23" fmla="*/ 96592 w 181475"/>
                <a:gd name="connsiteY23" fmla="*/ 11729 h 181496"/>
                <a:gd name="connsiteX24" fmla="*/ 90665 w 181475"/>
                <a:gd name="connsiteY24" fmla="*/ 11729 h 181496"/>
                <a:gd name="connsiteX25" fmla="*/ 90738 w 181475"/>
                <a:gd name="connsiteY25" fmla="*/ 38 h 181496"/>
                <a:gd name="connsiteX26" fmla="*/ 84884 w 181475"/>
                <a:gd name="connsiteY26" fmla="*/ 0 h 181496"/>
                <a:gd name="connsiteX27" fmla="*/ 84811 w 181475"/>
                <a:gd name="connsiteY27" fmla="*/ 11729 h 181496"/>
                <a:gd name="connsiteX28" fmla="*/ 79030 w 181475"/>
                <a:gd name="connsiteY28" fmla="*/ 11729 h 181496"/>
                <a:gd name="connsiteX29" fmla="*/ 79030 w 181475"/>
                <a:gd name="connsiteY29" fmla="*/ 23437 h 181496"/>
                <a:gd name="connsiteX30" fmla="*/ 64395 w 181475"/>
                <a:gd name="connsiteY30" fmla="*/ 23437 h 181496"/>
                <a:gd name="connsiteX31" fmla="*/ 64395 w 181475"/>
                <a:gd name="connsiteY31" fmla="*/ 40999 h 181496"/>
                <a:gd name="connsiteX32" fmla="*/ 76103 w 181475"/>
                <a:gd name="connsiteY32" fmla="*/ 40999 h 181496"/>
                <a:gd name="connsiteX33" fmla="*/ 76103 w 181475"/>
                <a:gd name="connsiteY33" fmla="*/ 97254 h 181496"/>
                <a:gd name="connsiteX34" fmla="*/ 64395 w 181475"/>
                <a:gd name="connsiteY34" fmla="*/ 94327 h 181496"/>
                <a:gd name="connsiteX35" fmla="*/ 64395 w 181475"/>
                <a:gd name="connsiteY35" fmla="*/ 70269 h 181496"/>
                <a:gd name="connsiteX36" fmla="*/ 70249 w 181475"/>
                <a:gd name="connsiteY36" fmla="*/ 70269 h 181496"/>
                <a:gd name="connsiteX37" fmla="*/ 70249 w 181475"/>
                <a:gd name="connsiteY37" fmla="*/ 64415 h 181496"/>
                <a:gd name="connsiteX38" fmla="*/ 52687 w 181475"/>
                <a:gd name="connsiteY38" fmla="*/ 64415 h 181496"/>
                <a:gd name="connsiteX39" fmla="*/ 52687 w 181475"/>
                <a:gd name="connsiteY39" fmla="*/ 46853 h 181496"/>
                <a:gd name="connsiteX40" fmla="*/ 46833 w 181475"/>
                <a:gd name="connsiteY40" fmla="*/ 46853 h 181496"/>
                <a:gd name="connsiteX41" fmla="*/ 46833 w 181475"/>
                <a:gd name="connsiteY41" fmla="*/ 64415 h 181496"/>
                <a:gd name="connsiteX42" fmla="*/ 40978 w 181475"/>
                <a:gd name="connsiteY42" fmla="*/ 64415 h 181496"/>
                <a:gd name="connsiteX43" fmla="*/ 40978 w 181475"/>
                <a:gd name="connsiteY43" fmla="*/ 58561 h 181496"/>
                <a:gd name="connsiteX44" fmla="*/ 35124 w 181475"/>
                <a:gd name="connsiteY44" fmla="*/ 58561 h 181496"/>
                <a:gd name="connsiteX45" fmla="*/ 35124 w 181475"/>
                <a:gd name="connsiteY45" fmla="*/ 64415 h 181496"/>
                <a:gd name="connsiteX46" fmla="*/ 29270 w 181475"/>
                <a:gd name="connsiteY46" fmla="*/ 64415 h 181496"/>
                <a:gd name="connsiteX47" fmla="*/ 29270 w 181475"/>
                <a:gd name="connsiteY47" fmla="*/ 52707 h 181496"/>
                <a:gd name="connsiteX48" fmla="*/ 23416 w 181475"/>
                <a:gd name="connsiteY48" fmla="*/ 52707 h 181496"/>
                <a:gd name="connsiteX49" fmla="*/ 23416 w 181475"/>
                <a:gd name="connsiteY49" fmla="*/ 64415 h 181496"/>
                <a:gd name="connsiteX50" fmla="*/ 5854 w 181475"/>
                <a:gd name="connsiteY50" fmla="*/ 64415 h 181496"/>
                <a:gd name="connsiteX51" fmla="*/ 5854 w 181475"/>
                <a:gd name="connsiteY51" fmla="*/ 70269 h 181496"/>
                <a:gd name="connsiteX52" fmla="*/ 11708 w 181475"/>
                <a:gd name="connsiteY52" fmla="*/ 70269 h 181496"/>
                <a:gd name="connsiteX53" fmla="*/ 11708 w 181475"/>
                <a:gd name="connsiteY53" fmla="*/ 161083 h 181496"/>
                <a:gd name="connsiteX54" fmla="*/ 5854 w 181475"/>
                <a:gd name="connsiteY54" fmla="*/ 172715 h 181496"/>
                <a:gd name="connsiteX55" fmla="*/ 6182 w 181475"/>
                <a:gd name="connsiteY55" fmla="*/ 175642 h 181496"/>
                <a:gd name="connsiteX56" fmla="*/ 0 w 181475"/>
                <a:gd name="connsiteY56" fmla="*/ 175642 h 181496"/>
                <a:gd name="connsiteX57" fmla="*/ 0 w 181475"/>
                <a:gd name="connsiteY57" fmla="*/ 181496 h 181496"/>
                <a:gd name="connsiteX58" fmla="*/ 181476 w 181475"/>
                <a:gd name="connsiteY58" fmla="*/ 181496 h 181496"/>
                <a:gd name="connsiteX59" fmla="*/ 181476 w 181475"/>
                <a:gd name="connsiteY59" fmla="*/ 175642 h 181496"/>
                <a:gd name="connsiteX60" fmla="*/ 169768 w 181475"/>
                <a:gd name="connsiteY60" fmla="*/ 175642 h 181496"/>
                <a:gd name="connsiteX61" fmla="*/ 81957 w 181475"/>
                <a:gd name="connsiteY61" fmla="*/ 159339 h 181496"/>
                <a:gd name="connsiteX62" fmla="*/ 68791 w 181475"/>
                <a:gd name="connsiteY62" fmla="*/ 160056 h 181496"/>
                <a:gd name="connsiteX63" fmla="*/ 52687 w 181475"/>
                <a:gd name="connsiteY63" fmla="*/ 152226 h 181496"/>
                <a:gd name="connsiteX64" fmla="*/ 40978 w 181475"/>
                <a:gd name="connsiteY64" fmla="*/ 155917 h 181496"/>
                <a:gd name="connsiteX65" fmla="*/ 40978 w 181475"/>
                <a:gd name="connsiteY65" fmla="*/ 94508 h 181496"/>
                <a:gd name="connsiteX66" fmla="*/ 81957 w 181475"/>
                <a:gd name="connsiteY66" fmla="*/ 104753 h 181496"/>
                <a:gd name="connsiteX67" fmla="*/ 84164 w 181475"/>
                <a:gd name="connsiteY67" fmla="*/ 99267 h 181496"/>
                <a:gd name="connsiteX68" fmla="*/ 84489 w 181475"/>
                <a:gd name="connsiteY68" fmla="*/ 98457 h 181496"/>
                <a:gd name="connsiteX69" fmla="*/ 128789 w 181475"/>
                <a:gd name="connsiteY69" fmla="*/ 64500 h 181496"/>
                <a:gd name="connsiteX70" fmla="*/ 128789 w 181475"/>
                <a:gd name="connsiteY70" fmla="*/ 165969 h 181496"/>
                <a:gd name="connsiteX71" fmla="*/ 118074 w 181475"/>
                <a:gd name="connsiteY71" fmla="*/ 164028 h 181496"/>
                <a:gd name="connsiteX72" fmla="*/ 99519 w 181475"/>
                <a:gd name="connsiteY72" fmla="*/ 152226 h 181496"/>
                <a:gd name="connsiteX73" fmla="*/ 87811 w 181475"/>
                <a:gd name="connsiteY73" fmla="*/ 155943 h 181496"/>
                <a:gd name="connsiteX74" fmla="*/ 87811 w 181475"/>
                <a:gd name="connsiteY74" fmla="*/ 100181 h 181496"/>
                <a:gd name="connsiteX75" fmla="*/ 140498 w 181475"/>
                <a:gd name="connsiteY75" fmla="*/ 146372 h 181496"/>
                <a:gd name="connsiteX76" fmla="*/ 140498 w 181475"/>
                <a:gd name="connsiteY76" fmla="*/ 157360 h 181496"/>
                <a:gd name="connsiteX77" fmla="*/ 134643 w 181475"/>
                <a:gd name="connsiteY77" fmla="*/ 146372 h 181496"/>
                <a:gd name="connsiteX78" fmla="*/ 143425 w 181475"/>
                <a:gd name="connsiteY78" fmla="*/ 134664 h 181496"/>
                <a:gd name="connsiteX79" fmla="*/ 152206 w 181475"/>
                <a:gd name="connsiteY79" fmla="*/ 146372 h 181496"/>
                <a:gd name="connsiteX80" fmla="*/ 146352 w 181475"/>
                <a:gd name="connsiteY80" fmla="*/ 157360 h 181496"/>
                <a:gd name="connsiteX81" fmla="*/ 146352 w 181475"/>
                <a:gd name="connsiteY81" fmla="*/ 146372 h 181496"/>
                <a:gd name="connsiteX82" fmla="*/ 134643 w 181475"/>
                <a:gd name="connsiteY82" fmla="*/ 170183 h 181496"/>
                <a:gd name="connsiteX83" fmla="*/ 134643 w 181475"/>
                <a:gd name="connsiteY83" fmla="*/ 160387 h 181496"/>
                <a:gd name="connsiteX84" fmla="*/ 140498 w 181475"/>
                <a:gd name="connsiteY84" fmla="*/ 163577 h 181496"/>
                <a:gd name="connsiteX85" fmla="*/ 140498 w 181475"/>
                <a:gd name="connsiteY85" fmla="*/ 175642 h 181496"/>
                <a:gd name="connsiteX86" fmla="*/ 138452 w 181475"/>
                <a:gd name="connsiteY86" fmla="*/ 175642 h 181496"/>
                <a:gd name="connsiteX87" fmla="*/ 134643 w 181475"/>
                <a:gd name="connsiteY87" fmla="*/ 170183 h 181496"/>
                <a:gd name="connsiteX88" fmla="*/ 146352 w 181475"/>
                <a:gd name="connsiteY88" fmla="*/ 163580 h 181496"/>
                <a:gd name="connsiteX89" fmla="*/ 155133 w 181475"/>
                <a:gd name="connsiteY89" fmla="*/ 156865 h 181496"/>
                <a:gd name="connsiteX90" fmla="*/ 163914 w 181475"/>
                <a:gd name="connsiteY90" fmla="*/ 163580 h 181496"/>
                <a:gd name="connsiteX91" fmla="*/ 163914 w 181475"/>
                <a:gd name="connsiteY91" fmla="*/ 175642 h 181496"/>
                <a:gd name="connsiteX92" fmla="*/ 146352 w 181475"/>
                <a:gd name="connsiteY92" fmla="*/ 175642 h 181496"/>
                <a:gd name="connsiteX93" fmla="*/ 175622 w 181475"/>
                <a:gd name="connsiteY93" fmla="*/ 146372 h 181496"/>
                <a:gd name="connsiteX94" fmla="*/ 169768 w 181475"/>
                <a:gd name="connsiteY94" fmla="*/ 157360 h 181496"/>
                <a:gd name="connsiteX95" fmla="*/ 169768 w 181475"/>
                <a:gd name="connsiteY95" fmla="*/ 146372 h 181496"/>
                <a:gd name="connsiteX96" fmla="*/ 163914 w 181475"/>
                <a:gd name="connsiteY96" fmla="*/ 146372 h 181496"/>
                <a:gd name="connsiteX97" fmla="*/ 163914 w 181475"/>
                <a:gd name="connsiteY97" fmla="*/ 157360 h 181496"/>
                <a:gd name="connsiteX98" fmla="*/ 158060 w 181475"/>
                <a:gd name="connsiteY98" fmla="*/ 146372 h 181496"/>
                <a:gd name="connsiteX99" fmla="*/ 166841 w 181475"/>
                <a:gd name="connsiteY99" fmla="*/ 134664 h 181496"/>
                <a:gd name="connsiteX100" fmla="*/ 175622 w 181475"/>
                <a:gd name="connsiteY100" fmla="*/ 146372 h 181496"/>
                <a:gd name="connsiteX101" fmla="*/ 140498 w 181475"/>
                <a:gd name="connsiteY101" fmla="*/ 17583 h 181496"/>
                <a:gd name="connsiteX102" fmla="*/ 146352 w 181475"/>
                <a:gd name="connsiteY102" fmla="*/ 17583 h 181496"/>
                <a:gd name="connsiteX103" fmla="*/ 146352 w 181475"/>
                <a:gd name="connsiteY103" fmla="*/ 23437 h 181496"/>
                <a:gd name="connsiteX104" fmla="*/ 140498 w 181475"/>
                <a:gd name="connsiteY104" fmla="*/ 23437 h 181496"/>
                <a:gd name="connsiteX105" fmla="*/ 128789 w 181475"/>
                <a:gd name="connsiteY105" fmla="*/ 29291 h 181496"/>
                <a:gd name="connsiteX106" fmla="*/ 134643 w 181475"/>
                <a:gd name="connsiteY106" fmla="*/ 29291 h 181496"/>
                <a:gd name="connsiteX107" fmla="*/ 152206 w 181475"/>
                <a:gd name="connsiteY107" fmla="*/ 29291 h 181496"/>
                <a:gd name="connsiteX108" fmla="*/ 158060 w 181475"/>
                <a:gd name="connsiteY108" fmla="*/ 29291 h 181496"/>
                <a:gd name="connsiteX109" fmla="*/ 158060 w 181475"/>
                <a:gd name="connsiteY109" fmla="*/ 35145 h 181496"/>
                <a:gd name="connsiteX110" fmla="*/ 128789 w 181475"/>
                <a:gd name="connsiteY110" fmla="*/ 35145 h 181496"/>
                <a:gd name="connsiteX111" fmla="*/ 122935 w 181475"/>
                <a:gd name="connsiteY111" fmla="*/ 40999 h 181496"/>
                <a:gd name="connsiteX112" fmla="*/ 163914 w 181475"/>
                <a:gd name="connsiteY112" fmla="*/ 40999 h 181496"/>
                <a:gd name="connsiteX113" fmla="*/ 163914 w 181475"/>
                <a:gd name="connsiteY113" fmla="*/ 129164 h 181496"/>
                <a:gd name="connsiteX114" fmla="*/ 155133 w 181475"/>
                <a:gd name="connsiteY114" fmla="*/ 135879 h 181496"/>
                <a:gd name="connsiteX115" fmla="*/ 143425 w 181475"/>
                <a:gd name="connsiteY115" fmla="*/ 128810 h 181496"/>
                <a:gd name="connsiteX116" fmla="*/ 134643 w 181475"/>
                <a:gd name="connsiteY116" fmla="*/ 132355 h 181496"/>
                <a:gd name="connsiteX117" fmla="*/ 134643 w 181475"/>
                <a:gd name="connsiteY117" fmla="*/ 58561 h 181496"/>
                <a:gd name="connsiteX118" fmla="*/ 131716 w 181475"/>
                <a:gd name="connsiteY118" fmla="*/ 58561 h 181496"/>
                <a:gd name="connsiteX119" fmla="*/ 122935 w 181475"/>
                <a:gd name="connsiteY119" fmla="*/ 59255 h 181496"/>
                <a:gd name="connsiteX120" fmla="*/ 84884 w 181475"/>
                <a:gd name="connsiteY120" fmla="*/ 17583 h 181496"/>
                <a:gd name="connsiteX121" fmla="*/ 90738 w 181475"/>
                <a:gd name="connsiteY121" fmla="*/ 17583 h 181496"/>
                <a:gd name="connsiteX122" fmla="*/ 90738 w 181475"/>
                <a:gd name="connsiteY122" fmla="*/ 23437 h 181496"/>
                <a:gd name="connsiteX123" fmla="*/ 84884 w 181475"/>
                <a:gd name="connsiteY123" fmla="*/ 23437 h 181496"/>
                <a:gd name="connsiteX124" fmla="*/ 70249 w 181475"/>
                <a:gd name="connsiteY124" fmla="*/ 29291 h 181496"/>
                <a:gd name="connsiteX125" fmla="*/ 105373 w 181475"/>
                <a:gd name="connsiteY125" fmla="*/ 29291 h 181496"/>
                <a:gd name="connsiteX126" fmla="*/ 105373 w 181475"/>
                <a:gd name="connsiteY126" fmla="*/ 35145 h 181496"/>
                <a:gd name="connsiteX127" fmla="*/ 70249 w 181475"/>
                <a:gd name="connsiteY127" fmla="*/ 35145 h 181496"/>
                <a:gd name="connsiteX128" fmla="*/ 93665 w 181475"/>
                <a:gd name="connsiteY128" fmla="*/ 40999 h 181496"/>
                <a:gd name="connsiteX129" fmla="*/ 93665 w 181475"/>
                <a:gd name="connsiteY129" fmla="*/ 73603 h 181496"/>
                <a:gd name="connsiteX130" fmla="*/ 81957 w 181475"/>
                <a:gd name="connsiteY130" fmla="*/ 89339 h 181496"/>
                <a:gd name="connsiteX131" fmla="*/ 81957 w 181475"/>
                <a:gd name="connsiteY131" fmla="*/ 40999 h 181496"/>
                <a:gd name="connsiteX132" fmla="*/ 17562 w 181475"/>
                <a:gd name="connsiteY132" fmla="*/ 70269 h 181496"/>
                <a:gd name="connsiteX133" fmla="*/ 58541 w 181475"/>
                <a:gd name="connsiteY133" fmla="*/ 70269 h 181496"/>
                <a:gd name="connsiteX134" fmla="*/ 58541 w 181475"/>
                <a:gd name="connsiteY134" fmla="*/ 92863 h 181496"/>
                <a:gd name="connsiteX135" fmla="*/ 35124 w 181475"/>
                <a:gd name="connsiteY135" fmla="*/ 87009 h 181496"/>
                <a:gd name="connsiteX136" fmla="*/ 35124 w 181475"/>
                <a:gd name="connsiteY136" fmla="*/ 162216 h 181496"/>
                <a:gd name="connsiteX137" fmla="*/ 34097 w 181475"/>
                <a:gd name="connsiteY137" fmla="*/ 164081 h 181496"/>
                <a:gd name="connsiteX138" fmla="*/ 32206 w 181475"/>
                <a:gd name="connsiteY138" fmla="*/ 163943 h 181496"/>
                <a:gd name="connsiteX139" fmla="*/ 20489 w 181475"/>
                <a:gd name="connsiteY139" fmla="*/ 158080 h 181496"/>
                <a:gd name="connsiteX140" fmla="*/ 17562 w 181475"/>
                <a:gd name="connsiteY140" fmla="*/ 158376 h 181496"/>
                <a:gd name="connsiteX141" fmla="*/ 11708 w 181475"/>
                <a:gd name="connsiteY141" fmla="*/ 172715 h 181496"/>
                <a:gd name="connsiteX142" fmla="*/ 20489 w 181475"/>
                <a:gd name="connsiteY142" fmla="*/ 163934 h 181496"/>
                <a:gd name="connsiteX143" fmla="*/ 28143 w 181475"/>
                <a:gd name="connsiteY143" fmla="*/ 168404 h 181496"/>
                <a:gd name="connsiteX144" fmla="*/ 29051 w 181475"/>
                <a:gd name="connsiteY144" fmla="*/ 170011 h 181496"/>
                <a:gd name="connsiteX145" fmla="*/ 32197 w 181475"/>
                <a:gd name="connsiteY145" fmla="*/ 169788 h 181496"/>
                <a:gd name="connsiteX146" fmla="*/ 34975 w 181475"/>
                <a:gd name="connsiteY146" fmla="*/ 170295 h 181496"/>
                <a:gd name="connsiteX147" fmla="*/ 37817 w 181475"/>
                <a:gd name="connsiteY147" fmla="*/ 171249 h 181496"/>
                <a:gd name="connsiteX148" fmla="*/ 38704 w 181475"/>
                <a:gd name="connsiteY148" fmla="*/ 168383 h 181496"/>
                <a:gd name="connsiteX149" fmla="*/ 52687 w 181475"/>
                <a:gd name="connsiteY149" fmla="*/ 158080 h 181496"/>
                <a:gd name="connsiteX150" fmla="*/ 65501 w 181475"/>
                <a:gd name="connsiteY150" fmla="*/ 165652 h 181496"/>
                <a:gd name="connsiteX151" fmla="*/ 67331 w 181475"/>
                <a:gd name="connsiteY151" fmla="*/ 168966 h 181496"/>
                <a:gd name="connsiteX152" fmla="*/ 70076 w 181475"/>
                <a:gd name="connsiteY152" fmla="*/ 166361 h 181496"/>
                <a:gd name="connsiteX153" fmla="*/ 82124 w 181475"/>
                <a:gd name="connsiteY153" fmla="*/ 166361 h 181496"/>
                <a:gd name="connsiteX154" fmla="*/ 84869 w 181475"/>
                <a:gd name="connsiteY154" fmla="*/ 168966 h 181496"/>
                <a:gd name="connsiteX155" fmla="*/ 86699 w 181475"/>
                <a:gd name="connsiteY155" fmla="*/ 165652 h 181496"/>
                <a:gd name="connsiteX156" fmla="*/ 99519 w 181475"/>
                <a:gd name="connsiteY156" fmla="*/ 158080 h 181496"/>
                <a:gd name="connsiteX157" fmla="*/ 113431 w 181475"/>
                <a:gd name="connsiteY157" fmla="*/ 168190 h 181496"/>
                <a:gd name="connsiteX158" fmla="*/ 114254 w 181475"/>
                <a:gd name="connsiteY158" fmla="*/ 170716 h 181496"/>
                <a:gd name="connsiteX159" fmla="*/ 116850 w 181475"/>
                <a:gd name="connsiteY159" fmla="*/ 170142 h 181496"/>
                <a:gd name="connsiteX160" fmla="*/ 131649 w 181475"/>
                <a:gd name="connsiteY160" fmla="*/ 175642 h 181496"/>
                <a:gd name="connsiteX161" fmla="*/ 12276 w 181475"/>
                <a:gd name="connsiteY161" fmla="*/ 175642 h 181496"/>
                <a:gd name="connsiteX162" fmla="*/ 11708 w 181475"/>
                <a:gd name="connsiteY162" fmla="*/ 172715 h 181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181475" h="181496">
                  <a:moveTo>
                    <a:pt x="169768" y="163580"/>
                  </a:moveTo>
                  <a:cubicBezTo>
                    <a:pt x="176439" y="161947"/>
                    <a:pt x="181476" y="154855"/>
                    <a:pt x="181476" y="146372"/>
                  </a:cubicBezTo>
                  <a:cubicBezTo>
                    <a:pt x="181476" y="137890"/>
                    <a:pt x="176439" y="130797"/>
                    <a:pt x="169768" y="129164"/>
                  </a:cubicBezTo>
                  <a:lnTo>
                    <a:pt x="169768" y="35145"/>
                  </a:lnTo>
                  <a:lnTo>
                    <a:pt x="163914" y="35145"/>
                  </a:lnTo>
                  <a:lnTo>
                    <a:pt x="163914" y="23437"/>
                  </a:lnTo>
                  <a:lnTo>
                    <a:pt x="152206" y="23437"/>
                  </a:lnTo>
                  <a:lnTo>
                    <a:pt x="152206" y="11729"/>
                  </a:lnTo>
                  <a:lnTo>
                    <a:pt x="146278" y="11729"/>
                  </a:lnTo>
                  <a:lnTo>
                    <a:pt x="146352" y="38"/>
                  </a:lnTo>
                  <a:lnTo>
                    <a:pt x="140498" y="0"/>
                  </a:lnTo>
                  <a:lnTo>
                    <a:pt x="140424" y="11729"/>
                  </a:lnTo>
                  <a:lnTo>
                    <a:pt x="134643" y="11729"/>
                  </a:lnTo>
                  <a:lnTo>
                    <a:pt x="134643" y="23437"/>
                  </a:lnTo>
                  <a:lnTo>
                    <a:pt x="122935" y="23437"/>
                  </a:lnTo>
                  <a:lnTo>
                    <a:pt x="122935" y="35145"/>
                  </a:lnTo>
                  <a:lnTo>
                    <a:pt x="117081" y="35145"/>
                  </a:lnTo>
                  <a:lnTo>
                    <a:pt x="117081" y="60546"/>
                  </a:lnTo>
                  <a:cubicBezTo>
                    <a:pt x="110735" y="62270"/>
                    <a:pt x="104794" y="65065"/>
                    <a:pt x="99519" y="68800"/>
                  </a:cubicBezTo>
                  <a:lnTo>
                    <a:pt x="99519" y="40999"/>
                  </a:lnTo>
                  <a:lnTo>
                    <a:pt x="111227" y="40999"/>
                  </a:lnTo>
                  <a:lnTo>
                    <a:pt x="111227" y="23437"/>
                  </a:lnTo>
                  <a:lnTo>
                    <a:pt x="96592" y="23437"/>
                  </a:lnTo>
                  <a:lnTo>
                    <a:pt x="96592" y="11729"/>
                  </a:lnTo>
                  <a:lnTo>
                    <a:pt x="90665" y="11729"/>
                  </a:lnTo>
                  <a:lnTo>
                    <a:pt x="90738" y="38"/>
                  </a:lnTo>
                  <a:lnTo>
                    <a:pt x="84884" y="0"/>
                  </a:lnTo>
                  <a:lnTo>
                    <a:pt x="84811" y="11729"/>
                  </a:lnTo>
                  <a:lnTo>
                    <a:pt x="79030" y="11729"/>
                  </a:lnTo>
                  <a:lnTo>
                    <a:pt x="79030" y="23437"/>
                  </a:lnTo>
                  <a:lnTo>
                    <a:pt x="64395" y="23437"/>
                  </a:lnTo>
                  <a:lnTo>
                    <a:pt x="64395" y="40999"/>
                  </a:lnTo>
                  <a:lnTo>
                    <a:pt x="76103" y="40999"/>
                  </a:lnTo>
                  <a:lnTo>
                    <a:pt x="76103" y="97254"/>
                  </a:lnTo>
                  <a:lnTo>
                    <a:pt x="64395" y="94327"/>
                  </a:lnTo>
                  <a:lnTo>
                    <a:pt x="64395" y="70269"/>
                  </a:lnTo>
                  <a:lnTo>
                    <a:pt x="70249" y="70269"/>
                  </a:lnTo>
                  <a:lnTo>
                    <a:pt x="70249" y="64415"/>
                  </a:lnTo>
                  <a:lnTo>
                    <a:pt x="52687" y="64415"/>
                  </a:lnTo>
                  <a:lnTo>
                    <a:pt x="52687" y="46853"/>
                  </a:lnTo>
                  <a:lnTo>
                    <a:pt x="46833" y="46853"/>
                  </a:lnTo>
                  <a:lnTo>
                    <a:pt x="46833" y="64415"/>
                  </a:lnTo>
                  <a:lnTo>
                    <a:pt x="40978" y="64415"/>
                  </a:lnTo>
                  <a:lnTo>
                    <a:pt x="40978" y="58561"/>
                  </a:lnTo>
                  <a:lnTo>
                    <a:pt x="35124" y="58561"/>
                  </a:lnTo>
                  <a:lnTo>
                    <a:pt x="35124" y="64415"/>
                  </a:lnTo>
                  <a:lnTo>
                    <a:pt x="29270" y="64415"/>
                  </a:lnTo>
                  <a:lnTo>
                    <a:pt x="29270" y="52707"/>
                  </a:lnTo>
                  <a:lnTo>
                    <a:pt x="23416" y="52707"/>
                  </a:lnTo>
                  <a:lnTo>
                    <a:pt x="23416" y="64415"/>
                  </a:lnTo>
                  <a:lnTo>
                    <a:pt x="5854" y="64415"/>
                  </a:lnTo>
                  <a:lnTo>
                    <a:pt x="5854" y="70269"/>
                  </a:lnTo>
                  <a:lnTo>
                    <a:pt x="11708" y="70269"/>
                  </a:lnTo>
                  <a:lnTo>
                    <a:pt x="11708" y="161083"/>
                  </a:lnTo>
                  <a:cubicBezTo>
                    <a:pt x="8175" y="163756"/>
                    <a:pt x="5854" y="167953"/>
                    <a:pt x="5854" y="172715"/>
                  </a:cubicBezTo>
                  <a:cubicBezTo>
                    <a:pt x="5854" y="173705"/>
                    <a:pt x="5986" y="174679"/>
                    <a:pt x="6182" y="175642"/>
                  </a:cubicBezTo>
                  <a:lnTo>
                    <a:pt x="0" y="175642"/>
                  </a:lnTo>
                  <a:lnTo>
                    <a:pt x="0" y="181496"/>
                  </a:lnTo>
                  <a:lnTo>
                    <a:pt x="181476" y="181496"/>
                  </a:lnTo>
                  <a:lnTo>
                    <a:pt x="181476" y="175642"/>
                  </a:lnTo>
                  <a:lnTo>
                    <a:pt x="169768" y="175642"/>
                  </a:lnTo>
                  <a:close/>
                  <a:moveTo>
                    <a:pt x="81957" y="159339"/>
                  </a:moveTo>
                  <a:cubicBezTo>
                    <a:pt x="77774" y="157527"/>
                    <a:pt x="72743" y="157755"/>
                    <a:pt x="68791" y="160056"/>
                  </a:cubicBezTo>
                  <a:cubicBezTo>
                    <a:pt x="64942" y="155159"/>
                    <a:pt x="59024" y="152226"/>
                    <a:pt x="52687" y="152226"/>
                  </a:cubicBezTo>
                  <a:cubicBezTo>
                    <a:pt x="48360" y="152226"/>
                    <a:pt x="44327" y="153587"/>
                    <a:pt x="40978" y="155917"/>
                  </a:cubicBezTo>
                  <a:lnTo>
                    <a:pt x="40978" y="94508"/>
                  </a:lnTo>
                  <a:lnTo>
                    <a:pt x="81957" y="104753"/>
                  </a:lnTo>
                  <a:close/>
                  <a:moveTo>
                    <a:pt x="84164" y="99267"/>
                  </a:moveTo>
                  <a:lnTo>
                    <a:pt x="84489" y="98457"/>
                  </a:lnTo>
                  <a:cubicBezTo>
                    <a:pt x="90952" y="79027"/>
                    <a:pt x="108534" y="65680"/>
                    <a:pt x="128789" y="64500"/>
                  </a:cubicBezTo>
                  <a:lnTo>
                    <a:pt x="128789" y="165969"/>
                  </a:lnTo>
                  <a:cubicBezTo>
                    <a:pt x="125532" y="164411"/>
                    <a:pt x="121864" y="163659"/>
                    <a:pt x="118074" y="164028"/>
                  </a:cubicBezTo>
                  <a:cubicBezTo>
                    <a:pt x="114740" y="156877"/>
                    <a:pt x="107568" y="152226"/>
                    <a:pt x="99519" y="152226"/>
                  </a:cubicBezTo>
                  <a:cubicBezTo>
                    <a:pt x="95254" y="152226"/>
                    <a:pt x="91195" y="153581"/>
                    <a:pt x="87811" y="155943"/>
                  </a:cubicBezTo>
                  <a:lnTo>
                    <a:pt x="87811" y="100181"/>
                  </a:lnTo>
                  <a:close/>
                  <a:moveTo>
                    <a:pt x="140498" y="146372"/>
                  </a:moveTo>
                  <a:lnTo>
                    <a:pt x="140498" y="157360"/>
                  </a:lnTo>
                  <a:cubicBezTo>
                    <a:pt x="137099" y="155744"/>
                    <a:pt x="134643" y="151453"/>
                    <a:pt x="134643" y="146372"/>
                  </a:cubicBezTo>
                  <a:cubicBezTo>
                    <a:pt x="134643" y="139915"/>
                    <a:pt x="138583" y="134664"/>
                    <a:pt x="143425" y="134664"/>
                  </a:cubicBezTo>
                  <a:cubicBezTo>
                    <a:pt x="148266" y="134664"/>
                    <a:pt x="152206" y="139915"/>
                    <a:pt x="152206" y="146372"/>
                  </a:cubicBezTo>
                  <a:cubicBezTo>
                    <a:pt x="152206" y="151453"/>
                    <a:pt x="149750" y="155744"/>
                    <a:pt x="146352" y="157360"/>
                  </a:cubicBezTo>
                  <a:lnTo>
                    <a:pt x="146352" y="146372"/>
                  </a:lnTo>
                  <a:close/>
                  <a:moveTo>
                    <a:pt x="134643" y="170183"/>
                  </a:moveTo>
                  <a:lnTo>
                    <a:pt x="134643" y="160387"/>
                  </a:lnTo>
                  <a:cubicBezTo>
                    <a:pt x="136347" y="161929"/>
                    <a:pt x="138331" y="163047"/>
                    <a:pt x="140498" y="163577"/>
                  </a:cubicBezTo>
                  <a:lnTo>
                    <a:pt x="140498" y="175642"/>
                  </a:lnTo>
                  <a:lnTo>
                    <a:pt x="138452" y="175642"/>
                  </a:lnTo>
                  <a:cubicBezTo>
                    <a:pt x="137474" y="173596"/>
                    <a:pt x="136189" y="171767"/>
                    <a:pt x="134643" y="170183"/>
                  </a:cubicBezTo>
                  <a:close/>
                  <a:moveTo>
                    <a:pt x="146352" y="163580"/>
                  </a:moveTo>
                  <a:cubicBezTo>
                    <a:pt x="149928" y="162705"/>
                    <a:pt x="153019" y="160249"/>
                    <a:pt x="155133" y="156865"/>
                  </a:cubicBezTo>
                  <a:cubicBezTo>
                    <a:pt x="157246" y="160252"/>
                    <a:pt x="160337" y="162705"/>
                    <a:pt x="163914" y="163580"/>
                  </a:cubicBezTo>
                  <a:lnTo>
                    <a:pt x="163914" y="175642"/>
                  </a:lnTo>
                  <a:lnTo>
                    <a:pt x="146352" y="175642"/>
                  </a:lnTo>
                  <a:close/>
                  <a:moveTo>
                    <a:pt x="175622" y="146372"/>
                  </a:moveTo>
                  <a:cubicBezTo>
                    <a:pt x="175622" y="151453"/>
                    <a:pt x="173166" y="155744"/>
                    <a:pt x="169768" y="157360"/>
                  </a:cubicBezTo>
                  <a:lnTo>
                    <a:pt x="169768" y="146372"/>
                  </a:lnTo>
                  <a:lnTo>
                    <a:pt x="163914" y="146372"/>
                  </a:lnTo>
                  <a:lnTo>
                    <a:pt x="163914" y="157360"/>
                  </a:lnTo>
                  <a:cubicBezTo>
                    <a:pt x="160515" y="155744"/>
                    <a:pt x="158060" y="151453"/>
                    <a:pt x="158060" y="146372"/>
                  </a:cubicBezTo>
                  <a:cubicBezTo>
                    <a:pt x="158060" y="139915"/>
                    <a:pt x="161999" y="134664"/>
                    <a:pt x="166841" y="134664"/>
                  </a:cubicBezTo>
                  <a:cubicBezTo>
                    <a:pt x="171682" y="134664"/>
                    <a:pt x="175622" y="139915"/>
                    <a:pt x="175622" y="146372"/>
                  </a:cubicBezTo>
                  <a:close/>
                  <a:moveTo>
                    <a:pt x="140498" y="17583"/>
                  </a:moveTo>
                  <a:lnTo>
                    <a:pt x="146352" y="17583"/>
                  </a:lnTo>
                  <a:lnTo>
                    <a:pt x="146352" y="23437"/>
                  </a:lnTo>
                  <a:lnTo>
                    <a:pt x="140498" y="23437"/>
                  </a:lnTo>
                  <a:close/>
                  <a:moveTo>
                    <a:pt x="128789" y="29291"/>
                  </a:moveTo>
                  <a:lnTo>
                    <a:pt x="134643" y="29291"/>
                  </a:lnTo>
                  <a:lnTo>
                    <a:pt x="152206" y="29291"/>
                  </a:lnTo>
                  <a:lnTo>
                    <a:pt x="158060" y="29291"/>
                  </a:lnTo>
                  <a:lnTo>
                    <a:pt x="158060" y="35145"/>
                  </a:lnTo>
                  <a:lnTo>
                    <a:pt x="128789" y="35145"/>
                  </a:lnTo>
                  <a:close/>
                  <a:moveTo>
                    <a:pt x="122935" y="40999"/>
                  </a:moveTo>
                  <a:lnTo>
                    <a:pt x="163914" y="40999"/>
                  </a:lnTo>
                  <a:lnTo>
                    <a:pt x="163914" y="129164"/>
                  </a:lnTo>
                  <a:cubicBezTo>
                    <a:pt x="160337" y="130039"/>
                    <a:pt x="157246" y="132495"/>
                    <a:pt x="155133" y="135879"/>
                  </a:cubicBezTo>
                  <a:cubicBezTo>
                    <a:pt x="152460" y="131599"/>
                    <a:pt x="148213" y="128810"/>
                    <a:pt x="143425" y="128810"/>
                  </a:cubicBezTo>
                  <a:cubicBezTo>
                    <a:pt x="140129" y="128810"/>
                    <a:pt x="137093" y="130142"/>
                    <a:pt x="134643" y="132355"/>
                  </a:cubicBezTo>
                  <a:lnTo>
                    <a:pt x="134643" y="58561"/>
                  </a:lnTo>
                  <a:lnTo>
                    <a:pt x="131716" y="58561"/>
                  </a:lnTo>
                  <a:cubicBezTo>
                    <a:pt x="128740" y="58561"/>
                    <a:pt x="125807" y="58798"/>
                    <a:pt x="122935" y="59255"/>
                  </a:cubicBezTo>
                  <a:close/>
                  <a:moveTo>
                    <a:pt x="84884" y="17583"/>
                  </a:moveTo>
                  <a:lnTo>
                    <a:pt x="90738" y="17583"/>
                  </a:lnTo>
                  <a:lnTo>
                    <a:pt x="90738" y="23437"/>
                  </a:lnTo>
                  <a:lnTo>
                    <a:pt x="84884" y="23437"/>
                  </a:lnTo>
                  <a:close/>
                  <a:moveTo>
                    <a:pt x="70249" y="29291"/>
                  </a:moveTo>
                  <a:lnTo>
                    <a:pt x="105373" y="29291"/>
                  </a:lnTo>
                  <a:lnTo>
                    <a:pt x="105373" y="35145"/>
                  </a:lnTo>
                  <a:lnTo>
                    <a:pt x="70249" y="35145"/>
                  </a:lnTo>
                  <a:close/>
                  <a:moveTo>
                    <a:pt x="93665" y="40999"/>
                  </a:moveTo>
                  <a:lnTo>
                    <a:pt x="93665" y="73603"/>
                  </a:lnTo>
                  <a:cubicBezTo>
                    <a:pt x="88909" y="78058"/>
                    <a:pt x="84922" y="83359"/>
                    <a:pt x="81957" y="89339"/>
                  </a:cubicBezTo>
                  <a:lnTo>
                    <a:pt x="81957" y="40999"/>
                  </a:lnTo>
                  <a:close/>
                  <a:moveTo>
                    <a:pt x="17562" y="70269"/>
                  </a:moveTo>
                  <a:lnTo>
                    <a:pt x="58541" y="70269"/>
                  </a:lnTo>
                  <a:lnTo>
                    <a:pt x="58541" y="92863"/>
                  </a:lnTo>
                  <a:lnTo>
                    <a:pt x="35124" y="87009"/>
                  </a:lnTo>
                  <a:lnTo>
                    <a:pt x="35124" y="162216"/>
                  </a:lnTo>
                  <a:cubicBezTo>
                    <a:pt x="34764" y="162825"/>
                    <a:pt x="34398" y="163431"/>
                    <a:pt x="34097" y="164081"/>
                  </a:cubicBezTo>
                  <a:cubicBezTo>
                    <a:pt x="33482" y="163996"/>
                    <a:pt x="32856" y="163949"/>
                    <a:pt x="32206" y="163943"/>
                  </a:cubicBezTo>
                  <a:cubicBezTo>
                    <a:pt x="29461" y="160287"/>
                    <a:pt x="25123" y="158080"/>
                    <a:pt x="20489" y="158080"/>
                  </a:cubicBezTo>
                  <a:cubicBezTo>
                    <a:pt x="19488" y="158080"/>
                    <a:pt x="18508" y="158183"/>
                    <a:pt x="17562" y="158376"/>
                  </a:cubicBezTo>
                  <a:close/>
                  <a:moveTo>
                    <a:pt x="11708" y="172715"/>
                  </a:moveTo>
                  <a:cubicBezTo>
                    <a:pt x="11708" y="167874"/>
                    <a:pt x="15648" y="163934"/>
                    <a:pt x="20489" y="163934"/>
                  </a:cubicBezTo>
                  <a:cubicBezTo>
                    <a:pt x="23653" y="163934"/>
                    <a:pt x="26586" y="165647"/>
                    <a:pt x="28143" y="168404"/>
                  </a:cubicBezTo>
                  <a:lnTo>
                    <a:pt x="29051" y="170011"/>
                  </a:lnTo>
                  <a:lnTo>
                    <a:pt x="32197" y="169788"/>
                  </a:lnTo>
                  <a:cubicBezTo>
                    <a:pt x="33058" y="169788"/>
                    <a:pt x="33965" y="169955"/>
                    <a:pt x="34975" y="170295"/>
                  </a:cubicBezTo>
                  <a:lnTo>
                    <a:pt x="37817" y="171249"/>
                  </a:lnTo>
                  <a:lnTo>
                    <a:pt x="38704" y="168383"/>
                  </a:lnTo>
                  <a:cubicBezTo>
                    <a:pt x="40610" y="162222"/>
                    <a:pt x="46230" y="158080"/>
                    <a:pt x="52687" y="158080"/>
                  </a:cubicBezTo>
                  <a:cubicBezTo>
                    <a:pt x="58011" y="158080"/>
                    <a:pt x="62922" y="160981"/>
                    <a:pt x="65501" y="165652"/>
                  </a:cubicBezTo>
                  <a:lnTo>
                    <a:pt x="67331" y="168966"/>
                  </a:lnTo>
                  <a:lnTo>
                    <a:pt x="70076" y="166361"/>
                  </a:lnTo>
                  <a:cubicBezTo>
                    <a:pt x="73378" y="163235"/>
                    <a:pt x="78822" y="163235"/>
                    <a:pt x="82124" y="166361"/>
                  </a:cubicBezTo>
                  <a:lnTo>
                    <a:pt x="84869" y="168966"/>
                  </a:lnTo>
                  <a:lnTo>
                    <a:pt x="86699" y="165652"/>
                  </a:lnTo>
                  <a:cubicBezTo>
                    <a:pt x="89283" y="160981"/>
                    <a:pt x="94195" y="158080"/>
                    <a:pt x="99519" y="158080"/>
                  </a:cubicBezTo>
                  <a:cubicBezTo>
                    <a:pt x="105874" y="158080"/>
                    <a:pt x="111464" y="162143"/>
                    <a:pt x="113431" y="168190"/>
                  </a:cubicBezTo>
                  <a:lnTo>
                    <a:pt x="114254" y="170716"/>
                  </a:lnTo>
                  <a:lnTo>
                    <a:pt x="116850" y="170142"/>
                  </a:lnTo>
                  <a:cubicBezTo>
                    <a:pt x="122637" y="168858"/>
                    <a:pt x="128312" y="171243"/>
                    <a:pt x="131649" y="175642"/>
                  </a:cubicBezTo>
                  <a:lnTo>
                    <a:pt x="12276" y="175642"/>
                  </a:lnTo>
                  <a:cubicBezTo>
                    <a:pt x="11942" y="174700"/>
                    <a:pt x="11708" y="173725"/>
                    <a:pt x="11708" y="172715"/>
                  </a:cubicBez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EA728E7C-AA16-41A3-A794-7F4CFEBB061C}"/>
                </a:ext>
              </a:extLst>
            </p:cNvPr>
            <p:cNvSpPr/>
            <p:nvPr/>
          </p:nvSpPr>
          <p:spPr>
            <a:xfrm>
              <a:off x="5693700" y="5473756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D480423E-124C-4660-BD08-0F57E58B43F8}"/>
                </a:ext>
              </a:extLst>
            </p:cNvPr>
            <p:cNvSpPr/>
            <p:nvPr/>
          </p:nvSpPr>
          <p:spPr>
            <a:xfrm>
              <a:off x="5670284" y="5473756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54E82EEE-8094-4BD0-8BBC-9E3EC44DDEEF}"/>
                </a:ext>
              </a:extLst>
            </p:cNvPr>
            <p:cNvSpPr/>
            <p:nvPr/>
          </p:nvSpPr>
          <p:spPr>
            <a:xfrm>
              <a:off x="5681992" y="5473756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2C630CC0-9C05-4BF5-9854-A0DB328B4A8F}"/>
                </a:ext>
              </a:extLst>
            </p:cNvPr>
            <p:cNvSpPr/>
            <p:nvPr/>
          </p:nvSpPr>
          <p:spPr>
            <a:xfrm>
              <a:off x="5670284" y="5520589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FB6A4B-31A5-4534-8620-33ED06C628AE}"/>
                </a:ext>
              </a:extLst>
            </p:cNvPr>
            <p:cNvSpPr/>
            <p:nvPr/>
          </p:nvSpPr>
          <p:spPr>
            <a:xfrm>
              <a:off x="5670284" y="5508881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D3D85ADA-B164-4FF0-AD7D-2125F1E16B2B}"/>
                </a:ext>
              </a:extLst>
            </p:cNvPr>
            <p:cNvSpPr/>
            <p:nvPr/>
          </p:nvSpPr>
          <p:spPr>
            <a:xfrm>
              <a:off x="5670284" y="5497173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37256236-97CC-4B22-B26D-2F4EFF0AE29F}"/>
                </a:ext>
              </a:extLst>
            </p:cNvPr>
            <p:cNvSpPr/>
            <p:nvPr/>
          </p:nvSpPr>
          <p:spPr>
            <a:xfrm>
              <a:off x="5670284" y="553229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FA025466-D7EB-4269-B3A1-E75AD62D161A}"/>
                </a:ext>
              </a:extLst>
            </p:cNvPr>
            <p:cNvSpPr/>
            <p:nvPr/>
          </p:nvSpPr>
          <p:spPr>
            <a:xfrm>
              <a:off x="5670284" y="5485464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07EAB288-B173-4079-8C79-D57CEE5AB848}"/>
                </a:ext>
              </a:extLst>
            </p:cNvPr>
            <p:cNvSpPr/>
            <p:nvPr/>
          </p:nvSpPr>
          <p:spPr>
            <a:xfrm>
              <a:off x="5670284" y="554400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99B25CE3-A808-4AF3-B260-853839176FCC}"/>
                </a:ext>
              </a:extLst>
            </p:cNvPr>
            <p:cNvSpPr/>
            <p:nvPr/>
          </p:nvSpPr>
          <p:spPr>
            <a:xfrm>
              <a:off x="5799073" y="5444486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5922F9EA-ACF0-4247-8C5F-86DC6F328490}"/>
                </a:ext>
              </a:extLst>
            </p:cNvPr>
            <p:cNvSpPr/>
            <p:nvPr/>
          </p:nvSpPr>
          <p:spPr>
            <a:xfrm>
              <a:off x="5787365" y="5444486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1632765-D34B-45B3-9ACF-908BFB33DAE3}"/>
                </a:ext>
              </a:extLst>
            </p:cNvPr>
            <p:cNvSpPr/>
            <p:nvPr/>
          </p:nvSpPr>
          <p:spPr>
            <a:xfrm>
              <a:off x="5775657" y="5444486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045D44E-16AF-4E50-A00F-43488AA13936}"/>
                </a:ext>
              </a:extLst>
            </p:cNvPr>
            <p:cNvSpPr/>
            <p:nvPr/>
          </p:nvSpPr>
          <p:spPr>
            <a:xfrm>
              <a:off x="5693700" y="5538151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C3A6060-C4FC-4946-B414-FCDB759B4496}"/>
                </a:ext>
              </a:extLst>
            </p:cNvPr>
            <p:cNvSpPr/>
            <p:nvPr/>
          </p:nvSpPr>
          <p:spPr>
            <a:xfrm>
              <a:off x="5693700" y="5526443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47B4B4A-C970-457E-A10F-523E50F1B1DF}"/>
                </a:ext>
              </a:extLst>
            </p:cNvPr>
            <p:cNvSpPr/>
            <p:nvPr/>
          </p:nvSpPr>
          <p:spPr>
            <a:xfrm>
              <a:off x="5693700" y="551473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195A5A7E-9A7A-4BFD-8EC0-F1535CC31004}"/>
                </a:ext>
              </a:extLst>
            </p:cNvPr>
            <p:cNvSpPr/>
            <p:nvPr/>
          </p:nvSpPr>
          <p:spPr>
            <a:xfrm>
              <a:off x="5693700" y="550302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1CD624B-CAE8-4854-BFDC-5C836F959CBA}"/>
                </a:ext>
              </a:extLst>
            </p:cNvPr>
            <p:cNvSpPr/>
            <p:nvPr/>
          </p:nvSpPr>
          <p:spPr>
            <a:xfrm>
              <a:off x="5705408" y="550302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CB58493-58BA-49CB-B31A-2B22E30105F9}"/>
                </a:ext>
              </a:extLst>
            </p:cNvPr>
            <p:cNvSpPr/>
            <p:nvPr/>
          </p:nvSpPr>
          <p:spPr>
            <a:xfrm>
              <a:off x="5705408" y="551473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DE7F2D41-C67D-48C7-8616-D1F3382B724B}"/>
                </a:ext>
              </a:extLst>
            </p:cNvPr>
            <p:cNvSpPr/>
            <p:nvPr/>
          </p:nvSpPr>
          <p:spPr>
            <a:xfrm>
              <a:off x="5705408" y="5538151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F1554914-277C-4CBF-8443-E194A321252B}"/>
                </a:ext>
              </a:extLst>
            </p:cNvPr>
            <p:cNvSpPr/>
            <p:nvPr/>
          </p:nvSpPr>
          <p:spPr>
            <a:xfrm>
              <a:off x="5705408" y="5526443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2F59C2AD-8FD2-4DE2-9E9D-8A3E7CFEB776}"/>
                </a:ext>
              </a:extLst>
            </p:cNvPr>
            <p:cNvSpPr/>
            <p:nvPr/>
          </p:nvSpPr>
          <p:spPr>
            <a:xfrm>
              <a:off x="5717116" y="5538151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E846EE2-7DC4-4BF6-BF5A-9EAF096CA8E8}"/>
                </a:ext>
              </a:extLst>
            </p:cNvPr>
            <p:cNvSpPr/>
            <p:nvPr/>
          </p:nvSpPr>
          <p:spPr>
            <a:xfrm>
              <a:off x="5717116" y="551473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3F502395-45A1-4F07-AB98-EA93C158EDAD}"/>
                </a:ext>
              </a:extLst>
            </p:cNvPr>
            <p:cNvSpPr/>
            <p:nvPr/>
          </p:nvSpPr>
          <p:spPr>
            <a:xfrm>
              <a:off x="5717116" y="550302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20F5303F-B636-4EEC-877D-4B40846ED204}"/>
                </a:ext>
              </a:extLst>
            </p:cNvPr>
            <p:cNvSpPr/>
            <p:nvPr/>
          </p:nvSpPr>
          <p:spPr>
            <a:xfrm>
              <a:off x="5717116" y="5526443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D2A2654A-8247-4946-B86D-59C3D98A0762}"/>
                </a:ext>
              </a:extLst>
            </p:cNvPr>
            <p:cNvSpPr/>
            <p:nvPr/>
          </p:nvSpPr>
          <p:spPr>
            <a:xfrm>
              <a:off x="5752241" y="5538151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DD065571-C458-4A19-9D78-08A8D14B2BA4}"/>
                </a:ext>
              </a:extLst>
            </p:cNvPr>
            <p:cNvSpPr/>
            <p:nvPr/>
          </p:nvSpPr>
          <p:spPr>
            <a:xfrm>
              <a:off x="5740533" y="5538151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24B400F1-F340-46C8-AB51-7EDB13C9C476}"/>
                </a:ext>
              </a:extLst>
            </p:cNvPr>
            <p:cNvSpPr/>
            <p:nvPr/>
          </p:nvSpPr>
          <p:spPr>
            <a:xfrm>
              <a:off x="5763949" y="5538151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8758557F-6560-4649-A593-5F140A522367}"/>
                </a:ext>
              </a:extLst>
            </p:cNvPr>
            <p:cNvSpPr/>
            <p:nvPr/>
          </p:nvSpPr>
          <p:spPr>
            <a:xfrm>
              <a:off x="5752241" y="5526443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06F0BC48-5309-48A3-B20E-A01B10DF7C45}"/>
                </a:ext>
              </a:extLst>
            </p:cNvPr>
            <p:cNvSpPr/>
            <p:nvPr/>
          </p:nvSpPr>
          <p:spPr>
            <a:xfrm>
              <a:off x="5740533" y="5526443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82FB234-41EF-4A32-AA99-43F58D1CC5CC}"/>
                </a:ext>
              </a:extLst>
            </p:cNvPr>
            <p:cNvSpPr/>
            <p:nvPr/>
          </p:nvSpPr>
          <p:spPr>
            <a:xfrm>
              <a:off x="5763949" y="5526443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66468AB0-9DC7-49CA-B32F-D353ACE29A98}"/>
                </a:ext>
              </a:extLst>
            </p:cNvPr>
            <p:cNvSpPr/>
            <p:nvPr/>
          </p:nvSpPr>
          <p:spPr>
            <a:xfrm>
              <a:off x="5763949" y="551473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9596ABC5-DF3C-4346-9825-FCCE1BC58EFD}"/>
                </a:ext>
              </a:extLst>
            </p:cNvPr>
            <p:cNvSpPr/>
            <p:nvPr/>
          </p:nvSpPr>
          <p:spPr>
            <a:xfrm>
              <a:off x="5740533" y="551473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0BC8C0AA-E6A8-49C6-B6A3-AFE611E644B9}"/>
                </a:ext>
              </a:extLst>
            </p:cNvPr>
            <p:cNvSpPr/>
            <p:nvPr/>
          </p:nvSpPr>
          <p:spPr>
            <a:xfrm>
              <a:off x="5752241" y="551473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8DF436E4-1BAC-421C-9603-D8C1625D71EF}"/>
                </a:ext>
              </a:extLst>
            </p:cNvPr>
            <p:cNvSpPr/>
            <p:nvPr/>
          </p:nvSpPr>
          <p:spPr>
            <a:xfrm>
              <a:off x="5740533" y="550302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856DC656-2CDD-4F11-8558-BB2905CFC432}"/>
                </a:ext>
              </a:extLst>
            </p:cNvPr>
            <p:cNvSpPr/>
            <p:nvPr/>
          </p:nvSpPr>
          <p:spPr>
            <a:xfrm>
              <a:off x="5763949" y="550302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49314D5E-802C-4028-B97F-03B6025BBA01}"/>
                </a:ext>
              </a:extLst>
            </p:cNvPr>
            <p:cNvSpPr/>
            <p:nvPr/>
          </p:nvSpPr>
          <p:spPr>
            <a:xfrm>
              <a:off x="5752241" y="550302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A8264019-DA0C-4CFB-900A-F58984CB0042}"/>
                </a:ext>
              </a:extLst>
            </p:cNvPr>
            <p:cNvSpPr/>
            <p:nvPr/>
          </p:nvSpPr>
          <p:spPr>
            <a:xfrm>
              <a:off x="5763949" y="5491319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BBE7D4D3-FD76-44DE-A6BC-76F4AD4A36AA}"/>
                </a:ext>
              </a:extLst>
            </p:cNvPr>
            <p:cNvSpPr/>
            <p:nvPr/>
          </p:nvSpPr>
          <p:spPr>
            <a:xfrm>
              <a:off x="5752241" y="5491319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AD1C770-A747-4A48-8020-59B37F49D44E}"/>
                </a:ext>
              </a:extLst>
            </p:cNvPr>
            <p:cNvSpPr/>
            <p:nvPr/>
          </p:nvSpPr>
          <p:spPr>
            <a:xfrm>
              <a:off x="5740533" y="5491319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98AE7DFC-B0F9-4128-BDCF-BDE25CAADDDC}"/>
                </a:ext>
              </a:extLst>
            </p:cNvPr>
            <p:cNvSpPr/>
            <p:nvPr/>
          </p:nvSpPr>
          <p:spPr>
            <a:xfrm>
              <a:off x="5752241" y="5479610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99AFE566-CE86-4C3F-BD33-8326048639E4}"/>
                </a:ext>
              </a:extLst>
            </p:cNvPr>
            <p:cNvSpPr/>
            <p:nvPr/>
          </p:nvSpPr>
          <p:spPr>
            <a:xfrm>
              <a:off x="5763949" y="5479610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52D91711-5658-4F8E-96C5-5F1D5168F939}"/>
                </a:ext>
              </a:extLst>
            </p:cNvPr>
            <p:cNvSpPr/>
            <p:nvPr/>
          </p:nvSpPr>
          <p:spPr>
            <a:xfrm>
              <a:off x="5787365" y="5456194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7CB34E4E-93AD-4230-9B99-E9FD88BE9137}"/>
                </a:ext>
              </a:extLst>
            </p:cNvPr>
            <p:cNvSpPr/>
            <p:nvPr/>
          </p:nvSpPr>
          <p:spPr>
            <a:xfrm>
              <a:off x="5799073" y="5456194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537F97C6-395F-489C-9DDA-E1C215073FB7}"/>
                </a:ext>
              </a:extLst>
            </p:cNvPr>
            <p:cNvSpPr/>
            <p:nvPr/>
          </p:nvSpPr>
          <p:spPr>
            <a:xfrm>
              <a:off x="5799073" y="5467902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B6FB36E-F08A-4160-928B-24D6F9F06F3A}"/>
                </a:ext>
              </a:extLst>
            </p:cNvPr>
            <p:cNvSpPr/>
            <p:nvPr/>
          </p:nvSpPr>
          <p:spPr>
            <a:xfrm>
              <a:off x="5787365" y="5467902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C32264E5-B592-4E85-8D26-C410F6E9CAD0}"/>
                </a:ext>
              </a:extLst>
            </p:cNvPr>
            <p:cNvSpPr/>
            <p:nvPr/>
          </p:nvSpPr>
          <p:spPr>
            <a:xfrm>
              <a:off x="5787365" y="5479610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247B368-8BC6-4ED6-A054-76503A9FF70C}"/>
                </a:ext>
              </a:extLst>
            </p:cNvPr>
            <p:cNvSpPr/>
            <p:nvPr/>
          </p:nvSpPr>
          <p:spPr>
            <a:xfrm>
              <a:off x="5799073" y="5479610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7969F99C-5068-470E-A5D0-B4E727382514}"/>
                </a:ext>
              </a:extLst>
            </p:cNvPr>
            <p:cNvSpPr/>
            <p:nvPr/>
          </p:nvSpPr>
          <p:spPr>
            <a:xfrm>
              <a:off x="5799073" y="5491319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7558DA63-BD43-4FFF-9659-DFCB920D76C4}"/>
                </a:ext>
              </a:extLst>
            </p:cNvPr>
            <p:cNvSpPr/>
            <p:nvPr/>
          </p:nvSpPr>
          <p:spPr>
            <a:xfrm>
              <a:off x="5787365" y="5491319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47F07BAD-67A2-41D3-9B39-4BC3D5EA20AD}"/>
                </a:ext>
              </a:extLst>
            </p:cNvPr>
            <p:cNvSpPr/>
            <p:nvPr/>
          </p:nvSpPr>
          <p:spPr>
            <a:xfrm>
              <a:off x="5787365" y="550302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B0930BE0-8F44-4962-994A-B52D6F3794F7}"/>
                </a:ext>
              </a:extLst>
            </p:cNvPr>
            <p:cNvSpPr/>
            <p:nvPr/>
          </p:nvSpPr>
          <p:spPr>
            <a:xfrm>
              <a:off x="5799073" y="5503027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EFD38990-BC66-4FA5-8BDC-A41CDD5EEA04}"/>
                </a:ext>
              </a:extLst>
            </p:cNvPr>
            <p:cNvSpPr/>
            <p:nvPr/>
          </p:nvSpPr>
          <p:spPr>
            <a:xfrm>
              <a:off x="5799073" y="551473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FD2929F-78D9-4BA7-B252-1389DADC2016}"/>
                </a:ext>
              </a:extLst>
            </p:cNvPr>
            <p:cNvSpPr/>
            <p:nvPr/>
          </p:nvSpPr>
          <p:spPr>
            <a:xfrm>
              <a:off x="5787365" y="5514735"/>
              <a:ext cx="5854" cy="5854"/>
            </a:xfrm>
            <a:custGeom>
              <a:avLst/>
              <a:gdLst>
                <a:gd name="connsiteX0" fmla="*/ 0 w 5854"/>
                <a:gd name="connsiteY0" fmla="*/ 0 h 5854"/>
                <a:gd name="connsiteX1" fmla="*/ 5854 w 5854"/>
                <a:gd name="connsiteY1" fmla="*/ 0 h 5854"/>
                <a:gd name="connsiteX2" fmla="*/ 5854 w 5854"/>
                <a:gd name="connsiteY2" fmla="*/ 5854 h 5854"/>
                <a:gd name="connsiteX3" fmla="*/ 0 w 5854"/>
                <a:gd name="connsiteY3" fmla="*/ 5854 h 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4" h="5854">
                  <a:moveTo>
                    <a:pt x="0" y="0"/>
                  </a:moveTo>
                  <a:lnTo>
                    <a:pt x="5854" y="0"/>
                  </a:lnTo>
                  <a:lnTo>
                    <a:pt x="5854" y="5854"/>
                  </a:lnTo>
                  <a:lnTo>
                    <a:pt x="0" y="5854"/>
                  </a:lnTo>
                  <a:close/>
                </a:path>
              </a:pathLst>
            </a:custGeom>
            <a:solidFill>
              <a:srgbClr val="FFFFFF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304" name="Graphic 302">
            <a:extLst>
              <a:ext uri="{FF2B5EF4-FFF2-40B4-BE49-F238E27FC236}">
                <a16:creationId xmlns:a16="http://schemas.microsoft.com/office/drawing/2014/main" id="{F9963870-01A9-4763-B7EA-4CB7D38C7560}"/>
              </a:ext>
            </a:extLst>
          </p:cNvPr>
          <p:cNvGrpSpPr/>
          <p:nvPr/>
        </p:nvGrpSpPr>
        <p:grpSpPr>
          <a:xfrm>
            <a:off x="6346124" y="5423618"/>
            <a:ext cx="156153" cy="125124"/>
            <a:chOff x="6346124" y="5452179"/>
            <a:chExt cx="156153" cy="125124"/>
          </a:xfrm>
          <a:solidFill>
            <a:schemeClr val="bg1"/>
          </a:solidFill>
        </p:grpSpPr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9E245449-E90C-44F3-9ADA-1C9CF1E5E78B}"/>
                </a:ext>
              </a:extLst>
            </p:cNvPr>
            <p:cNvSpPr/>
            <p:nvPr/>
          </p:nvSpPr>
          <p:spPr>
            <a:xfrm>
              <a:off x="6455775" y="5482856"/>
              <a:ext cx="31079" cy="4574"/>
            </a:xfrm>
            <a:custGeom>
              <a:avLst/>
              <a:gdLst>
                <a:gd name="connsiteX0" fmla="*/ 28792 w 31079"/>
                <a:gd name="connsiteY0" fmla="*/ 0 h 4574"/>
                <a:gd name="connsiteX1" fmla="*/ 2287 w 31079"/>
                <a:gd name="connsiteY1" fmla="*/ 0 h 4574"/>
                <a:gd name="connsiteX2" fmla="*/ 0 w 31079"/>
                <a:gd name="connsiteY2" fmla="*/ 2287 h 4574"/>
                <a:gd name="connsiteX3" fmla="*/ 2287 w 31079"/>
                <a:gd name="connsiteY3" fmla="*/ 4575 h 4574"/>
                <a:gd name="connsiteX4" fmla="*/ 28792 w 31079"/>
                <a:gd name="connsiteY4" fmla="*/ 4575 h 4574"/>
                <a:gd name="connsiteX5" fmla="*/ 31079 w 31079"/>
                <a:gd name="connsiteY5" fmla="*/ 2287 h 4574"/>
                <a:gd name="connsiteX6" fmla="*/ 28792 w 31079"/>
                <a:gd name="connsiteY6" fmla="*/ 0 h 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079" h="4574">
                  <a:moveTo>
                    <a:pt x="28792" y="0"/>
                  </a:moveTo>
                  <a:lnTo>
                    <a:pt x="2287" y="0"/>
                  </a:lnTo>
                  <a:cubicBezTo>
                    <a:pt x="1024" y="0"/>
                    <a:pt x="0" y="1024"/>
                    <a:pt x="0" y="2287"/>
                  </a:cubicBezTo>
                  <a:cubicBezTo>
                    <a:pt x="0" y="3551"/>
                    <a:pt x="1024" y="4575"/>
                    <a:pt x="2287" y="4575"/>
                  </a:cubicBezTo>
                  <a:lnTo>
                    <a:pt x="28792" y="4575"/>
                  </a:lnTo>
                  <a:cubicBezTo>
                    <a:pt x="30055" y="4575"/>
                    <a:pt x="31079" y="3551"/>
                    <a:pt x="31079" y="2287"/>
                  </a:cubicBezTo>
                  <a:cubicBezTo>
                    <a:pt x="31079" y="1024"/>
                    <a:pt x="30055" y="0"/>
                    <a:pt x="28792" y="0"/>
                  </a:cubicBezTo>
                  <a:close/>
                </a:path>
              </a:pathLst>
            </a:custGeom>
            <a:grpFill/>
            <a:ln w="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B554405B-5F56-4615-BED0-A41E3B3F67B3}"/>
                </a:ext>
              </a:extLst>
            </p:cNvPr>
            <p:cNvSpPr/>
            <p:nvPr/>
          </p:nvSpPr>
          <p:spPr>
            <a:xfrm>
              <a:off x="6455775" y="5494838"/>
              <a:ext cx="31079" cy="4574"/>
            </a:xfrm>
            <a:custGeom>
              <a:avLst/>
              <a:gdLst>
                <a:gd name="connsiteX0" fmla="*/ 28792 w 31079"/>
                <a:gd name="connsiteY0" fmla="*/ 0 h 4574"/>
                <a:gd name="connsiteX1" fmla="*/ 2287 w 31079"/>
                <a:gd name="connsiteY1" fmla="*/ 0 h 4574"/>
                <a:gd name="connsiteX2" fmla="*/ 0 w 31079"/>
                <a:gd name="connsiteY2" fmla="*/ 2287 h 4574"/>
                <a:gd name="connsiteX3" fmla="*/ 2287 w 31079"/>
                <a:gd name="connsiteY3" fmla="*/ 4575 h 4574"/>
                <a:gd name="connsiteX4" fmla="*/ 28792 w 31079"/>
                <a:gd name="connsiteY4" fmla="*/ 4575 h 4574"/>
                <a:gd name="connsiteX5" fmla="*/ 31079 w 31079"/>
                <a:gd name="connsiteY5" fmla="*/ 2287 h 4574"/>
                <a:gd name="connsiteX6" fmla="*/ 28792 w 31079"/>
                <a:gd name="connsiteY6" fmla="*/ 0 h 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079" h="4574">
                  <a:moveTo>
                    <a:pt x="28792" y="0"/>
                  </a:moveTo>
                  <a:lnTo>
                    <a:pt x="2287" y="0"/>
                  </a:lnTo>
                  <a:cubicBezTo>
                    <a:pt x="1024" y="0"/>
                    <a:pt x="0" y="1024"/>
                    <a:pt x="0" y="2287"/>
                  </a:cubicBezTo>
                  <a:cubicBezTo>
                    <a:pt x="0" y="3551"/>
                    <a:pt x="1024" y="4575"/>
                    <a:pt x="2287" y="4575"/>
                  </a:cubicBezTo>
                  <a:lnTo>
                    <a:pt x="28792" y="4575"/>
                  </a:lnTo>
                  <a:cubicBezTo>
                    <a:pt x="30055" y="4575"/>
                    <a:pt x="31079" y="3551"/>
                    <a:pt x="31079" y="2287"/>
                  </a:cubicBezTo>
                  <a:cubicBezTo>
                    <a:pt x="31079" y="1024"/>
                    <a:pt x="30055" y="0"/>
                    <a:pt x="28792" y="0"/>
                  </a:cubicBezTo>
                  <a:close/>
                </a:path>
              </a:pathLst>
            </a:custGeom>
            <a:grpFill/>
            <a:ln w="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DC50101F-B32F-4C39-B3FF-9075F641DE5D}"/>
                </a:ext>
              </a:extLst>
            </p:cNvPr>
            <p:cNvSpPr/>
            <p:nvPr/>
          </p:nvSpPr>
          <p:spPr>
            <a:xfrm>
              <a:off x="6455775" y="5506819"/>
              <a:ext cx="31079" cy="4574"/>
            </a:xfrm>
            <a:custGeom>
              <a:avLst/>
              <a:gdLst>
                <a:gd name="connsiteX0" fmla="*/ 31079 w 31079"/>
                <a:gd name="connsiteY0" fmla="*/ 2287 h 4574"/>
                <a:gd name="connsiteX1" fmla="*/ 28792 w 31079"/>
                <a:gd name="connsiteY1" fmla="*/ 0 h 4574"/>
                <a:gd name="connsiteX2" fmla="*/ 2287 w 31079"/>
                <a:gd name="connsiteY2" fmla="*/ 0 h 4574"/>
                <a:gd name="connsiteX3" fmla="*/ 0 w 31079"/>
                <a:gd name="connsiteY3" fmla="*/ 2287 h 4574"/>
                <a:gd name="connsiteX4" fmla="*/ 2287 w 31079"/>
                <a:gd name="connsiteY4" fmla="*/ 4575 h 4574"/>
                <a:gd name="connsiteX5" fmla="*/ 28792 w 31079"/>
                <a:gd name="connsiteY5" fmla="*/ 4575 h 4574"/>
                <a:gd name="connsiteX6" fmla="*/ 31079 w 31079"/>
                <a:gd name="connsiteY6" fmla="*/ 2287 h 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079" h="4574">
                  <a:moveTo>
                    <a:pt x="31079" y="2287"/>
                  </a:moveTo>
                  <a:cubicBezTo>
                    <a:pt x="31079" y="1024"/>
                    <a:pt x="30056" y="0"/>
                    <a:pt x="28792" y="0"/>
                  </a:cubicBezTo>
                  <a:lnTo>
                    <a:pt x="2287" y="0"/>
                  </a:lnTo>
                  <a:cubicBezTo>
                    <a:pt x="1024" y="0"/>
                    <a:pt x="0" y="1024"/>
                    <a:pt x="0" y="2287"/>
                  </a:cubicBezTo>
                  <a:cubicBezTo>
                    <a:pt x="0" y="3551"/>
                    <a:pt x="1024" y="4575"/>
                    <a:pt x="2287" y="4575"/>
                  </a:cubicBezTo>
                  <a:lnTo>
                    <a:pt x="28792" y="4575"/>
                  </a:lnTo>
                  <a:cubicBezTo>
                    <a:pt x="30055" y="4575"/>
                    <a:pt x="31079" y="3551"/>
                    <a:pt x="31079" y="2287"/>
                  </a:cubicBezTo>
                  <a:close/>
                </a:path>
              </a:pathLst>
            </a:custGeom>
            <a:grpFill/>
            <a:ln w="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7D1A5C07-CBAA-462D-950D-6FCECB9DE142}"/>
                </a:ext>
              </a:extLst>
            </p:cNvPr>
            <p:cNvSpPr/>
            <p:nvPr/>
          </p:nvSpPr>
          <p:spPr>
            <a:xfrm>
              <a:off x="6462673" y="5530143"/>
              <a:ext cx="17282" cy="17282"/>
            </a:xfrm>
            <a:custGeom>
              <a:avLst/>
              <a:gdLst>
                <a:gd name="connsiteX0" fmla="*/ 8641 w 17282"/>
                <a:gd name="connsiteY0" fmla="*/ 0 h 17282"/>
                <a:gd name="connsiteX1" fmla="*/ 0 w 17282"/>
                <a:gd name="connsiteY1" fmla="*/ 8641 h 17282"/>
                <a:gd name="connsiteX2" fmla="*/ 8641 w 17282"/>
                <a:gd name="connsiteY2" fmla="*/ 17283 h 17282"/>
                <a:gd name="connsiteX3" fmla="*/ 17282 w 17282"/>
                <a:gd name="connsiteY3" fmla="*/ 8641 h 17282"/>
                <a:gd name="connsiteX4" fmla="*/ 8641 w 17282"/>
                <a:gd name="connsiteY4" fmla="*/ 0 h 17282"/>
                <a:gd name="connsiteX5" fmla="*/ 8641 w 17282"/>
                <a:gd name="connsiteY5" fmla="*/ 12708 h 17282"/>
                <a:gd name="connsiteX6" fmla="*/ 4575 w 17282"/>
                <a:gd name="connsiteY6" fmla="*/ 8641 h 17282"/>
                <a:gd name="connsiteX7" fmla="*/ 8641 w 17282"/>
                <a:gd name="connsiteY7" fmla="*/ 4575 h 17282"/>
                <a:gd name="connsiteX8" fmla="*/ 12707 w 17282"/>
                <a:gd name="connsiteY8" fmla="*/ 8641 h 17282"/>
                <a:gd name="connsiteX9" fmla="*/ 8641 w 17282"/>
                <a:gd name="connsiteY9" fmla="*/ 12708 h 1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82" h="17282">
                  <a:moveTo>
                    <a:pt x="8641" y="0"/>
                  </a:moveTo>
                  <a:cubicBezTo>
                    <a:pt x="3876" y="0"/>
                    <a:pt x="0" y="3877"/>
                    <a:pt x="0" y="8641"/>
                  </a:cubicBezTo>
                  <a:cubicBezTo>
                    <a:pt x="0" y="13406"/>
                    <a:pt x="3876" y="17283"/>
                    <a:pt x="8641" y="17283"/>
                  </a:cubicBezTo>
                  <a:cubicBezTo>
                    <a:pt x="13406" y="17283"/>
                    <a:pt x="17282" y="13406"/>
                    <a:pt x="17282" y="8641"/>
                  </a:cubicBezTo>
                  <a:cubicBezTo>
                    <a:pt x="17282" y="3877"/>
                    <a:pt x="13406" y="0"/>
                    <a:pt x="8641" y="0"/>
                  </a:cubicBezTo>
                  <a:close/>
                  <a:moveTo>
                    <a:pt x="8641" y="12708"/>
                  </a:moveTo>
                  <a:cubicBezTo>
                    <a:pt x="6399" y="12708"/>
                    <a:pt x="4575" y="10884"/>
                    <a:pt x="4575" y="8641"/>
                  </a:cubicBezTo>
                  <a:cubicBezTo>
                    <a:pt x="4575" y="6399"/>
                    <a:pt x="6399" y="4575"/>
                    <a:pt x="8641" y="4575"/>
                  </a:cubicBezTo>
                  <a:cubicBezTo>
                    <a:pt x="10883" y="4575"/>
                    <a:pt x="12707" y="6399"/>
                    <a:pt x="12707" y="8641"/>
                  </a:cubicBezTo>
                  <a:cubicBezTo>
                    <a:pt x="12707" y="10884"/>
                    <a:pt x="10883" y="12708"/>
                    <a:pt x="8641" y="12708"/>
                  </a:cubicBezTo>
                  <a:close/>
                </a:path>
              </a:pathLst>
            </a:custGeom>
            <a:grpFill/>
            <a:ln w="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4ECB961D-F115-41DB-9EA7-D28650BF75DF}"/>
                </a:ext>
              </a:extLst>
            </p:cNvPr>
            <p:cNvSpPr/>
            <p:nvPr/>
          </p:nvSpPr>
          <p:spPr>
            <a:xfrm>
              <a:off x="6462673" y="5550962"/>
              <a:ext cx="17282" cy="17282"/>
            </a:xfrm>
            <a:custGeom>
              <a:avLst/>
              <a:gdLst>
                <a:gd name="connsiteX0" fmla="*/ 8641 w 17282"/>
                <a:gd name="connsiteY0" fmla="*/ 0 h 17282"/>
                <a:gd name="connsiteX1" fmla="*/ 0 w 17282"/>
                <a:gd name="connsiteY1" fmla="*/ 8641 h 17282"/>
                <a:gd name="connsiteX2" fmla="*/ 8641 w 17282"/>
                <a:gd name="connsiteY2" fmla="*/ 17283 h 17282"/>
                <a:gd name="connsiteX3" fmla="*/ 17282 w 17282"/>
                <a:gd name="connsiteY3" fmla="*/ 8641 h 17282"/>
                <a:gd name="connsiteX4" fmla="*/ 8641 w 17282"/>
                <a:gd name="connsiteY4" fmla="*/ 0 h 17282"/>
                <a:gd name="connsiteX5" fmla="*/ 8641 w 17282"/>
                <a:gd name="connsiteY5" fmla="*/ 12708 h 17282"/>
                <a:gd name="connsiteX6" fmla="*/ 4575 w 17282"/>
                <a:gd name="connsiteY6" fmla="*/ 8641 h 17282"/>
                <a:gd name="connsiteX7" fmla="*/ 8641 w 17282"/>
                <a:gd name="connsiteY7" fmla="*/ 4575 h 17282"/>
                <a:gd name="connsiteX8" fmla="*/ 12707 w 17282"/>
                <a:gd name="connsiteY8" fmla="*/ 8641 h 17282"/>
                <a:gd name="connsiteX9" fmla="*/ 8641 w 17282"/>
                <a:gd name="connsiteY9" fmla="*/ 12708 h 1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82" h="17282">
                  <a:moveTo>
                    <a:pt x="8641" y="0"/>
                  </a:moveTo>
                  <a:cubicBezTo>
                    <a:pt x="3876" y="0"/>
                    <a:pt x="0" y="3877"/>
                    <a:pt x="0" y="8641"/>
                  </a:cubicBezTo>
                  <a:cubicBezTo>
                    <a:pt x="0" y="13406"/>
                    <a:pt x="3876" y="17283"/>
                    <a:pt x="8641" y="17283"/>
                  </a:cubicBezTo>
                  <a:cubicBezTo>
                    <a:pt x="13406" y="17283"/>
                    <a:pt x="17282" y="13406"/>
                    <a:pt x="17282" y="8641"/>
                  </a:cubicBezTo>
                  <a:cubicBezTo>
                    <a:pt x="17282" y="3877"/>
                    <a:pt x="13406" y="0"/>
                    <a:pt x="8641" y="0"/>
                  </a:cubicBezTo>
                  <a:close/>
                  <a:moveTo>
                    <a:pt x="8641" y="12708"/>
                  </a:moveTo>
                  <a:cubicBezTo>
                    <a:pt x="6399" y="12708"/>
                    <a:pt x="4575" y="10884"/>
                    <a:pt x="4575" y="8641"/>
                  </a:cubicBezTo>
                  <a:cubicBezTo>
                    <a:pt x="4575" y="6399"/>
                    <a:pt x="6399" y="4575"/>
                    <a:pt x="8641" y="4575"/>
                  </a:cubicBezTo>
                  <a:cubicBezTo>
                    <a:pt x="10883" y="4575"/>
                    <a:pt x="12707" y="6399"/>
                    <a:pt x="12707" y="8641"/>
                  </a:cubicBezTo>
                  <a:cubicBezTo>
                    <a:pt x="12707" y="10883"/>
                    <a:pt x="10883" y="12708"/>
                    <a:pt x="8641" y="12708"/>
                  </a:cubicBezTo>
                  <a:close/>
                </a:path>
              </a:pathLst>
            </a:custGeom>
            <a:grpFill/>
            <a:ln w="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E548A9-A420-462A-AA4A-4506BAA73705}"/>
                </a:ext>
              </a:extLst>
            </p:cNvPr>
            <p:cNvSpPr/>
            <p:nvPr/>
          </p:nvSpPr>
          <p:spPr>
            <a:xfrm>
              <a:off x="6448702" y="5519437"/>
              <a:ext cx="7898" cy="4574"/>
            </a:xfrm>
            <a:custGeom>
              <a:avLst/>
              <a:gdLst>
                <a:gd name="connsiteX0" fmla="*/ 5611 w 7898"/>
                <a:gd name="connsiteY0" fmla="*/ 0 h 4574"/>
                <a:gd name="connsiteX1" fmla="*/ 2287 w 7898"/>
                <a:gd name="connsiteY1" fmla="*/ 0 h 4574"/>
                <a:gd name="connsiteX2" fmla="*/ 0 w 7898"/>
                <a:gd name="connsiteY2" fmla="*/ 2287 h 4574"/>
                <a:gd name="connsiteX3" fmla="*/ 2287 w 7898"/>
                <a:gd name="connsiteY3" fmla="*/ 4575 h 4574"/>
                <a:gd name="connsiteX4" fmla="*/ 5611 w 7898"/>
                <a:gd name="connsiteY4" fmla="*/ 4575 h 4574"/>
                <a:gd name="connsiteX5" fmla="*/ 7898 w 7898"/>
                <a:gd name="connsiteY5" fmla="*/ 2287 h 4574"/>
                <a:gd name="connsiteX6" fmla="*/ 5611 w 7898"/>
                <a:gd name="connsiteY6" fmla="*/ 0 h 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98" h="4574">
                  <a:moveTo>
                    <a:pt x="5611" y="0"/>
                  </a:moveTo>
                  <a:lnTo>
                    <a:pt x="2287" y="0"/>
                  </a:lnTo>
                  <a:cubicBezTo>
                    <a:pt x="1024" y="0"/>
                    <a:pt x="0" y="1024"/>
                    <a:pt x="0" y="2287"/>
                  </a:cubicBezTo>
                  <a:cubicBezTo>
                    <a:pt x="0" y="3551"/>
                    <a:pt x="1024" y="4575"/>
                    <a:pt x="2287" y="4575"/>
                  </a:cubicBezTo>
                  <a:lnTo>
                    <a:pt x="5611" y="4575"/>
                  </a:lnTo>
                  <a:cubicBezTo>
                    <a:pt x="6874" y="4575"/>
                    <a:pt x="7898" y="3551"/>
                    <a:pt x="7898" y="2287"/>
                  </a:cubicBezTo>
                  <a:cubicBezTo>
                    <a:pt x="7898" y="1024"/>
                    <a:pt x="6874" y="0"/>
                    <a:pt x="5611" y="0"/>
                  </a:cubicBezTo>
                  <a:close/>
                </a:path>
              </a:pathLst>
            </a:custGeom>
            <a:grpFill/>
            <a:ln w="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F39F53D-25FC-47ED-A5CD-D2AB6472BBD8}"/>
                </a:ext>
              </a:extLst>
            </p:cNvPr>
            <p:cNvSpPr/>
            <p:nvPr/>
          </p:nvSpPr>
          <p:spPr>
            <a:xfrm>
              <a:off x="6460003" y="5519437"/>
              <a:ext cx="7897" cy="4574"/>
            </a:xfrm>
            <a:custGeom>
              <a:avLst/>
              <a:gdLst>
                <a:gd name="connsiteX0" fmla="*/ 7898 w 7897"/>
                <a:gd name="connsiteY0" fmla="*/ 2287 h 4574"/>
                <a:gd name="connsiteX1" fmla="*/ 5610 w 7897"/>
                <a:gd name="connsiteY1" fmla="*/ 0 h 4574"/>
                <a:gd name="connsiteX2" fmla="*/ 2287 w 7897"/>
                <a:gd name="connsiteY2" fmla="*/ 0 h 4574"/>
                <a:gd name="connsiteX3" fmla="*/ 0 w 7897"/>
                <a:gd name="connsiteY3" fmla="*/ 2287 h 4574"/>
                <a:gd name="connsiteX4" fmla="*/ 2287 w 7897"/>
                <a:gd name="connsiteY4" fmla="*/ 4575 h 4574"/>
                <a:gd name="connsiteX5" fmla="*/ 5610 w 7897"/>
                <a:gd name="connsiteY5" fmla="*/ 4575 h 4574"/>
                <a:gd name="connsiteX6" fmla="*/ 7898 w 7897"/>
                <a:gd name="connsiteY6" fmla="*/ 2287 h 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97" h="4574">
                  <a:moveTo>
                    <a:pt x="7898" y="2287"/>
                  </a:moveTo>
                  <a:cubicBezTo>
                    <a:pt x="7898" y="1024"/>
                    <a:pt x="6874" y="0"/>
                    <a:pt x="5610" y="0"/>
                  </a:cubicBezTo>
                  <a:lnTo>
                    <a:pt x="2287" y="0"/>
                  </a:lnTo>
                  <a:cubicBezTo>
                    <a:pt x="1024" y="0"/>
                    <a:pt x="0" y="1024"/>
                    <a:pt x="0" y="2287"/>
                  </a:cubicBezTo>
                  <a:cubicBezTo>
                    <a:pt x="0" y="3551"/>
                    <a:pt x="1024" y="4575"/>
                    <a:pt x="2287" y="4575"/>
                  </a:cubicBezTo>
                  <a:lnTo>
                    <a:pt x="5610" y="4575"/>
                  </a:lnTo>
                  <a:cubicBezTo>
                    <a:pt x="6874" y="4575"/>
                    <a:pt x="7898" y="3551"/>
                    <a:pt x="7898" y="2287"/>
                  </a:cubicBezTo>
                  <a:close/>
                </a:path>
              </a:pathLst>
            </a:custGeom>
            <a:grpFill/>
            <a:ln w="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21021862-1B58-4B46-BF0A-90B48C3311B6}"/>
                </a:ext>
              </a:extLst>
            </p:cNvPr>
            <p:cNvSpPr/>
            <p:nvPr/>
          </p:nvSpPr>
          <p:spPr>
            <a:xfrm>
              <a:off x="6346124" y="5452179"/>
              <a:ext cx="156153" cy="125124"/>
            </a:xfrm>
            <a:custGeom>
              <a:avLst/>
              <a:gdLst>
                <a:gd name="connsiteX0" fmla="*/ 153865 w 156153"/>
                <a:gd name="connsiteY0" fmla="*/ 64699 h 125124"/>
                <a:gd name="connsiteX1" fmla="*/ 156152 w 156153"/>
                <a:gd name="connsiteY1" fmla="*/ 62412 h 125124"/>
                <a:gd name="connsiteX2" fmla="*/ 156152 w 156153"/>
                <a:gd name="connsiteY2" fmla="*/ 28202 h 125124"/>
                <a:gd name="connsiteX3" fmla="*/ 148015 w 156153"/>
                <a:gd name="connsiteY3" fmla="*/ 20064 h 125124"/>
                <a:gd name="connsiteX4" fmla="*/ 117491 w 156153"/>
                <a:gd name="connsiteY4" fmla="*/ 20064 h 125124"/>
                <a:gd name="connsiteX5" fmla="*/ 117491 w 156153"/>
                <a:gd name="connsiteY5" fmla="*/ 9385 h 125124"/>
                <a:gd name="connsiteX6" fmla="*/ 108107 w 156153"/>
                <a:gd name="connsiteY6" fmla="*/ 0 h 125124"/>
                <a:gd name="connsiteX7" fmla="*/ 30752 w 156153"/>
                <a:gd name="connsiteY7" fmla="*/ 0 h 125124"/>
                <a:gd name="connsiteX8" fmla="*/ 28464 w 156153"/>
                <a:gd name="connsiteY8" fmla="*/ 2287 h 125124"/>
                <a:gd name="connsiteX9" fmla="*/ 30752 w 156153"/>
                <a:gd name="connsiteY9" fmla="*/ 4575 h 125124"/>
                <a:gd name="connsiteX10" fmla="*/ 108107 w 156153"/>
                <a:gd name="connsiteY10" fmla="*/ 4575 h 125124"/>
                <a:gd name="connsiteX11" fmla="*/ 112917 w 156153"/>
                <a:gd name="connsiteY11" fmla="*/ 9385 h 125124"/>
                <a:gd name="connsiteX12" fmla="*/ 112917 w 156153"/>
                <a:gd name="connsiteY12" fmla="*/ 20064 h 125124"/>
                <a:gd name="connsiteX13" fmla="*/ 107427 w 156153"/>
                <a:gd name="connsiteY13" fmla="*/ 20064 h 125124"/>
                <a:gd name="connsiteX14" fmla="*/ 107427 w 156153"/>
                <a:gd name="connsiteY14" fmla="*/ 13611 h 125124"/>
                <a:gd name="connsiteX15" fmla="*/ 103880 w 156153"/>
                <a:gd name="connsiteY15" fmla="*/ 10064 h 125124"/>
                <a:gd name="connsiteX16" fmla="*/ 13611 w 156153"/>
                <a:gd name="connsiteY16" fmla="*/ 10064 h 125124"/>
                <a:gd name="connsiteX17" fmla="*/ 10064 w 156153"/>
                <a:gd name="connsiteY17" fmla="*/ 13611 h 125124"/>
                <a:gd name="connsiteX18" fmla="*/ 10064 w 156153"/>
                <a:gd name="connsiteY18" fmla="*/ 88631 h 125124"/>
                <a:gd name="connsiteX19" fmla="*/ 13611 w 156153"/>
                <a:gd name="connsiteY19" fmla="*/ 92177 h 125124"/>
                <a:gd name="connsiteX20" fmla="*/ 21607 w 156153"/>
                <a:gd name="connsiteY20" fmla="*/ 92177 h 125124"/>
                <a:gd name="connsiteX21" fmla="*/ 23894 w 156153"/>
                <a:gd name="connsiteY21" fmla="*/ 89890 h 125124"/>
                <a:gd name="connsiteX22" fmla="*/ 21607 w 156153"/>
                <a:gd name="connsiteY22" fmla="*/ 87602 h 125124"/>
                <a:gd name="connsiteX23" fmla="*/ 14639 w 156153"/>
                <a:gd name="connsiteY23" fmla="*/ 87602 h 125124"/>
                <a:gd name="connsiteX24" fmla="*/ 14639 w 156153"/>
                <a:gd name="connsiteY24" fmla="*/ 14639 h 125124"/>
                <a:gd name="connsiteX25" fmla="*/ 102852 w 156153"/>
                <a:gd name="connsiteY25" fmla="*/ 14639 h 125124"/>
                <a:gd name="connsiteX26" fmla="*/ 102852 w 156153"/>
                <a:gd name="connsiteY26" fmla="*/ 20064 h 125124"/>
                <a:gd name="connsiteX27" fmla="*/ 102367 w 156153"/>
                <a:gd name="connsiteY27" fmla="*/ 20064 h 125124"/>
                <a:gd name="connsiteX28" fmla="*/ 94229 w 156153"/>
                <a:gd name="connsiteY28" fmla="*/ 28202 h 125124"/>
                <a:gd name="connsiteX29" fmla="*/ 94229 w 156153"/>
                <a:gd name="connsiteY29" fmla="*/ 87603 h 125124"/>
                <a:gd name="connsiteX30" fmla="*/ 30752 w 156153"/>
                <a:gd name="connsiteY30" fmla="*/ 87603 h 125124"/>
                <a:gd name="connsiteX31" fmla="*/ 28464 w 156153"/>
                <a:gd name="connsiteY31" fmla="*/ 89890 h 125124"/>
                <a:gd name="connsiteX32" fmla="*/ 30752 w 156153"/>
                <a:gd name="connsiteY32" fmla="*/ 92178 h 125124"/>
                <a:gd name="connsiteX33" fmla="*/ 94230 w 156153"/>
                <a:gd name="connsiteY33" fmla="*/ 92178 h 125124"/>
                <a:gd name="connsiteX34" fmla="*/ 94230 w 156153"/>
                <a:gd name="connsiteY34" fmla="*/ 97667 h 125124"/>
                <a:gd name="connsiteX35" fmla="*/ 9385 w 156153"/>
                <a:gd name="connsiteY35" fmla="*/ 97667 h 125124"/>
                <a:gd name="connsiteX36" fmla="*/ 4575 w 156153"/>
                <a:gd name="connsiteY36" fmla="*/ 92857 h 125124"/>
                <a:gd name="connsiteX37" fmla="*/ 4575 w 156153"/>
                <a:gd name="connsiteY37" fmla="*/ 9385 h 125124"/>
                <a:gd name="connsiteX38" fmla="*/ 9385 w 156153"/>
                <a:gd name="connsiteY38" fmla="*/ 4575 h 125124"/>
                <a:gd name="connsiteX39" fmla="*/ 21607 w 156153"/>
                <a:gd name="connsiteY39" fmla="*/ 4575 h 125124"/>
                <a:gd name="connsiteX40" fmla="*/ 23894 w 156153"/>
                <a:gd name="connsiteY40" fmla="*/ 2287 h 125124"/>
                <a:gd name="connsiteX41" fmla="*/ 21607 w 156153"/>
                <a:gd name="connsiteY41" fmla="*/ 0 h 125124"/>
                <a:gd name="connsiteX42" fmla="*/ 9385 w 156153"/>
                <a:gd name="connsiteY42" fmla="*/ 0 h 125124"/>
                <a:gd name="connsiteX43" fmla="*/ 0 w 156153"/>
                <a:gd name="connsiteY43" fmla="*/ 9385 h 125124"/>
                <a:gd name="connsiteX44" fmla="*/ 0 w 156153"/>
                <a:gd name="connsiteY44" fmla="*/ 92857 h 125124"/>
                <a:gd name="connsiteX45" fmla="*/ 9385 w 156153"/>
                <a:gd name="connsiteY45" fmla="*/ 102242 h 125124"/>
                <a:gd name="connsiteX46" fmla="*/ 28465 w 156153"/>
                <a:gd name="connsiteY46" fmla="*/ 102242 h 125124"/>
                <a:gd name="connsiteX47" fmla="*/ 28465 w 156153"/>
                <a:gd name="connsiteY47" fmla="*/ 106857 h 125124"/>
                <a:gd name="connsiteX48" fmla="*/ 32790 w 156153"/>
                <a:gd name="connsiteY48" fmla="*/ 111183 h 125124"/>
                <a:gd name="connsiteX49" fmla="*/ 41662 w 156153"/>
                <a:gd name="connsiteY49" fmla="*/ 111183 h 125124"/>
                <a:gd name="connsiteX50" fmla="*/ 41662 w 156153"/>
                <a:gd name="connsiteY50" fmla="*/ 120550 h 125124"/>
                <a:gd name="connsiteX51" fmla="*/ 33125 w 156153"/>
                <a:gd name="connsiteY51" fmla="*/ 120550 h 125124"/>
                <a:gd name="connsiteX52" fmla="*/ 30838 w 156153"/>
                <a:gd name="connsiteY52" fmla="*/ 122837 h 125124"/>
                <a:gd name="connsiteX53" fmla="*/ 33125 w 156153"/>
                <a:gd name="connsiteY53" fmla="*/ 125125 h 125124"/>
                <a:gd name="connsiteX54" fmla="*/ 84367 w 156153"/>
                <a:gd name="connsiteY54" fmla="*/ 125125 h 125124"/>
                <a:gd name="connsiteX55" fmla="*/ 86654 w 156153"/>
                <a:gd name="connsiteY55" fmla="*/ 122837 h 125124"/>
                <a:gd name="connsiteX56" fmla="*/ 84367 w 156153"/>
                <a:gd name="connsiteY56" fmla="*/ 120550 h 125124"/>
                <a:gd name="connsiteX57" fmla="*/ 75829 w 156153"/>
                <a:gd name="connsiteY57" fmla="*/ 120550 h 125124"/>
                <a:gd name="connsiteX58" fmla="*/ 75829 w 156153"/>
                <a:gd name="connsiteY58" fmla="*/ 111183 h 125124"/>
                <a:gd name="connsiteX59" fmla="*/ 84702 w 156153"/>
                <a:gd name="connsiteY59" fmla="*/ 111183 h 125124"/>
                <a:gd name="connsiteX60" fmla="*/ 89027 w 156153"/>
                <a:gd name="connsiteY60" fmla="*/ 106857 h 125124"/>
                <a:gd name="connsiteX61" fmla="*/ 89027 w 156153"/>
                <a:gd name="connsiteY61" fmla="*/ 102242 h 125124"/>
                <a:gd name="connsiteX62" fmla="*/ 94230 w 156153"/>
                <a:gd name="connsiteY62" fmla="*/ 102242 h 125124"/>
                <a:gd name="connsiteX63" fmla="*/ 94230 w 156153"/>
                <a:gd name="connsiteY63" fmla="*/ 116987 h 125124"/>
                <a:gd name="connsiteX64" fmla="*/ 102368 w 156153"/>
                <a:gd name="connsiteY64" fmla="*/ 125125 h 125124"/>
                <a:gd name="connsiteX65" fmla="*/ 148016 w 156153"/>
                <a:gd name="connsiteY65" fmla="*/ 125125 h 125124"/>
                <a:gd name="connsiteX66" fmla="*/ 156153 w 156153"/>
                <a:gd name="connsiteY66" fmla="*/ 116987 h 125124"/>
                <a:gd name="connsiteX67" fmla="*/ 156153 w 156153"/>
                <a:gd name="connsiteY67" fmla="*/ 71558 h 125124"/>
                <a:gd name="connsiteX68" fmla="*/ 153866 w 156153"/>
                <a:gd name="connsiteY68" fmla="*/ 69270 h 125124"/>
                <a:gd name="connsiteX69" fmla="*/ 151578 w 156153"/>
                <a:gd name="connsiteY69" fmla="*/ 71558 h 125124"/>
                <a:gd name="connsiteX70" fmla="*/ 151578 w 156153"/>
                <a:gd name="connsiteY70" fmla="*/ 116987 h 125124"/>
                <a:gd name="connsiteX71" fmla="*/ 148016 w 156153"/>
                <a:gd name="connsiteY71" fmla="*/ 120550 h 125124"/>
                <a:gd name="connsiteX72" fmla="*/ 102367 w 156153"/>
                <a:gd name="connsiteY72" fmla="*/ 120550 h 125124"/>
                <a:gd name="connsiteX73" fmla="*/ 98804 w 156153"/>
                <a:gd name="connsiteY73" fmla="*/ 116987 h 125124"/>
                <a:gd name="connsiteX74" fmla="*/ 98804 w 156153"/>
                <a:gd name="connsiteY74" fmla="*/ 28202 h 125124"/>
                <a:gd name="connsiteX75" fmla="*/ 102367 w 156153"/>
                <a:gd name="connsiteY75" fmla="*/ 24639 h 125124"/>
                <a:gd name="connsiteX76" fmla="*/ 148015 w 156153"/>
                <a:gd name="connsiteY76" fmla="*/ 24639 h 125124"/>
                <a:gd name="connsiteX77" fmla="*/ 151578 w 156153"/>
                <a:gd name="connsiteY77" fmla="*/ 28202 h 125124"/>
                <a:gd name="connsiteX78" fmla="*/ 151578 w 156153"/>
                <a:gd name="connsiteY78" fmla="*/ 62412 h 125124"/>
                <a:gd name="connsiteX79" fmla="*/ 153865 w 156153"/>
                <a:gd name="connsiteY79" fmla="*/ 64699 h 125124"/>
                <a:gd name="connsiteX80" fmla="*/ 71254 w 156153"/>
                <a:gd name="connsiteY80" fmla="*/ 120550 h 125124"/>
                <a:gd name="connsiteX81" fmla="*/ 46237 w 156153"/>
                <a:gd name="connsiteY81" fmla="*/ 120550 h 125124"/>
                <a:gd name="connsiteX82" fmla="*/ 46237 w 156153"/>
                <a:gd name="connsiteY82" fmla="*/ 111183 h 125124"/>
                <a:gd name="connsiteX83" fmla="*/ 71254 w 156153"/>
                <a:gd name="connsiteY83" fmla="*/ 111183 h 125124"/>
                <a:gd name="connsiteX84" fmla="*/ 84452 w 156153"/>
                <a:gd name="connsiteY84" fmla="*/ 106608 h 125124"/>
                <a:gd name="connsiteX85" fmla="*/ 33040 w 156153"/>
                <a:gd name="connsiteY85" fmla="*/ 106608 h 125124"/>
                <a:gd name="connsiteX86" fmla="*/ 33040 w 156153"/>
                <a:gd name="connsiteY86" fmla="*/ 102242 h 125124"/>
                <a:gd name="connsiteX87" fmla="*/ 84452 w 156153"/>
                <a:gd name="connsiteY87" fmla="*/ 102242 h 125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156153" h="125124">
                  <a:moveTo>
                    <a:pt x="153865" y="64699"/>
                  </a:moveTo>
                  <a:cubicBezTo>
                    <a:pt x="155128" y="64699"/>
                    <a:pt x="156152" y="63676"/>
                    <a:pt x="156152" y="62412"/>
                  </a:cubicBezTo>
                  <a:lnTo>
                    <a:pt x="156152" y="28202"/>
                  </a:lnTo>
                  <a:cubicBezTo>
                    <a:pt x="156152" y="23715"/>
                    <a:pt x="152502" y="20064"/>
                    <a:pt x="148015" y="20064"/>
                  </a:cubicBezTo>
                  <a:lnTo>
                    <a:pt x="117491" y="20064"/>
                  </a:lnTo>
                  <a:lnTo>
                    <a:pt x="117491" y="9385"/>
                  </a:lnTo>
                  <a:cubicBezTo>
                    <a:pt x="117491" y="4210"/>
                    <a:pt x="113281" y="0"/>
                    <a:pt x="108107" y="0"/>
                  </a:cubicBezTo>
                  <a:lnTo>
                    <a:pt x="30752" y="0"/>
                  </a:lnTo>
                  <a:cubicBezTo>
                    <a:pt x="29488" y="0"/>
                    <a:pt x="28464" y="1024"/>
                    <a:pt x="28464" y="2287"/>
                  </a:cubicBezTo>
                  <a:cubicBezTo>
                    <a:pt x="28464" y="3551"/>
                    <a:pt x="29488" y="4575"/>
                    <a:pt x="30752" y="4575"/>
                  </a:cubicBezTo>
                  <a:lnTo>
                    <a:pt x="108107" y="4575"/>
                  </a:lnTo>
                  <a:cubicBezTo>
                    <a:pt x="110759" y="4575"/>
                    <a:pt x="112917" y="6733"/>
                    <a:pt x="112917" y="9385"/>
                  </a:cubicBezTo>
                  <a:lnTo>
                    <a:pt x="112917" y="20064"/>
                  </a:lnTo>
                  <a:lnTo>
                    <a:pt x="107427" y="20064"/>
                  </a:lnTo>
                  <a:lnTo>
                    <a:pt x="107427" y="13611"/>
                  </a:lnTo>
                  <a:cubicBezTo>
                    <a:pt x="107427" y="11655"/>
                    <a:pt x="105836" y="10064"/>
                    <a:pt x="103880" y="10064"/>
                  </a:cubicBezTo>
                  <a:lnTo>
                    <a:pt x="13611" y="10064"/>
                  </a:lnTo>
                  <a:cubicBezTo>
                    <a:pt x="11655" y="10064"/>
                    <a:pt x="10064" y="11655"/>
                    <a:pt x="10064" y="13611"/>
                  </a:cubicBezTo>
                  <a:lnTo>
                    <a:pt x="10064" y="88631"/>
                  </a:lnTo>
                  <a:cubicBezTo>
                    <a:pt x="10064" y="90586"/>
                    <a:pt x="11655" y="92177"/>
                    <a:pt x="13611" y="92177"/>
                  </a:cubicBezTo>
                  <a:lnTo>
                    <a:pt x="21607" y="92177"/>
                  </a:lnTo>
                  <a:cubicBezTo>
                    <a:pt x="22870" y="92177"/>
                    <a:pt x="23894" y="91153"/>
                    <a:pt x="23894" y="89890"/>
                  </a:cubicBezTo>
                  <a:cubicBezTo>
                    <a:pt x="23894" y="88626"/>
                    <a:pt x="22870" y="87602"/>
                    <a:pt x="21607" y="87602"/>
                  </a:cubicBezTo>
                  <a:lnTo>
                    <a:pt x="14639" y="87602"/>
                  </a:lnTo>
                  <a:lnTo>
                    <a:pt x="14639" y="14639"/>
                  </a:lnTo>
                  <a:lnTo>
                    <a:pt x="102852" y="14639"/>
                  </a:lnTo>
                  <a:lnTo>
                    <a:pt x="102852" y="20064"/>
                  </a:lnTo>
                  <a:lnTo>
                    <a:pt x="102367" y="20064"/>
                  </a:lnTo>
                  <a:cubicBezTo>
                    <a:pt x="97880" y="20064"/>
                    <a:pt x="94229" y="23715"/>
                    <a:pt x="94229" y="28202"/>
                  </a:cubicBezTo>
                  <a:lnTo>
                    <a:pt x="94229" y="87603"/>
                  </a:lnTo>
                  <a:lnTo>
                    <a:pt x="30752" y="87603"/>
                  </a:lnTo>
                  <a:cubicBezTo>
                    <a:pt x="29488" y="87603"/>
                    <a:pt x="28464" y="88627"/>
                    <a:pt x="28464" y="89890"/>
                  </a:cubicBezTo>
                  <a:cubicBezTo>
                    <a:pt x="28464" y="91154"/>
                    <a:pt x="29488" y="92178"/>
                    <a:pt x="30752" y="92178"/>
                  </a:cubicBezTo>
                  <a:lnTo>
                    <a:pt x="94230" y="92178"/>
                  </a:lnTo>
                  <a:lnTo>
                    <a:pt x="94230" y="97667"/>
                  </a:lnTo>
                  <a:cubicBezTo>
                    <a:pt x="89636" y="97667"/>
                    <a:pt x="13114" y="97667"/>
                    <a:pt x="9385" y="97667"/>
                  </a:cubicBezTo>
                  <a:cubicBezTo>
                    <a:pt x="6733" y="97667"/>
                    <a:pt x="4575" y="95510"/>
                    <a:pt x="4575" y="92857"/>
                  </a:cubicBezTo>
                  <a:lnTo>
                    <a:pt x="4575" y="9385"/>
                  </a:lnTo>
                  <a:cubicBezTo>
                    <a:pt x="4575" y="6733"/>
                    <a:pt x="6733" y="4575"/>
                    <a:pt x="9385" y="4575"/>
                  </a:cubicBezTo>
                  <a:lnTo>
                    <a:pt x="21607" y="4575"/>
                  </a:lnTo>
                  <a:cubicBezTo>
                    <a:pt x="22870" y="4575"/>
                    <a:pt x="23894" y="3551"/>
                    <a:pt x="23894" y="2287"/>
                  </a:cubicBezTo>
                  <a:cubicBezTo>
                    <a:pt x="23894" y="1024"/>
                    <a:pt x="22870" y="0"/>
                    <a:pt x="21607" y="0"/>
                  </a:cubicBezTo>
                  <a:lnTo>
                    <a:pt x="9385" y="0"/>
                  </a:lnTo>
                  <a:cubicBezTo>
                    <a:pt x="4210" y="0"/>
                    <a:pt x="0" y="4210"/>
                    <a:pt x="0" y="9385"/>
                  </a:cubicBezTo>
                  <a:lnTo>
                    <a:pt x="0" y="92857"/>
                  </a:lnTo>
                  <a:cubicBezTo>
                    <a:pt x="0" y="98032"/>
                    <a:pt x="4210" y="102242"/>
                    <a:pt x="9385" y="102242"/>
                  </a:cubicBezTo>
                  <a:lnTo>
                    <a:pt x="28465" y="102242"/>
                  </a:lnTo>
                  <a:lnTo>
                    <a:pt x="28465" y="106857"/>
                  </a:lnTo>
                  <a:cubicBezTo>
                    <a:pt x="28465" y="109242"/>
                    <a:pt x="30405" y="111183"/>
                    <a:pt x="32790" y="111183"/>
                  </a:cubicBezTo>
                  <a:lnTo>
                    <a:pt x="41662" y="111183"/>
                  </a:lnTo>
                  <a:lnTo>
                    <a:pt x="41662" y="120550"/>
                  </a:lnTo>
                  <a:lnTo>
                    <a:pt x="33125" y="120550"/>
                  </a:lnTo>
                  <a:cubicBezTo>
                    <a:pt x="31862" y="120550"/>
                    <a:pt x="30838" y="121574"/>
                    <a:pt x="30838" y="122837"/>
                  </a:cubicBezTo>
                  <a:cubicBezTo>
                    <a:pt x="30838" y="124101"/>
                    <a:pt x="31862" y="125125"/>
                    <a:pt x="33125" y="125125"/>
                  </a:cubicBezTo>
                  <a:lnTo>
                    <a:pt x="84367" y="125125"/>
                  </a:lnTo>
                  <a:cubicBezTo>
                    <a:pt x="85630" y="125125"/>
                    <a:pt x="86654" y="124101"/>
                    <a:pt x="86654" y="122837"/>
                  </a:cubicBezTo>
                  <a:cubicBezTo>
                    <a:pt x="86654" y="121574"/>
                    <a:pt x="85630" y="120550"/>
                    <a:pt x="84367" y="120550"/>
                  </a:cubicBezTo>
                  <a:lnTo>
                    <a:pt x="75829" y="120550"/>
                  </a:lnTo>
                  <a:lnTo>
                    <a:pt x="75829" y="111183"/>
                  </a:lnTo>
                  <a:lnTo>
                    <a:pt x="84702" y="111183"/>
                  </a:lnTo>
                  <a:cubicBezTo>
                    <a:pt x="87087" y="111183"/>
                    <a:pt x="89027" y="109242"/>
                    <a:pt x="89027" y="106857"/>
                  </a:cubicBezTo>
                  <a:lnTo>
                    <a:pt x="89027" y="102242"/>
                  </a:lnTo>
                  <a:lnTo>
                    <a:pt x="94230" y="102242"/>
                  </a:lnTo>
                  <a:lnTo>
                    <a:pt x="94230" y="116987"/>
                  </a:lnTo>
                  <a:cubicBezTo>
                    <a:pt x="94230" y="121474"/>
                    <a:pt x="97881" y="125125"/>
                    <a:pt x="102368" y="125125"/>
                  </a:cubicBezTo>
                  <a:lnTo>
                    <a:pt x="148016" y="125125"/>
                  </a:lnTo>
                  <a:cubicBezTo>
                    <a:pt x="152503" y="125125"/>
                    <a:pt x="156153" y="121474"/>
                    <a:pt x="156153" y="116987"/>
                  </a:cubicBezTo>
                  <a:lnTo>
                    <a:pt x="156153" y="71558"/>
                  </a:lnTo>
                  <a:cubicBezTo>
                    <a:pt x="156153" y="70294"/>
                    <a:pt x="155129" y="69270"/>
                    <a:pt x="153866" y="69270"/>
                  </a:cubicBezTo>
                  <a:cubicBezTo>
                    <a:pt x="152602" y="69270"/>
                    <a:pt x="151578" y="70294"/>
                    <a:pt x="151578" y="71558"/>
                  </a:cubicBezTo>
                  <a:lnTo>
                    <a:pt x="151578" y="116987"/>
                  </a:lnTo>
                  <a:cubicBezTo>
                    <a:pt x="151578" y="118952"/>
                    <a:pt x="149980" y="120550"/>
                    <a:pt x="148016" y="120550"/>
                  </a:cubicBezTo>
                  <a:lnTo>
                    <a:pt x="102367" y="120550"/>
                  </a:lnTo>
                  <a:cubicBezTo>
                    <a:pt x="100402" y="120550"/>
                    <a:pt x="98804" y="118952"/>
                    <a:pt x="98804" y="116987"/>
                  </a:cubicBezTo>
                  <a:lnTo>
                    <a:pt x="98804" y="28202"/>
                  </a:lnTo>
                  <a:cubicBezTo>
                    <a:pt x="98804" y="26237"/>
                    <a:pt x="100402" y="24639"/>
                    <a:pt x="102367" y="24639"/>
                  </a:cubicBezTo>
                  <a:lnTo>
                    <a:pt x="148015" y="24639"/>
                  </a:lnTo>
                  <a:cubicBezTo>
                    <a:pt x="149979" y="24639"/>
                    <a:pt x="151578" y="26237"/>
                    <a:pt x="151578" y="28202"/>
                  </a:cubicBezTo>
                  <a:lnTo>
                    <a:pt x="151578" y="62412"/>
                  </a:lnTo>
                  <a:cubicBezTo>
                    <a:pt x="151578" y="63675"/>
                    <a:pt x="152601" y="64699"/>
                    <a:pt x="153865" y="64699"/>
                  </a:cubicBezTo>
                  <a:close/>
                  <a:moveTo>
                    <a:pt x="71254" y="120550"/>
                  </a:moveTo>
                  <a:lnTo>
                    <a:pt x="46237" y="120550"/>
                  </a:lnTo>
                  <a:lnTo>
                    <a:pt x="46237" y="111183"/>
                  </a:lnTo>
                  <a:lnTo>
                    <a:pt x="71254" y="111183"/>
                  </a:lnTo>
                  <a:close/>
                  <a:moveTo>
                    <a:pt x="84452" y="106608"/>
                  </a:moveTo>
                  <a:cubicBezTo>
                    <a:pt x="79231" y="106608"/>
                    <a:pt x="38854" y="106608"/>
                    <a:pt x="33040" y="106608"/>
                  </a:cubicBezTo>
                  <a:lnTo>
                    <a:pt x="33040" y="102242"/>
                  </a:lnTo>
                  <a:lnTo>
                    <a:pt x="84452" y="102242"/>
                  </a:lnTo>
                  <a:close/>
                </a:path>
              </a:pathLst>
            </a:custGeom>
            <a:grpFill/>
            <a:ln w="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315" name="Graphic 313">
            <a:extLst>
              <a:ext uri="{FF2B5EF4-FFF2-40B4-BE49-F238E27FC236}">
                <a16:creationId xmlns:a16="http://schemas.microsoft.com/office/drawing/2014/main" id="{058292D9-2B04-4DD3-94F6-1D32858B7DDE}"/>
              </a:ext>
            </a:extLst>
          </p:cNvPr>
          <p:cNvGrpSpPr/>
          <p:nvPr/>
        </p:nvGrpSpPr>
        <p:grpSpPr>
          <a:xfrm>
            <a:off x="6955508" y="5138524"/>
            <a:ext cx="195512" cy="195512"/>
            <a:chOff x="6955508" y="5138524"/>
            <a:chExt cx="195512" cy="195512"/>
          </a:xfrm>
          <a:solidFill>
            <a:schemeClr val="bg1"/>
          </a:solidFill>
        </p:grpSpPr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2D3CFBDE-DA88-4AEC-A86C-38B3C2270BAE}"/>
                </a:ext>
              </a:extLst>
            </p:cNvPr>
            <p:cNvSpPr/>
            <p:nvPr/>
          </p:nvSpPr>
          <p:spPr>
            <a:xfrm>
              <a:off x="7122540" y="5244687"/>
              <a:ext cx="14488" cy="27716"/>
            </a:xfrm>
            <a:custGeom>
              <a:avLst/>
              <a:gdLst>
                <a:gd name="connsiteX0" fmla="*/ 6870 w 14488"/>
                <a:gd name="connsiteY0" fmla="*/ 1493 h 27716"/>
                <a:gd name="connsiteX1" fmla="*/ 1493 w 14488"/>
                <a:gd name="connsiteY1" fmla="*/ 798 h 27716"/>
                <a:gd name="connsiteX2" fmla="*/ 798 w 14488"/>
                <a:gd name="connsiteY2" fmla="*/ 6174 h 27716"/>
                <a:gd name="connsiteX3" fmla="*/ 6822 w 14488"/>
                <a:gd name="connsiteY3" fmla="*/ 23883 h 27716"/>
                <a:gd name="connsiteX4" fmla="*/ 10655 w 14488"/>
                <a:gd name="connsiteY4" fmla="*/ 27717 h 27716"/>
                <a:gd name="connsiteX5" fmla="*/ 14489 w 14488"/>
                <a:gd name="connsiteY5" fmla="*/ 23883 h 27716"/>
                <a:gd name="connsiteX6" fmla="*/ 6870 w 14488"/>
                <a:gd name="connsiteY6" fmla="*/ 1493 h 2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88" h="27716">
                  <a:moveTo>
                    <a:pt x="6870" y="1493"/>
                  </a:moveTo>
                  <a:cubicBezTo>
                    <a:pt x="5578" y="-183"/>
                    <a:pt x="3171" y="-495"/>
                    <a:pt x="1493" y="798"/>
                  </a:cubicBezTo>
                  <a:cubicBezTo>
                    <a:pt x="-184" y="2090"/>
                    <a:pt x="-495" y="4497"/>
                    <a:pt x="798" y="6174"/>
                  </a:cubicBezTo>
                  <a:cubicBezTo>
                    <a:pt x="4739" y="11286"/>
                    <a:pt x="6822" y="17410"/>
                    <a:pt x="6822" y="23883"/>
                  </a:cubicBezTo>
                  <a:cubicBezTo>
                    <a:pt x="6822" y="26000"/>
                    <a:pt x="8538" y="27717"/>
                    <a:pt x="10655" y="27717"/>
                  </a:cubicBezTo>
                  <a:cubicBezTo>
                    <a:pt x="12772" y="27717"/>
                    <a:pt x="14489" y="26000"/>
                    <a:pt x="14489" y="23883"/>
                  </a:cubicBezTo>
                  <a:cubicBezTo>
                    <a:pt x="14489" y="15701"/>
                    <a:pt x="11854" y="7959"/>
                    <a:pt x="6870" y="1493"/>
                  </a:cubicBezTo>
                  <a:close/>
                </a:path>
              </a:pathLst>
            </a:custGeom>
            <a:grpFill/>
            <a:ln w="3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0574E85D-205F-4955-BF7C-27E0CE282D82}"/>
                </a:ext>
              </a:extLst>
            </p:cNvPr>
            <p:cNvSpPr/>
            <p:nvPr/>
          </p:nvSpPr>
          <p:spPr>
            <a:xfrm>
              <a:off x="6955508" y="5167014"/>
              <a:ext cx="195512" cy="138530"/>
            </a:xfrm>
            <a:custGeom>
              <a:avLst/>
              <a:gdLst>
                <a:gd name="connsiteX0" fmla="*/ 161021 w 195512"/>
                <a:gd name="connsiteY0" fmla="*/ 53445 h 138530"/>
                <a:gd name="connsiteX1" fmla="*/ 173933 w 195512"/>
                <a:gd name="connsiteY1" fmla="*/ 29216 h 138530"/>
                <a:gd name="connsiteX2" fmla="*/ 144717 w 195512"/>
                <a:gd name="connsiteY2" fmla="*/ 1 h 138530"/>
                <a:gd name="connsiteX3" fmla="*/ 115501 w 195512"/>
                <a:gd name="connsiteY3" fmla="*/ 29216 h 138530"/>
                <a:gd name="connsiteX4" fmla="*/ 128403 w 195512"/>
                <a:gd name="connsiteY4" fmla="*/ 53438 h 138530"/>
                <a:gd name="connsiteX5" fmla="*/ 112722 w 195512"/>
                <a:gd name="connsiteY5" fmla="*/ 62107 h 138530"/>
                <a:gd name="connsiteX6" fmla="*/ 97756 w 195512"/>
                <a:gd name="connsiteY6" fmla="*/ 56067 h 138530"/>
                <a:gd name="connsiteX7" fmla="*/ 82794 w 195512"/>
                <a:gd name="connsiteY7" fmla="*/ 62107 h 138530"/>
                <a:gd name="connsiteX8" fmla="*/ 67110 w 195512"/>
                <a:gd name="connsiteY8" fmla="*/ 53438 h 138530"/>
                <a:gd name="connsiteX9" fmla="*/ 80011 w 195512"/>
                <a:gd name="connsiteY9" fmla="*/ 29216 h 138530"/>
                <a:gd name="connsiteX10" fmla="*/ 50795 w 195512"/>
                <a:gd name="connsiteY10" fmla="*/ 0 h 138530"/>
                <a:gd name="connsiteX11" fmla="*/ 21583 w 195512"/>
                <a:gd name="connsiteY11" fmla="*/ 29216 h 138530"/>
                <a:gd name="connsiteX12" fmla="*/ 34493 w 195512"/>
                <a:gd name="connsiteY12" fmla="*/ 53444 h 138530"/>
                <a:gd name="connsiteX13" fmla="*/ 5 w 195512"/>
                <a:gd name="connsiteY13" fmla="*/ 101456 h 138530"/>
                <a:gd name="connsiteX14" fmla="*/ 0 w 195512"/>
                <a:gd name="connsiteY14" fmla="*/ 101556 h 138530"/>
                <a:gd name="connsiteX15" fmla="*/ 19278 w 195512"/>
                <a:gd name="connsiteY15" fmla="*/ 124086 h 138530"/>
                <a:gd name="connsiteX16" fmla="*/ 64398 w 195512"/>
                <a:gd name="connsiteY16" fmla="*/ 136412 h 138530"/>
                <a:gd name="connsiteX17" fmla="*/ 97756 w 195512"/>
                <a:gd name="connsiteY17" fmla="*/ 138530 h 138530"/>
                <a:gd name="connsiteX18" fmla="*/ 131119 w 195512"/>
                <a:gd name="connsiteY18" fmla="*/ 136412 h 138530"/>
                <a:gd name="connsiteX19" fmla="*/ 176235 w 195512"/>
                <a:gd name="connsiteY19" fmla="*/ 124086 h 138530"/>
                <a:gd name="connsiteX20" fmla="*/ 195512 w 195512"/>
                <a:gd name="connsiteY20" fmla="*/ 101556 h 138530"/>
                <a:gd name="connsiteX21" fmla="*/ 161021 w 195512"/>
                <a:gd name="connsiteY21" fmla="*/ 53445 h 138530"/>
                <a:gd name="connsiteX22" fmla="*/ 123169 w 195512"/>
                <a:gd name="connsiteY22" fmla="*/ 29216 h 138530"/>
                <a:gd name="connsiteX23" fmla="*/ 144717 w 195512"/>
                <a:gd name="connsiteY23" fmla="*/ 7668 h 138530"/>
                <a:gd name="connsiteX24" fmla="*/ 166265 w 195512"/>
                <a:gd name="connsiteY24" fmla="*/ 29216 h 138530"/>
                <a:gd name="connsiteX25" fmla="*/ 144717 w 195512"/>
                <a:gd name="connsiteY25" fmla="*/ 50761 h 138530"/>
                <a:gd name="connsiteX26" fmla="*/ 123169 w 195512"/>
                <a:gd name="connsiteY26" fmla="*/ 29216 h 138530"/>
                <a:gd name="connsiteX27" fmla="*/ 86318 w 195512"/>
                <a:gd name="connsiteY27" fmla="*/ 69723 h 138530"/>
                <a:gd name="connsiteX28" fmla="*/ 97756 w 195512"/>
                <a:gd name="connsiteY28" fmla="*/ 63734 h 138530"/>
                <a:gd name="connsiteX29" fmla="*/ 109198 w 195512"/>
                <a:gd name="connsiteY29" fmla="*/ 69723 h 138530"/>
                <a:gd name="connsiteX30" fmla="*/ 109199 w 195512"/>
                <a:gd name="connsiteY30" fmla="*/ 69726 h 138530"/>
                <a:gd name="connsiteX31" fmla="*/ 111683 w 195512"/>
                <a:gd name="connsiteY31" fmla="*/ 77661 h 138530"/>
                <a:gd name="connsiteX32" fmla="*/ 97756 w 195512"/>
                <a:gd name="connsiteY32" fmla="*/ 91588 h 138530"/>
                <a:gd name="connsiteX33" fmla="*/ 83832 w 195512"/>
                <a:gd name="connsiteY33" fmla="*/ 77661 h 138530"/>
                <a:gd name="connsiteX34" fmla="*/ 86318 w 195512"/>
                <a:gd name="connsiteY34" fmla="*/ 69723 h 138530"/>
                <a:gd name="connsiteX35" fmla="*/ 29250 w 195512"/>
                <a:gd name="connsiteY35" fmla="*/ 29216 h 138530"/>
                <a:gd name="connsiteX36" fmla="*/ 50795 w 195512"/>
                <a:gd name="connsiteY36" fmla="*/ 7668 h 138530"/>
                <a:gd name="connsiteX37" fmla="*/ 72343 w 195512"/>
                <a:gd name="connsiteY37" fmla="*/ 29216 h 138530"/>
                <a:gd name="connsiteX38" fmla="*/ 50795 w 195512"/>
                <a:gd name="connsiteY38" fmla="*/ 50761 h 138530"/>
                <a:gd name="connsiteX39" fmla="*/ 29250 w 195512"/>
                <a:gd name="connsiteY39" fmla="*/ 29216 h 138530"/>
                <a:gd name="connsiteX40" fmla="*/ 61067 w 195512"/>
                <a:gd name="connsiteY40" fmla="*/ 128195 h 138530"/>
                <a:gd name="connsiteX41" fmla="*/ 22704 w 195512"/>
                <a:gd name="connsiteY41" fmla="*/ 117227 h 138530"/>
                <a:gd name="connsiteX42" fmla="*/ 7669 w 195512"/>
                <a:gd name="connsiteY42" fmla="*/ 101602 h 138530"/>
                <a:gd name="connsiteX43" fmla="*/ 7672 w 195512"/>
                <a:gd name="connsiteY43" fmla="*/ 101556 h 138530"/>
                <a:gd name="connsiteX44" fmla="*/ 50795 w 195512"/>
                <a:gd name="connsiteY44" fmla="*/ 58428 h 138530"/>
                <a:gd name="connsiteX45" fmla="*/ 78286 w 195512"/>
                <a:gd name="connsiteY45" fmla="*/ 68324 h 138530"/>
                <a:gd name="connsiteX46" fmla="*/ 76166 w 195512"/>
                <a:gd name="connsiteY46" fmla="*/ 77661 h 138530"/>
                <a:gd name="connsiteX47" fmla="*/ 83980 w 195512"/>
                <a:gd name="connsiteY47" fmla="*/ 94275 h 138530"/>
                <a:gd name="connsiteX48" fmla="*/ 61067 w 195512"/>
                <a:gd name="connsiteY48" fmla="*/ 128195 h 138530"/>
                <a:gd name="connsiteX49" fmla="*/ 126784 w 195512"/>
                <a:gd name="connsiteY49" fmla="*/ 129221 h 138530"/>
                <a:gd name="connsiteX50" fmla="*/ 97756 w 195512"/>
                <a:gd name="connsiteY50" fmla="*/ 130864 h 138530"/>
                <a:gd name="connsiteX51" fmla="*/ 68732 w 195512"/>
                <a:gd name="connsiteY51" fmla="*/ 129221 h 138530"/>
                <a:gd name="connsiteX52" fmla="*/ 68732 w 195512"/>
                <a:gd name="connsiteY52" fmla="*/ 128280 h 138530"/>
                <a:gd name="connsiteX53" fmla="*/ 97756 w 195512"/>
                <a:gd name="connsiteY53" fmla="*/ 99256 h 138530"/>
                <a:gd name="connsiteX54" fmla="*/ 126784 w 195512"/>
                <a:gd name="connsiteY54" fmla="*/ 128280 h 138530"/>
                <a:gd name="connsiteX55" fmla="*/ 126784 w 195512"/>
                <a:gd name="connsiteY55" fmla="*/ 129221 h 138530"/>
                <a:gd name="connsiteX56" fmla="*/ 172809 w 195512"/>
                <a:gd name="connsiteY56" fmla="*/ 117226 h 138530"/>
                <a:gd name="connsiteX57" fmla="*/ 134450 w 195512"/>
                <a:gd name="connsiteY57" fmla="*/ 128194 h 138530"/>
                <a:gd name="connsiteX58" fmla="*/ 111535 w 195512"/>
                <a:gd name="connsiteY58" fmla="*/ 94275 h 138530"/>
                <a:gd name="connsiteX59" fmla="*/ 119351 w 195512"/>
                <a:gd name="connsiteY59" fmla="*/ 77661 h 138530"/>
                <a:gd name="connsiteX60" fmla="*/ 117229 w 195512"/>
                <a:gd name="connsiteY60" fmla="*/ 68324 h 138530"/>
                <a:gd name="connsiteX61" fmla="*/ 144718 w 195512"/>
                <a:gd name="connsiteY61" fmla="*/ 58428 h 138530"/>
                <a:gd name="connsiteX62" fmla="*/ 187845 w 195512"/>
                <a:gd name="connsiteY62" fmla="*/ 101556 h 138530"/>
                <a:gd name="connsiteX63" fmla="*/ 172809 w 195512"/>
                <a:gd name="connsiteY63" fmla="*/ 117226 h 13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95512" h="138530">
                  <a:moveTo>
                    <a:pt x="161021" y="53445"/>
                  </a:moveTo>
                  <a:cubicBezTo>
                    <a:pt x="168804" y="48192"/>
                    <a:pt x="173933" y="39292"/>
                    <a:pt x="173933" y="29216"/>
                  </a:cubicBezTo>
                  <a:cubicBezTo>
                    <a:pt x="173933" y="13107"/>
                    <a:pt x="160827" y="1"/>
                    <a:pt x="144717" y="1"/>
                  </a:cubicBezTo>
                  <a:cubicBezTo>
                    <a:pt x="128608" y="1"/>
                    <a:pt x="115501" y="13107"/>
                    <a:pt x="115501" y="29216"/>
                  </a:cubicBezTo>
                  <a:cubicBezTo>
                    <a:pt x="115501" y="39287"/>
                    <a:pt x="120625" y="48184"/>
                    <a:pt x="128403" y="53438"/>
                  </a:cubicBezTo>
                  <a:cubicBezTo>
                    <a:pt x="122736" y="55356"/>
                    <a:pt x="117432" y="58277"/>
                    <a:pt x="112722" y="62107"/>
                  </a:cubicBezTo>
                  <a:cubicBezTo>
                    <a:pt x="108737" y="58274"/>
                    <a:pt x="103388" y="56067"/>
                    <a:pt x="97756" y="56067"/>
                  </a:cubicBezTo>
                  <a:cubicBezTo>
                    <a:pt x="92125" y="56067"/>
                    <a:pt x="86776" y="58275"/>
                    <a:pt x="82794" y="62107"/>
                  </a:cubicBezTo>
                  <a:cubicBezTo>
                    <a:pt x="78082" y="58277"/>
                    <a:pt x="72777" y="55356"/>
                    <a:pt x="67110" y="53438"/>
                  </a:cubicBezTo>
                  <a:cubicBezTo>
                    <a:pt x="74888" y="48183"/>
                    <a:pt x="80011" y="39287"/>
                    <a:pt x="80011" y="29216"/>
                  </a:cubicBezTo>
                  <a:cubicBezTo>
                    <a:pt x="80011" y="13106"/>
                    <a:pt x="66905" y="0"/>
                    <a:pt x="50795" y="0"/>
                  </a:cubicBezTo>
                  <a:cubicBezTo>
                    <a:pt x="34688" y="0"/>
                    <a:pt x="21583" y="13106"/>
                    <a:pt x="21583" y="29216"/>
                  </a:cubicBezTo>
                  <a:cubicBezTo>
                    <a:pt x="21583" y="39291"/>
                    <a:pt x="26711" y="48191"/>
                    <a:pt x="34493" y="53444"/>
                  </a:cubicBezTo>
                  <a:cubicBezTo>
                    <a:pt x="14488" y="60242"/>
                    <a:pt x="48" y="79191"/>
                    <a:pt x="5" y="101456"/>
                  </a:cubicBezTo>
                  <a:cubicBezTo>
                    <a:pt x="4" y="101490"/>
                    <a:pt x="0" y="101522"/>
                    <a:pt x="0" y="101556"/>
                  </a:cubicBezTo>
                  <a:cubicBezTo>
                    <a:pt x="0" y="107441"/>
                    <a:pt x="3344" y="116128"/>
                    <a:pt x="19278" y="124086"/>
                  </a:cubicBezTo>
                  <a:cubicBezTo>
                    <a:pt x="30631" y="129756"/>
                    <a:pt x="46233" y="134019"/>
                    <a:pt x="64398" y="136412"/>
                  </a:cubicBezTo>
                  <a:cubicBezTo>
                    <a:pt x="75052" y="137817"/>
                    <a:pt x="86276" y="138530"/>
                    <a:pt x="97756" y="138530"/>
                  </a:cubicBezTo>
                  <a:cubicBezTo>
                    <a:pt x="109240" y="138530"/>
                    <a:pt x="120464" y="137818"/>
                    <a:pt x="131119" y="136412"/>
                  </a:cubicBezTo>
                  <a:cubicBezTo>
                    <a:pt x="149281" y="134019"/>
                    <a:pt x="164882" y="129756"/>
                    <a:pt x="176235" y="124086"/>
                  </a:cubicBezTo>
                  <a:cubicBezTo>
                    <a:pt x="192168" y="116127"/>
                    <a:pt x="195512" y="107441"/>
                    <a:pt x="195512" y="101556"/>
                  </a:cubicBezTo>
                  <a:cubicBezTo>
                    <a:pt x="195512" y="79248"/>
                    <a:pt x="181057" y="60253"/>
                    <a:pt x="161021" y="53445"/>
                  </a:cubicBezTo>
                  <a:close/>
                  <a:moveTo>
                    <a:pt x="123169" y="29216"/>
                  </a:moveTo>
                  <a:cubicBezTo>
                    <a:pt x="123169" y="17335"/>
                    <a:pt x="132836" y="7668"/>
                    <a:pt x="144717" y="7668"/>
                  </a:cubicBezTo>
                  <a:cubicBezTo>
                    <a:pt x="156599" y="7668"/>
                    <a:pt x="166265" y="17335"/>
                    <a:pt x="166265" y="29216"/>
                  </a:cubicBezTo>
                  <a:cubicBezTo>
                    <a:pt x="166265" y="41096"/>
                    <a:pt x="156599" y="50761"/>
                    <a:pt x="144717" y="50761"/>
                  </a:cubicBezTo>
                  <a:cubicBezTo>
                    <a:pt x="132836" y="50761"/>
                    <a:pt x="123169" y="41096"/>
                    <a:pt x="123169" y="29216"/>
                  </a:cubicBezTo>
                  <a:close/>
                  <a:moveTo>
                    <a:pt x="86318" y="69723"/>
                  </a:moveTo>
                  <a:cubicBezTo>
                    <a:pt x="88922" y="65973"/>
                    <a:pt x="93198" y="63734"/>
                    <a:pt x="97756" y="63734"/>
                  </a:cubicBezTo>
                  <a:cubicBezTo>
                    <a:pt x="102317" y="63734"/>
                    <a:pt x="106593" y="65973"/>
                    <a:pt x="109198" y="69723"/>
                  </a:cubicBezTo>
                  <a:cubicBezTo>
                    <a:pt x="109198" y="69724"/>
                    <a:pt x="109199" y="69725"/>
                    <a:pt x="109199" y="69726"/>
                  </a:cubicBezTo>
                  <a:cubicBezTo>
                    <a:pt x="110824" y="72062"/>
                    <a:pt x="111683" y="74806"/>
                    <a:pt x="111683" y="77661"/>
                  </a:cubicBezTo>
                  <a:cubicBezTo>
                    <a:pt x="111683" y="85341"/>
                    <a:pt x="105435" y="91588"/>
                    <a:pt x="97756" y="91588"/>
                  </a:cubicBezTo>
                  <a:cubicBezTo>
                    <a:pt x="90078" y="91588"/>
                    <a:pt x="83832" y="85340"/>
                    <a:pt x="83832" y="77661"/>
                  </a:cubicBezTo>
                  <a:cubicBezTo>
                    <a:pt x="83832" y="74801"/>
                    <a:pt x="84690" y="72058"/>
                    <a:pt x="86318" y="69723"/>
                  </a:cubicBezTo>
                  <a:close/>
                  <a:moveTo>
                    <a:pt x="29250" y="29216"/>
                  </a:moveTo>
                  <a:cubicBezTo>
                    <a:pt x="29250" y="17335"/>
                    <a:pt x="38915" y="7668"/>
                    <a:pt x="50795" y="7668"/>
                  </a:cubicBezTo>
                  <a:cubicBezTo>
                    <a:pt x="62676" y="7668"/>
                    <a:pt x="72343" y="17335"/>
                    <a:pt x="72343" y="29216"/>
                  </a:cubicBezTo>
                  <a:cubicBezTo>
                    <a:pt x="72343" y="41096"/>
                    <a:pt x="62676" y="50761"/>
                    <a:pt x="50795" y="50761"/>
                  </a:cubicBezTo>
                  <a:cubicBezTo>
                    <a:pt x="38915" y="50761"/>
                    <a:pt x="29250" y="41096"/>
                    <a:pt x="29250" y="29216"/>
                  </a:cubicBezTo>
                  <a:close/>
                  <a:moveTo>
                    <a:pt x="61067" y="128195"/>
                  </a:moveTo>
                  <a:cubicBezTo>
                    <a:pt x="45607" y="125841"/>
                    <a:pt x="32410" y="122074"/>
                    <a:pt x="22704" y="117227"/>
                  </a:cubicBezTo>
                  <a:cubicBezTo>
                    <a:pt x="13036" y="112398"/>
                    <a:pt x="7700" y="106850"/>
                    <a:pt x="7669" y="101602"/>
                  </a:cubicBezTo>
                  <a:cubicBezTo>
                    <a:pt x="7669" y="101586"/>
                    <a:pt x="7672" y="101572"/>
                    <a:pt x="7672" y="101556"/>
                  </a:cubicBezTo>
                  <a:cubicBezTo>
                    <a:pt x="7671" y="77776"/>
                    <a:pt x="27017" y="58428"/>
                    <a:pt x="50795" y="58428"/>
                  </a:cubicBezTo>
                  <a:cubicBezTo>
                    <a:pt x="60911" y="58428"/>
                    <a:pt x="70563" y="61923"/>
                    <a:pt x="78286" y="68324"/>
                  </a:cubicBezTo>
                  <a:cubicBezTo>
                    <a:pt x="76893" y="71218"/>
                    <a:pt x="76166" y="74391"/>
                    <a:pt x="76166" y="77661"/>
                  </a:cubicBezTo>
                  <a:cubicBezTo>
                    <a:pt x="76166" y="84335"/>
                    <a:pt x="79209" y="90311"/>
                    <a:pt x="83980" y="94275"/>
                  </a:cubicBezTo>
                  <a:cubicBezTo>
                    <a:pt x="70581" y="99723"/>
                    <a:pt x="61101" y="112870"/>
                    <a:pt x="61067" y="128195"/>
                  </a:cubicBezTo>
                  <a:close/>
                  <a:moveTo>
                    <a:pt x="126784" y="129221"/>
                  </a:moveTo>
                  <a:cubicBezTo>
                    <a:pt x="117459" y="130309"/>
                    <a:pt x="107713" y="130864"/>
                    <a:pt x="97756" y="130864"/>
                  </a:cubicBezTo>
                  <a:cubicBezTo>
                    <a:pt x="87801" y="130864"/>
                    <a:pt x="78057" y="130309"/>
                    <a:pt x="68732" y="129221"/>
                  </a:cubicBezTo>
                  <a:lnTo>
                    <a:pt x="68732" y="128280"/>
                  </a:lnTo>
                  <a:cubicBezTo>
                    <a:pt x="68732" y="112275"/>
                    <a:pt x="81752" y="99256"/>
                    <a:pt x="97756" y="99256"/>
                  </a:cubicBezTo>
                  <a:cubicBezTo>
                    <a:pt x="113762" y="99256"/>
                    <a:pt x="126784" y="112275"/>
                    <a:pt x="126784" y="128280"/>
                  </a:cubicBezTo>
                  <a:lnTo>
                    <a:pt x="126784" y="129221"/>
                  </a:lnTo>
                  <a:close/>
                  <a:moveTo>
                    <a:pt x="172809" y="117226"/>
                  </a:moveTo>
                  <a:cubicBezTo>
                    <a:pt x="163104" y="122074"/>
                    <a:pt x="149908" y="125840"/>
                    <a:pt x="134450" y="128194"/>
                  </a:cubicBezTo>
                  <a:cubicBezTo>
                    <a:pt x="134416" y="112870"/>
                    <a:pt x="124936" y="99724"/>
                    <a:pt x="111535" y="94275"/>
                  </a:cubicBezTo>
                  <a:cubicBezTo>
                    <a:pt x="116307" y="90311"/>
                    <a:pt x="119351" y="84335"/>
                    <a:pt x="119351" y="77661"/>
                  </a:cubicBezTo>
                  <a:cubicBezTo>
                    <a:pt x="119351" y="74394"/>
                    <a:pt x="118623" y="71221"/>
                    <a:pt x="117229" y="68324"/>
                  </a:cubicBezTo>
                  <a:cubicBezTo>
                    <a:pt x="124949" y="61922"/>
                    <a:pt x="134600" y="58428"/>
                    <a:pt x="144718" y="58428"/>
                  </a:cubicBezTo>
                  <a:cubicBezTo>
                    <a:pt x="168498" y="58428"/>
                    <a:pt x="187845" y="77775"/>
                    <a:pt x="187845" y="101556"/>
                  </a:cubicBezTo>
                  <a:cubicBezTo>
                    <a:pt x="187845" y="106818"/>
                    <a:pt x="182505" y="112384"/>
                    <a:pt x="172809" y="117226"/>
                  </a:cubicBezTo>
                  <a:close/>
                </a:path>
              </a:pathLst>
            </a:custGeom>
            <a:grpFill/>
            <a:ln w="3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4DD985B2-FDFB-45FB-874E-AD96569A6B18}"/>
                </a:ext>
              </a:extLst>
            </p:cNvPr>
            <p:cNvSpPr/>
            <p:nvPr/>
          </p:nvSpPr>
          <p:spPr>
            <a:xfrm>
              <a:off x="7114220" y="5237175"/>
              <a:ext cx="7406" cy="7666"/>
            </a:xfrm>
            <a:custGeom>
              <a:avLst/>
              <a:gdLst>
                <a:gd name="connsiteX0" fmla="*/ 3703 w 7406"/>
                <a:gd name="connsiteY0" fmla="*/ 0 h 7666"/>
                <a:gd name="connsiteX1" fmla="*/ 3703 w 7406"/>
                <a:gd name="connsiteY1" fmla="*/ 7667 h 7666"/>
                <a:gd name="connsiteX2" fmla="*/ 3703 w 7406"/>
                <a:gd name="connsiteY2" fmla="*/ 0 h 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06" h="7666">
                  <a:moveTo>
                    <a:pt x="3703" y="0"/>
                  </a:moveTo>
                  <a:cubicBezTo>
                    <a:pt x="-1230" y="0"/>
                    <a:pt x="-1239" y="7667"/>
                    <a:pt x="3703" y="7667"/>
                  </a:cubicBezTo>
                  <a:cubicBezTo>
                    <a:pt x="8637" y="7667"/>
                    <a:pt x="8645" y="0"/>
                    <a:pt x="3703" y="0"/>
                  </a:cubicBezTo>
                  <a:close/>
                </a:path>
              </a:pathLst>
            </a:custGeom>
            <a:grpFill/>
            <a:ln w="3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321" name="Graphic 319">
            <a:extLst>
              <a:ext uri="{FF2B5EF4-FFF2-40B4-BE49-F238E27FC236}">
                <a16:creationId xmlns:a16="http://schemas.microsoft.com/office/drawing/2014/main" id="{0FB73E79-14C3-4CAD-8FBB-30A7B3143A4C}"/>
              </a:ext>
            </a:extLst>
          </p:cNvPr>
          <p:cNvGrpSpPr/>
          <p:nvPr/>
        </p:nvGrpSpPr>
        <p:grpSpPr>
          <a:xfrm>
            <a:off x="7483796" y="4689815"/>
            <a:ext cx="155654" cy="155654"/>
            <a:chOff x="7465775" y="4671794"/>
            <a:chExt cx="191696" cy="191696"/>
          </a:xfrm>
        </p:grpSpPr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4C6B6210-A369-492C-9026-D412A03F398E}"/>
                </a:ext>
              </a:extLst>
            </p:cNvPr>
            <p:cNvSpPr/>
            <p:nvPr/>
          </p:nvSpPr>
          <p:spPr>
            <a:xfrm>
              <a:off x="7592620" y="4714012"/>
              <a:ext cx="64850" cy="149477"/>
            </a:xfrm>
            <a:custGeom>
              <a:avLst/>
              <a:gdLst>
                <a:gd name="connsiteX0" fmla="*/ 29162 w 64850"/>
                <a:gd name="connsiteY0" fmla="*/ 35275 h 149477"/>
                <a:gd name="connsiteX1" fmla="*/ 22804 w 64850"/>
                <a:gd name="connsiteY1" fmla="*/ 35275 h 149477"/>
                <a:gd name="connsiteX2" fmla="*/ 0 w 64850"/>
                <a:gd name="connsiteY2" fmla="*/ 58061 h 149477"/>
                <a:gd name="connsiteX3" fmla="*/ 0 w 64850"/>
                <a:gd name="connsiteY3" fmla="*/ 88612 h 149477"/>
                <a:gd name="connsiteX4" fmla="*/ 3408 w 64850"/>
                <a:gd name="connsiteY4" fmla="*/ 91968 h 149477"/>
                <a:gd name="connsiteX5" fmla="*/ 10678 w 64850"/>
                <a:gd name="connsiteY5" fmla="*/ 91968 h 149477"/>
                <a:gd name="connsiteX6" fmla="*/ 13890 w 64850"/>
                <a:gd name="connsiteY6" fmla="*/ 146377 h 149477"/>
                <a:gd name="connsiteX7" fmla="*/ 17146 w 64850"/>
                <a:gd name="connsiteY7" fmla="*/ 149477 h 149477"/>
                <a:gd name="connsiteX8" fmla="*/ 47859 w 64850"/>
                <a:gd name="connsiteY8" fmla="*/ 149477 h 149477"/>
                <a:gd name="connsiteX9" fmla="*/ 51117 w 64850"/>
                <a:gd name="connsiteY9" fmla="*/ 146369 h 149477"/>
                <a:gd name="connsiteX10" fmla="*/ 54176 w 64850"/>
                <a:gd name="connsiteY10" fmla="*/ 91968 h 149477"/>
                <a:gd name="connsiteX11" fmla="*/ 61436 w 64850"/>
                <a:gd name="connsiteY11" fmla="*/ 91968 h 149477"/>
                <a:gd name="connsiteX12" fmla="*/ 64850 w 64850"/>
                <a:gd name="connsiteY12" fmla="*/ 88613 h 149477"/>
                <a:gd name="connsiteX13" fmla="*/ 64850 w 64850"/>
                <a:gd name="connsiteY13" fmla="*/ 58063 h 149477"/>
                <a:gd name="connsiteX14" fmla="*/ 42040 w 64850"/>
                <a:gd name="connsiteY14" fmla="*/ 35275 h 149477"/>
                <a:gd name="connsiteX15" fmla="*/ 35522 w 64850"/>
                <a:gd name="connsiteY15" fmla="*/ 35275 h 149477"/>
                <a:gd name="connsiteX16" fmla="*/ 50153 w 64850"/>
                <a:gd name="connsiteY16" fmla="*/ 17818 h 149477"/>
                <a:gd name="connsiteX17" fmla="*/ 32350 w 64850"/>
                <a:gd name="connsiteY17" fmla="*/ 0 h 149477"/>
                <a:gd name="connsiteX18" fmla="*/ 14530 w 64850"/>
                <a:gd name="connsiteY18" fmla="*/ 17802 h 149477"/>
                <a:gd name="connsiteX19" fmla="*/ 29162 w 64850"/>
                <a:gd name="connsiteY19" fmla="*/ 35275 h 149477"/>
                <a:gd name="connsiteX20" fmla="*/ 58325 w 64850"/>
                <a:gd name="connsiteY20" fmla="*/ 58061 h 149477"/>
                <a:gd name="connsiteX21" fmla="*/ 58325 w 64850"/>
                <a:gd name="connsiteY21" fmla="*/ 85443 h 149477"/>
                <a:gd name="connsiteX22" fmla="*/ 51093 w 64850"/>
                <a:gd name="connsiteY22" fmla="*/ 85443 h 149477"/>
                <a:gd name="connsiteX23" fmla="*/ 47835 w 64850"/>
                <a:gd name="connsiteY23" fmla="*/ 88551 h 149477"/>
                <a:gd name="connsiteX24" fmla="*/ 44774 w 64850"/>
                <a:gd name="connsiteY24" fmla="*/ 142951 h 149477"/>
                <a:gd name="connsiteX25" fmla="*/ 35484 w 64850"/>
                <a:gd name="connsiteY25" fmla="*/ 142951 h 149477"/>
                <a:gd name="connsiteX26" fmla="*/ 35484 w 64850"/>
                <a:gd name="connsiteY26" fmla="*/ 105262 h 149477"/>
                <a:gd name="connsiteX27" fmla="*/ 32221 w 64850"/>
                <a:gd name="connsiteY27" fmla="*/ 101999 h 149477"/>
                <a:gd name="connsiteX28" fmla="*/ 28958 w 64850"/>
                <a:gd name="connsiteY28" fmla="*/ 105262 h 149477"/>
                <a:gd name="connsiteX29" fmla="*/ 28958 w 64850"/>
                <a:gd name="connsiteY29" fmla="*/ 142951 h 149477"/>
                <a:gd name="connsiteX30" fmla="*/ 20223 w 64850"/>
                <a:gd name="connsiteY30" fmla="*/ 142951 h 149477"/>
                <a:gd name="connsiteX31" fmla="*/ 17009 w 64850"/>
                <a:gd name="connsiteY31" fmla="*/ 88543 h 149477"/>
                <a:gd name="connsiteX32" fmla="*/ 13753 w 64850"/>
                <a:gd name="connsiteY32" fmla="*/ 85443 h 149477"/>
                <a:gd name="connsiteX33" fmla="*/ 6526 w 64850"/>
                <a:gd name="connsiteY33" fmla="*/ 85443 h 149477"/>
                <a:gd name="connsiteX34" fmla="*/ 6526 w 64850"/>
                <a:gd name="connsiteY34" fmla="*/ 58061 h 149477"/>
                <a:gd name="connsiteX35" fmla="*/ 22804 w 64850"/>
                <a:gd name="connsiteY35" fmla="*/ 41801 h 149477"/>
                <a:gd name="connsiteX36" fmla="*/ 42040 w 64850"/>
                <a:gd name="connsiteY36" fmla="*/ 41801 h 149477"/>
                <a:gd name="connsiteX37" fmla="*/ 58325 w 64850"/>
                <a:gd name="connsiteY37" fmla="*/ 58061 h 149477"/>
                <a:gd name="connsiteX38" fmla="*/ 32344 w 64850"/>
                <a:gd name="connsiteY38" fmla="*/ 6596 h 149477"/>
                <a:gd name="connsiteX39" fmla="*/ 43629 w 64850"/>
                <a:gd name="connsiteY39" fmla="*/ 17881 h 149477"/>
                <a:gd name="connsiteX40" fmla="*/ 32344 w 64850"/>
                <a:gd name="connsiteY40" fmla="*/ 29166 h 149477"/>
                <a:gd name="connsiteX41" fmla="*/ 21059 w 64850"/>
                <a:gd name="connsiteY41" fmla="*/ 17881 h 149477"/>
                <a:gd name="connsiteX42" fmla="*/ 32344 w 64850"/>
                <a:gd name="connsiteY42" fmla="*/ 6596 h 14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4850" h="149477">
                  <a:moveTo>
                    <a:pt x="29162" y="35275"/>
                  </a:moveTo>
                  <a:lnTo>
                    <a:pt x="22804" y="35275"/>
                  </a:lnTo>
                  <a:cubicBezTo>
                    <a:pt x="10243" y="35337"/>
                    <a:pt x="72" y="45500"/>
                    <a:pt x="0" y="58061"/>
                  </a:cubicBezTo>
                  <a:lnTo>
                    <a:pt x="0" y="88612"/>
                  </a:lnTo>
                  <a:cubicBezTo>
                    <a:pt x="59" y="90460"/>
                    <a:pt x="1558" y="91937"/>
                    <a:pt x="3408" y="91968"/>
                  </a:cubicBezTo>
                  <a:lnTo>
                    <a:pt x="10678" y="91968"/>
                  </a:lnTo>
                  <a:lnTo>
                    <a:pt x="13890" y="146377"/>
                  </a:lnTo>
                  <a:cubicBezTo>
                    <a:pt x="13989" y="148107"/>
                    <a:pt x="15414" y="149465"/>
                    <a:pt x="17146" y="149477"/>
                  </a:cubicBezTo>
                  <a:lnTo>
                    <a:pt x="47859" y="149477"/>
                  </a:lnTo>
                  <a:cubicBezTo>
                    <a:pt x="49595" y="149465"/>
                    <a:pt x="51023" y="148102"/>
                    <a:pt x="51117" y="146369"/>
                  </a:cubicBezTo>
                  <a:lnTo>
                    <a:pt x="54176" y="91968"/>
                  </a:lnTo>
                  <a:lnTo>
                    <a:pt x="61436" y="91968"/>
                  </a:lnTo>
                  <a:cubicBezTo>
                    <a:pt x="63286" y="91937"/>
                    <a:pt x="64787" y="90461"/>
                    <a:pt x="64850" y="88613"/>
                  </a:cubicBezTo>
                  <a:lnTo>
                    <a:pt x="64850" y="58063"/>
                  </a:lnTo>
                  <a:cubicBezTo>
                    <a:pt x="64850" y="45567"/>
                    <a:pt x="54536" y="35275"/>
                    <a:pt x="42040" y="35275"/>
                  </a:cubicBezTo>
                  <a:lnTo>
                    <a:pt x="35522" y="35275"/>
                  </a:lnTo>
                  <a:cubicBezTo>
                    <a:pt x="43829" y="34052"/>
                    <a:pt x="50153" y="26552"/>
                    <a:pt x="50153" y="17818"/>
                  </a:cubicBezTo>
                  <a:cubicBezTo>
                    <a:pt x="50158" y="7982"/>
                    <a:pt x="42187" y="4"/>
                    <a:pt x="32350" y="0"/>
                  </a:cubicBezTo>
                  <a:cubicBezTo>
                    <a:pt x="22512" y="-5"/>
                    <a:pt x="14535" y="7966"/>
                    <a:pt x="14530" y="17802"/>
                  </a:cubicBezTo>
                  <a:cubicBezTo>
                    <a:pt x="14530" y="26536"/>
                    <a:pt x="20854" y="34052"/>
                    <a:pt x="29162" y="35275"/>
                  </a:cubicBezTo>
                  <a:close/>
                  <a:moveTo>
                    <a:pt x="58325" y="58061"/>
                  </a:moveTo>
                  <a:lnTo>
                    <a:pt x="58325" y="85443"/>
                  </a:lnTo>
                  <a:lnTo>
                    <a:pt x="51093" y="85443"/>
                  </a:lnTo>
                  <a:cubicBezTo>
                    <a:pt x="49356" y="85455"/>
                    <a:pt x="47929" y="86817"/>
                    <a:pt x="47835" y="88551"/>
                  </a:cubicBezTo>
                  <a:lnTo>
                    <a:pt x="44774" y="142951"/>
                  </a:lnTo>
                  <a:lnTo>
                    <a:pt x="35484" y="142951"/>
                  </a:lnTo>
                  <a:lnTo>
                    <a:pt x="35484" y="105262"/>
                  </a:lnTo>
                  <a:cubicBezTo>
                    <a:pt x="35484" y="103460"/>
                    <a:pt x="34023" y="101999"/>
                    <a:pt x="32221" y="101999"/>
                  </a:cubicBezTo>
                  <a:cubicBezTo>
                    <a:pt x="30419" y="101999"/>
                    <a:pt x="28958" y="103460"/>
                    <a:pt x="28958" y="105262"/>
                  </a:cubicBezTo>
                  <a:lnTo>
                    <a:pt x="28958" y="142951"/>
                  </a:lnTo>
                  <a:lnTo>
                    <a:pt x="20223" y="142951"/>
                  </a:lnTo>
                  <a:lnTo>
                    <a:pt x="17009" y="88543"/>
                  </a:lnTo>
                  <a:cubicBezTo>
                    <a:pt x="16910" y="86813"/>
                    <a:pt x="15486" y="85455"/>
                    <a:pt x="13753" y="85443"/>
                  </a:cubicBezTo>
                  <a:lnTo>
                    <a:pt x="6526" y="85443"/>
                  </a:lnTo>
                  <a:lnTo>
                    <a:pt x="6526" y="58061"/>
                  </a:lnTo>
                  <a:cubicBezTo>
                    <a:pt x="6594" y="49103"/>
                    <a:pt x="13845" y="41859"/>
                    <a:pt x="22804" y="41801"/>
                  </a:cubicBezTo>
                  <a:lnTo>
                    <a:pt x="42040" y="41801"/>
                  </a:lnTo>
                  <a:cubicBezTo>
                    <a:pt x="51001" y="41859"/>
                    <a:pt x="58254" y="49101"/>
                    <a:pt x="58325" y="58061"/>
                  </a:cubicBezTo>
                  <a:close/>
                  <a:moveTo>
                    <a:pt x="32344" y="6596"/>
                  </a:moveTo>
                  <a:cubicBezTo>
                    <a:pt x="38577" y="6596"/>
                    <a:pt x="43629" y="11648"/>
                    <a:pt x="43629" y="17881"/>
                  </a:cubicBezTo>
                  <a:cubicBezTo>
                    <a:pt x="43629" y="24113"/>
                    <a:pt x="38577" y="29166"/>
                    <a:pt x="32344" y="29166"/>
                  </a:cubicBezTo>
                  <a:cubicBezTo>
                    <a:pt x="26111" y="29166"/>
                    <a:pt x="21059" y="24113"/>
                    <a:pt x="21059" y="17881"/>
                  </a:cubicBezTo>
                  <a:cubicBezTo>
                    <a:pt x="21065" y="11651"/>
                    <a:pt x="26114" y="6602"/>
                    <a:pt x="32344" y="6596"/>
                  </a:cubicBezTo>
                  <a:close/>
                </a:path>
              </a:pathLst>
            </a:custGeom>
            <a:solidFill>
              <a:srgbClr val="FFFFFF"/>
            </a:solidFill>
            <a:ln w="4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9A85EEDB-C1CB-48AE-82E0-A6B64C867BAB}"/>
                </a:ext>
              </a:extLst>
            </p:cNvPr>
            <p:cNvSpPr/>
            <p:nvPr/>
          </p:nvSpPr>
          <p:spPr>
            <a:xfrm>
              <a:off x="7550585" y="4683622"/>
              <a:ext cx="18744" cy="6525"/>
            </a:xfrm>
            <a:custGeom>
              <a:avLst/>
              <a:gdLst>
                <a:gd name="connsiteX0" fmla="*/ 3263 w 18744"/>
                <a:gd name="connsiteY0" fmla="*/ 6526 h 6525"/>
                <a:gd name="connsiteX1" fmla="*/ 15481 w 18744"/>
                <a:gd name="connsiteY1" fmla="*/ 6526 h 6525"/>
                <a:gd name="connsiteX2" fmla="*/ 18744 w 18744"/>
                <a:gd name="connsiteY2" fmla="*/ 3263 h 6525"/>
                <a:gd name="connsiteX3" fmla="*/ 15481 w 18744"/>
                <a:gd name="connsiteY3" fmla="*/ 0 h 6525"/>
                <a:gd name="connsiteX4" fmla="*/ 3263 w 18744"/>
                <a:gd name="connsiteY4" fmla="*/ 0 h 6525"/>
                <a:gd name="connsiteX5" fmla="*/ 0 w 18744"/>
                <a:gd name="connsiteY5" fmla="*/ 3263 h 6525"/>
                <a:gd name="connsiteX6" fmla="*/ 3263 w 18744"/>
                <a:gd name="connsiteY6" fmla="*/ 6526 h 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744" h="6525">
                  <a:moveTo>
                    <a:pt x="3263" y="6526"/>
                  </a:moveTo>
                  <a:lnTo>
                    <a:pt x="15481" y="6526"/>
                  </a:lnTo>
                  <a:cubicBezTo>
                    <a:pt x="17283" y="6526"/>
                    <a:pt x="18744" y="5065"/>
                    <a:pt x="18744" y="3263"/>
                  </a:cubicBezTo>
                  <a:cubicBezTo>
                    <a:pt x="18744" y="1461"/>
                    <a:pt x="17283" y="0"/>
                    <a:pt x="15481" y="0"/>
                  </a:cubicBezTo>
                  <a:lnTo>
                    <a:pt x="3263" y="0"/>
                  </a:lnTo>
                  <a:cubicBezTo>
                    <a:pt x="1461" y="0"/>
                    <a:pt x="0" y="1461"/>
                    <a:pt x="0" y="3263"/>
                  </a:cubicBezTo>
                  <a:cubicBezTo>
                    <a:pt x="0" y="5065"/>
                    <a:pt x="1461" y="6526"/>
                    <a:pt x="3263" y="6526"/>
                  </a:cubicBezTo>
                  <a:close/>
                </a:path>
              </a:pathLst>
            </a:custGeom>
            <a:solidFill>
              <a:srgbClr val="FFFFFF"/>
            </a:solidFill>
            <a:ln w="4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98158F5F-3D66-453D-8FB4-DCBC41F3ECB0}"/>
                </a:ext>
              </a:extLst>
            </p:cNvPr>
            <p:cNvSpPr/>
            <p:nvPr/>
          </p:nvSpPr>
          <p:spPr>
            <a:xfrm>
              <a:off x="7550585" y="4702791"/>
              <a:ext cx="44287" cy="6525"/>
            </a:xfrm>
            <a:custGeom>
              <a:avLst/>
              <a:gdLst>
                <a:gd name="connsiteX0" fmla="*/ 44288 w 44287"/>
                <a:gd name="connsiteY0" fmla="*/ 3263 h 6525"/>
                <a:gd name="connsiteX1" fmla="*/ 41025 w 44287"/>
                <a:gd name="connsiteY1" fmla="*/ 0 h 6525"/>
                <a:gd name="connsiteX2" fmla="*/ 3263 w 44287"/>
                <a:gd name="connsiteY2" fmla="*/ 0 h 6525"/>
                <a:gd name="connsiteX3" fmla="*/ 0 w 44287"/>
                <a:gd name="connsiteY3" fmla="*/ 3263 h 6525"/>
                <a:gd name="connsiteX4" fmla="*/ 3263 w 44287"/>
                <a:gd name="connsiteY4" fmla="*/ 6526 h 6525"/>
                <a:gd name="connsiteX5" fmla="*/ 41025 w 44287"/>
                <a:gd name="connsiteY5" fmla="*/ 6526 h 6525"/>
                <a:gd name="connsiteX6" fmla="*/ 44288 w 44287"/>
                <a:gd name="connsiteY6" fmla="*/ 3263 h 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287" h="6525">
                  <a:moveTo>
                    <a:pt x="44288" y="3263"/>
                  </a:moveTo>
                  <a:cubicBezTo>
                    <a:pt x="44288" y="1461"/>
                    <a:pt x="42827" y="0"/>
                    <a:pt x="41025" y="0"/>
                  </a:cubicBezTo>
                  <a:lnTo>
                    <a:pt x="3263" y="0"/>
                  </a:lnTo>
                  <a:cubicBezTo>
                    <a:pt x="1461" y="0"/>
                    <a:pt x="0" y="1461"/>
                    <a:pt x="0" y="3263"/>
                  </a:cubicBezTo>
                  <a:cubicBezTo>
                    <a:pt x="0" y="5065"/>
                    <a:pt x="1461" y="6526"/>
                    <a:pt x="3263" y="6526"/>
                  </a:cubicBezTo>
                  <a:lnTo>
                    <a:pt x="41025" y="6526"/>
                  </a:lnTo>
                  <a:cubicBezTo>
                    <a:pt x="42827" y="6526"/>
                    <a:pt x="44288" y="5065"/>
                    <a:pt x="44288" y="3263"/>
                  </a:cubicBezTo>
                  <a:close/>
                </a:path>
              </a:pathLst>
            </a:custGeom>
            <a:solidFill>
              <a:srgbClr val="FFFFFF"/>
            </a:solidFill>
            <a:ln w="4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E1DD8570-4BA6-41A4-AAE3-5C4F998C237B}"/>
                </a:ext>
              </a:extLst>
            </p:cNvPr>
            <p:cNvSpPr/>
            <p:nvPr/>
          </p:nvSpPr>
          <p:spPr>
            <a:xfrm>
              <a:off x="7550585" y="4692595"/>
              <a:ext cx="44287" cy="6525"/>
            </a:xfrm>
            <a:custGeom>
              <a:avLst/>
              <a:gdLst>
                <a:gd name="connsiteX0" fmla="*/ 3263 w 44287"/>
                <a:gd name="connsiteY0" fmla="*/ 6526 h 6525"/>
                <a:gd name="connsiteX1" fmla="*/ 41025 w 44287"/>
                <a:gd name="connsiteY1" fmla="*/ 6526 h 6525"/>
                <a:gd name="connsiteX2" fmla="*/ 44288 w 44287"/>
                <a:gd name="connsiteY2" fmla="*/ 3263 h 6525"/>
                <a:gd name="connsiteX3" fmla="*/ 41025 w 44287"/>
                <a:gd name="connsiteY3" fmla="*/ 0 h 6525"/>
                <a:gd name="connsiteX4" fmla="*/ 3263 w 44287"/>
                <a:gd name="connsiteY4" fmla="*/ 0 h 6525"/>
                <a:gd name="connsiteX5" fmla="*/ 0 w 44287"/>
                <a:gd name="connsiteY5" fmla="*/ 3263 h 6525"/>
                <a:gd name="connsiteX6" fmla="*/ 3263 w 44287"/>
                <a:gd name="connsiteY6" fmla="*/ 6526 h 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287" h="6525">
                  <a:moveTo>
                    <a:pt x="3263" y="6526"/>
                  </a:moveTo>
                  <a:lnTo>
                    <a:pt x="41025" y="6526"/>
                  </a:lnTo>
                  <a:cubicBezTo>
                    <a:pt x="42827" y="6526"/>
                    <a:pt x="44288" y="5065"/>
                    <a:pt x="44288" y="3263"/>
                  </a:cubicBezTo>
                  <a:cubicBezTo>
                    <a:pt x="44288" y="1461"/>
                    <a:pt x="42827" y="0"/>
                    <a:pt x="41025" y="0"/>
                  </a:cubicBezTo>
                  <a:lnTo>
                    <a:pt x="3263" y="0"/>
                  </a:lnTo>
                  <a:cubicBezTo>
                    <a:pt x="1461" y="0"/>
                    <a:pt x="0" y="1461"/>
                    <a:pt x="0" y="3263"/>
                  </a:cubicBezTo>
                  <a:cubicBezTo>
                    <a:pt x="0" y="5065"/>
                    <a:pt x="1461" y="6526"/>
                    <a:pt x="3263" y="6526"/>
                  </a:cubicBezTo>
                  <a:close/>
                </a:path>
              </a:pathLst>
            </a:custGeom>
            <a:solidFill>
              <a:srgbClr val="FFFFFF"/>
            </a:solidFill>
            <a:ln w="4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0DE1B88-C652-4DC2-8972-E1C8A4F00ABC}"/>
                </a:ext>
              </a:extLst>
            </p:cNvPr>
            <p:cNvSpPr/>
            <p:nvPr/>
          </p:nvSpPr>
          <p:spPr>
            <a:xfrm>
              <a:off x="7517573" y="4671794"/>
              <a:ext cx="88099" cy="70980"/>
            </a:xfrm>
            <a:custGeom>
              <a:avLst/>
              <a:gdLst>
                <a:gd name="connsiteX0" fmla="*/ 1731 w 88099"/>
                <a:gd name="connsiteY0" fmla="*/ 70621 h 70980"/>
                <a:gd name="connsiteX1" fmla="*/ 3198 w 88099"/>
                <a:gd name="connsiteY1" fmla="*/ 70981 h 70980"/>
                <a:gd name="connsiteX2" fmla="*/ 5089 w 88099"/>
                <a:gd name="connsiteY2" fmla="*/ 70320 h 70980"/>
                <a:gd name="connsiteX3" fmla="*/ 18332 w 88099"/>
                <a:gd name="connsiteY3" fmla="*/ 60772 h 70980"/>
                <a:gd name="connsiteX4" fmla="*/ 62708 w 88099"/>
                <a:gd name="connsiteY4" fmla="*/ 60772 h 70980"/>
                <a:gd name="connsiteX5" fmla="*/ 66074 w 88099"/>
                <a:gd name="connsiteY5" fmla="*/ 57612 h 70980"/>
                <a:gd name="connsiteX6" fmla="*/ 66074 w 88099"/>
                <a:gd name="connsiteY6" fmla="*/ 49759 h 70980"/>
                <a:gd name="connsiteX7" fmla="*/ 69767 w 88099"/>
                <a:gd name="connsiteY7" fmla="*/ 49759 h 70980"/>
                <a:gd name="connsiteX8" fmla="*/ 83021 w 88099"/>
                <a:gd name="connsiteY8" fmla="*/ 59260 h 70980"/>
                <a:gd name="connsiteX9" fmla="*/ 84922 w 88099"/>
                <a:gd name="connsiteY9" fmla="*/ 59872 h 70980"/>
                <a:gd name="connsiteX10" fmla="*/ 86369 w 88099"/>
                <a:gd name="connsiteY10" fmla="*/ 59511 h 70980"/>
                <a:gd name="connsiteX11" fmla="*/ 88099 w 88099"/>
                <a:gd name="connsiteY11" fmla="*/ 56612 h 70980"/>
                <a:gd name="connsiteX12" fmla="*/ 88099 w 88099"/>
                <a:gd name="connsiteY12" fmla="*/ 3413 h 70980"/>
                <a:gd name="connsiteX13" fmla="*/ 84920 w 88099"/>
                <a:gd name="connsiteY13" fmla="*/ 0 h 70980"/>
                <a:gd name="connsiteX14" fmla="*/ 25392 w 88099"/>
                <a:gd name="connsiteY14" fmla="*/ 0 h 70980"/>
                <a:gd name="connsiteX15" fmla="*/ 22025 w 88099"/>
                <a:gd name="connsiteY15" fmla="*/ 3413 h 70980"/>
                <a:gd name="connsiteX16" fmla="*/ 22025 w 88099"/>
                <a:gd name="connsiteY16" fmla="*/ 11420 h 70980"/>
                <a:gd name="connsiteX17" fmla="*/ 3179 w 88099"/>
                <a:gd name="connsiteY17" fmla="*/ 11420 h 70980"/>
                <a:gd name="connsiteX18" fmla="*/ 921 w 88099"/>
                <a:gd name="connsiteY18" fmla="*/ 12285 h 70980"/>
                <a:gd name="connsiteX19" fmla="*/ 0 w 88099"/>
                <a:gd name="connsiteY19" fmla="*/ 14521 h 70980"/>
                <a:gd name="connsiteX20" fmla="*/ 0 w 88099"/>
                <a:gd name="connsiteY20" fmla="*/ 67718 h 70980"/>
                <a:gd name="connsiteX21" fmla="*/ 1731 w 88099"/>
                <a:gd name="connsiteY21" fmla="*/ 70621 h 70980"/>
                <a:gd name="connsiteX22" fmla="*/ 28551 w 88099"/>
                <a:gd name="connsiteY22" fmla="*/ 6526 h 70980"/>
                <a:gd name="connsiteX23" fmla="*/ 81573 w 88099"/>
                <a:gd name="connsiteY23" fmla="*/ 6526 h 70980"/>
                <a:gd name="connsiteX24" fmla="*/ 81573 w 88099"/>
                <a:gd name="connsiteY24" fmla="*/ 50260 h 70980"/>
                <a:gd name="connsiteX25" fmla="*/ 72674 w 88099"/>
                <a:gd name="connsiteY25" fmla="*/ 43849 h 70980"/>
                <a:gd name="connsiteX26" fmla="*/ 70816 w 88099"/>
                <a:gd name="connsiteY26" fmla="*/ 43234 h 70980"/>
                <a:gd name="connsiteX27" fmla="*/ 28551 w 88099"/>
                <a:gd name="connsiteY27" fmla="*/ 43234 h 70980"/>
                <a:gd name="connsiteX28" fmla="*/ 6526 w 88099"/>
                <a:gd name="connsiteY28" fmla="*/ 17946 h 70980"/>
                <a:gd name="connsiteX29" fmla="*/ 22025 w 88099"/>
                <a:gd name="connsiteY29" fmla="*/ 17946 h 70980"/>
                <a:gd name="connsiteX30" fmla="*/ 22025 w 88099"/>
                <a:gd name="connsiteY30" fmla="*/ 46505 h 70980"/>
                <a:gd name="connsiteX31" fmla="*/ 25392 w 88099"/>
                <a:gd name="connsiteY31" fmla="*/ 49759 h 70980"/>
                <a:gd name="connsiteX32" fmla="*/ 59548 w 88099"/>
                <a:gd name="connsiteY32" fmla="*/ 49759 h 70980"/>
                <a:gd name="connsiteX33" fmla="*/ 59548 w 88099"/>
                <a:gd name="connsiteY33" fmla="*/ 54246 h 70980"/>
                <a:gd name="connsiteX34" fmla="*/ 17284 w 88099"/>
                <a:gd name="connsiteY34" fmla="*/ 54246 h 70980"/>
                <a:gd name="connsiteX35" fmla="*/ 15426 w 88099"/>
                <a:gd name="connsiteY35" fmla="*/ 54907 h 70980"/>
                <a:gd name="connsiteX36" fmla="*/ 6526 w 88099"/>
                <a:gd name="connsiteY36" fmla="*/ 61366 h 7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8099" h="70980">
                  <a:moveTo>
                    <a:pt x="1731" y="70621"/>
                  </a:moveTo>
                  <a:cubicBezTo>
                    <a:pt x="2183" y="70857"/>
                    <a:pt x="2687" y="70981"/>
                    <a:pt x="3198" y="70981"/>
                  </a:cubicBezTo>
                  <a:cubicBezTo>
                    <a:pt x="3882" y="70963"/>
                    <a:pt x="4543" y="70731"/>
                    <a:pt x="5089" y="70320"/>
                  </a:cubicBezTo>
                  <a:lnTo>
                    <a:pt x="18332" y="60772"/>
                  </a:lnTo>
                  <a:lnTo>
                    <a:pt x="62708" y="60772"/>
                  </a:lnTo>
                  <a:cubicBezTo>
                    <a:pt x="64510" y="60828"/>
                    <a:pt x="66017" y="59414"/>
                    <a:pt x="66074" y="57612"/>
                  </a:cubicBezTo>
                  <a:lnTo>
                    <a:pt x="66074" y="49759"/>
                  </a:lnTo>
                  <a:lnTo>
                    <a:pt x="69767" y="49759"/>
                  </a:lnTo>
                  <a:lnTo>
                    <a:pt x="83021" y="59260"/>
                  </a:lnTo>
                  <a:cubicBezTo>
                    <a:pt x="83574" y="59658"/>
                    <a:pt x="84239" y="59872"/>
                    <a:pt x="84922" y="59872"/>
                  </a:cubicBezTo>
                  <a:cubicBezTo>
                    <a:pt x="85425" y="59872"/>
                    <a:pt x="85923" y="59749"/>
                    <a:pt x="86369" y="59511"/>
                  </a:cubicBezTo>
                  <a:cubicBezTo>
                    <a:pt x="87447" y="58949"/>
                    <a:pt x="88116" y="57827"/>
                    <a:pt x="88099" y="56612"/>
                  </a:cubicBezTo>
                  <a:lnTo>
                    <a:pt x="88099" y="3413"/>
                  </a:lnTo>
                  <a:cubicBezTo>
                    <a:pt x="88099" y="1611"/>
                    <a:pt x="86722" y="0"/>
                    <a:pt x="84920" y="0"/>
                  </a:cubicBezTo>
                  <a:lnTo>
                    <a:pt x="25392" y="0"/>
                  </a:lnTo>
                  <a:cubicBezTo>
                    <a:pt x="23540" y="62"/>
                    <a:pt x="22062" y="1561"/>
                    <a:pt x="22025" y="3413"/>
                  </a:cubicBezTo>
                  <a:lnTo>
                    <a:pt x="22025" y="11420"/>
                  </a:lnTo>
                  <a:lnTo>
                    <a:pt x="3179" y="11420"/>
                  </a:lnTo>
                  <a:cubicBezTo>
                    <a:pt x="2339" y="11387"/>
                    <a:pt x="1523" y="11699"/>
                    <a:pt x="921" y="12285"/>
                  </a:cubicBezTo>
                  <a:cubicBezTo>
                    <a:pt x="321" y="12872"/>
                    <a:pt x="-12" y="13681"/>
                    <a:pt x="0" y="14521"/>
                  </a:cubicBezTo>
                  <a:lnTo>
                    <a:pt x="0" y="67718"/>
                  </a:lnTo>
                  <a:cubicBezTo>
                    <a:pt x="-17" y="68936"/>
                    <a:pt x="652" y="70057"/>
                    <a:pt x="1731" y="70621"/>
                  </a:cubicBezTo>
                  <a:close/>
                  <a:moveTo>
                    <a:pt x="28551" y="6526"/>
                  </a:moveTo>
                  <a:lnTo>
                    <a:pt x="81573" y="6526"/>
                  </a:lnTo>
                  <a:lnTo>
                    <a:pt x="81573" y="50260"/>
                  </a:lnTo>
                  <a:lnTo>
                    <a:pt x="72674" y="43849"/>
                  </a:lnTo>
                  <a:cubicBezTo>
                    <a:pt x="72135" y="43450"/>
                    <a:pt x="71485" y="43235"/>
                    <a:pt x="70816" y="43234"/>
                  </a:cubicBezTo>
                  <a:lnTo>
                    <a:pt x="28551" y="43234"/>
                  </a:lnTo>
                  <a:close/>
                  <a:moveTo>
                    <a:pt x="6526" y="17946"/>
                  </a:moveTo>
                  <a:lnTo>
                    <a:pt x="22025" y="17946"/>
                  </a:lnTo>
                  <a:lnTo>
                    <a:pt x="22025" y="46505"/>
                  </a:lnTo>
                  <a:cubicBezTo>
                    <a:pt x="22074" y="48325"/>
                    <a:pt x="23570" y="49772"/>
                    <a:pt x="25392" y="49759"/>
                  </a:cubicBezTo>
                  <a:lnTo>
                    <a:pt x="59548" y="49759"/>
                  </a:lnTo>
                  <a:lnTo>
                    <a:pt x="59548" y="54246"/>
                  </a:lnTo>
                  <a:lnTo>
                    <a:pt x="17284" y="54246"/>
                  </a:lnTo>
                  <a:cubicBezTo>
                    <a:pt x="16610" y="54265"/>
                    <a:pt x="15960" y="54496"/>
                    <a:pt x="15426" y="54907"/>
                  </a:cubicBezTo>
                  <a:lnTo>
                    <a:pt x="6526" y="61366"/>
                  </a:lnTo>
                  <a:close/>
                </a:path>
              </a:pathLst>
            </a:custGeom>
            <a:solidFill>
              <a:srgbClr val="FFFFFF"/>
            </a:solidFill>
            <a:ln w="4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2465B273-43EE-4E0C-B94C-A85F051B759F}"/>
                </a:ext>
              </a:extLst>
            </p:cNvPr>
            <p:cNvSpPr/>
            <p:nvPr/>
          </p:nvSpPr>
          <p:spPr>
            <a:xfrm>
              <a:off x="7465775" y="4714012"/>
              <a:ext cx="64850" cy="149477"/>
            </a:xfrm>
            <a:custGeom>
              <a:avLst/>
              <a:gdLst>
                <a:gd name="connsiteX0" fmla="*/ 3413 w 64850"/>
                <a:gd name="connsiteY0" fmla="*/ 91968 h 149477"/>
                <a:gd name="connsiteX1" fmla="*/ 10683 w 64850"/>
                <a:gd name="connsiteY1" fmla="*/ 91968 h 149477"/>
                <a:gd name="connsiteX2" fmla="*/ 13894 w 64850"/>
                <a:gd name="connsiteY2" fmla="*/ 146377 h 149477"/>
                <a:gd name="connsiteX3" fmla="*/ 17153 w 64850"/>
                <a:gd name="connsiteY3" fmla="*/ 149477 h 149477"/>
                <a:gd name="connsiteX4" fmla="*/ 47865 w 64850"/>
                <a:gd name="connsiteY4" fmla="*/ 149477 h 149477"/>
                <a:gd name="connsiteX5" fmla="*/ 51123 w 64850"/>
                <a:gd name="connsiteY5" fmla="*/ 146369 h 149477"/>
                <a:gd name="connsiteX6" fmla="*/ 54182 w 64850"/>
                <a:gd name="connsiteY6" fmla="*/ 91968 h 149477"/>
                <a:gd name="connsiteX7" fmla="*/ 61443 w 64850"/>
                <a:gd name="connsiteY7" fmla="*/ 91968 h 149477"/>
                <a:gd name="connsiteX8" fmla="*/ 64850 w 64850"/>
                <a:gd name="connsiteY8" fmla="*/ 88613 h 149477"/>
                <a:gd name="connsiteX9" fmla="*/ 64850 w 64850"/>
                <a:gd name="connsiteY9" fmla="*/ 58063 h 149477"/>
                <a:gd name="connsiteX10" fmla="*/ 42047 w 64850"/>
                <a:gd name="connsiteY10" fmla="*/ 35275 h 149477"/>
                <a:gd name="connsiteX11" fmla="*/ 35527 w 64850"/>
                <a:gd name="connsiteY11" fmla="*/ 35275 h 149477"/>
                <a:gd name="connsiteX12" fmla="*/ 50158 w 64850"/>
                <a:gd name="connsiteY12" fmla="*/ 17818 h 149477"/>
                <a:gd name="connsiteX13" fmla="*/ 32355 w 64850"/>
                <a:gd name="connsiteY13" fmla="*/ 0 h 149477"/>
                <a:gd name="connsiteX14" fmla="*/ 14537 w 64850"/>
                <a:gd name="connsiteY14" fmla="*/ 17802 h 149477"/>
                <a:gd name="connsiteX15" fmla="*/ 29167 w 64850"/>
                <a:gd name="connsiteY15" fmla="*/ 35277 h 149477"/>
                <a:gd name="connsiteX16" fmla="*/ 22810 w 64850"/>
                <a:gd name="connsiteY16" fmla="*/ 35277 h 149477"/>
                <a:gd name="connsiteX17" fmla="*/ 0 w 64850"/>
                <a:gd name="connsiteY17" fmla="*/ 58061 h 149477"/>
                <a:gd name="connsiteX18" fmla="*/ 0 w 64850"/>
                <a:gd name="connsiteY18" fmla="*/ 88612 h 149477"/>
                <a:gd name="connsiteX19" fmla="*/ 3413 w 64850"/>
                <a:gd name="connsiteY19" fmla="*/ 91968 h 149477"/>
                <a:gd name="connsiteX20" fmla="*/ 21062 w 64850"/>
                <a:gd name="connsiteY20" fmla="*/ 17881 h 149477"/>
                <a:gd name="connsiteX21" fmla="*/ 32347 w 64850"/>
                <a:gd name="connsiteY21" fmla="*/ 6596 h 149477"/>
                <a:gd name="connsiteX22" fmla="*/ 43632 w 64850"/>
                <a:gd name="connsiteY22" fmla="*/ 17881 h 149477"/>
                <a:gd name="connsiteX23" fmla="*/ 32347 w 64850"/>
                <a:gd name="connsiteY23" fmla="*/ 29166 h 149477"/>
                <a:gd name="connsiteX24" fmla="*/ 21062 w 64850"/>
                <a:gd name="connsiteY24" fmla="*/ 17881 h 149477"/>
                <a:gd name="connsiteX25" fmla="*/ 6526 w 64850"/>
                <a:gd name="connsiteY25" fmla="*/ 58061 h 149477"/>
                <a:gd name="connsiteX26" fmla="*/ 22810 w 64850"/>
                <a:gd name="connsiteY26" fmla="*/ 41801 h 149477"/>
                <a:gd name="connsiteX27" fmla="*/ 42047 w 64850"/>
                <a:gd name="connsiteY27" fmla="*/ 41801 h 149477"/>
                <a:gd name="connsiteX28" fmla="*/ 58325 w 64850"/>
                <a:gd name="connsiteY28" fmla="*/ 58061 h 149477"/>
                <a:gd name="connsiteX29" fmla="*/ 58325 w 64850"/>
                <a:gd name="connsiteY29" fmla="*/ 85443 h 149477"/>
                <a:gd name="connsiteX30" fmla="*/ 51098 w 64850"/>
                <a:gd name="connsiteY30" fmla="*/ 85443 h 149477"/>
                <a:gd name="connsiteX31" fmla="*/ 47840 w 64850"/>
                <a:gd name="connsiteY31" fmla="*/ 88551 h 149477"/>
                <a:gd name="connsiteX32" fmla="*/ 44781 w 64850"/>
                <a:gd name="connsiteY32" fmla="*/ 142951 h 149477"/>
                <a:gd name="connsiteX33" fmla="*/ 35484 w 64850"/>
                <a:gd name="connsiteY33" fmla="*/ 142951 h 149477"/>
                <a:gd name="connsiteX34" fmla="*/ 35484 w 64850"/>
                <a:gd name="connsiteY34" fmla="*/ 105262 h 149477"/>
                <a:gd name="connsiteX35" fmla="*/ 32221 w 64850"/>
                <a:gd name="connsiteY35" fmla="*/ 101999 h 149477"/>
                <a:gd name="connsiteX36" fmla="*/ 28958 w 64850"/>
                <a:gd name="connsiteY36" fmla="*/ 105262 h 149477"/>
                <a:gd name="connsiteX37" fmla="*/ 28958 w 64850"/>
                <a:gd name="connsiteY37" fmla="*/ 142951 h 149477"/>
                <a:gd name="connsiteX38" fmla="*/ 20231 w 64850"/>
                <a:gd name="connsiteY38" fmla="*/ 142951 h 149477"/>
                <a:gd name="connsiteX39" fmla="*/ 17016 w 64850"/>
                <a:gd name="connsiteY39" fmla="*/ 88543 h 149477"/>
                <a:gd name="connsiteX40" fmla="*/ 13757 w 64850"/>
                <a:gd name="connsiteY40" fmla="*/ 85443 h 149477"/>
                <a:gd name="connsiteX41" fmla="*/ 6526 w 64850"/>
                <a:gd name="connsiteY41" fmla="*/ 85443 h 14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4850" h="149477">
                  <a:moveTo>
                    <a:pt x="3413" y="91968"/>
                  </a:moveTo>
                  <a:lnTo>
                    <a:pt x="10683" y="91968"/>
                  </a:lnTo>
                  <a:lnTo>
                    <a:pt x="13894" y="146377"/>
                  </a:lnTo>
                  <a:cubicBezTo>
                    <a:pt x="13995" y="148107"/>
                    <a:pt x="15419" y="149465"/>
                    <a:pt x="17153" y="149477"/>
                  </a:cubicBezTo>
                  <a:lnTo>
                    <a:pt x="47865" y="149477"/>
                  </a:lnTo>
                  <a:cubicBezTo>
                    <a:pt x="49602" y="149465"/>
                    <a:pt x="51027" y="148102"/>
                    <a:pt x="51123" y="146369"/>
                  </a:cubicBezTo>
                  <a:lnTo>
                    <a:pt x="54182" y="91968"/>
                  </a:lnTo>
                  <a:lnTo>
                    <a:pt x="61443" y="91968"/>
                  </a:lnTo>
                  <a:cubicBezTo>
                    <a:pt x="63291" y="91937"/>
                    <a:pt x="64790" y="90461"/>
                    <a:pt x="64850" y="88613"/>
                  </a:cubicBezTo>
                  <a:lnTo>
                    <a:pt x="64850" y="58063"/>
                  </a:lnTo>
                  <a:cubicBezTo>
                    <a:pt x="64779" y="45500"/>
                    <a:pt x="54608" y="35337"/>
                    <a:pt x="42047" y="35275"/>
                  </a:cubicBezTo>
                  <a:lnTo>
                    <a:pt x="35527" y="35275"/>
                  </a:lnTo>
                  <a:cubicBezTo>
                    <a:pt x="43836" y="34052"/>
                    <a:pt x="50158" y="26552"/>
                    <a:pt x="50158" y="17818"/>
                  </a:cubicBezTo>
                  <a:cubicBezTo>
                    <a:pt x="50162" y="7982"/>
                    <a:pt x="42191" y="4"/>
                    <a:pt x="32355" y="0"/>
                  </a:cubicBezTo>
                  <a:cubicBezTo>
                    <a:pt x="22519" y="-5"/>
                    <a:pt x="14541" y="7966"/>
                    <a:pt x="14537" y="17802"/>
                  </a:cubicBezTo>
                  <a:cubicBezTo>
                    <a:pt x="14537" y="26538"/>
                    <a:pt x="20858" y="34053"/>
                    <a:pt x="29167" y="35277"/>
                  </a:cubicBezTo>
                  <a:lnTo>
                    <a:pt x="22810" y="35277"/>
                  </a:lnTo>
                  <a:cubicBezTo>
                    <a:pt x="10315" y="35275"/>
                    <a:pt x="0" y="45567"/>
                    <a:pt x="0" y="58061"/>
                  </a:cubicBezTo>
                  <a:lnTo>
                    <a:pt x="0" y="88612"/>
                  </a:lnTo>
                  <a:cubicBezTo>
                    <a:pt x="62" y="90460"/>
                    <a:pt x="1563" y="91937"/>
                    <a:pt x="3413" y="91968"/>
                  </a:cubicBezTo>
                  <a:close/>
                  <a:moveTo>
                    <a:pt x="21062" y="17881"/>
                  </a:moveTo>
                  <a:cubicBezTo>
                    <a:pt x="21062" y="11648"/>
                    <a:pt x="26114" y="6596"/>
                    <a:pt x="32347" y="6596"/>
                  </a:cubicBezTo>
                  <a:cubicBezTo>
                    <a:pt x="38580" y="6596"/>
                    <a:pt x="43632" y="11648"/>
                    <a:pt x="43632" y="17881"/>
                  </a:cubicBezTo>
                  <a:cubicBezTo>
                    <a:pt x="43632" y="24113"/>
                    <a:pt x="38580" y="29166"/>
                    <a:pt x="32347" y="29166"/>
                  </a:cubicBezTo>
                  <a:cubicBezTo>
                    <a:pt x="26118" y="29159"/>
                    <a:pt x="21069" y="24110"/>
                    <a:pt x="21062" y="17881"/>
                  </a:cubicBezTo>
                  <a:close/>
                  <a:moveTo>
                    <a:pt x="6526" y="58061"/>
                  </a:moveTo>
                  <a:cubicBezTo>
                    <a:pt x="6596" y="49101"/>
                    <a:pt x="13850" y="41859"/>
                    <a:pt x="22810" y="41801"/>
                  </a:cubicBezTo>
                  <a:lnTo>
                    <a:pt x="42047" y="41801"/>
                  </a:lnTo>
                  <a:cubicBezTo>
                    <a:pt x="51005" y="41859"/>
                    <a:pt x="58256" y="49103"/>
                    <a:pt x="58325" y="58061"/>
                  </a:cubicBezTo>
                  <a:lnTo>
                    <a:pt x="58325" y="85443"/>
                  </a:lnTo>
                  <a:lnTo>
                    <a:pt x="51098" y="85443"/>
                  </a:lnTo>
                  <a:cubicBezTo>
                    <a:pt x="49361" y="85455"/>
                    <a:pt x="47935" y="86817"/>
                    <a:pt x="47840" y="88551"/>
                  </a:cubicBezTo>
                  <a:lnTo>
                    <a:pt x="44781" y="142951"/>
                  </a:lnTo>
                  <a:lnTo>
                    <a:pt x="35484" y="142951"/>
                  </a:lnTo>
                  <a:lnTo>
                    <a:pt x="35484" y="105262"/>
                  </a:lnTo>
                  <a:cubicBezTo>
                    <a:pt x="35484" y="103460"/>
                    <a:pt x="34023" y="101999"/>
                    <a:pt x="32221" y="101999"/>
                  </a:cubicBezTo>
                  <a:cubicBezTo>
                    <a:pt x="30419" y="101999"/>
                    <a:pt x="28958" y="103460"/>
                    <a:pt x="28958" y="105262"/>
                  </a:cubicBezTo>
                  <a:lnTo>
                    <a:pt x="28958" y="142951"/>
                  </a:lnTo>
                  <a:lnTo>
                    <a:pt x="20231" y="142951"/>
                  </a:lnTo>
                  <a:lnTo>
                    <a:pt x="17016" y="88543"/>
                  </a:lnTo>
                  <a:cubicBezTo>
                    <a:pt x="16917" y="86813"/>
                    <a:pt x="15491" y="85455"/>
                    <a:pt x="13757" y="85443"/>
                  </a:cubicBezTo>
                  <a:lnTo>
                    <a:pt x="6526" y="85443"/>
                  </a:lnTo>
                  <a:close/>
                </a:path>
              </a:pathLst>
            </a:custGeom>
            <a:solidFill>
              <a:srgbClr val="FFFFFF"/>
            </a:solidFill>
            <a:ln w="4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330" name="Graphic 328">
            <a:extLst>
              <a:ext uri="{FF2B5EF4-FFF2-40B4-BE49-F238E27FC236}">
                <a16:creationId xmlns:a16="http://schemas.microsoft.com/office/drawing/2014/main" id="{13E61DEC-A0B0-4AB8-AF2E-36583C66431B}"/>
              </a:ext>
            </a:extLst>
          </p:cNvPr>
          <p:cNvGrpSpPr/>
          <p:nvPr/>
        </p:nvGrpSpPr>
        <p:grpSpPr>
          <a:xfrm>
            <a:off x="7766099" y="4049269"/>
            <a:ext cx="148794" cy="148366"/>
            <a:chOff x="7751238" y="4034451"/>
            <a:chExt cx="178515" cy="178002"/>
          </a:xfrm>
          <a:solidFill>
            <a:schemeClr val="bg1"/>
          </a:solidFill>
        </p:grpSpPr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231F4D50-F03D-439E-8AAB-AF5E3D600342}"/>
                </a:ext>
              </a:extLst>
            </p:cNvPr>
            <p:cNvSpPr/>
            <p:nvPr/>
          </p:nvSpPr>
          <p:spPr>
            <a:xfrm>
              <a:off x="7866078" y="4063161"/>
              <a:ext cx="17226" cy="17226"/>
            </a:xfrm>
            <a:custGeom>
              <a:avLst/>
              <a:gdLst>
                <a:gd name="connsiteX0" fmla="*/ 17226 w 17226"/>
                <a:gd name="connsiteY0" fmla="*/ 8613 h 17226"/>
                <a:gd name="connsiteX1" fmla="*/ 8613 w 17226"/>
                <a:gd name="connsiteY1" fmla="*/ 0 h 17226"/>
                <a:gd name="connsiteX2" fmla="*/ 0 w 17226"/>
                <a:gd name="connsiteY2" fmla="*/ 8613 h 17226"/>
                <a:gd name="connsiteX3" fmla="*/ 8613 w 17226"/>
                <a:gd name="connsiteY3" fmla="*/ 17226 h 17226"/>
                <a:gd name="connsiteX4" fmla="*/ 17226 w 17226"/>
                <a:gd name="connsiteY4" fmla="*/ 8613 h 17226"/>
                <a:gd name="connsiteX5" fmla="*/ 5742 w 17226"/>
                <a:gd name="connsiteY5" fmla="*/ 8613 h 17226"/>
                <a:gd name="connsiteX6" fmla="*/ 8613 w 17226"/>
                <a:gd name="connsiteY6" fmla="*/ 5742 h 17226"/>
                <a:gd name="connsiteX7" fmla="*/ 11484 w 17226"/>
                <a:gd name="connsiteY7" fmla="*/ 8613 h 17226"/>
                <a:gd name="connsiteX8" fmla="*/ 8613 w 17226"/>
                <a:gd name="connsiteY8" fmla="*/ 11484 h 17226"/>
                <a:gd name="connsiteX9" fmla="*/ 5742 w 17226"/>
                <a:gd name="connsiteY9" fmla="*/ 8613 h 17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26" h="17226">
                  <a:moveTo>
                    <a:pt x="17226" y="8613"/>
                  </a:moveTo>
                  <a:cubicBezTo>
                    <a:pt x="17226" y="3864"/>
                    <a:pt x="13362" y="0"/>
                    <a:pt x="8613" y="0"/>
                  </a:cubicBezTo>
                  <a:cubicBezTo>
                    <a:pt x="3864" y="0"/>
                    <a:pt x="0" y="3864"/>
                    <a:pt x="0" y="8613"/>
                  </a:cubicBezTo>
                  <a:cubicBezTo>
                    <a:pt x="0" y="13362"/>
                    <a:pt x="3864" y="17226"/>
                    <a:pt x="8613" y="17226"/>
                  </a:cubicBezTo>
                  <a:cubicBezTo>
                    <a:pt x="13362" y="17226"/>
                    <a:pt x="17226" y="13362"/>
                    <a:pt x="17226" y="8613"/>
                  </a:cubicBezTo>
                  <a:close/>
                  <a:moveTo>
                    <a:pt x="5742" y="8613"/>
                  </a:moveTo>
                  <a:cubicBezTo>
                    <a:pt x="5742" y="7031"/>
                    <a:pt x="7031" y="5742"/>
                    <a:pt x="8613" y="5742"/>
                  </a:cubicBezTo>
                  <a:cubicBezTo>
                    <a:pt x="10195" y="5742"/>
                    <a:pt x="11484" y="7031"/>
                    <a:pt x="11484" y="8613"/>
                  </a:cubicBezTo>
                  <a:cubicBezTo>
                    <a:pt x="11484" y="10195"/>
                    <a:pt x="10195" y="11484"/>
                    <a:pt x="8613" y="11484"/>
                  </a:cubicBezTo>
                  <a:cubicBezTo>
                    <a:pt x="7031" y="11484"/>
                    <a:pt x="5742" y="10195"/>
                    <a:pt x="5742" y="8613"/>
                  </a:cubicBezTo>
                  <a:close/>
                </a:path>
              </a:pathLst>
            </a:custGeom>
            <a:grpFill/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43A208D-DC66-4FF1-835B-E54D662B2112}"/>
                </a:ext>
              </a:extLst>
            </p:cNvPr>
            <p:cNvSpPr/>
            <p:nvPr/>
          </p:nvSpPr>
          <p:spPr>
            <a:xfrm>
              <a:off x="7751238" y="4034451"/>
              <a:ext cx="178515" cy="178002"/>
            </a:xfrm>
            <a:custGeom>
              <a:avLst/>
              <a:gdLst>
                <a:gd name="connsiteX0" fmla="*/ 160776 w 178515"/>
                <a:gd name="connsiteY0" fmla="*/ 172260 h 178002"/>
                <a:gd name="connsiteX1" fmla="*/ 155034 w 178515"/>
                <a:gd name="connsiteY1" fmla="*/ 172260 h 178002"/>
                <a:gd name="connsiteX2" fmla="*/ 155034 w 178515"/>
                <a:gd name="connsiteY2" fmla="*/ 120582 h 178002"/>
                <a:gd name="connsiteX3" fmla="*/ 137808 w 178515"/>
                <a:gd name="connsiteY3" fmla="*/ 120582 h 178002"/>
                <a:gd name="connsiteX4" fmla="*/ 137808 w 178515"/>
                <a:gd name="connsiteY4" fmla="*/ 172260 h 178002"/>
                <a:gd name="connsiteX5" fmla="*/ 132066 w 178515"/>
                <a:gd name="connsiteY5" fmla="*/ 172260 h 178002"/>
                <a:gd name="connsiteX6" fmla="*/ 132066 w 178515"/>
                <a:gd name="connsiteY6" fmla="*/ 132066 h 178002"/>
                <a:gd name="connsiteX7" fmla="*/ 114840 w 178515"/>
                <a:gd name="connsiteY7" fmla="*/ 132066 h 178002"/>
                <a:gd name="connsiteX8" fmla="*/ 114840 w 178515"/>
                <a:gd name="connsiteY8" fmla="*/ 172260 h 178002"/>
                <a:gd name="connsiteX9" fmla="*/ 109098 w 178515"/>
                <a:gd name="connsiteY9" fmla="*/ 172260 h 178002"/>
                <a:gd name="connsiteX10" fmla="*/ 109098 w 178515"/>
                <a:gd name="connsiteY10" fmla="*/ 143550 h 178002"/>
                <a:gd name="connsiteX11" fmla="*/ 91872 w 178515"/>
                <a:gd name="connsiteY11" fmla="*/ 143550 h 178002"/>
                <a:gd name="connsiteX12" fmla="*/ 91872 w 178515"/>
                <a:gd name="connsiteY12" fmla="*/ 172260 h 178002"/>
                <a:gd name="connsiteX13" fmla="*/ 77517 w 178515"/>
                <a:gd name="connsiteY13" fmla="*/ 172260 h 178002"/>
                <a:gd name="connsiteX14" fmla="*/ 74471 w 178515"/>
                <a:gd name="connsiteY14" fmla="*/ 164531 h 178002"/>
                <a:gd name="connsiteX15" fmla="*/ 73512 w 178515"/>
                <a:gd name="connsiteY15" fmla="*/ 154486 h 178002"/>
                <a:gd name="connsiteX16" fmla="*/ 117711 w 178515"/>
                <a:gd name="connsiteY16" fmla="*/ 110287 h 178002"/>
                <a:gd name="connsiteX17" fmla="*/ 129195 w 178515"/>
                <a:gd name="connsiteY17" fmla="*/ 121771 h 178002"/>
                <a:gd name="connsiteX18" fmla="*/ 163647 w 178515"/>
                <a:gd name="connsiteY18" fmla="*/ 87319 h 178002"/>
                <a:gd name="connsiteX19" fmla="*/ 174290 w 178515"/>
                <a:gd name="connsiteY19" fmla="*/ 97961 h 178002"/>
                <a:gd name="connsiteX20" fmla="*/ 178516 w 178515"/>
                <a:gd name="connsiteY20" fmla="*/ 68390 h 178002"/>
                <a:gd name="connsiteX21" fmla="*/ 148945 w 178515"/>
                <a:gd name="connsiteY21" fmla="*/ 72616 h 178002"/>
                <a:gd name="connsiteX22" fmla="*/ 159587 w 178515"/>
                <a:gd name="connsiteY22" fmla="*/ 83259 h 178002"/>
                <a:gd name="connsiteX23" fmla="*/ 129195 w 178515"/>
                <a:gd name="connsiteY23" fmla="*/ 113651 h 178002"/>
                <a:gd name="connsiteX24" fmla="*/ 117711 w 178515"/>
                <a:gd name="connsiteY24" fmla="*/ 102167 h 178002"/>
                <a:gd name="connsiteX25" fmla="*/ 72803 w 178515"/>
                <a:gd name="connsiteY25" fmla="*/ 147076 h 178002"/>
                <a:gd name="connsiteX26" fmla="*/ 68904 w 178515"/>
                <a:gd name="connsiteY26" fmla="*/ 106227 h 178002"/>
                <a:gd name="connsiteX27" fmla="*/ 68904 w 178515"/>
                <a:gd name="connsiteY27" fmla="*/ 83698 h 178002"/>
                <a:gd name="connsiteX28" fmla="*/ 84887 w 178515"/>
                <a:gd name="connsiteY28" fmla="*/ 85981 h 178002"/>
                <a:gd name="connsiteX29" fmla="*/ 86971 w 178515"/>
                <a:gd name="connsiteY29" fmla="*/ 86130 h 178002"/>
                <a:gd name="connsiteX30" fmla="*/ 97367 w 178515"/>
                <a:gd name="connsiteY30" fmla="*/ 81824 h 178002"/>
                <a:gd name="connsiteX31" fmla="*/ 114117 w 178515"/>
                <a:gd name="connsiteY31" fmla="*/ 65074 h 178002"/>
                <a:gd name="connsiteX32" fmla="*/ 114840 w 178515"/>
                <a:gd name="connsiteY32" fmla="*/ 67067 h 178002"/>
                <a:gd name="connsiteX33" fmla="*/ 114840 w 178515"/>
                <a:gd name="connsiteY33" fmla="*/ 74646 h 178002"/>
                <a:gd name="connsiteX34" fmla="*/ 132066 w 178515"/>
                <a:gd name="connsiteY34" fmla="*/ 74646 h 178002"/>
                <a:gd name="connsiteX35" fmla="*/ 132066 w 178515"/>
                <a:gd name="connsiteY35" fmla="*/ 67069 h 178002"/>
                <a:gd name="connsiteX36" fmla="*/ 134483 w 178515"/>
                <a:gd name="connsiteY36" fmla="*/ 63831 h 178002"/>
                <a:gd name="connsiteX37" fmla="*/ 138408 w 178515"/>
                <a:gd name="connsiteY37" fmla="*/ 64451 h 178002"/>
                <a:gd name="connsiteX38" fmla="*/ 143745 w 178515"/>
                <a:gd name="connsiteY38" fmla="*/ 69811 h 178002"/>
                <a:gd name="connsiteX39" fmla="*/ 155941 w 178515"/>
                <a:gd name="connsiteY39" fmla="*/ 57615 h 178002"/>
                <a:gd name="connsiteX40" fmla="*/ 150581 w 178515"/>
                <a:gd name="connsiteY40" fmla="*/ 52281 h 178002"/>
                <a:gd name="connsiteX41" fmla="*/ 150013 w 178515"/>
                <a:gd name="connsiteY41" fmla="*/ 48233 h 178002"/>
                <a:gd name="connsiteX42" fmla="*/ 153199 w 178515"/>
                <a:gd name="connsiteY42" fmla="*/ 45936 h 178002"/>
                <a:gd name="connsiteX43" fmla="*/ 160776 w 178515"/>
                <a:gd name="connsiteY43" fmla="*/ 45936 h 178002"/>
                <a:gd name="connsiteX44" fmla="*/ 160776 w 178515"/>
                <a:gd name="connsiteY44" fmla="*/ 28710 h 178002"/>
                <a:gd name="connsiteX45" fmla="*/ 153199 w 178515"/>
                <a:gd name="connsiteY45" fmla="*/ 28710 h 178002"/>
                <a:gd name="connsiteX46" fmla="*/ 149961 w 178515"/>
                <a:gd name="connsiteY46" fmla="*/ 26293 h 178002"/>
                <a:gd name="connsiteX47" fmla="*/ 150581 w 178515"/>
                <a:gd name="connsiteY47" fmla="*/ 22368 h 178002"/>
                <a:gd name="connsiteX48" fmla="*/ 155941 w 178515"/>
                <a:gd name="connsiteY48" fmla="*/ 17031 h 178002"/>
                <a:gd name="connsiteX49" fmla="*/ 143745 w 178515"/>
                <a:gd name="connsiteY49" fmla="*/ 4835 h 178002"/>
                <a:gd name="connsiteX50" fmla="*/ 138411 w 178515"/>
                <a:gd name="connsiteY50" fmla="*/ 10195 h 178002"/>
                <a:gd name="connsiteX51" fmla="*/ 134363 w 178515"/>
                <a:gd name="connsiteY51" fmla="*/ 10763 h 178002"/>
                <a:gd name="connsiteX52" fmla="*/ 132066 w 178515"/>
                <a:gd name="connsiteY52" fmla="*/ 7577 h 178002"/>
                <a:gd name="connsiteX53" fmla="*/ 132066 w 178515"/>
                <a:gd name="connsiteY53" fmla="*/ 0 h 178002"/>
                <a:gd name="connsiteX54" fmla="*/ 114840 w 178515"/>
                <a:gd name="connsiteY54" fmla="*/ 0 h 178002"/>
                <a:gd name="connsiteX55" fmla="*/ 114840 w 178515"/>
                <a:gd name="connsiteY55" fmla="*/ 7577 h 178002"/>
                <a:gd name="connsiteX56" fmla="*/ 112423 w 178515"/>
                <a:gd name="connsiteY56" fmla="*/ 10815 h 178002"/>
                <a:gd name="connsiteX57" fmla="*/ 108498 w 178515"/>
                <a:gd name="connsiteY57" fmla="*/ 10195 h 178002"/>
                <a:gd name="connsiteX58" fmla="*/ 103161 w 178515"/>
                <a:gd name="connsiteY58" fmla="*/ 4835 h 178002"/>
                <a:gd name="connsiteX59" fmla="*/ 90965 w 178515"/>
                <a:gd name="connsiteY59" fmla="*/ 17031 h 178002"/>
                <a:gd name="connsiteX60" fmla="*/ 96325 w 178515"/>
                <a:gd name="connsiteY60" fmla="*/ 22365 h 178002"/>
                <a:gd name="connsiteX61" fmla="*/ 96893 w 178515"/>
                <a:gd name="connsiteY61" fmla="*/ 26413 h 178002"/>
                <a:gd name="connsiteX62" fmla="*/ 93707 w 178515"/>
                <a:gd name="connsiteY62" fmla="*/ 28710 h 178002"/>
                <a:gd name="connsiteX63" fmla="*/ 86130 w 178515"/>
                <a:gd name="connsiteY63" fmla="*/ 28710 h 178002"/>
                <a:gd name="connsiteX64" fmla="*/ 86130 w 178515"/>
                <a:gd name="connsiteY64" fmla="*/ 45936 h 178002"/>
                <a:gd name="connsiteX65" fmla="*/ 93707 w 178515"/>
                <a:gd name="connsiteY65" fmla="*/ 45936 h 178002"/>
                <a:gd name="connsiteX66" fmla="*/ 96942 w 178515"/>
                <a:gd name="connsiteY66" fmla="*/ 48353 h 178002"/>
                <a:gd name="connsiteX67" fmla="*/ 97017 w 178515"/>
                <a:gd name="connsiteY67" fmla="*/ 51084 h 178002"/>
                <a:gd name="connsiteX68" fmla="*/ 85309 w 178515"/>
                <a:gd name="connsiteY68" fmla="*/ 62792 h 178002"/>
                <a:gd name="connsiteX69" fmla="*/ 59806 w 178515"/>
                <a:gd name="connsiteY69" fmla="*/ 55140 h 178002"/>
                <a:gd name="connsiteX70" fmla="*/ 58319 w 178515"/>
                <a:gd name="connsiteY70" fmla="*/ 49189 h 178002"/>
                <a:gd name="connsiteX71" fmla="*/ 66033 w 178515"/>
                <a:gd name="connsiteY71" fmla="*/ 36522 h 178002"/>
                <a:gd name="connsiteX72" fmla="*/ 66033 w 178515"/>
                <a:gd name="connsiteY72" fmla="*/ 20022 h 178002"/>
                <a:gd name="connsiteX73" fmla="*/ 71775 w 178515"/>
                <a:gd name="connsiteY73" fmla="*/ 8613 h 178002"/>
                <a:gd name="connsiteX74" fmla="*/ 63162 w 178515"/>
                <a:gd name="connsiteY74" fmla="*/ 0 h 178002"/>
                <a:gd name="connsiteX75" fmla="*/ 45408 w 178515"/>
                <a:gd name="connsiteY75" fmla="*/ 0 h 178002"/>
                <a:gd name="connsiteX76" fmla="*/ 20097 w 178515"/>
                <a:gd name="connsiteY76" fmla="*/ 25314 h 178002"/>
                <a:gd name="connsiteX77" fmla="*/ 31369 w 178515"/>
                <a:gd name="connsiteY77" fmla="*/ 46372 h 178002"/>
                <a:gd name="connsiteX78" fmla="*/ 37323 w 178515"/>
                <a:gd name="connsiteY78" fmla="*/ 50343 h 178002"/>
                <a:gd name="connsiteX79" fmla="*/ 37323 w 178515"/>
                <a:gd name="connsiteY79" fmla="*/ 55117 h 178002"/>
                <a:gd name="connsiteX80" fmla="*/ 29471 w 178515"/>
                <a:gd name="connsiteY80" fmla="*/ 56863 h 178002"/>
                <a:gd name="connsiteX81" fmla="*/ 11484 w 178515"/>
                <a:gd name="connsiteY81" fmla="*/ 79283 h 178002"/>
                <a:gd name="connsiteX82" fmla="*/ 11484 w 178515"/>
                <a:gd name="connsiteY82" fmla="*/ 114840 h 178002"/>
                <a:gd name="connsiteX83" fmla="*/ 13080 w 178515"/>
                <a:gd name="connsiteY83" fmla="*/ 120582 h 178002"/>
                <a:gd name="connsiteX84" fmla="*/ 5742 w 178515"/>
                <a:gd name="connsiteY84" fmla="*/ 120582 h 178002"/>
                <a:gd name="connsiteX85" fmla="*/ 0 w 178515"/>
                <a:gd name="connsiteY85" fmla="*/ 126324 h 178002"/>
                <a:gd name="connsiteX86" fmla="*/ 0 w 178515"/>
                <a:gd name="connsiteY86" fmla="*/ 149292 h 178002"/>
                <a:gd name="connsiteX87" fmla="*/ 5742 w 178515"/>
                <a:gd name="connsiteY87" fmla="*/ 155034 h 178002"/>
                <a:gd name="connsiteX88" fmla="*/ 20008 w 178515"/>
                <a:gd name="connsiteY88" fmla="*/ 155034 h 178002"/>
                <a:gd name="connsiteX89" fmla="*/ 17731 w 178515"/>
                <a:gd name="connsiteY89" fmla="*/ 164135 h 178002"/>
                <a:gd name="connsiteX90" fmla="*/ 14355 w 178515"/>
                <a:gd name="connsiteY90" fmla="*/ 172260 h 178002"/>
                <a:gd name="connsiteX91" fmla="*/ 20097 w 178515"/>
                <a:gd name="connsiteY91" fmla="*/ 178002 h 178002"/>
                <a:gd name="connsiteX92" fmla="*/ 37323 w 178515"/>
                <a:gd name="connsiteY92" fmla="*/ 178002 h 178002"/>
                <a:gd name="connsiteX93" fmla="*/ 43065 w 178515"/>
                <a:gd name="connsiteY93" fmla="*/ 172260 h 178002"/>
                <a:gd name="connsiteX94" fmla="*/ 40602 w 178515"/>
                <a:gd name="connsiteY94" fmla="*/ 165240 h 178002"/>
                <a:gd name="connsiteX95" fmla="*/ 43398 w 178515"/>
                <a:gd name="connsiteY95" fmla="*/ 154055 h 178002"/>
                <a:gd name="connsiteX96" fmla="*/ 45936 w 178515"/>
                <a:gd name="connsiteY96" fmla="*/ 149292 h 178002"/>
                <a:gd name="connsiteX97" fmla="*/ 45936 w 178515"/>
                <a:gd name="connsiteY97" fmla="*/ 143906 h 178002"/>
                <a:gd name="connsiteX98" fmla="*/ 46582 w 178515"/>
                <a:gd name="connsiteY98" fmla="*/ 141322 h 178002"/>
                <a:gd name="connsiteX99" fmla="*/ 51348 w 178515"/>
                <a:gd name="connsiteY99" fmla="*/ 165149 h 178002"/>
                <a:gd name="connsiteX100" fmla="*/ 48807 w 178515"/>
                <a:gd name="connsiteY100" fmla="*/ 172260 h 178002"/>
                <a:gd name="connsiteX101" fmla="*/ 54549 w 178515"/>
                <a:gd name="connsiteY101" fmla="*/ 178002 h 178002"/>
                <a:gd name="connsiteX102" fmla="*/ 178002 w 178515"/>
                <a:gd name="connsiteY102" fmla="*/ 178002 h 178002"/>
                <a:gd name="connsiteX103" fmla="*/ 178002 w 178515"/>
                <a:gd name="connsiteY103" fmla="*/ 109098 h 178002"/>
                <a:gd name="connsiteX104" fmla="*/ 160776 w 178515"/>
                <a:gd name="connsiteY104" fmla="*/ 109098 h 178002"/>
                <a:gd name="connsiteX105" fmla="*/ 171746 w 178515"/>
                <a:gd name="connsiteY105" fmla="*/ 75160 h 178002"/>
                <a:gd name="connsiteX106" fmla="*/ 170230 w 178515"/>
                <a:gd name="connsiteY106" fmla="*/ 85783 h 178002"/>
                <a:gd name="connsiteX107" fmla="*/ 161123 w 178515"/>
                <a:gd name="connsiteY107" fmla="*/ 76676 h 178002"/>
                <a:gd name="connsiteX108" fmla="*/ 110430 w 178515"/>
                <a:gd name="connsiteY108" fmla="*/ 60641 h 178002"/>
                <a:gd name="connsiteX109" fmla="*/ 109098 w 178515"/>
                <a:gd name="connsiteY109" fmla="*/ 61973 h 178002"/>
                <a:gd name="connsiteX110" fmla="*/ 101674 w 178515"/>
                <a:gd name="connsiteY110" fmla="*/ 54549 h 178002"/>
                <a:gd name="connsiteX111" fmla="*/ 103006 w 178515"/>
                <a:gd name="connsiteY111" fmla="*/ 53217 h 178002"/>
                <a:gd name="connsiteX112" fmla="*/ 106718 w 178515"/>
                <a:gd name="connsiteY112" fmla="*/ 51678 h 178002"/>
                <a:gd name="connsiteX113" fmla="*/ 111969 w 178515"/>
                <a:gd name="connsiteY113" fmla="*/ 56929 h 178002"/>
                <a:gd name="connsiteX114" fmla="*/ 110430 w 178515"/>
                <a:gd name="connsiteY114" fmla="*/ 60641 h 178002"/>
                <a:gd name="connsiteX115" fmla="*/ 109098 w 178515"/>
                <a:gd name="connsiteY115" fmla="*/ 37323 h 178002"/>
                <a:gd name="connsiteX116" fmla="*/ 123453 w 178515"/>
                <a:gd name="connsiteY116" fmla="*/ 22968 h 178002"/>
                <a:gd name="connsiteX117" fmla="*/ 137808 w 178515"/>
                <a:gd name="connsiteY117" fmla="*/ 37323 h 178002"/>
                <a:gd name="connsiteX118" fmla="*/ 123453 w 178515"/>
                <a:gd name="connsiteY118" fmla="*/ 51678 h 178002"/>
                <a:gd name="connsiteX119" fmla="*/ 109098 w 178515"/>
                <a:gd name="connsiteY119" fmla="*/ 37323 h 178002"/>
                <a:gd name="connsiteX120" fmla="*/ 93707 w 178515"/>
                <a:gd name="connsiteY120" fmla="*/ 40194 h 178002"/>
                <a:gd name="connsiteX121" fmla="*/ 91872 w 178515"/>
                <a:gd name="connsiteY121" fmla="*/ 40194 h 178002"/>
                <a:gd name="connsiteX122" fmla="*/ 91872 w 178515"/>
                <a:gd name="connsiteY122" fmla="*/ 34452 h 178002"/>
                <a:gd name="connsiteX123" fmla="*/ 93707 w 178515"/>
                <a:gd name="connsiteY123" fmla="*/ 34452 h 178002"/>
                <a:gd name="connsiteX124" fmla="*/ 102239 w 178515"/>
                <a:gd name="connsiteY124" fmla="*/ 28515 h 178002"/>
                <a:gd name="connsiteX125" fmla="*/ 100379 w 178515"/>
                <a:gd name="connsiteY125" fmla="*/ 18294 h 178002"/>
                <a:gd name="connsiteX126" fmla="*/ 99098 w 178515"/>
                <a:gd name="connsiteY126" fmla="*/ 17019 h 178002"/>
                <a:gd name="connsiteX127" fmla="*/ 103155 w 178515"/>
                <a:gd name="connsiteY127" fmla="*/ 12963 h 178002"/>
                <a:gd name="connsiteX128" fmla="*/ 104430 w 178515"/>
                <a:gd name="connsiteY128" fmla="*/ 14243 h 178002"/>
                <a:gd name="connsiteX129" fmla="*/ 114742 w 178515"/>
                <a:gd name="connsiteY129" fmla="*/ 16063 h 178002"/>
                <a:gd name="connsiteX130" fmla="*/ 120582 w 178515"/>
                <a:gd name="connsiteY130" fmla="*/ 7577 h 178002"/>
                <a:gd name="connsiteX131" fmla="*/ 120582 w 178515"/>
                <a:gd name="connsiteY131" fmla="*/ 5742 h 178002"/>
                <a:gd name="connsiteX132" fmla="*/ 126324 w 178515"/>
                <a:gd name="connsiteY132" fmla="*/ 5742 h 178002"/>
                <a:gd name="connsiteX133" fmla="*/ 126324 w 178515"/>
                <a:gd name="connsiteY133" fmla="*/ 7577 h 178002"/>
                <a:gd name="connsiteX134" fmla="*/ 132261 w 178515"/>
                <a:gd name="connsiteY134" fmla="*/ 16109 h 178002"/>
                <a:gd name="connsiteX135" fmla="*/ 142482 w 178515"/>
                <a:gd name="connsiteY135" fmla="*/ 14249 h 178002"/>
                <a:gd name="connsiteX136" fmla="*/ 143757 w 178515"/>
                <a:gd name="connsiteY136" fmla="*/ 12968 h 178002"/>
                <a:gd name="connsiteX137" fmla="*/ 147813 w 178515"/>
                <a:gd name="connsiteY137" fmla="*/ 17025 h 178002"/>
                <a:gd name="connsiteX138" fmla="*/ 146533 w 178515"/>
                <a:gd name="connsiteY138" fmla="*/ 18300 h 178002"/>
                <a:gd name="connsiteX139" fmla="*/ 144713 w 178515"/>
                <a:gd name="connsiteY139" fmla="*/ 28612 h 178002"/>
                <a:gd name="connsiteX140" fmla="*/ 153199 w 178515"/>
                <a:gd name="connsiteY140" fmla="*/ 34452 h 178002"/>
                <a:gd name="connsiteX141" fmla="*/ 155034 w 178515"/>
                <a:gd name="connsiteY141" fmla="*/ 34452 h 178002"/>
                <a:gd name="connsiteX142" fmla="*/ 155034 w 178515"/>
                <a:gd name="connsiteY142" fmla="*/ 40194 h 178002"/>
                <a:gd name="connsiteX143" fmla="*/ 153199 w 178515"/>
                <a:gd name="connsiteY143" fmla="*/ 40194 h 178002"/>
                <a:gd name="connsiteX144" fmla="*/ 144667 w 178515"/>
                <a:gd name="connsiteY144" fmla="*/ 46131 h 178002"/>
                <a:gd name="connsiteX145" fmla="*/ 146527 w 178515"/>
                <a:gd name="connsiteY145" fmla="*/ 56352 h 178002"/>
                <a:gd name="connsiteX146" fmla="*/ 147808 w 178515"/>
                <a:gd name="connsiteY146" fmla="*/ 57627 h 178002"/>
                <a:gd name="connsiteX147" fmla="*/ 143751 w 178515"/>
                <a:gd name="connsiteY147" fmla="*/ 61683 h 178002"/>
                <a:gd name="connsiteX148" fmla="*/ 142476 w 178515"/>
                <a:gd name="connsiteY148" fmla="*/ 60403 h 178002"/>
                <a:gd name="connsiteX149" fmla="*/ 132164 w 178515"/>
                <a:gd name="connsiteY149" fmla="*/ 58580 h 178002"/>
                <a:gd name="connsiteX150" fmla="*/ 126324 w 178515"/>
                <a:gd name="connsiteY150" fmla="*/ 67069 h 178002"/>
                <a:gd name="connsiteX151" fmla="*/ 126324 w 178515"/>
                <a:gd name="connsiteY151" fmla="*/ 68904 h 178002"/>
                <a:gd name="connsiteX152" fmla="*/ 120582 w 178515"/>
                <a:gd name="connsiteY152" fmla="*/ 68904 h 178002"/>
                <a:gd name="connsiteX153" fmla="*/ 120582 w 178515"/>
                <a:gd name="connsiteY153" fmla="*/ 67069 h 178002"/>
                <a:gd name="connsiteX154" fmla="*/ 117206 w 178515"/>
                <a:gd name="connsiteY154" fmla="*/ 60058 h 178002"/>
                <a:gd name="connsiteX155" fmla="*/ 117711 w 178515"/>
                <a:gd name="connsiteY155" fmla="*/ 56929 h 178002"/>
                <a:gd name="connsiteX156" fmla="*/ 117674 w 178515"/>
                <a:gd name="connsiteY156" fmla="*/ 56564 h 178002"/>
                <a:gd name="connsiteX157" fmla="*/ 123453 w 178515"/>
                <a:gd name="connsiteY157" fmla="*/ 57420 h 178002"/>
                <a:gd name="connsiteX158" fmla="*/ 143550 w 178515"/>
                <a:gd name="connsiteY158" fmla="*/ 37323 h 178002"/>
                <a:gd name="connsiteX159" fmla="*/ 123453 w 178515"/>
                <a:gd name="connsiteY159" fmla="*/ 17226 h 178002"/>
                <a:gd name="connsiteX160" fmla="*/ 103356 w 178515"/>
                <a:gd name="connsiteY160" fmla="*/ 37323 h 178002"/>
                <a:gd name="connsiteX161" fmla="*/ 105386 w 178515"/>
                <a:gd name="connsiteY161" fmla="*/ 46065 h 178002"/>
                <a:gd name="connsiteX162" fmla="*/ 102437 w 178515"/>
                <a:gd name="connsiteY162" fmla="*/ 46806 h 178002"/>
                <a:gd name="connsiteX163" fmla="*/ 102199 w 178515"/>
                <a:gd name="connsiteY163" fmla="*/ 46036 h 178002"/>
                <a:gd name="connsiteX164" fmla="*/ 93707 w 178515"/>
                <a:gd name="connsiteY164" fmla="*/ 40194 h 178002"/>
                <a:gd name="connsiteX165" fmla="*/ 46832 w 178515"/>
                <a:gd name="connsiteY165" fmla="*/ 63949 h 178002"/>
                <a:gd name="connsiteX166" fmla="*/ 43303 w 178515"/>
                <a:gd name="connsiteY166" fmla="*/ 67477 h 178002"/>
                <a:gd name="connsiteX167" fmla="*/ 38001 w 178515"/>
                <a:gd name="connsiteY167" fmla="*/ 60848 h 178002"/>
                <a:gd name="connsiteX168" fmla="*/ 39821 w 178515"/>
                <a:gd name="connsiteY168" fmla="*/ 60443 h 178002"/>
                <a:gd name="connsiteX169" fmla="*/ 58238 w 178515"/>
                <a:gd name="connsiteY169" fmla="*/ 60661 h 178002"/>
                <a:gd name="connsiteX170" fmla="*/ 60816 w 178515"/>
                <a:gd name="connsiteY170" fmla="*/ 61434 h 178002"/>
                <a:gd name="connsiteX171" fmla="*/ 59180 w 178515"/>
                <a:gd name="connsiteY171" fmla="*/ 64709 h 178002"/>
                <a:gd name="connsiteX172" fmla="*/ 56185 w 178515"/>
                <a:gd name="connsiteY172" fmla="*/ 62714 h 178002"/>
                <a:gd name="connsiteX173" fmla="*/ 60291 w 178515"/>
                <a:gd name="connsiteY173" fmla="*/ 36522 h 178002"/>
                <a:gd name="connsiteX174" fmla="*/ 53366 w 178515"/>
                <a:gd name="connsiteY174" fmla="*/ 44968 h 178002"/>
                <a:gd name="connsiteX175" fmla="*/ 48241 w 178515"/>
                <a:gd name="connsiteY175" fmla="*/ 45993 h 178002"/>
                <a:gd name="connsiteX176" fmla="*/ 49370 w 178515"/>
                <a:gd name="connsiteY176" fmla="*/ 51623 h 178002"/>
                <a:gd name="connsiteX177" fmla="*/ 52835 w 178515"/>
                <a:gd name="connsiteY177" fmla="*/ 50929 h 178002"/>
                <a:gd name="connsiteX178" fmla="*/ 54239 w 178515"/>
                <a:gd name="connsiteY178" fmla="*/ 56541 h 178002"/>
                <a:gd name="connsiteX179" fmla="*/ 51110 w 178515"/>
                <a:gd name="connsiteY179" fmla="*/ 59671 h 178002"/>
                <a:gd name="connsiteX180" fmla="*/ 43065 w 178515"/>
                <a:gd name="connsiteY180" fmla="*/ 55646 h 178002"/>
                <a:gd name="connsiteX181" fmla="*/ 43065 w 178515"/>
                <a:gd name="connsiteY181" fmla="*/ 25839 h 178002"/>
                <a:gd name="connsiteX182" fmla="*/ 45936 w 178515"/>
                <a:gd name="connsiteY182" fmla="*/ 22968 h 178002"/>
                <a:gd name="connsiteX183" fmla="*/ 57420 w 178515"/>
                <a:gd name="connsiteY183" fmla="*/ 22968 h 178002"/>
                <a:gd name="connsiteX184" fmla="*/ 60291 w 178515"/>
                <a:gd name="connsiteY184" fmla="*/ 22678 h 178002"/>
                <a:gd name="connsiteX185" fmla="*/ 34555 w 178515"/>
                <a:gd name="connsiteY185" fmla="*/ 41595 h 178002"/>
                <a:gd name="connsiteX186" fmla="*/ 25839 w 178515"/>
                <a:gd name="connsiteY186" fmla="*/ 25311 h 178002"/>
                <a:gd name="connsiteX187" fmla="*/ 45408 w 178515"/>
                <a:gd name="connsiteY187" fmla="*/ 5742 h 178002"/>
                <a:gd name="connsiteX188" fmla="*/ 63162 w 178515"/>
                <a:gd name="connsiteY188" fmla="*/ 5742 h 178002"/>
                <a:gd name="connsiteX189" fmla="*/ 66033 w 178515"/>
                <a:gd name="connsiteY189" fmla="*/ 8613 h 178002"/>
                <a:gd name="connsiteX190" fmla="*/ 57420 w 178515"/>
                <a:gd name="connsiteY190" fmla="*/ 17226 h 178002"/>
                <a:gd name="connsiteX191" fmla="*/ 45936 w 178515"/>
                <a:gd name="connsiteY191" fmla="*/ 17226 h 178002"/>
                <a:gd name="connsiteX192" fmla="*/ 37323 w 178515"/>
                <a:gd name="connsiteY192" fmla="*/ 25839 h 178002"/>
                <a:gd name="connsiteX193" fmla="*/ 37323 w 178515"/>
                <a:gd name="connsiteY193" fmla="*/ 43441 h 178002"/>
                <a:gd name="connsiteX194" fmla="*/ 30714 w 178515"/>
                <a:gd name="connsiteY194" fmla="*/ 62467 h 178002"/>
                <a:gd name="connsiteX195" fmla="*/ 31756 w 178515"/>
                <a:gd name="connsiteY195" fmla="*/ 62235 h 178002"/>
                <a:gd name="connsiteX196" fmla="*/ 42827 w 178515"/>
                <a:gd name="connsiteY196" fmla="*/ 76073 h 178002"/>
                <a:gd name="connsiteX197" fmla="*/ 52043 w 178515"/>
                <a:gd name="connsiteY197" fmla="*/ 66857 h 178002"/>
                <a:gd name="connsiteX198" fmla="*/ 61402 w 178515"/>
                <a:gd name="connsiteY198" fmla="*/ 73099 h 178002"/>
                <a:gd name="connsiteX199" fmla="*/ 66398 w 178515"/>
                <a:gd name="connsiteY199" fmla="*/ 63113 h 178002"/>
                <a:gd name="connsiteX200" fmla="*/ 86945 w 178515"/>
                <a:gd name="connsiteY200" fmla="*/ 69277 h 178002"/>
                <a:gd name="connsiteX201" fmla="*/ 97614 w 178515"/>
                <a:gd name="connsiteY201" fmla="*/ 58609 h 178002"/>
                <a:gd name="connsiteX202" fmla="*/ 105038 w 178515"/>
                <a:gd name="connsiteY202" fmla="*/ 66033 h 178002"/>
                <a:gd name="connsiteX203" fmla="*/ 93308 w 178515"/>
                <a:gd name="connsiteY203" fmla="*/ 77764 h 178002"/>
                <a:gd name="connsiteX204" fmla="*/ 85705 w 178515"/>
                <a:gd name="connsiteY204" fmla="*/ 80299 h 178002"/>
                <a:gd name="connsiteX205" fmla="*/ 68904 w 178515"/>
                <a:gd name="connsiteY205" fmla="*/ 77899 h 178002"/>
                <a:gd name="connsiteX206" fmla="*/ 68904 w 178515"/>
                <a:gd name="connsiteY206" fmla="*/ 74646 h 178002"/>
                <a:gd name="connsiteX207" fmla="*/ 63162 w 178515"/>
                <a:gd name="connsiteY207" fmla="*/ 74646 h 178002"/>
                <a:gd name="connsiteX208" fmla="*/ 63173 w 178515"/>
                <a:gd name="connsiteY208" fmla="*/ 103356 h 178002"/>
                <a:gd name="connsiteX209" fmla="*/ 34452 w 178515"/>
                <a:gd name="connsiteY209" fmla="*/ 103356 h 178002"/>
                <a:gd name="connsiteX210" fmla="*/ 34452 w 178515"/>
                <a:gd name="connsiteY210" fmla="*/ 80388 h 178002"/>
                <a:gd name="connsiteX211" fmla="*/ 28710 w 178515"/>
                <a:gd name="connsiteY211" fmla="*/ 80388 h 178002"/>
                <a:gd name="connsiteX212" fmla="*/ 28710 w 178515"/>
                <a:gd name="connsiteY212" fmla="*/ 109098 h 178002"/>
                <a:gd name="connsiteX213" fmla="*/ 17226 w 178515"/>
                <a:gd name="connsiteY213" fmla="*/ 109098 h 178002"/>
                <a:gd name="connsiteX214" fmla="*/ 17226 w 178515"/>
                <a:gd name="connsiteY214" fmla="*/ 79283 h 178002"/>
                <a:gd name="connsiteX215" fmla="*/ 30714 w 178515"/>
                <a:gd name="connsiteY215" fmla="*/ 62467 h 178002"/>
                <a:gd name="connsiteX216" fmla="*/ 17226 w 178515"/>
                <a:gd name="connsiteY216" fmla="*/ 114840 h 178002"/>
                <a:gd name="connsiteX217" fmla="*/ 28710 w 178515"/>
                <a:gd name="connsiteY217" fmla="*/ 114840 h 178002"/>
                <a:gd name="connsiteX218" fmla="*/ 22968 w 178515"/>
                <a:gd name="connsiteY218" fmla="*/ 120582 h 178002"/>
                <a:gd name="connsiteX219" fmla="*/ 17226 w 178515"/>
                <a:gd name="connsiteY219" fmla="*/ 114840 h 178002"/>
                <a:gd name="connsiteX220" fmla="*/ 5742 w 178515"/>
                <a:gd name="connsiteY220" fmla="*/ 126324 h 178002"/>
                <a:gd name="connsiteX221" fmla="*/ 40194 w 178515"/>
                <a:gd name="connsiteY221" fmla="*/ 126324 h 178002"/>
                <a:gd name="connsiteX222" fmla="*/ 40197 w 178515"/>
                <a:gd name="connsiteY222" fmla="*/ 149292 h 178002"/>
                <a:gd name="connsiteX223" fmla="*/ 5742 w 178515"/>
                <a:gd name="connsiteY223" fmla="*/ 149292 h 178002"/>
                <a:gd name="connsiteX224" fmla="*/ 25928 w 178515"/>
                <a:gd name="connsiteY224" fmla="*/ 155034 h 178002"/>
                <a:gd name="connsiteX225" fmla="*/ 37234 w 178515"/>
                <a:gd name="connsiteY225" fmla="*/ 155034 h 178002"/>
                <a:gd name="connsiteX226" fmla="*/ 35606 w 178515"/>
                <a:gd name="connsiteY226" fmla="*/ 161543 h 178002"/>
                <a:gd name="connsiteX227" fmla="*/ 31581 w 178515"/>
                <a:gd name="connsiteY227" fmla="*/ 160776 h 178002"/>
                <a:gd name="connsiteX228" fmla="*/ 25839 w 178515"/>
                <a:gd name="connsiteY228" fmla="*/ 160776 h 178002"/>
                <a:gd name="connsiteX229" fmla="*/ 24458 w 178515"/>
                <a:gd name="connsiteY229" fmla="*/ 160917 h 178002"/>
                <a:gd name="connsiteX230" fmla="*/ 20097 w 178515"/>
                <a:gd name="connsiteY230" fmla="*/ 172260 h 178002"/>
                <a:gd name="connsiteX231" fmla="*/ 25839 w 178515"/>
                <a:gd name="connsiteY231" fmla="*/ 166518 h 178002"/>
                <a:gd name="connsiteX232" fmla="*/ 31581 w 178515"/>
                <a:gd name="connsiteY232" fmla="*/ 166518 h 178002"/>
                <a:gd name="connsiteX233" fmla="*/ 37326 w 178515"/>
                <a:gd name="connsiteY233" fmla="*/ 172260 h 178002"/>
                <a:gd name="connsiteX234" fmla="*/ 53266 w 178515"/>
                <a:gd name="connsiteY234" fmla="*/ 115141 h 178002"/>
                <a:gd name="connsiteX235" fmla="*/ 45281 w 178515"/>
                <a:gd name="connsiteY235" fmla="*/ 123717 h 178002"/>
                <a:gd name="connsiteX236" fmla="*/ 40194 w 178515"/>
                <a:gd name="connsiteY236" fmla="*/ 120582 h 178002"/>
                <a:gd name="connsiteX237" fmla="*/ 32856 w 178515"/>
                <a:gd name="connsiteY237" fmla="*/ 120582 h 178002"/>
                <a:gd name="connsiteX238" fmla="*/ 34452 w 178515"/>
                <a:gd name="connsiteY238" fmla="*/ 114840 h 178002"/>
                <a:gd name="connsiteX239" fmla="*/ 34452 w 178515"/>
                <a:gd name="connsiteY239" fmla="*/ 109098 h 178002"/>
                <a:gd name="connsiteX240" fmla="*/ 63423 w 178515"/>
                <a:gd name="connsiteY240" fmla="*/ 109098 h 178002"/>
                <a:gd name="connsiteX241" fmla="*/ 68367 w 178515"/>
                <a:gd name="connsiteY241" fmla="*/ 161017 h 178002"/>
                <a:gd name="connsiteX242" fmla="*/ 66033 w 178515"/>
                <a:gd name="connsiteY242" fmla="*/ 160776 h 178002"/>
                <a:gd name="connsiteX243" fmla="*/ 60291 w 178515"/>
                <a:gd name="connsiteY243" fmla="*/ 160776 h 178002"/>
                <a:gd name="connsiteX244" fmla="*/ 56470 w 178515"/>
                <a:gd name="connsiteY244" fmla="*/ 161479 h 178002"/>
                <a:gd name="connsiteX245" fmla="*/ 49835 w 178515"/>
                <a:gd name="connsiteY245" fmla="*/ 128308 h 178002"/>
                <a:gd name="connsiteX246" fmla="*/ 50036 w 178515"/>
                <a:gd name="connsiteY246" fmla="*/ 127507 h 178002"/>
                <a:gd name="connsiteX247" fmla="*/ 55835 w 178515"/>
                <a:gd name="connsiteY247" fmla="*/ 120278 h 178002"/>
                <a:gd name="connsiteX248" fmla="*/ 54549 w 178515"/>
                <a:gd name="connsiteY248" fmla="*/ 172260 h 178002"/>
                <a:gd name="connsiteX249" fmla="*/ 60291 w 178515"/>
                <a:gd name="connsiteY249" fmla="*/ 166518 h 178002"/>
                <a:gd name="connsiteX250" fmla="*/ 66033 w 178515"/>
                <a:gd name="connsiteY250" fmla="*/ 166518 h 178002"/>
                <a:gd name="connsiteX251" fmla="*/ 71775 w 178515"/>
                <a:gd name="connsiteY251" fmla="*/ 172260 h 178002"/>
                <a:gd name="connsiteX252" fmla="*/ 143550 w 178515"/>
                <a:gd name="connsiteY252" fmla="*/ 126324 h 178002"/>
                <a:gd name="connsiteX253" fmla="*/ 149292 w 178515"/>
                <a:gd name="connsiteY253" fmla="*/ 126324 h 178002"/>
                <a:gd name="connsiteX254" fmla="*/ 149292 w 178515"/>
                <a:gd name="connsiteY254" fmla="*/ 172260 h 178002"/>
                <a:gd name="connsiteX255" fmla="*/ 143550 w 178515"/>
                <a:gd name="connsiteY255" fmla="*/ 172260 h 178002"/>
                <a:gd name="connsiteX256" fmla="*/ 120582 w 178515"/>
                <a:gd name="connsiteY256" fmla="*/ 137808 h 178002"/>
                <a:gd name="connsiteX257" fmla="*/ 126324 w 178515"/>
                <a:gd name="connsiteY257" fmla="*/ 137808 h 178002"/>
                <a:gd name="connsiteX258" fmla="*/ 126324 w 178515"/>
                <a:gd name="connsiteY258" fmla="*/ 172260 h 178002"/>
                <a:gd name="connsiteX259" fmla="*/ 120582 w 178515"/>
                <a:gd name="connsiteY259" fmla="*/ 172260 h 178002"/>
                <a:gd name="connsiteX260" fmla="*/ 97614 w 178515"/>
                <a:gd name="connsiteY260" fmla="*/ 149292 h 178002"/>
                <a:gd name="connsiteX261" fmla="*/ 103356 w 178515"/>
                <a:gd name="connsiteY261" fmla="*/ 149292 h 178002"/>
                <a:gd name="connsiteX262" fmla="*/ 103356 w 178515"/>
                <a:gd name="connsiteY262" fmla="*/ 172260 h 178002"/>
                <a:gd name="connsiteX263" fmla="*/ 97614 w 178515"/>
                <a:gd name="connsiteY263" fmla="*/ 172260 h 178002"/>
                <a:gd name="connsiteX264" fmla="*/ 166518 w 178515"/>
                <a:gd name="connsiteY264" fmla="*/ 114840 h 178002"/>
                <a:gd name="connsiteX265" fmla="*/ 172260 w 178515"/>
                <a:gd name="connsiteY265" fmla="*/ 114840 h 178002"/>
                <a:gd name="connsiteX266" fmla="*/ 172260 w 178515"/>
                <a:gd name="connsiteY266" fmla="*/ 172260 h 178002"/>
                <a:gd name="connsiteX267" fmla="*/ 166518 w 178515"/>
                <a:gd name="connsiteY267" fmla="*/ 172260 h 17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</a:cxnLst>
              <a:rect l="l" t="t" r="r" b="b"/>
              <a:pathLst>
                <a:path w="178515" h="178002">
                  <a:moveTo>
                    <a:pt x="160776" y="172260"/>
                  </a:moveTo>
                  <a:lnTo>
                    <a:pt x="155034" y="172260"/>
                  </a:lnTo>
                  <a:lnTo>
                    <a:pt x="155034" y="120582"/>
                  </a:lnTo>
                  <a:lnTo>
                    <a:pt x="137808" y="120582"/>
                  </a:lnTo>
                  <a:lnTo>
                    <a:pt x="137808" y="172260"/>
                  </a:lnTo>
                  <a:lnTo>
                    <a:pt x="132066" y="172260"/>
                  </a:lnTo>
                  <a:lnTo>
                    <a:pt x="132066" y="132066"/>
                  </a:lnTo>
                  <a:lnTo>
                    <a:pt x="114840" y="132066"/>
                  </a:lnTo>
                  <a:lnTo>
                    <a:pt x="114840" y="172260"/>
                  </a:lnTo>
                  <a:lnTo>
                    <a:pt x="109098" y="172260"/>
                  </a:lnTo>
                  <a:lnTo>
                    <a:pt x="109098" y="143550"/>
                  </a:lnTo>
                  <a:lnTo>
                    <a:pt x="91872" y="143550"/>
                  </a:lnTo>
                  <a:lnTo>
                    <a:pt x="91872" y="172260"/>
                  </a:lnTo>
                  <a:lnTo>
                    <a:pt x="77517" y="172260"/>
                  </a:lnTo>
                  <a:cubicBezTo>
                    <a:pt x="77517" y="169274"/>
                    <a:pt x="76343" y="166575"/>
                    <a:pt x="74471" y="164531"/>
                  </a:cubicBezTo>
                  <a:lnTo>
                    <a:pt x="73512" y="154486"/>
                  </a:lnTo>
                  <a:lnTo>
                    <a:pt x="117711" y="110287"/>
                  </a:lnTo>
                  <a:lnTo>
                    <a:pt x="129195" y="121771"/>
                  </a:lnTo>
                  <a:lnTo>
                    <a:pt x="163647" y="87319"/>
                  </a:lnTo>
                  <a:lnTo>
                    <a:pt x="174290" y="97961"/>
                  </a:lnTo>
                  <a:lnTo>
                    <a:pt x="178516" y="68390"/>
                  </a:lnTo>
                  <a:lnTo>
                    <a:pt x="148945" y="72616"/>
                  </a:lnTo>
                  <a:lnTo>
                    <a:pt x="159587" y="83259"/>
                  </a:lnTo>
                  <a:lnTo>
                    <a:pt x="129195" y="113651"/>
                  </a:lnTo>
                  <a:lnTo>
                    <a:pt x="117711" y="102167"/>
                  </a:lnTo>
                  <a:lnTo>
                    <a:pt x="72803" y="147076"/>
                  </a:lnTo>
                  <a:lnTo>
                    <a:pt x="68904" y="106227"/>
                  </a:lnTo>
                  <a:lnTo>
                    <a:pt x="68904" y="83698"/>
                  </a:lnTo>
                  <a:lnTo>
                    <a:pt x="84887" y="85981"/>
                  </a:lnTo>
                  <a:cubicBezTo>
                    <a:pt x="85579" y="86081"/>
                    <a:pt x="86274" y="86130"/>
                    <a:pt x="86971" y="86130"/>
                  </a:cubicBezTo>
                  <a:cubicBezTo>
                    <a:pt x="90899" y="86130"/>
                    <a:pt x="94591" y="84600"/>
                    <a:pt x="97367" y="81824"/>
                  </a:cubicBezTo>
                  <a:lnTo>
                    <a:pt x="114117" y="65074"/>
                  </a:lnTo>
                  <a:cubicBezTo>
                    <a:pt x="114567" y="65648"/>
                    <a:pt x="114840" y="66329"/>
                    <a:pt x="114840" y="67067"/>
                  </a:cubicBezTo>
                  <a:lnTo>
                    <a:pt x="114840" y="74646"/>
                  </a:lnTo>
                  <a:lnTo>
                    <a:pt x="132066" y="74646"/>
                  </a:lnTo>
                  <a:lnTo>
                    <a:pt x="132066" y="67069"/>
                  </a:lnTo>
                  <a:cubicBezTo>
                    <a:pt x="132066" y="65691"/>
                    <a:pt x="132947" y="64468"/>
                    <a:pt x="134483" y="63831"/>
                  </a:cubicBezTo>
                  <a:cubicBezTo>
                    <a:pt x="135896" y="63234"/>
                    <a:pt x="137441" y="63478"/>
                    <a:pt x="138408" y="64451"/>
                  </a:cubicBezTo>
                  <a:lnTo>
                    <a:pt x="143745" y="69811"/>
                  </a:lnTo>
                  <a:lnTo>
                    <a:pt x="155941" y="57615"/>
                  </a:lnTo>
                  <a:lnTo>
                    <a:pt x="150581" y="52281"/>
                  </a:lnTo>
                  <a:cubicBezTo>
                    <a:pt x="149611" y="51313"/>
                    <a:pt x="149367" y="49772"/>
                    <a:pt x="150013" y="48233"/>
                  </a:cubicBezTo>
                  <a:cubicBezTo>
                    <a:pt x="150601" y="46817"/>
                    <a:pt x="151818" y="45936"/>
                    <a:pt x="153199" y="45936"/>
                  </a:cubicBezTo>
                  <a:lnTo>
                    <a:pt x="160776" y="45936"/>
                  </a:lnTo>
                  <a:lnTo>
                    <a:pt x="160776" y="28710"/>
                  </a:lnTo>
                  <a:lnTo>
                    <a:pt x="153199" y="28710"/>
                  </a:lnTo>
                  <a:cubicBezTo>
                    <a:pt x="151821" y="28710"/>
                    <a:pt x="150601" y="27829"/>
                    <a:pt x="149961" y="26293"/>
                  </a:cubicBezTo>
                  <a:cubicBezTo>
                    <a:pt x="149367" y="24874"/>
                    <a:pt x="149608" y="23333"/>
                    <a:pt x="150581" y="22368"/>
                  </a:cubicBezTo>
                  <a:lnTo>
                    <a:pt x="155941" y="17031"/>
                  </a:lnTo>
                  <a:lnTo>
                    <a:pt x="143745" y="4835"/>
                  </a:lnTo>
                  <a:lnTo>
                    <a:pt x="138411" y="10195"/>
                  </a:lnTo>
                  <a:cubicBezTo>
                    <a:pt x="137443" y="11165"/>
                    <a:pt x="135902" y="11406"/>
                    <a:pt x="134363" y="10763"/>
                  </a:cubicBezTo>
                  <a:cubicBezTo>
                    <a:pt x="132947" y="10175"/>
                    <a:pt x="132066" y="8958"/>
                    <a:pt x="132066" y="7577"/>
                  </a:cubicBezTo>
                  <a:lnTo>
                    <a:pt x="132066" y="0"/>
                  </a:lnTo>
                  <a:lnTo>
                    <a:pt x="114840" y="0"/>
                  </a:lnTo>
                  <a:lnTo>
                    <a:pt x="114840" y="7577"/>
                  </a:lnTo>
                  <a:cubicBezTo>
                    <a:pt x="114840" y="8955"/>
                    <a:pt x="113959" y="10175"/>
                    <a:pt x="112423" y="10815"/>
                  </a:cubicBezTo>
                  <a:cubicBezTo>
                    <a:pt x="111004" y="11406"/>
                    <a:pt x="109460" y="11165"/>
                    <a:pt x="108498" y="10195"/>
                  </a:cubicBezTo>
                  <a:lnTo>
                    <a:pt x="103161" y="4835"/>
                  </a:lnTo>
                  <a:lnTo>
                    <a:pt x="90965" y="17031"/>
                  </a:lnTo>
                  <a:lnTo>
                    <a:pt x="96325" y="22365"/>
                  </a:lnTo>
                  <a:cubicBezTo>
                    <a:pt x="97295" y="23333"/>
                    <a:pt x="97539" y="24874"/>
                    <a:pt x="96893" y="26413"/>
                  </a:cubicBezTo>
                  <a:cubicBezTo>
                    <a:pt x="96305" y="27829"/>
                    <a:pt x="95088" y="28710"/>
                    <a:pt x="93707" y="28710"/>
                  </a:cubicBezTo>
                  <a:lnTo>
                    <a:pt x="86130" y="28710"/>
                  </a:lnTo>
                  <a:lnTo>
                    <a:pt x="86130" y="45936"/>
                  </a:lnTo>
                  <a:lnTo>
                    <a:pt x="93707" y="45936"/>
                  </a:lnTo>
                  <a:cubicBezTo>
                    <a:pt x="95085" y="45936"/>
                    <a:pt x="96305" y="46817"/>
                    <a:pt x="96942" y="48353"/>
                  </a:cubicBezTo>
                  <a:cubicBezTo>
                    <a:pt x="97327" y="49272"/>
                    <a:pt x="97318" y="50240"/>
                    <a:pt x="97017" y="51084"/>
                  </a:cubicBezTo>
                  <a:lnTo>
                    <a:pt x="85309" y="62792"/>
                  </a:lnTo>
                  <a:lnTo>
                    <a:pt x="59806" y="55140"/>
                  </a:lnTo>
                  <a:lnTo>
                    <a:pt x="58319" y="49189"/>
                  </a:lnTo>
                  <a:cubicBezTo>
                    <a:pt x="62938" y="46754"/>
                    <a:pt x="66033" y="41942"/>
                    <a:pt x="66033" y="36522"/>
                  </a:cubicBezTo>
                  <a:lnTo>
                    <a:pt x="66033" y="20022"/>
                  </a:lnTo>
                  <a:cubicBezTo>
                    <a:pt x="69498" y="17401"/>
                    <a:pt x="71775" y="13284"/>
                    <a:pt x="71775" y="8613"/>
                  </a:cubicBezTo>
                  <a:cubicBezTo>
                    <a:pt x="71775" y="3864"/>
                    <a:pt x="67911" y="0"/>
                    <a:pt x="63162" y="0"/>
                  </a:cubicBezTo>
                  <a:lnTo>
                    <a:pt x="45408" y="0"/>
                  </a:lnTo>
                  <a:cubicBezTo>
                    <a:pt x="31452" y="0"/>
                    <a:pt x="20097" y="11355"/>
                    <a:pt x="20097" y="25314"/>
                  </a:cubicBezTo>
                  <a:cubicBezTo>
                    <a:pt x="20097" y="33797"/>
                    <a:pt x="24312" y="41670"/>
                    <a:pt x="31369" y="46372"/>
                  </a:cubicBezTo>
                  <a:lnTo>
                    <a:pt x="37323" y="50343"/>
                  </a:lnTo>
                  <a:lnTo>
                    <a:pt x="37323" y="55117"/>
                  </a:lnTo>
                  <a:lnTo>
                    <a:pt x="29471" y="56863"/>
                  </a:lnTo>
                  <a:cubicBezTo>
                    <a:pt x="18880" y="59214"/>
                    <a:pt x="11484" y="68436"/>
                    <a:pt x="11484" y="79283"/>
                  </a:cubicBezTo>
                  <a:lnTo>
                    <a:pt x="11484" y="114840"/>
                  </a:lnTo>
                  <a:cubicBezTo>
                    <a:pt x="11484" y="116942"/>
                    <a:pt x="12093" y="118885"/>
                    <a:pt x="13080" y="120582"/>
                  </a:cubicBezTo>
                  <a:lnTo>
                    <a:pt x="5742" y="120582"/>
                  </a:lnTo>
                  <a:cubicBezTo>
                    <a:pt x="2575" y="120582"/>
                    <a:pt x="0" y="123157"/>
                    <a:pt x="0" y="126324"/>
                  </a:cubicBezTo>
                  <a:lnTo>
                    <a:pt x="0" y="149292"/>
                  </a:lnTo>
                  <a:cubicBezTo>
                    <a:pt x="0" y="152459"/>
                    <a:pt x="2575" y="155034"/>
                    <a:pt x="5742" y="155034"/>
                  </a:cubicBezTo>
                  <a:lnTo>
                    <a:pt x="20008" y="155034"/>
                  </a:lnTo>
                  <a:lnTo>
                    <a:pt x="17731" y="164135"/>
                  </a:lnTo>
                  <a:cubicBezTo>
                    <a:pt x="15647" y="166217"/>
                    <a:pt x="14355" y="169090"/>
                    <a:pt x="14355" y="172260"/>
                  </a:cubicBezTo>
                  <a:cubicBezTo>
                    <a:pt x="14355" y="175427"/>
                    <a:pt x="16930" y="178002"/>
                    <a:pt x="20097" y="178002"/>
                  </a:cubicBezTo>
                  <a:lnTo>
                    <a:pt x="37323" y="178002"/>
                  </a:lnTo>
                  <a:cubicBezTo>
                    <a:pt x="40490" y="178002"/>
                    <a:pt x="43065" y="175427"/>
                    <a:pt x="43065" y="172260"/>
                  </a:cubicBezTo>
                  <a:cubicBezTo>
                    <a:pt x="43065" y="169604"/>
                    <a:pt x="42120" y="167187"/>
                    <a:pt x="40602" y="165240"/>
                  </a:cubicBezTo>
                  <a:lnTo>
                    <a:pt x="43398" y="154055"/>
                  </a:lnTo>
                  <a:cubicBezTo>
                    <a:pt x="44928" y="153021"/>
                    <a:pt x="45936" y="151273"/>
                    <a:pt x="45936" y="149292"/>
                  </a:cubicBezTo>
                  <a:lnTo>
                    <a:pt x="45936" y="143906"/>
                  </a:lnTo>
                  <a:lnTo>
                    <a:pt x="46582" y="141322"/>
                  </a:lnTo>
                  <a:lnTo>
                    <a:pt x="51348" y="165149"/>
                  </a:lnTo>
                  <a:cubicBezTo>
                    <a:pt x="49783" y="167109"/>
                    <a:pt x="48807" y="169561"/>
                    <a:pt x="48807" y="172260"/>
                  </a:cubicBezTo>
                  <a:cubicBezTo>
                    <a:pt x="48807" y="175427"/>
                    <a:pt x="51382" y="178002"/>
                    <a:pt x="54549" y="178002"/>
                  </a:cubicBezTo>
                  <a:lnTo>
                    <a:pt x="178002" y="178002"/>
                  </a:lnTo>
                  <a:lnTo>
                    <a:pt x="178002" y="109098"/>
                  </a:lnTo>
                  <a:lnTo>
                    <a:pt x="160776" y="109098"/>
                  </a:lnTo>
                  <a:close/>
                  <a:moveTo>
                    <a:pt x="171746" y="75160"/>
                  </a:moveTo>
                  <a:lnTo>
                    <a:pt x="170230" y="85783"/>
                  </a:lnTo>
                  <a:lnTo>
                    <a:pt x="161123" y="76676"/>
                  </a:lnTo>
                  <a:close/>
                  <a:moveTo>
                    <a:pt x="110430" y="60641"/>
                  </a:moveTo>
                  <a:lnTo>
                    <a:pt x="109098" y="61973"/>
                  </a:lnTo>
                  <a:lnTo>
                    <a:pt x="101674" y="54549"/>
                  </a:lnTo>
                  <a:lnTo>
                    <a:pt x="103006" y="53217"/>
                  </a:lnTo>
                  <a:cubicBezTo>
                    <a:pt x="103999" y="52223"/>
                    <a:pt x="105317" y="51678"/>
                    <a:pt x="106718" y="51678"/>
                  </a:cubicBezTo>
                  <a:cubicBezTo>
                    <a:pt x="109615" y="51678"/>
                    <a:pt x="111969" y="54032"/>
                    <a:pt x="111969" y="56929"/>
                  </a:cubicBezTo>
                  <a:cubicBezTo>
                    <a:pt x="111969" y="58330"/>
                    <a:pt x="111424" y="59648"/>
                    <a:pt x="110430" y="60641"/>
                  </a:cubicBezTo>
                  <a:close/>
                  <a:moveTo>
                    <a:pt x="109098" y="37323"/>
                  </a:moveTo>
                  <a:cubicBezTo>
                    <a:pt x="109098" y="29408"/>
                    <a:pt x="115538" y="22968"/>
                    <a:pt x="123453" y="22968"/>
                  </a:cubicBezTo>
                  <a:cubicBezTo>
                    <a:pt x="131368" y="22968"/>
                    <a:pt x="137808" y="29408"/>
                    <a:pt x="137808" y="37323"/>
                  </a:cubicBezTo>
                  <a:cubicBezTo>
                    <a:pt x="137808" y="45238"/>
                    <a:pt x="131368" y="51678"/>
                    <a:pt x="123453" y="51678"/>
                  </a:cubicBezTo>
                  <a:cubicBezTo>
                    <a:pt x="115538" y="51678"/>
                    <a:pt x="109098" y="45238"/>
                    <a:pt x="109098" y="37323"/>
                  </a:cubicBezTo>
                  <a:close/>
                  <a:moveTo>
                    <a:pt x="93707" y="40194"/>
                  </a:moveTo>
                  <a:lnTo>
                    <a:pt x="91872" y="40194"/>
                  </a:lnTo>
                  <a:lnTo>
                    <a:pt x="91872" y="34452"/>
                  </a:lnTo>
                  <a:lnTo>
                    <a:pt x="93707" y="34452"/>
                  </a:lnTo>
                  <a:cubicBezTo>
                    <a:pt x="97396" y="34452"/>
                    <a:pt x="100729" y="32158"/>
                    <a:pt x="102239" y="28515"/>
                  </a:cubicBezTo>
                  <a:cubicBezTo>
                    <a:pt x="103744" y="24932"/>
                    <a:pt x="103014" y="20921"/>
                    <a:pt x="100379" y="18294"/>
                  </a:cubicBezTo>
                  <a:lnTo>
                    <a:pt x="99098" y="17019"/>
                  </a:lnTo>
                  <a:lnTo>
                    <a:pt x="103155" y="12963"/>
                  </a:lnTo>
                  <a:lnTo>
                    <a:pt x="104430" y="14243"/>
                  </a:lnTo>
                  <a:cubicBezTo>
                    <a:pt x="107057" y="16879"/>
                    <a:pt x="111065" y="17608"/>
                    <a:pt x="114742" y="16063"/>
                  </a:cubicBezTo>
                  <a:cubicBezTo>
                    <a:pt x="118288" y="14599"/>
                    <a:pt x="120582" y="11266"/>
                    <a:pt x="120582" y="7577"/>
                  </a:cubicBezTo>
                  <a:lnTo>
                    <a:pt x="120582" y="5742"/>
                  </a:lnTo>
                  <a:lnTo>
                    <a:pt x="126324" y="5742"/>
                  </a:lnTo>
                  <a:lnTo>
                    <a:pt x="126324" y="7577"/>
                  </a:lnTo>
                  <a:cubicBezTo>
                    <a:pt x="126324" y="11266"/>
                    <a:pt x="128618" y="14599"/>
                    <a:pt x="132261" y="16109"/>
                  </a:cubicBezTo>
                  <a:cubicBezTo>
                    <a:pt x="135847" y="17614"/>
                    <a:pt x="139855" y="16884"/>
                    <a:pt x="142482" y="14249"/>
                  </a:cubicBezTo>
                  <a:lnTo>
                    <a:pt x="143757" y="12968"/>
                  </a:lnTo>
                  <a:lnTo>
                    <a:pt x="147813" y="17025"/>
                  </a:lnTo>
                  <a:lnTo>
                    <a:pt x="146533" y="18300"/>
                  </a:lnTo>
                  <a:cubicBezTo>
                    <a:pt x="143897" y="20924"/>
                    <a:pt x="143168" y="24935"/>
                    <a:pt x="144713" y="28612"/>
                  </a:cubicBezTo>
                  <a:cubicBezTo>
                    <a:pt x="146177" y="32158"/>
                    <a:pt x="149510" y="34452"/>
                    <a:pt x="153199" y="34452"/>
                  </a:cubicBezTo>
                  <a:lnTo>
                    <a:pt x="155034" y="34452"/>
                  </a:lnTo>
                  <a:lnTo>
                    <a:pt x="155034" y="40194"/>
                  </a:lnTo>
                  <a:lnTo>
                    <a:pt x="153199" y="40194"/>
                  </a:lnTo>
                  <a:cubicBezTo>
                    <a:pt x="149510" y="40194"/>
                    <a:pt x="146177" y="42488"/>
                    <a:pt x="144667" y="46131"/>
                  </a:cubicBezTo>
                  <a:cubicBezTo>
                    <a:pt x="143162" y="49714"/>
                    <a:pt x="143892" y="53725"/>
                    <a:pt x="146527" y="56352"/>
                  </a:cubicBezTo>
                  <a:lnTo>
                    <a:pt x="147808" y="57627"/>
                  </a:lnTo>
                  <a:lnTo>
                    <a:pt x="143751" y="61683"/>
                  </a:lnTo>
                  <a:lnTo>
                    <a:pt x="142476" y="60403"/>
                  </a:lnTo>
                  <a:cubicBezTo>
                    <a:pt x="139852" y="57770"/>
                    <a:pt x="135841" y="57041"/>
                    <a:pt x="132164" y="58580"/>
                  </a:cubicBezTo>
                  <a:cubicBezTo>
                    <a:pt x="128618" y="60047"/>
                    <a:pt x="126324" y="63380"/>
                    <a:pt x="126324" y="67069"/>
                  </a:cubicBezTo>
                  <a:lnTo>
                    <a:pt x="126324" y="68904"/>
                  </a:lnTo>
                  <a:lnTo>
                    <a:pt x="120582" y="68904"/>
                  </a:lnTo>
                  <a:lnTo>
                    <a:pt x="120582" y="67069"/>
                  </a:lnTo>
                  <a:cubicBezTo>
                    <a:pt x="120582" y="64330"/>
                    <a:pt x="119313" y="61790"/>
                    <a:pt x="117206" y="60058"/>
                  </a:cubicBezTo>
                  <a:cubicBezTo>
                    <a:pt x="117507" y="59051"/>
                    <a:pt x="117711" y="58009"/>
                    <a:pt x="117711" y="56929"/>
                  </a:cubicBezTo>
                  <a:cubicBezTo>
                    <a:pt x="117711" y="56806"/>
                    <a:pt x="117679" y="56688"/>
                    <a:pt x="117674" y="56564"/>
                  </a:cubicBezTo>
                  <a:cubicBezTo>
                    <a:pt x="119505" y="57116"/>
                    <a:pt x="121443" y="57420"/>
                    <a:pt x="123453" y="57420"/>
                  </a:cubicBezTo>
                  <a:cubicBezTo>
                    <a:pt x="134535" y="57420"/>
                    <a:pt x="143550" y="48405"/>
                    <a:pt x="143550" y="37323"/>
                  </a:cubicBezTo>
                  <a:cubicBezTo>
                    <a:pt x="143550" y="26241"/>
                    <a:pt x="134535" y="17226"/>
                    <a:pt x="123453" y="17226"/>
                  </a:cubicBezTo>
                  <a:cubicBezTo>
                    <a:pt x="112371" y="17226"/>
                    <a:pt x="103356" y="26241"/>
                    <a:pt x="103356" y="37323"/>
                  </a:cubicBezTo>
                  <a:cubicBezTo>
                    <a:pt x="103356" y="40458"/>
                    <a:pt x="104100" y="43418"/>
                    <a:pt x="105386" y="46065"/>
                  </a:cubicBezTo>
                  <a:cubicBezTo>
                    <a:pt x="104367" y="46189"/>
                    <a:pt x="103370" y="46413"/>
                    <a:pt x="102437" y="46806"/>
                  </a:cubicBezTo>
                  <a:cubicBezTo>
                    <a:pt x="102351" y="46550"/>
                    <a:pt x="102305" y="46289"/>
                    <a:pt x="102199" y="46036"/>
                  </a:cubicBezTo>
                  <a:cubicBezTo>
                    <a:pt x="100729" y="42488"/>
                    <a:pt x="97396" y="40194"/>
                    <a:pt x="93707" y="40194"/>
                  </a:cubicBezTo>
                  <a:close/>
                  <a:moveTo>
                    <a:pt x="46832" y="63949"/>
                  </a:moveTo>
                  <a:lnTo>
                    <a:pt x="43303" y="67477"/>
                  </a:lnTo>
                  <a:lnTo>
                    <a:pt x="38001" y="60848"/>
                  </a:lnTo>
                  <a:lnTo>
                    <a:pt x="39821" y="60443"/>
                  </a:lnTo>
                  <a:close/>
                  <a:moveTo>
                    <a:pt x="58238" y="60661"/>
                  </a:moveTo>
                  <a:lnTo>
                    <a:pt x="60816" y="61434"/>
                  </a:lnTo>
                  <a:lnTo>
                    <a:pt x="59180" y="64709"/>
                  </a:lnTo>
                  <a:lnTo>
                    <a:pt x="56185" y="62714"/>
                  </a:lnTo>
                  <a:close/>
                  <a:moveTo>
                    <a:pt x="60291" y="36522"/>
                  </a:moveTo>
                  <a:cubicBezTo>
                    <a:pt x="60291" y="40613"/>
                    <a:pt x="57380" y="44165"/>
                    <a:pt x="53366" y="44968"/>
                  </a:cubicBezTo>
                  <a:lnTo>
                    <a:pt x="48241" y="45993"/>
                  </a:lnTo>
                  <a:lnTo>
                    <a:pt x="49370" y="51623"/>
                  </a:lnTo>
                  <a:lnTo>
                    <a:pt x="52835" y="50929"/>
                  </a:lnTo>
                  <a:lnTo>
                    <a:pt x="54239" y="56541"/>
                  </a:lnTo>
                  <a:lnTo>
                    <a:pt x="51110" y="59671"/>
                  </a:lnTo>
                  <a:lnTo>
                    <a:pt x="43065" y="55646"/>
                  </a:lnTo>
                  <a:lnTo>
                    <a:pt x="43065" y="25839"/>
                  </a:lnTo>
                  <a:cubicBezTo>
                    <a:pt x="43065" y="24257"/>
                    <a:pt x="44354" y="22968"/>
                    <a:pt x="45936" y="22968"/>
                  </a:cubicBezTo>
                  <a:lnTo>
                    <a:pt x="57420" y="22968"/>
                  </a:lnTo>
                  <a:cubicBezTo>
                    <a:pt x="58402" y="22968"/>
                    <a:pt x="59364" y="22868"/>
                    <a:pt x="60291" y="22678"/>
                  </a:cubicBezTo>
                  <a:close/>
                  <a:moveTo>
                    <a:pt x="34555" y="41595"/>
                  </a:moveTo>
                  <a:cubicBezTo>
                    <a:pt x="29098" y="37957"/>
                    <a:pt x="25839" y="31871"/>
                    <a:pt x="25839" y="25311"/>
                  </a:cubicBezTo>
                  <a:cubicBezTo>
                    <a:pt x="25839" y="14522"/>
                    <a:pt x="34619" y="5742"/>
                    <a:pt x="45408" y="5742"/>
                  </a:cubicBezTo>
                  <a:lnTo>
                    <a:pt x="63162" y="5742"/>
                  </a:lnTo>
                  <a:cubicBezTo>
                    <a:pt x="64744" y="5742"/>
                    <a:pt x="66033" y="7031"/>
                    <a:pt x="66033" y="8613"/>
                  </a:cubicBezTo>
                  <a:cubicBezTo>
                    <a:pt x="66033" y="13362"/>
                    <a:pt x="62169" y="17226"/>
                    <a:pt x="57420" y="17226"/>
                  </a:cubicBezTo>
                  <a:lnTo>
                    <a:pt x="45936" y="17226"/>
                  </a:lnTo>
                  <a:cubicBezTo>
                    <a:pt x="41187" y="17226"/>
                    <a:pt x="37323" y="21090"/>
                    <a:pt x="37323" y="25839"/>
                  </a:cubicBezTo>
                  <a:lnTo>
                    <a:pt x="37323" y="43441"/>
                  </a:lnTo>
                  <a:close/>
                  <a:moveTo>
                    <a:pt x="30714" y="62467"/>
                  </a:moveTo>
                  <a:lnTo>
                    <a:pt x="31756" y="62235"/>
                  </a:lnTo>
                  <a:lnTo>
                    <a:pt x="42827" y="76073"/>
                  </a:lnTo>
                  <a:lnTo>
                    <a:pt x="52043" y="66857"/>
                  </a:lnTo>
                  <a:lnTo>
                    <a:pt x="61402" y="73099"/>
                  </a:lnTo>
                  <a:lnTo>
                    <a:pt x="66398" y="63113"/>
                  </a:lnTo>
                  <a:lnTo>
                    <a:pt x="86945" y="69277"/>
                  </a:lnTo>
                  <a:lnTo>
                    <a:pt x="97614" y="58609"/>
                  </a:lnTo>
                  <a:lnTo>
                    <a:pt x="105038" y="66033"/>
                  </a:lnTo>
                  <a:lnTo>
                    <a:pt x="93308" y="77764"/>
                  </a:lnTo>
                  <a:cubicBezTo>
                    <a:pt x="91318" y="79756"/>
                    <a:pt x="88522" y="80704"/>
                    <a:pt x="85705" y="80299"/>
                  </a:cubicBezTo>
                  <a:lnTo>
                    <a:pt x="68904" y="77899"/>
                  </a:lnTo>
                  <a:lnTo>
                    <a:pt x="68904" y="74646"/>
                  </a:lnTo>
                  <a:lnTo>
                    <a:pt x="63162" y="74646"/>
                  </a:lnTo>
                  <a:lnTo>
                    <a:pt x="63173" y="103356"/>
                  </a:lnTo>
                  <a:lnTo>
                    <a:pt x="34452" y="103356"/>
                  </a:lnTo>
                  <a:lnTo>
                    <a:pt x="34452" y="80388"/>
                  </a:lnTo>
                  <a:lnTo>
                    <a:pt x="28710" y="80388"/>
                  </a:lnTo>
                  <a:lnTo>
                    <a:pt x="28710" y="109098"/>
                  </a:lnTo>
                  <a:lnTo>
                    <a:pt x="17226" y="109098"/>
                  </a:lnTo>
                  <a:lnTo>
                    <a:pt x="17226" y="79283"/>
                  </a:lnTo>
                  <a:cubicBezTo>
                    <a:pt x="17226" y="71146"/>
                    <a:pt x="22773" y="64233"/>
                    <a:pt x="30714" y="62467"/>
                  </a:cubicBezTo>
                  <a:close/>
                  <a:moveTo>
                    <a:pt x="17226" y="114840"/>
                  </a:moveTo>
                  <a:lnTo>
                    <a:pt x="28710" y="114840"/>
                  </a:lnTo>
                  <a:cubicBezTo>
                    <a:pt x="28710" y="118007"/>
                    <a:pt x="26135" y="120582"/>
                    <a:pt x="22968" y="120582"/>
                  </a:cubicBezTo>
                  <a:cubicBezTo>
                    <a:pt x="19801" y="120582"/>
                    <a:pt x="17226" y="118007"/>
                    <a:pt x="17226" y="114840"/>
                  </a:cubicBezTo>
                  <a:close/>
                  <a:moveTo>
                    <a:pt x="5742" y="126324"/>
                  </a:moveTo>
                  <a:lnTo>
                    <a:pt x="40194" y="126324"/>
                  </a:lnTo>
                  <a:lnTo>
                    <a:pt x="40197" y="149292"/>
                  </a:lnTo>
                  <a:lnTo>
                    <a:pt x="5742" y="149292"/>
                  </a:lnTo>
                  <a:close/>
                  <a:moveTo>
                    <a:pt x="25928" y="155034"/>
                  </a:moveTo>
                  <a:lnTo>
                    <a:pt x="37234" y="155034"/>
                  </a:lnTo>
                  <a:lnTo>
                    <a:pt x="35606" y="161543"/>
                  </a:lnTo>
                  <a:cubicBezTo>
                    <a:pt x="34349" y="161069"/>
                    <a:pt x="33002" y="160776"/>
                    <a:pt x="31581" y="160776"/>
                  </a:cubicBezTo>
                  <a:lnTo>
                    <a:pt x="25839" y="160776"/>
                  </a:lnTo>
                  <a:cubicBezTo>
                    <a:pt x="25365" y="160776"/>
                    <a:pt x="24915" y="160859"/>
                    <a:pt x="24458" y="160917"/>
                  </a:cubicBezTo>
                  <a:close/>
                  <a:moveTo>
                    <a:pt x="20097" y="172260"/>
                  </a:moveTo>
                  <a:cubicBezTo>
                    <a:pt x="20097" y="169093"/>
                    <a:pt x="22672" y="166518"/>
                    <a:pt x="25839" y="166518"/>
                  </a:cubicBezTo>
                  <a:lnTo>
                    <a:pt x="31581" y="166518"/>
                  </a:lnTo>
                  <a:cubicBezTo>
                    <a:pt x="34748" y="166518"/>
                    <a:pt x="37323" y="169093"/>
                    <a:pt x="37326" y="172260"/>
                  </a:cubicBezTo>
                  <a:close/>
                  <a:moveTo>
                    <a:pt x="53266" y="115141"/>
                  </a:moveTo>
                  <a:cubicBezTo>
                    <a:pt x="49628" y="116962"/>
                    <a:pt x="46826" y="120019"/>
                    <a:pt x="45281" y="123717"/>
                  </a:cubicBezTo>
                  <a:cubicBezTo>
                    <a:pt x="44328" y="121865"/>
                    <a:pt x="42419" y="120582"/>
                    <a:pt x="40194" y="120582"/>
                  </a:cubicBezTo>
                  <a:lnTo>
                    <a:pt x="32856" y="120582"/>
                  </a:lnTo>
                  <a:cubicBezTo>
                    <a:pt x="33843" y="118885"/>
                    <a:pt x="34452" y="116942"/>
                    <a:pt x="34452" y="114840"/>
                  </a:cubicBezTo>
                  <a:lnTo>
                    <a:pt x="34452" y="109098"/>
                  </a:lnTo>
                  <a:lnTo>
                    <a:pt x="63423" y="109098"/>
                  </a:lnTo>
                  <a:lnTo>
                    <a:pt x="68367" y="161017"/>
                  </a:lnTo>
                  <a:cubicBezTo>
                    <a:pt x="67612" y="160859"/>
                    <a:pt x="66834" y="160776"/>
                    <a:pt x="66033" y="160776"/>
                  </a:cubicBezTo>
                  <a:lnTo>
                    <a:pt x="60291" y="160776"/>
                  </a:lnTo>
                  <a:cubicBezTo>
                    <a:pt x="58945" y="160776"/>
                    <a:pt x="57670" y="161052"/>
                    <a:pt x="56470" y="161479"/>
                  </a:cubicBezTo>
                  <a:lnTo>
                    <a:pt x="49835" y="128308"/>
                  </a:lnTo>
                  <a:lnTo>
                    <a:pt x="50036" y="127507"/>
                  </a:lnTo>
                  <a:cubicBezTo>
                    <a:pt x="50822" y="124363"/>
                    <a:pt x="52935" y="121728"/>
                    <a:pt x="55835" y="120278"/>
                  </a:cubicBezTo>
                  <a:close/>
                  <a:moveTo>
                    <a:pt x="54549" y="172260"/>
                  </a:moveTo>
                  <a:cubicBezTo>
                    <a:pt x="54549" y="169093"/>
                    <a:pt x="57124" y="166518"/>
                    <a:pt x="60291" y="166518"/>
                  </a:cubicBezTo>
                  <a:lnTo>
                    <a:pt x="66033" y="166518"/>
                  </a:lnTo>
                  <a:cubicBezTo>
                    <a:pt x="69200" y="166518"/>
                    <a:pt x="71775" y="169093"/>
                    <a:pt x="71775" y="172260"/>
                  </a:cubicBezTo>
                  <a:close/>
                  <a:moveTo>
                    <a:pt x="143550" y="126324"/>
                  </a:moveTo>
                  <a:lnTo>
                    <a:pt x="149292" y="126324"/>
                  </a:lnTo>
                  <a:lnTo>
                    <a:pt x="149292" y="172260"/>
                  </a:lnTo>
                  <a:lnTo>
                    <a:pt x="143550" y="172260"/>
                  </a:lnTo>
                  <a:close/>
                  <a:moveTo>
                    <a:pt x="120582" y="137808"/>
                  </a:moveTo>
                  <a:lnTo>
                    <a:pt x="126324" y="137808"/>
                  </a:lnTo>
                  <a:lnTo>
                    <a:pt x="126324" y="172260"/>
                  </a:lnTo>
                  <a:lnTo>
                    <a:pt x="120582" y="172260"/>
                  </a:lnTo>
                  <a:close/>
                  <a:moveTo>
                    <a:pt x="97614" y="149292"/>
                  </a:moveTo>
                  <a:lnTo>
                    <a:pt x="103356" y="149292"/>
                  </a:lnTo>
                  <a:lnTo>
                    <a:pt x="103356" y="172260"/>
                  </a:lnTo>
                  <a:lnTo>
                    <a:pt x="97614" y="172260"/>
                  </a:lnTo>
                  <a:close/>
                  <a:moveTo>
                    <a:pt x="166518" y="114840"/>
                  </a:moveTo>
                  <a:lnTo>
                    <a:pt x="172260" y="114840"/>
                  </a:lnTo>
                  <a:lnTo>
                    <a:pt x="172260" y="172260"/>
                  </a:lnTo>
                  <a:lnTo>
                    <a:pt x="166518" y="172260"/>
                  </a:lnTo>
                  <a:close/>
                </a:path>
              </a:pathLst>
            </a:custGeom>
            <a:grpFill/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3ACE9E1A-FCAB-49F3-9617-0BA072AF77D1}"/>
                </a:ext>
              </a:extLst>
            </p:cNvPr>
            <p:cNvSpPr/>
            <p:nvPr/>
          </p:nvSpPr>
          <p:spPr>
            <a:xfrm>
              <a:off x="7866078" y="4114839"/>
              <a:ext cx="5742" cy="5742"/>
            </a:xfrm>
            <a:custGeom>
              <a:avLst/>
              <a:gdLst>
                <a:gd name="connsiteX0" fmla="*/ 0 w 5742"/>
                <a:gd name="connsiteY0" fmla="*/ 0 h 5742"/>
                <a:gd name="connsiteX1" fmla="*/ 5742 w 5742"/>
                <a:gd name="connsiteY1" fmla="*/ 0 h 5742"/>
                <a:gd name="connsiteX2" fmla="*/ 5742 w 5742"/>
                <a:gd name="connsiteY2" fmla="*/ 5742 h 5742"/>
                <a:gd name="connsiteX3" fmla="*/ 0 w 5742"/>
                <a:gd name="connsiteY3" fmla="*/ 5742 h 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42" h="5742">
                  <a:moveTo>
                    <a:pt x="0" y="0"/>
                  </a:moveTo>
                  <a:lnTo>
                    <a:pt x="5742" y="0"/>
                  </a:lnTo>
                  <a:lnTo>
                    <a:pt x="5742" y="5742"/>
                  </a:lnTo>
                  <a:lnTo>
                    <a:pt x="0" y="5742"/>
                  </a:lnTo>
                  <a:close/>
                </a:path>
              </a:pathLst>
            </a:custGeom>
            <a:grpFill/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F248C47B-A6BE-4B56-8937-8BBA7813A0B6}"/>
                </a:ext>
              </a:extLst>
            </p:cNvPr>
            <p:cNvSpPr/>
            <p:nvPr/>
          </p:nvSpPr>
          <p:spPr>
            <a:xfrm>
              <a:off x="7877562" y="4114839"/>
              <a:ext cx="5742" cy="5742"/>
            </a:xfrm>
            <a:custGeom>
              <a:avLst/>
              <a:gdLst>
                <a:gd name="connsiteX0" fmla="*/ 0 w 5742"/>
                <a:gd name="connsiteY0" fmla="*/ 0 h 5742"/>
                <a:gd name="connsiteX1" fmla="*/ 5742 w 5742"/>
                <a:gd name="connsiteY1" fmla="*/ 0 h 5742"/>
                <a:gd name="connsiteX2" fmla="*/ 5742 w 5742"/>
                <a:gd name="connsiteY2" fmla="*/ 5742 h 5742"/>
                <a:gd name="connsiteX3" fmla="*/ 0 w 5742"/>
                <a:gd name="connsiteY3" fmla="*/ 5742 h 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42" h="5742">
                  <a:moveTo>
                    <a:pt x="0" y="0"/>
                  </a:moveTo>
                  <a:lnTo>
                    <a:pt x="5742" y="0"/>
                  </a:lnTo>
                  <a:lnTo>
                    <a:pt x="5742" y="5742"/>
                  </a:lnTo>
                  <a:lnTo>
                    <a:pt x="0" y="5742"/>
                  </a:lnTo>
                  <a:close/>
                </a:path>
              </a:pathLst>
            </a:custGeom>
            <a:grpFill/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49E916DA-A505-46D2-AAA4-F27C4718DD1F}"/>
                </a:ext>
              </a:extLst>
            </p:cNvPr>
            <p:cNvSpPr/>
            <p:nvPr/>
          </p:nvSpPr>
          <p:spPr>
            <a:xfrm>
              <a:off x="7889046" y="4114839"/>
              <a:ext cx="5742" cy="5742"/>
            </a:xfrm>
            <a:custGeom>
              <a:avLst/>
              <a:gdLst>
                <a:gd name="connsiteX0" fmla="*/ 0 w 5742"/>
                <a:gd name="connsiteY0" fmla="*/ 0 h 5742"/>
                <a:gd name="connsiteX1" fmla="*/ 5742 w 5742"/>
                <a:gd name="connsiteY1" fmla="*/ 0 h 5742"/>
                <a:gd name="connsiteX2" fmla="*/ 5742 w 5742"/>
                <a:gd name="connsiteY2" fmla="*/ 5742 h 5742"/>
                <a:gd name="connsiteX3" fmla="*/ 0 w 5742"/>
                <a:gd name="connsiteY3" fmla="*/ 5742 h 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42" h="5742">
                  <a:moveTo>
                    <a:pt x="0" y="0"/>
                  </a:moveTo>
                  <a:lnTo>
                    <a:pt x="5742" y="0"/>
                  </a:lnTo>
                  <a:lnTo>
                    <a:pt x="5742" y="5742"/>
                  </a:lnTo>
                  <a:lnTo>
                    <a:pt x="0" y="5742"/>
                  </a:lnTo>
                  <a:close/>
                </a:path>
              </a:pathLst>
            </a:custGeom>
            <a:grpFill/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9C3A96C5-C753-4E0C-A1C7-0C93B4228908}"/>
                </a:ext>
              </a:extLst>
            </p:cNvPr>
            <p:cNvSpPr/>
            <p:nvPr/>
          </p:nvSpPr>
          <p:spPr>
            <a:xfrm>
              <a:off x="7854594" y="4114839"/>
              <a:ext cx="5742" cy="5742"/>
            </a:xfrm>
            <a:custGeom>
              <a:avLst/>
              <a:gdLst>
                <a:gd name="connsiteX0" fmla="*/ 0 w 5742"/>
                <a:gd name="connsiteY0" fmla="*/ 0 h 5742"/>
                <a:gd name="connsiteX1" fmla="*/ 5742 w 5742"/>
                <a:gd name="connsiteY1" fmla="*/ 0 h 5742"/>
                <a:gd name="connsiteX2" fmla="*/ 5742 w 5742"/>
                <a:gd name="connsiteY2" fmla="*/ 5742 h 5742"/>
                <a:gd name="connsiteX3" fmla="*/ 0 w 5742"/>
                <a:gd name="connsiteY3" fmla="*/ 5742 h 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42" h="5742">
                  <a:moveTo>
                    <a:pt x="0" y="0"/>
                  </a:moveTo>
                  <a:lnTo>
                    <a:pt x="5742" y="0"/>
                  </a:lnTo>
                  <a:lnTo>
                    <a:pt x="5742" y="5742"/>
                  </a:lnTo>
                  <a:lnTo>
                    <a:pt x="0" y="5742"/>
                  </a:lnTo>
                  <a:close/>
                </a:path>
              </a:pathLst>
            </a:custGeom>
            <a:grpFill/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339" name="Graphic 337">
            <a:extLst>
              <a:ext uri="{FF2B5EF4-FFF2-40B4-BE49-F238E27FC236}">
                <a16:creationId xmlns:a16="http://schemas.microsoft.com/office/drawing/2014/main" id="{B6782298-EAF3-46F9-9905-DA2E24FAAA12}"/>
              </a:ext>
            </a:extLst>
          </p:cNvPr>
          <p:cNvGrpSpPr/>
          <p:nvPr/>
        </p:nvGrpSpPr>
        <p:grpSpPr>
          <a:xfrm>
            <a:off x="7781146" y="3371850"/>
            <a:ext cx="175704" cy="175705"/>
            <a:chOff x="7781146" y="3371850"/>
            <a:chExt cx="175704" cy="175705"/>
          </a:xfrm>
          <a:solidFill>
            <a:srgbClr val="FFFFFF"/>
          </a:solidFill>
        </p:grpSpPr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A1D451C-2D46-46D6-B791-36E89630633B}"/>
                </a:ext>
              </a:extLst>
            </p:cNvPr>
            <p:cNvSpPr/>
            <p:nvPr/>
          </p:nvSpPr>
          <p:spPr>
            <a:xfrm>
              <a:off x="7830317" y="3421865"/>
              <a:ext cx="75676" cy="75676"/>
            </a:xfrm>
            <a:custGeom>
              <a:avLst/>
              <a:gdLst>
                <a:gd name="connsiteX0" fmla="*/ 37838 w 75676"/>
                <a:gd name="connsiteY0" fmla="*/ 75677 h 75676"/>
                <a:gd name="connsiteX1" fmla="*/ 75677 w 75676"/>
                <a:gd name="connsiteY1" fmla="*/ 37838 h 75676"/>
                <a:gd name="connsiteX2" fmla="*/ 37838 w 75676"/>
                <a:gd name="connsiteY2" fmla="*/ 0 h 75676"/>
                <a:gd name="connsiteX3" fmla="*/ 0 w 75676"/>
                <a:gd name="connsiteY3" fmla="*/ 37838 h 75676"/>
                <a:gd name="connsiteX4" fmla="*/ 37838 w 75676"/>
                <a:gd name="connsiteY4" fmla="*/ 75677 h 75676"/>
                <a:gd name="connsiteX5" fmla="*/ 37838 w 75676"/>
                <a:gd name="connsiteY5" fmla="*/ 5148 h 75676"/>
                <a:gd name="connsiteX6" fmla="*/ 70529 w 75676"/>
                <a:gd name="connsiteY6" fmla="*/ 37838 h 75676"/>
                <a:gd name="connsiteX7" fmla="*/ 37838 w 75676"/>
                <a:gd name="connsiteY7" fmla="*/ 70529 h 75676"/>
                <a:gd name="connsiteX8" fmla="*/ 5148 w 75676"/>
                <a:gd name="connsiteY8" fmla="*/ 37838 h 75676"/>
                <a:gd name="connsiteX9" fmla="*/ 37838 w 75676"/>
                <a:gd name="connsiteY9" fmla="*/ 5148 h 7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76" h="75676">
                  <a:moveTo>
                    <a:pt x="37838" y="75677"/>
                  </a:moveTo>
                  <a:cubicBezTo>
                    <a:pt x="58703" y="75677"/>
                    <a:pt x="75677" y="58703"/>
                    <a:pt x="75677" y="37838"/>
                  </a:cubicBezTo>
                  <a:cubicBezTo>
                    <a:pt x="75677" y="16974"/>
                    <a:pt x="58703" y="0"/>
                    <a:pt x="37838" y="0"/>
                  </a:cubicBezTo>
                  <a:cubicBezTo>
                    <a:pt x="16974" y="0"/>
                    <a:pt x="0" y="16974"/>
                    <a:pt x="0" y="37838"/>
                  </a:cubicBezTo>
                  <a:cubicBezTo>
                    <a:pt x="0" y="58703"/>
                    <a:pt x="16974" y="75677"/>
                    <a:pt x="37838" y="75677"/>
                  </a:cubicBezTo>
                  <a:close/>
                  <a:moveTo>
                    <a:pt x="37838" y="5148"/>
                  </a:moveTo>
                  <a:cubicBezTo>
                    <a:pt x="55864" y="5148"/>
                    <a:pt x="70529" y="19812"/>
                    <a:pt x="70529" y="37838"/>
                  </a:cubicBezTo>
                  <a:cubicBezTo>
                    <a:pt x="70529" y="55864"/>
                    <a:pt x="55864" y="70529"/>
                    <a:pt x="37838" y="70529"/>
                  </a:cubicBezTo>
                  <a:cubicBezTo>
                    <a:pt x="19813" y="70529"/>
                    <a:pt x="5148" y="55864"/>
                    <a:pt x="5148" y="37838"/>
                  </a:cubicBezTo>
                  <a:cubicBezTo>
                    <a:pt x="5148" y="19813"/>
                    <a:pt x="19813" y="5148"/>
                    <a:pt x="37838" y="5148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7DFD1412-A70B-4B8B-BC5A-2BF96E6090CD}"/>
                </a:ext>
              </a:extLst>
            </p:cNvPr>
            <p:cNvSpPr/>
            <p:nvPr/>
          </p:nvSpPr>
          <p:spPr>
            <a:xfrm>
              <a:off x="7858170" y="3439527"/>
              <a:ext cx="19969" cy="40350"/>
            </a:xfrm>
            <a:custGeom>
              <a:avLst/>
              <a:gdLst>
                <a:gd name="connsiteX0" fmla="*/ 1165 w 19969"/>
                <a:gd name="connsiteY0" fmla="*/ 33983 h 40350"/>
                <a:gd name="connsiteX1" fmla="*/ 7237 w 19969"/>
                <a:gd name="connsiteY1" fmla="*/ 36264 h 40350"/>
                <a:gd name="connsiteX2" fmla="*/ 7237 w 19969"/>
                <a:gd name="connsiteY2" fmla="*/ 37777 h 40350"/>
                <a:gd name="connsiteX3" fmla="*/ 9811 w 19969"/>
                <a:gd name="connsiteY3" fmla="*/ 40351 h 40350"/>
                <a:gd name="connsiteX4" fmla="*/ 12385 w 19969"/>
                <a:gd name="connsiteY4" fmla="*/ 37777 h 40350"/>
                <a:gd name="connsiteX5" fmla="*/ 12385 w 19969"/>
                <a:gd name="connsiteY5" fmla="*/ 36021 h 40350"/>
                <a:gd name="connsiteX6" fmla="*/ 19831 w 19969"/>
                <a:gd name="connsiteY6" fmla="*/ 27838 h 40350"/>
                <a:gd name="connsiteX7" fmla="*/ 13675 w 19969"/>
                <a:gd name="connsiteY7" fmla="*/ 17591 h 40350"/>
                <a:gd name="connsiteX8" fmla="*/ 12385 w 19969"/>
                <a:gd name="connsiteY8" fmla="*/ 17125 h 40350"/>
                <a:gd name="connsiteX9" fmla="*/ 12385 w 19969"/>
                <a:gd name="connsiteY9" fmla="*/ 9025 h 40350"/>
                <a:gd name="connsiteX10" fmla="*/ 15098 w 19969"/>
                <a:gd name="connsiteY10" fmla="*/ 10028 h 40350"/>
                <a:gd name="connsiteX11" fmla="*/ 18635 w 19969"/>
                <a:gd name="connsiteY11" fmla="*/ 9216 h 40350"/>
                <a:gd name="connsiteX12" fmla="*/ 17831 w 19969"/>
                <a:gd name="connsiteY12" fmla="*/ 5665 h 40350"/>
                <a:gd name="connsiteX13" fmla="*/ 12385 w 19969"/>
                <a:gd name="connsiteY13" fmla="*/ 3803 h 40350"/>
                <a:gd name="connsiteX14" fmla="*/ 12385 w 19969"/>
                <a:gd name="connsiteY14" fmla="*/ 2574 h 40350"/>
                <a:gd name="connsiteX15" fmla="*/ 9811 w 19969"/>
                <a:gd name="connsiteY15" fmla="*/ 0 h 40350"/>
                <a:gd name="connsiteX16" fmla="*/ 7237 w 19969"/>
                <a:gd name="connsiteY16" fmla="*/ 2574 h 40350"/>
                <a:gd name="connsiteX17" fmla="*/ 7237 w 19969"/>
                <a:gd name="connsiteY17" fmla="*/ 4096 h 40350"/>
                <a:gd name="connsiteX18" fmla="*/ 6810 w 19969"/>
                <a:gd name="connsiteY18" fmla="*/ 4214 h 40350"/>
                <a:gd name="connsiteX19" fmla="*/ 960 w 19969"/>
                <a:gd name="connsiteY19" fmla="*/ 10900 h 40350"/>
                <a:gd name="connsiteX20" fmla="*/ 3468 w 19969"/>
                <a:gd name="connsiteY20" fmla="*/ 18369 h 40350"/>
                <a:gd name="connsiteX21" fmla="*/ 7237 w 19969"/>
                <a:gd name="connsiteY21" fmla="*/ 20577 h 40350"/>
                <a:gd name="connsiteX22" fmla="*/ 7237 w 19969"/>
                <a:gd name="connsiteY22" fmla="*/ 31089 h 40350"/>
                <a:gd name="connsiteX23" fmla="*/ 3983 w 19969"/>
                <a:gd name="connsiteY23" fmla="*/ 29675 h 40350"/>
                <a:gd name="connsiteX24" fmla="*/ 420 w 19969"/>
                <a:gd name="connsiteY24" fmla="*/ 30420 h 40350"/>
                <a:gd name="connsiteX25" fmla="*/ 1165 w 19969"/>
                <a:gd name="connsiteY25" fmla="*/ 33983 h 40350"/>
                <a:gd name="connsiteX26" fmla="*/ 14755 w 19969"/>
                <a:gd name="connsiteY26" fmla="*/ 26985 h 40350"/>
                <a:gd name="connsiteX27" fmla="*/ 12385 w 19969"/>
                <a:gd name="connsiteY27" fmla="*/ 30496 h 40350"/>
                <a:gd name="connsiteX28" fmla="*/ 12385 w 19969"/>
                <a:gd name="connsiteY28" fmla="*/ 22617 h 40350"/>
                <a:gd name="connsiteX29" fmla="*/ 14755 w 19969"/>
                <a:gd name="connsiteY29" fmla="*/ 26985 h 40350"/>
                <a:gd name="connsiteX30" fmla="*/ 6645 w 19969"/>
                <a:gd name="connsiteY30" fmla="*/ 14318 h 40350"/>
                <a:gd name="connsiteX31" fmla="*/ 6019 w 19969"/>
                <a:gd name="connsiteY31" fmla="*/ 11853 h 40350"/>
                <a:gd name="connsiteX32" fmla="*/ 7237 w 19969"/>
                <a:gd name="connsiteY32" fmla="*/ 9713 h 40350"/>
                <a:gd name="connsiteX33" fmla="*/ 7237 w 19969"/>
                <a:gd name="connsiteY33" fmla="*/ 14739 h 40350"/>
                <a:gd name="connsiteX34" fmla="*/ 6645 w 19969"/>
                <a:gd name="connsiteY34" fmla="*/ 14318 h 4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969" h="40350">
                  <a:moveTo>
                    <a:pt x="1165" y="33983"/>
                  </a:moveTo>
                  <a:cubicBezTo>
                    <a:pt x="3464" y="35486"/>
                    <a:pt x="5139" y="36068"/>
                    <a:pt x="7237" y="36264"/>
                  </a:cubicBezTo>
                  <a:lnTo>
                    <a:pt x="7237" y="37777"/>
                  </a:lnTo>
                  <a:cubicBezTo>
                    <a:pt x="7237" y="39199"/>
                    <a:pt x="8389" y="40351"/>
                    <a:pt x="9811" y="40351"/>
                  </a:cubicBezTo>
                  <a:cubicBezTo>
                    <a:pt x="11233" y="40351"/>
                    <a:pt x="12385" y="39199"/>
                    <a:pt x="12385" y="37777"/>
                  </a:cubicBezTo>
                  <a:lnTo>
                    <a:pt x="12385" y="36021"/>
                  </a:lnTo>
                  <a:cubicBezTo>
                    <a:pt x="16561" y="34941"/>
                    <a:pt x="19238" y="31366"/>
                    <a:pt x="19831" y="27838"/>
                  </a:cubicBezTo>
                  <a:cubicBezTo>
                    <a:pt x="20597" y="23281"/>
                    <a:pt x="18123" y="19163"/>
                    <a:pt x="13675" y="17591"/>
                  </a:cubicBezTo>
                  <a:cubicBezTo>
                    <a:pt x="13250" y="17441"/>
                    <a:pt x="12818" y="17285"/>
                    <a:pt x="12385" y="17125"/>
                  </a:cubicBezTo>
                  <a:lnTo>
                    <a:pt x="12385" y="9025"/>
                  </a:lnTo>
                  <a:cubicBezTo>
                    <a:pt x="13968" y="9361"/>
                    <a:pt x="15054" y="10001"/>
                    <a:pt x="15098" y="10028"/>
                  </a:cubicBezTo>
                  <a:cubicBezTo>
                    <a:pt x="16299" y="10774"/>
                    <a:pt x="17879" y="10413"/>
                    <a:pt x="18635" y="9216"/>
                  </a:cubicBezTo>
                  <a:cubicBezTo>
                    <a:pt x="19393" y="8013"/>
                    <a:pt x="19033" y="6424"/>
                    <a:pt x="17831" y="5665"/>
                  </a:cubicBezTo>
                  <a:cubicBezTo>
                    <a:pt x="17694" y="5579"/>
                    <a:pt x="15512" y="4230"/>
                    <a:pt x="12385" y="3803"/>
                  </a:cubicBezTo>
                  <a:lnTo>
                    <a:pt x="12385" y="2574"/>
                  </a:lnTo>
                  <a:cubicBezTo>
                    <a:pt x="12385" y="1152"/>
                    <a:pt x="11233" y="0"/>
                    <a:pt x="9811" y="0"/>
                  </a:cubicBezTo>
                  <a:cubicBezTo>
                    <a:pt x="8389" y="0"/>
                    <a:pt x="7237" y="1152"/>
                    <a:pt x="7237" y="2574"/>
                  </a:cubicBezTo>
                  <a:lnTo>
                    <a:pt x="7237" y="4096"/>
                  </a:lnTo>
                  <a:cubicBezTo>
                    <a:pt x="7095" y="4133"/>
                    <a:pt x="6953" y="4171"/>
                    <a:pt x="6810" y="4214"/>
                  </a:cubicBezTo>
                  <a:cubicBezTo>
                    <a:pt x="3808" y="5118"/>
                    <a:pt x="1567" y="7681"/>
                    <a:pt x="960" y="10900"/>
                  </a:cubicBezTo>
                  <a:cubicBezTo>
                    <a:pt x="403" y="13856"/>
                    <a:pt x="1364" y="16718"/>
                    <a:pt x="3468" y="18369"/>
                  </a:cubicBezTo>
                  <a:cubicBezTo>
                    <a:pt x="4450" y="19138"/>
                    <a:pt x="5644" y="19844"/>
                    <a:pt x="7237" y="20577"/>
                  </a:cubicBezTo>
                  <a:lnTo>
                    <a:pt x="7237" y="31089"/>
                  </a:lnTo>
                  <a:cubicBezTo>
                    <a:pt x="6142" y="30924"/>
                    <a:pt x="5304" y="30539"/>
                    <a:pt x="3983" y="29675"/>
                  </a:cubicBezTo>
                  <a:cubicBezTo>
                    <a:pt x="2794" y="28897"/>
                    <a:pt x="1199" y="29230"/>
                    <a:pt x="420" y="30420"/>
                  </a:cubicBezTo>
                  <a:cubicBezTo>
                    <a:pt x="-358" y="31609"/>
                    <a:pt x="-24" y="33205"/>
                    <a:pt x="1165" y="33983"/>
                  </a:cubicBezTo>
                  <a:close/>
                  <a:moveTo>
                    <a:pt x="14755" y="26985"/>
                  </a:moveTo>
                  <a:cubicBezTo>
                    <a:pt x="14533" y="28303"/>
                    <a:pt x="13729" y="29687"/>
                    <a:pt x="12385" y="30496"/>
                  </a:cubicBezTo>
                  <a:lnTo>
                    <a:pt x="12385" y="22617"/>
                  </a:lnTo>
                  <a:cubicBezTo>
                    <a:pt x="14979" y="23761"/>
                    <a:pt x="14916" y="26028"/>
                    <a:pt x="14755" y="26985"/>
                  </a:cubicBezTo>
                  <a:close/>
                  <a:moveTo>
                    <a:pt x="6645" y="14318"/>
                  </a:moveTo>
                  <a:cubicBezTo>
                    <a:pt x="6068" y="13866"/>
                    <a:pt x="5822" y="12897"/>
                    <a:pt x="6019" y="11853"/>
                  </a:cubicBezTo>
                  <a:cubicBezTo>
                    <a:pt x="6156" y="11125"/>
                    <a:pt x="6543" y="10290"/>
                    <a:pt x="7237" y="9713"/>
                  </a:cubicBezTo>
                  <a:lnTo>
                    <a:pt x="7237" y="14739"/>
                  </a:lnTo>
                  <a:cubicBezTo>
                    <a:pt x="7026" y="14601"/>
                    <a:pt x="6827" y="14461"/>
                    <a:pt x="6645" y="14318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D295F39-2930-4C67-8D8A-2091A11E71AF}"/>
                </a:ext>
              </a:extLst>
            </p:cNvPr>
            <p:cNvSpPr/>
            <p:nvPr/>
          </p:nvSpPr>
          <p:spPr>
            <a:xfrm>
              <a:off x="7905236" y="3402918"/>
              <a:ext cx="26865" cy="19970"/>
            </a:xfrm>
            <a:custGeom>
              <a:avLst/>
              <a:gdLst>
                <a:gd name="connsiteX0" fmla="*/ 20382 w 26865"/>
                <a:gd name="connsiteY0" fmla="*/ 967 h 19970"/>
                <a:gd name="connsiteX1" fmla="*/ 16764 w 26865"/>
                <a:gd name="connsiteY1" fmla="*/ 563 h 19970"/>
                <a:gd name="connsiteX2" fmla="*/ 16360 w 26865"/>
                <a:gd name="connsiteY2" fmla="*/ 4180 h 19970"/>
                <a:gd name="connsiteX3" fmla="*/ 18941 w 26865"/>
                <a:gd name="connsiteY3" fmla="*/ 7411 h 19970"/>
                <a:gd name="connsiteX4" fmla="*/ 2574 w 26865"/>
                <a:gd name="connsiteY4" fmla="*/ 7411 h 19970"/>
                <a:gd name="connsiteX5" fmla="*/ 0 w 26865"/>
                <a:gd name="connsiteY5" fmla="*/ 9985 h 19970"/>
                <a:gd name="connsiteX6" fmla="*/ 2574 w 26865"/>
                <a:gd name="connsiteY6" fmla="*/ 12559 h 19970"/>
                <a:gd name="connsiteX7" fmla="*/ 18941 w 26865"/>
                <a:gd name="connsiteY7" fmla="*/ 12559 h 19970"/>
                <a:gd name="connsiteX8" fmla="*/ 16360 w 26865"/>
                <a:gd name="connsiteY8" fmla="*/ 15790 h 19970"/>
                <a:gd name="connsiteX9" fmla="*/ 16764 w 26865"/>
                <a:gd name="connsiteY9" fmla="*/ 19407 h 19970"/>
                <a:gd name="connsiteX10" fmla="*/ 20382 w 26865"/>
                <a:gd name="connsiteY10" fmla="*/ 19003 h 19970"/>
                <a:gd name="connsiteX11" fmla="*/ 26303 w 26865"/>
                <a:gd name="connsiteY11" fmla="*/ 11592 h 19970"/>
                <a:gd name="connsiteX12" fmla="*/ 26303 w 26865"/>
                <a:gd name="connsiteY12" fmla="*/ 8378 h 19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65" h="19970">
                  <a:moveTo>
                    <a:pt x="20382" y="967"/>
                  </a:moveTo>
                  <a:cubicBezTo>
                    <a:pt x="19494" y="-143"/>
                    <a:pt x="17875" y="-324"/>
                    <a:pt x="16764" y="563"/>
                  </a:cubicBezTo>
                  <a:cubicBezTo>
                    <a:pt x="15654" y="1450"/>
                    <a:pt x="15473" y="3070"/>
                    <a:pt x="16360" y="4180"/>
                  </a:cubicBezTo>
                  <a:lnTo>
                    <a:pt x="18941" y="7411"/>
                  </a:lnTo>
                  <a:lnTo>
                    <a:pt x="2574" y="7411"/>
                  </a:lnTo>
                  <a:cubicBezTo>
                    <a:pt x="1152" y="7411"/>
                    <a:pt x="0" y="8563"/>
                    <a:pt x="0" y="9985"/>
                  </a:cubicBezTo>
                  <a:cubicBezTo>
                    <a:pt x="0" y="11407"/>
                    <a:pt x="1152" y="12559"/>
                    <a:pt x="2574" y="12559"/>
                  </a:cubicBezTo>
                  <a:lnTo>
                    <a:pt x="18941" y="12559"/>
                  </a:lnTo>
                  <a:lnTo>
                    <a:pt x="16360" y="15790"/>
                  </a:lnTo>
                  <a:cubicBezTo>
                    <a:pt x="15473" y="16900"/>
                    <a:pt x="15653" y="18520"/>
                    <a:pt x="16764" y="19407"/>
                  </a:cubicBezTo>
                  <a:cubicBezTo>
                    <a:pt x="17882" y="20300"/>
                    <a:pt x="19500" y="20106"/>
                    <a:pt x="20382" y="19003"/>
                  </a:cubicBezTo>
                  <a:lnTo>
                    <a:pt x="26303" y="11592"/>
                  </a:lnTo>
                  <a:cubicBezTo>
                    <a:pt x="27054" y="10652"/>
                    <a:pt x="27054" y="9318"/>
                    <a:pt x="26303" y="8378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2BCFC91E-FF8D-4DB6-BAD7-82D20935A58C}"/>
                </a:ext>
              </a:extLst>
            </p:cNvPr>
            <p:cNvSpPr/>
            <p:nvPr/>
          </p:nvSpPr>
          <p:spPr>
            <a:xfrm>
              <a:off x="7805893" y="3496518"/>
              <a:ext cx="26866" cy="19970"/>
            </a:xfrm>
            <a:custGeom>
              <a:avLst/>
              <a:gdLst>
                <a:gd name="connsiteX0" fmla="*/ 6485 w 26866"/>
                <a:gd name="connsiteY0" fmla="*/ 19003 h 19970"/>
                <a:gd name="connsiteX1" fmla="*/ 10102 w 26866"/>
                <a:gd name="connsiteY1" fmla="*/ 19407 h 19970"/>
                <a:gd name="connsiteX2" fmla="*/ 10507 w 26866"/>
                <a:gd name="connsiteY2" fmla="*/ 15790 h 19970"/>
                <a:gd name="connsiteX3" fmla="*/ 7925 w 26866"/>
                <a:gd name="connsiteY3" fmla="*/ 12559 h 19970"/>
                <a:gd name="connsiteX4" fmla="*/ 24292 w 26866"/>
                <a:gd name="connsiteY4" fmla="*/ 12559 h 19970"/>
                <a:gd name="connsiteX5" fmla="*/ 26866 w 26866"/>
                <a:gd name="connsiteY5" fmla="*/ 9985 h 19970"/>
                <a:gd name="connsiteX6" fmla="*/ 24292 w 26866"/>
                <a:gd name="connsiteY6" fmla="*/ 7412 h 19970"/>
                <a:gd name="connsiteX7" fmla="*/ 7925 w 26866"/>
                <a:gd name="connsiteY7" fmla="*/ 7412 h 19970"/>
                <a:gd name="connsiteX8" fmla="*/ 10506 w 26866"/>
                <a:gd name="connsiteY8" fmla="*/ 4181 h 19970"/>
                <a:gd name="connsiteX9" fmla="*/ 10102 w 26866"/>
                <a:gd name="connsiteY9" fmla="*/ 563 h 19970"/>
                <a:gd name="connsiteX10" fmla="*/ 6485 w 26866"/>
                <a:gd name="connsiteY10" fmla="*/ 967 h 19970"/>
                <a:gd name="connsiteX11" fmla="*/ 563 w 26866"/>
                <a:gd name="connsiteY11" fmla="*/ 8379 h 19970"/>
                <a:gd name="connsiteX12" fmla="*/ 563 w 26866"/>
                <a:gd name="connsiteY12" fmla="*/ 11592 h 19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66" h="19970">
                  <a:moveTo>
                    <a:pt x="6485" y="19003"/>
                  </a:moveTo>
                  <a:cubicBezTo>
                    <a:pt x="7370" y="20110"/>
                    <a:pt x="8988" y="20297"/>
                    <a:pt x="10102" y="19407"/>
                  </a:cubicBezTo>
                  <a:cubicBezTo>
                    <a:pt x="11213" y="18520"/>
                    <a:pt x="11394" y="16901"/>
                    <a:pt x="10507" y="15790"/>
                  </a:cubicBezTo>
                  <a:lnTo>
                    <a:pt x="7925" y="12559"/>
                  </a:lnTo>
                  <a:lnTo>
                    <a:pt x="24292" y="12559"/>
                  </a:lnTo>
                  <a:cubicBezTo>
                    <a:pt x="25714" y="12559"/>
                    <a:pt x="26866" y="11407"/>
                    <a:pt x="26866" y="9985"/>
                  </a:cubicBezTo>
                  <a:cubicBezTo>
                    <a:pt x="26866" y="8564"/>
                    <a:pt x="25714" y="7412"/>
                    <a:pt x="24292" y="7412"/>
                  </a:cubicBezTo>
                  <a:lnTo>
                    <a:pt x="7925" y="7412"/>
                  </a:lnTo>
                  <a:lnTo>
                    <a:pt x="10506" y="4181"/>
                  </a:lnTo>
                  <a:cubicBezTo>
                    <a:pt x="11394" y="3070"/>
                    <a:pt x="11213" y="1450"/>
                    <a:pt x="10102" y="563"/>
                  </a:cubicBezTo>
                  <a:cubicBezTo>
                    <a:pt x="8991" y="-324"/>
                    <a:pt x="7371" y="-143"/>
                    <a:pt x="6485" y="967"/>
                  </a:cubicBezTo>
                  <a:lnTo>
                    <a:pt x="563" y="8379"/>
                  </a:lnTo>
                  <a:cubicBezTo>
                    <a:pt x="-188" y="9319"/>
                    <a:pt x="-188" y="10652"/>
                    <a:pt x="563" y="11592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4A2C0F30-2453-423C-9058-871271290923}"/>
                </a:ext>
              </a:extLst>
            </p:cNvPr>
            <p:cNvSpPr/>
            <p:nvPr/>
          </p:nvSpPr>
          <p:spPr>
            <a:xfrm>
              <a:off x="7781146" y="3509798"/>
              <a:ext cx="76585" cy="37757"/>
            </a:xfrm>
            <a:custGeom>
              <a:avLst/>
              <a:gdLst>
                <a:gd name="connsiteX0" fmla="*/ 20403 w 76585"/>
                <a:gd name="connsiteY0" fmla="*/ 14033 h 37757"/>
                <a:gd name="connsiteX1" fmla="*/ 74012 w 76585"/>
                <a:gd name="connsiteY1" fmla="*/ 14033 h 37757"/>
                <a:gd name="connsiteX2" fmla="*/ 76586 w 76585"/>
                <a:gd name="connsiteY2" fmla="*/ 11459 h 37757"/>
                <a:gd name="connsiteX3" fmla="*/ 74012 w 76585"/>
                <a:gd name="connsiteY3" fmla="*/ 8885 h 37757"/>
                <a:gd name="connsiteX4" fmla="*/ 21278 w 76585"/>
                <a:gd name="connsiteY4" fmla="*/ 8885 h 37757"/>
                <a:gd name="connsiteX5" fmla="*/ 21278 w 76585"/>
                <a:gd name="connsiteY5" fmla="*/ 2574 h 37757"/>
                <a:gd name="connsiteX6" fmla="*/ 19683 w 76585"/>
                <a:gd name="connsiteY6" fmla="*/ 194 h 37757"/>
                <a:gd name="connsiteX7" fmla="*/ 16874 w 76585"/>
                <a:gd name="connsiteY7" fmla="*/ 764 h 37757"/>
                <a:gd name="connsiteX8" fmla="*/ 744 w 76585"/>
                <a:gd name="connsiteY8" fmla="*/ 17069 h 37757"/>
                <a:gd name="connsiteX9" fmla="*/ 744 w 76585"/>
                <a:gd name="connsiteY9" fmla="*/ 20689 h 37757"/>
                <a:gd name="connsiteX10" fmla="*/ 16874 w 76585"/>
                <a:gd name="connsiteY10" fmla="*/ 36994 h 37757"/>
                <a:gd name="connsiteX11" fmla="*/ 19683 w 76585"/>
                <a:gd name="connsiteY11" fmla="*/ 37564 h 37757"/>
                <a:gd name="connsiteX12" fmla="*/ 21278 w 76585"/>
                <a:gd name="connsiteY12" fmla="*/ 35183 h 37757"/>
                <a:gd name="connsiteX13" fmla="*/ 21278 w 76585"/>
                <a:gd name="connsiteY13" fmla="*/ 28873 h 37757"/>
                <a:gd name="connsiteX14" fmla="*/ 74012 w 76585"/>
                <a:gd name="connsiteY14" fmla="*/ 28873 h 37757"/>
                <a:gd name="connsiteX15" fmla="*/ 76586 w 76585"/>
                <a:gd name="connsiteY15" fmla="*/ 26299 h 37757"/>
                <a:gd name="connsiteX16" fmla="*/ 74012 w 76585"/>
                <a:gd name="connsiteY16" fmla="*/ 23725 h 37757"/>
                <a:gd name="connsiteX17" fmla="*/ 20403 w 76585"/>
                <a:gd name="connsiteY17" fmla="*/ 23725 h 37757"/>
                <a:gd name="connsiteX18" fmla="*/ 16130 w 76585"/>
                <a:gd name="connsiteY18" fmla="*/ 27998 h 37757"/>
                <a:gd name="connsiteX19" fmla="*/ 16130 w 76585"/>
                <a:gd name="connsiteY19" fmla="*/ 28922 h 37757"/>
                <a:gd name="connsiteX20" fmla="*/ 6194 w 76585"/>
                <a:gd name="connsiteY20" fmla="*/ 18879 h 37757"/>
                <a:gd name="connsiteX21" fmla="*/ 16130 w 76585"/>
                <a:gd name="connsiteY21" fmla="*/ 8835 h 37757"/>
                <a:gd name="connsiteX22" fmla="*/ 16130 w 76585"/>
                <a:gd name="connsiteY22" fmla="*/ 9759 h 37757"/>
                <a:gd name="connsiteX23" fmla="*/ 20403 w 76585"/>
                <a:gd name="connsiteY23" fmla="*/ 14033 h 3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585" h="37757">
                  <a:moveTo>
                    <a:pt x="20403" y="14033"/>
                  </a:moveTo>
                  <a:lnTo>
                    <a:pt x="74012" y="14033"/>
                  </a:lnTo>
                  <a:cubicBezTo>
                    <a:pt x="75434" y="14033"/>
                    <a:pt x="76586" y="12881"/>
                    <a:pt x="76586" y="11459"/>
                  </a:cubicBezTo>
                  <a:cubicBezTo>
                    <a:pt x="76586" y="10037"/>
                    <a:pt x="75434" y="8885"/>
                    <a:pt x="74012" y="8885"/>
                  </a:cubicBezTo>
                  <a:lnTo>
                    <a:pt x="21278" y="8885"/>
                  </a:lnTo>
                  <a:lnTo>
                    <a:pt x="21278" y="2574"/>
                  </a:lnTo>
                  <a:cubicBezTo>
                    <a:pt x="21278" y="1531"/>
                    <a:pt x="20648" y="591"/>
                    <a:pt x="19683" y="194"/>
                  </a:cubicBezTo>
                  <a:cubicBezTo>
                    <a:pt x="18717" y="-204"/>
                    <a:pt x="17608" y="22"/>
                    <a:pt x="16874" y="764"/>
                  </a:cubicBezTo>
                  <a:lnTo>
                    <a:pt x="744" y="17069"/>
                  </a:lnTo>
                  <a:cubicBezTo>
                    <a:pt x="-248" y="18072"/>
                    <a:pt x="-248" y="19686"/>
                    <a:pt x="744" y="20689"/>
                  </a:cubicBezTo>
                  <a:lnTo>
                    <a:pt x="16874" y="36994"/>
                  </a:lnTo>
                  <a:cubicBezTo>
                    <a:pt x="17604" y="37732"/>
                    <a:pt x="18714" y="37963"/>
                    <a:pt x="19683" y="37564"/>
                  </a:cubicBezTo>
                  <a:cubicBezTo>
                    <a:pt x="20648" y="37167"/>
                    <a:pt x="21278" y="36227"/>
                    <a:pt x="21278" y="35183"/>
                  </a:cubicBezTo>
                  <a:lnTo>
                    <a:pt x="21278" y="28873"/>
                  </a:lnTo>
                  <a:lnTo>
                    <a:pt x="74012" y="28873"/>
                  </a:lnTo>
                  <a:cubicBezTo>
                    <a:pt x="75434" y="28873"/>
                    <a:pt x="76586" y="27721"/>
                    <a:pt x="76586" y="26299"/>
                  </a:cubicBezTo>
                  <a:cubicBezTo>
                    <a:pt x="76586" y="24877"/>
                    <a:pt x="75434" y="23725"/>
                    <a:pt x="74012" y="23725"/>
                  </a:cubicBezTo>
                  <a:lnTo>
                    <a:pt x="20403" y="23725"/>
                  </a:lnTo>
                  <a:cubicBezTo>
                    <a:pt x="18047" y="23725"/>
                    <a:pt x="16130" y="25642"/>
                    <a:pt x="16130" y="27998"/>
                  </a:cubicBezTo>
                  <a:lnTo>
                    <a:pt x="16130" y="28922"/>
                  </a:lnTo>
                  <a:lnTo>
                    <a:pt x="6194" y="18879"/>
                  </a:lnTo>
                  <a:lnTo>
                    <a:pt x="16130" y="8835"/>
                  </a:lnTo>
                  <a:lnTo>
                    <a:pt x="16130" y="9759"/>
                  </a:lnTo>
                  <a:cubicBezTo>
                    <a:pt x="16130" y="12116"/>
                    <a:pt x="18047" y="14033"/>
                    <a:pt x="20403" y="14033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DB513CB6-B8B0-4DB6-B12B-13065073C0CC}"/>
                </a:ext>
              </a:extLst>
            </p:cNvPr>
            <p:cNvSpPr/>
            <p:nvPr/>
          </p:nvSpPr>
          <p:spPr>
            <a:xfrm>
              <a:off x="7817708" y="3409256"/>
              <a:ext cx="100893" cy="100893"/>
            </a:xfrm>
            <a:custGeom>
              <a:avLst/>
              <a:gdLst>
                <a:gd name="connsiteX0" fmla="*/ 50447 w 100893"/>
                <a:gd name="connsiteY0" fmla="*/ 0 h 100893"/>
                <a:gd name="connsiteX1" fmla="*/ 0 w 100893"/>
                <a:gd name="connsiteY1" fmla="*/ 50447 h 100893"/>
                <a:gd name="connsiteX2" fmla="*/ 8683 w 100893"/>
                <a:gd name="connsiteY2" fmla="*/ 78750 h 100893"/>
                <a:gd name="connsiteX3" fmla="*/ 12258 w 100893"/>
                <a:gd name="connsiteY3" fmla="*/ 79433 h 100893"/>
                <a:gd name="connsiteX4" fmla="*/ 12942 w 100893"/>
                <a:gd name="connsiteY4" fmla="*/ 75858 h 100893"/>
                <a:gd name="connsiteX5" fmla="*/ 5148 w 100893"/>
                <a:gd name="connsiteY5" fmla="*/ 50447 h 100893"/>
                <a:gd name="connsiteX6" fmla="*/ 50447 w 100893"/>
                <a:gd name="connsiteY6" fmla="*/ 5148 h 100893"/>
                <a:gd name="connsiteX7" fmla="*/ 95746 w 100893"/>
                <a:gd name="connsiteY7" fmla="*/ 50447 h 100893"/>
                <a:gd name="connsiteX8" fmla="*/ 50447 w 100893"/>
                <a:gd name="connsiteY8" fmla="*/ 95746 h 100893"/>
                <a:gd name="connsiteX9" fmla="*/ 19268 w 100893"/>
                <a:gd name="connsiteY9" fmla="*/ 83307 h 100893"/>
                <a:gd name="connsiteX10" fmla="*/ 15629 w 100893"/>
                <a:gd name="connsiteY10" fmla="*/ 83402 h 100893"/>
                <a:gd name="connsiteX11" fmla="*/ 15724 w 100893"/>
                <a:gd name="connsiteY11" fmla="*/ 87041 h 100893"/>
                <a:gd name="connsiteX12" fmla="*/ 50447 w 100893"/>
                <a:gd name="connsiteY12" fmla="*/ 100894 h 100893"/>
                <a:gd name="connsiteX13" fmla="*/ 100894 w 100893"/>
                <a:gd name="connsiteY13" fmla="*/ 50447 h 100893"/>
                <a:gd name="connsiteX14" fmla="*/ 50447 w 100893"/>
                <a:gd name="connsiteY14" fmla="*/ 0 h 100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893" h="100893">
                  <a:moveTo>
                    <a:pt x="50447" y="0"/>
                  </a:moveTo>
                  <a:cubicBezTo>
                    <a:pt x="22630" y="0"/>
                    <a:pt x="0" y="22630"/>
                    <a:pt x="0" y="50447"/>
                  </a:cubicBezTo>
                  <a:cubicBezTo>
                    <a:pt x="0" y="60596"/>
                    <a:pt x="3003" y="70383"/>
                    <a:pt x="8683" y="78750"/>
                  </a:cubicBezTo>
                  <a:cubicBezTo>
                    <a:pt x="9482" y="79926"/>
                    <a:pt x="11083" y="80232"/>
                    <a:pt x="12258" y="79433"/>
                  </a:cubicBezTo>
                  <a:cubicBezTo>
                    <a:pt x="13434" y="78635"/>
                    <a:pt x="13740" y="77034"/>
                    <a:pt x="12942" y="75858"/>
                  </a:cubicBezTo>
                  <a:cubicBezTo>
                    <a:pt x="7843" y="68348"/>
                    <a:pt x="5148" y="59561"/>
                    <a:pt x="5148" y="50447"/>
                  </a:cubicBezTo>
                  <a:cubicBezTo>
                    <a:pt x="5148" y="25469"/>
                    <a:pt x="25469" y="5148"/>
                    <a:pt x="50447" y="5148"/>
                  </a:cubicBezTo>
                  <a:cubicBezTo>
                    <a:pt x="75425" y="5148"/>
                    <a:pt x="95746" y="25469"/>
                    <a:pt x="95746" y="50447"/>
                  </a:cubicBezTo>
                  <a:cubicBezTo>
                    <a:pt x="95746" y="75425"/>
                    <a:pt x="75425" y="95746"/>
                    <a:pt x="50447" y="95746"/>
                  </a:cubicBezTo>
                  <a:cubicBezTo>
                    <a:pt x="38792" y="95746"/>
                    <a:pt x="27719" y="91329"/>
                    <a:pt x="19268" y="83307"/>
                  </a:cubicBezTo>
                  <a:cubicBezTo>
                    <a:pt x="18237" y="82328"/>
                    <a:pt x="16607" y="82371"/>
                    <a:pt x="15629" y="83402"/>
                  </a:cubicBezTo>
                  <a:cubicBezTo>
                    <a:pt x="14650" y="84433"/>
                    <a:pt x="14693" y="86062"/>
                    <a:pt x="15724" y="87041"/>
                  </a:cubicBezTo>
                  <a:cubicBezTo>
                    <a:pt x="25136" y="95974"/>
                    <a:pt x="37467" y="100894"/>
                    <a:pt x="50447" y="100894"/>
                  </a:cubicBezTo>
                  <a:cubicBezTo>
                    <a:pt x="78264" y="100894"/>
                    <a:pt x="100894" y="78264"/>
                    <a:pt x="100894" y="50447"/>
                  </a:cubicBezTo>
                  <a:cubicBezTo>
                    <a:pt x="100894" y="22630"/>
                    <a:pt x="78264" y="0"/>
                    <a:pt x="50447" y="0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DF7C059F-7914-453F-99CB-925B0B7BA5CE}"/>
                </a:ext>
              </a:extLst>
            </p:cNvPr>
            <p:cNvSpPr/>
            <p:nvPr/>
          </p:nvSpPr>
          <p:spPr>
            <a:xfrm>
              <a:off x="7880264" y="3371850"/>
              <a:ext cx="76585" cy="37757"/>
            </a:xfrm>
            <a:custGeom>
              <a:avLst/>
              <a:gdLst>
                <a:gd name="connsiteX0" fmla="*/ 75842 w 76585"/>
                <a:gd name="connsiteY0" fmla="*/ 17069 h 37757"/>
                <a:gd name="connsiteX1" fmla="*/ 59712 w 76585"/>
                <a:gd name="connsiteY1" fmla="*/ 764 h 37757"/>
                <a:gd name="connsiteX2" fmla="*/ 56903 w 76585"/>
                <a:gd name="connsiteY2" fmla="*/ 194 h 37757"/>
                <a:gd name="connsiteX3" fmla="*/ 55308 w 76585"/>
                <a:gd name="connsiteY3" fmla="*/ 2575 h 37757"/>
                <a:gd name="connsiteX4" fmla="*/ 55308 w 76585"/>
                <a:gd name="connsiteY4" fmla="*/ 8885 h 37757"/>
                <a:gd name="connsiteX5" fmla="*/ 43438 w 76585"/>
                <a:gd name="connsiteY5" fmla="*/ 8885 h 37757"/>
                <a:gd name="connsiteX6" fmla="*/ 40865 w 76585"/>
                <a:gd name="connsiteY6" fmla="*/ 11459 h 37757"/>
                <a:gd name="connsiteX7" fmla="*/ 43438 w 76585"/>
                <a:gd name="connsiteY7" fmla="*/ 14032 h 37757"/>
                <a:gd name="connsiteX8" fmla="*/ 56183 w 76585"/>
                <a:gd name="connsiteY8" fmla="*/ 14032 h 37757"/>
                <a:gd name="connsiteX9" fmla="*/ 60456 w 76585"/>
                <a:gd name="connsiteY9" fmla="*/ 9760 h 37757"/>
                <a:gd name="connsiteX10" fmla="*/ 60456 w 76585"/>
                <a:gd name="connsiteY10" fmla="*/ 8836 h 37757"/>
                <a:gd name="connsiteX11" fmla="*/ 70391 w 76585"/>
                <a:gd name="connsiteY11" fmla="*/ 18879 h 37757"/>
                <a:gd name="connsiteX12" fmla="*/ 60456 w 76585"/>
                <a:gd name="connsiteY12" fmla="*/ 28922 h 37757"/>
                <a:gd name="connsiteX13" fmla="*/ 60456 w 76585"/>
                <a:gd name="connsiteY13" fmla="*/ 27999 h 37757"/>
                <a:gd name="connsiteX14" fmla="*/ 56183 w 76585"/>
                <a:gd name="connsiteY14" fmla="*/ 23726 h 37757"/>
                <a:gd name="connsiteX15" fmla="*/ 2574 w 76585"/>
                <a:gd name="connsiteY15" fmla="*/ 23726 h 37757"/>
                <a:gd name="connsiteX16" fmla="*/ 0 w 76585"/>
                <a:gd name="connsiteY16" fmla="*/ 26300 h 37757"/>
                <a:gd name="connsiteX17" fmla="*/ 2574 w 76585"/>
                <a:gd name="connsiteY17" fmla="*/ 28874 h 37757"/>
                <a:gd name="connsiteX18" fmla="*/ 55308 w 76585"/>
                <a:gd name="connsiteY18" fmla="*/ 28874 h 37757"/>
                <a:gd name="connsiteX19" fmla="*/ 55308 w 76585"/>
                <a:gd name="connsiteY19" fmla="*/ 35184 h 37757"/>
                <a:gd name="connsiteX20" fmla="*/ 56903 w 76585"/>
                <a:gd name="connsiteY20" fmla="*/ 37564 h 37757"/>
                <a:gd name="connsiteX21" fmla="*/ 59712 w 76585"/>
                <a:gd name="connsiteY21" fmla="*/ 36994 h 37757"/>
                <a:gd name="connsiteX22" fmla="*/ 75842 w 76585"/>
                <a:gd name="connsiteY22" fmla="*/ 20690 h 37757"/>
                <a:gd name="connsiteX23" fmla="*/ 75842 w 76585"/>
                <a:gd name="connsiteY23" fmla="*/ 17069 h 3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585" h="37757">
                  <a:moveTo>
                    <a:pt x="75842" y="17069"/>
                  </a:moveTo>
                  <a:lnTo>
                    <a:pt x="59712" y="764"/>
                  </a:lnTo>
                  <a:cubicBezTo>
                    <a:pt x="58978" y="22"/>
                    <a:pt x="57869" y="-204"/>
                    <a:pt x="56903" y="194"/>
                  </a:cubicBezTo>
                  <a:cubicBezTo>
                    <a:pt x="55938" y="591"/>
                    <a:pt x="55308" y="1531"/>
                    <a:pt x="55308" y="2575"/>
                  </a:cubicBezTo>
                  <a:lnTo>
                    <a:pt x="55308" y="8885"/>
                  </a:lnTo>
                  <a:lnTo>
                    <a:pt x="43438" y="8885"/>
                  </a:lnTo>
                  <a:cubicBezTo>
                    <a:pt x="42017" y="8885"/>
                    <a:pt x="40865" y="10037"/>
                    <a:pt x="40865" y="11459"/>
                  </a:cubicBezTo>
                  <a:cubicBezTo>
                    <a:pt x="40865" y="12880"/>
                    <a:pt x="42017" y="14032"/>
                    <a:pt x="43438" y="14032"/>
                  </a:cubicBezTo>
                  <a:lnTo>
                    <a:pt x="56183" y="14032"/>
                  </a:lnTo>
                  <a:cubicBezTo>
                    <a:pt x="58539" y="14032"/>
                    <a:pt x="60456" y="12115"/>
                    <a:pt x="60456" y="9760"/>
                  </a:cubicBezTo>
                  <a:lnTo>
                    <a:pt x="60456" y="8836"/>
                  </a:lnTo>
                  <a:lnTo>
                    <a:pt x="70391" y="18879"/>
                  </a:lnTo>
                  <a:lnTo>
                    <a:pt x="60456" y="28922"/>
                  </a:lnTo>
                  <a:lnTo>
                    <a:pt x="60456" y="27999"/>
                  </a:lnTo>
                  <a:cubicBezTo>
                    <a:pt x="60456" y="25643"/>
                    <a:pt x="58539" y="23726"/>
                    <a:pt x="56183" y="23726"/>
                  </a:cubicBezTo>
                  <a:lnTo>
                    <a:pt x="2574" y="23726"/>
                  </a:lnTo>
                  <a:cubicBezTo>
                    <a:pt x="1152" y="23726"/>
                    <a:pt x="0" y="24878"/>
                    <a:pt x="0" y="26300"/>
                  </a:cubicBezTo>
                  <a:cubicBezTo>
                    <a:pt x="0" y="27722"/>
                    <a:pt x="1152" y="28874"/>
                    <a:pt x="2574" y="28874"/>
                  </a:cubicBezTo>
                  <a:lnTo>
                    <a:pt x="55308" y="28874"/>
                  </a:lnTo>
                  <a:lnTo>
                    <a:pt x="55308" y="35184"/>
                  </a:lnTo>
                  <a:cubicBezTo>
                    <a:pt x="55308" y="36227"/>
                    <a:pt x="55938" y="37167"/>
                    <a:pt x="56903" y="37564"/>
                  </a:cubicBezTo>
                  <a:cubicBezTo>
                    <a:pt x="57874" y="37964"/>
                    <a:pt x="58983" y="37731"/>
                    <a:pt x="59712" y="36994"/>
                  </a:cubicBezTo>
                  <a:lnTo>
                    <a:pt x="75842" y="20690"/>
                  </a:lnTo>
                  <a:cubicBezTo>
                    <a:pt x="76834" y="19686"/>
                    <a:pt x="76834" y="18072"/>
                    <a:pt x="75842" y="17069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3A9BFB0-3A5C-4AA3-B005-C70849439673}"/>
                </a:ext>
              </a:extLst>
            </p:cNvPr>
            <p:cNvSpPr/>
            <p:nvPr/>
          </p:nvSpPr>
          <p:spPr>
            <a:xfrm>
              <a:off x="7880264" y="3380735"/>
              <a:ext cx="35721" cy="5147"/>
            </a:xfrm>
            <a:custGeom>
              <a:avLst/>
              <a:gdLst>
                <a:gd name="connsiteX0" fmla="*/ 2574 w 35721"/>
                <a:gd name="connsiteY0" fmla="*/ 5148 h 5147"/>
                <a:gd name="connsiteX1" fmla="*/ 33148 w 35721"/>
                <a:gd name="connsiteY1" fmla="*/ 5148 h 5147"/>
                <a:gd name="connsiteX2" fmla="*/ 35721 w 35721"/>
                <a:gd name="connsiteY2" fmla="*/ 2574 h 5147"/>
                <a:gd name="connsiteX3" fmla="*/ 33148 w 35721"/>
                <a:gd name="connsiteY3" fmla="*/ 0 h 5147"/>
                <a:gd name="connsiteX4" fmla="*/ 2574 w 35721"/>
                <a:gd name="connsiteY4" fmla="*/ 0 h 5147"/>
                <a:gd name="connsiteX5" fmla="*/ 0 w 35721"/>
                <a:gd name="connsiteY5" fmla="*/ 2574 h 5147"/>
                <a:gd name="connsiteX6" fmla="*/ 2574 w 35721"/>
                <a:gd name="connsiteY6" fmla="*/ 5148 h 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21" h="5147">
                  <a:moveTo>
                    <a:pt x="2574" y="5148"/>
                  </a:moveTo>
                  <a:lnTo>
                    <a:pt x="33148" y="5148"/>
                  </a:lnTo>
                  <a:cubicBezTo>
                    <a:pt x="34569" y="5148"/>
                    <a:pt x="35721" y="3996"/>
                    <a:pt x="35721" y="2574"/>
                  </a:cubicBezTo>
                  <a:cubicBezTo>
                    <a:pt x="35721" y="1152"/>
                    <a:pt x="34569" y="0"/>
                    <a:pt x="33148" y="0"/>
                  </a:cubicBezTo>
                  <a:lnTo>
                    <a:pt x="2574" y="0"/>
                  </a:lnTo>
                  <a:cubicBezTo>
                    <a:pt x="1152" y="0"/>
                    <a:pt x="0" y="1152"/>
                    <a:pt x="0" y="2574"/>
                  </a:cubicBezTo>
                  <a:cubicBezTo>
                    <a:pt x="0" y="3996"/>
                    <a:pt x="1152" y="5148"/>
                    <a:pt x="2574" y="5148"/>
                  </a:cubicBezTo>
                  <a:close/>
                </a:path>
              </a:pathLst>
            </a:custGeom>
            <a:solidFill>
              <a:srgbClr val="FFFFFF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350" name="Graphic 348">
            <a:extLst>
              <a:ext uri="{FF2B5EF4-FFF2-40B4-BE49-F238E27FC236}">
                <a16:creationId xmlns:a16="http://schemas.microsoft.com/office/drawing/2014/main" id="{B51014F3-424C-41AA-B871-2B180F10D512}"/>
              </a:ext>
            </a:extLst>
          </p:cNvPr>
          <p:cNvGrpSpPr/>
          <p:nvPr/>
        </p:nvGrpSpPr>
        <p:grpSpPr>
          <a:xfrm>
            <a:off x="7525261" y="2696516"/>
            <a:ext cx="189534" cy="189534"/>
            <a:chOff x="7525261" y="2690166"/>
            <a:chExt cx="189534" cy="189534"/>
          </a:xfrm>
          <a:solidFill>
            <a:schemeClr val="bg1"/>
          </a:solidFill>
        </p:grpSpPr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24E13687-EFA4-4EAD-8C38-204C06794783}"/>
                </a:ext>
              </a:extLst>
            </p:cNvPr>
            <p:cNvSpPr/>
            <p:nvPr/>
          </p:nvSpPr>
          <p:spPr>
            <a:xfrm>
              <a:off x="7598629" y="2690166"/>
              <a:ext cx="73368" cy="49323"/>
            </a:xfrm>
            <a:custGeom>
              <a:avLst/>
              <a:gdLst>
                <a:gd name="connsiteX0" fmla="*/ 21399 w 73368"/>
                <a:gd name="connsiteY0" fmla="*/ 49324 h 49323"/>
                <a:gd name="connsiteX1" fmla="*/ 43904 w 73368"/>
                <a:gd name="connsiteY1" fmla="*/ 30570 h 49323"/>
                <a:gd name="connsiteX2" fmla="*/ 73368 w 73368"/>
                <a:gd name="connsiteY2" fmla="*/ 30570 h 49323"/>
                <a:gd name="connsiteX3" fmla="*/ 73368 w 73368"/>
                <a:gd name="connsiteY3" fmla="*/ 0 h 49323"/>
                <a:gd name="connsiteX4" fmla="*/ 0 w 73368"/>
                <a:gd name="connsiteY4" fmla="*/ 0 h 49323"/>
                <a:gd name="connsiteX5" fmla="*/ 0 w 73368"/>
                <a:gd name="connsiteY5" fmla="*/ 30570 h 49323"/>
                <a:gd name="connsiteX6" fmla="*/ 21399 w 73368"/>
                <a:gd name="connsiteY6" fmla="*/ 30570 h 49323"/>
                <a:gd name="connsiteX7" fmla="*/ 6114 w 73368"/>
                <a:gd name="connsiteY7" fmla="*/ 24456 h 49323"/>
                <a:gd name="connsiteX8" fmla="*/ 6114 w 73368"/>
                <a:gd name="connsiteY8" fmla="*/ 6114 h 49323"/>
                <a:gd name="connsiteX9" fmla="*/ 67254 w 73368"/>
                <a:gd name="connsiteY9" fmla="*/ 6114 h 49323"/>
                <a:gd name="connsiteX10" fmla="*/ 67254 w 73368"/>
                <a:gd name="connsiteY10" fmla="*/ 24456 h 49323"/>
                <a:gd name="connsiteX11" fmla="*/ 41692 w 73368"/>
                <a:gd name="connsiteY11" fmla="*/ 24456 h 49323"/>
                <a:gd name="connsiteX12" fmla="*/ 27513 w 73368"/>
                <a:gd name="connsiteY12" fmla="*/ 36272 h 49323"/>
                <a:gd name="connsiteX13" fmla="*/ 27513 w 73368"/>
                <a:gd name="connsiteY13" fmla="*/ 24456 h 4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3368" h="49323">
                  <a:moveTo>
                    <a:pt x="21399" y="49324"/>
                  </a:moveTo>
                  <a:lnTo>
                    <a:pt x="43904" y="30570"/>
                  </a:lnTo>
                  <a:lnTo>
                    <a:pt x="73368" y="30570"/>
                  </a:lnTo>
                  <a:lnTo>
                    <a:pt x="73368" y="0"/>
                  </a:lnTo>
                  <a:lnTo>
                    <a:pt x="0" y="0"/>
                  </a:lnTo>
                  <a:lnTo>
                    <a:pt x="0" y="30570"/>
                  </a:lnTo>
                  <a:lnTo>
                    <a:pt x="21399" y="30570"/>
                  </a:lnTo>
                  <a:close/>
                  <a:moveTo>
                    <a:pt x="6114" y="24456"/>
                  </a:moveTo>
                  <a:lnTo>
                    <a:pt x="6114" y="6114"/>
                  </a:lnTo>
                  <a:lnTo>
                    <a:pt x="67254" y="6114"/>
                  </a:lnTo>
                  <a:lnTo>
                    <a:pt x="67254" y="24456"/>
                  </a:lnTo>
                  <a:lnTo>
                    <a:pt x="41692" y="24456"/>
                  </a:lnTo>
                  <a:lnTo>
                    <a:pt x="27513" y="36272"/>
                  </a:lnTo>
                  <a:lnTo>
                    <a:pt x="27513" y="24456"/>
                  </a:lnTo>
                  <a:close/>
                </a:path>
              </a:pathLst>
            </a:custGeom>
            <a:grpFill/>
            <a:ln w="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7AF675C-7705-4EBF-B603-07BF03B400AC}"/>
                </a:ext>
              </a:extLst>
            </p:cNvPr>
            <p:cNvSpPr/>
            <p:nvPr/>
          </p:nvSpPr>
          <p:spPr>
            <a:xfrm>
              <a:off x="7610857" y="2702394"/>
              <a:ext cx="6114" cy="6114"/>
            </a:xfrm>
            <a:custGeom>
              <a:avLst/>
              <a:gdLst>
                <a:gd name="connsiteX0" fmla="*/ 0 w 6114"/>
                <a:gd name="connsiteY0" fmla="*/ 0 h 6114"/>
                <a:gd name="connsiteX1" fmla="*/ 6114 w 6114"/>
                <a:gd name="connsiteY1" fmla="*/ 0 h 6114"/>
                <a:gd name="connsiteX2" fmla="*/ 6114 w 6114"/>
                <a:gd name="connsiteY2" fmla="*/ 6114 h 6114"/>
                <a:gd name="connsiteX3" fmla="*/ 0 w 6114"/>
                <a:gd name="connsiteY3" fmla="*/ 6114 h 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" h="6114">
                  <a:moveTo>
                    <a:pt x="0" y="0"/>
                  </a:moveTo>
                  <a:lnTo>
                    <a:pt x="6114" y="0"/>
                  </a:lnTo>
                  <a:lnTo>
                    <a:pt x="6114" y="6114"/>
                  </a:lnTo>
                  <a:lnTo>
                    <a:pt x="0" y="6114"/>
                  </a:lnTo>
                  <a:close/>
                </a:path>
              </a:pathLst>
            </a:custGeom>
            <a:grpFill/>
            <a:ln w="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F73B61A9-D52D-466F-B3C4-AE1BA7612AD1}"/>
                </a:ext>
              </a:extLst>
            </p:cNvPr>
            <p:cNvSpPr/>
            <p:nvPr/>
          </p:nvSpPr>
          <p:spPr>
            <a:xfrm>
              <a:off x="7623085" y="2702394"/>
              <a:ext cx="24456" cy="6114"/>
            </a:xfrm>
            <a:custGeom>
              <a:avLst/>
              <a:gdLst>
                <a:gd name="connsiteX0" fmla="*/ 0 w 24456"/>
                <a:gd name="connsiteY0" fmla="*/ 0 h 6114"/>
                <a:gd name="connsiteX1" fmla="*/ 24456 w 24456"/>
                <a:gd name="connsiteY1" fmla="*/ 0 h 6114"/>
                <a:gd name="connsiteX2" fmla="*/ 24456 w 24456"/>
                <a:gd name="connsiteY2" fmla="*/ 6114 h 6114"/>
                <a:gd name="connsiteX3" fmla="*/ 0 w 24456"/>
                <a:gd name="connsiteY3" fmla="*/ 6114 h 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56" h="6114">
                  <a:moveTo>
                    <a:pt x="0" y="0"/>
                  </a:moveTo>
                  <a:lnTo>
                    <a:pt x="24456" y="0"/>
                  </a:lnTo>
                  <a:lnTo>
                    <a:pt x="24456" y="6114"/>
                  </a:lnTo>
                  <a:lnTo>
                    <a:pt x="0" y="6114"/>
                  </a:lnTo>
                  <a:close/>
                </a:path>
              </a:pathLst>
            </a:custGeom>
            <a:grpFill/>
            <a:ln w="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50D0F8E1-2FB4-40EF-880E-0BB1C1DF178C}"/>
                </a:ext>
              </a:extLst>
            </p:cNvPr>
            <p:cNvSpPr/>
            <p:nvPr/>
          </p:nvSpPr>
          <p:spPr>
            <a:xfrm>
              <a:off x="7653655" y="2702394"/>
              <a:ext cx="6114" cy="6114"/>
            </a:xfrm>
            <a:custGeom>
              <a:avLst/>
              <a:gdLst>
                <a:gd name="connsiteX0" fmla="*/ 0 w 6114"/>
                <a:gd name="connsiteY0" fmla="*/ 0 h 6114"/>
                <a:gd name="connsiteX1" fmla="*/ 6114 w 6114"/>
                <a:gd name="connsiteY1" fmla="*/ 0 h 6114"/>
                <a:gd name="connsiteX2" fmla="*/ 6114 w 6114"/>
                <a:gd name="connsiteY2" fmla="*/ 6114 h 6114"/>
                <a:gd name="connsiteX3" fmla="*/ 0 w 6114"/>
                <a:gd name="connsiteY3" fmla="*/ 6114 h 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4" h="6114">
                  <a:moveTo>
                    <a:pt x="0" y="0"/>
                  </a:moveTo>
                  <a:lnTo>
                    <a:pt x="6114" y="0"/>
                  </a:lnTo>
                  <a:lnTo>
                    <a:pt x="6114" y="6114"/>
                  </a:lnTo>
                  <a:lnTo>
                    <a:pt x="0" y="6114"/>
                  </a:lnTo>
                  <a:close/>
                </a:path>
              </a:pathLst>
            </a:custGeom>
            <a:grpFill/>
            <a:ln w="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913065F-2CDD-446A-9E18-30338F2CC3F0}"/>
                </a:ext>
              </a:extLst>
            </p:cNvPr>
            <p:cNvSpPr/>
            <p:nvPr/>
          </p:nvSpPr>
          <p:spPr>
            <a:xfrm>
              <a:off x="7525261" y="2736021"/>
              <a:ext cx="189534" cy="143679"/>
            </a:xfrm>
            <a:custGeom>
              <a:avLst/>
              <a:gdLst>
                <a:gd name="connsiteX0" fmla="*/ 155616 w 189534"/>
                <a:gd name="connsiteY0" fmla="*/ 137565 h 143679"/>
                <a:gd name="connsiteX1" fmla="*/ 153144 w 189534"/>
                <a:gd name="connsiteY1" fmla="*/ 112818 h 143679"/>
                <a:gd name="connsiteX2" fmla="*/ 171192 w 189534"/>
                <a:gd name="connsiteY2" fmla="*/ 91710 h 143679"/>
                <a:gd name="connsiteX3" fmla="*/ 171192 w 189534"/>
                <a:gd name="connsiteY3" fmla="*/ 51969 h 143679"/>
                <a:gd name="connsiteX4" fmla="*/ 158964 w 189534"/>
                <a:gd name="connsiteY4" fmla="*/ 51969 h 143679"/>
                <a:gd name="connsiteX5" fmla="*/ 158964 w 189534"/>
                <a:gd name="connsiteY5" fmla="*/ 47745 h 143679"/>
                <a:gd name="connsiteX6" fmla="*/ 153008 w 189534"/>
                <a:gd name="connsiteY6" fmla="*/ 37944 h 143679"/>
                <a:gd name="connsiteX7" fmla="*/ 158964 w 189534"/>
                <a:gd name="connsiteY7" fmla="*/ 24456 h 143679"/>
                <a:gd name="connsiteX8" fmla="*/ 158964 w 189534"/>
                <a:gd name="connsiteY8" fmla="*/ 18342 h 143679"/>
                <a:gd name="connsiteX9" fmla="*/ 140622 w 189534"/>
                <a:gd name="connsiteY9" fmla="*/ 0 h 143679"/>
                <a:gd name="connsiteX10" fmla="*/ 122280 w 189534"/>
                <a:gd name="connsiteY10" fmla="*/ 18342 h 143679"/>
                <a:gd name="connsiteX11" fmla="*/ 122280 w 189534"/>
                <a:gd name="connsiteY11" fmla="*/ 24456 h 143679"/>
                <a:gd name="connsiteX12" fmla="*/ 134365 w 189534"/>
                <a:gd name="connsiteY12" fmla="*/ 41676 h 143679"/>
                <a:gd name="connsiteX13" fmla="*/ 117957 w 189534"/>
                <a:gd name="connsiteY13" fmla="*/ 58083 h 143679"/>
                <a:gd name="connsiteX14" fmla="*/ 100814 w 189534"/>
                <a:gd name="connsiteY14" fmla="*/ 58083 h 143679"/>
                <a:gd name="connsiteX15" fmla="*/ 92013 w 189534"/>
                <a:gd name="connsiteY15" fmla="*/ 47127 h 143679"/>
                <a:gd name="connsiteX16" fmla="*/ 79482 w 189534"/>
                <a:gd name="connsiteY16" fmla="*/ 43550 h 143679"/>
                <a:gd name="connsiteX17" fmla="*/ 79482 w 189534"/>
                <a:gd name="connsiteY17" fmla="*/ 38090 h 143679"/>
                <a:gd name="connsiteX18" fmla="*/ 85596 w 189534"/>
                <a:gd name="connsiteY18" fmla="*/ 24456 h 143679"/>
                <a:gd name="connsiteX19" fmla="*/ 85596 w 189534"/>
                <a:gd name="connsiteY19" fmla="*/ 18342 h 143679"/>
                <a:gd name="connsiteX20" fmla="*/ 67254 w 189534"/>
                <a:gd name="connsiteY20" fmla="*/ 0 h 143679"/>
                <a:gd name="connsiteX21" fmla="*/ 48912 w 189534"/>
                <a:gd name="connsiteY21" fmla="*/ 18342 h 143679"/>
                <a:gd name="connsiteX22" fmla="*/ 48912 w 189534"/>
                <a:gd name="connsiteY22" fmla="*/ 24456 h 143679"/>
                <a:gd name="connsiteX23" fmla="*/ 55026 w 189534"/>
                <a:gd name="connsiteY23" fmla="*/ 38090 h 143679"/>
                <a:gd name="connsiteX24" fmla="*/ 55026 w 189534"/>
                <a:gd name="connsiteY24" fmla="*/ 43553 h 143679"/>
                <a:gd name="connsiteX25" fmla="*/ 42495 w 189534"/>
                <a:gd name="connsiteY25" fmla="*/ 47130 h 143679"/>
                <a:gd name="connsiteX26" fmla="*/ 33627 w 189534"/>
                <a:gd name="connsiteY26" fmla="*/ 58888 h 143679"/>
                <a:gd name="connsiteX27" fmla="*/ 33627 w 189534"/>
                <a:gd name="connsiteY27" fmla="*/ 70311 h 143679"/>
                <a:gd name="connsiteX28" fmla="*/ 21399 w 189534"/>
                <a:gd name="connsiteY28" fmla="*/ 70311 h 143679"/>
                <a:gd name="connsiteX29" fmla="*/ 21399 w 189534"/>
                <a:gd name="connsiteY29" fmla="*/ 88653 h 143679"/>
                <a:gd name="connsiteX30" fmla="*/ 27513 w 189534"/>
                <a:gd name="connsiteY30" fmla="*/ 88653 h 143679"/>
                <a:gd name="connsiteX31" fmla="*/ 27513 w 189534"/>
                <a:gd name="connsiteY31" fmla="*/ 137565 h 143679"/>
                <a:gd name="connsiteX32" fmla="*/ 0 w 189534"/>
                <a:gd name="connsiteY32" fmla="*/ 137565 h 143679"/>
                <a:gd name="connsiteX33" fmla="*/ 0 w 189534"/>
                <a:gd name="connsiteY33" fmla="*/ 143679 h 143679"/>
                <a:gd name="connsiteX34" fmla="*/ 189534 w 189534"/>
                <a:gd name="connsiteY34" fmla="*/ 143679 h 143679"/>
                <a:gd name="connsiteX35" fmla="*/ 189534 w 189534"/>
                <a:gd name="connsiteY35" fmla="*/ 137565 h 143679"/>
                <a:gd name="connsiteX36" fmla="*/ 128394 w 189534"/>
                <a:gd name="connsiteY36" fmla="*/ 88653 h 143679"/>
                <a:gd name="connsiteX37" fmla="*/ 128394 w 189534"/>
                <a:gd name="connsiteY37" fmla="*/ 74634 h 143679"/>
                <a:gd name="connsiteX38" fmla="*/ 150056 w 189534"/>
                <a:gd name="connsiteY38" fmla="*/ 52972 h 143679"/>
                <a:gd name="connsiteX39" fmla="*/ 152762 w 189534"/>
                <a:gd name="connsiteY39" fmla="*/ 47109 h 143679"/>
                <a:gd name="connsiteX40" fmla="*/ 152850 w 189534"/>
                <a:gd name="connsiteY40" fmla="*/ 47745 h 143679"/>
                <a:gd name="connsiteX41" fmla="*/ 152850 w 189534"/>
                <a:gd name="connsiteY41" fmla="*/ 85596 h 143679"/>
                <a:gd name="connsiteX42" fmla="*/ 143679 w 189534"/>
                <a:gd name="connsiteY42" fmla="*/ 94767 h 143679"/>
                <a:gd name="connsiteX43" fmla="*/ 119223 w 189534"/>
                <a:gd name="connsiteY43" fmla="*/ 94767 h 143679"/>
                <a:gd name="connsiteX44" fmla="*/ 119223 w 189534"/>
                <a:gd name="connsiteY44" fmla="*/ 88653 h 143679"/>
                <a:gd name="connsiteX45" fmla="*/ 119223 w 189534"/>
                <a:gd name="connsiteY45" fmla="*/ 113109 h 143679"/>
                <a:gd name="connsiteX46" fmla="*/ 134799 w 189534"/>
                <a:gd name="connsiteY46" fmla="*/ 113109 h 143679"/>
                <a:gd name="connsiteX47" fmla="*/ 137244 w 189534"/>
                <a:gd name="connsiteY47" fmla="*/ 137565 h 143679"/>
                <a:gd name="connsiteX48" fmla="*/ 119223 w 189534"/>
                <a:gd name="connsiteY48" fmla="*/ 137565 h 143679"/>
                <a:gd name="connsiteX49" fmla="*/ 140943 w 189534"/>
                <a:gd name="connsiteY49" fmla="*/ 113109 h 143679"/>
                <a:gd name="connsiteX50" fmla="*/ 147027 w 189534"/>
                <a:gd name="connsiteY50" fmla="*/ 113109 h 143679"/>
                <a:gd name="connsiteX51" fmla="*/ 149472 w 189534"/>
                <a:gd name="connsiteY51" fmla="*/ 137565 h 143679"/>
                <a:gd name="connsiteX52" fmla="*/ 143388 w 189534"/>
                <a:gd name="connsiteY52" fmla="*/ 137565 h 143679"/>
                <a:gd name="connsiteX53" fmla="*/ 158964 w 189534"/>
                <a:gd name="connsiteY53" fmla="*/ 85596 h 143679"/>
                <a:gd name="connsiteX54" fmla="*/ 158964 w 189534"/>
                <a:gd name="connsiteY54" fmla="*/ 58083 h 143679"/>
                <a:gd name="connsiteX55" fmla="*/ 165078 w 189534"/>
                <a:gd name="connsiteY55" fmla="*/ 58083 h 143679"/>
                <a:gd name="connsiteX56" fmla="*/ 165078 w 189534"/>
                <a:gd name="connsiteY56" fmla="*/ 91710 h 143679"/>
                <a:gd name="connsiteX57" fmla="*/ 149793 w 189534"/>
                <a:gd name="connsiteY57" fmla="*/ 106995 h 143679"/>
                <a:gd name="connsiteX58" fmla="*/ 119223 w 189534"/>
                <a:gd name="connsiteY58" fmla="*/ 106995 h 143679"/>
                <a:gd name="connsiteX59" fmla="*/ 119223 w 189534"/>
                <a:gd name="connsiteY59" fmla="*/ 100881 h 143679"/>
                <a:gd name="connsiteX60" fmla="*/ 143679 w 189534"/>
                <a:gd name="connsiteY60" fmla="*/ 100881 h 143679"/>
                <a:gd name="connsiteX61" fmla="*/ 158964 w 189534"/>
                <a:gd name="connsiteY61" fmla="*/ 85596 h 143679"/>
                <a:gd name="connsiteX62" fmla="*/ 128394 w 189534"/>
                <a:gd name="connsiteY62" fmla="*/ 24456 h 143679"/>
                <a:gd name="connsiteX63" fmla="*/ 128394 w 189534"/>
                <a:gd name="connsiteY63" fmla="*/ 18342 h 143679"/>
                <a:gd name="connsiteX64" fmla="*/ 140622 w 189534"/>
                <a:gd name="connsiteY64" fmla="*/ 6114 h 143679"/>
                <a:gd name="connsiteX65" fmla="*/ 152850 w 189534"/>
                <a:gd name="connsiteY65" fmla="*/ 18342 h 143679"/>
                <a:gd name="connsiteX66" fmla="*/ 152850 w 189534"/>
                <a:gd name="connsiteY66" fmla="*/ 24456 h 143679"/>
                <a:gd name="connsiteX67" fmla="*/ 140622 w 189534"/>
                <a:gd name="connsiteY67" fmla="*/ 36684 h 143679"/>
                <a:gd name="connsiteX68" fmla="*/ 128394 w 189534"/>
                <a:gd name="connsiteY68" fmla="*/ 24456 h 143679"/>
                <a:gd name="connsiteX69" fmla="*/ 120489 w 189534"/>
                <a:gd name="connsiteY69" fmla="*/ 64197 h 143679"/>
                <a:gd name="connsiteX70" fmla="*/ 140885 w 189534"/>
                <a:gd name="connsiteY70" fmla="*/ 43801 h 143679"/>
                <a:gd name="connsiteX71" fmla="*/ 143309 w 189534"/>
                <a:gd name="connsiteY71" fmla="*/ 42798 h 143679"/>
                <a:gd name="connsiteX72" fmla="*/ 146736 w 189534"/>
                <a:gd name="connsiteY72" fmla="*/ 46225 h 143679"/>
                <a:gd name="connsiteX73" fmla="*/ 145733 w 189534"/>
                <a:gd name="connsiteY73" fmla="*/ 48649 h 143679"/>
                <a:gd name="connsiteX74" fmla="*/ 124071 w 189534"/>
                <a:gd name="connsiteY74" fmla="*/ 70311 h 143679"/>
                <a:gd name="connsiteX75" fmla="*/ 91710 w 189534"/>
                <a:gd name="connsiteY75" fmla="*/ 70311 h 143679"/>
                <a:gd name="connsiteX76" fmla="*/ 88653 w 189534"/>
                <a:gd name="connsiteY76" fmla="*/ 67254 h 143679"/>
                <a:gd name="connsiteX77" fmla="*/ 91710 w 189534"/>
                <a:gd name="connsiteY77" fmla="*/ 64197 h 143679"/>
                <a:gd name="connsiteX78" fmla="*/ 55026 w 189534"/>
                <a:gd name="connsiteY78" fmla="*/ 18342 h 143679"/>
                <a:gd name="connsiteX79" fmla="*/ 67254 w 189534"/>
                <a:gd name="connsiteY79" fmla="*/ 6114 h 143679"/>
                <a:gd name="connsiteX80" fmla="*/ 79482 w 189534"/>
                <a:gd name="connsiteY80" fmla="*/ 18342 h 143679"/>
                <a:gd name="connsiteX81" fmla="*/ 79482 w 189534"/>
                <a:gd name="connsiteY81" fmla="*/ 24456 h 143679"/>
                <a:gd name="connsiteX82" fmla="*/ 67254 w 189534"/>
                <a:gd name="connsiteY82" fmla="*/ 36684 h 143679"/>
                <a:gd name="connsiteX83" fmla="*/ 55026 w 189534"/>
                <a:gd name="connsiteY83" fmla="*/ 24456 h 143679"/>
                <a:gd name="connsiteX84" fmla="*/ 67254 w 189534"/>
                <a:gd name="connsiteY84" fmla="*/ 42798 h 143679"/>
                <a:gd name="connsiteX85" fmla="*/ 73368 w 189534"/>
                <a:gd name="connsiteY85" fmla="*/ 41728 h 143679"/>
                <a:gd name="connsiteX86" fmla="*/ 73368 w 189534"/>
                <a:gd name="connsiteY86" fmla="*/ 45012 h 143679"/>
                <a:gd name="connsiteX87" fmla="*/ 67254 w 189534"/>
                <a:gd name="connsiteY87" fmla="*/ 48912 h 143679"/>
                <a:gd name="connsiteX88" fmla="*/ 61140 w 189534"/>
                <a:gd name="connsiteY88" fmla="*/ 45012 h 143679"/>
                <a:gd name="connsiteX89" fmla="*/ 61140 w 189534"/>
                <a:gd name="connsiteY89" fmla="*/ 41728 h 143679"/>
                <a:gd name="connsiteX90" fmla="*/ 67254 w 189534"/>
                <a:gd name="connsiteY90" fmla="*/ 42798 h 143679"/>
                <a:gd name="connsiteX91" fmla="*/ 39741 w 189534"/>
                <a:gd name="connsiteY91" fmla="*/ 58888 h 143679"/>
                <a:gd name="connsiteX92" fmla="*/ 44174 w 189534"/>
                <a:gd name="connsiteY92" fmla="*/ 53008 h 143679"/>
                <a:gd name="connsiteX93" fmla="*/ 56768 w 189534"/>
                <a:gd name="connsiteY93" fmla="*/ 49411 h 143679"/>
                <a:gd name="connsiteX94" fmla="*/ 67254 w 189534"/>
                <a:gd name="connsiteY94" fmla="*/ 55026 h 143679"/>
                <a:gd name="connsiteX95" fmla="*/ 77740 w 189534"/>
                <a:gd name="connsiteY95" fmla="*/ 49408 h 143679"/>
                <a:gd name="connsiteX96" fmla="*/ 90334 w 189534"/>
                <a:gd name="connsiteY96" fmla="*/ 53005 h 143679"/>
                <a:gd name="connsiteX97" fmla="*/ 94636 w 189534"/>
                <a:gd name="connsiteY97" fmla="*/ 58080 h 143679"/>
                <a:gd name="connsiteX98" fmla="*/ 91710 w 189534"/>
                <a:gd name="connsiteY98" fmla="*/ 58080 h 143679"/>
                <a:gd name="connsiteX99" fmla="*/ 82539 w 189534"/>
                <a:gd name="connsiteY99" fmla="*/ 67251 h 143679"/>
                <a:gd name="connsiteX100" fmla="*/ 83102 w 189534"/>
                <a:gd name="connsiteY100" fmla="*/ 70308 h 143679"/>
                <a:gd name="connsiteX101" fmla="*/ 39741 w 189534"/>
                <a:gd name="connsiteY101" fmla="*/ 70308 h 143679"/>
                <a:gd name="connsiteX102" fmla="*/ 27513 w 189534"/>
                <a:gd name="connsiteY102" fmla="*/ 76425 h 143679"/>
                <a:gd name="connsiteX103" fmla="*/ 122280 w 189534"/>
                <a:gd name="connsiteY103" fmla="*/ 76425 h 143679"/>
                <a:gd name="connsiteX104" fmla="*/ 122280 w 189534"/>
                <a:gd name="connsiteY104" fmla="*/ 82539 h 143679"/>
                <a:gd name="connsiteX105" fmla="*/ 27513 w 189534"/>
                <a:gd name="connsiteY105" fmla="*/ 82539 h 143679"/>
                <a:gd name="connsiteX106" fmla="*/ 33627 w 189534"/>
                <a:gd name="connsiteY106" fmla="*/ 100881 h 143679"/>
                <a:gd name="connsiteX107" fmla="*/ 42798 w 189534"/>
                <a:gd name="connsiteY107" fmla="*/ 100881 h 143679"/>
                <a:gd name="connsiteX108" fmla="*/ 42798 w 189534"/>
                <a:gd name="connsiteY108" fmla="*/ 94767 h 143679"/>
                <a:gd name="connsiteX109" fmla="*/ 33627 w 189534"/>
                <a:gd name="connsiteY109" fmla="*/ 94767 h 143679"/>
                <a:gd name="connsiteX110" fmla="*/ 33627 w 189534"/>
                <a:gd name="connsiteY110" fmla="*/ 88653 h 143679"/>
                <a:gd name="connsiteX111" fmla="*/ 113109 w 189534"/>
                <a:gd name="connsiteY111" fmla="*/ 88653 h 143679"/>
                <a:gd name="connsiteX112" fmla="*/ 113109 w 189534"/>
                <a:gd name="connsiteY112" fmla="*/ 94767 h 143679"/>
                <a:gd name="connsiteX113" fmla="*/ 48912 w 189534"/>
                <a:gd name="connsiteY113" fmla="*/ 94767 h 143679"/>
                <a:gd name="connsiteX114" fmla="*/ 48912 w 189534"/>
                <a:gd name="connsiteY114" fmla="*/ 100881 h 143679"/>
                <a:gd name="connsiteX115" fmla="*/ 113109 w 189534"/>
                <a:gd name="connsiteY115" fmla="*/ 100881 h 143679"/>
                <a:gd name="connsiteX116" fmla="*/ 113109 w 189534"/>
                <a:gd name="connsiteY116" fmla="*/ 137565 h 143679"/>
                <a:gd name="connsiteX117" fmla="*/ 105828 w 189534"/>
                <a:gd name="connsiteY117" fmla="*/ 137565 h 143679"/>
                <a:gd name="connsiteX118" fmla="*/ 99714 w 189534"/>
                <a:gd name="connsiteY118" fmla="*/ 125337 h 143679"/>
                <a:gd name="connsiteX119" fmla="*/ 47022 w 189534"/>
                <a:gd name="connsiteY119" fmla="*/ 125337 h 143679"/>
                <a:gd name="connsiteX120" fmla="*/ 40908 w 189534"/>
                <a:gd name="connsiteY120" fmla="*/ 137565 h 143679"/>
                <a:gd name="connsiteX121" fmla="*/ 33627 w 189534"/>
                <a:gd name="connsiteY121" fmla="*/ 137565 h 143679"/>
                <a:gd name="connsiteX122" fmla="*/ 98991 w 189534"/>
                <a:gd name="connsiteY122" fmla="*/ 137565 h 143679"/>
                <a:gd name="connsiteX123" fmla="*/ 47745 w 189534"/>
                <a:gd name="connsiteY123" fmla="*/ 137565 h 143679"/>
                <a:gd name="connsiteX124" fmla="*/ 50802 w 189534"/>
                <a:gd name="connsiteY124" fmla="*/ 131451 h 143679"/>
                <a:gd name="connsiteX125" fmla="*/ 95934 w 189534"/>
                <a:gd name="connsiteY125" fmla="*/ 131451 h 14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89534" h="143679">
                  <a:moveTo>
                    <a:pt x="155616" y="137565"/>
                  </a:moveTo>
                  <a:lnTo>
                    <a:pt x="153144" y="112818"/>
                  </a:lnTo>
                  <a:cubicBezTo>
                    <a:pt x="163351" y="111204"/>
                    <a:pt x="171192" y="102366"/>
                    <a:pt x="171192" y="91710"/>
                  </a:cubicBezTo>
                  <a:lnTo>
                    <a:pt x="171192" y="51969"/>
                  </a:lnTo>
                  <a:lnTo>
                    <a:pt x="158964" y="51969"/>
                  </a:lnTo>
                  <a:lnTo>
                    <a:pt x="158964" y="47745"/>
                  </a:lnTo>
                  <a:cubicBezTo>
                    <a:pt x="158964" y="43589"/>
                    <a:pt x="156680" y="39857"/>
                    <a:pt x="153008" y="37944"/>
                  </a:cubicBezTo>
                  <a:cubicBezTo>
                    <a:pt x="156659" y="34590"/>
                    <a:pt x="158964" y="29794"/>
                    <a:pt x="158964" y="24456"/>
                  </a:cubicBezTo>
                  <a:lnTo>
                    <a:pt x="158964" y="18342"/>
                  </a:lnTo>
                  <a:cubicBezTo>
                    <a:pt x="158964" y="8226"/>
                    <a:pt x="150738" y="0"/>
                    <a:pt x="140622" y="0"/>
                  </a:cubicBezTo>
                  <a:cubicBezTo>
                    <a:pt x="130506" y="0"/>
                    <a:pt x="122280" y="8226"/>
                    <a:pt x="122280" y="18342"/>
                  </a:cubicBezTo>
                  <a:lnTo>
                    <a:pt x="122280" y="24456"/>
                  </a:lnTo>
                  <a:cubicBezTo>
                    <a:pt x="122280" y="32370"/>
                    <a:pt x="127327" y="39108"/>
                    <a:pt x="134365" y="41676"/>
                  </a:cubicBezTo>
                  <a:lnTo>
                    <a:pt x="117957" y="58083"/>
                  </a:lnTo>
                  <a:lnTo>
                    <a:pt x="100814" y="58083"/>
                  </a:lnTo>
                  <a:cubicBezTo>
                    <a:pt x="100472" y="52987"/>
                    <a:pt x="96972" y="48545"/>
                    <a:pt x="92013" y="47127"/>
                  </a:cubicBezTo>
                  <a:lnTo>
                    <a:pt x="79482" y="43550"/>
                  </a:lnTo>
                  <a:lnTo>
                    <a:pt x="79482" y="38090"/>
                  </a:lnTo>
                  <a:cubicBezTo>
                    <a:pt x="83224" y="34730"/>
                    <a:pt x="85596" y="29873"/>
                    <a:pt x="85596" y="24456"/>
                  </a:cubicBezTo>
                  <a:lnTo>
                    <a:pt x="85596" y="18342"/>
                  </a:lnTo>
                  <a:cubicBezTo>
                    <a:pt x="85596" y="8226"/>
                    <a:pt x="77370" y="0"/>
                    <a:pt x="67254" y="0"/>
                  </a:cubicBezTo>
                  <a:cubicBezTo>
                    <a:pt x="57138" y="0"/>
                    <a:pt x="48912" y="8226"/>
                    <a:pt x="48912" y="18342"/>
                  </a:cubicBezTo>
                  <a:lnTo>
                    <a:pt x="48912" y="24456"/>
                  </a:lnTo>
                  <a:cubicBezTo>
                    <a:pt x="48912" y="29870"/>
                    <a:pt x="51284" y="34727"/>
                    <a:pt x="55026" y="38090"/>
                  </a:cubicBezTo>
                  <a:lnTo>
                    <a:pt x="55026" y="43553"/>
                  </a:lnTo>
                  <a:lnTo>
                    <a:pt x="42495" y="47130"/>
                  </a:lnTo>
                  <a:cubicBezTo>
                    <a:pt x="37274" y="48618"/>
                    <a:pt x="33627" y="53454"/>
                    <a:pt x="33627" y="58888"/>
                  </a:cubicBezTo>
                  <a:lnTo>
                    <a:pt x="33627" y="70311"/>
                  </a:lnTo>
                  <a:lnTo>
                    <a:pt x="21399" y="70311"/>
                  </a:lnTo>
                  <a:lnTo>
                    <a:pt x="21399" y="88653"/>
                  </a:lnTo>
                  <a:lnTo>
                    <a:pt x="27513" y="88653"/>
                  </a:lnTo>
                  <a:lnTo>
                    <a:pt x="27513" y="137565"/>
                  </a:lnTo>
                  <a:lnTo>
                    <a:pt x="0" y="137565"/>
                  </a:lnTo>
                  <a:lnTo>
                    <a:pt x="0" y="143679"/>
                  </a:lnTo>
                  <a:lnTo>
                    <a:pt x="189534" y="143679"/>
                  </a:lnTo>
                  <a:lnTo>
                    <a:pt x="189534" y="137565"/>
                  </a:lnTo>
                  <a:close/>
                  <a:moveTo>
                    <a:pt x="128394" y="88653"/>
                  </a:moveTo>
                  <a:lnTo>
                    <a:pt x="128394" y="74634"/>
                  </a:lnTo>
                  <a:lnTo>
                    <a:pt x="150056" y="52972"/>
                  </a:lnTo>
                  <a:cubicBezTo>
                    <a:pt x="151622" y="51406"/>
                    <a:pt x="152553" y="49303"/>
                    <a:pt x="152762" y="47109"/>
                  </a:cubicBezTo>
                  <a:cubicBezTo>
                    <a:pt x="152789" y="47322"/>
                    <a:pt x="152850" y="47524"/>
                    <a:pt x="152850" y="47745"/>
                  </a:cubicBezTo>
                  <a:lnTo>
                    <a:pt x="152850" y="85596"/>
                  </a:lnTo>
                  <a:cubicBezTo>
                    <a:pt x="152850" y="90652"/>
                    <a:pt x="148735" y="94767"/>
                    <a:pt x="143679" y="94767"/>
                  </a:cubicBezTo>
                  <a:lnTo>
                    <a:pt x="119223" y="94767"/>
                  </a:lnTo>
                  <a:lnTo>
                    <a:pt x="119223" y="88653"/>
                  </a:lnTo>
                  <a:close/>
                  <a:moveTo>
                    <a:pt x="119223" y="113109"/>
                  </a:moveTo>
                  <a:lnTo>
                    <a:pt x="134799" y="113109"/>
                  </a:lnTo>
                  <a:lnTo>
                    <a:pt x="137244" y="137565"/>
                  </a:lnTo>
                  <a:lnTo>
                    <a:pt x="119223" y="137565"/>
                  </a:lnTo>
                  <a:close/>
                  <a:moveTo>
                    <a:pt x="140943" y="113109"/>
                  </a:moveTo>
                  <a:lnTo>
                    <a:pt x="147027" y="113109"/>
                  </a:lnTo>
                  <a:lnTo>
                    <a:pt x="149472" y="137565"/>
                  </a:lnTo>
                  <a:lnTo>
                    <a:pt x="143388" y="137565"/>
                  </a:lnTo>
                  <a:close/>
                  <a:moveTo>
                    <a:pt x="158964" y="85596"/>
                  </a:moveTo>
                  <a:lnTo>
                    <a:pt x="158964" y="58083"/>
                  </a:lnTo>
                  <a:lnTo>
                    <a:pt x="165078" y="58083"/>
                  </a:lnTo>
                  <a:lnTo>
                    <a:pt x="165078" y="91710"/>
                  </a:lnTo>
                  <a:cubicBezTo>
                    <a:pt x="165078" y="100138"/>
                    <a:pt x="158221" y="106995"/>
                    <a:pt x="149793" y="106995"/>
                  </a:cubicBezTo>
                  <a:lnTo>
                    <a:pt x="119223" y="106995"/>
                  </a:lnTo>
                  <a:lnTo>
                    <a:pt x="119223" y="100881"/>
                  </a:lnTo>
                  <a:lnTo>
                    <a:pt x="143679" y="100881"/>
                  </a:lnTo>
                  <a:cubicBezTo>
                    <a:pt x="152107" y="100881"/>
                    <a:pt x="158964" y="94024"/>
                    <a:pt x="158964" y="85596"/>
                  </a:cubicBezTo>
                  <a:close/>
                  <a:moveTo>
                    <a:pt x="128394" y="24456"/>
                  </a:moveTo>
                  <a:lnTo>
                    <a:pt x="128394" y="18342"/>
                  </a:lnTo>
                  <a:cubicBezTo>
                    <a:pt x="128394" y="11598"/>
                    <a:pt x="133878" y="6114"/>
                    <a:pt x="140622" y="6114"/>
                  </a:cubicBezTo>
                  <a:cubicBezTo>
                    <a:pt x="147366" y="6114"/>
                    <a:pt x="152850" y="11598"/>
                    <a:pt x="152850" y="18342"/>
                  </a:cubicBezTo>
                  <a:lnTo>
                    <a:pt x="152850" y="24456"/>
                  </a:lnTo>
                  <a:cubicBezTo>
                    <a:pt x="152850" y="31200"/>
                    <a:pt x="147366" y="36684"/>
                    <a:pt x="140622" y="36684"/>
                  </a:cubicBezTo>
                  <a:cubicBezTo>
                    <a:pt x="133878" y="36684"/>
                    <a:pt x="128394" y="31200"/>
                    <a:pt x="128394" y="24456"/>
                  </a:cubicBezTo>
                  <a:close/>
                  <a:moveTo>
                    <a:pt x="120489" y="64197"/>
                  </a:moveTo>
                  <a:lnTo>
                    <a:pt x="140885" y="43801"/>
                  </a:lnTo>
                  <a:cubicBezTo>
                    <a:pt x="141524" y="43162"/>
                    <a:pt x="142407" y="42798"/>
                    <a:pt x="143309" y="42798"/>
                  </a:cubicBezTo>
                  <a:cubicBezTo>
                    <a:pt x="145199" y="42798"/>
                    <a:pt x="146736" y="44335"/>
                    <a:pt x="146736" y="46225"/>
                  </a:cubicBezTo>
                  <a:cubicBezTo>
                    <a:pt x="146736" y="47127"/>
                    <a:pt x="146372" y="48010"/>
                    <a:pt x="145733" y="48649"/>
                  </a:cubicBezTo>
                  <a:lnTo>
                    <a:pt x="124071" y="70311"/>
                  </a:lnTo>
                  <a:lnTo>
                    <a:pt x="91710" y="70311"/>
                  </a:lnTo>
                  <a:cubicBezTo>
                    <a:pt x="90023" y="70311"/>
                    <a:pt x="88653" y="68941"/>
                    <a:pt x="88653" y="67254"/>
                  </a:cubicBezTo>
                  <a:cubicBezTo>
                    <a:pt x="88653" y="65567"/>
                    <a:pt x="90023" y="64197"/>
                    <a:pt x="91710" y="64197"/>
                  </a:cubicBezTo>
                  <a:close/>
                  <a:moveTo>
                    <a:pt x="55026" y="18342"/>
                  </a:moveTo>
                  <a:cubicBezTo>
                    <a:pt x="55026" y="11598"/>
                    <a:pt x="60510" y="6114"/>
                    <a:pt x="67254" y="6114"/>
                  </a:cubicBezTo>
                  <a:cubicBezTo>
                    <a:pt x="73998" y="6114"/>
                    <a:pt x="79482" y="11598"/>
                    <a:pt x="79482" y="18342"/>
                  </a:cubicBezTo>
                  <a:lnTo>
                    <a:pt x="79482" y="24456"/>
                  </a:lnTo>
                  <a:cubicBezTo>
                    <a:pt x="79482" y="31200"/>
                    <a:pt x="73998" y="36684"/>
                    <a:pt x="67254" y="36684"/>
                  </a:cubicBezTo>
                  <a:cubicBezTo>
                    <a:pt x="60510" y="36684"/>
                    <a:pt x="55026" y="31200"/>
                    <a:pt x="55026" y="24456"/>
                  </a:cubicBezTo>
                  <a:close/>
                  <a:moveTo>
                    <a:pt x="67254" y="42798"/>
                  </a:moveTo>
                  <a:cubicBezTo>
                    <a:pt x="69400" y="42798"/>
                    <a:pt x="71451" y="42407"/>
                    <a:pt x="73368" y="41728"/>
                  </a:cubicBezTo>
                  <a:lnTo>
                    <a:pt x="73368" y="45012"/>
                  </a:lnTo>
                  <a:cubicBezTo>
                    <a:pt x="72610" y="46182"/>
                    <a:pt x="70504" y="48912"/>
                    <a:pt x="67254" y="48912"/>
                  </a:cubicBezTo>
                  <a:cubicBezTo>
                    <a:pt x="64004" y="48912"/>
                    <a:pt x="61898" y="46182"/>
                    <a:pt x="61140" y="45012"/>
                  </a:cubicBezTo>
                  <a:lnTo>
                    <a:pt x="61140" y="41728"/>
                  </a:lnTo>
                  <a:cubicBezTo>
                    <a:pt x="63057" y="42407"/>
                    <a:pt x="65108" y="42798"/>
                    <a:pt x="67254" y="42798"/>
                  </a:cubicBezTo>
                  <a:close/>
                  <a:moveTo>
                    <a:pt x="39741" y="58888"/>
                  </a:moveTo>
                  <a:cubicBezTo>
                    <a:pt x="39741" y="56169"/>
                    <a:pt x="41567" y="53754"/>
                    <a:pt x="44174" y="53008"/>
                  </a:cubicBezTo>
                  <a:lnTo>
                    <a:pt x="56768" y="49411"/>
                  </a:lnTo>
                  <a:cubicBezTo>
                    <a:pt x="58541" y="51721"/>
                    <a:pt x="61992" y="55026"/>
                    <a:pt x="67254" y="55026"/>
                  </a:cubicBezTo>
                  <a:cubicBezTo>
                    <a:pt x="72516" y="55026"/>
                    <a:pt x="75967" y="51721"/>
                    <a:pt x="77740" y="49408"/>
                  </a:cubicBezTo>
                  <a:lnTo>
                    <a:pt x="90334" y="53005"/>
                  </a:lnTo>
                  <a:cubicBezTo>
                    <a:pt x="92676" y="53675"/>
                    <a:pt x="94309" y="55711"/>
                    <a:pt x="94636" y="58080"/>
                  </a:cubicBezTo>
                  <a:lnTo>
                    <a:pt x="91710" y="58080"/>
                  </a:lnTo>
                  <a:cubicBezTo>
                    <a:pt x="86654" y="58080"/>
                    <a:pt x="82539" y="62195"/>
                    <a:pt x="82539" y="67251"/>
                  </a:cubicBezTo>
                  <a:cubicBezTo>
                    <a:pt x="82539" y="68327"/>
                    <a:pt x="82758" y="69348"/>
                    <a:pt x="83102" y="70308"/>
                  </a:cubicBezTo>
                  <a:lnTo>
                    <a:pt x="39741" y="70308"/>
                  </a:lnTo>
                  <a:close/>
                  <a:moveTo>
                    <a:pt x="27513" y="76425"/>
                  </a:moveTo>
                  <a:lnTo>
                    <a:pt x="122280" y="76425"/>
                  </a:lnTo>
                  <a:lnTo>
                    <a:pt x="122280" y="82539"/>
                  </a:lnTo>
                  <a:lnTo>
                    <a:pt x="27513" y="82539"/>
                  </a:lnTo>
                  <a:close/>
                  <a:moveTo>
                    <a:pt x="33627" y="100881"/>
                  </a:moveTo>
                  <a:lnTo>
                    <a:pt x="42798" y="100881"/>
                  </a:lnTo>
                  <a:lnTo>
                    <a:pt x="42798" y="94767"/>
                  </a:lnTo>
                  <a:lnTo>
                    <a:pt x="33627" y="94767"/>
                  </a:lnTo>
                  <a:lnTo>
                    <a:pt x="33627" y="88653"/>
                  </a:lnTo>
                  <a:lnTo>
                    <a:pt x="113109" y="88653"/>
                  </a:lnTo>
                  <a:lnTo>
                    <a:pt x="113109" y="94767"/>
                  </a:lnTo>
                  <a:lnTo>
                    <a:pt x="48912" y="94767"/>
                  </a:lnTo>
                  <a:lnTo>
                    <a:pt x="48912" y="100881"/>
                  </a:lnTo>
                  <a:lnTo>
                    <a:pt x="113109" y="100881"/>
                  </a:lnTo>
                  <a:lnTo>
                    <a:pt x="113109" y="137565"/>
                  </a:lnTo>
                  <a:lnTo>
                    <a:pt x="105828" y="137565"/>
                  </a:lnTo>
                  <a:lnTo>
                    <a:pt x="99714" y="125337"/>
                  </a:lnTo>
                  <a:lnTo>
                    <a:pt x="47022" y="125337"/>
                  </a:lnTo>
                  <a:lnTo>
                    <a:pt x="40908" y="137565"/>
                  </a:lnTo>
                  <a:lnTo>
                    <a:pt x="33627" y="137565"/>
                  </a:lnTo>
                  <a:close/>
                  <a:moveTo>
                    <a:pt x="98991" y="137565"/>
                  </a:moveTo>
                  <a:lnTo>
                    <a:pt x="47745" y="137565"/>
                  </a:lnTo>
                  <a:lnTo>
                    <a:pt x="50802" y="131451"/>
                  </a:lnTo>
                  <a:lnTo>
                    <a:pt x="95934" y="131451"/>
                  </a:lnTo>
                  <a:close/>
                </a:path>
              </a:pathLst>
            </a:custGeom>
            <a:grpFill/>
            <a:ln w="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356" name="Rectangle 355">
            <a:extLst>
              <a:ext uri="{FF2B5EF4-FFF2-40B4-BE49-F238E27FC236}">
                <a16:creationId xmlns:a16="http://schemas.microsoft.com/office/drawing/2014/main" id="{9F74FE37-68C1-4385-91B2-FAC0CB208196}"/>
              </a:ext>
            </a:extLst>
          </p:cNvPr>
          <p:cNvSpPr/>
          <p:nvPr/>
        </p:nvSpPr>
        <p:spPr>
          <a:xfrm>
            <a:off x="9033499" y="1514475"/>
            <a:ext cx="2248724" cy="43682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286321B3-DC8B-464A-BA19-D2A837C34D80}"/>
              </a:ext>
            </a:extLst>
          </p:cNvPr>
          <p:cNvSpPr/>
          <p:nvPr/>
        </p:nvSpPr>
        <p:spPr>
          <a:xfrm flipH="1">
            <a:off x="9298652" y="2000850"/>
            <a:ext cx="164040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We expect to deliver on our goals of the following:</a:t>
            </a: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B1D2575-71C3-4DF8-997F-075E2413180D}"/>
              </a:ext>
            </a:extLst>
          </p:cNvPr>
          <p:cNvSpPr/>
          <p:nvPr/>
        </p:nvSpPr>
        <p:spPr>
          <a:xfrm>
            <a:off x="9298654" y="1666005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2025</a:t>
            </a:r>
            <a:endParaRPr lang="en-ID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A36B1176-A61F-45F1-B101-81426BAEBE22}"/>
              </a:ext>
            </a:extLst>
          </p:cNvPr>
          <p:cNvGrpSpPr/>
          <p:nvPr/>
        </p:nvGrpSpPr>
        <p:grpSpPr>
          <a:xfrm>
            <a:off x="9298652" y="2655417"/>
            <a:ext cx="1520851" cy="772749"/>
            <a:chOff x="8905847" y="2655417"/>
            <a:chExt cx="1520851" cy="772749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03A2DE7F-9B0E-467E-962F-08125FF4079E}"/>
                </a:ext>
              </a:extLst>
            </p:cNvPr>
            <p:cNvSpPr/>
            <p:nvPr/>
          </p:nvSpPr>
          <p:spPr>
            <a:xfrm>
              <a:off x="8905849" y="2655417"/>
              <a:ext cx="1010130" cy="3878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75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%</a:t>
              </a:r>
              <a:endParaRPr lang="en-ID" sz="3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44F6BD49-6D46-4BE1-B499-1721FC0B1E7B}"/>
                </a:ext>
              </a:extLst>
            </p:cNvPr>
            <p:cNvSpPr/>
            <p:nvPr/>
          </p:nvSpPr>
          <p:spPr>
            <a:xfrm flipH="1">
              <a:off x="8905847" y="3028056"/>
              <a:ext cx="152085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Segoe UI" panose="020B0502040204020203" pitchFamily="34" charset="0"/>
                </a:rPr>
                <a:t>Increase in access to affordable nutritious food</a:t>
              </a: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9F7E29DA-CB04-4EF7-B192-484753B3F73B}"/>
              </a:ext>
            </a:extLst>
          </p:cNvPr>
          <p:cNvGrpSpPr/>
          <p:nvPr/>
        </p:nvGrpSpPr>
        <p:grpSpPr>
          <a:xfrm>
            <a:off x="9298653" y="3722086"/>
            <a:ext cx="1766912" cy="772749"/>
            <a:chOff x="8905848" y="3531333"/>
            <a:chExt cx="1766912" cy="772749"/>
          </a:xfrm>
        </p:grpSpPr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D7C0D96D-A584-4F14-81F4-AC68E619C09B}"/>
                </a:ext>
              </a:extLst>
            </p:cNvPr>
            <p:cNvSpPr/>
            <p:nvPr/>
          </p:nvSpPr>
          <p:spPr>
            <a:xfrm>
              <a:off x="8905849" y="3531333"/>
              <a:ext cx="1010130" cy="3878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40%</a:t>
              </a:r>
              <a:endParaRPr lang="en-ID" sz="3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A8E901D3-660A-4733-B942-4B9453A2DAE8}"/>
                </a:ext>
              </a:extLst>
            </p:cNvPr>
            <p:cNvSpPr/>
            <p:nvPr/>
          </p:nvSpPr>
          <p:spPr>
            <a:xfrm flipH="1">
              <a:off x="8905848" y="3903972"/>
              <a:ext cx="176691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Segoe UI" panose="020B0502040204020203" pitchFamily="34" charset="0"/>
                </a:rPr>
                <a:t>New circular economy businesses and collaborations</a:t>
              </a: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12700011-71AA-4B08-BF67-7D11AF48D9C1}"/>
              </a:ext>
            </a:extLst>
          </p:cNvPr>
          <p:cNvGrpSpPr/>
          <p:nvPr/>
        </p:nvGrpSpPr>
        <p:grpSpPr>
          <a:xfrm>
            <a:off x="9298652" y="4788754"/>
            <a:ext cx="1719647" cy="618860"/>
            <a:chOff x="8905847" y="4412781"/>
            <a:chExt cx="1719647" cy="618860"/>
          </a:xfrm>
        </p:grpSpPr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15F3A3CD-B607-4749-B8B9-98EFC08DD59D}"/>
                </a:ext>
              </a:extLst>
            </p:cNvPr>
            <p:cNvSpPr/>
            <p:nvPr/>
          </p:nvSpPr>
          <p:spPr>
            <a:xfrm>
              <a:off x="8905849" y="4412781"/>
              <a:ext cx="1010130" cy="3878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60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%</a:t>
              </a:r>
              <a:endParaRPr lang="en-ID" sz="3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BCEF1D4C-CE51-4F30-9281-924E3F4138BC}"/>
                </a:ext>
              </a:extLst>
            </p:cNvPr>
            <p:cNvSpPr/>
            <p:nvPr/>
          </p:nvSpPr>
          <p:spPr>
            <a:xfrm flipH="1">
              <a:off x="8905847" y="4785420"/>
              <a:ext cx="171964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Segoe UI" panose="020B0502040204020203" pitchFamily="34" charset="0"/>
                </a:rPr>
                <a:t>Increase in media circulation</a:t>
              </a:r>
            </a:p>
          </p:txBody>
        </p:sp>
      </p:grpSp>
      <p:sp>
        <p:nvSpPr>
          <p:cNvPr id="374" name="Isosceles Triangle 373">
            <a:extLst>
              <a:ext uri="{FF2B5EF4-FFF2-40B4-BE49-F238E27FC236}">
                <a16:creationId xmlns:a16="http://schemas.microsoft.com/office/drawing/2014/main" id="{87B06B42-5AD7-4B32-9452-A415F29927A0}"/>
              </a:ext>
            </a:extLst>
          </p:cNvPr>
          <p:cNvSpPr/>
          <p:nvPr/>
        </p:nvSpPr>
        <p:spPr>
          <a:xfrm rot="5400000">
            <a:off x="8456871" y="3607330"/>
            <a:ext cx="278308" cy="239920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FF19B150-6150-4FDB-AF0E-AC35D455BEEB}"/>
              </a:ext>
            </a:extLst>
          </p:cNvPr>
          <p:cNvSpPr/>
          <p:nvPr/>
        </p:nvSpPr>
        <p:spPr>
          <a:xfrm flipH="1">
            <a:off x="828634" y="1589701"/>
            <a:ext cx="35593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>
                <a:solidFill>
                  <a:schemeClr val="accent1"/>
                </a:solidFill>
                <a:latin typeface="Lato Black" panose="020F0A02020204030203"/>
                <a:cs typeface="Segoe UI" panose="020B0502040204020203" pitchFamily="34" charset="0"/>
              </a:rPr>
              <a:t>Enabling Condition and Values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FF19B150-6150-4FDB-AF0E-AC35D455BEEB}"/>
              </a:ext>
            </a:extLst>
          </p:cNvPr>
          <p:cNvSpPr/>
          <p:nvPr/>
        </p:nvSpPr>
        <p:spPr>
          <a:xfrm flipH="1">
            <a:off x="828635" y="2005729"/>
            <a:ext cx="2876813" cy="1456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Relationships and Collaboration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Education and Capacity Building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Shared Data and Mapping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Resource Integration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Disruption and Innovation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 panose="020B0502040204020203" pitchFamily="34" charset="0"/>
              </a:rPr>
              <a:t>Adaptive Leadership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THEORY OF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CHANGE</a:t>
            </a:r>
          </a:p>
        </p:txBody>
      </p: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19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5</a:t>
            </a:r>
            <a:endParaRPr lang="en-GB" dirty="0"/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98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>
            <a:extLst>
              <a:ext uri="{FF2B5EF4-FFF2-40B4-BE49-F238E27FC236}">
                <a16:creationId xmlns:a16="http://schemas.microsoft.com/office/drawing/2014/main" id="{55C0D385-EE36-4D0C-88DA-04E3FB672EF9}"/>
              </a:ext>
            </a:extLst>
          </p:cNvPr>
          <p:cNvSpPr/>
          <p:nvPr/>
        </p:nvSpPr>
        <p:spPr>
          <a:xfrm rot="16200000">
            <a:off x="2012925" y="480184"/>
            <a:ext cx="4569881" cy="6305287"/>
          </a:xfrm>
          <a:custGeom>
            <a:avLst/>
            <a:gdLst>
              <a:gd name="connsiteX0" fmla="*/ 0 w 4569881"/>
              <a:gd name="connsiteY0" fmla="*/ 6305290 h 6305290"/>
              <a:gd name="connsiteX1" fmla="*/ 1847329 w 4569881"/>
              <a:gd name="connsiteY1" fmla="*/ 0 h 6305290"/>
              <a:gd name="connsiteX2" fmla="*/ 2722552 w 4569881"/>
              <a:gd name="connsiteY2" fmla="*/ 0 h 6305290"/>
              <a:gd name="connsiteX3" fmla="*/ 4569881 w 4569881"/>
              <a:gd name="connsiteY3" fmla="*/ 6305290 h 6305290"/>
              <a:gd name="connsiteX4" fmla="*/ 0 w 4569881"/>
              <a:gd name="connsiteY4" fmla="*/ 6305290 h 6305290"/>
              <a:gd name="connsiteX0" fmla="*/ 0 w 4569881"/>
              <a:gd name="connsiteY0" fmla="*/ 6305290 h 6305290"/>
              <a:gd name="connsiteX1" fmla="*/ 1847329 w 4569881"/>
              <a:gd name="connsiteY1" fmla="*/ 0 h 6305290"/>
              <a:gd name="connsiteX2" fmla="*/ 3141652 w 4569881"/>
              <a:gd name="connsiteY2" fmla="*/ 19053 h 6305290"/>
              <a:gd name="connsiteX3" fmla="*/ 4569881 w 4569881"/>
              <a:gd name="connsiteY3" fmla="*/ 6305290 h 6305290"/>
              <a:gd name="connsiteX4" fmla="*/ 0 w 4569881"/>
              <a:gd name="connsiteY4" fmla="*/ 6305290 h 6305290"/>
              <a:gd name="connsiteX0" fmla="*/ 0 w 4569881"/>
              <a:gd name="connsiteY0" fmla="*/ 6309094 h 6309094"/>
              <a:gd name="connsiteX1" fmla="*/ 1847329 w 4569881"/>
              <a:gd name="connsiteY1" fmla="*/ 3804 h 6309094"/>
              <a:gd name="connsiteX2" fmla="*/ 3141652 w 4569881"/>
              <a:gd name="connsiteY2" fmla="*/ 0 h 6309094"/>
              <a:gd name="connsiteX3" fmla="*/ 4569881 w 4569881"/>
              <a:gd name="connsiteY3" fmla="*/ 6309094 h 6309094"/>
              <a:gd name="connsiteX4" fmla="*/ 0 w 4569881"/>
              <a:gd name="connsiteY4" fmla="*/ 6309094 h 6309094"/>
              <a:gd name="connsiteX0" fmla="*/ 0 w 4569881"/>
              <a:gd name="connsiteY0" fmla="*/ 6309091 h 6309091"/>
              <a:gd name="connsiteX1" fmla="*/ 1847329 w 4569881"/>
              <a:gd name="connsiteY1" fmla="*/ 3801 h 6309091"/>
              <a:gd name="connsiteX2" fmla="*/ 3141652 w 4569881"/>
              <a:gd name="connsiteY2" fmla="*/ 0 h 6309091"/>
              <a:gd name="connsiteX3" fmla="*/ 4569881 w 4569881"/>
              <a:gd name="connsiteY3" fmla="*/ 6309091 h 6309091"/>
              <a:gd name="connsiteX4" fmla="*/ 0 w 4569881"/>
              <a:gd name="connsiteY4" fmla="*/ 6309091 h 6309091"/>
              <a:gd name="connsiteX0" fmla="*/ 0 w 4569881"/>
              <a:gd name="connsiteY0" fmla="*/ 6305290 h 6305290"/>
              <a:gd name="connsiteX1" fmla="*/ 1847329 w 4569881"/>
              <a:gd name="connsiteY1" fmla="*/ 0 h 6305290"/>
              <a:gd name="connsiteX2" fmla="*/ 3141652 w 4569881"/>
              <a:gd name="connsiteY2" fmla="*/ 3819 h 6305290"/>
              <a:gd name="connsiteX3" fmla="*/ 4569881 w 4569881"/>
              <a:gd name="connsiteY3" fmla="*/ 6305290 h 6305290"/>
              <a:gd name="connsiteX4" fmla="*/ 0 w 4569881"/>
              <a:gd name="connsiteY4" fmla="*/ 6305290 h 6305290"/>
              <a:gd name="connsiteX0" fmla="*/ 0 w 4569881"/>
              <a:gd name="connsiteY0" fmla="*/ 6305287 h 6305287"/>
              <a:gd name="connsiteX1" fmla="*/ 2388349 w 4569881"/>
              <a:gd name="connsiteY1" fmla="*/ 0 h 6305287"/>
              <a:gd name="connsiteX2" fmla="*/ 3141652 w 4569881"/>
              <a:gd name="connsiteY2" fmla="*/ 3816 h 6305287"/>
              <a:gd name="connsiteX3" fmla="*/ 4569881 w 4569881"/>
              <a:gd name="connsiteY3" fmla="*/ 6305287 h 6305287"/>
              <a:gd name="connsiteX4" fmla="*/ 0 w 4569881"/>
              <a:gd name="connsiteY4" fmla="*/ 6305287 h 6305287"/>
              <a:gd name="connsiteX0" fmla="*/ 0 w 4569881"/>
              <a:gd name="connsiteY0" fmla="*/ 6305287 h 6305287"/>
              <a:gd name="connsiteX1" fmla="*/ 2327389 w 4569881"/>
              <a:gd name="connsiteY1" fmla="*/ 0 h 6305287"/>
              <a:gd name="connsiteX2" fmla="*/ 3141652 w 4569881"/>
              <a:gd name="connsiteY2" fmla="*/ 3816 h 6305287"/>
              <a:gd name="connsiteX3" fmla="*/ 4569881 w 4569881"/>
              <a:gd name="connsiteY3" fmla="*/ 6305287 h 6305287"/>
              <a:gd name="connsiteX4" fmla="*/ 0 w 4569881"/>
              <a:gd name="connsiteY4" fmla="*/ 6305287 h 630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9881" h="6305287">
                <a:moveTo>
                  <a:pt x="0" y="6305287"/>
                </a:moveTo>
                <a:lnTo>
                  <a:pt x="2327389" y="0"/>
                </a:lnTo>
                <a:lnTo>
                  <a:pt x="3141652" y="3816"/>
                </a:lnTo>
                <a:lnTo>
                  <a:pt x="4569881" y="6305287"/>
                </a:lnTo>
                <a:lnTo>
                  <a:pt x="0" y="6305287"/>
                </a:lnTo>
                <a:close/>
              </a:path>
            </a:pathLst>
          </a:cu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80FCC3E7-471C-4B80-A35E-7DBCFE0052E2}"/>
              </a:ext>
            </a:extLst>
          </p:cNvPr>
          <p:cNvSpPr/>
          <p:nvPr/>
        </p:nvSpPr>
        <p:spPr>
          <a:xfrm>
            <a:off x="6096000" y="1347890"/>
            <a:ext cx="4633200" cy="4633200"/>
          </a:xfrm>
          <a:prstGeom prst="arc">
            <a:avLst>
              <a:gd name="adj1" fmla="val 15080438"/>
              <a:gd name="adj2" fmla="val 13180432"/>
            </a:avLst>
          </a:prstGeom>
          <a:ln w="63500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B06CC-1557-401B-9706-D9B60BA38670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THEORY OF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CHANGE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86F427-22E5-4E59-9460-E9147CF5C5DB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52EE339A-1AAC-4E1C-B2F1-0CE6CA5E9313}"/>
              </a:ext>
            </a:extLst>
          </p:cNvPr>
          <p:cNvSpPr/>
          <p:nvPr/>
        </p:nvSpPr>
        <p:spPr>
          <a:xfrm>
            <a:off x="6463625" y="1720682"/>
            <a:ext cx="3887624" cy="388761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130300" dist="1473200" dir="5400000" sx="86000" sy="86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55A86B53-75CB-4894-88ED-E25981E78089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5720659" y="3041914"/>
            <a:ext cx="1580993" cy="1408114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>
            <a:gsLst>
              <a:gs pos="80000">
                <a:schemeClr val="accent3"/>
              </a:gs>
              <a:gs pos="100000">
                <a:schemeClr val="accent3"/>
              </a:gs>
              <a:gs pos="15000">
                <a:schemeClr val="accent3">
                  <a:lumMod val="40000"/>
                  <a:lumOff val="60000"/>
                </a:schemeClr>
              </a:gs>
              <a:gs pos="45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81000" dist="444500" dir="8100000" sx="90000" sy="9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>
              <a:solidFill>
                <a:schemeClr val="lt1"/>
              </a:solidFill>
            </a:endParaRPr>
          </a:p>
        </p:txBody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AA46B8EC-5F4F-4E13-A3F8-4568B474DF04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5801903" y="2887864"/>
            <a:ext cx="1743953" cy="1553253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99000">
                <a:srgbClr val="F2F4F8"/>
              </a:gs>
            </a:gsLst>
            <a:lin ang="2700000" scaled="0"/>
            <a:tileRect l="-51314" t="-77925" r="-318372" b="-53879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54" name="Freeform 10">
            <a:extLst>
              <a:ext uri="{FF2B5EF4-FFF2-40B4-BE49-F238E27FC236}">
                <a16:creationId xmlns:a16="http://schemas.microsoft.com/office/drawing/2014/main" id="{DB1C7234-D647-4FBD-B57F-604D23CD28AB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535328" y="3041913"/>
            <a:ext cx="1580993" cy="1408115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>
            <a:gsLst>
              <a:gs pos="80000">
                <a:schemeClr val="accent3"/>
              </a:gs>
              <a:gs pos="100000">
                <a:schemeClr val="accent3"/>
              </a:gs>
              <a:gs pos="15000">
                <a:schemeClr val="accent3">
                  <a:lumMod val="40000"/>
                  <a:lumOff val="60000"/>
                </a:schemeClr>
              </a:gs>
              <a:gs pos="45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81000" dist="444500" dir="8100000" sx="90000" sy="9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55" name="Freeform 10">
            <a:extLst>
              <a:ext uri="{FF2B5EF4-FFF2-40B4-BE49-F238E27FC236}">
                <a16:creationId xmlns:a16="http://schemas.microsoft.com/office/drawing/2014/main" id="{A37D1666-134A-4B4A-B244-EBD2E3949DB3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269020" y="2887864"/>
            <a:ext cx="1743953" cy="1553253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99000">
                <a:srgbClr val="F2F4F8"/>
              </a:gs>
            </a:gsLst>
            <a:lin ang="2700000" scaled="0"/>
            <a:tileRect l="-51314" t="-77925" r="-318372" b="-53879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59" name="Freeform 10">
            <a:extLst>
              <a:ext uri="{FF2B5EF4-FFF2-40B4-BE49-F238E27FC236}">
                <a16:creationId xmlns:a16="http://schemas.microsoft.com/office/drawing/2014/main" id="{062F9706-ECF8-4E60-9375-255512ADA632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8646442" y="4555521"/>
            <a:ext cx="1580993" cy="1408115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>
            <a:gsLst>
              <a:gs pos="80000">
                <a:schemeClr val="accent3"/>
              </a:gs>
              <a:gs pos="100000">
                <a:schemeClr val="accent3"/>
              </a:gs>
              <a:gs pos="15000">
                <a:schemeClr val="accent3">
                  <a:lumMod val="40000"/>
                  <a:lumOff val="60000"/>
                </a:schemeClr>
              </a:gs>
              <a:gs pos="45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81000" dist="444500" dir="8100000" sx="90000" sy="9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0" name="Freeform 10">
            <a:extLst>
              <a:ext uri="{FF2B5EF4-FFF2-40B4-BE49-F238E27FC236}">
                <a16:creationId xmlns:a16="http://schemas.microsoft.com/office/drawing/2014/main" id="{B32F2028-2764-47CD-B763-AF293BBC1D5F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8402240" y="4378270"/>
            <a:ext cx="1743953" cy="1553254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99000">
                <a:srgbClr val="F2F4F8"/>
              </a:gs>
            </a:gsLst>
            <a:lin ang="2700000" scaled="0"/>
            <a:tileRect l="-51314" t="-77925" r="-318372" b="-53879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4" name="Freeform 10">
            <a:extLst>
              <a:ext uri="{FF2B5EF4-FFF2-40B4-BE49-F238E27FC236}">
                <a16:creationId xmlns:a16="http://schemas.microsoft.com/office/drawing/2014/main" id="{3CA886C6-FD1A-4166-8FF7-EDD7FDAEF671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6587438" y="4555521"/>
            <a:ext cx="1580993" cy="1408114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>
            <a:gsLst>
              <a:gs pos="80000">
                <a:schemeClr val="accent3"/>
              </a:gs>
              <a:gs pos="100000">
                <a:schemeClr val="accent3"/>
              </a:gs>
              <a:gs pos="15000">
                <a:schemeClr val="accent3">
                  <a:lumMod val="40000"/>
                  <a:lumOff val="60000"/>
                </a:schemeClr>
              </a:gs>
              <a:gs pos="45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81000" dist="444500" dir="8100000" sx="90000" sy="9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5" name="Freeform 10">
            <a:extLst>
              <a:ext uri="{FF2B5EF4-FFF2-40B4-BE49-F238E27FC236}">
                <a16:creationId xmlns:a16="http://schemas.microsoft.com/office/drawing/2014/main" id="{F139F001-C9B0-4C29-A294-0871F45BB2B9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6668682" y="4378269"/>
            <a:ext cx="1743953" cy="1553253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99000">
                <a:srgbClr val="F2F4F8"/>
              </a:gs>
            </a:gsLst>
            <a:lin ang="2700000" scaled="0"/>
            <a:tileRect l="-51314" t="-77925" r="-318372" b="-53879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9" name="Freeform 10">
            <a:extLst>
              <a:ext uri="{FF2B5EF4-FFF2-40B4-BE49-F238E27FC236}">
                <a16:creationId xmlns:a16="http://schemas.microsoft.com/office/drawing/2014/main" id="{3E91E280-5C90-41E6-9910-559CB8D64024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8646442" y="1365344"/>
            <a:ext cx="1580993" cy="1408115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>
            <a:gsLst>
              <a:gs pos="80000">
                <a:schemeClr val="accent3"/>
              </a:gs>
              <a:gs pos="100000">
                <a:schemeClr val="accent3"/>
              </a:gs>
              <a:gs pos="15000">
                <a:schemeClr val="accent3">
                  <a:lumMod val="40000"/>
                  <a:lumOff val="60000"/>
                </a:schemeClr>
              </a:gs>
              <a:gs pos="45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81000" dist="444500" dir="8100000" sx="90000" sy="9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70" name="Freeform 10">
            <a:extLst>
              <a:ext uri="{FF2B5EF4-FFF2-40B4-BE49-F238E27FC236}">
                <a16:creationId xmlns:a16="http://schemas.microsoft.com/office/drawing/2014/main" id="{C9FBA8E4-B32D-4C5A-B1C1-DF638BDF6E82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8402240" y="1397458"/>
            <a:ext cx="1743953" cy="1553254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99000">
                <a:srgbClr val="F2F4F8"/>
              </a:gs>
            </a:gsLst>
            <a:lin ang="2700000" scaled="0"/>
            <a:tileRect l="-51314" t="-77925" r="-318372" b="-53879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74" name="Freeform 10">
            <a:extLst>
              <a:ext uri="{FF2B5EF4-FFF2-40B4-BE49-F238E27FC236}">
                <a16:creationId xmlns:a16="http://schemas.microsoft.com/office/drawing/2014/main" id="{6BADA475-62CD-486D-9AE8-713F5144E60F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6587438" y="1365345"/>
            <a:ext cx="1580993" cy="1408114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>
            <a:gsLst>
              <a:gs pos="80000">
                <a:schemeClr val="accent3"/>
              </a:gs>
              <a:gs pos="100000">
                <a:schemeClr val="accent3"/>
              </a:gs>
              <a:gs pos="15000">
                <a:schemeClr val="accent3">
                  <a:lumMod val="40000"/>
                  <a:lumOff val="60000"/>
                </a:schemeClr>
              </a:gs>
              <a:gs pos="45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81000" dist="444500" dir="8100000" sx="90000" sy="9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75" name="Freeform 10">
            <a:extLst>
              <a:ext uri="{FF2B5EF4-FFF2-40B4-BE49-F238E27FC236}">
                <a16:creationId xmlns:a16="http://schemas.microsoft.com/office/drawing/2014/main" id="{B76095A6-3D55-4A0F-B88D-76D3B4989F51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6668683" y="1397459"/>
            <a:ext cx="1743953" cy="1553253"/>
          </a:xfrm>
          <a:custGeom>
            <a:avLst/>
            <a:gdLst>
              <a:gd name="T0" fmla="*/ 1831 w 6183"/>
              <a:gd name="T1" fmla="*/ 0 h 5508"/>
              <a:gd name="T2" fmla="*/ 4351 w 6183"/>
              <a:gd name="T3" fmla="*/ 0 h 5508"/>
              <a:gd name="T4" fmla="*/ 4426 w 6183"/>
              <a:gd name="T5" fmla="*/ 4 h 5508"/>
              <a:gd name="T6" fmla="*/ 4500 w 6183"/>
              <a:gd name="T7" fmla="*/ 19 h 5508"/>
              <a:gd name="T8" fmla="*/ 4571 w 6183"/>
              <a:gd name="T9" fmla="*/ 43 h 5508"/>
              <a:gd name="T10" fmla="*/ 4636 w 6183"/>
              <a:gd name="T11" fmla="*/ 75 h 5508"/>
              <a:gd name="T12" fmla="*/ 4698 w 6183"/>
              <a:gd name="T13" fmla="*/ 116 h 5508"/>
              <a:gd name="T14" fmla="*/ 4755 w 6183"/>
              <a:gd name="T15" fmla="*/ 165 h 5508"/>
              <a:gd name="T16" fmla="*/ 4803 w 6183"/>
              <a:gd name="T17" fmla="*/ 222 h 5508"/>
              <a:gd name="T18" fmla="*/ 4847 w 6183"/>
              <a:gd name="T19" fmla="*/ 285 h 5508"/>
              <a:gd name="T20" fmla="*/ 6106 w 6183"/>
              <a:gd name="T21" fmla="*/ 2468 h 5508"/>
              <a:gd name="T22" fmla="*/ 6139 w 6183"/>
              <a:gd name="T23" fmla="*/ 2535 h 5508"/>
              <a:gd name="T24" fmla="*/ 6164 w 6183"/>
              <a:gd name="T25" fmla="*/ 2607 h 5508"/>
              <a:gd name="T26" fmla="*/ 6177 w 6183"/>
              <a:gd name="T27" fmla="*/ 2680 h 5508"/>
              <a:gd name="T28" fmla="*/ 6183 w 6183"/>
              <a:gd name="T29" fmla="*/ 2753 h 5508"/>
              <a:gd name="T30" fmla="*/ 6177 w 6183"/>
              <a:gd name="T31" fmla="*/ 2826 h 5508"/>
              <a:gd name="T32" fmla="*/ 6164 w 6183"/>
              <a:gd name="T33" fmla="*/ 2899 h 5508"/>
              <a:gd name="T34" fmla="*/ 6139 w 6183"/>
              <a:gd name="T35" fmla="*/ 2971 h 5508"/>
              <a:gd name="T36" fmla="*/ 6106 w 6183"/>
              <a:gd name="T37" fmla="*/ 3038 h 5508"/>
              <a:gd name="T38" fmla="*/ 4847 w 6183"/>
              <a:gd name="T39" fmla="*/ 5223 h 5508"/>
              <a:gd name="T40" fmla="*/ 4803 w 6183"/>
              <a:gd name="T41" fmla="*/ 5285 h 5508"/>
              <a:gd name="T42" fmla="*/ 4755 w 6183"/>
              <a:gd name="T43" fmla="*/ 5341 h 5508"/>
              <a:gd name="T44" fmla="*/ 4698 w 6183"/>
              <a:gd name="T45" fmla="*/ 5390 h 5508"/>
              <a:gd name="T46" fmla="*/ 4636 w 6183"/>
              <a:gd name="T47" fmla="*/ 5431 h 5508"/>
              <a:gd name="T48" fmla="*/ 4571 w 6183"/>
              <a:gd name="T49" fmla="*/ 5463 h 5508"/>
              <a:gd name="T50" fmla="*/ 4500 w 6183"/>
              <a:gd name="T51" fmla="*/ 5487 h 5508"/>
              <a:gd name="T52" fmla="*/ 4426 w 6183"/>
              <a:gd name="T53" fmla="*/ 5502 h 5508"/>
              <a:gd name="T54" fmla="*/ 4351 w 6183"/>
              <a:gd name="T55" fmla="*/ 5508 h 5508"/>
              <a:gd name="T56" fmla="*/ 1831 w 6183"/>
              <a:gd name="T57" fmla="*/ 5508 h 5508"/>
              <a:gd name="T58" fmla="*/ 1756 w 6183"/>
              <a:gd name="T59" fmla="*/ 5502 h 5508"/>
              <a:gd name="T60" fmla="*/ 1681 w 6183"/>
              <a:gd name="T61" fmla="*/ 5487 h 5508"/>
              <a:gd name="T62" fmla="*/ 1612 w 6183"/>
              <a:gd name="T63" fmla="*/ 5463 h 5508"/>
              <a:gd name="T64" fmla="*/ 1546 w 6183"/>
              <a:gd name="T65" fmla="*/ 5431 h 5508"/>
              <a:gd name="T66" fmla="*/ 1484 w 6183"/>
              <a:gd name="T67" fmla="*/ 5390 h 5508"/>
              <a:gd name="T68" fmla="*/ 1428 w 6183"/>
              <a:gd name="T69" fmla="*/ 5341 h 5508"/>
              <a:gd name="T70" fmla="*/ 1379 w 6183"/>
              <a:gd name="T71" fmla="*/ 5285 h 5508"/>
              <a:gd name="T72" fmla="*/ 1336 w 6183"/>
              <a:gd name="T73" fmla="*/ 5223 h 5508"/>
              <a:gd name="T74" fmla="*/ 77 w 6183"/>
              <a:gd name="T75" fmla="*/ 3038 h 5508"/>
              <a:gd name="T76" fmla="*/ 43 w 6183"/>
              <a:gd name="T77" fmla="*/ 2971 h 5508"/>
              <a:gd name="T78" fmla="*/ 19 w 6183"/>
              <a:gd name="T79" fmla="*/ 2899 h 5508"/>
              <a:gd name="T80" fmla="*/ 6 w 6183"/>
              <a:gd name="T81" fmla="*/ 2826 h 5508"/>
              <a:gd name="T82" fmla="*/ 0 w 6183"/>
              <a:gd name="T83" fmla="*/ 2753 h 5508"/>
              <a:gd name="T84" fmla="*/ 0 w 6183"/>
              <a:gd name="T85" fmla="*/ 2753 h 5508"/>
              <a:gd name="T86" fmla="*/ 6 w 6183"/>
              <a:gd name="T87" fmla="*/ 2680 h 5508"/>
              <a:gd name="T88" fmla="*/ 19 w 6183"/>
              <a:gd name="T89" fmla="*/ 2607 h 5508"/>
              <a:gd name="T90" fmla="*/ 43 w 6183"/>
              <a:gd name="T91" fmla="*/ 2535 h 5508"/>
              <a:gd name="T92" fmla="*/ 77 w 6183"/>
              <a:gd name="T93" fmla="*/ 2468 h 5508"/>
              <a:gd name="T94" fmla="*/ 1336 w 6183"/>
              <a:gd name="T95" fmla="*/ 285 h 5508"/>
              <a:gd name="T96" fmla="*/ 1379 w 6183"/>
              <a:gd name="T97" fmla="*/ 222 h 5508"/>
              <a:gd name="T98" fmla="*/ 1428 w 6183"/>
              <a:gd name="T99" fmla="*/ 165 h 5508"/>
              <a:gd name="T100" fmla="*/ 1484 w 6183"/>
              <a:gd name="T101" fmla="*/ 116 h 5508"/>
              <a:gd name="T102" fmla="*/ 1546 w 6183"/>
              <a:gd name="T103" fmla="*/ 75 h 5508"/>
              <a:gd name="T104" fmla="*/ 1612 w 6183"/>
              <a:gd name="T105" fmla="*/ 43 h 5508"/>
              <a:gd name="T106" fmla="*/ 1681 w 6183"/>
              <a:gd name="T107" fmla="*/ 19 h 5508"/>
              <a:gd name="T108" fmla="*/ 1756 w 6183"/>
              <a:gd name="T109" fmla="*/ 4 h 5508"/>
              <a:gd name="T110" fmla="*/ 1831 w 6183"/>
              <a:gd name="T111" fmla="*/ 0 h 5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183" h="5508">
                <a:moveTo>
                  <a:pt x="1831" y="0"/>
                </a:moveTo>
                <a:lnTo>
                  <a:pt x="4351" y="0"/>
                </a:lnTo>
                <a:lnTo>
                  <a:pt x="4426" y="4"/>
                </a:lnTo>
                <a:lnTo>
                  <a:pt x="4500" y="19"/>
                </a:lnTo>
                <a:lnTo>
                  <a:pt x="4571" y="43"/>
                </a:lnTo>
                <a:lnTo>
                  <a:pt x="4636" y="75"/>
                </a:lnTo>
                <a:lnTo>
                  <a:pt x="4698" y="116"/>
                </a:lnTo>
                <a:lnTo>
                  <a:pt x="4755" y="165"/>
                </a:lnTo>
                <a:lnTo>
                  <a:pt x="4803" y="222"/>
                </a:lnTo>
                <a:lnTo>
                  <a:pt x="4847" y="285"/>
                </a:lnTo>
                <a:lnTo>
                  <a:pt x="6106" y="2468"/>
                </a:lnTo>
                <a:lnTo>
                  <a:pt x="6139" y="2535"/>
                </a:lnTo>
                <a:lnTo>
                  <a:pt x="6164" y="2607"/>
                </a:lnTo>
                <a:lnTo>
                  <a:pt x="6177" y="2680"/>
                </a:lnTo>
                <a:lnTo>
                  <a:pt x="6183" y="2753"/>
                </a:lnTo>
                <a:lnTo>
                  <a:pt x="6177" y="2826"/>
                </a:lnTo>
                <a:lnTo>
                  <a:pt x="6164" y="2899"/>
                </a:lnTo>
                <a:lnTo>
                  <a:pt x="6139" y="2971"/>
                </a:lnTo>
                <a:lnTo>
                  <a:pt x="6106" y="3038"/>
                </a:lnTo>
                <a:lnTo>
                  <a:pt x="4847" y="5223"/>
                </a:lnTo>
                <a:lnTo>
                  <a:pt x="4803" y="5285"/>
                </a:lnTo>
                <a:lnTo>
                  <a:pt x="4755" y="5341"/>
                </a:lnTo>
                <a:lnTo>
                  <a:pt x="4698" y="5390"/>
                </a:lnTo>
                <a:lnTo>
                  <a:pt x="4636" y="5431"/>
                </a:lnTo>
                <a:lnTo>
                  <a:pt x="4571" y="5463"/>
                </a:lnTo>
                <a:lnTo>
                  <a:pt x="4500" y="5487"/>
                </a:lnTo>
                <a:lnTo>
                  <a:pt x="4426" y="5502"/>
                </a:lnTo>
                <a:lnTo>
                  <a:pt x="4351" y="5508"/>
                </a:lnTo>
                <a:lnTo>
                  <a:pt x="1831" y="5508"/>
                </a:lnTo>
                <a:lnTo>
                  <a:pt x="1756" y="5502"/>
                </a:lnTo>
                <a:lnTo>
                  <a:pt x="1681" y="5487"/>
                </a:lnTo>
                <a:lnTo>
                  <a:pt x="1612" y="5463"/>
                </a:lnTo>
                <a:lnTo>
                  <a:pt x="1546" y="5431"/>
                </a:lnTo>
                <a:lnTo>
                  <a:pt x="1484" y="5390"/>
                </a:lnTo>
                <a:lnTo>
                  <a:pt x="1428" y="5341"/>
                </a:lnTo>
                <a:lnTo>
                  <a:pt x="1379" y="5285"/>
                </a:lnTo>
                <a:lnTo>
                  <a:pt x="1336" y="5223"/>
                </a:lnTo>
                <a:lnTo>
                  <a:pt x="77" y="3038"/>
                </a:lnTo>
                <a:lnTo>
                  <a:pt x="43" y="2971"/>
                </a:lnTo>
                <a:lnTo>
                  <a:pt x="19" y="2899"/>
                </a:lnTo>
                <a:lnTo>
                  <a:pt x="6" y="2826"/>
                </a:lnTo>
                <a:lnTo>
                  <a:pt x="0" y="2753"/>
                </a:lnTo>
                <a:lnTo>
                  <a:pt x="0" y="2753"/>
                </a:lnTo>
                <a:lnTo>
                  <a:pt x="6" y="2680"/>
                </a:lnTo>
                <a:lnTo>
                  <a:pt x="19" y="2607"/>
                </a:lnTo>
                <a:lnTo>
                  <a:pt x="43" y="2535"/>
                </a:lnTo>
                <a:lnTo>
                  <a:pt x="77" y="2468"/>
                </a:lnTo>
                <a:lnTo>
                  <a:pt x="1336" y="285"/>
                </a:lnTo>
                <a:lnTo>
                  <a:pt x="1379" y="222"/>
                </a:lnTo>
                <a:lnTo>
                  <a:pt x="1428" y="165"/>
                </a:lnTo>
                <a:lnTo>
                  <a:pt x="1484" y="116"/>
                </a:lnTo>
                <a:lnTo>
                  <a:pt x="1546" y="75"/>
                </a:lnTo>
                <a:lnTo>
                  <a:pt x="1612" y="43"/>
                </a:lnTo>
                <a:lnTo>
                  <a:pt x="1681" y="19"/>
                </a:lnTo>
                <a:lnTo>
                  <a:pt x="1756" y="4"/>
                </a:lnTo>
                <a:lnTo>
                  <a:pt x="1831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99000">
                <a:srgbClr val="F2F4F8"/>
              </a:gs>
            </a:gsLst>
            <a:lin ang="2700000" scaled="0"/>
            <a:tileRect l="-51314" t="-77925" r="-318372" b="-53879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25E8DD-E2D1-43C7-9373-9AD60F8459E9}"/>
              </a:ext>
            </a:extLst>
          </p:cNvPr>
          <p:cNvSpPr txBox="1"/>
          <p:nvPr/>
        </p:nvSpPr>
        <p:spPr>
          <a:xfrm>
            <a:off x="6999325" y="2156666"/>
            <a:ext cx="108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Problem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CBD6E0-052D-4EED-A972-1A2C711DAB0B}"/>
              </a:ext>
            </a:extLst>
          </p:cNvPr>
          <p:cNvSpPr/>
          <p:nvPr/>
        </p:nvSpPr>
        <p:spPr>
          <a:xfrm>
            <a:off x="7236637" y="1621636"/>
            <a:ext cx="601447" cy="58477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01</a:t>
            </a:r>
            <a:endParaRPr lang="en-CA" sz="32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8FA0477-6799-4D0F-B5E1-E1003E22B782}"/>
              </a:ext>
            </a:extLst>
          </p:cNvPr>
          <p:cNvSpPr txBox="1"/>
          <p:nvPr/>
        </p:nvSpPr>
        <p:spPr>
          <a:xfrm>
            <a:off x="8572737" y="2156666"/>
            <a:ext cx="1402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List &amp; cluster required outcomes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D9EB61E-8226-420E-B6C2-FDA5D910BF52}"/>
              </a:ext>
            </a:extLst>
          </p:cNvPr>
          <p:cNvSpPr/>
          <p:nvPr/>
        </p:nvSpPr>
        <p:spPr>
          <a:xfrm>
            <a:off x="8973493" y="1621636"/>
            <a:ext cx="601447" cy="58477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02</a:t>
            </a:r>
            <a:endParaRPr lang="en-CA" sz="32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0FFC7E-0697-4CEB-9FCE-CD1A96A0DF93}"/>
              </a:ext>
            </a:extLst>
          </p:cNvPr>
          <p:cNvSpPr txBox="1"/>
          <p:nvPr/>
        </p:nvSpPr>
        <p:spPr>
          <a:xfrm>
            <a:off x="6999325" y="5135488"/>
            <a:ext cx="1082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Validate it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3DD842C-02C9-4465-9E75-6D36E8E5669C}"/>
              </a:ext>
            </a:extLst>
          </p:cNvPr>
          <p:cNvSpPr/>
          <p:nvPr/>
        </p:nvSpPr>
        <p:spPr>
          <a:xfrm>
            <a:off x="7236637" y="4600458"/>
            <a:ext cx="601447" cy="58477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05</a:t>
            </a:r>
            <a:endParaRPr lang="en-CA" sz="32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3E18C5-EBCB-4A17-AA8C-0ABE55845A7D}"/>
              </a:ext>
            </a:extLst>
          </p:cNvPr>
          <p:cNvSpPr txBox="1"/>
          <p:nvPr/>
        </p:nvSpPr>
        <p:spPr>
          <a:xfrm>
            <a:off x="8708159" y="5135488"/>
            <a:ext cx="1132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Identity feedback loops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CF87233-1BB2-47E9-9009-DD42436FAD5E}"/>
              </a:ext>
            </a:extLst>
          </p:cNvPr>
          <p:cNvSpPr/>
          <p:nvPr/>
        </p:nvSpPr>
        <p:spPr>
          <a:xfrm>
            <a:off x="8973493" y="4600458"/>
            <a:ext cx="601447" cy="58477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04</a:t>
            </a:r>
            <a:endParaRPr lang="en-CA" sz="32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8DB2F7A-486B-4302-BB62-9E09E43F3DE2}"/>
              </a:ext>
            </a:extLst>
          </p:cNvPr>
          <p:cNvSpPr txBox="1"/>
          <p:nvPr/>
        </p:nvSpPr>
        <p:spPr>
          <a:xfrm>
            <a:off x="9462323" y="3623480"/>
            <a:ext cx="1357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Arrange outcomes in a logical order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A2ED4E0-360C-4188-A916-CC5F471E6B8B}"/>
              </a:ext>
            </a:extLst>
          </p:cNvPr>
          <p:cNvSpPr/>
          <p:nvPr/>
        </p:nvSpPr>
        <p:spPr>
          <a:xfrm>
            <a:off x="9840273" y="3088450"/>
            <a:ext cx="601447" cy="58477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03</a:t>
            </a:r>
            <a:endParaRPr lang="en-CA" sz="32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881436-1232-4028-8197-5E7F4FB8AC69}"/>
              </a:ext>
            </a:extLst>
          </p:cNvPr>
          <p:cNvSpPr txBox="1"/>
          <p:nvPr/>
        </p:nvSpPr>
        <p:spPr>
          <a:xfrm>
            <a:off x="6132545" y="3623480"/>
            <a:ext cx="108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Turn it into a narrative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047D3AE-EBB5-405D-9509-FF4902FA446F}"/>
              </a:ext>
            </a:extLst>
          </p:cNvPr>
          <p:cNvSpPr/>
          <p:nvPr/>
        </p:nvSpPr>
        <p:spPr>
          <a:xfrm>
            <a:off x="6373156" y="3088450"/>
            <a:ext cx="601447" cy="58477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06</a:t>
            </a:r>
            <a:endParaRPr lang="en-CA" sz="32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D1034CB-10C6-462B-94AE-CC2D8AB02A70}"/>
              </a:ext>
            </a:extLst>
          </p:cNvPr>
          <p:cNvSpPr txBox="1"/>
          <p:nvPr/>
        </p:nvSpPr>
        <p:spPr>
          <a:xfrm>
            <a:off x="5321373" y="1918198"/>
            <a:ext cx="1333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Review, evaluate, revise, learn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5485F5F-19E1-4E87-B5B7-B7C41E31374A}"/>
              </a:ext>
            </a:extLst>
          </p:cNvPr>
          <p:cNvSpPr/>
          <p:nvPr/>
        </p:nvSpPr>
        <p:spPr>
          <a:xfrm>
            <a:off x="1145217" y="1598913"/>
            <a:ext cx="2589285" cy="802980"/>
          </a:xfrm>
          <a:prstGeom prst="roundRect">
            <a:avLst>
              <a:gd name="adj" fmla="val 5524"/>
            </a:avLst>
          </a:prstGeom>
          <a:solidFill>
            <a:schemeClr val="accent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701F48DF-E4CD-4F62-8E60-B360C1631456}"/>
              </a:ext>
            </a:extLst>
          </p:cNvPr>
          <p:cNvSpPr/>
          <p:nvPr/>
        </p:nvSpPr>
        <p:spPr>
          <a:xfrm>
            <a:off x="1145217" y="2807240"/>
            <a:ext cx="2589285" cy="802980"/>
          </a:xfrm>
          <a:prstGeom prst="roundRect">
            <a:avLst>
              <a:gd name="adj" fmla="val 5524"/>
            </a:avLst>
          </a:prstGeom>
          <a:gradFill>
            <a:gsLst>
              <a:gs pos="55000">
                <a:schemeClr val="accent3"/>
              </a:gs>
              <a:gs pos="100000">
                <a:schemeClr val="accent3"/>
              </a:gs>
              <a:gs pos="1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81000" dist="444500" dir="8100000" sx="90000" sy="9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F35F4D70-BA91-456B-AC23-9E85B931C180}"/>
              </a:ext>
            </a:extLst>
          </p:cNvPr>
          <p:cNvSpPr/>
          <p:nvPr/>
        </p:nvSpPr>
        <p:spPr>
          <a:xfrm>
            <a:off x="1145217" y="4015567"/>
            <a:ext cx="2589285" cy="802980"/>
          </a:xfrm>
          <a:prstGeom prst="roundRect">
            <a:avLst>
              <a:gd name="adj" fmla="val 5524"/>
            </a:avLst>
          </a:prstGeom>
          <a:solidFill>
            <a:schemeClr val="accent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D6B47D8-221D-4D64-8248-8FFDA12A3090}"/>
              </a:ext>
            </a:extLst>
          </p:cNvPr>
          <p:cNvSpPr/>
          <p:nvPr/>
        </p:nvSpPr>
        <p:spPr>
          <a:xfrm>
            <a:off x="1145217" y="5223893"/>
            <a:ext cx="2589285" cy="802980"/>
          </a:xfrm>
          <a:prstGeom prst="roundRect">
            <a:avLst>
              <a:gd name="adj" fmla="val 5524"/>
            </a:avLst>
          </a:prstGeom>
          <a:solidFill>
            <a:schemeClr val="accent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7" name="Arrow: Up 96">
            <a:extLst>
              <a:ext uri="{FF2B5EF4-FFF2-40B4-BE49-F238E27FC236}">
                <a16:creationId xmlns:a16="http://schemas.microsoft.com/office/drawing/2014/main" id="{C355843C-22B6-4ABF-A90F-D4DEF272ED4B}"/>
              </a:ext>
            </a:extLst>
          </p:cNvPr>
          <p:cNvSpPr/>
          <p:nvPr/>
        </p:nvSpPr>
        <p:spPr>
          <a:xfrm rot="10800000">
            <a:off x="2279422" y="2434202"/>
            <a:ext cx="320874" cy="340729"/>
          </a:xfrm>
          <a:prstGeom prst="upArrow">
            <a:avLst>
              <a:gd name="adj1" fmla="val 60196"/>
              <a:gd name="adj2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0"/>
          </a:gradFill>
          <a:ln w="19050">
            <a:noFill/>
          </a:ln>
          <a:effectLst>
            <a:outerShdw blurRad="635000" dist="457200" dir="2700000" sx="90000" sy="9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  <p:sp>
        <p:nvSpPr>
          <p:cNvPr id="98" name="Arrow: Up 97">
            <a:extLst>
              <a:ext uri="{FF2B5EF4-FFF2-40B4-BE49-F238E27FC236}">
                <a16:creationId xmlns:a16="http://schemas.microsoft.com/office/drawing/2014/main" id="{80051787-EA06-4487-81EF-3560339EDAC7}"/>
              </a:ext>
            </a:extLst>
          </p:cNvPr>
          <p:cNvSpPr/>
          <p:nvPr/>
        </p:nvSpPr>
        <p:spPr>
          <a:xfrm rot="10800000">
            <a:off x="2279422" y="3642529"/>
            <a:ext cx="320874" cy="340729"/>
          </a:xfrm>
          <a:prstGeom prst="upArrow">
            <a:avLst>
              <a:gd name="adj1" fmla="val 60196"/>
              <a:gd name="adj2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0"/>
          </a:gradFill>
          <a:ln w="19050">
            <a:noFill/>
          </a:ln>
          <a:effectLst>
            <a:outerShdw blurRad="635000" dist="457200" dir="2700000" sx="90000" sy="9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  <p:sp>
        <p:nvSpPr>
          <p:cNvPr id="99" name="Arrow: Up 98">
            <a:extLst>
              <a:ext uri="{FF2B5EF4-FFF2-40B4-BE49-F238E27FC236}">
                <a16:creationId xmlns:a16="http://schemas.microsoft.com/office/drawing/2014/main" id="{42ADF63D-BC15-4147-9EDA-A057898C2846}"/>
              </a:ext>
            </a:extLst>
          </p:cNvPr>
          <p:cNvSpPr/>
          <p:nvPr/>
        </p:nvSpPr>
        <p:spPr>
          <a:xfrm rot="10800000">
            <a:off x="2279422" y="4850856"/>
            <a:ext cx="320874" cy="340729"/>
          </a:xfrm>
          <a:prstGeom prst="upArrow">
            <a:avLst>
              <a:gd name="adj1" fmla="val 60196"/>
              <a:gd name="adj2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0"/>
          </a:gradFill>
          <a:ln w="19050">
            <a:noFill/>
          </a:ln>
          <a:effectLst>
            <a:outerShdw blurRad="635000" dist="457200" dir="2700000" sx="90000" sy="9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60CE553-EDBC-4C10-BB05-57DED05F762E}"/>
              </a:ext>
            </a:extLst>
          </p:cNvPr>
          <p:cNvSpPr/>
          <p:nvPr/>
        </p:nvSpPr>
        <p:spPr>
          <a:xfrm>
            <a:off x="3102553" y="1598913"/>
            <a:ext cx="601447" cy="58477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r"/>
            <a:r>
              <a:rPr lang="en-US" sz="3200" b="1" dirty="0">
                <a:solidFill>
                  <a:schemeClr val="bg1">
                    <a:alpha val="50000"/>
                  </a:schemeClr>
                </a:solidFill>
                <a:cs typeface="Poppins" panose="00000500000000000000" pitchFamily="2" charset="0"/>
              </a:rPr>
              <a:t>01</a:t>
            </a:r>
            <a:endParaRPr lang="en-CA" sz="3200" b="1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BBE7E2F-B49D-4D3B-B1D3-512C5CF07BA9}"/>
              </a:ext>
            </a:extLst>
          </p:cNvPr>
          <p:cNvSpPr/>
          <p:nvPr/>
        </p:nvSpPr>
        <p:spPr>
          <a:xfrm>
            <a:off x="3102553" y="2814048"/>
            <a:ext cx="601447" cy="58477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r"/>
            <a:r>
              <a:rPr lang="en-US" sz="3200" b="1" dirty="0">
                <a:solidFill>
                  <a:schemeClr val="bg1">
                    <a:alpha val="50000"/>
                  </a:schemeClr>
                </a:solidFill>
                <a:cs typeface="Poppins" panose="00000500000000000000" pitchFamily="2" charset="0"/>
              </a:rPr>
              <a:t>02</a:t>
            </a:r>
            <a:endParaRPr lang="en-CA" sz="3200" b="1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493C92E-42E6-43E0-9A46-1EDAAF899B22}"/>
              </a:ext>
            </a:extLst>
          </p:cNvPr>
          <p:cNvSpPr/>
          <p:nvPr/>
        </p:nvSpPr>
        <p:spPr>
          <a:xfrm>
            <a:off x="3102553" y="4026407"/>
            <a:ext cx="601447" cy="58477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r"/>
            <a:r>
              <a:rPr lang="en-US" sz="3200" b="1" dirty="0">
                <a:solidFill>
                  <a:schemeClr val="bg1">
                    <a:alpha val="50000"/>
                  </a:schemeClr>
                </a:solidFill>
                <a:cs typeface="Poppins" panose="00000500000000000000" pitchFamily="2" charset="0"/>
              </a:rPr>
              <a:t>03</a:t>
            </a:r>
            <a:endParaRPr lang="en-CA" sz="3200" b="1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4592588-8E5A-49DF-8929-7AEB2FBFD5E5}"/>
              </a:ext>
            </a:extLst>
          </p:cNvPr>
          <p:cNvSpPr/>
          <p:nvPr/>
        </p:nvSpPr>
        <p:spPr>
          <a:xfrm>
            <a:off x="3102553" y="5223893"/>
            <a:ext cx="601447" cy="58477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r"/>
            <a:r>
              <a:rPr lang="en-US" sz="3200" b="1" dirty="0">
                <a:solidFill>
                  <a:schemeClr val="bg1">
                    <a:alpha val="50000"/>
                  </a:schemeClr>
                </a:solidFill>
                <a:cs typeface="Poppins" panose="00000500000000000000" pitchFamily="2" charset="0"/>
              </a:rPr>
              <a:t>04</a:t>
            </a:r>
            <a:endParaRPr lang="en-CA" sz="3200" b="1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2F84C2-B3C6-4A09-93DC-DB4500266886}"/>
              </a:ext>
            </a:extLst>
          </p:cNvPr>
          <p:cNvSpPr/>
          <p:nvPr/>
        </p:nvSpPr>
        <p:spPr>
          <a:xfrm>
            <a:off x="1323002" y="1704611"/>
            <a:ext cx="1558885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cs typeface="Poppins" panose="00000500000000000000" pitchFamily="2" charset="0"/>
              </a:rPr>
              <a:t>Define Desired Impact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FC75AB7-D679-4A49-B635-287FFA95CD71}"/>
              </a:ext>
            </a:extLst>
          </p:cNvPr>
          <p:cNvSpPr/>
          <p:nvPr/>
        </p:nvSpPr>
        <p:spPr>
          <a:xfrm>
            <a:off x="1323002" y="2916952"/>
            <a:ext cx="1558885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cs typeface="Poppins" panose="00000500000000000000" pitchFamily="2" charset="0"/>
              </a:rPr>
              <a:t>Present Theory of Change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8250A23-58B3-4B8C-B8A7-25CD9DAC5B21}"/>
              </a:ext>
            </a:extLst>
          </p:cNvPr>
          <p:cNvSpPr/>
          <p:nvPr/>
        </p:nvSpPr>
        <p:spPr>
          <a:xfrm>
            <a:off x="1323003" y="4124670"/>
            <a:ext cx="1363954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cs typeface="Poppins" panose="00000500000000000000" pitchFamily="2" charset="0"/>
              </a:rPr>
              <a:t>Select Outcome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10C79FF-1B04-475B-B8FD-1F789781889F}"/>
              </a:ext>
            </a:extLst>
          </p:cNvPr>
          <p:cNvSpPr/>
          <p:nvPr/>
        </p:nvSpPr>
        <p:spPr>
          <a:xfrm>
            <a:off x="1323003" y="5332996"/>
            <a:ext cx="1142973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cs typeface="Poppins" panose="00000500000000000000" pitchFamily="2" charset="0"/>
              </a:rPr>
              <a:t>Select Output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6FF07146-94EF-47BE-B6B5-2E42FA83DD34}"/>
              </a:ext>
            </a:extLst>
          </p:cNvPr>
          <p:cNvSpPr/>
          <p:nvPr/>
        </p:nvSpPr>
        <p:spPr>
          <a:xfrm>
            <a:off x="557013" y="3088450"/>
            <a:ext cx="2301632" cy="2000788"/>
          </a:xfrm>
          <a:prstGeom prst="arc">
            <a:avLst>
              <a:gd name="adj1" fmla="val 7337778"/>
              <a:gd name="adj2" fmla="val 14480382"/>
            </a:avLst>
          </a:prstGeom>
          <a:ln w="6350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9" name="Arc 108">
            <a:extLst>
              <a:ext uri="{FF2B5EF4-FFF2-40B4-BE49-F238E27FC236}">
                <a16:creationId xmlns:a16="http://schemas.microsoft.com/office/drawing/2014/main" id="{A741CB30-E409-4CD5-BB7B-542A4A6D27ED}"/>
              </a:ext>
            </a:extLst>
          </p:cNvPr>
          <p:cNvSpPr/>
          <p:nvPr/>
        </p:nvSpPr>
        <p:spPr>
          <a:xfrm>
            <a:off x="3054582" y="4459831"/>
            <a:ext cx="1066299" cy="1244424"/>
          </a:xfrm>
          <a:prstGeom prst="arc">
            <a:avLst>
              <a:gd name="adj1" fmla="val 17301585"/>
              <a:gd name="adj2" fmla="val 4301230"/>
            </a:avLst>
          </a:prstGeom>
          <a:ln w="63500" cap="rnd">
            <a:solidFill>
              <a:schemeClr val="bg1">
                <a:lumMod val="75000"/>
              </a:schemeClr>
            </a:solidFill>
            <a:round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7D3F43-5685-470C-8C72-20B481111B02}"/>
              </a:ext>
            </a:extLst>
          </p:cNvPr>
          <p:cNvGrpSpPr/>
          <p:nvPr/>
        </p:nvGrpSpPr>
        <p:grpSpPr>
          <a:xfrm>
            <a:off x="4379292" y="4711981"/>
            <a:ext cx="1602553" cy="621016"/>
            <a:chOff x="4379292" y="4711981"/>
            <a:chExt cx="1602553" cy="621016"/>
          </a:xfrm>
        </p:grpSpPr>
        <p:sp>
          <p:nvSpPr>
            <p:cNvPr id="110" name="Arrow: Up 109">
              <a:extLst>
                <a:ext uri="{FF2B5EF4-FFF2-40B4-BE49-F238E27FC236}">
                  <a16:creationId xmlns:a16="http://schemas.microsoft.com/office/drawing/2014/main" id="{B28893B2-81D3-4D2F-983C-87DACFDC596F}"/>
                </a:ext>
              </a:extLst>
            </p:cNvPr>
            <p:cNvSpPr/>
            <p:nvPr/>
          </p:nvSpPr>
          <p:spPr>
            <a:xfrm rot="5400000">
              <a:off x="4870061" y="4221212"/>
              <a:ext cx="621016" cy="1602553"/>
            </a:xfrm>
            <a:prstGeom prst="upArrow">
              <a:avLst>
                <a:gd name="adj1" fmla="val 60196"/>
                <a:gd name="adj2" fmla="val 50000"/>
              </a:avLst>
            </a:prstGeom>
            <a:gradFill>
              <a:gsLst>
                <a:gs pos="55000">
                  <a:schemeClr val="accent3"/>
                </a:gs>
                <a:gs pos="100000">
                  <a:schemeClr val="accent3"/>
                </a:gs>
                <a:gs pos="1000">
                  <a:schemeClr val="accent3">
                    <a:lumMod val="60000"/>
                    <a:lumOff val="4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381000" dist="4445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7CAB17-9F49-46C7-A57E-474D447A761F}"/>
                </a:ext>
              </a:extLst>
            </p:cNvPr>
            <p:cNvSpPr/>
            <p:nvPr/>
          </p:nvSpPr>
          <p:spPr>
            <a:xfrm>
              <a:off x="4433135" y="4851943"/>
              <a:ext cx="12935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cs typeface="Poppins" panose="00000500000000000000" pitchFamily="2" charset="0"/>
                </a:rPr>
                <a:t>Results Chain</a:t>
              </a:r>
              <a:endParaRPr lang="en-CA" sz="1600" dirty="0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6</a:t>
            </a:r>
            <a:endParaRPr lang="en-GB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02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AA6888D-E5C6-428C-8B4E-165ED3196EF2}"/>
              </a:ext>
            </a:extLst>
          </p:cNvPr>
          <p:cNvSpPr/>
          <p:nvPr/>
        </p:nvSpPr>
        <p:spPr>
          <a:xfrm>
            <a:off x="606000" y="3514566"/>
            <a:ext cx="2086690" cy="649629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Inputs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E828AFF-63F0-4C93-BCE6-000350F8319D}"/>
              </a:ext>
            </a:extLst>
          </p:cNvPr>
          <p:cNvSpPr/>
          <p:nvPr/>
        </p:nvSpPr>
        <p:spPr>
          <a:xfrm>
            <a:off x="2829327" y="3514566"/>
            <a:ext cx="2086690" cy="649629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Activities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F01EF59-608D-44F3-A11F-2EA3B8122B30}"/>
              </a:ext>
            </a:extLst>
          </p:cNvPr>
          <p:cNvSpPr/>
          <p:nvPr/>
        </p:nvSpPr>
        <p:spPr>
          <a:xfrm>
            <a:off x="5052655" y="3514566"/>
            <a:ext cx="2086690" cy="649629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Outputs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3EF77A9-E061-42F9-BD4F-09A87C9AD35F}"/>
              </a:ext>
            </a:extLst>
          </p:cNvPr>
          <p:cNvSpPr/>
          <p:nvPr/>
        </p:nvSpPr>
        <p:spPr>
          <a:xfrm>
            <a:off x="7275982" y="3514566"/>
            <a:ext cx="2086690" cy="649629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>
                <a:solidFill>
                  <a:schemeClr val="tx1">
                    <a:lumMod val="85000"/>
                    <a:lumOff val="15000"/>
                  </a:schemeClr>
                </a:solidFill>
              </a:rPr>
              <a:t>Outcomes</a:t>
            </a:r>
            <a:endParaRPr lang="en-ID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22473F9-9A47-4E4A-955B-65F285F9CA7F}"/>
              </a:ext>
            </a:extLst>
          </p:cNvPr>
          <p:cNvSpPr/>
          <p:nvPr/>
        </p:nvSpPr>
        <p:spPr>
          <a:xfrm>
            <a:off x="9499310" y="3514566"/>
            <a:ext cx="2086690" cy="649629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Impact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B06CC-1557-401B-9706-D9B60BA38670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THEORY OF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CHANGE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86F427-22E5-4E59-9460-E9147CF5C5DB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F7F4D92-54D8-4845-BD27-041C209F77F8}"/>
              </a:ext>
            </a:extLst>
          </p:cNvPr>
          <p:cNvSpPr/>
          <p:nvPr/>
        </p:nvSpPr>
        <p:spPr>
          <a:xfrm>
            <a:off x="606000" y="2038550"/>
            <a:ext cx="4310017" cy="1004274"/>
          </a:xfrm>
          <a:prstGeom prst="roundRect">
            <a:avLst>
              <a:gd name="adj" fmla="val 5524"/>
            </a:avLst>
          </a:prstGeom>
          <a:solidFill>
            <a:schemeClr val="accent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9EF89368-516D-4288-981C-20DF5EA1ED2E}"/>
              </a:ext>
            </a:extLst>
          </p:cNvPr>
          <p:cNvSpPr/>
          <p:nvPr/>
        </p:nvSpPr>
        <p:spPr>
          <a:xfrm>
            <a:off x="5052655" y="2038550"/>
            <a:ext cx="6512328" cy="1004274"/>
          </a:xfrm>
          <a:prstGeom prst="roundRect">
            <a:avLst>
              <a:gd name="adj" fmla="val 5524"/>
            </a:avLst>
          </a:prstGeom>
          <a:solidFill>
            <a:schemeClr val="accent2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77AE126-6158-433B-BD5E-AAD4E6817247}"/>
              </a:ext>
            </a:extLst>
          </p:cNvPr>
          <p:cNvGrpSpPr/>
          <p:nvPr/>
        </p:nvGrpSpPr>
        <p:grpSpPr>
          <a:xfrm>
            <a:off x="746742" y="3332764"/>
            <a:ext cx="345457" cy="345457"/>
            <a:chOff x="1649346" y="3421255"/>
            <a:chExt cx="345457" cy="345457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4FA789E-FF93-4B7D-BA3A-E18B356690AC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1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8777D1D-11DD-4ADA-9B9C-47FAE9205295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5C5EB2-6041-418E-8EF0-976FDDF89F95}"/>
              </a:ext>
            </a:extLst>
          </p:cNvPr>
          <p:cNvGrpSpPr/>
          <p:nvPr/>
        </p:nvGrpSpPr>
        <p:grpSpPr>
          <a:xfrm>
            <a:off x="2976356" y="3332764"/>
            <a:ext cx="345457" cy="345457"/>
            <a:chOff x="1649346" y="3421255"/>
            <a:chExt cx="345457" cy="345457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8D1D316-D5AD-4060-9850-9CBDCD58041A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1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AB59937-57E8-4F0E-BA74-99E7B64C258D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A6D208A-BA9F-40BE-B898-EEEB07B21228}"/>
              </a:ext>
            </a:extLst>
          </p:cNvPr>
          <p:cNvGrpSpPr/>
          <p:nvPr/>
        </p:nvGrpSpPr>
        <p:grpSpPr>
          <a:xfrm>
            <a:off x="5191880" y="3332764"/>
            <a:ext cx="345457" cy="345457"/>
            <a:chOff x="1649346" y="3421255"/>
            <a:chExt cx="345457" cy="345457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B059363-777F-4D96-B571-A1C39E140070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2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12AB782-A183-49B5-8C06-EDD0B8277CA0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4C2E35F-DB3D-4A2B-97D9-0606A07C6A9C}"/>
              </a:ext>
            </a:extLst>
          </p:cNvPr>
          <p:cNvGrpSpPr/>
          <p:nvPr/>
        </p:nvGrpSpPr>
        <p:grpSpPr>
          <a:xfrm>
            <a:off x="7415208" y="3332764"/>
            <a:ext cx="345457" cy="345457"/>
            <a:chOff x="1649346" y="3421255"/>
            <a:chExt cx="345457" cy="345457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1B49748-243E-4758-96D1-B15BB3B1E9CD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2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091CE5C-C014-47B0-B6AB-062921776C53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AB6AA19-8C33-4BB6-9805-3FC5B04AF0FC}"/>
              </a:ext>
            </a:extLst>
          </p:cNvPr>
          <p:cNvGrpSpPr/>
          <p:nvPr/>
        </p:nvGrpSpPr>
        <p:grpSpPr>
          <a:xfrm>
            <a:off x="9632246" y="3332764"/>
            <a:ext cx="345457" cy="345457"/>
            <a:chOff x="1649346" y="3421255"/>
            <a:chExt cx="345457" cy="345457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C00CF8B6-0C91-46F7-9FE8-48EBC2D59597}"/>
                </a:ext>
              </a:extLst>
            </p:cNvPr>
            <p:cNvSpPr/>
            <p:nvPr/>
          </p:nvSpPr>
          <p:spPr>
            <a:xfrm>
              <a:off x="1649346" y="3421255"/>
              <a:ext cx="345457" cy="345457"/>
            </a:xfrm>
            <a:prstGeom prst="ellipse">
              <a:avLst/>
            </a:prstGeom>
            <a:solidFill>
              <a:schemeClr val="accent2"/>
            </a:solidFill>
            <a:ln w="2635" cap="flat">
              <a:noFill/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C0DD204-FC4A-4006-A2FD-322330223FB7}"/>
                </a:ext>
              </a:extLst>
            </p:cNvPr>
            <p:cNvSpPr/>
            <p:nvPr/>
          </p:nvSpPr>
          <p:spPr>
            <a:xfrm>
              <a:off x="1738980" y="3536651"/>
              <a:ext cx="166514" cy="99779"/>
            </a:xfrm>
            <a:custGeom>
              <a:avLst/>
              <a:gdLst>
                <a:gd name="connsiteX0" fmla="*/ 83111 w 166514"/>
                <a:gd name="connsiteY0" fmla="*/ 3 h 99779"/>
                <a:gd name="connsiteX1" fmla="*/ 94792 w 166514"/>
                <a:gd name="connsiteY1" fmla="*/ 4699 h 99779"/>
                <a:gd name="connsiteX2" fmla="*/ 96964 w 166514"/>
                <a:gd name="connsiteY2" fmla="*/ 7426 h 99779"/>
                <a:gd name="connsiteX3" fmla="*/ 161789 w 166514"/>
                <a:gd name="connsiteY3" fmla="*/ 72251 h 99779"/>
                <a:gd name="connsiteX4" fmla="*/ 166514 w 166514"/>
                <a:gd name="connsiteY4" fmla="*/ 83653 h 99779"/>
                <a:gd name="connsiteX5" fmla="*/ 161789 w 166514"/>
                <a:gd name="connsiteY5" fmla="*/ 95056 h 99779"/>
                <a:gd name="connsiteX6" fmla="*/ 138979 w 166514"/>
                <a:gd name="connsiteY6" fmla="*/ 95056 h 99779"/>
                <a:gd name="connsiteX7" fmla="*/ 83112 w 166514"/>
                <a:gd name="connsiteY7" fmla="*/ 39196 h 99779"/>
                <a:gd name="connsiteX8" fmla="*/ 27534 w 166514"/>
                <a:gd name="connsiteY8" fmla="*/ 94775 h 99779"/>
                <a:gd name="connsiteX9" fmla="*/ 4724 w 166514"/>
                <a:gd name="connsiteY9" fmla="*/ 94775 h 99779"/>
                <a:gd name="connsiteX10" fmla="*/ 4721 w 166514"/>
                <a:gd name="connsiteY10" fmla="*/ 71965 h 99779"/>
                <a:gd name="connsiteX11" fmla="*/ 69256 w 166514"/>
                <a:gd name="connsiteY11" fmla="*/ 7427 h 99779"/>
                <a:gd name="connsiteX12" fmla="*/ 71428 w 166514"/>
                <a:gd name="connsiteY12" fmla="*/ 4703 h 99779"/>
                <a:gd name="connsiteX13" fmla="*/ 83111 w 166514"/>
                <a:gd name="connsiteY13" fmla="*/ 3 h 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514" h="99779">
                  <a:moveTo>
                    <a:pt x="83111" y="3"/>
                  </a:moveTo>
                  <a:cubicBezTo>
                    <a:pt x="87331" y="-73"/>
                    <a:pt x="91570" y="1477"/>
                    <a:pt x="94792" y="4699"/>
                  </a:cubicBezTo>
                  <a:cubicBezTo>
                    <a:pt x="95634" y="5540"/>
                    <a:pt x="96345" y="6464"/>
                    <a:pt x="96964" y="7426"/>
                  </a:cubicBezTo>
                  <a:lnTo>
                    <a:pt x="161789" y="72251"/>
                  </a:lnTo>
                  <a:cubicBezTo>
                    <a:pt x="164939" y="75399"/>
                    <a:pt x="166514" y="79526"/>
                    <a:pt x="166514" y="83653"/>
                  </a:cubicBezTo>
                  <a:cubicBezTo>
                    <a:pt x="166514" y="87780"/>
                    <a:pt x="164939" y="91905"/>
                    <a:pt x="161789" y="95056"/>
                  </a:cubicBezTo>
                  <a:cubicBezTo>
                    <a:pt x="155490" y="101354"/>
                    <a:pt x="145276" y="101354"/>
                    <a:pt x="138979" y="95056"/>
                  </a:cubicBezTo>
                  <a:lnTo>
                    <a:pt x="83112" y="39196"/>
                  </a:lnTo>
                  <a:lnTo>
                    <a:pt x="27534" y="94775"/>
                  </a:lnTo>
                  <a:cubicBezTo>
                    <a:pt x="21232" y="101073"/>
                    <a:pt x="11021" y="101073"/>
                    <a:pt x="4724" y="94775"/>
                  </a:cubicBezTo>
                  <a:cubicBezTo>
                    <a:pt x="-1575" y="88476"/>
                    <a:pt x="-1571" y="78264"/>
                    <a:pt x="4721" y="71965"/>
                  </a:cubicBezTo>
                  <a:lnTo>
                    <a:pt x="69256" y="7427"/>
                  </a:lnTo>
                  <a:cubicBezTo>
                    <a:pt x="69874" y="6465"/>
                    <a:pt x="70585" y="5542"/>
                    <a:pt x="71428" y="4703"/>
                  </a:cubicBezTo>
                  <a:cubicBezTo>
                    <a:pt x="74647" y="1484"/>
                    <a:pt x="78888" y="-70"/>
                    <a:pt x="8311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28D0AE4B-1DC3-422B-89F9-DF192D0B442C}"/>
              </a:ext>
            </a:extLst>
          </p:cNvPr>
          <p:cNvSpPr/>
          <p:nvPr/>
        </p:nvSpPr>
        <p:spPr>
          <a:xfrm>
            <a:off x="7898106" y="1589000"/>
            <a:ext cx="821426" cy="821426"/>
          </a:xfrm>
          <a:prstGeom prst="ellipse">
            <a:avLst/>
          </a:prstGeom>
          <a:solidFill>
            <a:schemeClr val="accent2"/>
          </a:solidFill>
          <a:ln w="63500" cap="flat">
            <a:solidFill>
              <a:schemeClr val="bg1"/>
            </a:solidFill>
            <a:prstDash val="solid"/>
            <a:miter/>
          </a:ln>
          <a:effectLst>
            <a:outerShdw blurRad="139700" dist="38100" dir="2700000" algn="tl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endParaRPr lang="en-CA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0F2DA6-B99F-4466-8D94-D820909A45BA}"/>
              </a:ext>
            </a:extLst>
          </p:cNvPr>
          <p:cNvSpPr/>
          <p:nvPr/>
        </p:nvSpPr>
        <p:spPr>
          <a:xfrm>
            <a:off x="1616917" y="2553967"/>
            <a:ext cx="2288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STRATEGIC PLANNING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1384733-4952-4DDA-B64A-5C7F3356BE60}"/>
              </a:ext>
            </a:extLst>
          </p:cNvPr>
          <p:cNvSpPr/>
          <p:nvPr/>
        </p:nvSpPr>
        <p:spPr>
          <a:xfrm>
            <a:off x="7615459" y="2553967"/>
            <a:ext cx="1386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THE EFFECTS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DB70697-A04C-4F72-A910-E6FC08E9FBA4}"/>
              </a:ext>
            </a:extLst>
          </p:cNvPr>
          <p:cNvSpPr/>
          <p:nvPr/>
        </p:nvSpPr>
        <p:spPr>
          <a:xfrm flipH="1">
            <a:off x="1068650" y="4355522"/>
            <a:ext cx="16240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All financial and non-financial inputs which are required for projects (BIG’s grant, other funding, volunteer time)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8D6018-50B3-4E15-8B4E-02934A657892}"/>
              </a:ext>
            </a:extLst>
          </p:cNvPr>
          <p:cNvGrpSpPr/>
          <p:nvPr/>
        </p:nvGrpSpPr>
        <p:grpSpPr>
          <a:xfrm>
            <a:off x="775470" y="4164195"/>
            <a:ext cx="144000" cy="1523188"/>
            <a:chOff x="775470" y="4252686"/>
            <a:chExt cx="144000" cy="15231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EC76173-D2CD-4BEB-985B-A976A2F99EEA}"/>
                </a:ext>
              </a:extLst>
            </p:cNvPr>
            <p:cNvCxnSpPr>
              <a:cxnSpLocks/>
            </p:cNvCxnSpPr>
            <p:nvPr/>
          </p:nvCxnSpPr>
          <p:spPr>
            <a:xfrm>
              <a:off x="841446" y="4252686"/>
              <a:ext cx="0" cy="14823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22259E3-F34E-4556-B85A-76CF64B59C0A}"/>
                </a:ext>
              </a:extLst>
            </p:cNvPr>
            <p:cNvSpPr/>
            <p:nvPr/>
          </p:nvSpPr>
          <p:spPr>
            <a:xfrm>
              <a:off x="775470" y="5739874"/>
              <a:ext cx="144000" cy="36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A1666AC-55AB-41B6-8374-881315C6A6C6}"/>
              </a:ext>
            </a:extLst>
          </p:cNvPr>
          <p:cNvSpPr/>
          <p:nvPr/>
        </p:nvSpPr>
        <p:spPr>
          <a:xfrm flipH="1">
            <a:off x="3267712" y="4355522"/>
            <a:ext cx="1624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Activities might include; engagement and outreach; advice and guidance; placements and ILMs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4A1E5E2-423F-4205-A35F-23075A0AEBCA}"/>
              </a:ext>
            </a:extLst>
          </p:cNvPr>
          <p:cNvGrpSpPr/>
          <p:nvPr/>
        </p:nvGrpSpPr>
        <p:grpSpPr>
          <a:xfrm>
            <a:off x="2974532" y="4164195"/>
            <a:ext cx="144000" cy="1523188"/>
            <a:chOff x="775470" y="4252686"/>
            <a:chExt cx="144000" cy="1523188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CE900E9-11B9-40BF-8CC4-14A45C36FF6B}"/>
                </a:ext>
              </a:extLst>
            </p:cNvPr>
            <p:cNvCxnSpPr>
              <a:cxnSpLocks/>
            </p:cNvCxnSpPr>
            <p:nvPr/>
          </p:nvCxnSpPr>
          <p:spPr>
            <a:xfrm>
              <a:off x="841446" y="4252686"/>
              <a:ext cx="0" cy="14823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639848D4-F9B5-4535-837B-1A0C47932309}"/>
                </a:ext>
              </a:extLst>
            </p:cNvPr>
            <p:cNvSpPr/>
            <p:nvPr/>
          </p:nvSpPr>
          <p:spPr>
            <a:xfrm>
              <a:off x="775470" y="5739874"/>
              <a:ext cx="144000" cy="36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F52D6A0-5AEC-40D1-BBE3-CFF5E139E840}"/>
              </a:ext>
            </a:extLst>
          </p:cNvPr>
          <p:cNvSpPr/>
          <p:nvPr/>
        </p:nvSpPr>
        <p:spPr>
          <a:xfrm flipH="1">
            <a:off x="5481366" y="4355522"/>
            <a:ext cx="17741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Focus on clear measurable outputs which may include; numbers supported, numbers of employers engaged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E1C068F-84FD-4BAF-BE00-9270DE68577C}"/>
              </a:ext>
            </a:extLst>
          </p:cNvPr>
          <p:cNvGrpSpPr/>
          <p:nvPr/>
        </p:nvGrpSpPr>
        <p:grpSpPr>
          <a:xfrm>
            <a:off x="5188186" y="4164195"/>
            <a:ext cx="144000" cy="1523188"/>
            <a:chOff x="775470" y="4252686"/>
            <a:chExt cx="144000" cy="1523188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480EE123-F372-4DF1-8457-6C1E7BC85DAB}"/>
                </a:ext>
              </a:extLst>
            </p:cNvPr>
            <p:cNvCxnSpPr>
              <a:cxnSpLocks/>
            </p:cNvCxnSpPr>
            <p:nvPr/>
          </p:nvCxnSpPr>
          <p:spPr>
            <a:xfrm>
              <a:off x="841446" y="4252686"/>
              <a:ext cx="0" cy="148232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70968875-B1CE-498D-BF99-CA8ED4AD0046}"/>
                </a:ext>
              </a:extLst>
            </p:cNvPr>
            <p:cNvSpPr/>
            <p:nvPr/>
          </p:nvSpPr>
          <p:spPr>
            <a:xfrm>
              <a:off x="775470" y="5739874"/>
              <a:ext cx="144000" cy="36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964085C-C780-4AB0-A1BE-8451DBB4FF65}"/>
              </a:ext>
            </a:extLst>
          </p:cNvPr>
          <p:cNvSpPr/>
          <p:nvPr/>
        </p:nvSpPr>
        <p:spPr>
          <a:xfrm flipH="1">
            <a:off x="7709946" y="4355522"/>
            <a:ext cx="1614605" cy="1251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Numbers into sustained employment or self-employment. 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Numbers of regular volunteers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578FE93-FF49-486F-B251-926AEEF78014}"/>
              </a:ext>
            </a:extLst>
          </p:cNvPr>
          <p:cNvGrpSpPr/>
          <p:nvPr/>
        </p:nvGrpSpPr>
        <p:grpSpPr>
          <a:xfrm>
            <a:off x="7416766" y="4164195"/>
            <a:ext cx="144000" cy="1523188"/>
            <a:chOff x="775470" y="4252686"/>
            <a:chExt cx="144000" cy="1523188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AF4D3D5-0C3E-4A45-AC3C-6D47B067576A}"/>
                </a:ext>
              </a:extLst>
            </p:cNvPr>
            <p:cNvCxnSpPr>
              <a:cxnSpLocks/>
            </p:cNvCxnSpPr>
            <p:nvPr/>
          </p:nvCxnSpPr>
          <p:spPr>
            <a:xfrm>
              <a:off x="841446" y="4252686"/>
              <a:ext cx="0" cy="148232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15AA1E1A-2E2F-4337-8811-3775EA99F57E}"/>
                </a:ext>
              </a:extLst>
            </p:cNvPr>
            <p:cNvSpPr/>
            <p:nvPr/>
          </p:nvSpPr>
          <p:spPr>
            <a:xfrm>
              <a:off x="775470" y="5739874"/>
              <a:ext cx="144000" cy="36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7B11414-7C15-4F8E-AE1B-F1D346E3E83C}"/>
              </a:ext>
            </a:extLst>
          </p:cNvPr>
          <p:cNvSpPr/>
          <p:nvPr/>
        </p:nvSpPr>
        <p:spPr>
          <a:xfrm flipH="1">
            <a:off x="9922961" y="4355522"/>
            <a:ext cx="16630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Focus here is on the ‘net change’, what would have happened without Talent Match 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FC1FDD7-CBD4-4E6E-9A00-52C816959CDA}"/>
              </a:ext>
            </a:extLst>
          </p:cNvPr>
          <p:cNvGrpSpPr/>
          <p:nvPr/>
        </p:nvGrpSpPr>
        <p:grpSpPr>
          <a:xfrm>
            <a:off x="9629781" y="4164195"/>
            <a:ext cx="144000" cy="1523188"/>
            <a:chOff x="775470" y="4252686"/>
            <a:chExt cx="144000" cy="1523188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A9E983A4-38FA-4487-AF3A-50FD15D1A7AB}"/>
                </a:ext>
              </a:extLst>
            </p:cNvPr>
            <p:cNvCxnSpPr>
              <a:cxnSpLocks/>
            </p:cNvCxnSpPr>
            <p:nvPr/>
          </p:nvCxnSpPr>
          <p:spPr>
            <a:xfrm>
              <a:off x="841446" y="4252686"/>
              <a:ext cx="0" cy="148232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9EF53AA4-2A37-44F0-885F-15CA92C79622}"/>
                </a:ext>
              </a:extLst>
            </p:cNvPr>
            <p:cNvSpPr/>
            <p:nvPr/>
          </p:nvSpPr>
          <p:spPr>
            <a:xfrm>
              <a:off x="775470" y="5739874"/>
              <a:ext cx="144000" cy="36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4A22DE-D12B-48D5-A7BC-7D4D06136C11}"/>
              </a:ext>
            </a:extLst>
          </p:cNvPr>
          <p:cNvGrpSpPr/>
          <p:nvPr/>
        </p:nvGrpSpPr>
        <p:grpSpPr>
          <a:xfrm>
            <a:off x="2350295" y="1589000"/>
            <a:ext cx="821426" cy="821426"/>
            <a:chOff x="2350295" y="1589000"/>
            <a:chExt cx="821426" cy="821426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5E619135-27D6-4040-9403-88C7E386639E}"/>
                </a:ext>
              </a:extLst>
            </p:cNvPr>
            <p:cNvSpPr/>
            <p:nvPr/>
          </p:nvSpPr>
          <p:spPr>
            <a:xfrm>
              <a:off x="2350295" y="1589000"/>
              <a:ext cx="821426" cy="821426"/>
            </a:xfrm>
            <a:prstGeom prst="ellipse">
              <a:avLst/>
            </a:prstGeom>
            <a:solidFill>
              <a:schemeClr val="accent1"/>
            </a:solidFill>
            <a:ln w="63500" cap="flat">
              <a:solidFill>
                <a:schemeClr val="bg1"/>
              </a:solidFill>
              <a:prstDash val="solid"/>
              <a:miter/>
            </a:ln>
            <a:effectLst>
              <a:outerShdw blurRad="139700" dist="38100" dir="2700000" algn="tl" rotWithShape="0">
                <a:prstClr val="black">
                  <a:alpha val="13000"/>
                </a:prstClr>
              </a:outerShdw>
            </a:effectLst>
          </p:spPr>
          <p:txBody>
            <a:bodyPr rtlCol="0" anchor="ctr"/>
            <a:lstStyle/>
            <a:p>
              <a:endParaRPr lang="en-CA">
                <a:solidFill>
                  <a:schemeClr val="tx1"/>
                </a:solidFill>
              </a:endParaRP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25F4A829-C9D2-4A61-8524-4BB73D469F78}"/>
                </a:ext>
              </a:extLst>
            </p:cNvPr>
            <p:cNvGrpSpPr/>
            <p:nvPr/>
          </p:nvGrpSpPr>
          <p:grpSpPr>
            <a:xfrm>
              <a:off x="2605433" y="1811594"/>
              <a:ext cx="311150" cy="376238"/>
              <a:chOff x="6424613" y="2508251"/>
              <a:chExt cx="311150" cy="376238"/>
            </a:xfrm>
            <a:solidFill>
              <a:schemeClr val="bg1"/>
            </a:solidFill>
          </p:grpSpPr>
          <p:sp>
            <p:nvSpPr>
              <p:cNvPr id="149" name="Freeform 405">
                <a:extLst>
                  <a:ext uri="{FF2B5EF4-FFF2-40B4-BE49-F238E27FC236}">
                    <a16:creationId xmlns:a16="http://schemas.microsoft.com/office/drawing/2014/main" id="{3FA0415D-AF4F-4994-AECC-AF50E9865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1" y="2619376"/>
                <a:ext cx="120650" cy="15875"/>
              </a:xfrm>
              <a:custGeom>
                <a:avLst/>
                <a:gdLst>
                  <a:gd name="T0" fmla="*/ 214 w 228"/>
                  <a:gd name="T1" fmla="*/ 0 h 28"/>
                  <a:gd name="T2" fmla="*/ 14 w 228"/>
                  <a:gd name="T3" fmla="*/ 0 h 28"/>
                  <a:gd name="T4" fmla="*/ 9 w 228"/>
                  <a:gd name="T5" fmla="*/ 1 h 28"/>
                  <a:gd name="T6" fmla="*/ 4 w 228"/>
                  <a:gd name="T7" fmla="*/ 5 h 28"/>
                  <a:gd name="T8" fmla="*/ 1 w 228"/>
                  <a:gd name="T9" fmla="*/ 9 h 28"/>
                  <a:gd name="T10" fmla="*/ 0 w 228"/>
                  <a:gd name="T11" fmla="*/ 14 h 28"/>
                  <a:gd name="T12" fmla="*/ 1 w 228"/>
                  <a:gd name="T13" fmla="*/ 20 h 28"/>
                  <a:gd name="T14" fmla="*/ 4 w 228"/>
                  <a:gd name="T15" fmla="*/ 24 h 28"/>
                  <a:gd name="T16" fmla="*/ 9 w 228"/>
                  <a:gd name="T17" fmla="*/ 27 h 28"/>
                  <a:gd name="T18" fmla="*/ 14 w 228"/>
                  <a:gd name="T19" fmla="*/ 28 h 28"/>
                  <a:gd name="T20" fmla="*/ 214 w 228"/>
                  <a:gd name="T21" fmla="*/ 28 h 28"/>
                  <a:gd name="T22" fmla="*/ 219 w 228"/>
                  <a:gd name="T23" fmla="*/ 27 h 28"/>
                  <a:gd name="T24" fmla="*/ 224 w 228"/>
                  <a:gd name="T25" fmla="*/ 24 h 28"/>
                  <a:gd name="T26" fmla="*/ 227 w 228"/>
                  <a:gd name="T27" fmla="*/ 20 h 28"/>
                  <a:gd name="T28" fmla="*/ 228 w 228"/>
                  <a:gd name="T29" fmla="*/ 14 h 28"/>
                  <a:gd name="T30" fmla="*/ 227 w 228"/>
                  <a:gd name="T31" fmla="*/ 9 h 28"/>
                  <a:gd name="T32" fmla="*/ 224 w 228"/>
                  <a:gd name="T33" fmla="*/ 5 h 28"/>
                  <a:gd name="T34" fmla="*/ 219 w 228"/>
                  <a:gd name="T35" fmla="*/ 1 h 28"/>
                  <a:gd name="T36" fmla="*/ 214 w 228"/>
                  <a:gd name="T3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28" h="28">
                    <a:moveTo>
                      <a:pt x="214" y="0"/>
                    </a:moveTo>
                    <a:lnTo>
                      <a:pt x="14" y="0"/>
                    </a:lnTo>
                    <a:lnTo>
                      <a:pt x="9" y="1"/>
                    </a:lnTo>
                    <a:lnTo>
                      <a:pt x="4" y="5"/>
                    </a:lnTo>
                    <a:lnTo>
                      <a:pt x="1" y="9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4"/>
                    </a:lnTo>
                    <a:lnTo>
                      <a:pt x="9" y="27"/>
                    </a:lnTo>
                    <a:lnTo>
                      <a:pt x="14" y="28"/>
                    </a:lnTo>
                    <a:lnTo>
                      <a:pt x="214" y="28"/>
                    </a:lnTo>
                    <a:lnTo>
                      <a:pt x="219" y="27"/>
                    </a:lnTo>
                    <a:lnTo>
                      <a:pt x="224" y="24"/>
                    </a:lnTo>
                    <a:lnTo>
                      <a:pt x="227" y="20"/>
                    </a:lnTo>
                    <a:lnTo>
                      <a:pt x="228" y="14"/>
                    </a:lnTo>
                    <a:lnTo>
                      <a:pt x="227" y="9"/>
                    </a:lnTo>
                    <a:lnTo>
                      <a:pt x="224" y="5"/>
                    </a:lnTo>
                    <a:lnTo>
                      <a:pt x="219" y="1"/>
                    </a:lnTo>
                    <a:lnTo>
                      <a:pt x="21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407">
                <a:extLst>
                  <a:ext uri="{FF2B5EF4-FFF2-40B4-BE49-F238E27FC236}">
                    <a16:creationId xmlns:a16="http://schemas.microsoft.com/office/drawing/2014/main" id="{FFAD65EA-7A54-407B-BCA9-6B66993C1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6863" y="2655888"/>
                <a:ext cx="15875" cy="14288"/>
              </a:xfrm>
              <a:custGeom>
                <a:avLst/>
                <a:gdLst>
                  <a:gd name="T0" fmla="*/ 23 w 28"/>
                  <a:gd name="T1" fmla="*/ 4 h 28"/>
                  <a:gd name="T2" fmla="*/ 19 w 28"/>
                  <a:gd name="T3" fmla="*/ 1 h 28"/>
                  <a:gd name="T4" fmla="*/ 14 w 28"/>
                  <a:gd name="T5" fmla="*/ 0 h 28"/>
                  <a:gd name="T6" fmla="*/ 8 w 28"/>
                  <a:gd name="T7" fmla="*/ 1 h 28"/>
                  <a:gd name="T8" fmla="*/ 4 w 28"/>
                  <a:gd name="T9" fmla="*/ 4 h 28"/>
                  <a:gd name="T10" fmla="*/ 1 w 28"/>
                  <a:gd name="T11" fmla="*/ 8 h 28"/>
                  <a:gd name="T12" fmla="*/ 0 w 28"/>
                  <a:gd name="T13" fmla="*/ 14 h 28"/>
                  <a:gd name="T14" fmla="*/ 1 w 28"/>
                  <a:gd name="T15" fmla="*/ 19 h 28"/>
                  <a:gd name="T16" fmla="*/ 4 w 28"/>
                  <a:gd name="T17" fmla="*/ 23 h 28"/>
                  <a:gd name="T18" fmla="*/ 8 w 28"/>
                  <a:gd name="T19" fmla="*/ 27 h 28"/>
                  <a:gd name="T20" fmla="*/ 14 w 28"/>
                  <a:gd name="T21" fmla="*/ 28 h 28"/>
                  <a:gd name="T22" fmla="*/ 19 w 28"/>
                  <a:gd name="T23" fmla="*/ 27 h 28"/>
                  <a:gd name="T24" fmla="*/ 23 w 28"/>
                  <a:gd name="T25" fmla="*/ 23 h 28"/>
                  <a:gd name="T26" fmla="*/ 27 w 28"/>
                  <a:gd name="T27" fmla="*/ 19 h 28"/>
                  <a:gd name="T28" fmla="*/ 28 w 28"/>
                  <a:gd name="T29" fmla="*/ 14 h 28"/>
                  <a:gd name="T30" fmla="*/ 27 w 28"/>
                  <a:gd name="T31" fmla="*/ 8 h 28"/>
                  <a:gd name="T32" fmla="*/ 23 w 28"/>
                  <a:gd name="T33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8" h="28">
                    <a:moveTo>
                      <a:pt x="23" y="4"/>
                    </a:moveTo>
                    <a:lnTo>
                      <a:pt x="19" y="1"/>
                    </a:lnTo>
                    <a:lnTo>
                      <a:pt x="14" y="0"/>
                    </a:lnTo>
                    <a:lnTo>
                      <a:pt x="8" y="1"/>
                    </a:lnTo>
                    <a:lnTo>
                      <a:pt x="4" y="4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19"/>
                    </a:lnTo>
                    <a:lnTo>
                      <a:pt x="4" y="23"/>
                    </a:lnTo>
                    <a:lnTo>
                      <a:pt x="8" y="27"/>
                    </a:lnTo>
                    <a:lnTo>
                      <a:pt x="14" y="28"/>
                    </a:lnTo>
                    <a:lnTo>
                      <a:pt x="19" y="27"/>
                    </a:lnTo>
                    <a:lnTo>
                      <a:pt x="23" y="23"/>
                    </a:lnTo>
                    <a:lnTo>
                      <a:pt x="27" y="19"/>
                    </a:lnTo>
                    <a:lnTo>
                      <a:pt x="28" y="14"/>
                    </a:lnTo>
                    <a:lnTo>
                      <a:pt x="27" y="8"/>
                    </a:lnTo>
                    <a:lnTo>
                      <a:pt x="23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408">
                <a:extLst>
                  <a:ext uri="{FF2B5EF4-FFF2-40B4-BE49-F238E27FC236}">
                    <a16:creationId xmlns:a16="http://schemas.microsoft.com/office/drawing/2014/main" id="{CF1DE2F6-CFCD-4F4D-BBB5-B7D7A4D35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1" y="2540001"/>
                <a:ext cx="14288" cy="14288"/>
              </a:xfrm>
              <a:custGeom>
                <a:avLst/>
                <a:gdLst>
                  <a:gd name="T0" fmla="*/ 24 w 28"/>
                  <a:gd name="T1" fmla="*/ 4 h 28"/>
                  <a:gd name="T2" fmla="*/ 19 w 28"/>
                  <a:gd name="T3" fmla="*/ 1 h 28"/>
                  <a:gd name="T4" fmla="*/ 14 w 28"/>
                  <a:gd name="T5" fmla="*/ 0 h 28"/>
                  <a:gd name="T6" fmla="*/ 9 w 28"/>
                  <a:gd name="T7" fmla="*/ 1 h 28"/>
                  <a:gd name="T8" fmla="*/ 4 w 28"/>
                  <a:gd name="T9" fmla="*/ 4 h 28"/>
                  <a:gd name="T10" fmla="*/ 1 w 28"/>
                  <a:gd name="T11" fmla="*/ 8 h 28"/>
                  <a:gd name="T12" fmla="*/ 0 w 28"/>
                  <a:gd name="T13" fmla="*/ 14 h 28"/>
                  <a:gd name="T14" fmla="*/ 1 w 28"/>
                  <a:gd name="T15" fmla="*/ 19 h 28"/>
                  <a:gd name="T16" fmla="*/ 4 w 28"/>
                  <a:gd name="T17" fmla="*/ 23 h 28"/>
                  <a:gd name="T18" fmla="*/ 9 w 28"/>
                  <a:gd name="T19" fmla="*/ 27 h 28"/>
                  <a:gd name="T20" fmla="*/ 14 w 28"/>
                  <a:gd name="T21" fmla="*/ 28 h 28"/>
                  <a:gd name="T22" fmla="*/ 19 w 28"/>
                  <a:gd name="T23" fmla="*/ 27 h 28"/>
                  <a:gd name="T24" fmla="*/ 24 w 28"/>
                  <a:gd name="T25" fmla="*/ 23 h 28"/>
                  <a:gd name="T26" fmla="*/ 27 w 28"/>
                  <a:gd name="T27" fmla="*/ 19 h 28"/>
                  <a:gd name="T28" fmla="*/ 28 w 28"/>
                  <a:gd name="T29" fmla="*/ 14 h 28"/>
                  <a:gd name="T30" fmla="*/ 27 w 28"/>
                  <a:gd name="T31" fmla="*/ 8 h 28"/>
                  <a:gd name="T32" fmla="*/ 24 w 28"/>
                  <a:gd name="T33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8" h="28">
                    <a:moveTo>
                      <a:pt x="24" y="4"/>
                    </a:moveTo>
                    <a:lnTo>
                      <a:pt x="19" y="1"/>
                    </a:lnTo>
                    <a:lnTo>
                      <a:pt x="14" y="0"/>
                    </a:lnTo>
                    <a:lnTo>
                      <a:pt x="9" y="1"/>
                    </a:lnTo>
                    <a:lnTo>
                      <a:pt x="4" y="4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19"/>
                    </a:lnTo>
                    <a:lnTo>
                      <a:pt x="4" y="23"/>
                    </a:lnTo>
                    <a:lnTo>
                      <a:pt x="9" y="27"/>
                    </a:lnTo>
                    <a:lnTo>
                      <a:pt x="14" y="28"/>
                    </a:lnTo>
                    <a:lnTo>
                      <a:pt x="19" y="27"/>
                    </a:lnTo>
                    <a:lnTo>
                      <a:pt x="24" y="23"/>
                    </a:lnTo>
                    <a:lnTo>
                      <a:pt x="27" y="19"/>
                    </a:lnTo>
                    <a:lnTo>
                      <a:pt x="28" y="14"/>
                    </a:lnTo>
                    <a:lnTo>
                      <a:pt x="27" y="8"/>
                    </a:lnTo>
                    <a:lnTo>
                      <a:pt x="24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409">
                <a:extLst>
                  <a:ext uri="{FF2B5EF4-FFF2-40B4-BE49-F238E27FC236}">
                    <a16:creationId xmlns:a16="http://schemas.microsoft.com/office/drawing/2014/main" id="{5D78E99E-5F3C-4F6E-BAF3-CA5F8ED65C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1" y="2655888"/>
                <a:ext cx="58738" cy="14288"/>
              </a:xfrm>
              <a:custGeom>
                <a:avLst/>
                <a:gdLst>
                  <a:gd name="T0" fmla="*/ 98 w 112"/>
                  <a:gd name="T1" fmla="*/ 0 h 28"/>
                  <a:gd name="T2" fmla="*/ 14 w 112"/>
                  <a:gd name="T3" fmla="*/ 0 h 28"/>
                  <a:gd name="T4" fmla="*/ 9 w 112"/>
                  <a:gd name="T5" fmla="*/ 1 h 28"/>
                  <a:gd name="T6" fmla="*/ 4 w 112"/>
                  <a:gd name="T7" fmla="*/ 4 h 28"/>
                  <a:gd name="T8" fmla="*/ 1 w 112"/>
                  <a:gd name="T9" fmla="*/ 8 h 28"/>
                  <a:gd name="T10" fmla="*/ 0 w 112"/>
                  <a:gd name="T11" fmla="*/ 14 h 28"/>
                  <a:gd name="T12" fmla="*/ 1 w 112"/>
                  <a:gd name="T13" fmla="*/ 19 h 28"/>
                  <a:gd name="T14" fmla="*/ 4 w 112"/>
                  <a:gd name="T15" fmla="*/ 23 h 28"/>
                  <a:gd name="T16" fmla="*/ 9 w 112"/>
                  <a:gd name="T17" fmla="*/ 27 h 28"/>
                  <a:gd name="T18" fmla="*/ 14 w 112"/>
                  <a:gd name="T19" fmla="*/ 28 h 28"/>
                  <a:gd name="T20" fmla="*/ 98 w 112"/>
                  <a:gd name="T21" fmla="*/ 28 h 28"/>
                  <a:gd name="T22" fmla="*/ 103 w 112"/>
                  <a:gd name="T23" fmla="*/ 27 h 28"/>
                  <a:gd name="T24" fmla="*/ 107 w 112"/>
                  <a:gd name="T25" fmla="*/ 23 h 28"/>
                  <a:gd name="T26" fmla="*/ 110 w 112"/>
                  <a:gd name="T27" fmla="*/ 19 h 28"/>
                  <a:gd name="T28" fmla="*/ 112 w 112"/>
                  <a:gd name="T29" fmla="*/ 14 h 28"/>
                  <a:gd name="T30" fmla="*/ 110 w 112"/>
                  <a:gd name="T31" fmla="*/ 8 h 28"/>
                  <a:gd name="T32" fmla="*/ 107 w 112"/>
                  <a:gd name="T33" fmla="*/ 4 h 28"/>
                  <a:gd name="T34" fmla="*/ 103 w 112"/>
                  <a:gd name="T35" fmla="*/ 1 h 28"/>
                  <a:gd name="T36" fmla="*/ 98 w 112"/>
                  <a:gd name="T3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2" h="28">
                    <a:moveTo>
                      <a:pt x="98" y="0"/>
                    </a:moveTo>
                    <a:lnTo>
                      <a:pt x="14" y="0"/>
                    </a:lnTo>
                    <a:lnTo>
                      <a:pt x="9" y="1"/>
                    </a:lnTo>
                    <a:lnTo>
                      <a:pt x="4" y="4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19"/>
                    </a:lnTo>
                    <a:lnTo>
                      <a:pt x="4" y="23"/>
                    </a:lnTo>
                    <a:lnTo>
                      <a:pt x="9" y="27"/>
                    </a:lnTo>
                    <a:lnTo>
                      <a:pt x="14" y="28"/>
                    </a:lnTo>
                    <a:lnTo>
                      <a:pt x="98" y="28"/>
                    </a:lnTo>
                    <a:lnTo>
                      <a:pt x="103" y="27"/>
                    </a:lnTo>
                    <a:lnTo>
                      <a:pt x="107" y="23"/>
                    </a:lnTo>
                    <a:lnTo>
                      <a:pt x="110" y="19"/>
                    </a:lnTo>
                    <a:lnTo>
                      <a:pt x="112" y="14"/>
                    </a:lnTo>
                    <a:lnTo>
                      <a:pt x="110" y="8"/>
                    </a:lnTo>
                    <a:lnTo>
                      <a:pt x="107" y="4"/>
                    </a:lnTo>
                    <a:lnTo>
                      <a:pt x="103" y="1"/>
                    </a:lnTo>
                    <a:lnTo>
                      <a:pt x="9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410">
                <a:extLst>
                  <a:ext uri="{FF2B5EF4-FFF2-40B4-BE49-F238E27FC236}">
                    <a16:creationId xmlns:a16="http://schemas.microsoft.com/office/drawing/2014/main" id="{BB80D987-E3CE-4DC1-B0AB-E2329348B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1" y="2700338"/>
                <a:ext cx="120650" cy="12700"/>
              </a:xfrm>
              <a:custGeom>
                <a:avLst/>
                <a:gdLst>
                  <a:gd name="T0" fmla="*/ 214 w 228"/>
                  <a:gd name="T1" fmla="*/ 0 h 26"/>
                  <a:gd name="T2" fmla="*/ 14 w 228"/>
                  <a:gd name="T3" fmla="*/ 0 h 26"/>
                  <a:gd name="T4" fmla="*/ 9 w 228"/>
                  <a:gd name="T5" fmla="*/ 1 h 26"/>
                  <a:gd name="T6" fmla="*/ 4 w 228"/>
                  <a:gd name="T7" fmla="*/ 3 h 26"/>
                  <a:gd name="T8" fmla="*/ 1 w 228"/>
                  <a:gd name="T9" fmla="*/ 7 h 26"/>
                  <a:gd name="T10" fmla="*/ 0 w 228"/>
                  <a:gd name="T11" fmla="*/ 13 h 26"/>
                  <a:gd name="T12" fmla="*/ 1 w 228"/>
                  <a:gd name="T13" fmla="*/ 19 h 26"/>
                  <a:gd name="T14" fmla="*/ 4 w 228"/>
                  <a:gd name="T15" fmla="*/ 23 h 26"/>
                  <a:gd name="T16" fmla="*/ 9 w 228"/>
                  <a:gd name="T17" fmla="*/ 25 h 26"/>
                  <a:gd name="T18" fmla="*/ 14 w 228"/>
                  <a:gd name="T19" fmla="*/ 26 h 26"/>
                  <a:gd name="T20" fmla="*/ 214 w 228"/>
                  <a:gd name="T21" fmla="*/ 26 h 26"/>
                  <a:gd name="T22" fmla="*/ 219 w 228"/>
                  <a:gd name="T23" fmla="*/ 25 h 26"/>
                  <a:gd name="T24" fmla="*/ 224 w 228"/>
                  <a:gd name="T25" fmla="*/ 23 h 26"/>
                  <a:gd name="T26" fmla="*/ 227 w 228"/>
                  <a:gd name="T27" fmla="*/ 19 h 26"/>
                  <a:gd name="T28" fmla="*/ 228 w 228"/>
                  <a:gd name="T29" fmla="*/ 13 h 26"/>
                  <a:gd name="T30" fmla="*/ 227 w 228"/>
                  <a:gd name="T31" fmla="*/ 7 h 26"/>
                  <a:gd name="T32" fmla="*/ 224 w 228"/>
                  <a:gd name="T33" fmla="*/ 3 h 26"/>
                  <a:gd name="T34" fmla="*/ 219 w 228"/>
                  <a:gd name="T35" fmla="*/ 1 h 26"/>
                  <a:gd name="T36" fmla="*/ 214 w 228"/>
                  <a:gd name="T3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28" h="26">
                    <a:moveTo>
                      <a:pt x="214" y="0"/>
                    </a:moveTo>
                    <a:lnTo>
                      <a:pt x="14" y="0"/>
                    </a:lnTo>
                    <a:lnTo>
                      <a:pt x="9" y="1"/>
                    </a:lnTo>
                    <a:lnTo>
                      <a:pt x="4" y="3"/>
                    </a:lnTo>
                    <a:lnTo>
                      <a:pt x="1" y="7"/>
                    </a:lnTo>
                    <a:lnTo>
                      <a:pt x="0" y="13"/>
                    </a:lnTo>
                    <a:lnTo>
                      <a:pt x="1" y="19"/>
                    </a:lnTo>
                    <a:lnTo>
                      <a:pt x="4" y="23"/>
                    </a:lnTo>
                    <a:lnTo>
                      <a:pt x="9" y="25"/>
                    </a:lnTo>
                    <a:lnTo>
                      <a:pt x="14" y="26"/>
                    </a:lnTo>
                    <a:lnTo>
                      <a:pt x="214" y="26"/>
                    </a:lnTo>
                    <a:lnTo>
                      <a:pt x="219" y="25"/>
                    </a:lnTo>
                    <a:lnTo>
                      <a:pt x="224" y="23"/>
                    </a:lnTo>
                    <a:lnTo>
                      <a:pt x="227" y="19"/>
                    </a:lnTo>
                    <a:lnTo>
                      <a:pt x="228" y="13"/>
                    </a:lnTo>
                    <a:lnTo>
                      <a:pt x="227" y="7"/>
                    </a:lnTo>
                    <a:lnTo>
                      <a:pt x="224" y="3"/>
                    </a:lnTo>
                    <a:lnTo>
                      <a:pt x="219" y="1"/>
                    </a:lnTo>
                    <a:lnTo>
                      <a:pt x="21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411">
                <a:extLst>
                  <a:ext uri="{FF2B5EF4-FFF2-40B4-BE49-F238E27FC236}">
                    <a16:creationId xmlns:a16="http://schemas.microsoft.com/office/drawing/2014/main" id="{0E6D7D3A-ABFF-4828-BD5C-C537B1925E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6863" y="2735263"/>
                <a:ext cx="15875" cy="14288"/>
              </a:xfrm>
              <a:custGeom>
                <a:avLst/>
                <a:gdLst>
                  <a:gd name="T0" fmla="*/ 23 w 28"/>
                  <a:gd name="T1" fmla="*/ 3 h 28"/>
                  <a:gd name="T2" fmla="*/ 19 w 28"/>
                  <a:gd name="T3" fmla="*/ 1 h 28"/>
                  <a:gd name="T4" fmla="*/ 14 w 28"/>
                  <a:gd name="T5" fmla="*/ 0 h 28"/>
                  <a:gd name="T6" fmla="*/ 8 w 28"/>
                  <a:gd name="T7" fmla="*/ 1 h 28"/>
                  <a:gd name="T8" fmla="*/ 4 w 28"/>
                  <a:gd name="T9" fmla="*/ 3 h 28"/>
                  <a:gd name="T10" fmla="*/ 1 w 28"/>
                  <a:gd name="T11" fmla="*/ 9 h 28"/>
                  <a:gd name="T12" fmla="*/ 0 w 28"/>
                  <a:gd name="T13" fmla="*/ 14 h 28"/>
                  <a:gd name="T14" fmla="*/ 1 w 28"/>
                  <a:gd name="T15" fmla="*/ 19 h 28"/>
                  <a:gd name="T16" fmla="*/ 4 w 28"/>
                  <a:gd name="T17" fmla="*/ 24 h 28"/>
                  <a:gd name="T18" fmla="*/ 8 w 28"/>
                  <a:gd name="T19" fmla="*/ 27 h 28"/>
                  <a:gd name="T20" fmla="*/ 14 w 28"/>
                  <a:gd name="T21" fmla="*/ 28 h 28"/>
                  <a:gd name="T22" fmla="*/ 19 w 28"/>
                  <a:gd name="T23" fmla="*/ 27 h 28"/>
                  <a:gd name="T24" fmla="*/ 23 w 28"/>
                  <a:gd name="T25" fmla="*/ 24 h 28"/>
                  <a:gd name="T26" fmla="*/ 27 w 28"/>
                  <a:gd name="T27" fmla="*/ 19 h 28"/>
                  <a:gd name="T28" fmla="*/ 28 w 28"/>
                  <a:gd name="T29" fmla="*/ 14 h 28"/>
                  <a:gd name="T30" fmla="*/ 27 w 28"/>
                  <a:gd name="T31" fmla="*/ 9 h 28"/>
                  <a:gd name="T32" fmla="*/ 23 w 28"/>
                  <a:gd name="T33" fmla="*/ 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8" h="28">
                    <a:moveTo>
                      <a:pt x="23" y="3"/>
                    </a:moveTo>
                    <a:lnTo>
                      <a:pt x="19" y="1"/>
                    </a:lnTo>
                    <a:lnTo>
                      <a:pt x="14" y="0"/>
                    </a:lnTo>
                    <a:lnTo>
                      <a:pt x="8" y="1"/>
                    </a:lnTo>
                    <a:lnTo>
                      <a:pt x="4" y="3"/>
                    </a:lnTo>
                    <a:lnTo>
                      <a:pt x="1" y="9"/>
                    </a:lnTo>
                    <a:lnTo>
                      <a:pt x="0" y="14"/>
                    </a:lnTo>
                    <a:lnTo>
                      <a:pt x="1" y="19"/>
                    </a:lnTo>
                    <a:lnTo>
                      <a:pt x="4" y="24"/>
                    </a:lnTo>
                    <a:lnTo>
                      <a:pt x="8" y="27"/>
                    </a:lnTo>
                    <a:lnTo>
                      <a:pt x="14" y="28"/>
                    </a:lnTo>
                    <a:lnTo>
                      <a:pt x="19" y="27"/>
                    </a:lnTo>
                    <a:lnTo>
                      <a:pt x="23" y="24"/>
                    </a:lnTo>
                    <a:lnTo>
                      <a:pt x="27" y="19"/>
                    </a:lnTo>
                    <a:lnTo>
                      <a:pt x="28" y="14"/>
                    </a:lnTo>
                    <a:lnTo>
                      <a:pt x="27" y="9"/>
                    </a:lnTo>
                    <a:lnTo>
                      <a:pt x="23" y="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412">
                <a:extLst>
                  <a:ext uri="{FF2B5EF4-FFF2-40B4-BE49-F238E27FC236}">
                    <a16:creationId xmlns:a16="http://schemas.microsoft.com/office/drawing/2014/main" id="{A6355DEE-4A27-4943-A4AE-72432D802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1" y="2735263"/>
                <a:ext cx="58738" cy="14288"/>
              </a:xfrm>
              <a:custGeom>
                <a:avLst/>
                <a:gdLst>
                  <a:gd name="T0" fmla="*/ 98 w 112"/>
                  <a:gd name="T1" fmla="*/ 0 h 28"/>
                  <a:gd name="T2" fmla="*/ 14 w 112"/>
                  <a:gd name="T3" fmla="*/ 0 h 28"/>
                  <a:gd name="T4" fmla="*/ 9 w 112"/>
                  <a:gd name="T5" fmla="*/ 1 h 28"/>
                  <a:gd name="T6" fmla="*/ 4 w 112"/>
                  <a:gd name="T7" fmla="*/ 3 h 28"/>
                  <a:gd name="T8" fmla="*/ 1 w 112"/>
                  <a:gd name="T9" fmla="*/ 9 h 28"/>
                  <a:gd name="T10" fmla="*/ 0 w 112"/>
                  <a:gd name="T11" fmla="*/ 14 h 28"/>
                  <a:gd name="T12" fmla="*/ 1 w 112"/>
                  <a:gd name="T13" fmla="*/ 19 h 28"/>
                  <a:gd name="T14" fmla="*/ 4 w 112"/>
                  <a:gd name="T15" fmla="*/ 24 h 28"/>
                  <a:gd name="T16" fmla="*/ 9 w 112"/>
                  <a:gd name="T17" fmla="*/ 27 h 28"/>
                  <a:gd name="T18" fmla="*/ 14 w 112"/>
                  <a:gd name="T19" fmla="*/ 28 h 28"/>
                  <a:gd name="T20" fmla="*/ 98 w 112"/>
                  <a:gd name="T21" fmla="*/ 28 h 28"/>
                  <a:gd name="T22" fmla="*/ 103 w 112"/>
                  <a:gd name="T23" fmla="*/ 27 h 28"/>
                  <a:gd name="T24" fmla="*/ 107 w 112"/>
                  <a:gd name="T25" fmla="*/ 24 h 28"/>
                  <a:gd name="T26" fmla="*/ 110 w 112"/>
                  <a:gd name="T27" fmla="*/ 19 h 28"/>
                  <a:gd name="T28" fmla="*/ 112 w 112"/>
                  <a:gd name="T29" fmla="*/ 14 h 28"/>
                  <a:gd name="T30" fmla="*/ 110 w 112"/>
                  <a:gd name="T31" fmla="*/ 9 h 28"/>
                  <a:gd name="T32" fmla="*/ 107 w 112"/>
                  <a:gd name="T33" fmla="*/ 3 h 28"/>
                  <a:gd name="T34" fmla="*/ 103 w 112"/>
                  <a:gd name="T35" fmla="*/ 1 h 28"/>
                  <a:gd name="T36" fmla="*/ 98 w 112"/>
                  <a:gd name="T3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2" h="28">
                    <a:moveTo>
                      <a:pt x="98" y="0"/>
                    </a:moveTo>
                    <a:lnTo>
                      <a:pt x="14" y="0"/>
                    </a:lnTo>
                    <a:lnTo>
                      <a:pt x="9" y="1"/>
                    </a:lnTo>
                    <a:lnTo>
                      <a:pt x="4" y="3"/>
                    </a:lnTo>
                    <a:lnTo>
                      <a:pt x="1" y="9"/>
                    </a:lnTo>
                    <a:lnTo>
                      <a:pt x="0" y="14"/>
                    </a:lnTo>
                    <a:lnTo>
                      <a:pt x="1" y="19"/>
                    </a:lnTo>
                    <a:lnTo>
                      <a:pt x="4" y="24"/>
                    </a:lnTo>
                    <a:lnTo>
                      <a:pt x="9" y="27"/>
                    </a:lnTo>
                    <a:lnTo>
                      <a:pt x="14" y="28"/>
                    </a:lnTo>
                    <a:lnTo>
                      <a:pt x="98" y="28"/>
                    </a:lnTo>
                    <a:lnTo>
                      <a:pt x="103" y="27"/>
                    </a:lnTo>
                    <a:lnTo>
                      <a:pt x="107" y="24"/>
                    </a:lnTo>
                    <a:lnTo>
                      <a:pt x="110" y="19"/>
                    </a:lnTo>
                    <a:lnTo>
                      <a:pt x="112" y="14"/>
                    </a:lnTo>
                    <a:lnTo>
                      <a:pt x="110" y="9"/>
                    </a:lnTo>
                    <a:lnTo>
                      <a:pt x="107" y="3"/>
                    </a:lnTo>
                    <a:lnTo>
                      <a:pt x="103" y="1"/>
                    </a:lnTo>
                    <a:lnTo>
                      <a:pt x="9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413">
                <a:extLst>
                  <a:ext uri="{FF2B5EF4-FFF2-40B4-BE49-F238E27FC236}">
                    <a16:creationId xmlns:a16="http://schemas.microsoft.com/office/drawing/2014/main" id="{5B564EF2-E8D5-44E9-9F3D-870001978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1" y="2778126"/>
                <a:ext cx="120650" cy="15875"/>
              </a:xfrm>
              <a:custGeom>
                <a:avLst/>
                <a:gdLst>
                  <a:gd name="T0" fmla="*/ 214 w 228"/>
                  <a:gd name="T1" fmla="*/ 0 h 28"/>
                  <a:gd name="T2" fmla="*/ 14 w 228"/>
                  <a:gd name="T3" fmla="*/ 0 h 28"/>
                  <a:gd name="T4" fmla="*/ 9 w 228"/>
                  <a:gd name="T5" fmla="*/ 1 h 28"/>
                  <a:gd name="T6" fmla="*/ 4 w 228"/>
                  <a:gd name="T7" fmla="*/ 4 h 28"/>
                  <a:gd name="T8" fmla="*/ 1 w 228"/>
                  <a:gd name="T9" fmla="*/ 8 h 28"/>
                  <a:gd name="T10" fmla="*/ 0 w 228"/>
                  <a:gd name="T11" fmla="*/ 14 h 28"/>
                  <a:gd name="T12" fmla="*/ 1 w 228"/>
                  <a:gd name="T13" fmla="*/ 19 h 28"/>
                  <a:gd name="T14" fmla="*/ 4 w 228"/>
                  <a:gd name="T15" fmla="*/ 23 h 28"/>
                  <a:gd name="T16" fmla="*/ 9 w 228"/>
                  <a:gd name="T17" fmla="*/ 27 h 28"/>
                  <a:gd name="T18" fmla="*/ 14 w 228"/>
                  <a:gd name="T19" fmla="*/ 28 h 28"/>
                  <a:gd name="T20" fmla="*/ 214 w 228"/>
                  <a:gd name="T21" fmla="*/ 28 h 28"/>
                  <a:gd name="T22" fmla="*/ 219 w 228"/>
                  <a:gd name="T23" fmla="*/ 27 h 28"/>
                  <a:gd name="T24" fmla="*/ 224 w 228"/>
                  <a:gd name="T25" fmla="*/ 23 h 28"/>
                  <a:gd name="T26" fmla="*/ 227 w 228"/>
                  <a:gd name="T27" fmla="*/ 19 h 28"/>
                  <a:gd name="T28" fmla="*/ 228 w 228"/>
                  <a:gd name="T29" fmla="*/ 14 h 28"/>
                  <a:gd name="T30" fmla="*/ 227 w 228"/>
                  <a:gd name="T31" fmla="*/ 8 h 28"/>
                  <a:gd name="T32" fmla="*/ 224 w 228"/>
                  <a:gd name="T33" fmla="*/ 4 h 28"/>
                  <a:gd name="T34" fmla="*/ 219 w 228"/>
                  <a:gd name="T35" fmla="*/ 1 h 28"/>
                  <a:gd name="T36" fmla="*/ 214 w 228"/>
                  <a:gd name="T3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28" h="28">
                    <a:moveTo>
                      <a:pt x="214" y="0"/>
                    </a:moveTo>
                    <a:lnTo>
                      <a:pt x="14" y="0"/>
                    </a:lnTo>
                    <a:lnTo>
                      <a:pt x="9" y="1"/>
                    </a:lnTo>
                    <a:lnTo>
                      <a:pt x="4" y="4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19"/>
                    </a:lnTo>
                    <a:lnTo>
                      <a:pt x="4" y="23"/>
                    </a:lnTo>
                    <a:lnTo>
                      <a:pt x="9" y="27"/>
                    </a:lnTo>
                    <a:lnTo>
                      <a:pt x="14" y="28"/>
                    </a:lnTo>
                    <a:lnTo>
                      <a:pt x="214" y="28"/>
                    </a:lnTo>
                    <a:lnTo>
                      <a:pt x="219" y="27"/>
                    </a:lnTo>
                    <a:lnTo>
                      <a:pt x="224" y="23"/>
                    </a:lnTo>
                    <a:lnTo>
                      <a:pt x="227" y="19"/>
                    </a:lnTo>
                    <a:lnTo>
                      <a:pt x="228" y="14"/>
                    </a:lnTo>
                    <a:lnTo>
                      <a:pt x="227" y="8"/>
                    </a:lnTo>
                    <a:lnTo>
                      <a:pt x="224" y="4"/>
                    </a:lnTo>
                    <a:lnTo>
                      <a:pt x="219" y="1"/>
                    </a:lnTo>
                    <a:lnTo>
                      <a:pt x="21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Freeform 414">
                <a:extLst>
                  <a:ext uri="{FF2B5EF4-FFF2-40B4-BE49-F238E27FC236}">
                    <a16:creationId xmlns:a16="http://schemas.microsoft.com/office/drawing/2014/main" id="{978DD04C-76A0-4C6D-8C8E-AE1BF2E86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6863" y="2813051"/>
                <a:ext cx="15875" cy="15875"/>
              </a:xfrm>
              <a:custGeom>
                <a:avLst/>
                <a:gdLst>
                  <a:gd name="T0" fmla="*/ 23 w 28"/>
                  <a:gd name="T1" fmla="*/ 5 h 28"/>
                  <a:gd name="T2" fmla="*/ 19 w 28"/>
                  <a:gd name="T3" fmla="*/ 1 h 28"/>
                  <a:gd name="T4" fmla="*/ 14 w 28"/>
                  <a:gd name="T5" fmla="*/ 0 h 28"/>
                  <a:gd name="T6" fmla="*/ 8 w 28"/>
                  <a:gd name="T7" fmla="*/ 1 h 28"/>
                  <a:gd name="T8" fmla="*/ 4 w 28"/>
                  <a:gd name="T9" fmla="*/ 5 h 28"/>
                  <a:gd name="T10" fmla="*/ 1 w 28"/>
                  <a:gd name="T11" fmla="*/ 9 h 28"/>
                  <a:gd name="T12" fmla="*/ 0 w 28"/>
                  <a:gd name="T13" fmla="*/ 14 h 28"/>
                  <a:gd name="T14" fmla="*/ 1 w 28"/>
                  <a:gd name="T15" fmla="*/ 20 h 28"/>
                  <a:gd name="T16" fmla="*/ 4 w 28"/>
                  <a:gd name="T17" fmla="*/ 25 h 28"/>
                  <a:gd name="T18" fmla="*/ 8 w 28"/>
                  <a:gd name="T19" fmla="*/ 27 h 28"/>
                  <a:gd name="T20" fmla="*/ 14 w 28"/>
                  <a:gd name="T21" fmla="*/ 28 h 28"/>
                  <a:gd name="T22" fmla="*/ 19 w 28"/>
                  <a:gd name="T23" fmla="*/ 27 h 28"/>
                  <a:gd name="T24" fmla="*/ 23 w 28"/>
                  <a:gd name="T25" fmla="*/ 25 h 28"/>
                  <a:gd name="T26" fmla="*/ 27 w 28"/>
                  <a:gd name="T27" fmla="*/ 20 h 28"/>
                  <a:gd name="T28" fmla="*/ 28 w 28"/>
                  <a:gd name="T29" fmla="*/ 14 h 28"/>
                  <a:gd name="T30" fmla="*/ 27 w 28"/>
                  <a:gd name="T31" fmla="*/ 9 h 28"/>
                  <a:gd name="T32" fmla="*/ 23 w 28"/>
                  <a:gd name="T33" fmla="*/ 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8" h="28">
                    <a:moveTo>
                      <a:pt x="23" y="5"/>
                    </a:moveTo>
                    <a:lnTo>
                      <a:pt x="19" y="1"/>
                    </a:lnTo>
                    <a:lnTo>
                      <a:pt x="14" y="0"/>
                    </a:lnTo>
                    <a:lnTo>
                      <a:pt x="8" y="1"/>
                    </a:lnTo>
                    <a:lnTo>
                      <a:pt x="4" y="5"/>
                    </a:lnTo>
                    <a:lnTo>
                      <a:pt x="1" y="9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5"/>
                    </a:lnTo>
                    <a:lnTo>
                      <a:pt x="8" y="27"/>
                    </a:lnTo>
                    <a:lnTo>
                      <a:pt x="14" y="28"/>
                    </a:lnTo>
                    <a:lnTo>
                      <a:pt x="19" y="27"/>
                    </a:lnTo>
                    <a:lnTo>
                      <a:pt x="23" y="25"/>
                    </a:lnTo>
                    <a:lnTo>
                      <a:pt x="27" y="20"/>
                    </a:lnTo>
                    <a:lnTo>
                      <a:pt x="28" y="14"/>
                    </a:lnTo>
                    <a:lnTo>
                      <a:pt x="27" y="9"/>
                    </a:lnTo>
                    <a:lnTo>
                      <a:pt x="23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415">
                <a:extLst>
                  <a:ext uri="{FF2B5EF4-FFF2-40B4-BE49-F238E27FC236}">
                    <a16:creationId xmlns:a16="http://schemas.microsoft.com/office/drawing/2014/main" id="{FB795CF8-84C7-4C6C-9CCB-8ECA9F63C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1" y="2813051"/>
                <a:ext cx="58738" cy="15875"/>
              </a:xfrm>
              <a:custGeom>
                <a:avLst/>
                <a:gdLst>
                  <a:gd name="T0" fmla="*/ 98 w 112"/>
                  <a:gd name="T1" fmla="*/ 0 h 28"/>
                  <a:gd name="T2" fmla="*/ 14 w 112"/>
                  <a:gd name="T3" fmla="*/ 0 h 28"/>
                  <a:gd name="T4" fmla="*/ 9 w 112"/>
                  <a:gd name="T5" fmla="*/ 1 h 28"/>
                  <a:gd name="T6" fmla="*/ 4 w 112"/>
                  <a:gd name="T7" fmla="*/ 5 h 28"/>
                  <a:gd name="T8" fmla="*/ 1 w 112"/>
                  <a:gd name="T9" fmla="*/ 9 h 28"/>
                  <a:gd name="T10" fmla="*/ 0 w 112"/>
                  <a:gd name="T11" fmla="*/ 14 h 28"/>
                  <a:gd name="T12" fmla="*/ 1 w 112"/>
                  <a:gd name="T13" fmla="*/ 20 h 28"/>
                  <a:gd name="T14" fmla="*/ 4 w 112"/>
                  <a:gd name="T15" fmla="*/ 25 h 28"/>
                  <a:gd name="T16" fmla="*/ 9 w 112"/>
                  <a:gd name="T17" fmla="*/ 27 h 28"/>
                  <a:gd name="T18" fmla="*/ 14 w 112"/>
                  <a:gd name="T19" fmla="*/ 28 h 28"/>
                  <a:gd name="T20" fmla="*/ 98 w 112"/>
                  <a:gd name="T21" fmla="*/ 28 h 28"/>
                  <a:gd name="T22" fmla="*/ 103 w 112"/>
                  <a:gd name="T23" fmla="*/ 27 h 28"/>
                  <a:gd name="T24" fmla="*/ 107 w 112"/>
                  <a:gd name="T25" fmla="*/ 25 h 28"/>
                  <a:gd name="T26" fmla="*/ 110 w 112"/>
                  <a:gd name="T27" fmla="*/ 20 h 28"/>
                  <a:gd name="T28" fmla="*/ 112 w 112"/>
                  <a:gd name="T29" fmla="*/ 14 h 28"/>
                  <a:gd name="T30" fmla="*/ 110 w 112"/>
                  <a:gd name="T31" fmla="*/ 9 h 28"/>
                  <a:gd name="T32" fmla="*/ 107 w 112"/>
                  <a:gd name="T33" fmla="*/ 5 h 28"/>
                  <a:gd name="T34" fmla="*/ 103 w 112"/>
                  <a:gd name="T35" fmla="*/ 1 h 28"/>
                  <a:gd name="T36" fmla="*/ 98 w 112"/>
                  <a:gd name="T3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2" h="28">
                    <a:moveTo>
                      <a:pt x="98" y="0"/>
                    </a:moveTo>
                    <a:lnTo>
                      <a:pt x="14" y="0"/>
                    </a:lnTo>
                    <a:lnTo>
                      <a:pt x="9" y="1"/>
                    </a:lnTo>
                    <a:lnTo>
                      <a:pt x="4" y="5"/>
                    </a:lnTo>
                    <a:lnTo>
                      <a:pt x="1" y="9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4" y="25"/>
                    </a:lnTo>
                    <a:lnTo>
                      <a:pt x="9" y="27"/>
                    </a:lnTo>
                    <a:lnTo>
                      <a:pt x="14" y="28"/>
                    </a:lnTo>
                    <a:lnTo>
                      <a:pt x="98" y="28"/>
                    </a:lnTo>
                    <a:lnTo>
                      <a:pt x="103" y="27"/>
                    </a:lnTo>
                    <a:lnTo>
                      <a:pt x="107" y="25"/>
                    </a:lnTo>
                    <a:lnTo>
                      <a:pt x="110" y="20"/>
                    </a:lnTo>
                    <a:lnTo>
                      <a:pt x="112" y="14"/>
                    </a:lnTo>
                    <a:lnTo>
                      <a:pt x="110" y="9"/>
                    </a:lnTo>
                    <a:lnTo>
                      <a:pt x="107" y="5"/>
                    </a:lnTo>
                    <a:lnTo>
                      <a:pt x="103" y="1"/>
                    </a:lnTo>
                    <a:lnTo>
                      <a:pt x="9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416">
                <a:extLst>
                  <a:ext uri="{FF2B5EF4-FFF2-40B4-BE49-F238E27FC236}">
                    <a16:creationId xmlns:a16="http://schemas.microsoft.com/office/drawing/2014/main" id="{7B203405-9ED0-48EF-A9E5-5406FB435D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24613" y="2508251"/>
                <a:ext cx="311150" cy="376238"/>
              </a:xfrm>
              <a:custGeom>
                <a:avLst/>
                <a:gdLst>
                  <a:gd name="T0" fmla="*/ 402 w 588"/>
                  <a:gd name="T1" fmla="*/ 44 h 712"/>
                  <a:gd name="T2" fmla="*/ 372 w 588"/>
                  <a:gd name="T3" fmla="*/ 32 h 712"/>
                  <a:gd name="T4" fmla="*/ 340 w 588"/>
                  <a:gd name="T5" fmla="*/ 23 h 712"/>
                  <a:gd name="T6" fmla="*/ 317 w 588"/>
                  <a:gd name="T7" fmla="*/ 5 h 712"/>
                  <a:gd name="T8" fmla="*/ 287 w 588"/>
                  <a:gd name="T9" fmla="*/ 1 h 712"/>
                  <a:gd name="T10" fmla="*/ 259 w 588"/>
                  <a:gd name="T11" fmla="*/ 13 h 712"/>
                  <a:gd name="T12" fmla="*/ 233 w 588"/>
                  <a:gd name="T13" fmla="*/ 31 h 712"/>
                  <a:gd name="T14" fmla="*/ 200 w 588"/>
                  <a:gd name="T15" fmla="*/ 37 h 712"/>
                  <a:gd name="T16" fmla="*/ 174 w 588"/>
                  <a:gd name="T17" fmla="*/ 54 h 712"/>
                  <a:gd name="T18" fmla="*/ 47 w 588"/>
                  <a:gd name="T19" fmla="*/ 57 h 712"/>
                  <a:gd name="T20" fmla="*/ 25 w 588"/>
                  <a:gd name="T21" fmla="*/ 70 h 712"/>
                  <a:gd name="T22" fmla="*/ 8 w 588"/>
                  <a:gd name="T23" fmla="*/ 90 h 712"/>
                  <a:gd name="T24" fmla="*/ 0 w 588"/>
                  <a:gd name="T25" fmla="*/ 115 h 712"/>
                  <a:gd name="T26" fmla="*/ 1 w 588"/>
                  <a:gd name="T27" fmla="*/ 657 h 712"/>
                  <a:gd name="T28" fmla="*/ 12 w 588"/>
                  <a:gd name="T29" fmla="*/ 681 h 712"/>
                  <a:gd name="T30" fmla="*/ 30 w 588"/>
                  <a:gd name="T31" fmla="*/ 700 h 712"/>
                  <a:gd name="T32" fmla="*/ 54 w 588"/>
                  <a:gd name="T33" fmla="*/ 709 h 712"/>
                  <a:gd name="T34" fmla="*/ 528 w 588"/>
                  <a:gd name="T35" fmla="*/ 710 h 712"/>
                  <a:gd name="T36" fmla="*/ 553 w 588"/>
                  <a:gd name="T37" fmla="*/ 703 h 712"/>
                  <a:gd name="T38" fmla="*/ 573 w 588"/>
                  <a:gd name="T39" fmla="*/ 687 h 712"/>
                  <a:gd name="T40" fmla="*/ 586 w 588"/>
                  <a:gd name="T41" fmla="*/ 663 h 712"/>
                  <a:gd name="T42" fmla="*/ 588 w 588"/>
                  <a:gd name="T43" fmla="*/ 122 h 712"/>
                  <a:gd name="T44" fmla="*/ 583 w 588"/>
                  <a:gd name="T45" fmla="*/ 95 h 712"/>
                  <a:gd name="T46" fmla="*/ 569 w 588"/>
                  <a:gd name="T47" fmla="*/ 74 h 712"/>
                  <a:gd name="T48" fmla="*/ 547 w 588"/>
                  <a:gd name="T49" fmla="*/ 60 h 712"/>
                  <a:gd name="T50" fmla="*/ 520 w 588"/>
                  <a:gd name="T51" fmla="*/ 54 h 712"/>
                  <a:gd name="T52" fmla="*/ 263 w 588"/>
                  <a:gd name="T53" fmla="*/ 56 h 712"/>
                  <a:gd name="T54" fmla="*/ 272 w 588"/>
                  <a:gd name="T55" fmla="*/ 39 h 712"/>
                  <a:gd name="T56" fmla="*/ 286 w 588"/>
                  <a:gd name="T57" fmla="*/ 29 h 712"/>
                  <a:gd name="T58" fmla="*/ 303 w 588"/>
                  <a:gd name="T59" fmla="*/ 29 h 712"/>
                  <a:gd name="T60" fmla="*/ 317 w 588"/>
                  <a:gd name="T61" fmla="*/ 39 h 712"/>
                  <a:gd name="T62" fmla="*/ 326 w 588"/>
                  <a:gd name="T63" fmla="*/ 56 h 712"/>
                  <a:gd name="T64" fmla="*/ 367 w 588"/>
                  <a:gd name="T65" fmla="*/ 59 h 712"/>
                  <a:gd name="T66" fmla="*/ 402 w 588"/>
                  <a:gd name="T67" fmla="*/ 81 h 712"/>
                  <a:gd name="T68" fmla="*/ 175 w 588"/>
                  <a:gd name="T69" fmla="*/ 111 h 712"/>
                  <a:gd name="T70" fmla="*/ 193 w 588"/>
                  <a:gd name="T71" fmla="*/ 74 h 712"/>
                  <a:gd name="T72" fmla="*/ 233 w 588"/>
                  <a:gd name="T73" fmla="*/ 59 h 712"/>
                  <a:gd name="T74" fmla="*/ 554 w 588"/>
                  <a:gd name="T75" fmla="*/ 665 h 712"/>
                  <a:gd name="T76" fmla="*/ 529 w 588"/>
                  <a:gd name="T77" fmla="*/ 683 h 712"/>
                  <a:gd name="T78" fmla="*/ 52 w 588"/>
                  <a:gd name="T79" fmla="*/ 680 h 712"/>
                  <a:gd name="T80" fmla="*/ 31 w 588"/>
                  <a:gd name="T81" fmla="*/ 659 h 712"/>
                  <a:gd name="T82" fmla="*/ 28 w 588"/>
                  <a:gd name="T83" fmla="*/ 114 h 712"/>
                  <a:gd name="T84" fmla="*/ 45 w 588"/>
                  <a:gd name="T85" fmla="*/ 89 h 712"/>
                  <a:gd name="T86" fmla="*/ 155 w 588"/>
                  <a:gd name="T87" fmla="*/ 82 h 712"/>
                  <a:gd name="T88" fmla="*/ 147 w 588"/>
                  <a:gd name="T89" fmla="*/ 116 h 712"/>
                  <a:gd name="T90" fmla="*/ 156 w 588"/>
                  <a:gd name="T91" fmla="*/ 138 h 712"/>
                  <a:gd name="T92" fmla="*/ 437 w 588"/>
                  <a:gd name="T93" fmla="*/ 135 h 712"/>
                  <a:gd name="T94" fmla="*/ 441 w 588"/>
                  <a:gd name="T95" fmla="*/ 107 h 712"/>
                  <a:gd name="T96" fmla="*/ 520 w 588"/>
                  <a:gd name="T97" fmla="*/ 82 h 712"/>
                  <a:gd name="T98" fmla="*/ 549 w 588"/>
                  <a:gd name="T99" fmla="*/ 93 h 712"/>
                  <a:gd name="T100" fmla="*/ 561 w 588"/>
                  <a:gd name="T101" fmla="*/ 122 h 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88" h="712">
                    <a:moveTo>
                      <a:pt x="520" y="54"/>
                    </a:moveTo>
                    <a:lnTo>
                      <a:pt x="414" y="54"/>
                    </a:lnTo>
                    <a:lnTo>
                      <a:pt x="409" y="49"/>
                    </a:lnTo>
                    <a:lnTo>
                      <a:pt x="402" y="44"/>
                    </a:lnTo>
                    <a:lnTo>
                      <a:pt x="395" y="41"/>
                    </a:lnTo>
                    <a:lnTo>
                      <a:pt x="389" y="37"/>
                    </a:lnTo>
                    <a:lnTo>
                      <a:pt x="381" y="34"/>
                    </a:lnTo>
                    <a:lnTo>
                      <a:pt x="372" y="32"/>
                    </a:lnTo>
                    <a:lnTo>
                      <a:pt x="365" y="31"/>
                    </a:lnTo>
                    <a:lnTo>
                      <a:pt x="356" y="31"/>
                    </a:lnTo>
                    <a:lnTo>
                      <a:pt x="343" y="31"/>
                    </a:lnTo>
                    <a:lnTo>
                      <a:pt x="340" y="23"/>
                    </a:lnTo>
                    <a:lnTo>
                      <a:pt x="335" y="18"/>
                    </a:lnTo>
                    <a:lnTo>
                      <a:pt x="329" y="13"/>
                    </a:lnTo>
                    <a:lnTo>
                      <a:pt x="323" y="8"/>
                    </a:lnTo>
                    <a:lnTo>
                      <a:pt x="317" y="5"/>
                    </a:lnTo>
                    <a:lnTo>
                      <a:pt x="309" y="2"/>
                    </a:lnTo>
                    <a:lnTo>
                      <a:pt x="302" y="1"/>
                    </a:lnTo>
                    <a:lnTo>
                      <a:pt x="294" y="0"/>
                    </a:lnTo>
                    <a:lnTo>
                      <a:pt x="287" y="1"/>
                    </a:lnTo>
                    <a:lnTo>
                      <a:pt x="279" y="2"/>
                    </a:lnTo>
                    <a:lnTo>
                      <a:pt x="272" y="5"/>
                    </a:lnTo>
                    <a:lnTo>
                      <a:pt x="265" y="8"/>
                    </a:lnTo>
                    <a:lnTo>
                      <a:pt x="259" y="13"/>
                    </a:lnTo>
                    <a:lnTo>
                      <a:pt x="253" y="18"/>
                    </a:lnTo>
                    <a:lnTo>
                      <a:pt x="249" y="23"/>
                    </a:lnTo>
                    <a:lnTo>
                      <a:pt x="245" y="31"/>
                    </a:lnTo>
                    <a:lnTo>
                      <a:pt x="233" y="31"/>
                    </a:lnTo>
                    <a:lnTo>
                      <a:pt x="224" y="31"/>
                    </a:lnTo>
                    <a:lnTo>
                      <a:pt x="216" y="32"/>
                    </a:lnTo>
                    <a:lnTo>
                      <a:pt x="208" y="34"/>
                    </a:lnTo>
                    <a:lnTo>
                      <a:pt x="200" y="37"/>
                    </a:lnTo>
                    <a:lnTo>
                      <a:pt x="193" y="41"/>
                    </a:lnTo>
                    <a:lnTo>
                      <a:pt x="186" y="44"/>
                    </a:lnTo>
                    <a:lnTo>
                      <a:pt x="179" y="49"/>
                    </a:lnTo>
                    <a:lnTo>
                      <a:pt x="174" y="54"/>
                    </a:lnTo>
                    <a:lnTo>
                      <a:pt x="68" y="54"/>
                    </a:lnTo>
                    <a:lnTo>
                      <a:pt x="60" y="54"/>
                    </a:lnTo>
                    <a:lnTo>
                      <a:pt x="54" y="56"/>
                    </a:lnTo>
                    <a:lnTo>
                      <a:pt x="47" y="57"/>
                    </a:lnTo>
                    <a:lnTo>
                      <a:pt x="41" y="60"/>
                    </a:lnTo>
                    <a:lnTo>
                      <a:pt x="36" y="62"/>
                    </a:lnTo>
                    <a:lnTo>
                      <a:pt x="30" y="65"/>
                    </a:lnTo>
                    <a:lnTo>
                      <a:pt x="25" y="70"/>
                    </a:lnTo>
                    <a:lnTo>
                      <a:pt x="19" y="74"/>
                    </a:lnTo>
                    <a:lnTo>
                      <a:pt x="15" y="79"/>
                    </a:lnTo>
                    <a:lnTo>
                      <a:pt x="12" y="83"/>
                    </a:lnTo>
                    <a:lnTo>
                      <a:pt x="8" y="90"/>
                    </a:lnTo>
                    <a:lnTo>
                      <a:pt x="5" y="95"/>
                    </a:lnTo>
                    <a:lnTo>
                      <a:pt x="3" y="102"/>
                    </a:lnTo>
                    <a:lnTo>
                      <a:pt x="1" y="108"/>
                    </a:lnTo>
                    <a:lnTo>
                      <a:pt x="0" y="115"/>
                    </a:lnTo>
                    <a:lnTo>
                      <a:pt x="0" y="122"/>
                    </a:lnTo>
                    <a:lnTo>
                      <a:pt x="0" y="644"/>
                    </a:lnTo>
                    <a:lnTo>
                      <a:pt x="0" y="650"/>
                    </a:lnTo>
                    <a:lnTo>
                      <a:pt x="1" y="657"/>
                    </a:lnTo>
                    <a:lnTo>
                      <a:pt x="3" y="663"/>
                    </a:lnTo>
                    <a:lnTo>
                      <a:pt x="5" y="670"/>
                    </a:lnTo>
                    <a:lnTo>
                      <a:pt x="8" y="676"/>
                    </a:lnTo>
                    <a:lnTo>
                      <a:pt x="12" y="681"/>
                    </a:lnTo>
                    <a:lnTo>
                      <a:pt x="15" y="687"/>
                    </a:lnTo>
                    <a:lnTo>
                      <a:pt x="19" y="691"/>
                    </a:lnTo>
                    <a:lnTo>
                      <a:pt x="25" y="695"/>
                    </a:lnTo>
                    <a:lnTo>
                      <a:pt x="30" y="700"/>
                    </a:lnTo>
                    <a:lnTo>
                      <a:pt x="36" y="703"/>
                    </a:lnTo>
                    <a:lnTo>
                      <a:pt x="41" y="706"/>
                    </a:lnTo>
                    <a:lnTo>
                      <a:pt x="47" y="708"/>
                    </a:lnTo>
                    <a:lnTo>
                      <a:pt x="54" y="709"/>
                    </a:lnTo>
                    <a:lnTo>
                      <a:pt x="60" y="710"/>
                    </a:lnTo>
                    <a:lnTo>
                      <a:pt x="68" y="712"/>
                    </a:lnTo>
                    <a:lnTo>
                      <a:pt x="520" y="712"/>
                    </a:lnTo>
                    <a:lnTo>
                      <a:pt x="528" y="710"/>
                    </a:lnTo>
                    <a:lnTo>
                      <a:pt x="534" y="709"/>
                    </a:lnTo>
                    <a:lnTo>
                      <a:pt x="541" y="708"/>
                    </a:lnTo>
                    <a:lnTo>
                      <a:pt x="547" y="706"/>
                    </a:lnTo>
                    <a:lnTo>
                      <a:pt x="553" y="703"/>
                    </a:lnTo>
                    <a:lnTo>
                      <a:pt x="559" y="700"/>
                    </a:lnTo>
                    <a:lnTo>
                      <a:pt x="563" y="695"/>
                    </a:lnTo>
                    <a:lnTo>
                      <a:pt x="569" y="691"/>
                    </a:lnTo>
                    <a:lnTo>
                      <a:pt x="573" y="687"/>
                    </a:lnTo>
                    <a:lnTo>
                      <a:pt x="577" y="681"/>
                    </a:lnTo>
                    <a:lnTo>
                      <a:pt x="581" y="676"/>
                    </a:lnTo>
                    <a:lnTo>
                      <a:pt x="583" y="670"/>
                    </a:lnTo>
                    <a:lnTo>
                      <a:pt x="586" y="663"/>
                    </a:lnTo>
                    <a:lnTo>
                      <a:pt x="587" y="657"/>
                    </a:lnTo>
                    <a:lnTo>
                      <a:pt x="588" y="650"/>
                    </a:lnTo>
                    <a:lnTo>
                      <a:pt x="588" y="644"/>
                    </a:lnTo>
                    <a:lnTo>
                      <a:pt x="588" y="122"/>
                    </a:lnTo>
                    <a:lnTo>
                      <a:pt x="588" y="115"/>
                    </a:lnTo>
                    <a:lnTo>
                      <a:pt x="587" y="108"/>
                    </a:lnTo>
                    <a:lnTo>
                      <a:pt x="586" y="102"/>
                    </a:lnTo>
                    <a:lnTo>
                      <a:pt x="583" y="95"/>
                    </a:lnTo>
                    <a:lnTo>
                      <a:pt x="581" y="90"/>
                    </a:lnTo>
                    <a:lnTo>
                      <a:pt x="577" y="83"/>
                    </a:lnTo>
                    <a:lnTo>
                      <a:pt x="573" y="79"/>
                    </a:lnTo>
                    <a:lnTo>
                      <a:pt x="569" y="74"/>
                    </a:lnTo>
                    <a:lnTo>
                      <a:pt x="563" y="70"/>
                    </a:lnTo>
                    <a:lnTo>
                      <a:pt x="559" y="65"/>
                    </a:lnTo>
                    <a:lnTo>
                      <a:pt x="553" y="62"/>
                    </a:lnTo>
                    <a:lnTo>
                      <a:pt x="547" y="60"/>
                    </a:lnTo>
                    <a:lnTo>
                      <a:pt x="541" y="57"/>
                    </a:lnTo>
                    <a:lnTo>
                      <a:pt x="534" y="56"/>
                    </a:lnTo>
                    <a:lnTo>
                      <a:pt x="528" y="54"/>
                    </a:lnTo>
                    <a:lnTo>
                      <a:pt x="520" y="54"/>
                    </a:lnTo>
                    <a:close/>
                    <a:moveTo>
                      <a:pt x="233" y="59"/>
                    </a:moveTo>
                    <a:lnTo>
                      <a:pt x="254" y="59"/>
                    </a:lnTo>
                    <a:lnTo>
                      <a:pt x="259" y="58"/>
                    </a:lnTo>
                    <a:lnTo>
                      <a:pt x="263" y="56"/>
                    </a:lnTo>
                    <a:lnTo>
                      <a:pt x="265" y="52"/>
                    </a:lnTo>
                    <a:lnTo>
                      <a:pt x="267" y="48"/>
                    </a:lnTo>
                    <a:lnTo>
                      <a:pt x="269" y="44"/>
                    </a:lnTo>
                    <a:lnTo>
                      <a:pt x="272" y="39"/>
                    </a:lnTo>
                    <a:lnTo>
                      <a:pt x="274" y="36"/>
                    </a:lnTo>
                    <a:lnTo>
                      <a:pt x="277" y="33"/>
                    </a:lnTo>
                    <a:lnTo>
                      <a:pt x="281" y="31"/>
                    </a:lnTo>
                    <a:lnTo>
                      <a:pt x="286" y="29"/>
                    </a:lnTo>
                    <a:lnTo>
                      <a:pt x="290" y="28"/>
                    </a:lnTo>
                    <a:lnTo>
                      <a:pt x="294" y="28"/>
                    </a:lnTo>
                    <a:lnTo>
                      <a:pt x="298" y="28"/>
                    </a:lnTo>
                    <a:lnTo>
                      <a:pt x="303" y="29"/>
                    </a:lnTo>
                    <a:lnTo>
                      <a:pt x="307" y="31"/>
                    </a:lnTo>
                    <a:lnTo>
                      <a:pt x="311" y="33"/>
                    </a:lnTo>
                    <a:lnTo>
                      <a:pt x="314" y="36"/>
                    </a:lnTo>
                    <a:lnTo>
                      <a:pt x="317" y="39"/>
                    </a:lnTo>
                    <a:lnTo>
                      <a:pt x="320" y="44"/>
                    </a:lnTo>
                    <a:lnTo>
                      <a:pt x="321" y="48"/>
                    </a:lnTo>
                    <a:lnTo>
                      <a:pt x="323" y="52"/>
                    </a:lnTo>
                    <a:lnTo>
                      <a:pt x="326" y="56"/>
                    </a:lnTo>
                    <a:lnTo>
                      <a:pt x="329" y="58"/>
                    </a:lnTo>
                    <a:lnTo>
                      <a:pt x="335" y="59"/>
                    </a:lnTo>
                    <a:lnTo>
                      <a:pt x="356" y="59"/>
                    </a:lnTo>
                    <a:lnTo>
                      <a:pt x="367" y="59"/>
                    </a:lnTo>
                    <a:lnTo>
                      <a:pt x="378" y="62"/>
                    </a:lnTo>
                    <a:lnTo>
                      <a:pt x="386" y="67"/>
                    </a:lnTo>
                    <a:lnTo>
                      <a:pt x="395" y="74"/>
                    </a:lnTo>
                    <a:lnTo>
                      <a:pt x="402" y="81"/>
                    </a:lnTo>
                    <a:lnTo>
                      <a:pt x="408" y="90"/>
                    </a:lnTo>
                    <a:lnTo>
                      <a:pt x="411" y="101"/>
                    </a:lnTo>
                    <a:lnTo>
                      <a:pt x="413" y="111"/>
                    </a:lnTo>
                    <a:lnTo>
                      <a:pt x="175" y="111"/>
                    </a:lnTo>
                    <a:lnTo>
                      <a:pt x="177" y="101"/>
                    </a:lnTo>
                    <a:lnTo>
                      <a:pt x="180" y="90"/>
                    </a:lnTo>
                    <a:lnTo>
                      <a:pt x="187" y="81"/>
                    </a:lnTo>
                    <a:lnTo>
                      <a:pt x="193" y="74"/>
                    </a:lnTo>
                    <a:lnTo>
                      <a:pt x="202" y="67"/>
                    </a:lnTo>
                    <a:lnTo>
                      <a:pt x="211" y="62"/>
                    </a:lnTo>
                    <a:lnTo>
                      <a:pt x="221" y="59"/>
                    </a:lnTo>
                    <a:lnTo>
                      <a:pt x="233" y="59"/>
                    </a:lnTo>
                    <a:close/>
                    <a:moveTo>
                      <a:pt x="561" y="644"/>
                    </a:moveTo>
                    <a:lnTo>
                      <a:pt x="560" y="651"/>
                    </a:lnTo>
                    <a:lnTo>
                      <a:pt x="558" y="659"/>
                    </a:lnTo>
                    <a:lnTo>
                      <a:pt x="554" y="665"/>
                    </a:lnTo>
                    <a:lnTo>
                      <a:pt x="549" y="672"/>
                    </a:lnTo>
                    <a:lnTo>
                      <a:pt x="543" y="676"/>
                    </a:lnTo>
                    <a:lnTo>
                      <a:pt x="537" y="680"/>
                    </a:lnTo>
                    <a:lnTo>
                      <a:pt x="529" y="683"/>
                    </a:lnTo>
                    <a:lnTo>
                      <a:pt x="520" y="684"/>
                    </a:lnTo>
                    <a:lnTo>
                      <a:pt x="68" y="684"/>
                    </a:lnTo>
                    <a:lnTo>
                      <a:pt x="59" y="683"/>
                    </a:lnTo>
                    <a:lnTo>
                      <a:pt x="52" y="680"/>
                    </a:lnTo>
                    <a:lnTo>
                      <a:pt x="45" y="676"/>
                    </a:lnTo>
                    <a:lnTo>
                      <a:pt x="40" y="672"/>
                    </a:lnTo>
                    <a:lnTo>
                      <a:pt x="34" y="665"/>
                    </a:lnTo>
                    <a:lnTo>
                      <a:pt x="31" y="659"/>
                    </a:lnTo>
                    <a:lnTo>
                      <a:pt x="28" y="651"/>
                    </a:lnTo>
                    <a:lnTo>
                      <a:pt x="28" y="644"/>
                    </a:lnTo>
                    <a:lnTo>
                      <a:pt x="28" y="122"/>
                    </a:lnTo>
                    <a:lnTo>
                      <a:pt x="28" y="114"/>
                    </a:lnTo>
                    <a:lnTo>
                      <a:pt x="31" y="106"/>
                    </a:lnTo>
                    <a:lnTo>
                      <a:pt x="34" y="100"/>
                    </a:lnTo>
                    <a:lnTo>
                      <a:pt x="40" y="93"/>
                    </a:lnTo>
                    <a:lnTo>
                      <a:pt x="45" y="89"/>
                    </a:lnTo>
                    <a:lnTo>
                      <a:pt x="52" y="85"/>
                    </a:lnTo>
                    <a:lnTo>
                      <a:pt x="59" y="82"/>
                    </a:lnTo>
                    <a:lnTo>
                      <a:pt x="68" y="82"/>
                    </a:lnTo>
                    <a:lnTo>
                      <a:pt x="155" y="82"/>
                    </a:lnTo>
                    <a:lnTo>
                      <a:pt x="151" y="90"/>
                    </a:lnTo>
                    <a:lnTo>
                      <a:pt x="149" y="99"/>
                    </a:lnTo>
                    <a:lnTo>
                      <a:pt x="147" y="107"/>
                    </a:lnTo>
                    <a:lnTo>
                      <a:pt x="147" y="116"/>
                    </a:lnTo>
                    <a:lnTo>
                      <a:pt x="147" y="125"/>
                    </a:lnTo>
                    <a:lnTo>
                      <a:pt x="148" y="131"/>
                    </a:lnTo>
                    <a:lnTo>
                      <a:pt x="151" y="135"/>
                    </a:lnTo>
                    <a:lnTo>
                      <a:pt x="156" y="138"/>
                    </a:lnTo>
                    <a:lnTo>
                      <a:pt x="161" y="139"/>
                    </a:lnTo>
                    <a:lnTo>
                      <a:pt x="427" y="139"/>
                    </a:lnTo>
                    <a:lnTo>
                      <a:pt x="432" y="138"/>
                    </a:lnTo>
                    <a:lnTo>
                      <a:pt x="437" y="135"/>
                    </a:lnTo>
                    <a:lnTo>
                      <a:pt x="440" y="131"/>
                    </a:lnTo>
                    <a:lnTo>
                      <a:pt x="441" y="125"/>
                    </a:lnTo>
                    <a:lnTo>
                      <a:pt x="441" y="116"/>
                    </a:lnTo>
                    <a:lnTo>
                      <a:pt x="441" y="107"/>
                    </a:lnTo>
                    <a:lnTo>
                      <a:pt x="440" y="99"/>
                    </a:lnTo>
                    <a:lnTo>
                      <a:pt x="437" y="90"/>
                    </a:lnTo>
                    <a:lnTo>
                      <a:pt x="435" y="82"/>
                    </a:lnTo>
                    <a:lnTo>
                      <a:pt x="520" y="82"/>
                    </a:lnTo>
                    <a:lnTo>
                      <a:pt x="529" y="82"/>
                    </a:lnTo>
                    <a:lnTo>
                      <a:pt x="537" y="85"/>
                    </a:lnTo>
                    <a:lnTo>
                      <a:pt x="543" y="89"/>
                    </a:lnTo>
                    <a:lnTo>
                      <a:pt x="549" y="93"/>
                    </a:lnTo>
                    <a:lnTo>
                      <a:pt x="554" y="100"/>
                    </a:lnTo>
                    <a:lnTo>
                      <a:pt x="558" y="106"/>
                    </a:lnTo>
                    <a:lnTo>
                      <a:pt x="560" y="114"/>
                    </a:lnTo>
                    <a:lnTo>
                      <a:pt x="561" y="122"/>
                    </a:lnTo>
                    <a:lnTo>
                      <a:pt x="561" y="6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417">
                <a:extLst>
                  <a:ext uri="{FF2B5EF4-FFF2-40B4-BE49-F238E27FC236}">
                    <a16:creationId xmlns:a16="http://schemas.microsoft.com/office/drawing/2014/main" id="{A6AC6753-4B63-47B2-8A24-E0C4435C2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9063" y="2616201"/>
                <a:ext cx="66675" cy="50800"/>
              </a:xfrm>
              <a:custGeom>
                <a:avLst/>
                <a:gdLst>
                  <a:gd name="T0" fmla="*/ 121 w 125"/>
                  <a:gd name="T1" fmla="*/ 4 h 96"/>
                  <a:gd name="T2" fmla="*/ 117 w 125"/>
                  <a:gd name="T3" fmla="*/ 1 h 96"/>
                  <a:gd name="T4" fmla="*/ 111 w 125"/>
                  <a:gd name="T5" fmla="*/ 0 h 96"/>
                  <a:gd name="T6" fmla="*/ 106 w 125"/>
                  <a:gd name="T7" fmla="*/ 1 h 96"/>
                  <a:gd name="T8" fmla="*/ 102 w 125"/>
                  <a:gd name="T9" fmla="*/ 4 h 96"/>
                  <a:gd name="T10" fmla="*/ 42 w 125"/>
                  <a:gd name="T11" fmla="*/ 63 h 96"/>
                  <a:gd name="T12" fmla="*/ 23 w 125"/>
                  <a:gd name="T13" fmla="*/ 45 h 96"/>
                  <a:gd name="T14" fmla="*/ 19 w 125"/>
                  <a:gd name="T15" fmla="*/ 42 h 96"/>
                  <a:gd name="T16" fmla="*/ 14 w 125"/>
                  <a:gd name="T17" fmla="*/ 41 h 96"/>
                  <a:gd name="T18" fmla="*/ 8 w 125"/>
                  <a:gd name="T19" fmla="*/ 42 h 96"/>
                  <a:gd name="T20" fmla="*/ 4 w 125"/>
                  <a:gd name="T21" fmla="*/ 45 h 96"/>
                  <a:gd name="T22" fmla="*/ 1 w 125"/>
                  <a:gd name="T23" fmla="*/ 49 h 96"/>
                  <a:gd name="T24" fmla="*/ 0 w 125"/>
                  <a:gd name="T25" fmla="*/ 54 h 96"/>
                  <a:gd name="T26" fmla="*/ 1 w 125"/>
                  <a:gd name="T27" fmla="*/ 60 h 96"/>
                  <a:gd name="T28" fmla="*/ 4 w 125"/>
                  <a:gd name="T29" fmla="*/ 64 h 96"/>
                  <a:gd name="T30" fmla="*/ 32 w 125"/>
                  <a:gd name="T31" fmla="*/ 93 h 96"/>
                  <a:gd name="T32" fmla="*/ 36 w 125"/>
                  <a:gd name="T33" fmla="*/ 95 h 96"/>
                  <a:gd name="T34" fmla="*/ 42 w 125"/>
                  <a:gd name="T35" fmla="*/ 96 h 96"/>
                  <a:gd name="T36" fmla="*/ 47 w 125"/>
                  <a:gd name="T37" fmla="*/ 95 h 96"/>
                  <a:gd name="T38" fmla="*/ 51 w 125"/>
                  <a:gd name="T39" fmla="*/ 93 h 96"/>
                  <a:gd name="T40" fmla="*/ 121 w 125"/>
                  <a:gd name="T41" fmla="*/ 23 h 96"/>
                  <a:gd name="T42" fmla="*/ 124 w 125"/>
                  <a:gd name="T43" fmla="*/ 19 h 96"/>
                  <a:gd name="T44" fmla="*/ 125 w 125"/>
                  <a:gd name="T45" fmla="*/ 14 h 96"/>
                  <a:gd name="T46" fmla="*/ 124 w 125"/>
                  <a:gd name="T47" fmla="*/ 8 h 96"/>
                  <a:gd name="T48" fmla="*/ 121 w 125"/>
                  <a:gd name="T49" fmla="*/ 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5" h="96">
                    <a:moveTo>
                      <a:pt x="121" y="4"/>
                    </a:moveTo>
                    <a:lnTo>
                      <a:pt x="117" y="1"/>
                    </a:lnTo>
                    <a:lnTo>
                      <a:pt x="111" y="0"/>
                    </a:lnTo>
                    <a:lnTo>
                      <a:pt x="106" y="1"/>
                    </a:lnTo>
                    <a:lnTo>
                      <a:pt x="102" y="4"/>
                    </a:lnTo>
                    <a:lnTo>
                      <a:pt x="42" y="63"/>
                    </a:lnTo>
                    <a:lnTo>
                      <a:pt x="23" y="45"/>
                    </a:lnTo>
                    <a:lnTo>
                      <a:pt x="19" y="42"/>
                    </a:lnTo>
                    <a:lnTo>
                      <a:pt x="14" y="41"/>
                    </a:lnTo>
                    <a:lnTo>
                      <a:pt x="8" y="42"/>
                    </a:lnTo>
                    <a:lnTo>
                      <a:pt x="4" y="45"/>
                    </a:lnTo>
                    <a:lnTo>
                      <a:pt x="1" y="49"/>
                    </a:lnTo>
                    <a:lnTo>
                      <a:pt x="0" y="54"/>
                    </a:lnTo>
                    <a:lnTo>
                      <a:pt x="1" y="60"/>
                    </a:lnTo>
                    <a:lnTo>
                      <a:pt x="4" y="64"/>
                    </a:lnTo>
                    <a:lnTo>
                      <a:pt x="32" y="93"/>
                    </a:lnTo>
                    <a:lnTo>
                      <a:pt x="36" y="95"/>
                    </a:lnTo>
                    <a:lnTo>
                      <a:pt x="42" y="96"/>
                    </a:lnTo>
                    <a:lnTo>
                      <a:pt x="47" y="95"/>
                    </a:lnTo>
                    <a:lnTo>
                      <a:pt x="51" y="93"/>
                    </a:lnTo>
                    <a:lnTo>
                      <a:pt x="121" y="23"/>
                    </a:lnTo>
                    <a:lnTo>
                      <a:pt x="124" y="19"/>
                    </a:lnTo>
                    <a:lnTo>
                      <a:pt x="125" y="14"/>
                    </a:lnTo>
                    <a:lnTo>
                      <a:pt x="124" y="8"/>
                    </a:lnTo>
                    <a:lnTo>
                      <a:pt x="121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418">
                <a:extLst>
                  <a:ext uri="{FF2B5EF4-FFF2-40B4-BE49-F238E27FC236}">
                    <a16:creationId xmlns:a16="http://schemas.microsoft.com/office/drawing/2014/main" id="{2FBFE8F7-1666-458C-B74E-A4F200695C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72238" y="2778126"/>
                <a:ext cx="50800" cy="50800"/>
              </a:xfrm>
              <a:custGeom>
                <a:avLst/>
                <a:gdLst>
                  <a:gd name="T0" fmla="*/ 81 w 95"/>
                  <a:gd name="T1" fmla="*/ 0 h 94"/>
                  <a:gd name="T2" fmla="*/ 14 w 95"/>
                  <a:gd name="T3" fmla="*/ 0 h 94"/>
                  <a:gd name="T4" fmla="*/ 9 w 95"/>
                  <a:gd name="T5" fmla="*/ 1 h 94"/>
                  <a:gd name="T6" fmla="*/ 5 w 95"/>
                  <a:gd name="T7" fmla="*/ 4 h 94"/>
                  <a:gd name="T8" fmla="*/ 1 w 95"/>
                  <a:gd name="T9" fmla="*/ 8 h 94"/>
                  <a:gd name="T10" fmla="*/ 0 w 95"/>
                  <a:gd name="T11" fmla="*/ 14 h 94"/>
                  <a:gd name="T12" fmla="*/ 0 w 95"/>
                  <a:gd name="T13" fmla="*/ 80 h 94"/>
                  <a:gd name="T14" fmla="*/ 1 w 95"/>
                  <a:gd name="T15" fmla="*/ 86 h 94"/>
                  <a:gd name="T16" fmla="*/ 5 w 95"/>
                  <a:gd name="T17" fmla="*/ 91 h 94"/>
                  <a:gd name="T18" fmla="*/ 9 w 95"/>
                  <a:gd name="T19" fmla="*/ 93 h 94"/>
                  <a:gd name="T20" fmla="*/ 14 w 95"/>
                  <a:gd name="T21" fmla="*/ 94 h 94"/>
                  <a:gd name="T22" fmla="*/ 81 w 95"/>
                  <a:gd name="T23" fmla="*/ 94 h 94"/>
                  <a:gd name="T24" fmla="*/ 86 w 95"/>
                  <a:gd name="T25" fmla="*/ 93 h 94"/>
                  <a:gd name="T26" fmla="*/ 90 w 95"/>
                  <a:gd name="T27" fmla="*/ 91 h 94"/>
                  <a:gd name="T28" fmla="*/ 94 w 95"/>
                  <a:gd name="T29" fmla="*/ 86 h 94"/>
                  <a:gd name="T30" fmla="*/ 95 w 95"/>
                  <a:gd name="T31" fmla="*/ 80 h 94"/>
                  <a:gd name="T32" fmla="*/ 95 w 95"/>
                  <a:gd name="T33" fmla="*/ 14 h 94"/>
                  <a:gd name="T34" fmla="*/ 94 w 95"/>
                  <a:gd name="T35" fmla="*/ 8 h 94"/>
                  <a:gd name="T36" fmla="*/ 90 w 95"/>
                  <a:gd name="T37" fmla="*/ 4 h 94"/>
                  <a:gd name="T38" fmla="*/ 86 w 95"/>
                  <a:gd name="T39" fmla="*/ 1 h 94"/>
                  <a:gd name="T40" fmla="*/ 81 w 95"/>
                  <a:gd name="T41" fmla="*/ 0 h 94"/>
                  <a:gd name="T42" fmla="*/ 67 w 95"/>
                  <a:gd name="T43" fmla="*/ 66 h 94"/>
                  <a:gd name="T44" fmla="*/ 28 w 95"/>
                  <a:gd name="T45" fmla="*/ 66 h 94"/>
                  <a:gd name="T46" fmla="*/ 28 w 95"/>
                  <a:gd name="T47" fmla="*/ 28 h 94"/>
                  <a:gd name="T48" fmla="*/ 67 w 95"/>
                  <a:gd name="T49" fmla="*/ 28 h 94"/>
                  <a:gd name="T50" fmla="*/ 67 w 95"/>
                  <a:gd name="T51" fmla="*/ 6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5" h="94">
                    <a:moveTo>
                      <a:pt x="81" y="0"/>
                    </a:moveTo>
                    <a:lnTo>
                      <a:pt x="14" y="0"/>
                    </a:lnTo>
                    <a:lnTo>
                      <a:pt x="9" y="1"/>
                    </a:lnTo>
                    <a:lnTo>
                      <a:pt x="5" y="4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0" y="80"/>
                    </a:lnTo>
                    <a:lnTo>
                      <a:pt x="1" y="86"/>
                    </a:lnTo>
                    <a:lnTo>
                      <a:pt x="5" y="91"/>
                    </a:lnTo>
                    <a:lnTo>
                      <a:pt x="9" y="93"/>
                    </a:lnTo>
                    <a:lnTo>
                      <a:pt x="14" y="94"/>
                    </a:lnTo>
                    <a:lnTo>
                      <a:pt x="81" y="94"/>
                    </a:lnTo>
                    <a:lnTo>
                      <a:pt x="86" y="93"/>
                    </a:lnTo>
                    <a:lnTo>
                      <a:pt x="90" y="91"/>
                    </a:lnTo>
                    <a:lnTo>
                      <a:pt x="94" y="86"/>
                    </a:lnTo>
                    <a:lnTo>
                      <a:pt x="95" y="80"/>
                    </a:lnTo>
                    <a:lnTo>
                      <a:pt x="95" y="14"/>
                    </a:lnTo>
                    <a:lnTo>
                      <a:pt x="94" y="8"/>
                    </a:lnTo>
                    <a:lnTo>
                      <a:pt x="90" y="4"/>
                    </a:lnTo>
                    <a:lnTo>
                      <a:pt x="86" y="1"/>
                    </a:lnTo>
                    <a:lnTo>
                      <a:pt x="81" y="0"/>
                    </a:lnTo>
                    <a:close/>
                    <a:moveTo>
                      <a:pt x="67" y="66"/>
                    </a:moveTo>
                    <a:lnTo>
                      <a:pt x="28" y="66"/>
                    </a:lnTo>
                    <a:lnTo>
                      <a:pt x="28" y="28"/>
                    </a:lnTo>
                    <a:lnTo>
                      <a:pt x="67" y="28"/>
                    </a:lnTo>
                    <a:lnTo>
                      <a:pt x="67" y="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419">
                <a:extLst>
                  <a:ext uri="{FF2B5EF4-FFF2-40B4-BE49-F238E27FC236}">
                    <a16:creationId xmlns:a16="http://schemas.microsoft.com/office/drawing/2014/main" id="{33ACB3BA-4AE2-462F-B84E-9F0BA40682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72238" y="2700338"/>
                <a:ext cx="50800" cy="49213"/>
              </a:xfrm>
              <a:custGeom>
                <a:avLst/>
                <a:gdLst>
                  <a:gd name="T0" fmla="*/ 81 w 95"/>
                  <a:gd name="T1" fmla="*/ 0 h 94"/>
                  <a:gd name="T2" fmla="*/ 14 w 95"/>
                  <a:gd name="T3" fmla="*/ 0 h 94"/>
                  <a:gd name="T4" fmla="*/ 9 w 95"/>
                  <a:gd name="T5" fmla="*/ 1 h 94"/>
                  <a:gd name="T6" fmla="*/ 5 w 95"/>
                  <a:gd name="T7" fmla="*/ 3 h 94"/>
                  <a:gd name="T8" fmla="*/ 1 w 95"/>
                  <a:gd name="T9" fmla="*/ 7 h 94"/>
                  <a:gd name="T10" fmla="*/ 0 w 95"/>
                  <a:gd name="T11" fmla="*/ 13 h 94"/>
                  <a:gd name="T12" fmla="*/ 0 w 95"/>
                  <a:gd name="T13" fmla="*/ 80 h 94"/>
                  <a:gd name="T14" fmla="*/ 1 w 95"/>
                  <a:gd name="T15" fmla="*/ 85 h 94"/>
                  <a:gd name="T16" fmla="*/ 5 w 95"/>
                  <a:gd name="T17" fmla="*/ 90 h 94"/>
                  <a:gd name="T18" fmla="*/ 9 w 95"/>
                  <a:gd name="T19" fmla="*/ 93 h 94"/>
                  <a:gd name="T20" fmla="*/ 14 w 95"/>
                  <a:gd name="T21" fmla="*/ 94 h 94"/>
                  <a:gd name="T22" fmla="*/ 81 w 95"/>
                  <a:gd name="T23" fmla="*/ 94 h 94"/>
                  <a:gd name="T24" fmla="*/ 86 w 95"/>
                  <a:gd name="T25" fmla="*/ 93 h 94"/>
                  <a:gd name="T26" fmla="*/ 90 w 95"/>
                  <a:gd name="T27" fmla="*/ 90 h 94"/>
                  <a:gd name="T28" fmla="*/ 94 w 95"/>
                  <a:gd name="T29" fmla="*/ 85 h 94"/>
                  <a:gd name="T30" fmla="*/ 95 w 95"/>
                  <a:gd name="T31" fmla="*/ 80 h 94"/>
                  <a:gd name="T32" fmla="*/ 95 w 95"/>
                  <a:gd name="T33" fmla="*/ 13 h 94"/>
                  <a:gd name="T34" fmla="*/ 94 w 95"/>
                  <a:gd name="T35" fmla="*/ 7 h 94"/>
                  <a:gd name="T36" fmla="*/ 90 w 95"/>
                  <a:gd name="T37" fmla="*/ 3 h 94"/>
                  <a:gd name="T38" fmla="*/ 86 w 95"/>
                  <a:gd name="T39" fmla="*/ 1 h 94"/>
                  <a:gd name="T40" fmla="*/ 81 w 95"/>
                  <a:gd name="T41" fmla="*/ 0 h 94"/>
                  <a:gd name="T42" fmla="*/ 67 w 95"/>
                  <a:gd name="T43" fmla="*/ 66 h 94"/>
                  <a:gd name="T44" fmla="*/ 28 w 95"/>
                  <a:gd name="T45" fmla="*/ 66 h 94"/>
                  <a:gd name="T46" fmla="*/ 28 w 95"/>
                  <a:gd name="T47" fmla="*/ 26 h 94"/>
                  <a:gd name="T48" fmla="*/ 67 w 95"/>
                  <a:gd name="T49" fmla="*/ 26 h 94"/>
                  <a:gd name="T50" fmla="*/ 67 w 95"/>
                  <a:gd name="T51" fmla="*/ 6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5" h="94">
                    <a:moveTo>
                      <a:pt x="81" y="0"/>
                    </a:moveTo>
                    <a:lnTo>
                      <a:pt x="14" y="0"/>
                    </a:lnTo>
                    <a:lnTo>
                      <a:pt x="9" y="1"/>
                    </a:lnTo>
                    <a:lnTo>
                      <a:pt x="5" y="3"/>
                    </a:lnTo>
                    <a:lnTo>
                      <a:pt x="1" y="7"/>
                    </a:lnTo>
                    <a:lnTo>
                      <a:pt x="0" y="13"/>
                    </a:lnTo>
                    <a:lnTo>
                      <a:pt x="0" y="80"/>
                    </a:lnTo>
                    <a:lnTo>
                      <a:pt x="1" y="85"/>
                    </a:lnTo>
                    <a:lnTo>
                      <a:pt x="5" y="90"/>
                    </a:lnTo>
                    <a:lnTo>
                      <a:pt x="9" y="93"/>
                    </a:lnTo>
                    <a:lnTo>
                      <a:pt x="14" y="94"/>
                    </a:lnTo>
                    <a:lnTo>
                      <a:pt x="81" y="94"/>
                    </a:lnTo>
                    <a:lnTo>
                      <a:pt x="86" y="93"/>
                    </a:lnTo>
                    <a:lnTo>
                      <a:pt x="90" y="90"/>
                    </a:lnTo>
                    <a:lnTo>
                      <a:pt x="94" y="85"/>
                    </a:lnTo>
                    <a:lnTo>
                      <a:pt x="95" y="80"/>
                    </a:lnTo>
                    <a:lnTo>
                      <a:pt x="95" y="13"/>
                    </a:lnTo>
                    <a:lnTo>
                      <a:pt x="94" y="7"/>
                    </a:lnTo>
                    <a:lnTo>
                      <a:pt x="90" y="3"/>
                    </a:lnTo>
                    <a:lnTo>
                      <a:pt x="86" y="1"/>
                    </a:lnTo>
                    <a:lnTo>
                      <a:pt x="81" y="0"/>
                    </a:lnTo>
                    <a:close/>
                    <a:moveTo>
                      <a:pt x="67" y="66"/>
                    </a:moveTo>
                    <a:lnTo>
                      <a:pt x="28" y="66"/>
                    </a:lnTo>
                    <a:lnTo>
                      <a:pt x="28" y="26"/>
                    </a:lnTo>
                    <a:lnTo>
                      <a:pt x="67" y="26"/>
                    </a:lnTo>
                    <a:lnTo>
                      <a:pt x="67" y="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4BDDE92-A4C0-4ECA-BB81-CB8E64A0DEB4}"/>
              </a:ext>
            </a:extLst>
          </p:cNvPr>
          <p:cNvGrpSpPr/>
          <p:nvPr/>
        </p:nvGrpSpPr>
        <p:grpSpPr>
          <a:xfrm>
            <a:off x="8104913" y="1797953"/>
            <a:ext cx="407813" cy="403521"/>
            <a:chOff x="6072588" y="2679771"/>
            <a:chExt cx="444854" cy="440172"/>
          </a:xfrm>
          <a:solidFill>
            <a:schemeClr val="bg1"/>
          </a:solidFill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E8CA730-92FC-42E5-A96C-543419DF1B6E}"/>
                </a:ext>
              </a:extLst>
            </p:cNvPr>
            <p:cNvGrpSpPr/>
            <p:nvPr/>
          </p:nvGrpSpPr>
          <p:grpSpPr>
            <a:xfrm>
              <a:off x="6072588" y="2778107"/>
              <a:ext cx="341836" cy="341836"/>
              <a:chOff x="6072588" y="2778107"/>
              <a:chExt cx="341836" cy="341836"/>
            </a:xfrm>
            <a:grpFill/>
          </p:grpSpPr>
          <p:sp>
            <p:nvSpPr>
              <p:cNvPr id="168" name="Freeform 184">
                <a:extLst>
                  <a:ext uri="{FF2B5EF4-FFF2-40B4-BE49-F238E27FC236}">
                    <a16:creationId xmlns:a16="http://schemas.microsoft.com/office/drawing/2014/main" id="{46D1F938-094F-452A-ADF8-144678872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2588" y="2778107"/>
                <a:ext cx="341836" cy="341836"/>
              </a:xfrm>
              <a:custGeom>
                <a:avLst/>
                <a:gdLst>
                  <a:gd name="T0" fmla="*/ 502 w 653"/>
                  <a:gd name="T1" fmla="*/ 609 h 655"/>
                  <a:gd name="T2" fmla="*/ 506 w 653"/>
                  <a:gd name="T3" fmla="*/ 536 h 655"/>
                  <a:gd name="T4" fmla="*/ 591 w 653"/>
                  <a:gd name="T5" fmla="*/ 506 h 655"/>
                  <a:gd name="T6" fmla="*/ 632 w 653"/>
                  <a:gd name="T7" fmla="*/ 479 h 655"/>
                  <a:gd name="T8" fmla="*/ 645 w 653"/>
                  <a:gd name="T9" fmla="*/ 394 h 655"/>
                  <a:gd name="T10" fmla="*/ 580 w 653"/>
                  <a:gd name="T11" fmla="*/ 360 h 655"/>
                  <a:gd name="T12" fmla="*/ 564 w 653"/>
                  <a:gd name="T13" fmla="*/ 371 h 655"/>
                  <a:gd name="T14" fmla="*/ 568 w 653"/>
                  <a:gd name="T15" fmla="*/ 389 h 655"/>
                  <a:gd name="T16" fmla="*/ 619 w 653"/>
                  <a:gd name="T17" fmla="*/ 420 h 655"/>
                  <a:gd name="T18" fmla="*/ 587 w 653"/>
                  <a:gd name="T19" fmla="*/ 471 h 655"/>
                  <a:gd name="T20" fmla="*/ 533 w 653"/>
                  <a:gd name="T21" fmla="*/ 456 h 655"/>
                  <a:gd name="T22" fmla="*/ 505 w 653"/>
                  <a:gd name="T23" fmla="*/ 489 h 655"/>
                  <a:gd name="T24" fmla="*/ 458 w 653"/>
                  <a:gd name="T25" fmla="*/ 530 h 655"/>
                  <a:gd name="T26" fmla="*/ 453 w 653"/>
                  <a:gd name="T27" fmla="*/ 546 h 655"/>
                  <a:gd name="T28" fmla="*/ 465 w 653"/>
                  <a:gd name="T29" fmla="*/ 601 h 655"/>
                  <a:gd name="T30" fmla="*/ 392 w 653"/>
                  <a:gd name="T31" fmla="*/ 574 h 655"/>
                  <a:gd name="T32" fmla="*/ 379 w 653"/>
                  <a:gd name="T33" fmla="*/ 564 h 655"/>
                  <a:gd name="T34" fmla="*/ 326 w 653"/>
                  <a:gd name="T35" fmla="*/ 569 h 655"/>
                  <a:gd name="T36" fmla="*/ 269 w 653"/>
                  <a:gd name="T37" fmla="*/ 566 h 655"/>
                  <a:gd name="T38" fmla="*/ 241 w 653"/>
                  <a:gd name="T39" fmla="*/ 617 h 655"/>
                  <a:gd name="T40" fmla="*/ 183 w 653"/>
                  <a:gd name="T41" fmla="*/ 596 h 655"/>
                  <a:gd name="T42" fmla="*/ 198 w 653"/>
                  <a:gd name="T43" fmla="*/ 535 h 655"/>
                  <a:gd name="T44" fmla="*/ 165 w 653"/>
                  <a:gd name="T45" fmla="*/ 506 h 655"/>
                  <a:gd name="T46" fmla="*/ 125 w 653"/>
                  <a:gd name="T47" fmla="*/ 459 h 655"/>
                  <a:gd name="T48" fmla="*/ 108 w 653"/>
                  <a:gd name="T49" fmla="*/ 454 h 655"/>
                  <a:gd name="T50" fmla="*/ 53 w 653"/>
                  <a:gd name="T51" fmla="*/ 466 h 655"/>
                  <a:gd name="T52" fmla="*/ 80 w 653"/>
                  <a:gd name="T53" fmla="*/ 393 h 655"/>
                  <a:gd name="T54" fmla="*/ 90 w 653"/>
                  <a:gd name="T55" fmla="*/ 374 h 655"/>
                  <a:gd name="T56" fmla="*/ 86 w 653"/>
                  <a:gd name="T57" fmla="*/ 303 h 655"/>
                  <a:gd name="T58" fmla="*/ 88 w 653"/>
                  <a:gd name="T59" fmla="*/ 268 h 655"/>
                  <a:gd name="T60" fmla="*/ 37 w 653"/>
                  <a:gd name="T61" fmla="*/ 242 h 655"/>
                  <a:gd name="T62" fmla="*/ 58 w 653"/>
                  <a:gd name="T63" fmla="*/ 182 h 655"/>
                  <a:gd name="T64" fmla="*/ 114 w 653"/>
                  <a:gd name="T65" fmla="*/ 200 h 655"/>
                  <a:gd name="T66" fmla="*/ 133 w 653"/>
                  <a:gd name="T67" fmla="*/ 183 h 655"/>
                  <a:gd name="T68" fmla="*/ 183 w 653"/>
                  <a:gd name="T69" fmla="*/ 133 h 655"/>
                  <a:gd name="T70" fmla="*/ 200 w 653"/>
                  <a:gd name="T71" fmla="*/ 114 h 655"/>
                  <a:gd name="T72" fmla="*/ 183 w 653"/>
                  <a:gd name="T73" fmla="*/ 58 h 655"/>
                  <a:gd name="T74" fmla="*/ 242 w 653"/>
                  <a:gd name="T75" fmla="*/ 37 h 655"/>
                  <a:gd name="T76" fmla="*/ 270 w 653"/>
                  <a:gd name="T77" fmla="*/ 89 h 655"/>
                  <a:gd name="T78" fmla="*/ 289 w 653"/>
                  <a:gd name="T79" fmla="*/ 85 h 655"/>
                  <a:gd name="T80" fmla="*/ 293 w 653"/>
                  <a:gd name="T81" fmla="*/ 66 h 655"/>
                  <a:gd name="T82" fmla="*/ 243 w 653"/>
                  <a:gd name="T83" fmla="*/ 1 h 655"/>
                  <a:gd name="T84" fmla="*/ 161 w 653"/>
                  <a:gd name="T85" fmla="*/ 31 h 655"/>
                  <a:gd name="T86" fmla="*/ 151 w 653"/>
                  <a:gd name="T87" fmla="*/ 79 h 655"/>
                  <a:gd name="T88" fmla="*/ 79 w 653"/>
                  <a:gd name="T89" fmla="*/ 151 h 655"/>
                  <a:gd name="T90" fmla="*/ 31 w 653"/>
                  <a:gd name="T91" fmla="*/ 160 h 655"/>
                  <a:gd name="T92" fmla="*/ 0 w 653"/>
                  <a:gd name="T93" fmla="*/ 236 h 655"/>
                  <a:gd name="T94" fmla="*/ 16 w 653"/>
                  <a:gd name="T95" fmla="*/ 269 h 655"/>
                  <a:gd name="T96" fmla="*/ 52 w 653"/>
                  <a:gd name="T97" fmla="*/ 347 h 655"/>
                  <a:gd name="T98" fmla="*/ 4 w 653"/>
                  <a:gd name="T99" fmla="*/ 402 h 655"/>
                  <a:gd name="T100" fmla="*/ 21 w 653"/>
                  <a:gd name="T101" fmla="*/ 479 h 655"/>
                  <a:gd name="T102" fmla="*/ 62 w 653"/>
                  <a:gd name="T103" fmla="*/ 506 h 655"/>
                  <a:gd name="T104" fmla="*/ 147 w 653"/>
                  <a:gd name="T105" fmla="*/ 536 h 655"/>
                  <a:gd name="T106" fmla="*/ 151 w 653"/>
                  <a:gd name="T107" fmla="*/ 609 h 655"/>
                  <a:gd name="T108" fmla="*/ 226 w 653"/>
                  <a:gd name="T109" fmla="*/ 654 h 655"/>
                  <a:gd name="T110" fmla="*/ 272 w 653"/>
                  <a:gd name="T111" fmla="*/ 635 h 655"/>
                  <a:gd name="T112" fmla="*/ 366 w 653"/>
                  <a:gd name="T113" fmla="*/ 600 h 655"/>
                  <a:gd name="T114" fmla="*/ 410 w 653"/>
                  <a:gd name="T115" fmla="*/ 654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53" h="655">
                    <a:moveTo>
                      <a:pt x="436" y="651"/>
                    </a:moveTo>
                    <a:lnTo>
                      <a:pt x="478" y="634"/>
                    </a:lnTo>
                    <a:lnTo>
                      <a:pt x="486" y="630"/>
                    </a:lnTo>
                    <a:lnTo>
                      <a:pt x="492" y="624"/>
                    </a:lnTo>
                    <a:lnTo>
                      <a:pt x="498" y="616"/>
                    </a:lnTo>
                    <a:lnTo>
                      <a:pt x="502" y="609"/>
                    </a:lnTo>
                    <a:lnTo>
                      <a:pt x="504" y="601"/>
                    </a:lnTo>
                    <a:lnTo>
                      <a:pt x="505" y="592"/>
                    </a:lnTo>
                    <a:lnTo>
                      <a:pt x="504" y="583"/>
                    </a:lnTo>
                    <a:lnTo>
                      <a:pt x="502" y="575"/>
                    </a:lnTo>
                    <a:lnTo>
                      <a:pt x="491" y="549"/>
                    </a:lnTo>
                    <a:lnTo>
                      <a:pt x="506" y="536"/>
                    </a:lnTo>
                    <a:lnTo>
                      <a:pt x="521" y="523"/>
                    </a:lnTo>
                    <a:lnTo>
                      <a:pt x="534" y="507"/>
                    </a:lnTo>
                    <a:lnTo>
                      <a:pt x="547" y="492"/>
                    </a:lnTo>
                    <a:lnTo>
                      <a:pt x="574" y="503"/>
                    </a:lnTo>
                    <a:lnTo>
                      <a:pt x="582" y="505"/>
                    </a:lnTo>
                    <a:lnTo>
                      <a:pt x="591" y="506"/>
                    </a:lnTo>
                    <a:lnTo>
                      <a:pt x="599" y="505"/>
                    </a:lnTo>
                    <a:lnTo>
                      <a:pt x="608" y="503"/>
                    </a:lnTo>
                    <a:lnTo>
                      <a:pt x="615" y="499"/>
                    </a:lnTo>
                    <a:lnTo>
                      <a:pt x="622" y="493"/>
                    </a:lnTo>
                    <a:lnTo>
                      <a:pt x="628" y="487"/>
                    </a:lnTo>
                    <a:lnTo>
                      <a:pt x="632" y="479"/>
                    </a:lnTo>
                    <a:lnTo>
                      <a:pt x="649" y="437"/>
                    </a:lnTo>
                    <a:lnTo>
                      <a:pt x="652" y="428"/>
                    </a:lnTo>
                    <a:lnTo>
                      <a:pt x="653" y="419"/>
                    </a:lnTo>
                    <a:lnTo>
                      <a:pt x="652" y="411"/>
                    </a:lnTo>
                    <a:lnTo>
                      <a:pt x="649" y="402"/>
                    </a:lnTo>
                    <a:lnTo>
                      <a:pt x="645" y="394"/>
                    </a:lnTo>
                    <a:lnTo>
                      <a:pt x="640" y="387"/>
                    </a:lnTo>
                    <a:lnTo>
                      <a:pt x="633" y="382"/>
                    </a:lnTo>
                    <a:lnTo>
                      <a:pt x="625" y="378"/>
                    </a:lnTo>
                    <a:lnTo>
                      <a:pt x="587" y="362"/>
                    </a:lnTo>
                    <a:lnTo>
                      <a:pt x="583" y="361"/>
                    </a:lnTo>
                    <a:lnTo>
                      <a:pt x="580" y="360"/>
                    </a:lnTo>
                    <a:lnTo>
                      <a:pt x="577" y="361"/>
                    </a:lnTo>
                    <a:lnTo>
                      <a:pt x="573" y="362"/>
                    </a:lnTo>
                    <a:lnTo>
                      <a:pt x="571" y="363"/>
                    </a:lnTo>
                    <a:lnTo>
                      <a:pt x="568" y="365"/>
                    </a:lnTo>
                    <a:lnTo>
                      <a:pt x="566" y="368"/>
                    </a:lnTo>
                    <a:lnTo>
                      <a:pt x="564" y="371"/>
                    </a:lnTo>
                    <a:lnTo>
                      <a:pt x="563" y="374"/>
                    </a:lnTo>
                    <a:lnTo>
                      <a:pt x="563" y="378"/>
                    </a:lnTo>
                    <a:lnTo>
                      <a:pt x="563" y="381"/>
                    </a:lnTo>
                    <a:lnTo>
                      <a:pt x="564" y="384"/>
                    </a:lnTo>
                    <a:lnTo>
                      <a:pt x="566" y="387"/>
                    </a:lnTo>
                    <a:lnTo>
                      <a:pt x="568" y="389"/>
                    </a:lnTo>
                    <a:lnTo>
                      <a:pt x="570" y="392"/>
                    </a:lnTo>
                    <a:lnTo>
                      <a:pt x="574" y="393"/>
                    </a:lnTo>
                    <a:lnTo>
                      <a:pt x="612" y="409"/>
                    </a:lnTo>
                    <a:lnTo>
                      <a:pt x="616" y="413"/>
                    </a:lnTo>
                    <a:lnTo>
                      <a:pt x="618" y="416"/>
                    </a:lnTo>
                    <a:lnTo>
                      <a:pt x="619" y="420"/>
                    </a:lnTo>
                    <a:lnTo>
                      <a:pt x="618" y="424"/>
                    </a:lnTo>
                    <a:lnTo>
                      <a:pt x="600" y="466"/>
                    </a:lnTo>
                    <a:lnTo>
                      <a:pt x="598" y="469"/>
                    </a:lnTo>
                    <a:lnTo>
                      <a:pt x="595" y="471"/>
                    </a:lnTo>
                    <a:lnTo>
                      <a:pt x="591" y="472"/>
                    </a:lnTo>
                    <a:lnTo>
                      <a:pt x="587" y="471"/>
                    </a:lnTo>
                    <a:lnTo>
                      <a:pt x="547" y="455"/>
                    </a:lnTo>
                    <a:lnTo>
                      <a:pt x="544" y="454"/>
                    </a:lnTo>
                    <a:lnTo>
                      <a:pt x="541" y="454"/>
                    </a:lnTo>
                    <a:lnTo>
                      <a:pt x="538" y="454"/>
                    </a:lnTo>
                    <a:lnTo>
                      <a:pt x="536" y="455"/>
                    </a:lnTo>
                    <a:lnTo>
                      <a:pt x="533" y="456"/>
                    </a:lnTo>
                    <a:lnTo>
                      <a:pt x="530" y="457"/>
                    </a:lnTo>
                    <a:lnTo>
                      <a:pt x="528" y="459"/>
                    </a:lnTo>
                    <a:lnTo>
                      <a:pt x="526" y="462"/>
                    </a:lnTo>
                    <a:lnTo>
                      <a:pt x="520" y="471"/>
                    </a:lnTo>
                    <a:lnTo>
                      <a:pt x="512" y="481"/>
                    </a:lnTo>
                    <a:lnTo>
                      <a:pt x="505" y="489"/>
                    </a:lnTo>
                    <a:lnTo>
                      <a:pt x="497" y="498"/>
                    </a:lnTo>
                    <a:lnTo>
                      <a:pt x="488" y="506"/>
                    </a:lnTo>
                    <a:lnTo>
                      <a:pt x="479" y="513"/>
                    </a:lnTo>
                    <a:lnTo>
                      <a:pt x="470" y="522"/>
                    </a:lnTo>
                    <a:lnTo>
                      <a:pt x="461" y="528"/>
                    </a:lnTo>
                    <a:lnTo>
                      <a:pt x="458" y="530"/>
                    </a:lnTo>
                    <a:lnTo>
                      <a:pt x="456" y="533"/>
                    </a:lnTo>
                    <a:lnTo>
                      <a:pt x="455" y="535"/>
                    </a:lnTo>
                    <a:lnTo>
                      <a:pt x="454" y="538"/>
                    </a:lnTo>
                    <a:lnTo>
                      <a:pt x="453" y="541"/>
                    </a:lnTo>
                    <a:lnTo>
                      <a:pt x="453" y="543"/>
                    </a:lnTo>
                    <a:lnTo>
                      <a:pt x="453" y="546"/>
                    </a:lnTo>
                    <a:lnTo>
                      <a:pt x="454" y="549"/>
                    </a:lnTo>
                    <a:lnTo>
                      <a:pt x="470" y="588"/>
                    </a:lnTo>
                    <a:lnTo>
                      <a:pt x="471" y="592"/>
                    </a:lnTo>
                    <a:lnTo>
                      <a:pt x="470" y="596"/>
                    </a:lnTo>
                    <a:lnTo>
                      <a:pt x="468" y="599"/>
                    </a:lnTo>
                    <a:lnTo>
                      <a:pt x="465" y="601"/>
                    </a:lnTo>
                    <a:lnTo>
                      <a:pt x="422" y="619"/>
                    </a:lnTo>
                    <a:lnTo>
                      <a:pt x="419" y="621"/>
                    </a:lnTo>
                    <a:lnTo>
                      <a:pt x="415" y="619"/>
                    </a:lnTo>
                    <a:lnTo>
                      <a:pt x="411" y="617"/>
                    </a:lnTo>
                    <a:lnTo>
                      <a:pt x="409" y="613"/>
                    </a:lnTo>
                    <a:lnTo>
                      <a:pt x="392" y="574"/>
                    </a:lnTo>
                    <a:lnTo>
                      <a:pt x="391" y="572"/>
                    </a:lnTo>
                    <a:lnTo>
                      <a:pt x="389" y="569"/>
                    </a:lnTo>
                    <a:lnTo>
                      <a:pt x="387" y="567"/>
                    </a:lnTo>
                    <a:lnTo>
                      <a:pt x="384" y="566"/>
                    </a:lnTo>
                    <a:lnTo>
                      <a:pt x="382" y="565"/>
                    </a:lnTo>
                    <a:lnTo>
                      <a:pt x="379" y="564"/>
                    </a:lnTo>
                    <a:lnTo>
                      <a:pt x="376" y="564"/>
                    </a:lnTo>
                    <a:lnTo>
                      <a:pt x="373" y="564"/>
                    </a:lnTo>
                    <a:lnTo>
                      <a:pt x="361" y="566"/>
                    </a:lnTo>
                    <a:lnTo>
                      <a:pt x="350" y="568"/>
                    </a:lnTo>
                    <a:lnTo>
                      <a:pt x="338" y="569"/>
                    </a:lnTo>
                    <a:lnTo>
                      <a:pt x="326" y="569"/>
                    </a:lnTo>
                    <a:lnTo>
                      <a:pt x="315" y="568"/>
                    </a:lnTo>
                    <a:lnTo>
                      <a:pt x="303" y="568"/>
                    </a:lnTo>
                    <a:lnTo>
                      <a:pt x="291" y="566"/>
                    </a:lnTo>
                    <a:lnTo>
                      <a:pt x="280" y="564"/>
                    </a:lnTo>
                    <a:lnTo>
                      <a:pt x="274" y="564"/>
                    </a:lnTo>
                    <a:lnTo>
                      <a:pt x="269" y="566"/>
                    </a:lnTo>
                    <a:lnTo>
                      <a:pt x="266" y="567"/>
                    </a:lnTo>
                    <a:lnTo>
                      <a:pt x="264" y="569"/>
                    </a:lnTo>
                    <a:lnTo>
                      <a:pt x="261" y="572"/>
                    </a:lnTo>
                    <a:lnTo>
                      <a:pt x="260" y="574"/>
                    </a:lnTo>
                    <a:lnTo>
                      <a:pt x="244" y="613"/>
                    </a:lnTo>
                    <a:lnTo>
                      <a:pt x="241" y="617"/>
                    </a:lnTo>
                    <a:lnTo>
                      <a:pt x="238" y="619"/>
                    </a:lnTo>
                    <a:lnTo>
                      <a:pt x="234" y="621"/>
                    </a:lnTo>
                    <a:lnTo>
                      <a:pt x="230" y="619"/>
                    </a:lnTo>
                    <a:lnTo>
                      <a:pt x="188" y="601"/>
                    </a:lnTo>
                    <a:lnTo>
                      <a:pt x="185" y="599"/>
                    </a:lnTo>
                    <a:lnTo>
                      <a:pt x="183" y="596"/>
                    </a:lnTo>
                    <a:lnTo>
                      <a:pt x="182" y="592"/>
                    </a:lnTo>
                    <a:lnTo>
                      <a:pt x="183" y="588"/>
                    </a:lnTo>
                    <a:lnTo>
                      <a:pt x="199" y="549"/>
                    </a:lnTo>
                    <a:lnTo>
                      <a:pt x="200" y="543"/>
                    </a:lnTo>
                    <a:lnTo>
                      <a:pt x="199" y="537"/>
                    </a:lnTo>
                    <a:lnTo>
                      <a:pt x="198" y="535"/>
                    </a:lnTo>
                    <a:lnTo>
                      <a:pt x="197" y="532"/>
                    </a:lnTo>
                    <a:lnTo>
                      <a:pt x="195" y="530"/>
                    </a:lnTo>
                    <a:lnTo>
                      <a:pt x="192" y="528"/>
                    </a:lnTo>
                    <a:lnTo>
                      <a:pt x="183" y="521"/>
                    </a:lnTo>
                    <a:lnTo>
                      <a:pt x="173" y="513"/>
                    </a:lnTo>
                    <a:lnTo>
                      <a:pt x="165" y="506"/>
                    </a:lnTo>
                    <a:lnTo>
                      <a:pt x="156" y="498"/>
                    </a:lnTo>
                    <a:lnTo>
                      <a:pt x="148" y="489"/>
                    </a:lnTo>
                    <a:lnTo>
                      <a:pt x="141" y="480"/>
                    </a:lnTo>
                    <a:lnTo>
                      <a:pt x="133" y="471"/>
                    </a:lnTo>
                    <a:lnTo>
                      <a:pt x="127" y="461"/>
                    </a:lnTo>
                    <a:lnTo>
                      <a:pt x="125" y="459"/>
                    </a:lnTo>
                    <a:lnTo>
                      <a:pt x="122" y="457"/>
                    </a:lnTo>
                    <a:lnTo>
                      <a:pt x="120" y="456"/>
                    </a:lnTo>
                    <a:lnTo>
                      <a:pt x="117" y="455"/>
                    </a:lnTo>
                    <a:lnTo>
                      <a:pt x="113" y="454"/>
                    </a:lnTo>
                    <a:lnTo>
                      <a:pt x="111" y="454"/>
                    </a:lnTo>
                    <a:lnTo>
                      <a:pt x="108" y="454"/>
                    </a:lnTo>
                    <a:lnTo>
                      <a:pt x="105" y="455"/>
                    </a:lnTo>
                    <a:lnTo>
                      <a:pt x="66" y="471"/>
                    </a:lnTo>
                    <a:lnTo>
                      <a:pt x="62" y="472"/>
                    </a:lnTo>
                    <a:lnTo>
                      <a:pt x="58" y="471"/>
                    </a:lnTo>
                    <a:lnTo>
                      <a:pt x="55" y="469"/>
                    </a:lnTo>
                    <a:lnTo>
                      <a:pt x="53" y="466"/>
                    </a:lnTo>
                    <a:lnTo>
                      <a:pt x="35" y="423"/>
                    </a:lnTo>
                    <a:lnTo>
                      <a:pt x="34" y="419"/>
                    </a:lnTo>
                    <a:lnTo>
                      <a:pt x="35" y="415"/>
                    </a:lnTo>
                    <a:lnTo>
                      <a:pt x="37" y="412"/>
                    </a:lnTo>
                    <a:lnTo>
                      <a:pt x="41" y="409"/>
                    </a:lnTo>
                    <a:lnTo>
                      <a:pt x="80" y="393"/>
                    </a:lnTo>
                    <a:lnTo>
                      <a:pt x="82" y="391"/>
                    </a:lnTo>
                    <a:lnTo>
                      <a:pt x="85" y="390"/>
                    </a:lnTo>
                    <a:lnTo>
                      <a:pt x="87" y="388"/>
                    </a:lnTo>
                    <a:lnTo>
                      <a:pt x="88" y="385"/>
                    </a:lnTo>
                    <a:lnTo>
                      <a:pt x="90" y="380"/>
                    </a:lnTo>
                    <a:lnTo>
                      <a:pt x="90" y="374"/>
                    </a:lnTo>
                    <a:lnTo>
                      <a:pt x="88" y="362"/>
                    </a:lnTo>
                    <a:lnTo>
                      <a:pt x="86" y="351"/>
                    </a:lnTo>
                    <a:lnTo>
                      <a:pt x="85" y="339"/>
                    </a:lnTo>
                    <a:lnTo>
                      <a:pt x="85" y="327"/>
                    </a:lnTo>
                    <a:lnTo>
                      <a:pt x="85" y="316"/>
                    </a:lnTo>
                    <a:lnTo>
                      <a:pt x="86" y="303"/>
                    </a:lnTo>
                    <a:lnTo>
                      <a:pt x="88" y="291"/>
                    </a:lnTo>
                    <a:lnTo>
                      <a:pt x="90" y="280"/>
                    </a:lnTo>
                    <a:lnTo>
                      <a:pt x="90" y="277"/>
                    </a:lnTo>
                    <a:lnTo>
                      <a:pt x="90" y="274"/>
                    </a:lnTo>
                    <a:lnTo>
                      <a:pt x="89" y="271"/>
                    </a:lnTo>
                    <a:lnTo>
                      <a:pt x="88" y="268"/>
                    </a:lnTo>
                    <a:lnTo>
                      <a:pt x="87" y="266"/>
                    </a:lnTo>
                    <a:lnTo>
                      <a:pt x="85" y="264"/>
                    </a:lnTo>
                    <a:lnTo>
                      <a:pt x="82" y="262"/>
                    </a:lnTo>
                    <a:lnTo>
                      <a:pt x="80" y="261"/>
                    </a:lnTo>
                    <a:lnTo>
                      <a:pt x="41" y="245"/>
                    </a:lnTo>
                    <a:lnTo>
                      <a:pt x="37" y="242"/>
                    </a:lnTo>
                    <a:lnTo>
                      <a:pt x="35" y="239"/>
                    </a:lnTo>
                    <a:lnTo>
                      <a:pt x="34" y="235"/>
                    </a:lnTo>
                    <a:lnTo>
                      <a:pt x="35" y="231"/>
                    </a:lnTo>
                    <a:lnTo>
                      <a:pt x="53" y="188"/>
                    </a:lnTo>
                    <a:lnTo>
                      <a:pt x="55" y="185"/>
                    </a:lnTo>
                    <a:lnTo>
                      <a:pt x="58" y="182"/>
                    </a:lnTo>
                    <a:lnTo>
                      <a:pt x="62" y="182"/>
                    </a:lnTo>
                    <a:lnTo>
                      <a:pt x="66" y="182"/>
                    </a:lnTo>
                    <a:lnTo>
                      <a:pt x="105" y="198"/>
                    </a:lnTo>
                    <a:lnTo>
                      <a:pt x="108" y="199"/>
                    </a:lnTo>
                    <a:lnTo>
                      <a:pt x="111" y="200"/>
                    </a:lnTo>
                    <a:lnTo>
                      <a:pt x="114" y="200"/>
                    </a:lnTo>
                    <a:lnTo>
                      <a:pt x="118" y="199"/>
                    </a:lnTo>
                    <a:lnTo>
                      <a:pt x="120" y="198"/>
                    </a:lnTo>
                    <a:lnTo>
                      <a:pt x="123" y="196"/>
                    </a:lnTo>
                    <a:lnTo>
                      <a:pt x="125" y="195"/>
                    </a:lnTo>
                    <a:lnTo>
                      <a:pt x="127" y="192"/>
                    </a:lnTo>
                    <a:lnTo>
                      <a:pt x="133" y="183"/>
                    </a:lnTo>
                    <a:lnTo>
                      <a:pt x="141" y="173"/>
                    </a:lnTo>
                    <a:lnTo>
                      <a:pt x="148" y="164"/>
                    </a:lnTo>
                    <a:lnTo>
                      <a:pt x="156" y="156"/>
                    </a:lnTo>
                    <a:lnTo>
                      <a:pt x="165" y="148"/>
                    </a:lnTo>
                    <a:lnTo>
                      <a:pt x="174" y="140"/>
                    </a:lnTo>
                    <a:lnTo>
                      <a:pt x="183" y="133"/>
                    </a:lnTo>
                    <a:lnTo>
                      <a:pt x="193" y="126"/>
                    </a:lnTo>
                    <a:lnTo>
                      <a:pt x="195" y="124"/>
                    </a:lnTo>
                    <a:lnTo>
                      <a:pt x="197" y="122"/>
                    </a:lnTo>
                    <a:lnTo>
                      <a:pt x="198" y="120"/>
                    </a:lnTo>
                    <a:lnTo>
                      <a:pt x="199" y="117"/>
                    </a:lnTo>
                    <a:lnTo>
                      <a:pt x="200" y="114"/>
                    </a:lnTo>
                    <a:lnTo>
                      <a:pt x="200" y="111"/>
                    </a:lnTo>
                    <a:lnTo>
                      <a:pt x="200" y="108"/>
                    </a:lnTo>
                    <a:lnTo>
                      <a:pt x="199" y="106"/>
                    </a:lnTo>
                    <a:lnTo>
                      <a:pt x="183" y="66"/>
                    </a:lnTo>
                    <a:lnTo>
                      <a:pt x="182" y="62"/>
                    </a:lnTo>
                    <a:lnTo>
                      <a:pt x="183" y="58"/>
                    </a:lnTo>
                    <a:lnTo>
                      <a:pt x="185" y="55"/>
                    </a:lnTo>
                    <a:lnTo>
                      <a:pt x="188" y="52"/>
                    </a:lnTo>
                    <a:lnTo>
                      <a:pt x="231" y="35"/>
                    </a:lnTo>
                    <a:lnTo>
                      <a:pt x="235" y="34"/>
                    </a:lnTo>
                    <a:lnTo>
                      <a:pt x="238" y="35"/>
                    </a:lnTo>
                    <a:lnTo>
                      <a:pt x="242" y="37"/>
                    </a:lnTo>
                    <a:lnTo>
                      <a:pt x="244" y="41"/>
                    </a:lnTo>
                    <a:lnTo>
                      <a:pt x="260" y="79"/>
                    </a:lnTo>
                    <a:lnTo>
                      <a:pt x="263" y="83"/>
                    </a:lnTo>
                    <a:lnTo>
                      <a:pt x="265" y="85"/>
                    </a:lnTo>
                    <a:lnTo>
                      <a:pt x="267" y="87"/>
                    </a:lnTo>
                    <a:lnTo>
                      <a:pt x="270" y="89"/>
                    </a:lnTo>
                    <a:lnTo>
                      <a:pt x="273" y="90"/>
                    </a:lnTo>
                    <a:lnTo>
                      <a:pt x="277" y="90"/>
                    </a:lnTo>
                    <a:lnTo>
                      <a:pt x="280" y="90"/>
                    </a:lnTo>
                    <a:lnTo>
                      <a:pt x="283" y="89"/>
                    </a:lnTo>
                    <a:lnTo>
                      <a:pt x="286" y="87"/>
                    </a:lnTo>
                    <a:lnTo>
                      <a:pt x="289" y="85"/>
                    </a:lnTo>
                    <a:lnTo>
                      <a:pt x="291" y="82"/>
                    </a:lnTo>
                    <a:lnTo>
                      <a:pt x="293" y="79"/>
                    </a:lnTo>
                    <a:lnTo>
                      <a:pt x="294" y="76"/>
                    </a:lnTo>
                    <a:lnTo>
                      <a:pt x="294" y="73"/>
                    </a:lnTo>
                    <a:lnTo>
                      <a:pt x="294" y="70"/>
                    </a:lnTo>
                    <a:lnTo>
                      <a:pt x="293" y="66"/>
                    </a:lnTo>
                    <a:lnTo>
                      <a:pt x="277" y="28"/>
                    </a:lnTo>
                    <a:lnTo>
                      <a:pt x="273" y="20"/>
                    </a:lnTo>
                    <a:lnTo>
                      <a:pt x="267" y="13"/>
                    </a:lnTo>
                    <a:lnTo>
                      <a:pt x="259" y="8"/>
                    </a:lnTo>
                    <a:lnTo>
                      <a:pt x="252" y="4"/>
                    </a:lnTo>
                    <a:lnTo>
                      <a:pt x="243" y="1"/>
                    </a:lnTo>
                    <a:lnTo>
                      <a:pt x="235" y="0"/>
                    </a:lnTo>
                    <a:lnTo>
                      <a:pt x="226" y="1"/>
                    </a:lnTo>
                    <a:lnTo>
                      <a:pt x="218" y="4"/>
                    </a:lnTo>
                    <a:lnTo>
                      <a:pt x="175" y="21"/>
                    </a:lnTo>
                    <a:lnTo>
                      <a:pt x="168" y="25"/>
                    </a:lnTo>
                    <a:lnTo>
                      <a:pt x="161" y="31"/>
                    </a:lnTo>
                    <a:lnTo>
                      <a:pt x="156" y="37"/>
                    </a:lnTo>
                    <a:lnTo>
                      <a:pt x="151" y="45"/>
                    </a:lnTo>
                    <a:lnTo>
                      <a:pt x="149" y="53"/>
                    </a:lnTo>
                    <a:lnTo>
                      <a:pt x="148" y="62"/>
                    </a:lnTo>
                    <a:lnTo>
                      <a:pt x="149" y="71"/>
                    </a:lnTo>
                    <a:lnTo>
                      <a:pt x="151" y="79"/>
                    </a:lnTo>
                    <a:lnTo>
                      <a:pt x="162" y="106"/>
                    </a:lnTo>
                    <a:lnTo>
                      <a:pt x="147" y="119"/>
                    </a:lnTo>
                    <a:lnTo>
                      <a:pt x="132" y="132"/>
                    </a:lnTo>
                    <a:lnTo>
                      <a:pt x="119" y="146"/>
                    </a:lnTo>
                    <a:lnTo>
                      <a:pt x="106" y="162"/>
                    </a:lnTo>
                    <a:lnTo>
                      <a:pt x="79" y="151"/>
                    </a:lnTo>
                    <a:lnTo>
                      <a:pt x="71" y="148"/>
                    </a:lnTo>
                    <a:lnTo>
                      <a:pt x="62" y="148"/>
                    </a:lnTo>
                    <a:lnTo>
                      <a:pt x="54" y="148"/>
                    </a:lnTo>
                    <a:lnTo>
                      <a:pt x="45" y="151"/>
                    </a:lnTo>
                    <a:lnTo>
                      <a:pt x="38" y="155"/>
                    </a:lnTo>
                    <a:lnTo>
                      <a:pt x="31" y="160"/>
                    </a:lnTo>
                    <a:lnTo>
                      <a:pt x="26" y="167"/>
                    </a:lnTo>
                    <a:lnTo>
                      <a:pt x="22" y="175"/>
                    </a:lnTo>
                    <a:lnTo>
                      <a:pt x="4" y="218"/>
                    </a:lnTo>
                    <a:lnTo>
                      <a:pt x="1" y="227"/>
                    </a:lnTo>
                    <a:lnTo>
                      <a:pt x="0" y="235"/>
                    </a:lnTo>
                    <a:lnTo>
                      <a:pt x="0" y="236"/>
                    </a:lnTo>
                    <a:lnTo>
                      <a:pt x="1" y="242"/>
                    </a:lnTo>
                    <a:lnTo>
                      <a:pt x="2" y="248"/>
                    </a:lnTo>
                    <a:lnTo>
                      <a:pt x="5" y="254"/>
                    </a:lnTo>
                    <a:lnTo>
                      <a:pt x="8" y="260"/>
                    </a:lnTo>
                    <a:lnTo>
                      <a:pt x="12" y="265"/>
                    </a:lnTo>
                    <a:lnTo>
                      <a:pt x="16" y="269"/>
                    </a:lnTo>
                    <a:lnTo>
                      <a:pt x="22" y="273"/>
                    </a:lnTo>
                    <a:lnTo>
                      <a:pt x="28" y="276"/>
                    </a:lnTo>
                    <a:lnTo>
                      <a:pt x="54" y="287"/>
                    </a:lnTo>
                    <a:lnTo>
                      <a:pt x="52" y="308"/>
                    </a:lnTo>
                    <a:lnTo>
                      <a:pt x="51" y="327"/>
                    </a:lnTo>
                    <a:lnTo>
                      <a:pt x="52" y="347"/>
                    </a:lnTo>
                    <a:lnTo>
                      <a:pt x="54" y="367"/>
                    </a:lnTo>
                    <a:lnTo>
                      <a:pt x="28" y="378"/>
                    </a:lnTo>
                    <a:lnTo>
                      <a:pt x="20" y="382"/>
                    </a:lnTo>
                    <a:lnTo>
                      <a:pt x="13" y="387"/>
                    </a:lnTo>
                    <a:lnTo>
                      <a:pt x="8" y="394"/>
                    </a:lnTo>
                    <a:lnTo>
                      <a:pt x="4" y="402"/>
                    </a:lnTo>
                    <a:lnTo>
                      <a:pt x="1" y="411"/>
                    </a:lnTo>
                    <a:lnTo>
                      <a:pt x="0" y="419"/>
                    </a:lnTo>
                    <a:lnTo>
                      <a:pt x="0" y="420"/>
                    </a:lnTo>
                    <a:lnTo>
                      <a:pt x="1" y="428"/>
                    </a:lnTo>
                    <a:lnTo>
                      <a:pt x="4" y="436"/>
                    </a:lnTo>
                    <a:lnTo>
                      <a:pt x="21" y="479"/>
                    </a:lnTo>
                    <a:lnTo>
                      <a:pt x="25" y="486"/>
                    </a:lnTo>
                    <a:lnTo>
                      <a:pt x="31" y="493"/>
                    </a:lnTo>
                    <a:lnTo>
                      <a:pt x="38" y="499"/>
                    </a:lnTo>
                    <a:lnTo>
                      <a:pt x="45" y="503"/>
                    </a:lnTo>
                    <a:lnTo>
                      <a:pt x="54" y="505"/>
                    </a:lnTo>
                    <a:lnTo>
                      <a:pt x="62" y="506"/>
                    </a:lnTo>
                    <a:lnTo>
                      <a:pt x="71" y="505"/>
                    </a:lnTo>
                    <a:lnTo>
                      <a:pt x="79" y="503"/>
                    </a:lnTo>
                    <a:lnTo>
                      <a:pt x="105" y="492"/>
                    </a:lnTo>
                    <a:lnTo>
                      <a:pt x="119" y="507"/>
                    </a:lnTo>
                    <a:lnTo>
                      <a:pt x="132" y="523"/>
                    </a:lnTo>
                    <a:lnTo>
                      <a:pt x="147" y="536"/>
                    </a:lnTo>
                    <a:lnTo>
                      <a:pt x="162" y="548"/>
                    </a:lnTo>
                    <a:lnTo>
                      <a:pt x="151" y="575"/>
                    </a:lnTo>
                    <a:lnTo>
                      <a:pt x="149" y="583"/>
                    </a:lnTo>
                    <a:lnTo>
                      <a:pt x="148" y="592"/>
                    </a:lnTo>
                    <a:lnTo>
                      <a:pt x="149" y="600"/>
                    </a:lnTo>
                    <a:lnTo>
                      <a:pt x="151" y="609"/>
                    </a:lnTo>
                    <a:lnTo>
                      <a:pt x="155" y="616"/>
                    </a:lnTo>
                    <a:lnTo>
                      <a:pt x="161" y="624"/>
                    </a:lnTo>
                    <a:lnTo>
                      <a:pt x="167" y="629"/>
                    </a:lnTo>
                    <a:lnTo>
                      <a:pt x="175" y="634"/>
                    </a:lnTo>
                    <a:lnTo>
                      <a:pt x="217" y="651"/>
                    </a:lnTo>
                    <a:lnTo>
                      <a:pt x="226" y="654"/>
                    </a:lnTo>
                    <a:lnTo>
                      <a:pt x="235" y="655"/>
                    </a:lnTo>
                    <a:lnTo>
                      <a:pt x="243" y="654"/>
                    </a:lnTo>
                    <a:lnTo>
                      <a:pt x="251" y="651"/>
                    </a:lnTo>
                    <a:lnTo>
                      <a:pt x="259" y="647"/>
                    </a:lnTo>
                    <a:lnTo>
                      <a:pt x="266" y="642"/>
                    </a:lnTo>
                    <a:lnTo>
                      <a:pt x="272" y="635"/>
                    </a:lnTo>
                    <a:lnTo>
                      <a:pt x="276" y="627"/>
                    </a:lnTo>
                    <a:lnTo>
                      <a:pt x="287" y="600"/>
                    </a:lnTo>
                    <a:lnTo>
                      <a:pt x="307" y="602"/>
                    </a:lnTo>
                    <a:lnTo>
                      <a:pt x="326" y="603"/>
                    </a:lnTo>
                    <a:lnTo>
                      <a:pt x="346" y="602"/>
                    </a:lnTo>
                    <a:lnTo>
                      <a:pt x="366" y="600"/>
                    </a:lnTo>
                    <a:lnTo>
                      <a:pt x="377" y="627"/>
                    </a:lnTo>
                    <a:lnTo>
                      <a:pt x="381" y="635"/>
                    </a:lnTo>
                    <a:lnTo>
                      <a:pt x="386" y="642"/>
                    </a:lnTo>
                    <a:lnTo>
                      <a:pt x="393" y="647"/>
                    </a:lnTo>
                    <a:lnTo>
                      <a:pt x="401" y="651"/>
                    </a:lnTo>
                    <a:lnTo>
                      <a:pt x="410" y="654"/>
                    </a:lnTo>
                    <a:lnTo>
                      <a:pt x="419" y="655"/>
                    </a:lnTo>
                    <a:lnTo>
                      <a:pt x="427" y="654"/>
                    </a:lnTo>
                    <a:lnTo>
                      <a:pt x="436" y="6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85">
                <a:extLst>
                  <a:ext uri="{FF2B5EF4-FFF2-40B4-BE49-F238E27FC236}">
                    <a16:creationId xmlns:a16="http://schemas.microsoft.com/office/drawing/2014/main" id="{51825D97-2109-434E-9003-514C3B2AE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0924" y="2876444"/>
                <a:ext cx="145163" cy="145163"/>
              </a:xfrm>
              <a:custGeom>
                <a:avLst/>
                <a:gdLst>
                  <a:gd name="T0" fmla="*/ 3 w 281"/>
                  <a:gd name="T1" fmla="*/ 170 h 281"/>
                  <a:gd name="T2" fmla="*/ 18 w 281"/>
                  <a:gd name="T3" fmla="*/ 208 h 281"/>
                  <a:gd name="T4" fmla="*/ 42 w 281"/>
                  <a:gd name="T5" fmla="*/ 241 h 281"/>
                  <a:gd name="T6" fmla="*/ 74 w 281"/>
                  <a:gd name="T7" fmla="*/ 265 h 281"/>
                  <a:gd name="T8" fmla="*/ 113 w 281"/>
                  <a:gd name="T9" fmla="*/ 279 h 281"/>
                  <a:gd name="T10" fmla="*/ 142 w 281"/>
                  <a:gd name="T11" fmla="*/ 281 h 281"/>
                  <a:gd name="T12" fmla="*/ 182 w 281"/>
                  <a:gd name="T13" fmla="*/ 275 h 281"/>
                  <a:gd name="T14" fmla="*/ 219 w 281"/>
                  <a:gd name="T15" fmla="*/ 258 h 281"/>
                  <a:gd name="T16" fmla="*/ 250 w 281"/>
                  <a:gd name="T17" fmla="*/ 230 h 281"/>
                  <a:gd name="T18" fmla="*/ 271 w 281"/>
                  <a:gd name="T19" fmla="*/ 194 h 281"/>
                  <a:gd name="T20" fmla="*/ 280 w 281"/>
                  <a:gd name="T21" fmla="*/ 154 h 281"/>
                  <a:gd name="T22" fmla="*/ 279 w 281"/>
                  <a:gd name="T23" fmla="*/ 134 h 281"/>
                  <a:gd name="T24" fmla="*/ 273 w 281"/>
                  <a:gd name="T25" fmla="*/ 126 h 281"/>
                  <a:gd name="T26" fmla="*/ 264 w 281"/>
                  <a:gd name="T27" fmla="*/ 123 h 281"/>
                  <a:gd name="T28" fmla="*/ 257 w 281"/>
                  <a:gd name="T29" fmla="*/ 125 h 281"/>
                  <a:gd name="T30" fmla="*/ 249 w 281"/>
                  <a:gd name="T31" fmla="*/ 131 h 281"/>
                  <a:gd name="T32" fmla="*/ 247 w 281"/>
                  <a:gd name="T33" fmla="*/ 141 h 281"/>
                  <a:gd name="T34" fmla="*/ 242 w 281"/>
                  <a:gd name="T35" fmla="*/ 171 h 281"/>
                  <a:gd name="T36" fmla="*/ 229 w 281"/>
                  <a:gd name="T37" fmla="*/ 199 h 281"/>
                  <a:gd name="T38" fmla="*/ 208 w 281"/>
                  <a:gd name="T39" fmla="*/ 222 h 281"/>
                  <a:gd name="T40" fmla="*/ 182 w 281"/>
                  <a:gd name="T41" fmla="*/ 239 h 281"/>
                  <a:gd name="T42" fmla="*/ 152 w 281"/>
                  <a:gd name="T43" fmla="*/ 247 h 281"/>
                  <a:gd name="T44" fmla="*/ 130 w 281"/>
                  <a:gd name="T45" fmla="*/ 247 h 281"/>
                  <a:gd name="T46" fmla="*/ 100 w 281"/>
                  <a:gd name="T47" fmla="*/ 239 h 281"/>
                  <a:gd name="T48" fmla="*/ 73 w 281"/>
                  <a:gd name="T49" fmla="*/ 223 h 281"/>
                  <a:gd name="T50" fmla="*/ 53 w 281"/>
                  <a:gd name="T51" fmla="*/ 201 h 281"/>
                  <a:gd name="T52" fmla="*/ 40 w 281"/>
                  <a:gd name="T53" fmla="*/ 173 h 281"/>
                  <a:gd name="T54" fmla="*/ 35 w 281"/>
                  <a:gd name="T55" fmla="*/ 142 h 281"/>
                  <a:gd name="T56" fmla="*/ 39 w 281"/>
                  <a:gd name="T57" fmla="*/ 110 h 281"/>
                  <a:gd name="T58" fmla="*/ 52 w 281"/>
                  <a:gd name="T59" fmla="*/ 83 h 281"/>
                  <a:gd name="T60" fmla="*/ 73 w 281"/>
                  <a:gd name="T61" fmla="*/ 60 h 281"/>
                  <a:gd name="T62" fmla="*/ 99 w 281"/>
                  <a:gd name="T63" fmla="*/ 44 h 281"/>
                  <a:gd name="T64" fmla="*/ 129 w 281"/>
                  <a:gd name="T65" fmla="*/ 36 h 281"/>
                  <a:gd name="T66" fmla="*/ 147 w 281"/>
                  <a:gd name="T67" fmla="*/ 34 h 281"/>
                  <a:gd name="T68" fmla="*/ 154 w 281"/>
                  <a:gd name="T69" fmla="*/ 28 h 281"/>
                  <a:gd name="T70" fmla="*/ 157 w 281"/>
                  <a:gd name="T71" fmla="*/ 18 h 281"/>
                  <a:gd name="T72" fmla="*/ 154 w 281"/>
                  <a:gd name="T73" fmla="*/ 8 h 281"/>
                  <a:gd name="T74" fmla="*/ 146 w 281"/>
                  <a:gd name="T75" fmla="*/ 2 h 281"/>
                  <a:gd name="T76" fmla="*/ 140 w 281"/>
                  <a:gd name="T77" fmla="*/ 0 h 281"/>
                  <a:gd name="T78" fmla="*/ 98 w 281"/>
                  <a:gd name="T79" fmla="*/ 7 h 281"/>
                  <a:gd name="T80" fmla="*/ 61 w 281"/>
                  <a:gd name="T81" fmla="*/ 26 h 281"/>
                  <a:gd name="T82" fmla="*/ 32 w 281"/>
                  <a:gd name="T83" fmla="*/ 53 h 281"/>
                  <a:gd name="T84" fmla="*/ 11 w 281"/>
                  <a:gd name="T85" fmla="*/ 87 h 281"/>
                  <a:gd name="T86" fmla="*/ 1 w 281"/>
                  <a:gd name="T87" fmla="*/ 128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81" h="281">
                    <a:moveTo>
                      <a:pt x="0" y="142"/>
                    </a:moveTo>
                    <a:lnTo>
                      <a:pt x="1" y="157"/>
                    </a:lnTo>
                    <a:lnTo>
                      <a:pt x="3" y="170"/>
                    </a:lnTo>
                    <a:lnTo>
                      <a:pt x="7" y="184"/>
                    </a:lnTo>
                    <a:lnTo>
                      <a:pt x="12" y="196"/>
                    </a:lnTo>
                    <a:lnTo>
                      <a:pt x="18" y="208"/>
                    </a:lnTo>
                    <a:lnTo>
                      <a:pt x="25" y="220"/>
                    </a:lnTo>
                    <a:lnTo>
                      <a:pt x="33" y="231"/>
                    </a:lnTo>
                    <a:lnTo>
                      <a:pt x="42" y="241"/>
                    </a:lnTo>
                    <a:lnTo>
                      <a:pt x="52" y="250"/>
                    </a:lnTo>
                    <a:lnTo>
                      <a:pt x="62" y="258"/>
                    </a:lnTo>
                    <a:lnTo>
                      <a:pt x="74" y="265"/>
                    </a:lnTo>
                    <a:lnTo>
                      <a:pt x="87" y="271"/>
                    </a:lnTo>
                    <a:lnTo>
                      <a:pt x="99" y="275"/>
                    </a:lnTo>
                    <a:lnTo>
                      <a:pt x="113" y="279"/>
                    </a:lnTo>
                    <a:lnTo>
                      <a:pt x="126" y="281"/>
                    </a:lnTo>
                    <a:lnTo>
                      <a:pt x="141" y="281"/>
                    </a:lnTo>
                    <a:lnTo>
                      <a:pt x="142" y="281"/>
                    </a:lnTo>
                    <a:lnTo>
                      <a:pt x="155" y="281"/>
                    </a:lnTo>
                    <a:lnTo>
                      <a:pt x="169" y="279"/>
                    </a:lnTo>
                    <a:lnTo>
                      <a:pt x="182" y="275"/>
                    </a:lnTo>
                    <a:lnTo>
                      <a:pt x="195" y="271"/>
                    </a:lnTo>
                    <a:lnTo>
                      <a:pt x="207" y="265"/>
                    </a:lnTo>
                    <a:lnTo>
                      <a:pt x="219" y="258"/>
                    </a:lnTo>
                    <a:lnTo>
                      <a:pt x="231" y="249"/>
                    </a:lnTo>
                    <a:lnTo>
                      <a:pt x="241" y="240"/>
                    </a:lnTo>
                    <a:lnTo>
                      <a:pt x="250" y="230"/>
                    </a:lnTo>
                    <a:lnTo>
                      <a:pt x="258" y="218"/>
                    </a:lnTo>
                    <a:lnTo>
                      <a:pt x="265" y="206"/>
                    </a:lnTo>
                    <a:lnTo>
                      <a:pt x="271" y="194"/>
                    </a:lnTo>
                    <a:lnTo>
                      <a:pt x="275" y="181"/>
                    </a:lnTo>
                    <a:lnTo>
                      <a:pt x="278" y="168"/>
                    </a:lnTo>
                    <a:lnTo>
                      <a:pt x="280" y="154"/>
                    </a:lnTo>
                    <a:lnTo>
                      <a:pt x="281" y="140"/>
                    </a:lnTo>
                    <a:lnTo>
                      <a:pt x="280" y="137"/>
                    </a:lnTo>
                    <a:lnTo>
                      <a:pt x="279" y="134"/>
                    </a:lnTo>
                    <a:lnTo>
                      <a:pt x="278" y="131"/>
                    </a:lnTo>
                    <a:lnTo>
                      <a:pt x="276" y="128"/>
                    </a:lnTo>
                    <a:lnTo>
                      <a:pt x="273" y="126"/>
                    </a:lnTo>
                    <a:lnTo>
                      <a:pt x="270" y="125"/>
                    </a:lnTo>
                    <a:lnTo>
                      <a:pt x="267" y="124"/>
                    </a:lnTo>
                    <a:lnTo>
                      <a:pt x="264" y="123"/>
                    </a:lnTo>
                    <a:lnTo>
                      <a:pt x="264" y="123"/>
                    </a:lnTo>
                    <a:lnTo>
                      <a:pt x="260" y="124"/>
                    </a:lnTo>
                    <a:lnTo>
                      <a:pt x="257" y="125"/>
                    </a:lnTo>
                    <a:lnTo>
                      <a:pt x="254" y="126"/>
                    </a:lnTo>
                    <a:lnTo>
                      <a:pt x="251" y="129"/>
                    </a:lnTo>
                    <a:lnTo>
                      <a:pt x="249" y="131"/>
                    </a:lnTo>
                    <a:lnTo>
                      <a:pt x="248" y="134"/>
                    </a:lnTo>
                    <a:lnTo>
                      <a:pt x="247" y="137"/>
                    </a:lnTo>
                    <a:lnTo>
                      <a:pt x="247" y="141"/>
                    </a:lnTo>
                    <a:lnTo>
                      <a:pt x="246" y="151"/>
                    </a:lnTo>
                    <a:lnTo>
                      <a:pt x="245" y="161"/>
                    </a:lnTo>
                    <a:lnTo>
                      <a:pt x="242" y="171"/>
                    </a:lnTo>
                    <a:lnTo>
                      <a:pt x="239" y="181"/>
                    </a:lnTo>
                    <a:lnTo>
                      <a:pt x="235" y="190"/>
                    </a:lnTo>
                    <a:lnTo>
                      <a:pt x="229" y="199"/>
                    </a:lnTo>
                    <a:lnTo>
                      <a:pt x="223" y="207"/>
                    </a:lnTo>
                    <a:lnTo>
                      <a:pt x="215" y="215"/>
                    </a:lnTo>
                    <a:lnTo>
                      <a:pt x="208" y="222"/>
                    </a:lnTo>
                    <a:lnTo>
                      <a:pt x="199" y="229"/>
                    </a:lnTo>
                    <a:lnTo>
                      <a:pt x="191" y="235"/>
                    </a:lnTo>
                    <a:lnTo>
                      <a:pt x="182" y="239"/>
                    </a:lnTo>
                    <a:lnTo>
                      <a:pt x="172" y="243"/>
                    </a:lnTo>
                    <a:lnTo>
                      <a:pt x="162" y="245"/>
                    </a:lnTo>
                    <a:lnTo>
                      <a:pt x="152" y="247"/>
                    </a:lnTo>
                    <a:lnTo>
                      <a:pt x="141" y="247"/>
                    </a:lnTo>
                    <a:lnTo>
                      <a:pt x="141" y="247"/>
                    </a:lnTo>
                    <a:lnTo>
                      <a:pt x="130" y="247"/>
                    </a:lnTo>
                    <a:lnTo>
                      <a:pt x="120" y="245"/>
                    </a:lnTo>
                    <a:lnTo>
                      <a:pt x="110" y="243"/>
                    </a:lnTo>
                    <a:lnTo>
                      <a:pt x="100" y="239"/>
                    </a:lnTo>
                    <a:lnTo>
                      <a:pt x="91" y="235"/>
                    </a:lnTo>
                    <a:lnTo>
                      <a:pt x="82" y="230"/>
                    </a:lnTo>
                    <a:lnTo>
                      <a:pt x="73" y="223"/>
                    </a:lnTo>
                    <a:lnTo>
                      <a:pt x="66" y="216"/>
                    </a:lnTo>
                    <a:lnTo>
                      <a:pt x="59" y="209"/>
                    </a:lnTo>
                    <a:lnTo>
                      <a:pt x="53" y="201"/>
                    </a:lnTo>
                    <a:lnTo>
                      <a:pt x="48" y="192"/>
                    </a:lnTo>
                    <a:lnTo>
                      <a:pt x="43" y="183"/>
                    </a:lnTo>
                    <a:lnTo>
                      <a:pt x="40" y="173"/>
                    </a:lnTo>
                    <a:lnTo>
                      <a:pt x="37" y="163"/>
                    </a:lnTo>
                    <a:lnTo>
                      <a:pt x="35" y="153"/>
                    </a:lnTo>
                    <a:lnTo>
                      <a:pt x="35" y="142"/>
                    </a:lnTo>
                    <a:lnTo>
                      <a:pt x="35" y="132"/>
                    </a:lnTo>
                    <a:lnTo>
                      <a:pt x="37" y="121"/>
                    </a:lnTo>
                    <a:lnTo>
                      <a:pt x="39" y="110"/>
                    </a:lnTo>
                    <a:lnTo>
                      <a:pt x="43" y="100"/>
                    </a:lnTo>
                    <a:lnTo>
                      <a:pt x="47" y="91"/>
                    </a:lnTo>
                    <a:lnTo>
                      <a:pt x="52" y="83"/>
                    </a:lnTo>
                    <a:lnTo>
                      <a:pt x="58" y="74"/>
                    </a:lnTo>
                    <a:lnTo>
                      <a:pt x="65" y="67"/>
                    </a:lnTo>
                    <a:lnTo>
                      <a:pt x="73" y="60"/>
                    </a:lnTo>
                    <a:lnTo>
                      <a:pt x="82" y="54"/>
                    </a:lnTo>
                    <a:lnTo>
                      <a:pt x="90" y="49"/>
                    </a:lnTo>
                    <a:lnTo>
                      <a:pt x="99" y="44"/>
                    </a:lnTo>
                    <a:lnTo>
                      <a:pt x="109" y="41"/>
                    </a:lnTo>
                    <a:lnTo>
                      <a:pt x="119" y="38"/>
                    </a:lnTo>
                    <a:lnTo>
                      <a:pt x="129" y="36"/>
                    </a:lnTo>
                    <a:lnTo>
                      <a:pt x="140" y="36"/>
                    </a:lnTo>
                    <a:lnTo>
                      <a:pt x="144" y="35"/>
                    </a:lnTo>
                    <a:lnTo>
                      <a:pt x="147" y="34"/>
                    </a:lnTo>
                    <a:lnTo>
                      <a:pt x="150" y="33"/>
                    </a:lnTo>
                    <a:lnTo>
                      <a:pt x="152" y="30"/>
                    </a:lnTo>
                    <a:lnTo>
                      <a:pt x="154" y="28"/>
                    </a:lnTo>
                    <a:lnTo>
                      <a:pt x="156" y="25"/>
                    </a:lnTo>
                    <a:lnTo>
                      <a:pt x="157" y="22"/>
                    </a:lnTo>
                    <a:lnTo>
                      <a:pt x="157" y="18"/>
                    </a:lnTo>
                    <a:lnTo>
                      <a:pt x="157" y="14"/>
                    </a:lnTo>
                    <a:lnTo>
                      <a:pt x="156" y="11"/>
                    </a:lnTo>
                    <a:lnTo>
                      <a:pt x="154" y="8"/>
                    </a:lnTo>
                    <a:lnTo>
                      <a:pt x="152" y="5"/>
                    </a:lnTo>
                    <a:lnTo>
                      <a:pt x="149" y="3"/>
                    </a:lnTo>
                    <a:lnTo>
                      <a:pt x="146" y="2"/>
                    </a:lnTo>
                    <a:lnTo>
                      <a:pt x="143" y="1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25" y="1"/>
                    </a:lnTo>
                    <a:lnTo>
                      <a:pt x="112" y="3"/>
                    </a:lnTo>
                    <a:lnTo>
                      <a:pt x="98" y="7"/>
                    </a:lnTo>
                    <a:lnTo>
                      <a:pt x="86" y="12"/>
                    </a:lnTo>
                    <a:lnTo>
                      <a:pt x="72" y="19"/>
                    </a:lnTo>
                    <a:lnTo>
                      <a:pt x="61" y="26"/>
                    </a:lnTo>
                    <a:lnTo>
                      <a:pt x="50" y="34"/>
                    </a:lnTo>
                    <a:lnTo>
                      <a:pt x="41" y="43"/>
                    </a:lnTo>
                    <a:lnTo>
                      <a:pt x="32" y="53"/>
                    </a:lnTo>
                    <a:lnTo>
                      <a:pt x="24" y="64"/>
                    </a:lnTo>
                    <a:lnTo>
                      <a:pt x="17" y="75"/>
                    </a:lnTo>
                    <a:lnTo>
                      <a:pt x="11" y="87"/>
                    </a:lnTo>
                    <a:lnTo>
                      <a:pt x="6" y="100"/>
                    </a:lnTo>
                    <a:lnTo>
                      <a:pt x="3" y="113"/>
                    </a:lnTo>
                    <a:lnTo>
                      <a:pt x="1" y="128"/>
                    </a:lnTo>
                    <a:lnTo>
                      <a:pt x="0" y="1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6ED3C349-9070-439C-9F24-67FDA8013140}"/>
                </a:ext>
              </a:extLst>
            </p:cNvPr>
            <p:cNvGrpSpPr/>
            <p:nvPr/>
          </p:nvGrpSpPr>
          <p:grpSpPr>
            <a:xfrm>
              <a:off x="6255212" y="2679771"/>
              <a:ext cx="262230" cy="262230"/>
              <a:chOff x="6255212" y="2679771"/>
              <a:chExt cx="262230" cy="262230"/>
            </a:xfrm>
            <a:grpFill/>
          </p:grpSpPr>
          <p:sp>
            <p:nvSpPr>
              <p:cNvPr id="166" name="Freeform 186">
                <a:extLst>
                  <a:ext uri="{FF2B5EF4-FFF2-40B4-BE49-F238E27FC236}">
                    <a16:creationId xmlns:a16="http://schemas.microsoft.com/office/drawing/2014/main" id="{8B108752-A4FE-4C11-B674-F692644EC6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55212" y="2679771"/>
                <a:ext cx="262230" cy="262230"/>
              </a:xfrm>
              <a:custGeom>
                <a:avLst/>
                <a:gdLst>
                  <a:gd name="T0" fmla="*/ 204 w 505"/>
                  <a:gd name="T1" fmla="*/ 16 h 506"/>
                  <a:gd name="T2" fmla="*/ 162 w 505"/>
                  <a:gd name="T3" fmla="*/ 67 h 506"/>
                  <a:gd name="T4" fmla="*/ 105 w 505"/>
                  <a:gd name="T5" fmla="*/ 51 h 506"/>
                  <a:gd name="T6" fmla="*/ 52 w 505"/>
                  <a:gd name="T7" fmla="*/ 105 h 506"/>
                  <a:gd name="T8" fmla="*/ 69 w 505"/>
                  <a:gd name="T9" fmla="*/ 162 h 506"/>
                  <a:gd name="T10" fmla="*/ 16 w 505"/>
                  <a:gd name="T11" fmla="*/ 205 h 506"/>
                  <a:gd name="T12" fmla="*/ 1 w 505"/>
                  <a:gd name="T13" fmla="*/ 276 h 506"/>
                  <a:gd name="T14" fmla="*/ 37 w 505"/>
                  <a:gd name="T15" fmla="*/ 307 h 506"/>
                  <a:gd name="T16" fmla="*/ 57 w 505"/>
                  <a:gd name="T17" fmla="*/ 372 h 506"/>
                  <a:gd name="T18" fmla="*/ 63 w 505"/>
                  <a:gd name="T19" fmla="*/ 419 h 506"/>
                  <a:gd name="T20" fmla="*/ 127 w 505"/>
                  <a:gd name="T21" fmla="*/ 451 h 506"/>
                  <a:gd name="T22" fmla="*/ 198 w 505"/>
                  <a:gd name="T23" fmla="*/ 451 h 506"/>
                  <a:gd name="T24" fmla="*/ 222 w 505"/>
                  <a:gd name="T25" fmla="*/ 503 h 506"/>
                  <a:gd name="T26" fmla="*/ 295 w 505"/>
                  <a:gd name="T27" fmla="*/ 494 h 506"/>
                  <a:gd name="T28" fmla="*/ 331 w 505"/>
                  <a:gd name="T29" fmla="*/ 442 h 506"/>
                  <a:gd name="T30" fmla="*/ 393 w 505"/>
                  <a:gd name="T31" fmla="*/ 454 h 506"/>
                  <a:gd name="T32" fmla="*/ 450 w 505"/>
                  <a:gd name="T33" fmla="*/ 407 h 506"/>
                  <a:gd name="T34" fmla="*/ 430 w 505"/>
                  <a:gd name="T35" fmla="*/ 354 h 506"/>
                  <a:gd name="T36" fmla="*/ 481 w 505"/>
                  <a:gd name="T37" fmla="*/ 304 h 506"/>
                  <a:gd name="T38" fmla="*/ 505 w 505"/>
                  <a:gd name="T39" fmla="*/ 235 h 506"/>
                  <a:gd name="T40" fmla="*/ 474 w 505"/>
                  <a:gd name="T41" fmla="*/ 199 h 506"/>
                  <a:gd name="T42" fmla="*/ 442 w 505"/>
                  <a:gd name="T43" fmla="*/ 138 h 506"/>
                  <a:gd name="T44" fmla="*/ 447 w 505"/>
                  <a:gd name="T45" fmla="*/ 92 h 506"/>
                  <a:gd name="T46" fmla="*/ 385 w 505"/>
                  <a:gd name="T47" fmla="*/ 51 h 506"/>
                  <a:gd name="T48" fmla="*/ 319 w 505"/>
                  <a:gd name="T49" fmla="*/ 58 h 506"/>
                  <a:gd name="T50" fmla="*/ 290 w 505"/>
                  <a:gd name="T51" fmla="*/ 6 h 506"/>
                  <a:gd name="T52" fmla="*/ 360 w 505"/>
                  <a:gd name="T53" fmla="*/ 113 h 506"/>
                  <a:gd name="T54" fmla="*/ 393 w 505"/>
                  <a:gd name="T55" fmla="*/ 86 h 506"/>
                  <a:gd name="T56" fmla="*/ 393 w 505"/>
                  <a:gd name="T57" fmla="*/ 140 h 506"/>
                  <a:gd name="T58" fmla="*/ 403 w 505"/>
                  <a:gd name="T59" fmla="*/ 171 h 506"/>
                  <a:gd name="T60" fmla="*/ 425 w 505"/>
                  <a:gd name="T61" fmla="*/ 229 h 506"/>
                  <a:gd name="T62" fmla="*/ 470 w 505"/>
                  <a:gd name="T63" fmla="*/ 235 h 506"/>
                  <a:gd name="T64" fmla="*/ 428 w 505"/>
                  <a:gd name="T65" fmla="*/ 274 h 506"/>
                  <a:gd name="T66" fmla="*/ 410 w 505"/>
                  <a:gd name="T67" fmla="*/ 318 h 506"/>
                  <a:gd name="T68" fmla="*/ 394 w 505"/>
                  <a:gd name="T69" fmla="*/ 367 h 506"/>
                  <a:gd name="T70" fmla="*/ 393 w 505"/>
                  <a:gd name="T71" fmla="*/ 420 h 506"/>
                  <a:gd name="T72" fmla="*/ 359 w 505"/>
                  <a:gd name="T73" fmla="*/ 391 h 506"/>
                  <a:gd name="T74" fmla="*/ 302 w 505"/>
                  <a:gd name="T75" fmla="*/ 416 h 506"/>
                  <a:gd name="T76" fmla="*/ 273 w 505"/>
                  <a:gd name="T77" fmla="*/ 431 h 506"/>
                  <a:gd name="T78" fmla="*/ 234 w 505"/>
                  <a:gd name="T79" fmla="*/ 469 h 506"/>
                  <a:gd name="T80" fmla="*/ 227 w 505"/>
                  <a:gd name="T81" fmla="*/ 424 h 506"/>
                  <a:gd name="T82" fmla="*/ 157 w 505"/>
                  <a:gd name="T83" fmla="*/ 395 h 506"/>
                  <a:gd name="T84" fmla="*/ 138 w 505"/>
                  <a:gd name="T85" fmla="*/ 395 h 506"/>
                  <a:gd name="T86" fmla="*/ 87 w 505"/>
                  <a:gd name="T87" fmla="*/ 395 h 506"/>
                  <a:gd name="T88" fmla="*/ 112 w 505"/>
                  <a:gd name="T89" fmla="*/ 364 h 506"/>
                  <a:gd name="T90" fmla="*/ 102 w 505"/>
                  <a:gd name="T91" fmla="*/ 333 h 506"/>
                  <a:gd name="T92" fmla="*/ 79 w 505"/>
                  <a:gd name="T93" fmla="*/ 275 h 506"/>
                  <a:gd name="T94" fmla="*/ 34 w 505"/>
                  <a:gd name="T95" fmla="*/ 268 h 506"/>
                  <a:gd name="T96" fmla="*/ 77 w 505"/>
                  <a:gd name="T97" fmla="*/ 230 h 506"/>
                  <a:gd name="T98" fmla="*/ 95 w 505"/>
                  <a:gd name="T99" fmla="*/ 187 h 506"/>
                  <a:gd name="T100" fmla="*/ 110 w 505"/>
                  <a:gd name="T101" fmla="*/ 137 h 506"/>
                  <a:gd name="T102" fmla="*/ 110 w 505"/>
                  <a:gd name="T103" fmla="*/ 86 h 506"/>
                  <a:gd name="T104" fmla="*/ 141 w 505"/>
                  <a:gd name="T105" fmla="*/ 111 h 506"/>
                  <a:gd name="T106" fmla="*/ 172 w 505"/>
                  <a:gd name="T107" fmla="*/ 101 h 506"/>
                  <a:gd name="T108" fmla="*/ 229 w 505"/>
                  <a:gd name="T109" fmla="*/ 79 h 506"/>
                  <a:gd name="T110" fmla="*/ 236 w 505"/>
                  <a:gd name="T111" fmla="*/ 34 h 506"/>
                  <a:gd name="T112" fmla="*/ 274 w 505"/>
                  <a:gd name="T113" fmla="*/ 76 h 506"/>
                  <a:gd name="T114" fmla="*/ 317 w 505"/>
                  <a:gd name="T115" fmla="*/ 9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05" h="506">
                    <a:moveTo>
                      <a:pt x="269" y="0"/>
                    </a:moveTo>
                    <a:lnTo>
                      <a:pt x="236" y="0"/>
                    </a:lnTo>
                    <a:lnTo>
                      <a:pt x="228" y="0"/>
                    </a:lnTo>
                    <a:lnTo>
                      <a:pt x="222" y="3"/>
                    </a:lnTo>
                    <a:lnTo>
                      <a:pt x="215" y="6"/>
                    </a:lnTo>
                    <a:lnTo>
                      <a:pt x="210" y="11"/>
                    </a:lnTo>
                    <a:lnTo>
                      <a:pt x="204" y="16"/>
                    </a:lnTo>
                    <a:lnTo>
                      <a:pt x="201" y="22"/>
                    </a:lnTo>
                    <a:lnTo>
                      <a:pt x="199" y="29"/>
                    </a:lnTo>
                    <a:lnTo>
                      <a:pt x="198" y="37"/>
                    </a:lnTo>
                    <a:lnTo>
                      <a:pt x="198" y="54"/>
                    </a:lnTo>
                    <a:lnTo>
                      <a:pt x="186" y="58"/>
                    </a:lnTo>
                    <a:lnTo>
                      <a:pt x="174" y="62"/>
                    </a:lnTo>
                    <a:lnTo>
                      <a:pt x="162" y="67"/>
                    </a:lnTo>
                    <a:lnTo>
                      <a:pt x="151" y="74"/>
                    </a:lnTo>
                    <a:lnTo>
                      <a:pt x="139" y="61"/>
                    </a:lnTo>
                    <a:lnTo>
                      <a:pt x="133" y="57"/>
                    </a:lnTo>
                    <a:lnTo>
                      <a:pt x="127" y="53"/>
                    </a:lnTo>
                    <a:lnTo>
                      <a:pt x="120" y="51"/>
                    </a:lnTo>
                    <a:lnTo>
                      <a:pt x="112" y="51"/>
                    </a:lnTo>
                    <a:lnTo>
                      <a:pt x="105" y="51"/>
                    </a:lnTo>
                    <a:lnTo>
                      <a:pt x="98" y="53"/>
                    </a:lnTo>
                    <a:lnTo>
                      <a:pt x="92" y="57"/>
                    </a:lnTo>
                    <a:lnTo>
                      <a:pt x="86" y="61"/>
                    </a:lnTo>
                    <a:lnTo>
                      <a:pt x="63" y="86"/>
                    </a:lnTo>
                    <a:lnTo>
                      <a:pt x="57" y="92"/>
                    </a:lnTo>
                    <a:lnTo>
                      <a:pt x="54" y="98"/>
                    </a:lnTo>
                    <a:lnTo>
                      <a:pt x="52" y="105"/>
                    </a:lnTo>
                    <a:lnTo>
                      <a:pt x="51" y="112"/>
                    </a:lnTo>
                    <a:lnTo>
                      <a:pt x="52" y="119"/>
                    </a:lnTo>
                    <a:lnTo>
                      <a:pt x="54" y="126"/>
                    </a:lnTo>
                    <a:lnTo>
                      <a:pt x="57" y="132"/>
                    </a:lnTo>
                    <a:lnTo>
                      <a:pt x="63" y="138"/>
                    </a:lnTo>
                    <a:lnTo>
                      <a:pt x="75" y="150"/>
                    </a:lnTo>
                    <a:lnTo>
                      <a:pt x="69" y="162"/>
                    </a:lnTo>
                    <a:lnTo>
                      <a:pt x="64" y="173"/>
                    </a:lnTo>
                    <a:lnTo>
                      <a:pt x="58" y="186"/>
                    </a:lnTo>
                    <a:lnTo>
                      <a:pt x="54" y="199"/>
                    </a:lnTo>
                    <a:lnTo>
                      <a:pt x="37" y="199"/>
                    </a:lnTo>
                    <a:lnTo>
                      <a:pt x="30" y="199"/>
                    </a:lnTo>
                    <a:lnTo>
                      <a:pt x="23" y="201"/>
                    </a:lnTo>
                    <a:lnTo>
                      <a:pt x="16" y="205"/>
                    </a:lnTo>
                    <a:lnTo>
                      <a:pt x="11" y="209"/>
                    </a:lnTo>
                    <a:lnTo>
                      <a:pt x="6" y="215"/>
                    </a:lnTo>
                    <a:lnTo>
                      <a:pt x="3" y="221"/>
                    </a:lnTo>
                    <a:lnTo>
                      <a:pt x="1" y="228"/>
                    </a:lnTo>
                    <a:lnTo>
                      <a:pt x="0" y="235"/>
                    </a:lnTo>
                    <a:lnTo>
                      <a:pt x="0" y="269"/>
                    </a:lnTo>
                    <a:lnTo>
                      <a:pt x="1" y="276"/>
                    </a:lnTo>
                    <a:lnTo>
                      <a:pt x="3" y="283"/>
                    </a:lnTo>
                    <a:lnTo>
                      <a:pt x="6" y="290"/>
                    </a:lnTo>
                    <a:lnTo>
                      <a:pt x="11" y="296"/>
                    </a:lnTo>
                    <a:lnTo>
                      <a:pt x="16" y="300"/>
                    </a:lnTo>
                    <a:lnTo>
                      <a:pt x="23" y="304"/>
                    </a:lnTo>
                    <a:lnTo>
                      <a:pt x="30" y="306"/>
                    </a:lnTo>
                    <a:lnTo>
                      <a:pt x="37" y="307"/>
                    </a:lnTo>
                    <a:lnTo>
                      <a:pt x="54" y="307"/>
                    </a:lnTo>
                    <a:lnTo>
                      <a:pt x="58" y="319"/>
                    </a:lnTo>
                    <a:lnTo>
                      <a:pt x="64" y="331"/>
                    </a:lnTo>
                    <a:lnTo>
                      <a:pt x="69" y="343"/>
                    </a:lnTo>
                    <a:lnTo>
                      <a:pt x="75" y="354"/>
                    </a:lnTo>
                    <a:lnTo>
                      <a:pt x="63" y="366"/>
                    </a:lnTo>
                    <a:lnTo>
                      <a:pt x="57" y="372"/>
                    </a:lnTo>
                    <a:lnTo>
                      <a:pt x="54" y="378"/>
                    </a:lnTo>
                    <a:lnTo>
                      <a:pt x="52" y="385"/>
                    </a:lnTo>
                    <a:lnTo>
                      <a:pt x="51" y="392"/>
                    </a:lnTo>
                    <a:lnTo>
                      <a:pt x="52" y="401"/>
                    </a:lnTo>
                    <a:lnTo>
                      <a:pt x="54" y="407"/>
                    </a:lnTo>
                    <a:lnTo>
                      <a:pt x="57" y="414"/>
                    </a:lnTo>
                    <a:lnTo>
                      <a:pt x="63" y="419"/>
                    </a:lnTo>
                    <a:lnTo>
                      <a:pt x="86" y="443"/>
                    </a:lnTo>
                    <a:lnTo>
                      <a:pt x="92" y="448"/>
                    </a:lnTo>
                    <a:lnTo>
                      <a:pt x="98" y="451"/>
                    </a:lnTo>
                    <a:lnTo>
                      <a:pt x="105" y="453"/>
                    </a:lnTo>
                    <a:lnTo>
                      <a:pt x="112" y="454"/>
                    </a:lnTo>
                    <a:lnTo>
                      <a:pt x="120" y="453"/>
                    </a:lnTo>
                    <a:lnTo>
                      <a:pt x="127" y="451"/>
                    </a:lnTo>
                    <a:lnTo>
                      <a:pt x="133" y="448"/>
                    </a:lnTo>
                    <a:lnTo>
                      <a:pt x="139" y="443"/>
                    </a:lnTo>
                    <a:lnTo>
                      <a:pt x="151" y="431"/>
                    </a:lnTo>
                    <a:lnTo>
                      <a:pt x="162" y="437"/>
                    </a:lnTo>
                    <a:lnTo>
                      <a:pt x="174" y="442"/>
                    </a:lnTo>
                    <a:lnTo>
                      <a:pt x="186" y="447"/>
                    </a:lnTo>
                    <a:lnTo>
                      <a:pt x="198" y="451"/>
                    </a:lnTo>
                    <a:lnTo>
                      <a:pt x="198" y="468"/>
                    </a:lnTo>
                    <a:lnTo>
                      <a:pt x="199" y="475"/>
                    </a:lnTo>
                    <a:lnTo>
                      <a:pt x="201" y="482"/>
                    </a:lnTo>
                    <a:lnTo>
                      <a:pt x="204" y="488"/>
                    </a:lnTo>
                    <a:lnTo>
                      <a:pt x="210" y="494"/>
                    </a:lnTo>
                    <a:lnTo>
                      <a:pt x="215" y="499"/>
                    </a:lnTo>
                    <a:lnTo>
                      <a:pt x="222" y="503"/>
                    </a:lnTo>
                    <a:lnTo>
                      <a:pt x="228" y="505"/>
                    </a:lnTo>
                    <a:lnTo>
                      <a:pt x="236" y="506"/>
                    </a:lnTo>
                    <a:lnTo>
                      <a:pt x="269" y="506"/>
                    </a:lnTo>
                    <a:lnTo>
                      <a:pt x="277" y="505"/>
                    </a:lnTo>
                    <a:lnTo>
                      <a:pt x="284" y="503"/>
                    </a:lnTo>
                    <a:lnTo>
                      <a:pt x="290" y="499"/>
                    </a:lnTo>
                    <a:lnTo>
                      <a:pt x="295" y="494"/>
                    </a:lnTo>
                    <a:lnTo>
                      <a:pt x="300" y="488"/>
                    </a:lnTo>
                    <a:lnTo>
                      <a:pt x="303" y="482"/>
                    </a:lnTo>
                    <a:lnTo>
                      <a:pt x="305" y="475"/>
                    </a:lnTo>
                    <a:lnTo>
                      <a:pt x="306" y="468"/>
                    </a:lnTo>
                    <a:lnTo>
                      <a:pt x="306" y="451"/>
                    </a:lnTo>
                    <a:lnTo>
                      <a:pt x="319" y="447"/>
                    </a:lnTo>
                    <a:lnTo>
                      <a:pt x="331" y="442"/>
                    </a:lnTo>
                    <a:lnTo>
                      <a:pt x="342" y="437"/>
                    </a:lnTo>
                    <a:lnTo>
                      <a:pt x="355" y="431"/>
                    </a:lnTo>
                    <a:lnTo>
                      <a:pt x="367" y="443"/>
                    </a:lnTo>
                    <a:lnTo>
                      <a:pt x="372" y="448"/>
                    </a:lnTo>
                    <a:lnTo>
                      <a:pt x="379" y="451"/>
                    </a:lnTo>
                    <a:lnTo>
                      <a:pt x="385" y="453"/>
                    </a:lnTo>
                    <a:lnTo>
                      <a:pt x="393" y="454"/>
                    </a:lnTo>
                    <a:lnTo>
                      <a:pt x="400" y="453"/>
                    </a:lnTo>
                    <a:lnTo>
                      <a:pt x="407" y="451"/>
                    </a:lnTo>
                    <a:lnTo>
                      <a:pt x="413" y="448"/>
                    </a:lnTo>
                    <a:lnTo>
                      <a:pt x="419" y="443"/>
                    </a:lnTo>
                    <a:lnTo>
                      <a:pt x="442" y="419"/>
                    </a:lnTo>
                    <a:lnTo>
                      <a:pt x="447" y="414"/>
                    </a:lnTo>
                    <a:lnTo>
                      <a:pt x="450" y="407"/>
                    </a:lnTo>
                    <a:lnTo>
                      <a:pt x="452" y="400"/>
                    </a:lnTo>
                    <a:lnTo>
                      <a:pt x="453" y="392"/>
                    </a:lnTo>
                    <a:lnTo>
                      <a:pt x="452" y="385"/>
                    </a:lnTo>
                    <a:lnTo>
                      <a:pt x="450" y="378"/>
                    </a:lnTo>
                    <a:lnTo>
                      <a:pt x="447" y="372"/>
                    </a:lnTo>
                    <a:lnTo>
                      <a:pt x="442" y="366"/>
                    </a:lnTo>
                    <a:lnTo>
                      <a:pt x="430" y="354"/>
                    </a:lnTo>
                    <a:lnTo>
                      <a:pt x="436" y="343"/>
                    </a:lnTo>
                    <a:lnTo>
                      <a:pt x="442" y="331"/>
                    </a:lnTo>
                    <a:lnTo>
                      <a:pt x="446" y="319"/>
                    </a:lnTo>
                    <a:lnTo>
                      <a:pt x="450" y="307"/>
                    </a:lnTo>
                    <a:lnTo>
                      <a:pt x="467" y="307"/>
                    </a:lnTo>
                    <a:lnTo>
                      <a:pt x="474" y="306"/>
                    </a:lnTo>
                    <a:lnTo>
                      <a:pt x="481" y="304"/>
                    </a:lnTo>
                    <a:lnTo>
                      <a:pt x="488" y="300"/>
                    </a:lnTo>
                    <a:lnTo>
                      <a:pt x="493" y="296"/>
                    </a:lnTo>
                    <a:lnTo>
                      <a:pt x="498" y="290"/>
                    </a:lnTo>
                    <a:lnTo>
                      <a:pt x="502" y="283"/>
                    </a:lnTo>
                    <a:lnTo>
                      <a:pt x="504" y="276"/>
                    </a:lnTo>
                    <a:lnTo>
                      <a:pt x="505" y="269"/>
                    </a:lnTo>
                    <a:lnTo>
                      <a:pt x="505" y="235"/>
                    </a:lnTo>
                    <a:lnTo>
                      <a:pt x="504" y="228"/>
                    </a:lnTo>
                    <a:lnTo>
                      <a:pt x="502" y="221"/>
                    </a:lnTo>
                    <a:lnTo>
                      <a:pt x="498" y="215"/>
                    </a:lnTo>
                    <a:lnTo>
                      <a:pt x="493" y="209"/>
                    </a:lnTo>
                    <a:lnTo>
                      <a:pt x="488" y="205"/>
                    </a:lnTo>
                    <a:lnTo>
                      <a:pt x="481" y="201"/>
                    </a:lnTo>
                    <a:lnTo>
                      <a:pt x="474" y="199"/>
                    </a:lnTo>
                    <a:lnTo>
                      <a:pt x="467" y="199"/>
                    </a:lnTo>
                    <a:lnTo>
                      <a:pt x="450" y="199"/>
                    </a:lnTo>
                    <a:lnTo>
                      <a:pt x="446" y="186"/>
                    </a:lnTo>
                    <a:lnTo>
                      <a:pt x="442" y="173"/>
                    </a:lnTo>
                    <a:lnTo>
                      <a:pt x="436" y="162"/>
                    </a:lnTo>
                    <a:lnTo>
                      <a:pt x="430" y="150"/>
                    </a:lnTo>
                    <a:lnTo>
                      <a:pt x="442" y="138"/>
                    </a:lnTo>
                    <a:lnTo>
                      <a:pt x="447" y="132"/>
                    </a:lnTo>
                    <a:lnTo>
                      <a:pt x="450" y="126"/>
                    </a:lnTo>
                    <a:lnTo>
                      <a:pt x="452" y="119"/>
                    </a:lnTo>
                    <a:lnTo>
                      <a:pt x="453" y="112"/>
                    </a:lnTo>
                    <a:lnTo>
                      <a:pt x="452" y="105"/>
                    </a:lnTo>
                    <a:lnTo>
                      <a:pt x="450" y="98"/>
                    </a:lnTo>
                    <a:lnTo>
                      <a:pt x="447" y="92"/>
                    </a:lnTo>
                    <a:lnTo>
                      <a:pt x="442" y="86"/>
                    </a:lnTo>
                    <a:lnTo>
                      <a:pt x="419" y="61"/>
                    </a:lnTo>
                    <a:lnTo>
                      <a:pt x="413" y="57"/>
                    </a:lnTo>
                    <a:lnTo>
                      <a:pt x="407" y="53"/>
                    </a:lnTo>
                    <a:lnTo>
                      <a:pt x="400" y="51"/>
                    </a:lnTo>
                    <a:lnTo>
                      <a:pt x="393" y="51"/>
                    </a:lnTo>
                    <a:lnTo>
                      <a:pt x="385" y="51"/>
                    </a:lnTo>
                    <a:lnTo>
                      <a:pt x="379" y="53"/>
                    </a:lnTo>
                    <a:lnTo>
                      <a:pt x="372" y="57"/>
                    </a:lnTo>
                    <a:lnTo>
                      <a:pt x="367" y="61"/>
                    </a:lnTo>
                    <a:lnTo>
                      <a:pt x="355" y="74"/>
                    </a:lnTo>
                    <a:lnTo>
                      <a:pt x="342" y="67"/>
                    </a:lnTo>
                    <a:lnTo>
                      <a:pt x="331" y="62"/>
                    </a:lnTo>
                    <a:lnTo>
                      <a:pt x="319" y="58"/>
                    </a:lnTo>
                    <a:lnTo>
                      <a:pt x="306" y="54"/>
                    </a:lnTo>
                    <a:lnTo>
                      <a:pt x="306" y="37"/>
                    </a:lnTo>
                    <a:lnTo>
                      <a:pt x="305" y="29"/>
                    </a:lnTo>
                    <a:lnTo>
                      <a:pt x="303" y="22"/>
                    </a:lnTo>
                    <a:lnTo>
                      <a:pt x="300" y="16"/>
                    </a:lnTo>
                    <a:lnTo>
                      <a:pt x="295" y="11"/>
                    </a:lnTo>
                    <a:lnTo>
                      <a:pt x="290" y="6"/>
                    </a:lnTo>
                    <a:lnTo>
                      <a:pt x="284" y="3"/>
                    </a:lnTo>
                    <a:lnTo>
                      <a:pt x="277" y="0"/>
                    </a:lnTo>
                    <a:lnTo>
                      <a:pt x="269" y="0"/>
                    </a:lnTo>
                    <a:close/>
                    <a:moveTo>
                      <a:pt x="346" y="110"/>
                    </a:moveTo>
                    <a:lnTo>
                      <a:pt x="351" y="112"/>
                    </a:lnTo>
                    <a:lnTo>
                      <a:pt x="357" y="113"/>
                    </a:lnTo>
                    <a:lnTo>
                      <a:pt x="360" y="113"/>
                    </a:lnTo>
                    <a:lnTo>
                      <a:pt x="363" y="112"/>
                    </a:lnTo>
                    <a:lnTo>
                      <a:pt x="366" y="110"/>
                    </a:lnTo>
                    <a:lnTo>
                      <a:pt x="369" y="108"/>
                    </a:lnTo>
                    <a:lnTo>
                      <a:pt x="391" y="87"/>
                    </a:lnTo>
                    <a:lnTo>
                      <a:pt x="392" y="86"/>
                    </a:lnTo>
                    <a:lnTo>
                      <a:pt x="393" y="86"/>
                    </a:lnTo>
                    <a:lnTo>
                      <a:pt x="393" y="86"/>
                    </a:lnTo>
                    <a:lnTo>
                      <a:pt x="394" y="87"/>
                    </a:lnTo>
                    <a:lnTo>
                      <a:pt x="418" y="110"/>
                    </a:lnTo>
                    <a:lnTo>
                      <a:pt x="419" y="112"/>
                    </a:lnTo>
                    <a:lnTo>
                      <a:pt x="418" y="114"/>
                    </a:lnTo>
                    <a:lnTo>
                      <a:pt x="396" y="135"/>
                    </a:lnTo>
                    <a:lnTo>
                      <a:pt x="394" y="138"/>
                    </a:lnTo>
                    <a:lnTo>
                      <a:pt x="393" y="140"/>
                    </a:lnTo>
                    <a:lnTo>
                      <a:pt x="392" y="143"/>
                    </a:lnTo>
                    <a:lnTo>
                      <a:pt x="391" y="146"/>
                    </a:lnTo>
                    <a:lnTo>
                      <a:pt x="391" y="149"/>
                    </a:lnTo>
                    <a:lnTo>
                      <a:pt x="392" y="152"/>
                    </a:lnTo>
                    <a:lnTo>
                      <a:pt x="393" y="154"/>
                    </a:lnTo>
                    <a:lnTo>
                      <a:pt x="394" y="157"/>
                    </a:lnTo>
                    <a:lnTo>
                      <a:pt x="403" y="171"/>
                    </a:lnTo>
                    <a:lnTo>
                      <a:pt x="410" y="187"/>
                    </a:lnTo>
                    <a:lnTo>
                      <a:pt x="416" y="203"/>
                    </a:lnTo>
                    <a:lnTo>
                      <a:pt x="420" y="219"/>
                    </a:lnTo>
                    <a:lnTo>
                      <a:pt x="420" y="222"/>
                    </a:lnTo>
                    <a:lnTo>
                      <a:pt x="422" y="224"/>
                    </a:lnTo>
                    <a:lnTo>
                      <a:pt x="423" y="227"/>
                    </a:lnTo>
                    <a:lnTo>
                      <a:pt x="425" y="229"/>
                    </a:lnTo>
                    <a:lnTo>
                      <a:pt x="428" y="230"/>
                    </a:lnTo>
                    <a:lnTo>
                      <a:pt x="430" y="232"/>
                    </a:lnTo>
                    <a:lnTo>
                      <a:pt x="433" y="232"/>
                    </a:lnTo>
                    <a:lnTo>
                      <a:pt x="436" y="233"/>
                    </a:lnTo>
                    <a:lnTo>
                      <a:pt x="467" y="233"/>
                    </a:lnTo>
                    <a:lnTo>
                      <a:pt x="469" y="234"/>
                    </a:lnTo>
                    <a:lnTo>
                      <a:pt x="470" y="235"/>
                    </a:lnTo>
                    <a:lnTo>
                      <a:pt x="470" y="269"/>
                    </a:lnTo>
                    <a:lnTo>
                      <a:pt x="469" y="271"/>
                    </a:lnTo>
                    <a:lnTo>
                      <a:pt x="467" y="272"/>
                    </a:lnTo>
                    <a:lnTo>
                      <a:pt x="436" y="272"/>
                    </a:lnTo>
                    <a:lnTo>
                      <a:pt x="433" y="272"/>
                    </a:lnTo>
                    <a:lnTo>
                      <a:pt x="430" y="273"/>
                    </a:lnTo>
                    <a:lnTo>
                      <a:pt x="428" y="274"/>
                    </a:lnTo>
                    <a:lnTo>
                      <a:pt x="425" y="275"/>
                    </a:lnTo>
                    <a:lnTo>
                      <a:pt x="423" y="277"/>
                    </a:lnTo>
                    <a:lnTo>
                      <a:pt x="422" y="280"/>
                    </a:lnTo>
                    <a:lnTo>
                      <a:pt x="420" y="283"/>
                    </a:lnTo>
                    <a:lnTo>
                      <a:pt x="420" y="285"/>
                    </a:lnTo>
                    <a:lnTo>
                      <a:pt x="416" y="303"/>
                    </a:lnTo>
                    <a:lnTo>
                      <a:pt x="410" y="318"/>
                    </a:lnTo>
                    <a:lnTo>
                      <a:pt x="403" y="333"/>
                    </a:lnTo>
                    <a:lnTo>
                      <a:pt x="394" y="347"/>
                    </a:lnTo>
                    <a:lnTo>
                      <a:pt x="392" y="353"/>
                    </a:lnTo>
                    <a:lnTo>
                      <a:pt x="392" y="358"/>
                    </a:lnTo>
                    <a:lnTo>
                      <a:pt x="392" y="361"/>
                    </a:lnTo>
                    <a:lnTo>
                      <a:pt x="393" y="364"/>
                    </a:lnTo>
                    <a:lnTo>
                      <a:pt x="394" y="367"/>
                    </a:lnTo>
                    <a:lnTo>
                      <a:pt x="396" y="369"/>
                    </a:lnTo>
                    <a:lnTo>
                      <a:pt x="418" y="390"/>
                    </a:lnTo>
                    <a:lnTo>
                      <a:pt x="419" y="392"/>
                    </a:lnTo>
                    <a:lnTo>
                      <a:pt x="418" y="395"/>
                    </a:lnTo>
                    <a:lnTo>
                      <a:pt x="394" y="419"/>
                    </a:lnTo>
                    <a:lnTo>
                      <a:pt x="393" y="419"/>
                    </a:lnTo>
                    <a:lnTo>
                      <a:pt x="393" y="420"/>
                    </a:lnTo>
                    <a:lnTo>
                      <a:pt x="392" y="419"/>
                    </a:lnTo>
                    <a:lnTo>
                      <a:pt x="391" y="419"/>
                    </a:lnTo>
                    <a:lnTo>
                      <a:pt x="369" y="397"/>
                    </a:lnTo>
                    <a:lnTo>
                      <a:pt x="367" y="395"/>
                    </a:lnTo>
                    <a:lnTo>
                      <a:pt x="364" y="392"/>
                    </a:lnTo>
                    <a:lnTo>
                      <a:pt x="362" y="391"/>
                    </a:lnTo>
                    <a:lnTo>
                      <a:pt x="359" y="391"/>
                    </a:lnTo>
                    <a:lnTo>
                      <a:pt x="356" y="391"/>
                    </a:lnTo>
                    <a:lnTo>
                      <a:pt x="352" y="391"/>
                    </a:lnTo>
                    <a:lnTo>
                      <a:pt x="349" y="392"/>
                    </a:lnTo>
                    <a:lnTo>
                      <a:pt x="346" y="395"/>
                    </a:lnTo>
                    <a:lnTo>
                      <a:pt x="332" y="403"/>
                    </a:lnTo>
                    <a:lnTo>
                      <a:pt x="317" y="410"/>
                    </a:lnTo>
                    <a:lnTo>
                      <a:pt x="302" y="416"/>
                    </a:lnTo>
                    <a:lnTo>
                      <a:pt x="286" y="420"/>
                    </a:lnTo>
                    <a:lnTo>
                      <a:pt x="283" y="421"/>
                    </a:lnTo>
                    <a:lnTo>
                      <a:pt x="280" y="422"/>
                    </a:lnTo>
                    <a:lnTo>
                      <a:pt x="278" y="424"/>
                    </a:lnTo>
                    <a:lnTo>
                      <a:pt x="276" y="426"/>
                    </a:lnTo>
                    <a:lnTo>
                      <a:pt x="274" y="428"/>
                    </a:lnTo>
                    <a:lnTo>
                      <a:pt x="273" y="431"/>
                    </a:lnTo>
                    <a:lnTo>
                      <a:pt x="272" y="434"/>
                    </a:lnTo>
                    <a:lnTo>
                      <a:pt x="272" y="437"/>
                    </a:lnTo>
                    <a:lnTo>
                      <a:pt x="272" y="467"/>
                    </a:lnTo>
                    <a:lnTo>
                      <a:pt x="271" y="469"/>
                    </a:lnTo>
                    <a:lnTo>
                      <a:pt x="269" y="470"/>
                    </a:lnTo>
                    <a:lnTo>
                      <a:pt x="236" y="470"/>
                    </a:lnTo>
                    <a:lnTo>
                      <a:pt x="234" y="469"/>
                    </a:lnTo>
                    <a:lnTo>
                      <a:pt x="233" y="467"/>
                    </a:lnTo>
                    <a:lnTo>
                      <a:pt x="233" y="437"/>
                    </a:lnTo>
                    <a:lnTo>
                      <a:pt x="233" y="434"/>
                    </a:lnTo>
                    <a:lnTo>
                      <a:pt x="232" y="431"/>
                    </a:lnTo>
                    <a:lnTo>
                      <a:pt x="231" y="428"/>
                    </a:lnTo>
                    <a:lnTo>
                      <a:pt x="229" y="426"/>
                    </a:lnTo>
                    <a:lnTo>
                      <a:pt x="227" y="424"/>
                    </a:lnTo>
                    <a:lnTo>
                      <a:pt x="225" y="422"/>
                    </a:lnTo>
                    <a:lnTo>
                      <a:pt x="222" y="421"/>
                    </a:lnTo>
                    <a:lnTo>
                      <a:pt x="219" y="420"/>
                    </a:lnTo>
                    <a:lnTo>
                      <a:pt x="202" y="416"/>
                    </a:lnTo>
                    <a:lnTo>
                      <a:pt x="187" y="410"/>
                    </a:lnTo>
                    <a:lnTo>
                      <a:pt x="172" y="403"/>
                    </a:lnTo>
                    <a:lnTo>
                      <a:pt x="157" y="395"/>
                    </a:lnTo>
                    <a:lnTo>
                      <a:pt x="155" y="392"/>
                    </a:lnTo>
                    <a:lnTo>
                      <a:pt x="152" y="391"/>
                    </a:lnTo>
                    <a:lnTo>
                      <a:pt x="149" y="391"/>
                    </a:lnTo>
                    <a:lnTo>
                      <a:pt x="146" y="391"/>
                    </a:lnTo>
                    <a:lnTo>
                      <a:pt x="143" y="391"/>
                    </a:lnTo>
                    <a:lnTo>
                      <a:pt x="141" y="392"/>
                    </a:lnTo>
                    <a:lnTo>
                      <a:pt x="138" y="395"/>
                    </a:lnTo>
                    <a:lnTo>
                      <a:pt x="136" y="397"/>
                    </a:lnTo>
                    <a:lnTo>
                      <a:pt x="114" y="418"/>
                    </a:lnTo>
                    <a:lnTo>
                      <a:pt x="113" y="419"/>
                    </a:lnTo>
                    <a:lnTo>
                      <a:pt x="112" y="419"/>
                    </a:lnTo>
                    <a:lnTo>
                      <a:pt x="111" y="419"/>
                    </a:lnTo>
                    <a:lnTo>
                      <a:pt x="110" y="418"/>
                    </a:lnTo>
                    <a:lnTo>
                      <a:pt x="87" y="395"/>
                    </a:lnTo>
                    <a:lnTo>
                      <a:pt x="86" y="394"/>
                    </a:lnTo>
                    <a:lnTo>
                      <a:pt x="86" y="392"/>
                    </a:lnTo>
                    <a:lnTo>
                      <a:pt x="86" y="391"/>
                    </a:lnTo>
                    <a:lnTo>
                      <a:pt x="87" y="390"/>
                    </a:lnTo>
                    <a:lnTo>
                      <a:pt x="108" y="368"/>
                    </a:lnTo>
                    <a:lnTo>
                      <a:pt x="110" y="366"/>
                    </a:lnTo>
                    <a:lnTo>
                      <a:pt x="112" y="364"/>
                    </a:lnTo>
                    <a:lnTo>
                      <a:pt x="113" y="361"/>
                    </a:lnTo>
                    <a:lnTo>
                      <a:pt x="113" y="358"/>
                    </a:lnTo>
                    <a:lnTo>
                      <a:pt x="113" y="355"/>
                    </a:lnTo>
                    <a:lnTo>
                      <a:pt x="113" y="352"/>
                    </a:lnTo>
                    <a:lnTo>
                      <a:pt x="112" y="350"/>
                    </a:lnTo>
                    <a:lnTo>
                      <a:pt x="111" y="347"/>
                    </a:lnTo>
                    <a:lnTo>
                      <a:pt x="102" y="333"/>
                    </a:lnTo>
                    <a:lnTo>
                      <a:pt x="95" y="318"/>
                    </a:lnTo>
                    <a:lnTo>
                      <a:pt x="89" y="302"/>
                    </a:lnTo>
                    <a:lnTo>
                      <a:pt x="85" y="285"/>
                    </a:lnTo>
                    <a:lnTo>
                      <a:pt x="84" y="282"/>
                    </a:lnTo>
                    <a:lnTo>
                      <a:pt x="83" y="280"/>
                    </a:lnTo>
                    <a:lnTo>
                      <a:pt x="81" y="277"/>
                    </a:lnTo>
                    <a:lnTo>
                      <a:pt x="79" y="275"/>
                    </a:lnTo>
                    <a:lnTo>
                      <a:pt x="77" y="274"/>
                    </a:lnTo>
                    <a:lnTo>
                      <a:pt x="74" y="272"/>
                    </a:lnTo>
                    <a:lnTo>
                      <a:pt x="72" y="272"/>
                    </a:lnTo>
                    <a:lnTo>
                      <a:pt x="69" y="271"/>
                    </a:lnTo>
                    <a:lnTo>
                      <a:pt x="37" y="271"/>
                    </a:lnTo>
                    <a:lnTo>
                      <a:pt x="35" y="270"/>
                    </a:lnTo>
                    <a:lnTo>
                      <a:pt x="34" y="268"/>
                    </a:lnTo>
                    <a:lnTo>
                      <a:pt x="34" y="235"/>
                    </a:lnTo>
                    <a:lnTo>
                      <a:pt x="35" y="233"/>
                    </a:lnTo>
                    <a:lnTo>
                      <a:pt x="37" y="232"/>
                    </a:lnTo>
                    <a:lnTo>
                      <a:pt x="69" y="232"/>
                    </a:lnTo>
                    <a:lnTo>
                      <a:pt x="72" y="232"/>
                    </a:lnTo>
                    <a:lnTo>
                      <a:pt x="74" y="231"/>
                    </a:lnTo>
                    <a:lnTo>
                      <a:pt x="77" y="230"/>
                    </a:lnTo>
                    <a:lnTo>
                      <a:pt x="79" y="229"/>
                    </a:lnTo>
                    <a:lnTo>
                      <a:pt x="81" y="227"/>
                    </a:lnTo>
                    <a:lnTo>
                      <a:pt x="83" y="224"/>
                    </a:lnTo>
                    <a:lnTo>
                      <a:pt x="84" y="221"/>
                    </a:lnTo>
                    <a:lnTo>
                      <a:pt x="85" y="219"/>
                    </a:lnTo>
                    <a:lnTo>
                      <a:pt x="89" y="202"/>
                    </a:lnTo>
                    <a:lnTo>
                      <a:pt x="95" y="187"/>
                    </a:lnTo>
                    <a:lnTo>
                      <a:pt x="102" y="171"/>
                    </a:lnTo>
                    <a:lnTo>
                      <a:pt x="111" y="157"/>
                    </a:lnTo>
                    <a:lnTo>
                      <a:pt x="113" y="151"/>
                    </a:lnTo>
                    <a:lnTo>
                      <a:pt x="113" y="146"/>
                    </a:lnTo>
                    <a:lnTo>
                      <a:pt x="113" y="143"/>
                    </a:lnTo>
                    <a:lnTo>
                      <a:pt x="112" y="140"/>
                    </a:lnTo>
                    <a:lnTo>
                      <a:pt x="110" y="137"/>
                    </a:lnTo>
                    <a:lnTo>
                      <a:pt x="108" y="135"/>
                    </a:lnTo>
                    <a:lnTo>
                      <a:pt x="87" y="114"/>
                    </a:lnTo>
                    <a:lnTo>
                      <a:pt x="86" y="113"/>
                    </a:lnTo>
                    <a:lnTo>
                      <a:pt x="86" y="112"/>
                    </a:lnTo>
                    <a:lnTo>
                      <a:pt x="86" y="111"/>
                    </a:lnTo>
                    <a:lnTo>
                      <a:pt x="87" y="110"/>
                    </a:lnTo>
                    <a:lnTo>
                      <a:pt x="110" y="86"/>
                    </a:lnTo>
                    <a:lnTo>
                      <a:pt x="111" y="86"/>
                    </a:lnTo>
                    <a:lnTo>
                      <a:pt x="112" y="85"/>
                    </a:lnTo>
                    <a:lnTo>
                      <a:pt x="113" y="86"/>
                    </a:lnTo>
                    <a:lnTo>
                      <a:pt x="114" y="86"/>
                    </a:lnTo>
                    <a:lnTo>
                      <a:pt x="136" y="108"/>
                    </a:lnTo>
                    <a:lnTo>
                      <a:pt x="138" y="110"/>
                    </a:lnTo>
                    <a:lnTo>
                      <a:pt x="141" y="111"/>
                    </a:lnTo>
                    <a:lnTo>
                      <a:pt x="143" y="112"/>
                    </a:lnTo>
                    <a:lnTo>
                      <a:pt x="146" y="113"/>
                    </a:lnTo>
                    <a:lnTo>
                      <a:pt x="149" y="113"/>
                    </a:lnTo>
                    <a:lnTo>
                      <a:pt x="152" y="112"/>
                    </a:lnTo>
                    <a:lnTo>
                      <a:pt x="155" y="111"/>
                    </a:lnTo>
                    <a:lnTo>
                      <a:pt x="157" y="110"/>
                    </a:lnTo>
                    <a:lnTo>
                      <a:pt x="172" y="101"/>
                    </a:lnTo>
                    <a:lnTo>
                      <a:pt x="187" y="94"/>
                    </a:lnTo>
                    <a:lnTo>
                      <a:pt x="202" y="89"/>
                    </a:lnTo>
                    <a:lnTo>
                      <a:pt x="219" y="85"/>
                    </a:lnTo>
                    <a:lnTo>
                      <a:pt x="222" y="84"/>
                    </a:lnTo>
                    <a:lnTo>
                      <a:pt x="225" y="83"/>
                    </a:lnTo>
                    <a:lnTo>
                      <a:pt x="227" y="81"/>
                    </a:lnTo>
                    <a:lnTo>
                      <a:pt x="229" y="79"/>
                    </a:lnTo>
                    <a:lnTo>
                      <a:pt x="231" y="75"/>
                    </a:lnTo>
                    <a:lnTo>
                      <a:pt x="232" y="73"/>
                    </a:lnTo>
                    <a:lnTo>
                      <a:pt x="233" y="70"/>
                    </a:lnTo>
                    <a:lnTo>
                      <a:pt x="233" y="67"/>
                    </a:lnTo>
                    <a:lnTo>
                      <a:pt x="233" y="37"/>
                    </a:lnTo>
                    <a:lnTo>
                      <a:pt x="234" y="35"/>
                    </a:lnTo>
                    <a:lnTo>
                      <a:pt x="236" y="34"/>
                    </a:lnTo>
                    <a:lnTo>
                      <a:pt x="269" y="34"/>
                    </a:lnTo>
                    <a:lnTo>
                      <a:pt x="271" y="35"/>
                    </a:lnTo>
                    <a:lnTo>
                      <a:pt x="272" y="37"/>
                    </a:lnTo>
                    <a:lnTo>
                      <a:pt x="272" y="67"/>
                    </a:lnTo>
                    <a:lnTo>
                      <a:pt x="272" y="70"/>
                    </a:lnTo>
                    <a:lnTo>
                      <a:pt x="273" y="73"/>
                    </a:lnTo>
                    <a:lnTo>
                      <a:pt x="274" y="76"/>
                    </a:lnTo>
                    <a:lnTo>
                      <a:pt x="276" y="79"/>
                    </a:lnTo>
                    <a:lnTo>
                      <a:pt x="278" y="81"/>
                    </a:lnTo>
                    <a:lnTo>
                      <a:pt x="280" y="83"/>
                    </a:lnTo>
                    <a:lnTo>
                      <a:pt x="283" y="84"/>
                    </a:lnTo>
                    <a:lnTo>
                      <a:pt x="286" y="85"/>
                    </a:lnTo>
                    <a:lnTo>
                      <a:pt x="302" y="89"/>
                    </a:lnTo>
                    <a:lnTo>
                      <a:pt x="317" y="95"/>
                    </a:lnTo>
                    <a:lnTo>
                      <a:pt x="332" y="102"/>
                    </a:lnTo>
                    <a:lnTo>
                      <a:pt x="346" y="1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87">
                <a:extLst>
                  <a:ext uri="{FF2B5EF4-FFF2-40B4-BE49-F238E27FC236}">
                    <a16:creationId xmlns:a16="http://schemas.microsoft.com/office/drawing/2014/main" id="{1C009734-F32C-4EB9-BAEC-0C23BDE4DD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34818" y="2754694"/>
                <a:ext cx="103019" cy="107702"/>
              </a:xfrm>
              <a:custGeom>
                <a:avLst/>
                <a:gdLst>
                  <a:gd name="T0" fmla="*/ 2 w 205"/>
                  <a:gd name="T1" fmla="*/ 123 h 205"/>
                  <a:gd name="T2" fmla="*/ 12 w 205"/>
                  <a:gd name="T3" fmla="*/ 152 h 205"/>
                  <a:gd name="T4" fmla="*/ 30 w 205"/>
                  <a:gd name="T5" fmla="*/ 176 h 205"/>
                  <a:gd name="T6" fmla="*/ 53 w 205"/>
                  <a:gd name="T7" fmla="*/ 193 h 205"/>
                  <a:gd name="T8" fmla="*/ 82 w 205"/>
                  <a:gd name="T9" fmla="*/ 203 h 205"/>
                  <a:gd name="T10" fmla="*/ 113 w 205"/>
                  <a:gd name="T11" fmla="*/ 205 h 205"/>
                  <a:gd name="T12" fmla="*/ 142 w 205"/>
                  <a:gd name="T13" fmla="*/ 197 h 205"/>
                  <a:gd name="T14" fmla="*/ 167 w 205"/>
                  <a:gd name="T15" fmla="*/ 182 h 205"/>
                  <a:gd name="T16" fmla="*/ 187 w 205"/>
                  <a:gd name="T17" fmla="*/ 161 h 205"/>
                  <a:gd name="T18" fmla="*/ 200 w 205"/>
                  <a:gd name="T19" fmla="*/ 133 h 205"/>
                  <a:gd name="T20" fmla="*/ 205 w 205"/>
                  <a:gd name="T21" fmla="*/ 103 h 205"/>
                  <a:gd name="T22" fmla="*/ 200 w 205"/>
                  <a:gd name="T23" fmla="*/ 73 h 205"/>
                  <a:gd name="T24" fmla="*/ 187 w 205"/>
                  <a:gd name="T25" fmla="*/ 46 h 205"/>
                  <a:gd name="T26" fmla="*/ 167 w 205"/>
                  <a:gd name="T27" fmla="*/ 24 h 205"/>
                  <a:gd name="T28" fmla="*/ 142 w 205"/>
                  <a:gd name="T29" fmla="*/ 8 h 205"/>
                  <a:gd name="T30" fmla="*/ 113 w 205"/>
                  <a:gd name="T31" fmla="*/ 1 h 205"/>
                  <a:gd name="T32" fmla="*/ 82 w 205"/>
                  <a:gd name="T33" fmla="*/ 2 h 205"/>
                  <a:gd name="T34" fmla="*/ 53 w 205"/>
                  <a:gd name="T35" fmla="*/ 13 h 205"/>
                  <a:gd name="T36" fmla="*/ 30 w 205"/>
                  <a:gd name="T37" fmla="*/ 30 h 205"/>
                  <a:gd name="T38" fmla="*/ 12 w 205"/>
                  <a:gd name="T39" fmla="*/ 55 h 205"/>
                  <a:gd name="T40" fmla="*/ 2 w 205"/>
                  <a:gd name="T41" fmla="*/ 82 h 205"/>
                  <a:gd name="T42" fmla="*/ 170 w 205"/>
                  <a:gd name="T43" fmla="*/ 103 h 205"/>
                  <a:gd name="T44" fmla="*/ 167 w 205"/>
                  <a:gd name="T45" fmla="*/ 123 h 205"/>
                  <a:gd name="T46" fmla="*/ 158 w 205"/>
                  <a:gd name="T47" fmla="*/ 142 h 205"/>
                  <a:gd name="T48" fmla="*/ 145 w 205"/>
                  <a:gd name="T49" fmla="*/ 156 h 205"/>
                  <a:gd name="T50" fmla="*/ 129 w 205"/>
                  <a:gd name="T51" fmla="*/ 166 h 205"/>
                  <a:gd name="T52" fmla="*/ 109 w 205"/>
                  <a:gd name="T53" fmla="*/ 171 h 205"/>
                  <a:gd name="T54" fmla="*/ 89 w 205"/>
                  <a:gd name="T55" fmla="*/ 170 h 205"/>
                  <a:gd name="T56" fmla="*/ 70 w 205"/>
                  <a:gd name="T57" fmla="*/ 163 h 205"/>
                  <a:gd name="T58" fmla="*/ 54 w 205"/>
                  <a:gd name="T59" fmla="*/ 152 h 205"/>
                  <a:gd name="T60" fmla="*/ 42 w 205"/>
                  <a:gd name="T61" fmla="*/ 135 h 205"/>
                  <a:gd name="T62" fmla="*/ 35 w 205"/>
                  <a:gd name="T63" fmla="*/ 116 h 205"/>
                  <a:gd name="T64" fmla="*/ 34 w 205"/>
                  <a:gd name="T65" fmla="*/ 96 h 205"/>
                  <a:gd name="T66" fmla="*/ 39 w 205"/>
                  <a:gd name="T67" fmla="*/ 77 h 205"/>
                  <a:gd name="T68" fmla="*/ 50 w 205"/>
                  <a:gd name="T69" fmla="*/ 60 h 205"/>
                  <a:gd name="T70" fmla="*/ 65 w 205"/>
                  <a:gd name="T71" fmla="*/ 47 h 205"/>
                  <a:gd name="T72" fmla="*/ 82 w 205"/>
                  <a:gd name="T73" fmla="*/ 39 h 205"/>
                  <a:gd name="T74" fmla="*/ 102 w 205"/>
                  <a:gd name="T75" fmla="*/ 36 h 205"/>
                  <a:gd name="T76" fmla="*/ 123 w 205"/>
                  <a:gd name="T77" fmla="*/ 39 h 205"/>
                  <a:gd name="T78" fmla="*/ 140 w 205"/>
                  <a:gd name="T79" fmla="*/ 47 h 205"/>
                  <a:gd name="T80" fmla="*/ 154 w 205"/>
                  <a:gd name="T81" fmla="*/ 60 h 205"/>
                  <a:gd name="T82" fmla="*/ 165 w 205"/>
                  <a:gd name="T83" fmla="*/ 77 h 205"/>
                  <a:gd name="T84" fmla="*/ 170 w 205"/>
                  <a:gd name="T85" fmla="*/ 96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05" h="205">
                    <a:moveTo>
                      <a:pt x="0" y="103"/>
                    </a:moveTo>
                    <a:lnTo>
                      <a:pt x="1" y="113"/>
                    </a:lnTo>
                    <a:lnTo>
                      <a:pt x="2" y="123"/>
                    </a:lnTo>
                    <a:lnTo>
                      <a:pt x="5" y="133"/>
                    </a:lnTo>
                    <a:lnTo>
                      <a:pt x="8" y="143"/>
                    </a:lnTo>
                    <a:lnTo>
                      <a:pt x="12" y="152"/>
                    </a:lnTo>
                    <a:lnTo>
                      <a:pt x="17" y="161"/>
                    </a:lnTo>
                    <a:lnTo>
                      <a:pt x="23" y="168"/>
                    </a:lnTo>
                    <a:lnTo>
                      <a:pt x="30" y="176"/>
                    </a:lnTo>
                    <a:lnTo>
                      <a:pt x="37" y="182"/>
                    </a:lnTo>
                    <a:lnTo>
                      <a:pt x="45" y="188"/>
                    </a:lnTo>
                    <a:lnTo>
                      <a:pt x="53" y="193"/>
                    </a:lnTo>
                    <a:lnTo>
                      <a:pt x="63" y="197"/>
                    </a:lnTo>
                    <a:lnTo>
                      <a:pt x="73" y="201"/>
                    </a:lnTo>
                    <a:lnTo>
                      <a:pt x="82" y="203"/>
                    </a:lnTo>
                    <a:lnTo>
                      <a:pt x="92" y="205"/>
                    </a:lnTo>
                    <a:lnTo>
                      <a:pt x="103" y="205"/>
                    </a:lnTo>
                    <a:lnTo>
                      <a:pt x="113" y="205"/>
                    </a:lnTo>
                    <a:lnTo>
                      <a:pt x="123" y="203"/>
                    </a:lnTo>
                    <a:lnTo>
                      <a:pt x="133" y="201"/>
                    </a:lnTo>
                    <a:lnTo>
                      <a:pt x="142" y="197"/>
                    </a:lnTo>
                    <a:lnTo>
                      <a:pt x="151" y="193"/>
                    </a:lnTo>
                    <a:lnTo>
                      <a:pt x="159" y="188"/>
                    </a:lnTo>
                    <a:lnTo>
                      <a:pt x="167" y="182"/>
                    </a:lnTo>
                    <a:lnTo>
                      <a:pt x="174" y="176"/>
                    </a:lnTo>
                    <a:lnTo>
                      <a:pt x="181" y="168"/>
                    </a:lnTo>
                    <a:lnTo>
                      <a:pt x="187" y="161"/>
                    </a:lnTo>
                    <a:lnTo>
                      <a:pt x="192" y="152"/>
                    </a:lnTo>
                    <a:lnTo>
                      <a:pt x="196" y="143"/>
                    </a:lnTo>
                    <a:lnTo>
                      <a:pt x="200" y="133"/>
                    </a:lnTo>
                    <a:lnTo>
                      <a:pt x="202" y="123"/>
                    </a:lnTo>
                    <a:lnTo>
                      <a:pt x="205" y="113"/>
                    </a:lnTo>
                    <a:lnTo>
                      <a:pt x="205" y="103"/>
                    </a:lnTo>
                    <a:lnTo>
                      <a:pt x="205" y="93"/>
                    </a:lnTo>
                    <a:lnTo>
                      <a:pt x="202" y="82"/>
                    </a:lnTo>
                    <a:lnTo>
                      <a:pt x="200" y="73"/>
                    </a:lnTo>
                    <a:lnTo>
                      <a:pt x="196" y="63"/>
                    </a:lnTo>
                    <a:lnTo>
                      <a:pt x="192" y="55"/>
                    </a:lnTo>
                    <a:lnTo>
                      <a:pt x="187" y="46"/>
                    </a:lnTo>
                    <a:lnTo>
                      <a:pt x="181" y="38"/>
                    </a:lnTo>
                    <a:lnTo>
                      <a:pt x="174" y="30"/>
                    </a:lnTo>
                    <a:lnTo>
                      <a:pt x="167" y="24"/>
                    </a:lnTo>
                    <a:lnTo>
                      <a:pt x="159" y="18"/>
                    </a:lnTo>
                    <a:lnTo>
                      <a:pt x="151" y="13"/>
                    </a:lnTo>
                    <a:lnTo>
                      <a:pt x="142" y="8"/>
                    </a:lnTo>
                    <a:lnTo>
                      <a:pt x="133" y="5"/>
                    </a:lnTo>
                    <a:lnTo>
                      <a:pt x="123" y="2"/>
                    </a:lnTo>
                    <a:lnTo>
                      <a:pt x="113" y="1"/>
                    </a:lnTo>
                    <a:lnTo>
                      <a:pt x="103" y="0"/>
                    </a:lnTo>
                    <a:lnTo>
                      <a:pt x="92" y="1"/>
                    </a:lnTo>
                    <a:lnTo>
                      <a:pt x="82" y="2"/>
                    </a:lnTo>
                    <a:lnTo>
                      <a:pt x="73" y="5"/>
                    </a:lnTo>
                    <a:lnTo>
                      <a:pt x="63" y="8"/>
                    </a:lnTo>
                    <a:lnTo>
                      <a:pt x="53" y="13"/>
                    </a:lnTo>
                    <a:lnTo>
                      <a:pt x="45" y="18"/>
                    </a:lnTo>
                    <a:lnTo>
                      <a:pt x="37" y="24"/>
                    </a:lnTo>
                    <a:lnTo>
                      <a:pt x="30" y="30"/>
                    </a:lnTo>
                    <a:lnTo>
                      <a:pt x="23" y="38"/>
                    </a:lnTo>
                    <a:lnTo>
                      <a:pt x="17" y="46"/>
                    </a:lnTo>
                    <a:lnTo>
                      <a:pt x="12" y="55"/>
                    </a:lnTo>
                    <a:lnTo>
                      <a:pt x="8" y="63"/>
                    </a:lnTo>
                    <a:lnTo>
                      <a:pt x="5" y="73"/>
                    </a:lnTo>
                    <a:lnTo>
                      <a:pt x="2" y="82"/>
                    </a:lnTo>
                    <a:lnTo>
                      <a:pt x="1" y="93"/>
                    </a:lnTo>
                    <a:lnTo>
                      <a:pt x="0" y="103"/>
                    </a:lnTo>
                    <a:close/>
                    <a:moveTo>
                      <a:pt x="170" y="103"/>
                    </a:moveTo>
                    <a:lnTo>
                      <a:pt x="170" y="110"/>
                    </a:lnTo>
                    <a:lnTo>
                      <a:pt x="168" y="116"/>
                    </a:lnTo>
                    <a:lnTo>
                      <a:pt x="167" y="123"/>
                    </a:lnTo>
                    <a:lnTo>
                      <a:pt x="165" y="129"/>
                    </a:lnTo>
                    <a:lnTo>
                      <a:pt x="162" y="135"/>
                    </a:lnTo>
                    <a:lnTo>
                      <a:pt x="158" y="142"/>
                    </a:lnTo>
                    <a:lnTo>
                      <a:pt x="154" y="147"/>
                    </a:lnTo>
                    <a:lnTo>
                      <a:pt x="150" y="152"/>
                    </a:lnTo>
                    <a:lnTo>
                      <a:pt x="145" y="156"/>
                    </a:lnTo>
                    <a:lnTo>
                      <a:pt x="140" y="160"/>
                    </a:lnTo>
                    <a:lnTo>
                      <a:pt x="135" y="163"/>
                    </a:lnTo>
                    <a:lnTo>
                      <a:pt x="129" y="166"/>
                    </a:lnTo>
                    <a:lnTo>
                      <a:pt x="123" y="168"/>
                    </a:lnTo>
                    <a:lnTo>
                      <a:pt x="116" y="170"/>
                    </a:lnTo>
                    <a:lnTo>
                      <a:pt x="109" y="171"/>
                    </a:lnTo>
                    <a:lnTo>
                      <a:pt x="102" y="171"/>
                    </a:lnTo>
                    <a:lnTo>
                      <a:pt x="96" y="171"/>
                    </a:lnTo>
                    <a:lnTo>
                      <a:pt x="89" y="170"/>
                    </a:lnTo>
                    <a:lnTo>
                      <a:pt x="82" y="168"/>
                    </a:lnTo>
                    <a:lnTo>
                      <a:pt x="76" y="166"/>
                    </a:lnTo>
                    <a:lnTo>
                      <a:pt x="70" y="163"/>
                    </a:lnTo>
                    <a:lnTo>
                      <a:pt x="65" y="160"/>
                    </a:lnTo>
                    <a:lnTo>
                      <a:pt x="60" y="156"/>
                    </a:lnTo>
                    <a:lnTo>
                      <a:pt x="54" y="152"/>
                    </a:lnTo>
                    <a:lnTo>
                      <a:pt x="50" y="147"/>
                    </a:lnTo>
                    <a:lnTo>
                      <a:pt x="46" y="142"/>
                    </a:lnTo>
                    <a:lnTo>
                      <a:pt x="42" y="135"/>
                    </a:lnTo>
                    <a:lnTo>
                      <a:pt x="39" y="129"/>
                    </a:lnTo>
                    <a:lnTo>
                      <a:pt x="37" y="123"/>
                    </a:lnTo>
                    <a:lnTo>
                      <a:pt x="35" y="116"/>
                    </a:lnTo>
                    <a:lnTo>
                      <a:pt x="34" y="110"/>
                    </a:lnTo>
                    <a:lnTo>
                      <a:pt x="34" y="103"/>
                    </a:lnTo>
                    <a:lnTo>
                      <a:pt x="34" y="96"/>
                    </a:lnTo>
                    <a:lnTo>
                      <a:pt x="35" y="89"/>
                    </a:lnTo>
                    <a:lnTo>
                      <a:pt x="37" y="83"/>
                    </a:lnTo>
                    <a:lnTo>
                      <a:pt x="39" y="77"/>
                    </a:lnTo>
                    <a:lnTo>
                      <a:pt x="42" y="71"/>
                    </a:lnTo>
                    <a:lnTo>
                      <a:pt x="46" y="65"/>
                    </a:lnTo>
                    <a:lnTo>
                      <a:pt x="50" y="60"/>
                    </a:lnTo>
                    <a:lnTo>
                      <a:pt x="54" y="55"/>
                    </a:lnTo>
                    <a:lnTo>
                      <a:pt x="60" y="51"/>
                    </a:lnTo>
                    <a:lnTo>
                      <a:pt x="65" y="47"/>
                    </a:lnTo>
                    <a:lnTo>
                      <a:pt x="70" y="44"/>
                    </a:lnTo>
                    <a:lnTo>
                      <a:pt x="76" y="41"/>
                    </a:lnTo>
                    <a:lnTo>
                      <a:pt x="82" y="39"/>
                    </a:lnTo>
                    <a:lnTo>
                      <a:pt x="89" y="37"/>
                    </a:lnTo>
                    <a:lnTo>
                      <a:pt x="96" y="36"/>
                    </a:lnTo>
                    <a:lnTo>
                      <a:pt x="102" y="36"/>
                    </a:lnTo>
                    <a:lnTo>
                      <a:pt x="109" y="36"/>
                    </a:lnTo>
                    <a:lnTo>
                      <a:pt x="116" y="37"/>
                    </a:lnTo>
                    <a:lnTo>
                      <a:pt x="123" y="39"/>
                    </a:lnTo>
                    <a:lnTo>
                      <a:pt x="129" y="41"/>
                    </a:lnTo>
                    <a:lnTo>
                      <a:pt x="135" y="44"/>
                    </a:lnTo>
                    <a:lnTo>
                      <a:pt x="140" y="47"/>
                    </a:lnTo>
                    <a:lnTo>
                      <a:pt x="145" y="51"/>
                    </a:lnTo>
                    <a:lnTo>
                      <a:pt x="150" y="55"/>
                    </a:lnTo>
                    <a:lnTo>
                      <a:pt x="154" y="60"/>
                    </a:lnTo>
                    <a:lnTo>
                      <a:pt x="158" y="65"/>
                    </a:lnTo>
                    <a:lnTo>
                      <a:pt x="162" y="71"/>
                    </a:lnTo>
                    <a:lnTo>
                      <a:pt x="165" y="77"/>
                    </a:lnTo>
                    <a:lnTo>
                      <a:pt x="167" y="83"/>
                    </a:lnTo>
                    <a:lnTo>
                      <a:pt x="168" y="89"/>
                    </a:lnTo>
                    <a:lnTo>
                      <a:pt x="170" y="96"/>
                    </a:lnTo>
                    <a:lnTo>
                      <a:pt x="170" y="1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8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7</a:t>
            </a:r>
            <a:endParaRPr lang="en-GB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50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9D4CE3-AB25-431E-B04D-E7802C21FA9A}"/>
              </a:ext>
            </a:extLst>
          </p:cNvPr>
          <p:cNvSpPr/>
          <p:nvPr/>
        </p:nvSpPr>
        <p:spPr>
          <a:xfrm>
            <a:off x="820665" y="1387770"/>
            <a:ext cx="2020921" cy="2334384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C7A453-A385-4E86-8C03-9CEA3A0067C1}"/>
              </a:ext>
            </a:extLst>
          </p:cNvPr>
          <p:cNvSpPr/>
          <p:nvPr/>
        </p:nvSpPr>
        <p:spPr>
          <a:xfrm>
            <a:off x="2974310" y="1387770"/>
            <a:ext cx="2020921" cy="2334384"/>
          </a:xfrm>
          <a:prstGeom prst="roundRect">
            <a:avLst>
              <a:gd name="adj" fmla="val 5524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FD2FD8-7B48-4F9F-8430-EEBFDE7C271D}"/>
              </a:ext>
            </a:extLst>
          </p:cNvPr>
          <p:cNvSpPr/>
          <p:nvPr/>
        </p:nvSpPr>
        <p:spPr>
          <a:xfrm>
            <a:off x="5127955" y="1387770"/>
            <a:ext cx="2020921" cy="2334384"/>
          </a:xfrm>
          <a:prstGeom prst="roundRect">
            <a:avLst>
              <a:gd name="adj" fmla="val 5053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FC9CAF-6728-4FC4-B931-2E64815060B9}"/>
              </a:ext>
            </a:extLst>
          </p:cNvPr>
          <p:cNvSpPr/>
          <p:nvPr/>
        </p:nvSpPr>
        <p:spPr>
          <a:xfrm>
            <a:off x="7281599" y="1387770"/>
            <a:ext cx="4089736" cy="2334384"/>
          </a:xfrm>
          <a:prstGeom prst="roundRect">
            <a:avLst>
              <a:gd name="adj" fmla="val 3674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68DBF1-1061-4B39-AB59-1C57ED0895F4}"/>
              </a:ext>
            </a:extLst>
          </p:cNvPr>
          <p:cNvSpPr/>
          <p:nvPr/>
        </p:nvSpPr>
        <p:spPr>
          <a:xfrm>
            <a:off x="820666" y="3849154"/>
            <a:ext cx="6328210" cy="2334384"/>
          </a:xfrm>
          <a:prstGeom prst="roundRect">
            <a:avLst>
              <a:gd name="adj" fmla="val 4490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A7058A-EE3D-47D1-98B6-65BF1B276ED5}"/>
              </a:ext>
            </a:extLst>
          </p:cNvPr>
          <p:cNvSpPr/>
          <p:nvPr/>
        </p:nvSpPr>
        <p:spPr>
          <a:xfrm>
            <a:off x="7281599" y="3849154"/>
            <a:ext cx="4089736" cy="2334384"/>
          </a:xfrm>
          <a:prstGeom prst="roundRect">
            <a:avLst>
              <a:gd name="adj" fmla="val 3674"/>
            </a:avLst>
          </a:prstGeom>
          <a:solidFill>
            <a:schemeClr val="bg1"/>
          </a:solidFill>
          <a:ln>
            <a:noFill/>
          </a:ln>
          <a:effectLst>
            <a:outerShdw blurRad="3175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74C1B3-4487-47F5-9A00-4F7782E54854}"/>
              </a:ext>
            </a:extLst>
          </p:cNvPr>
          <p:cNvSpPr/>
          <p:nvPr/>
        </p:nvSpPr>
        <p:spPr>
          <a:xfrm>
            <a:off x="3479705" y="1504644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Learning </a:t>
            </a:r>
            <a:endParaRPr lang="en-ID" sz="1600" b="1" dirty="0">
              <a:solidFill>
                <a:schemeClr val="accen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75A530-2010-4537-A200-C63626895921}"/>
              </a:ext>
            </a:extLst>
          </p:cNvPr>
          <p:cNvSpPr/>
          <p:nvPr/>
        </p:nvSpPr>
        <p:spPr>
          <a:xfrm flipH="1">
            <a:off x="3052983" y="1946366"/>
            <a:ext cx="18635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Young people take part in the company programme business led learning activities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FD150-84D6-4197-8076-69E595C1AE66}"/>
              </a:ext>
            </a:extLst>
          </p:cNvPr>
          <p:cNvSpPr/>
          <p:nvPr/>
        </p:nvSpPr>
        <p:spPr>
          <a:xfrm flipH="1">
            <a:off x="3077954" y="2497235"/>
            <a:ext cx="1653702" cy="99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Getting started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Business planning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Running the business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Competition participation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Company closure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D41AEC-14EF-4FFC-A6B2-553A253B6C75}"/>
              </a:ext>
            </a:extLst>
          </p:cNvPr>
          <p:cNvSpPr/>
          <p:nvPr/>
        </p:nvSpPr>
        <p:spPr>
          <a:xfrm>
            <a:off x="5633350" y="1504644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Output</a:t>
            </a:r>
            <a:endParaRPr lang="en-ID" sz="1600" b="1" dirty="0">
              <a:solidFill>
                <a:schemeClr val="accent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2CE36B-7307-4BD9-A8B9-6D9654164520}"/>
              </a:ext>
            </a:extLst>
          </p:cNvPr>
          <p:cNvSpPr/>
          <p:nvPr/>
        </p:nvSpPr>
        <p:spPr>
          <a:xfrm flipH="1">
            <a:off x="5247810" y="1946366"/>
            <a:ext cx="1743540" cy="1113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Sustained and continuous learning activities addressing employability barriers helps in defining career choices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Volunteers and center leads engaging with the enterprise education learning model</a:t>
            </a:r>
          </a:p>
        </p:txBody>
      </p:sp>
      <p:sp>
        <p:nvSpPr>
          <p:cNvPr id="30" name="Graphic 28">
            <a:extLst>
              <a:ext uri="{FF2B5EF4-FFF2-40B4-BE49-F238E27FC236}">
                <a16:creationId xmlns:a16="http://schemas.microsoft.com/office/drawing/2014/main" id="{CF24FDC9-0F19-4881-8DF8-6C6FEB66DFF4}"/>
              </a:ext>
            </a:extLst>
          </p:cNvPr>
          <p:cNvSpPr/>
          <p:nvPr/>
        </p:nvSpPr>
        <p:spPr>
          <a:xfrm>
            <a:off x="2784693" y="1602581"/>
            <a:ext cx="247446" cy="247446"/>
          </a:xfrm>
          <a:custGeom>
            <a:avLst/>
            <a:gdLst>
              <a:gd name="connsiteX0" fmla="*/ 399516 w 799032"/>
              <a:gd name="connsiteY0" fmla="*/ 0 h 799032"/>
              <a:gd name="connsiteX1" fmla="*/ 0 w 799032"/>
              <a:gd name="connsiteY1" fmla="*/ 399516 h 799032"/>
              <a:gd name="connsiteX2" fmla="*/ 399516 w 799032"/>
              <a:gd name="connsiteY2" fmla="*/ 799032 h 799032"/>
              <a:gd name="connsiteX3" fmla="*/ 799032 w 799032"/>
              <a:gd name="connsiteY3" fmla="*/ 399516 h 799032"/>
              <a:gd name="connsiteX4" fmla="*/ 399516 w 799032"/>
              <a:gd name="connsiteY4" fmla="*/ 0 h 799032"/>
              <a:gd name="connsiteX5" fmla="*/ 521257 w 799032"/>
              <a:gd name="connsiteY5" fmla="*/ 426574 h 799032"/>
              <a:gd name="connsiteX6" fmla="*/ 514949 w 799032"/>
              <a:gd name="connsiteY6" fmla="*/ 431597 h 799032"/>
              <a:gd name="connsiteX7" fmla="*/ 365011 w 799032"/>
              <a:gd name="connsiteY7" fmla="*/ 581536 h 799032"/>
              <a:gd name="connsiteX8" fmla="*/ 338638 w 799032"/>
              <a:gd name="connsiteY8" fmla="*/ 592464 h 799032"/>
              <a:gd name="connsiteX9" fmla="*/ 312264 w 799032"/>
              <a:gd name="connsiteY9" fmla="*/ 581536 h 799032"/>
              <a:gd name="connsiteX10" fmla="*/ 312264 w 799032"/>
              <a:gd name="connsiteY10" fmla="*/ 528778 h 799032"/>
              <a:gd name="connsiteX11" fmla="*/ 441465 w 799032"/>
              <a:gd name="connsiteY11" fmla="*/ 399559 h 799032"/>
              <a:gd name="connsiteX12" fmla="*/ 312914 w 799032"/>
              <a:gd name="connsiteY12" fmla="*/ 271008 h 799032"/>
              <a:gd name="connsiteX13" fmla="*/ 312914 w 799032"/>
              <a:gd name="connsiteY13" fmla="*/ 218250 h 799032"/>
              <a:gd name="connsiteX14" fmla="*/ 365672 w 799032"/>
              <a:gd name="connsiteY14" fmla="*/ 218242 h 799032"/>
              <a:gd name="connsiteX15" fmla="*/ 514947 w 799032"/>
              <a:gd name="connsiteY15" fmla="*/ 367509 h 799032"/>
              <a:gd name="connsiteX16" fmla="*/ 521246 w 799032"/>
              <a:gd name="connsiteY16" fmla="*/ 372533 h 799032"/>
              <a:gd name="connsiteX17" fmla="*/ 532118 w 799032"/>
              <a:gd name="connsiteY17" fmla="*/ 399556 h 799032"/>
              <a:gd name="connsiteX18" fmla="*/ 521257 w 799032"/>
              <a:gd name="connsiteY18" fmla="*/ 426574 h 79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9032" h="799032">
                <a:moveTo>
                  <a:pt x="399516" y="0"/>
                </a:moveTo>
                <a:cubicBezTo>
                  <a:pt x="178869" y="0"/>
                  <a:pt x="0" y="178869"/>
                  <a:pt x="0" y="399516"/>
                </a:cubicBezTo>
                <a:cubicBezTo>
                  <a:pt x="0" y="620158"/>
                  <a:pt x="178869" y="799032"/>
                  <a:pt x="399516" y="799032"/>
                </a:cubicBezTo>
                <a:cubicBezTo>
                  <a:pt x="620163" y="799032"/>
                  <a:pt x="799032" y="620158"/>
                  <a:pt x="799032" y="399516"/>
                </a:cubicBezTo>
                <a:cubicBezTo>
                  <a:pt x="799032" y="178869"/>
                  <a:pt x="620163" y="0"/>
                  <a:pt x="399516" y="0"/>
                </a:cubicBezTo>
                <a:close/>
                <a:moveTo>
                  <a:pt x="521257" y="426574"/>
                </a:moveTo>
                <a:cubicBezTo>
                  <a:pt x="519310" y="428521"/>
                  <a:pt x="517173" y="430167"/>
                  <a:pt x="514949" y="431597"/>
                </a:cubicBezTo>
                <a:lnTo>
                  <a:pt x="365011" y="581536"/>
                </a:lnTo>
                <a:cubicBezTo>
                  <a:pt x="357729" y="588823"/>
                  <a:pt x="348184" y="592464"/>
                  <a:pt x="338638" y="592464"/>
                </a:cubicBezTo>
                <a:cubicBezTo>
                  <a:pt x="329092" y="592464"/>
                  <a:pt x="319552" y="588823"/>
                  <a:pt x="312264" y="581536"/>
                </a:cubicBezTo>
                <a:cubicBezTo>
                  <a:pt x="297695" y="566966"/>
                  <a:pt x="297695" y="543342"/>
                  <a:pt x="312264" y="528778"/>
                </a:cubicBezTo>
                <a:lnTo>
                  <a:pt x="441465" y="399559"/>
                </a:lnTo>
                <a:lnTo>
                  <a:pt x="312914" y="271008"/>
                </a:lnTo>
                <a:cubicBezTo>
                  <a:pt x="298345" y="256431"/>
                  <a:pt x="298345" y="232814"/>
                  <a:pt x="312914" y="218250"/>
                </a:cubicBezTo>
                <a:cubicBezTo>
                  <a:pt x="327483" y="203681"/>
                  <a:pt x="351103" y="203689"/>
                  <a:pt x="365672" y="218242"/>
                </a:cubicBezTo>
                <a:lnTo>
                  <a:pt x="514947" y="367509"/>
                </a:lnTo>
                <a:cubicBezTo>
                  <a:pt x="517171" y="368940"/>
                  <a:pt x="519307" y="370583"/>
                  <a:pt x="521246" y="372533"/>
                </a:cubicBezTo>
                <a:cubicBezTo>
                  <a:pt x="528693" y="379980"/>
                  <a:pt x="532286" y="389789"/>
                  <a:pt x="532118" y="399556"/>
                </a:cubicBezTo>
                <a:cubicBezTo>
                  <a:pt x="532294" y="409317"/>
                  <a:pt x="528709" y="419122"/>
                  <a:pt x="521257" y="426574"/>
                </a:cubicBezTo>
                <a:close/>
              </a:path>
            </a:pathLst>
          </a:custGeom>
          <a:solidFill>
            <a:schemeClr val="accent1"/>
          </a:solidFill>
          <a:ln w="2635" cap="flat">
            <a:noFill/>
            <a:prstDash val="solid"/>
            <a:miter/>
          </a:ln>
          <a:effectLst>
            <a:outerShdw blurRad="139700" dist="38100" dir="2700000" algn="tl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31" name="Graphic 28">
            <a:extLst>
              <a:ext uri="{FF2B5EF4-FFF2-40B4-BE49-F238E27FC236}">
                <a16:creationId xmlns:a16="http://schemas.microsoft.com/office/drawing/2014/main" id="{0F3CCC81-00F0-41D4-AC58-BB91A665C803}"/>
              </a:ext>
            </a:extLst>
          </p:cNvPr>
          <p:cNvSpPr/>
          <p:nvPr/>
        </p:nvSpPr>
        <p:spPr>
          <a:xfrm>
            <a:off x="4937401" y="1602581"/>
            <a:ext cx="247446" cy="247446"/>
          </a:xfrm>
          <a:custGeom>
            <a:avLst/>
            <a:gdLst>
              <a:gd name="connsiteX0" fmla="*/ 399516 w 799032"/>
              <a:gd name="connsiteY0" fmla="*/ 0 h 799032"/>
              <a:gd name="connsiteX1" fmla="*/ 0 w 799032"/>
              <a:gd name="connsiteY1" fmla="*/ 399516 h 799032"/>
              <a:gd name="connsiteX2" fmla="*/ 399516 w 799032"/>
              <a:gd name="connsiteY2" fmla="*/ 799032 h 799032"/>
              <a:gd name="connsiteX3" fmla="*/ 799032 w 799032"/>
              <a:gd name="connsiteY3" fmla="*/ 399516 h 799032"/>
              <a:gd name="connsiteX4" fmla="*/ 399516 w 799032"/>
              <a:gd name="connsiteY4" fmla="*/ 0 h 799032"/>
              <a:gd name="connsiteX5" fmla="*/ 521257 w 799032"/>
              <a:gd name="connsiteY5" fmla="*/ 426574 h 799032"/>
              <a:gd name="connsiteX6" fmla="*/ 514949 w 799032"/>
              <a:gd name="connsiteY6" fmla="*/ 431597 h 799032"/>
              <a:gd name="connsiteX7" fmla="*/ 365011 w 799032"/>
              <a:gd name="connsiteY7" fmla="*/ 581536 h 799032"/>
              <a:gd name="connsiteX8" fmla="*/ 338638 w 799032"/>
              <a:gd name="connsiteY8" fmla="*/ 592464 h 799032"/>
              <a:gd name="connsiteX9" fmla="*/ 312264 w 799032"/>
              <a:gd name="connsiteY9" fmla="*/ 581536 h 799032"/>
              <a:gd name="connsiteX10" fmla="*/ 312264 w 799032"/>
              <a:gd name="connsiteY10" fmla="*/ 528778 h 799032"/>
              <a:gd name="connsiteX11" fmla="*/ 441465 w 799032"/>
              <a:gd name="connsiteY11" fmla="*/ 399559 h 799032"/>
              <a:gd name="connsiteX12" fmla="*/ 312914 w 799032"/>
              <a:gd name="connsiteY12" fmla="*/ 271008 h 799032"/>
              <a:gd name="connsiteX13" fmla="*/ 312914 w 799032"/>
              <a:gd name="connsiteY13" fmla="*/ 218250 h 799032"/>
              <a:gd name="connsiteX14" fmla="*/ 365672 w 799032"/>
              <a:gd name="connsiteY14" fmla="*/ 218242 h 799032"/>
              <a:gd name="connsiteX15" fmla="*/ 514947 w 799032"/>
              <a:gd name="connsiteY15" fmla="*/ 367509 h 799032"/>
              <a:gd name="connsiteX16" fmla="*/ 521246 w 799032"/>
              <a:gd name="connsiteY16" fmla="*/ 372533 h 799032"/>
              <a:gd name="connsiteX17" fmla="*/ 532118 w 799032"/>
              <a:gd name="connsiteY17" fmla="*/ 399556 h 799032"/>
              <a:gd name="connsiteX18" fmla="*/ 521257 w 799032"/>
              <a:gd name="connsiteY18" fmla="*/ 426574 h 79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9032" h="799032">
                <a:moveTo>
                  <a:pt x="399516" y="0"/>
                </a:moveTo>
                <a:cubicBezTo>
                  <a:pt x="178869" y="0"/>
                  <a:pt x="0" y="178869"/>
                  <a:pt x="0" y="399516"/>
                </a:cubicBezTo>
                <a:cubicBezTo>
                  <a:pt x="0" y="620158"/>
                  <a:pt x="178869" y="799032"/>
                  <a:pt x="399516" y="799032"/>
                </a:cubicBezTo>
                <a:cubicBezTo>
                  <a:pt x="620163" y="799032"/>
                  <a:pt x="799032" y="620158"/>
                  <a:pt x="799032" y="399516"/>
                </a:cubicBezTo>
                <a:cubicBezTo>
                  <a:pt x="799032" y="178869"/>
                  <a:pt x="620163" y="0"/>
                  <a:pt x="399516" y="0"/>
                </a:cubicBezTo>
                <a:close/>
                <a:moveTo>
                  <a:pt x="521257" y="426574"/>
                </a:moveTo>
                <a:cubicBezTo>
                  <a:pt x="519310" y="428521"/>
                  <a:pt x="517173" y="430167"/>
                  <a:pt x="514949" y="431597"/>
                </a:cubicBezTo>
                <a:lnTo>
                  <a:pt x="365011" y="581536"/>
                </a:lnTo>
                <a:cubicBezTo>
                  <a:pt x="357729" y="588823"/>
                  <a:pt x="348184" y="592464"/>
                  <a:pt x="338638" y="592464"/>
                </a:cubicBezTo>
                <a:cubicBezTo>
                  <a:pt x="329092" y="592464"/>
                  <a:pt x="319552" y="588823"/>
                  <a:pt x="312264" y="581536"/>
                </a:cubicBezTo>
                <a:cubicBezTo>
                  <a:pt x="297695" y="566966"/>
                  <a:pt x="297695" y="543342"/>
                  <a:pt x="312264" y="528778"/>
                </a:cubicBezTo>
                <a:lnTo>
                  <a:pt x="441465" y="399559"/>
                </a:lnTo>
                <a:lnTo>
                  <a:pt x="312914" y="271008"/>
                </a:lnTo>
                <a:cubicBezTo>
                  <a:pt x="298345" y="256431"/>
                  <a:pt x="298345" y="232814"/>
                  <a:pt x="312914" y="218250"/>
                </a:cubicBezTo>
                <a:cubicBezTo>
                  <a:pt x="327483" y="203681"/>
                  <a:pt x="351103" y="203689"/>
                  <a:pt x="365672" y="218242"/>
                </a:cubicBezTo>
                <a:lnTo>
                  <a:pt x="514947" y="367509"/>
                </a:lnTo>
                <a:cubicBezTo>
                  <a:pt x="517171" y="368940"/>
                  <a:pt x="519307" y="370583"/>
                  <a:pt x="521246" y="372533"/>
                </a:cubicBezTo>
                <a:cubicBezTo>
                  <a:pt x="528693" y="379980"/>
                  <a:pt x="532286" y="389789"/>
                  <a:pt x="532118" y="399556"/>
                </a:cubicBezTo>
                <a:cubicBezTo>
                  <a:pt x="532294" y="409317"/>
                  <a:pt x="528709" y="419122"/>
                  <a:pt x="521257" y="426574"/>
                </a:cubicBezTo>
                <a:close/>
              </a:path>
            </a:pathLst>
          </a:custGeom>
          <a:solidFill>
            <a:schemeClr val="accent1"/>
          </a:solidFill>
          <a:ln w="2635" cap="flat">
            <a:noFill/>
            <a:prstDash val="solid"/>
            <a:miter/>
          </a:ln>
          <a:effectLst>
            <a:outerShdw blurRad="139700" dist="38100" dir="2700000" algn="tl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32" name="Graphic 28">
            <a:extLst>
              <a:ext uri="{FF2B5EF4-FFF2-40B4-BE49-F238E27FC236}">
                <a16:creationId xmlns:a16="http://schemas.microsoft.com/office/drawing/2014/main" id="{CD180FD8-0E69-4CBD-8FCD-223EAAC10CE0}"/>
              </a:ext>
            </a:extLst>
          </p:cNvPr>
          <p:cNvSpPr/>
          <p:nvPr/>
        </p:nvSpPr>
        <p:spPr>
          <a:xfrm>
            <a:off x="7091515" y="3305277"/>
            <a:ext cx="247446" cy="247446"/>
          </a:xfrm>
          <a:custGeom>
            <a:avLst/>
            <a:gdLst>
              <a:gd name="connsiteX0" fmla="*/ 399516 w 799032"/>
              <a:gd name="connsiteY0" fmla="*/ 0 h 799032"/>
              <a:gd name="connsiteX1" fmla="*/ 0 w 799032"/>
              <a:gd name="connsiteY1" fmla="*/ 399516 h 799032"/>
              <a:gd name="connsiteX2" fmla="*/ 399516 w 799032"/>
              <a:gd name="connsiteY2" fmla="*/ 799032 h 799032"/>
              <a:gd name="connsiteX3" fmla="*/ 799032 w 799032"/>
              <a:gd name="connsiteY3" fmla="*/ 399516 h 799032"/>
              <a:gd name="connsiteX4" fmla="*/ 399516 w 799032"/>
              <a:gd name="connsiteY4" fmla="*/ 0 h 799032"/>
              <a:gd name="connsiteX5" fmla="*/ 521257 w 799032"/>
              <a:gd name="connsiteY5" fmla="*/ 426574 h 799032"/>
              <a:gd name="connsiteX6" fmla="*/ 514949 w 799032"/>
              <a:gd name="connsiteY6" fmla="*/ 431597 h 799032"/>
              <a:gd name="connsiteX7" fmla="*/ 365011 w 799032"/>
              <a:gd name="connsiteY7" fmla="*/ 581536 h 799032"/>
              <a:gd name="connsiteX8" fmla="*/ 338638 w 799032"/>
              <a:gd name="connsiteY8" fmla="*/ 592464 h 799032"/>
              <a:gd name="connsiteX9" fmla="*/ 312264 w 799032"/>
              <a:gd name="connsiteY9" fmla="*/ 581536 h 799032"/>
              <a:gd name="connsiteX10" fmla="*/ 312264 w 799032"/>
              <a:gd name="connsiteY10" fmla="*/ 528778 h 799032"/>
              <a:gd name="connsiteX11" fmla="*/ 441465 w 799032"/>
              <a:gd name="connsiteY11" fmla="*/ 399559 h 799032"/>
              <a:gd name="connsiteX12" fmla="*/ 312914 w 799032"/>
              <a:gd name="connsiteY12" fmla="*/ 271008 h 799032"/>
              <a:gd name="connsiteX13" fmla="*/ 312914 w 799032"/>
              <a:gd name="connsiteY13" fmla="*/ 218250 h 799032"/>
              <a:gd name="connsiteX14" fmla="*/ 365672 w 799032"/>
              <a:gd name="connsiteY14" fmla="*/ 218242 h 799032"/>
              <a:gd name="connsiteX15" fmla="*/ 514947 w 799032"/>
              <a:gd name="connsiteY15" fmla="*/ 367509 h 799032"/>
              <a:gd name="connsiteX16" fmla="*/ 521246 w 799032"/>
              <a:gd name="connsiteY16" fmla="*/ 372533 h 799032"/>
              <a:gd name="connsiteX17" fmla="*/ 532118 w 799032"/>
              <a:gd name="connsiteY17" fmla="*/ 399556 h 799032"/>
              <a:gd name="connsiteX18" fmla="*/ 521257 w 799032"/>
              <a:gd name="connsiteY18" fmla="*/ 426574 h 79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9032" h="799032">
                <a:moveTo>
                  <a:pt x="399516" y="0"/>
                </a:moveTo>
                <a:cubicBezTo>
                  <a:pt x="178869" y="0"/>
                  <a:pt x="0" y="178869"/>
                  <a:pt x="0" y="399516"/>
                </a:cubicBezTo>
                <a:cubicBezTo>
                  <a:pt x="0" y="620158"/>
                  <a:pt x="178869" y="799032"/>
                  <a:pt x="399516" y="799032"/>
                </a:cubicBezTo>
                <a:cubicBezTo>
                  <a:pt x="620163" y="799032"/>
                  <a:pt x="799032" y="620158"/>
                  <a:pt x="799032" y="399516"/>
                </a:cubicBezTo>
                <a:cubicBezTo>
                  <a:pt x="799032" y="178869"/>
                  <a:pt x="620163" y="0"/>
                  <a:pt x="399516" y="0"/>
                </a:cubicBezTo>
                <a:close/>
                <a:moveTo>
                  <a:pt x="521257" y="426574"/>
                </a:moveTo>
                <a:cubicBezTo>
                  <a:pt x="519310" y="428521"/>
                  <a:pt x="517173" y="430167"/>
                  <a:pt x="514949" y="431597"/>
                </a:cubicBezTo>
                <a:lnTo>
                  <a:pt x="365011" y="581536"/>
                </a:lnTo>
                <a:cubicBezTo>
                  <a:pt x="357729" y="588823"/>
                  <a:pt x="348184" y="592464"/>
                  <a:pt x="338638" y="592464"/>
                </a:cubicBezTo>
                <a:cubicBezTo>
                  <a:pt x="329092" y="592464"/>
                  <a:pt x="319552" y="588823"/>
                  <a:pt x="312264" y="581536"/>
                </a:cubicBezTo>
                <a:cubicBezTo>
                  <a:pt x="297695" y="566966"/>
                  <a:pt x="297695" y="543342"/>
                  <a:pt x="312264" y="528778"/>
                </a:cubicBezTo>
                <a:lnTo>
                  <a:pt x="441465" y="399559"/>
                </a:lnTo>
                <a:lnTo>
                  <a:pt x="312914" y="271008"/>
                </a:lnTo>
                <a:cubicBezTo>
                  <a:pt x="298345" y="256431"/>
                  <a:pt x="298345" y="232814"/>
                  <a:pt x="312914" y="218250"/>
                </a:cubicBezTo>
                <a:cubicBezTo>
                  <a:pt x="327483" y="203681"/>
                  <a:pt x="351103" y="203689"/>
                  <a:pt x="365672" y="218242"/>
                </a:cubicBezTo>
                <a:lnTo>
                  <a:pt x="514947" y="367509"/>
                </a:lnTo>
                <a:cubicBezTo>
                  <a:pt x="517171" y="368940"/>
                  <a:pt x="519307" y="370583"/>
                  <a:pt x="521246" y="372533"/>
                </a:cubicBezTo>
                <a:cubicBezTo>
                  <a:pt x="528693" y="379980"/>
                  <a:pt x="532286" y="389789"/>
                  <a:pt x="532118" y="399556"/>
                </a:cubicBezTo>
                <a:cubicBezTo>
                  <a:pt x="532294" y="409317"/>
                  <a:pt x="528709" y="419122"/>
                  <a:pt x="521257" y="426574"/>
                </a:cubicBezTo>
                <a:close/>
              </a:path>
            </a:pathLst>
          </a:custGeom>
          <a:solidFill>
            <a:schemeClr val="accent2"/>
          </a:solidFill>
          <a:ln w="2635" cap="flat">
            <a:noFill/>
            <a:prstDash val="solid"/>
            <a:miter/>
          </a:ln>
          <a:effectLst>
            <a:outerShdw blurRad="139700" dist="38100" dir="2700000" algn="tl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33" name="Graphic 28">
            <a:extLst>
              <a:ext uri="{FF2B5EF4-FFF2-40B4-BE49-F238E27FC236}">
                <a16:creationId xmlns:a16="http://schemas.microsoft.com/office/drawing/2014/main" id="{615F3D16-12F1-49D6-B3A6-848EC99FE3A9}"/>
              </a:ext>
            </a:extLst>
          </p:cNvPr>
          <p:cNvSpPr/>
          <p:nvPr/>
        </p:nvSpPr>
        <p:spPr>
          <a:xfrm rot="5400000">
            <a:off x="10922946" y="3661931"/>
            <a:ext cx="247446" cy="247446"/>
          </a:xfrm>
          <a:custGeom>
            <a:avLst/>
            <a:gdLst>
              <a:gd name="connsiteX0" fmla="*/ 399516 w 799032"/>
              <a:gd name="connsiteY0" fmla="*/ 0 h 799032"/>
              <a:gd name="connsiteX1" fmla="*/ 0 w 799032"/>
              <a:gd name="connsiteY1" fmla="*/ 399516 h 799032"/>
              <a:gd name="connsiteX2" fmla="*/ 399516 w 799032"/>
              <a:gd name="connsiteY2" fmla="*/ 799032 h 799032"/>
              <a:gd name="connsiteX3" fmla="*/ 799032 w 799032"/>
              <a:gd name="connsiteY3" fmla="*/ 399516 h 799032"/>
              <a:gd name="connsiteX4" fmla="*/ 399516 w 799032"/>
              <a:gd name="connsiteY4" fmla="*/ 0 h 799032"/>
              <a:gd name="connsiteX5" fmla="*/ 521257 w 799032"/>
              <a:gd name="connsiteY5" fmla="*/ 426574 h 799032"/>
              <a:gd name="connsiteX6" fmla="*/ 514949 w 799032"/>
              <a:gd name="connsiteY6" fmla="*/ 431597 h 799032"/>
              <a:gd name="connsiteX7" fmla="*/ 365011 w 799032"/>
              <a:gd name="connsiteY7" fmla="*/ 581536 h 799032"/>
              <a:gd name="connsiteX8" fmla="*/ 338638 w 799032"/>
              <a:gd name="connsiteY8" fmla="*/ 592464 h 799032"/>
              <a:gd name="connsiteX9" fmla="*/ 312264 w 799032"/>
              <a:gd name="connsiteY9" fmla="*/ 581536 h 799032"/>
              <a:gd name="connsiteX10" fmla="*/ 312264 w 799032"/>
              <a:gd name="connsiteY10" fmla="*/ 528778 h 799032"/>
              <a:gd name="connsiteX11" fmla="*/ 441465 w 799032"/>
              <a:gd name="connsiteY11" fmla="*/ 399559 h 799032"/>
              <a:gd name="connsiteX12" fmla="*/ 312914 w 799032"/>
              <a:gd name="connsiteY12" fmla="*/ 271008 h 799032"/>
              <a:gd name="connsiteX13" fmla="*/ 312914 w 799032"/>
              <a:gd name="connsiteY13" fmla="*/ 218250 h 799032"/>
              <a:gd name="connsiteX14" fmla="*/ 365672 w 799032"/>
              <a:gd name="connsiteY14" fmla="*/ 218242 h 799032"/>
              <a:gd name="connsiteX15" fmla="*/ 514947 w 799032"/>
              <a:gd name="connsiteY15" fmla="*/ 367509 h 799032"/>
              <a:gd name="connsiteX16" fmla="*/ 521246 w 799032"/>
              <a:gd name="connsiteY16" fmla="*/ 372533 h 799032"/>
              <a:gd name="connsiteX17" fmla="*/ 532118 w 799032"/>
              <a:gd name="connsiteY17" fmla="*/ 399556 h 799032"/>
              <a:gd name="connsiteX18" fmla="*/ 521257 w 799032"/>
              <a:gd name="connsiteY18" fmla="*/ 426574 h 79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9032" h="799032">
                <a:moveTo>
                  <a:pt x="399516" y="0"/>
                </a:moveTo>
                <a:cubicBezTo>
                  <a:pt x="178869" y="0"/>
                  <a:pt x="0" y="178869"/>
                  <a:pt x="0" y="399516"/>
                </a:cubicBezTo>
                <a:cubicBezTo>
                  <a:pt x="0" y="620158"/>
                  <a:pt x="178869" y="799032"/>
                  <a:pt x="399516" y="799032"/>
                </a:cubicBezTo>
                <a:cubicBezTo>
                  <a:pt x="620163" y="799032"/>
                  <a:pt x="799032" y="620158"/>
                  <a:pt x="799032" y="399516"/>
                </a:cubicBezTo>
                <a:cubicBezTo>
                  <a:pt x="799032" y="178869"/>
                  <a:pt x="620163" y="0"/>
                  <a:pt x="399516" y="0"/>
                </a:cubicBezTo>
                <a:close/>
                <a:moveTo>
                  <a:pt x="521257" y="426574"/>
                </a:moveTo>
                <a:cubicBezTo>
                  <a:pt x="519310" y="428521"/>
                  <a:pt x="517173" y="430167"/>
                  <a:pt x="514949" y="431597"/>
                </a:cubicBezTo>
                <a:lnTo>
                  <a:pt x="365011" y="581536"/>
                </a:lnTo>
                <a:cubicBezTo>
                  <a:pt x="357729" y="588823"/>
                  <a:pt x="348184" y="592464"/>
                  <a:pt x="338638" y="592464"/>
                </a:cubicBezTo>
                <a:cubicBezTo>
                  <a:pt x="329092" y="592464"/>
                  <a:pt x="319552" y="588823"/>
                  <a:pt x="312264" y="581536"/>
                </a:cubicBezTo>
                <a:cubicBezTo>
                  <a:pt x="297695" y="566966"/>
                  <a:pt x="297695" y="543342"/>
                  <a:pt x="312264" y="528778"/>
                </a:cubicBezTo>
                <a:lnTo>
                  <a:pt x="441465" y="399559"/>
                </a:lnTo>
                <a:lnTo>
                  <a:pt x="312914" y="271008"/>
                </a:lnTo>
                <a:cubicBezTo>
                  <a:pt x="298345" y="256431"/>
                  <a:pt x="298345" y="232814"/>
                  <a:pt x="312914" y="218250"/>
                </a:cubicBezTo>
                <a:cubicBezTo>
                  <a:pt x="327483" y="203681"/>
                  <a:pt x="351103" y="203689"/>
                  <a:pt x="365672" y="218242"/>
                </a:cubicBezTo>
                <a:lnTo>
                  <a:pt x="514947" y="367509"/>
                </a:lnTo>
                <a:cubicBezTo>
                  <a:pt x="517171" y="368940"/>
                  <a:pt x="519307" y="370583"/>
                  <a:pt x="521246" y="372533"/>
                </a:cubicBezTo>
                <a:cubicBezTo>
                  <a:pt x="528693" y="379980"/>
                  <a:pt x="532286" y="389789"/>
                  <a:pt x="532118" y="399556"/>
                </a:cubicBezTo>
                <a:cubicBezTo>
                  <a:pt x="532294" y="409317"/>
                  <a:pt x="528709" y="419122"/>
                  <a:pt x="521257" y="426574"/>
                </a:cubicBezTo>
                <a:close/>
              </a:path>
            </a:pathLst>
          </a:custGeom>
          <a:solidFill>
            <a:schemeClr val="accent3"/>
          </a:solidFill>
          <a:ln w="2635" cap="flat">
            <a:noFill/>
            <a:prstDash val="solid"/>
            <a:miter/>
          </a:ln>
          <a:effectLst>
            <a:outerShdw blurRad="139700" dist="38100" dir="2700000" algn="tl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34" name="Graphic 28">
            <a:extLst>
              <a:ext uri="{FF2B5EF4-FFF2-40B4-BE49-F238E27FC236}">
                <a16:creationId xmlns:a16="http://schemas.microsoft.com/office/drawing/2014/main" id="{A7F1B061-F15A-4431-B8B8-C323584C1609}"/>
              </a:ext>
            </a:extLst>
          </p:cNvPr>
          <p:cNvSpPr/>
          <p:nvPr/>
        </p:nvSpPr>
        <p:spPr>
          <a:xfrm rot="10800000">
            <a:off x="7091515" y="4892623"/>
            <a:ext cx="247446" cy="247446"/>
          </a:xfrm>
          <a:custGeom>
            <a:avLst/>
            <a:gdLst>
              <a:gd name="connsiteX0" fmla="*/ 399516 w 799032"/>
              <a:gd name="connsiteY0" fmla="*/ 0 h 799032"/>
              <a:gd name="connsiteX1" fmla="*/ 0 w 799032"/>
              <a:gd name="connsiteY1" fmla="*/ 399516 h 799032"/>
              <a:gd name="connsiteX2" fmla="*/ 399516 w 799032"/>
              <a:gd name="connsiteY2" fmla="*/ 799032 h 799032"/>
              <a:gd name="connsiteX3" fmla="*/ 799032 w 799032"/>
              <a:gd name="connsiteY3" fmla="*/ 399516 h 799032"/>
              <a:gd name="connsiteX4" fmla="*/ 399516 w 799032"/>
              <a:gd name="connsiteY4" fmla="*/ 0 h 799032"/>
              <a:gd name="connsiteX5" fmla="*/ 521257 w 799032"/>
              <a:gd name="connsiteY5" fmla="*/ 426574 h 799032"/>
              <a:gd name="connsiteX6" fmla="*/ 514949 w 799032"/>
              <a:gd name="connsiteY6" fmla="*/ 431597 h 799032"/>
              <a:gd name="connsiteX7" fmla="*/ 365011 w 799032"/>
              <a:gd name="connsiteY7" fmla="*/ 581536 h 799032"/>
              <a:gd name="connsiteX8" fmla="*/ 338638 w 799032"/>
              <a:gd name="connsiteY8" fmla="*/ 592464 h 799032"/>
              <a:gd name="connsiteX9" fmla="*/ 312264 w 799032"/>
              <a:gd name="connsiteY9" fmla="*/ 581536 h 799032"/>
              <a:gd name="connsiteX10" fmla="*/ 312264 w 799032"/>
              <a:gd name="connsiteY10" fmla="*/ 528778 h 799032"/>
              <a:gd name="connsiteX11" fmla="*/ 441465 w 799032"/>
              <a:gd name="connsiteY11" fmla="*/ 399559 h 799032"/>
              <a:gd name="connsiteX12" fmla="*/ 312914 w 799032"/>
              <a:gd name="connsiteY12" fmla="*/ 271008 h 799032"/>
              <a:gd name="connsiteX13" fmla="*/ 312914 w 799032"/>
              <a:gd name="connsiteY13" fmla="*/ 218250 h 799032"/>
              <a:gd name="connsiteX14" fmla="*/ 365672 w 799032"/>
              <a:gd name="connsiteY14" fmla="*/ 218242 h 799032"/>
              <a:gd name="connsiteX15" fmla="*/ 514947 w 799032"/>
              <a:gd name="connsiteY15" fmla="*/ 367509 h 799032"/>
              <a:gd name="connsiteX16" fmla="*/ 521246 w 799032"/>
              <a:gd name="connsiteY16" fmla="*/ 372533 h 799032"/>
              <a:gd name="connsiteX17" fmla="*/ 532118 w 799032"/>
              <a:gd name="connsiteY17" fmla="*/ 399556 h 799032"/>
              <a:gd name="connsiteX18" fmla="*/ 521257 w 799032"/>
              <a:gd name="connsiteY18" fmla="*/ 426574 h 79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9032" h="799032">
                <a:moveTo>
                  <a:pt x="399516" y="0"/>
                </a:moveTo>
                <a:cubicBezTo>
                  <a:pt x="178869" y="0"/>
                  <a:pt x="0" y="178869"/>
                  <a:pt x="0" y="399516"/>
                </a:cubicBezTo>
                <a:cubicBezTo>
                  <a:pt x="0" y="620158"/>
                  <a:pt x="178869" y="799032"/>
                  <a:pt x="399516" y="799032"/>
                </a:cubicBezTo>
                <a:cubicBezTo>
                  <a:pt x="620163" y="799032"/>
                  <a:pt x="799032" y="620158"/>
                  <a:pt x="799032" y="399516"/>
                </a:cubicBezTo>
                <a:cubicBezTo>
                  <a:pt x="799032" y="178869"/>
                  <a:pt x="620163" y="0"/>
                  <a:pt x="399516" y="0"/>
                </a:cubicBezTo>
                <a:close/>
                <a:moveTo>
                  <a:pt x="521257" y="426574"/>
                </a:moveTo>
                <a:cubicBezTo>
                  <a:pt x="519310" y="428521"/>
                  <a:pt x="517173" y="430167"/>
                  <a:pt x="514949" y="431597"/>
                </a:cubicBezTo>
                <a:lnTo>
                  <a:pt x="365011" y="581536"/>
                </a:lnTo>
                <a:cubicBezTo>
                  <a:pt x="357729" y="588823"/>
                  <a:pt x="348184" y="592464"/>
                  <a:pt x="338638" y="592464"/>
                </a:cubicBezTo>
                <a:cubicBezTo>
                  <a:pt x="329092" y="592464"/>
                  <a:pt x="319552" y="588823"/>
                  <a:pt x="312264" y="581536"/>
                </a:cubicBezTo>
                <a:cubicBezTo>
                  <a:pt x="297695" y="566966"/>
                  <a:pt x="297695" y="543342"/>
                  <a:pt x="312264" y="528778"/>
                </a:cubicBezTo>
                <a:lnTo>
                  <a:pt x="441465" y="399559"/>
                </a:lnTo>
                <a:lnTo>
                  <a:pt x="312914" y="271008"/>
                </a:lnTo>
                <a:cubicBezTo>
                  <a:pt x="298345" y="256431"/>
                  <a:pt x="298345" y="232814"/>
                  <a:pt x="312914" y="218250"/>
                </a:cubicBezTo>
                <a:cubicBezTo>
                  <a:pt x="327483" y="203681"/>
                  <a:pt x="351103" y="203689"/>
                  <a:pt x="365672" y="218242"/>
                </a:cubicBezTo>
                <a:lnTo>
                  <a:pt x="514947" y="367509"/>
                </a:lnTo>
                <a:cubicBezTo>
                  <a:pt x="517171" y="368940"/>
                  <a:pt x="519307" y="370583"/>
                  <a:pt x="521246" y="372533"/>
                </a:cubicBezTo>
                <a:cubicBezTo>
                  <a:pt x="528693" y="379980"/>
                  <a:pt x="532286" y="389789"/>
                  <a:pt x="532118" y="399556"/>
                </a:cubicBezTo>
                <a:cubicBezTo>
                  <a:pt x="532294" y="409317"/>
                  <a:pt x="528709" y="419122"/>
                  <a:pt x="521257" y="426574"/>
                </a:cubicBezTo>
                <a:close/>
              </a:path>
            </a:pathLst>
          </a:custGeom>
          <a:solidFill>
            <a:schemeClr val="accent4"/>
          </a:solidFill>
          <a:ln w="2635" cap="flat">
            <a:noFill/>
            <a:prstDash val="solid"/>
            <a:miter/>
          </a:ln>
          <a:effectLst>
            <a:outerShdw blurRad="139700" dist="38100" dir="2700000" algn="tl" rotWithShape="0">
              <a:prstClr val="black">
                <a:alpha val="13000"/>
              </a:prstClr>
            </a:outerShdw>
          </a:effectLst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342F98-5EC2-46F7-8E86-4C934B68882D}"/>
              </a:ext>
            </a:extLst>
          </p:cNvPr>
          <p:cNvSpPr/>
          <p:nvPr/>
        </p:nvSpPr>
        <p:spPr>
          <a:xfrm>
            <a:off x="8202647" y="1504644"/>
            <a:ext cx="2247641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Short Term Changes</a:t>
            </a:r>
            <a:endParaRPr lang="en-ID" sz="1600" b="1" dirty="0">
              <a:solidFill>
                <a:schemeClr val="accent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C9D2D1-3D1A-4F81-A5D7-7AFC8B0A3355}"/>
              </a:ext>
            </a:extLst>
          </p:cNvPr>
          <p:cNvSpPr/>
          <p:nvPr/>
        </p:nvSpPr>
        <p:spPr>
          <a:xfrm flipH="1">
            <a:off x="7560620" y="2197292"/>
            <a:ext cx="16570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Enhancing awareness 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411949-152D-4371-A6C9-4A7FA2EDFCEA}"/>
              </a:ext>
            </a:extLst>
          </p:cNvPr>
          <p:cNvSpPr/>
          <p:nvPr/>
        </p:nvSpPr>
        <p:spPr>
          <a:xfrm>
            <a:off x="7560620" y="1892619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Learning</a:t>
            </a:r>
            <a:endParaRPr lang="en-ID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ABEAC0-281C-496E-9F11-A109A7F50146}"/>
              </a:ext>
            </a:extLst>
          </p:cNvPr>
          <p:cNvSpPr/>
          <p:nvPr/>
        </p:nvSpPr>
        <p:spPr>
          <a:xfrm flipH="1">
            <a:off x="7560620" y="2436564"/>
            <a:ext cx="1530714" cy="1179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Attitude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Skills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Aspirations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Motivations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Opinions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Strength &amp; weaknesses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FF212F2-3DE1-4BD5-B6E4-589E0D21D331}"/>
              </a:ext>
            </a:extLst>
          </p:cNvPr>
          <p:cNvCxnSpPr/>
          <p:nvPr/>
        </p:nvCxnSpPr>
        <p:spPr>
          <a:xfrm>
            <a:off x="9293890" y="1979852"/>
            <a:ext cx="0" cy="1482634"/>
          </a:xfrm>
          <a:prstGeom prst="line">
            <a:avLst/>
          </a:prstGeom>
          <a:ln>
            <a:solidFill>
              <a:schemeClr val="bg1">
                <a:lumMod val="65000"/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2071F27-08D6-455A-8761-47EE4ACB937B}"/>
              </a:ext>
            </a:extLst>
          </p:cNvPr>
          <p:cNvSpPr/>
          <p:nvPr/>
        </p:nvSpPr>
        <p:spPr>
          <a:xfrm flipH="1">
            <a:off x="9465399" y="1931209"/>
            <a:ext cx="1674854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Individual development in key employability competences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Personal capacities development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Improved learning and understanding of employees’ expectations with respect to attitude and aptitude to work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F99D61-3DDB-41C5-874A-F571135C91A1}"/>
              </a:ext>
            </a:extLst>
          </p:cNvPr>
          <p:cNvSpPr/>
          <p:nvPr/>
        </p:nvSpPr>
        <p:spPr>
          <a:xfrm>
            <a:off x="8202647" y="3986335"/>
            <a:ext cx="2247641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Medium Term Changes</a:t>
            </a:r>
            <a:endParaRPr lang="en-ID" sz="1600" b="1" dirty="0">
              <a:solidFill>
                <a:schemeClr val="accent3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2D90E2-40E0-46ED-8B3E-0FB877749E21}"/>
              </a:ext>
            </a:extLst>
          </p:cNvPr>
          <p:cNvSpPr/>
          <p:nvPr/>
        </p:nvSpPr>
        <p:spPr>
          <a:xfrm flipH="1">
            <a:off x="7560620" y="4678983"/>
            <a:ext cx="1657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Acquired learning leads to improved or enhanced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42528E-9358-4FD4-991B-AC1DE194A7F3}"/>
              </a:ext>
            </a:extLst>
          </p:cNvPr>
          <p:cNvSpPr/>
          <p:nvPr/>
        </p:nvSpPr>
        <p:spPr>
          <a:xfrm>
            <a:off x="7560620" y="4374310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Action</a:t>
            </a:r>
            <a:endParaRPr lang="en-ID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96CD1C2-D6C4-430A-BF16-5DB16E3DC21D}"/>
              </a:ext>
            </a:extLst>
          </p:cNvPr>
          <p:cNvSpPr/>
          <p:nvPr/>
        </p:nvSpPr>
        <p:spPr>
          <a:xfrm flipH="1">
            <a:off x="7560620" y="5152455"/>
            <a:ext cx="153071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Behavior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Attitudes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Applying knowledge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Emotional capabilities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1B23C8B-62E7-4C24-8CC1-B0ACA906374E}"/>
              </a:ext>
            </a:extLst>
          </p:cNvPr>
          <p:cNvCxnSpPr/>
          <p:nvPr/>
        </p:nvCxnSpPr>
        <p:spPr>
          <a:xfrm>
            <a:off x="9293890" y="4461543"/>
            <a:ext cx="0" cy="1482634"/>
          </a:xfrm>
          <a:prstGeom prst="line">
            <a:avLst/>
          </a:prstGeom>
          <a:ln>
            <a:solidFill>
              <a:schemeClr val="bg1">
                <a:lumMod val="65000"/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910BB03-C87E-4214-93A1-0A9651E2F5C1}"/>
              </a:ext>
            </a:extLst>
          </p:cNvPr>
          <p:cNvSpPr/>
          <p:nvPr/>
        </p:nvSpPr>
        <p:spPr>
          <a:xfrm>
            <a:off x="2860951" y="3986335"/>
            <a:ext cx="2247641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4"/>
                </a:solidFill>
              </a:rPr>
              <a:t>Long Term Changes</a:t>
            </a:r>
            <a:endParaRPr lang="en-ID" sz="1600" b="1" dirty="0">
              <a:solidFill>
                <a:schemeClr val="accent4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388552-9139-4331-A8C7-9CB628D07137}"/>
              </a:ext>
            </a:extLst>
          </p:cNvPr>
          <p:cNvSpPr/>
          <p:nvPr/>
        </p:nvSpPr>
        <p:spPr>
          <a:xfrm flipH="1">
            <a:off x="1127623" y="4739304"/>
            <a:ext cx="165707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Actions taken lead to enhanced professional and emotional capabilities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D59CB6-1584-448D-9919-CAFF2FB3E5E2}"/>
              </a:ext>
            </a:extLst>
          </p:cNvPr>
          <p:cNvSpPr/>
          <p:nvPr/>
        </p:nvSpPr>
        <p:spPr>
          <a:xfrm>
            <a:off x="1127623" y="4374310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Conditions</a:t>
            </a:r>
            <a:endParaRPr lang="en-ID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FB5F10-0521-4862-B138-53F30C86C1F9}"/>
              </a:ext>
            </a:extLst>
          </p:cNvPr>
          <p:cNvSpPr/>
          <p:nvPr/>
        </p:nvSpPr>
        <p:spPr>
          <a:xfrm flipH="1">
            <a:off x="1127623" y="5212776"/>
            <a:ext cx="1530714" cy="99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Social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Economic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Education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Career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Employment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1D5801-0851-4C9B-82B8-AD5F83EE2179}"/>
              </a:ext>
            </a:extLst>
          </p:cNvPr>
          <p:cNvSpPr/>
          <p:nvPr/>
        </p:nvSpPr>
        <p:spPr>
          <a:xfrm flipH="1">
            <a:off x="3230094" y="4739304"/>
            <a:ext cx="165707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Young people’s employability and career potential is increased, leading to a greater array of career and personal choices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7F4A02-A33B-4A4C-8804-EDAEF2AA1B61}"/>
              </a:ext>
            </a:extLst>
          </p:cNvPr>
          <p:cNvSpPr/>
          <p:nvPr/>
        </p:nvSpPr>
        <p:spPr>
          <a:xfrm>
            <a:off x="3230094" y="4374310"/>
            <a:ext cx="125092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 Within</a:t>
            </a:r>
            <a:endParaRPr lang="en-ID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D72271B-D80B-4BFD-8DFD-225D1A11F309}"/>
              </a:ext>
            </a:extLst>
          </p:cNvPr>
          <p:cNvSpPr/>
          <p:nvPr/>
        </p:nvSpPr>
        <p:spPr>
          <a:xfrm>
            <a:off x="5219826" y="4374310"/>
            <a:ext cx="125092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 To</a:t>
            </a:r>
            <a:endParaRPr lang="en-ID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E99EF22-E62B-44A8-86A3-68478EB42304}"/>
              </a:ext>
            </a:extLst>
          </p:cNvPr>
          <p:cNvSpPr/>
          <p:nvPr/>
        </p:nvSpPr>
        <p:spPr>
          <a:xfrm flipH="1">
            <a:off x="5219825" y="4739304"/>
            <a:ext cx="147257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Young people improve their capacity to make informed decisions using their practical learning and experience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A0B738-F140-4C50-BBAD-6CDF14C484C5}"/>
              </a:ext>
            </a:extLst>
          </p:cNvPr>
          <p:cNvSpPr/>
          <p:nvPr/>
        </p:nvSpPr>
        <p:spPr>
          <a:xfrm>
            <a:off x="1326060" y="1504644"/>
            <a:ext cx="1010130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Input</a:t>
            </a:r>
            <a:endParaRPr lang="en-ID" sz="1600" b="1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7D5922-A21C-4C0F-9051-230B199AC5E2}"/>
              </a:ext>
            </a:extLst>
          </p:cNvPr>
          <p:cNvSpPr/>
          <p:nvPr/>
        </p:nvSpPr>
        <p:spPr>
          <a:xfrm flipH="1">
            <a:off x="958962" y="1946366"/>
            <a:ext cx="1689969" cy="1441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Young Enterprise’s network of volunteers engages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Young people are given access to relevant business materials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Induction events are held with newly registered companies and team members</a:t>
            </a:r>
          </a:p>
        </p:txBody>
      </p:sp>
      <p:grpSp>
        <p:nvGrpSpPr>
          <p:cNvPr id="13" name="Graphic 8">
            <a:extLst>
              <a:ext uri="{FF2B5EF4-FFF2-40B4-BE49-F238E27FC236}">
                <a16:creationId xmlns:a16="http://schemas.microsoft.com/office/drawing/2014/main" id="{59F61556-2CF8-465F-A0AC-3E019FCF828C}"/>
              </a:ext>
            </a:extLst>
          </p:cNvPr>
          <p:cNvGrpSpPr/>
          <p:nvPr/>
        </p:nvGrpSpPr>
        <p:grpSpPr>
          <a:xfrm>
            <a:off x="2079818" y="2971503"/>
            <a:ext cx="604516" cy="604516"/>
            <a:chOff x="2079818" y="2971503"/>
            <a:chExt cx="604516" cy="60451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61B706B-7543-483B-823E-9C2D12C0B786}"/>
                </a:ext>
              </a:extLst>
            </p:cNvPr>
            <p:cNvSpPr/>
            <p:nvPr/>
          </p:nvSpPr>
          <p:spPr>
            <a:xfrm>
              <a:off x="2079818" y="3145140"/>
              <a:ext cx="604516" cy="430878"/>
            </a:xfrm>
            <a:custGeom>
              <a:avLst/>
              <a:gdLst>
                <a:gd name="connsiteX0" fmla="*/ 602587 w 604516"/>
                <a:gd name="connsiteY0" fmla="*/ 351134 h 430878"/>
                <a:gd name="connsiteX1" fmla="*/ 565930 w 604516"/>
                <a:gd name="connsiteY1" fmla="*/ 302258 h 430878"/>
                <a:gd name="connsiteX2" fmla="*/ 565930 w 604516"/>
                <a:gd name="connsiteY2" fmla="*/ 48233 h 430878"/>
                <a:gd name="connsiteX3" fmla="*/ 517697 w 604516"/>
                <a:gd name="connsiteY3" fmla="*/ 0 h 430878"/>
                <a:gd name="connsiteX4" fmla="*/ 424447 w 604516"/>
                <a:gd name="connsiteY4" fmla="*/ 0 h 430878"/>
                <a:gd name="connsiteX5" fmla="*/ 414801 w 604516"/>
                <a:gd name="connsiteY5" fmla="*/ 9646 h 430878"/>
                <a:gd name="connsiteX6" fmla="*/ 424447 w 604516"/>
                <a:gd name="connsiteY6" fmla="*/ 19293 h 430878"/>
                <a:gd name="connsiteX7" fmla="*/ 517697 w 604516"/>
                <a:gd name="connsiteY7" fmla="*/ 19293 h 430878"/>
                <a:gd name="connsiteX8" fmla="*/ 546637 w 604516"/>
                <a:gd name="connsiteY8" fmla="*/ 48233 h 430878"/>
                <a:gd name="connsiteX9" fmla="*/ 546637 w 604516"/>
                <a:gd name="connsiteY9" fmla="*/ 295827 h 430878"/>
                <a:gd name="connsiteX10" fmla="*/ 48233 w 604516"/>
                <a:gd name="connsiteY10" fmla="*/ 295827 h 430878"/>
                <a:gd name="connsiteX11" fmla="*/ 40516 w 604516"/>
                <a:gd name="connsiteY11" fmla="*/ 299685 h 430878"/>
                <a:gd name="connsiteX12" fmla="*/ 1929 w 604516"/>
                <a:gd name="connsiteY12" fmla="*/ 351134 h 430878"/>
                <a:gd name="connsiteX13" fmla="*/ 0 w 604516"/>
                <a:gd name="connsiteY13" fmla="*/ 356922 h 430878"/>
                <a:gd name="connsiteX14" fmla="*/ 0 w 604516"/>
                <a:gd name="connsiteY14" fmla="*/ 382646 h 430878"/>
                <a:gd name="connsiteX15" fmla="*/ 48233 w 604516"/>
                <a:gd name="connsiteY15" fmla="*/ 430878 h 430878"/>
                <a:gd name="connsiteX16" fmla="*/ 556283 w 604516"/>
                <a:gd name="connsiteY16" fmla="*/ 430878 h 430878"/>
                <a:gd name="connsiteX17" fmla="*/ 604516 w 604516"/>
                <a:gd name="connsiteY17" fmla="*/ 382646 h 430878"/>
                <a:gd name="connsiteX18" fmla="*/ 604516 w 604516"/>
                <a:gd name="connsiteY18" fmla="*/ 356922 h 430878"/>
                <a:gd name="connsiteX19" fmla="*/ 602587 w 604516"/>
                <a:gd name="connsiteY19" fmla="*/ 351134 h 430878"/>
                <a:gd name="connsiteX20" fmla="*/ 53056 w 604516"/>
                <a:gd name="connsiteY20" fmla="*/ 315119 h 430878"/>
                <a:gd name="connsiteX21" fmla="*/ 551460 w 604516"/>
                <a:gd name="connsiteY21" fmla="*/ 315119 h 430878"/>
                <a:gd name="connsiteX22" fmla="*/ 575577 w 604516"/>
                <a:gd name="connsiteY22" fmla="*/ 347274 h 430878"/>
                <a:gd name="connsiteX23" fmla="*/ 28940 w 604516"/>
                <a:gd name="connsiteY23" fmla="*/ 347274 h 430878"/>
                <a:gd name="connsiteX24" fmla="*/ 53056 w 604516"/>
                <a:gd name="connsiteY24" fmla="*/ 315119 h 430878"/>
                <a:gd name="connsiteX25" fmla="*/ 585223 w 604516"/>
                <a:gd name="connsiteY25" fmla="*/ 382646 h 430878"/>
                <a:gd name="connsiteX26" fmla="*/ 556283 w 604516"/>
                <a:gd name="connsiteY26" fmla="*/ 411586 h 430878"/>
                <a:gd name="connsiteX27" fmla="*/ 48233 w 604516"/>
                <a:gd name="connsiteY27" fmla="*/ 411586 h 430878"/>
                <a:gd name="connsiteX28" fmla="*/ 19293 w 604516"/>
                <a:gd name="connsiteY28" fmla="*/ 382646 h 430878"/>
                <a:gd name="connsiteX29" fmla="*/ 19293 w 604516"/>
                <a:gd name="connsiteY29" fmla="*/ 366568 h 430878"/>
                <a:gd name="connsiteX30" fmla="*/ 292612 w 604516"/>
                <a:gd name="connsiteY30" fmla="*/ 366568 h 430878"/>
                <a:gd name="connsiteX31" fmla="*/ 292612 w 604516"/>
                <a:gd name="connsiteY31" fmla="*/ 382646 h 430878"/>
                <a:gd name="connsiteX32" fmla="*/ 302258 w 604516"/>
                <a:gd name="connsiteY32" fmla="*/ 392292 h 430878"/>
                <a:gd name="connsiteX33" fmla="*/ 311904 w 604516"/>
                <a:gd name="connsiteY33" fmla="*/ 382646 h 430878"/>
                <a:gd name="connsiteX34" fmla="*/ 311904 w 604516"/>
                <a:gd name="connsiteY34" fmla="*/ 366568 h 430878"/>
                <a:gd name="connsiteX35" fmla="*/ 585223 w 604516"/>
                <a:gd name="connsiteY35" fmla="*/ 366568 h 430878"/>
                <a:gd name="connsiteX36" fmla="*/ 585223 w 604516"/>
                <a:gd name="connsiteY36" fmla="*/ 382646 h 43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4516" h="430878">
                  <a:moveTo>
                    <a:pt x="602587" y="351134"/>
                  </a:moveTo>
                  <a:lnTo>
                    <a:pt x="565930" y="302258"/>
                  </a:lnTo>
                  <a:lnTo>
                    <a:pt x="565930" y="48233"/>
                  </a:lnTo>
                  <a:cubicBezTo>
                    <a:pt x="565930" y="21636"/>
                    <a:pt x="544293" y="0"/>
                    <a:pt x="517697" y="0"/>
                  </a:cubicBezTo>
                  <a:lnTo>
                    <a:pt x="424447" y="0"/>
                  </a:lnTo>
                  <a:cubicBezTo>
                    <a:pt x="419119" y="0"/>
                    <a:pt x="414801" y="4318"/>
                    <a:pt x="414801" y="9646"/>
                  </a:cubicBezTo>
                  <a:cubicBezTo>
                    <a:pt x="414801" y="14975"/>
                    <a:pt x="419119" y="19293"/>
                    <a:pt x="424447" y="19293"/>
                  </a:cubicBezTo>
                  <a:lnTo>
                    <a:pt x="517697" y="19293"/>
                  </a:lnTo>
                  <a:cubicBezTo>
                    <a:pt x="533654" y="19293"/>
                    <a:pt x="546637" y="32275"/>
                    <a:pt x="546637" y="48233"/>
                  </a:cubicBezTo>
                  <a:lnTo>
                    <a:pt x="546637" y="295827"/>
                  </a:lnTo>
                  <a:lnTo>
                    <a:pt x="48233" y="295827"/>
                  </a:lnTo>
                  <a:cubicBezTo>
                    <a:pt x="45197" y="295827"/>
                    <a:pt x="42336" y="297255"/>
                    <a:pt x="40516" y="299685"/>
                  </a:cubicBezTo>
                  <a:lnTo>
                    <a:pt x="1929" y="351134"/>
                  </a:lnTo>
                  <a:cubicBezTo>
                    <a:pt x="677" y="352804"/>
                    <a:pt x="0" y="354834"/>
                    <a:pt x="0" y="356922"/>
                  </a:cubicBezTo>
                  <a:lnTo>
                    <a:pt x="0" y="382646"/>
                  </a:lnTo>
                  <a:cubicBezTo>
                    <a:pt x="0" y="409242"/>
                    <a:pt x="21636" y="430878"/>
                    <a:pt x="48233" y="430878"/>
                  </a:cubicBezTo>
                  <a:lnTo>
                    <a:pt x="556283" y="430878"/>
                  </a:lnTo>
                  <a:cubicBezTo>
                    <a:pt x="582880" y="430878"/>
                    <a:pt x="604516" y="409242"/>
                    <a:pt x="604516" y="382646"/>
                  </a:cubicBezTo>
                  <a:lnTo>
                    <a:pt x="604516" y="356922"/>
                  </a:lnTo>
                  <a:cubicBezTo>
                    <a:pt x="604516" y="354834"/>
                    <a:pt x="603839" y="352804"/>
                    <a:pt x="602587" y="351134"/>
                  </a:cubicBezTo>
                  <a:close/>
                  <a:moveTo>
                    <a:pt x="53056" y="315119"/>
                  </a:moveTo>
                  <a:lnTo>
                    <a:pt x="551460" y="315119"/>
                  </a:lnTo>
                  <a:lnTo>
                    <a:pt x="575577" y="347274"/>
                  </a:lnTo>
                  <a:lnTo>
                    <a:pt x="28940" y="347274"/>
                  </a:lnTo>
                  <a:lnTo>
                    <a:pt x="53056" y="315119"/>
                  </a:lnTo>
                  <a:close/>
                  <a:moveTo>
                    <a:pt x="585223" y="382646"/>
                  </a:moveTo>
                  <a:cubicBezTo>
                    <a:pt x="585223" y="398603"/>
                    <a:pt x="572241" y="411586"/>
                    <a:pt x="556283" y="411586"/>
                  </a:cubicBezTo>
                  <a:lnTo>
                    <a:pt x="48233" y="411586"/>
                  </a:lnTo>
                  <a:cubicBezTo>
                    <a:pt x="32275" y="411586"/>
                    <a:pt x="19293" y="398603"/>
                    <a:pt x="19293" y="382646"/>
                  </a:cubicBezTo>
                  <a:lnTo>
                    <a:pt x="19293" y="366568"/>
                  </a:lnTo>
                  <a:lnTo>
                    <a:pt x="292612" y="366568"/>
                  </a:lnTo>
                  <a:lnTo>
                    <a:pt x="292612" y="382646"/>
                  </a:lnTo>
                  <a:cubicBezTo>
                    <a:pt x="292612" y="387974"/>
                    <a:pt x="296930" y="392292"/>
                    <a:pt x="302258" y="392292"/>
                  </a:cubicBezTo>
                  <a:cubicBezTo>
                    <a:pt x="307586" y="392292"/>
                    <a:pt x="311904" y="387974"/>
                    <a:pt x="311904" y="382646"/>
                  </a:cubicBezTo>
                  <a:lnTo>
                    <a:pt x="311904" y="366568"/>
                  </a:lnTo>
                  <a:lnTo>
                    <a:pt x="585223" y="366568"/>
                  </a:lnTo>
                  <a:lnTo>
                    <a:pt x="585223" y="382646"/>
                  </a:ln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055E865-9F5D-473C-BE1B-65E5FF39DA9F}"/>
                </a:ext>
              </a:extLst>
            </p:cNvPr>
            <p:cNvSpPr/>
            <p:nvPr/>
          </p:nvSpPr>
          <p:spPr>
            <a:xfrm>
              <a:off x="2118404" y="3145140"/>
              <a:ext cx="151129" cy="276533"/>
            </a:xfrm>
            <a:custGeom>
              <a:avLst/>
              <a:gdLst>
                <a:gd name="connsiteX0" fmla="*/ 141483 w 151129"/>
                <a:gd name="connsiteY0" fmla="*/ 0 h 276533"/>
                <a:gd name="connsiteX1" fmla="*/ 48233 w 151129"/>
                <a:gd name="connsiteY1" fmla="*/ 0 h 276533"/>
                <a:gd name="connsiteX2" fmla="*/ 0 w 151129"/>
                <a:gd name="connsiteY2" fmla="*/ 48233 h 276533"/>
                <a:gd name="connsiteX3" fmla="*/ 0 w 151129"/>
                <a:gd name="connsiteY3" fmla="*/ 266887 h 276533"/>
                <a:gd name="connsiteX4" fmla="*/ 9646 w 151129"/>
                <a:gd name="connsiteY4" fmla="*/ 276533 h 276533"/>
                <a:gd name="connsiteX5" fmla="*/ 19293 w 151129"/>
                <a:gd name="connsiteY5" fmla="*/ 266887 h 276533"/>
                <a:gd name="connsiteX6" fmla="*/ 19293 w 151129"/>
                <a:gd name="connsiteY6" fmla="*/ 48233 h 276533"/>
                <a:gd name="connsiteX7" fmla="*/ 48233 w 151129"/>
                <a:gd name="connsiteY7" fmla="*/ 19293 h 276533"/>
                <a:gd name="connsiteX8" fmla="*/ 141483 w 151129"/>
                <a:gd name="connsiteY8" fmla="*/ 19293 h 276533"/>
                <a:gd name="connsiteX9" fmla="*/ 151129 w 151129"/>
                <a:gd name="connsiteY9" fmla="*/ 9646 h 276533"/>
                <a:gd name="connsiteX10" fmla="*/ 141483 w 151129"/>
                <a:gd name="connsiteY10" fmla="*/ 0 h 27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1129" h="276533">
                  <a:moveTo>
                    <a:pt x="141483" y="0"/>
                  </a:moveTo>
                  <a:lnTo>
                    <a:pt x="48233" y="0"/>
                  </a:lnTo>
                  <a:cubicBezTo>
                    <a:pt x="21636" y="0"/>
                    <a:pt x="0" y="21636"/>
                    <a:pt x="0" y="48233"/>
                  </a:cubicBezTo>
                  <a:lnTo>
                    <a:pt x="0" y="266887"/>
                  </a:lnTo>
                  <a:cubicBezTo>
                    <a:pt x="0" y="272215"/>
                    <a:pt x="4318" y="276533"/>
                    <a:pt x="9646" y="276533"/>
                  </a:cubicBezTo>
                  <a:cubicBezTo>
                    <a:pt x="14975" y="276533"/>
                    <a:pt x="19293" y="272215"/>
                    <a:pt x="19293" y="266887"/>
                  </a:cubicBezTo>
                  <a:lnTo>
                    <a:pt x="19293" y="48233"/>
                  </a:lnTo>
                  <a:cubicBezTo>
                    <a:pt x="19293" y="32275"/>
                    <a:pt x="32275" y="19293"/>
                    <a:pt x="48233" y="19293"/>
                  </a:cubicBezTo>
                  <a:lnTo>
                    <a:pt x="141483" y="19293"/>
                  </a:lnTo>
                  <a:cubicBezTo>
                    <a:pt x="146811" y="19293"/>
                    <a:pt x="151129" y="14975"/>
                    <a:pt x="151129" y="9646"/>
                  </a:cubicBezTo>
                  <a:cubicBezTo>
                    <a:pt x="151129" y="4318"/>
                    <a:pt x="146811" y="0"/>
                    <a:pt x="141483" y="0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83E331E-2B90-4F18-9571-8817FC8C2344}"/>
                </a:ext>
              </a:extLst>
            </p:cNvPr>
            <p:cNvSpPr/>
            <p:nvPr/>
          </p:nvSpPr>
          <p:spPr>
            <a:xfrm>
              <a:off x="2237378" y="2971503"/>
              <a:ext cx="289395" cy="366566"/>
            </a:xfrm>
            <a:custGeom>
              <a:avLst/>
              <a:gdLst>
                <a:gd name="connsiteX0" fmla="*/ 288661 w 289395"/>
                <a:gd name="connsiteY0" fmla="*/ 218178 h 366566"/>
                <a:gd name="connsiteX1" fmla="*/ 279749 w 289395"/>
                <a:gd name="connsiteY1" fmla="*/ 212223 h 366566"/>
                <a:gd name="connsiteX2" fmla="*/ 237947 w 289395"/>
                <a:gd name="connsiteY2" fmla="*/ 212223 h 366566"/>
                <a:gd name="connsiteX3" fmla="*/ 237947 w 289395"/>
                <a:gd name="connsiteY3" fmla="*/ 9646 h 366566"/>
                <a:gd name="connsiteX4" fmla="*/ 228301 w 289395"/>
                <a:gd name="connsiteY4" fmla="*/ 0 h 366566"/>
                <a:gd name="connsiteX5" fmla="*/ 61094 w 289395"/>
                <a:gd name="connsiteY5" fmla="*/ 0 h 366566"/>
                <a:gd name="connsiteX6" fmla="*/ 51448 w 289395"/>
                <a:gd name="connsiteY6" fmla="*/ 9646 h 366566"/>
                <a:gd name="connsiteX7" fmla="*/ 51448 w 289395"/>
                <a:gd name="connsiteY7" fmla="*/ 212223 h 366566"/>
                <a:gd name="connsiteX8" fmla="*/ 9647 w 289395"/>
                <a:gd name="connsiteY8" fmla="*/ 212223 h 366566"/>
                <a:gd name="connsiteX9" fmla="*/ 735 w 289395"/>
                <a:gd name="connsiteY9" fmla="*/ 218178 h 366566"/>
                <a:gd name="connsiteX10" fmla="*/ 2825 w 289395"/>
                <a:gd name="connsiteY10" fmla="*/ 228691 h 366566"/>
                <a:gd name="connsiteX11" fmla="*/ 137876 w 289395"/>
                <a:gd name="connsiteY11" fmla="*/ 363743 h 366566"/>
                <a:gd name="connsiteX12" fmla="*/ 144698 w 289395"/>
                <a:gd name="connsiteY12" fmla="*/ 366567 h 366566"/>
                <a:gd name="connsiteX13" fmla="*/ 151520 w 289395"/>
                <a:gd name="connsiteY13" fmla="*/ 363743 h 366566"/>
                <a:gd name="connsiteX14" fmla="*/ 286572 w 289395"/>
                <a:gd name="connsiteY14" fmla="*/ 228691 h 366566"/>
                <a:gd name="connsiteX15" fmla="*/ 288661 w 289395"/>
                <a:gd name="connsiteY15" fmla="*/ 218178 h 366566"/>
                <a:gd name="connsiteX16" fmla="*/ 144697 w 289395"/>
                <a:gd name="connsiteY16" fmla="*/ 343280 h 366566"/>
                <a:gd name="connsiteX17" fmla="*/ 32934 w 289395"/>
                <a:gd name="connsiteY17" fmla="*/ 231517 h 366566"/>
                <a:gd name="connsiteX18" fmla="*/ 61094 w 289395"/>
                <a:gd name="connsiteY18" fmla="*/ 231517 h 366566"/>
                <a:gd name="connsiteX19" fmla="*/ 70741 w 289395"/>
                <a:gd name="connsiteY19" fmla="*/ 221870 h 366566"/>
                <a:gd name="connsiteX20" fmla="*/ 70741 w 289395"/>
                <a:gd name="connsiteY20" fmla="*/ 19293 h 366566"/>
                <a:gd name="connsiteX21" fmla="*/ 218655 w 289395"/>
                <a:gd name="connsiteY21" fmla="*/ 19293 h 366566"/>
                <a:gd name="connsiteX22" fmla="*/ 218655 w 289395"/>
                <a:gd name="connsiteY22" fmla="*/ 221869 h 366566"/>
                <a:gd name="connsiteX23" fmla="*/ 228301 w 289395"/>
                <a:gd name="connsiteY23" fmla="*/ 231515 h 366566"/>
                <a:gd name="connsiteX24" fmla="*/ 256461 w 289395"/>
                <a:gd name="connsiteY24" fmla="*/ 231515 h 366566"/>
                <a:gd name="connsiteX25" fmla="*/ 144697 w 289395"/>
                <a:gd name="connsiteY25" fmla="*/ 343280 h 36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9395" h="366566">
                  <a:moveTo>
                    <a:pt x="288661" y="218178"/>
                  </a:moveTo>
                  <a:cubicBezTo>
                    <a:pt x="287168" y="214574"/>
                    <a:pt x="283650" y="212223"/>
                    <a:pt x="279749" y="212223"/>
                  </a:cubicBezTo>
                  <a:lnTo>
                    <a:pt x="237947" y="212223"/>
                  </a:lnTo>
                  <a:lnTo>
                    <a:pt x="237947" y="9646"/>
                  </a:lnTo>
                  <a:cubicBezTo>
                    <a:pt x="237947" y="4318"/>
                    <a:pt x="233629" y="0"/>
                    <a:pt x="228301" y="0"/>
                  </a:cubicBezTo>
                  <a:lnTo>
                    <a:pt x="61094" y="0"/>
                  </a:lnTo>
                  <a:cubicBezTo>
                    <a:pt x="55766" y="0"/>
                    <a:pt x="51448" y="4318"/>
                    <a:pt x="51448" y="9646"/>
                  </a:cubicBezTo>
                  <a:lnTo>
                    <a:pt x="51448" y="212223"/>
                  </a:lnTo>
                  <a:lnTo>
                    <a:pt x="9647" y="212223"/>
                  </a:lnTo>
                  <a:cubicBezTo>
                    <a:pt x="5746" y="212223"/>
                    <a:pt x="2227" y="214572"/>
                    <a:pt x="735" y="218178"/>
                  </a:cubicBezTo>
                  <a:cubicBezTo>
                    <a:pt x="-759" y="221783"/>
                    <a:pt x="67" y="225932"/>
                    <a:pt x="2825" y="228691"/>
                  </a:cubicBezTo>
                  <a:lnTo>
                    <a:pt x="137876" y="363743"/>
                  </a:lnTo>
                  <a:cubicBezTo>
                    <a:pt x="139761" y="365626"/>
                    <a:pt x="142229" y="366567"/>
                    <a:pt x="144698" y="366567"/>
                  </a:cubicBezTo>
                  <a:cubicBezTo>
                    <a:pt x="147167" y="366567"/>
                    <a:pt x="149636" y="365626"/>
                    <a:pt x="151520" y="363743"/>
                  </a:cubicBezTo>
                  <a:lnTo>
                    <a:pt x="286572" y="228691"/>
                  </a:lnTo>
                  <a:cubicBezTo>
                    <a:pt x="289330" y="225932"/>
                    <a:pt x="290154" y="221784"/>
                    <a:pt x="288661" y="218178"/>
                  </a:cubicBezTo>
                  <a:close/>
                  <a:moveTo>
                    <a:pt x="144697" y="343280"/>
                  </a:moveTo>
                  <a:lnTo>
                    <a:pt x="32934" y="231517"/>
                  </a:lnTo>
                  <a:lnTo>
                    <a:pt x="61094" y="231517"/>
                  </a:lnTo>
                  <a:cubicBezTo>
                    <a:pt x="66423" y="231517"/>
                    <a:pt x="70741" y="227199"/>
                    <a:pt x="70741" y="221870"/>
                  </a:cubicBezTo>
                  <a:lnTo>
                    <a:pt x="70741" y="19293"/>
                  </a:lnTo>
                  <a:lnTo>
                    <a:pt x="218655" y="19293"/>
                  </a:lnTo>
                  <a:lnTo>
                    <a:pt x="218655" y="221869"/>
                  </a:lnTo>
                  <a:cubicBezTo>
                    <a:pt x="218655" y="227198"/>
                    <a:pt x="222973" y="231515"/>
                    <a:pt x="228301" y="231515"/>
                  </a:cubicBezTo>
                  <a:lnTo>
                    <a:pt x="256461" y="231515"/>
                  </a:lnTo>
                  <a:lnTo>
                    <a:pt x="144697" y="343280"/>
                  </a:ln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6CC6F6-AE44-409E-91E4-9EF7F10B5EA5}"/>
                </a:ext>
              </a:extLst>
            </p:cNvPr>
            <p:cNvSpPr/>
            <p:nvPr/>
          </p:nvSpPr>
          <p:spPr>
            <a:xfrm>
              <a:off x="2372429" y="3077615"/>
              <a:ext cx="19292" cy="19292"/>
            </a:xfrm>
            <a:custGeom>
              <a:avLst/>
              <a:gdLst>
                <a:gd name="connsiteX0" fmla="*/ 19293 w 19292"/>
                <a:gd name="connsiteY0" fmla="*/ 9646 h 19292"/>
                <a:gd name="connsiteX1" fmla="*/ 9646 w 19292"/>
                <a:gd name="connsiteY1" fmla="*/ 19293 h 19292"/>
                <a:gd name="connsiteX2" fmla="*/ 0 w 19292"/>
                <a:gd name="connsiteY2" fmla="*/ 9646 h 19292"/>
                <a:gd name="connsiteX3" fmla="*/ 9646 w 19292"/>
                <a:gd name="connsiteY3" fmla="*/ 0 h 19292"/>
                <a:gd name="connsiteX4" fmla="*/ 19293 w 19292"/>
                <a:gd name="connsiteY4" fmla="*/ 9646 h 1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92" h="19292">
                  <a:moveTo>
                    <a:pt x="19293" y="9646"/>
                  </a:moveTo>
                  <a:cubicBezTo>
                    <a:pt x="19293" y="14974"/>
                    <a:pt x="14974" y="19293"/>
                    <a:pt x="9646" y="19293"/>
                  </a:cubicBezTo>
                  <a:cubicBezTo>
                    <a:pt x="4319" y="19293"/>
                    <a:pt x="0" y="14974"/>
                    <a:pt x="0" y="9646"/>
                  </a:cubicBezTo>
                  <a:cubicBezTo>
                    <a:pt x="0" y="4319"/>
                    <a:pt x="4319" y="0"/>
                    <a:pt x="9646" y="0"/>
                  </a:cubicBezTo>
                  <a:cubicBezTo>
                    <a:pt x="14974" y="0"/>
                    <a:pt x="19293" y="4319"/>
                    <a:pt x="19293" y="9646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5A0B4A8-7BB7-4023-BB4D-97689BF14A68}"/>
                </a:ext>
              </a:extLst>
            </p:cNvPr>
            <p:cNvSpPr/>
            <p:nvPr/>
          </p:nvSpPr>
          <p:spPr>
            <a:xfrm>
              <a:off x="2327412" y="3077615"/>
              <a:ext cx="19292" cy="19292"/>
            </a:xfrm>
            <a:custGeom>
              <a:avLst/>
              <a:gdLst>
                <a:gd name="connsiteX0" fmla="*/ 19293 w 19292"/>
                <a:gd name="connsiteY0" fmla="*/ 9646 h 19292"/>
                <a:gd name="connsiteX1" fmla="*/ 9646 w 19292"/>
                <a:gd name="connsiteY1" fmla="*/ 19293 h 19292"/>
                <a:gd name="connsiteX2" fmla="*/ 0 w 19292"/>
                <a:gd name="connsiteY2" fmla="*/ 9646 h 19292"/>
                <a:gd name="connsiteX3" fmla="*/ 9646 w 19292"/>
                <a:gd name="connsiteY3" fmla="*/ 0 h 19292"/>
                <a:gd name="connsiteX4" fmla="*/ 19293 w 19292"/>
                <a:gd name="connsiteY4" fmla="*/ 9646 h 1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92" h="19292">
                  <a:moveTo>
                    <a:pt x="19293" y="9646"/>
                  </a:moveTo>
                  <a:cubicBezTo>
                    <a:pt x="19293" y="14974"/>
                    <a:pt x="14974" y="19293"/>
                    <a:pt x="9646" y="19293"/>
                  </a:cubicBezTo>
                  <a:cubicBezTo>
                    <a:pt x="4319" y="19293"/>
                    <a:pt x="0" y="14974"/>
                    <a:pt x="0" y="9646"/>
                  </a:cubicBezTo>
                  <a:cubicBezTo>
                    <a:pt x="0" y="4319"/>
                    <a:pt x="4319" y="0"/>
                    <a:pt x="9646" y="0"/>
                  </a:cubicBezTo>
                  <a:cubicBezTo>
                    <a:pt x="14974" y="0"/>
                    <a:pt x="19293" y="4319"/>
                    <a:pt x="19293" y="9646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B4677E-21DC-49FC-819C-616358AE83ED}"/>
                </a:ext>
              </a:extLst>
            </p:cNvPr>
            <p:cNvSpPr/>
            <p:nvPr/>
          </p:nvSpPr>
          <p:spPr>
            <a:xfrm>
              <a:off x="2417447" y="3077615"/>
              <a:ext cx="19292" cy="19292"/>
            </a:xfrm>
            <a:custGeom>
              <a:avLst/>
              <a:gdLst>
                <a:gd name="connsiteX0" fmla="*/ 19293 w 19292"/>
                <a:gd name="connsiteY0" fmla="*/ 9646 h 19292"/>
                <a:gd name="connsiteX1" fmla="*/ 9646 w 19292"/>
                <a:gd name="connsiteY1" fmla="*/ 19293 h 19292"/>
                <a:gd name="connsiteX2" fmla="*/ 0 w 19292"/>
                <a:gd name="connsiteY2" fmla="*/ 9646 h 19292"/>
                <a:gd name="connsiteX3" fmla="*/ 9646 w 19292"/>
                <a:gd name="connsiteY3" fmla="*/ 0 h 19292"/>
                <a:gd name="connsiteX4" fmla="*/ 19293 w 19292"/>
                <a:gd name="connsiteY4" fmla="*/ 9646 h 1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92" h="19292">
                  <a:moveTo>
                    <a:pt x="19293" y="9646"/>
                  </a:moveTo>
                  <a:cubicBezTo>
                    <a:pt x="19293" y="14974"/>
                    <a:pt x="14974" y="19293"/>
                    <a:pt x="9646" y="19293"/>
                  </a:cubicBezTo>
                  <a:cubicBezTo>
                    <a:pt x="4319" y="19293"/>
                    <a:pt x="0" y="14974"/>
                    <a:pt x="0" y="9646"/>
                  </a:cubicBezTo>
                  <a:cubicBezTo>
                    <a:pt x="0" y="4319"/>
                    <a:pt x="4319" y="0"/>
                    <a:pt x="9646" y="0"/>
                  </a:cubicBezTo>
                  <a:cubicBezTo>
                    <a:pt x="14974" y="0"/>
                    <a:pt x="19293" y="4319"/>
                    <a:pt x="19293" y="9646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28" name="Graphic 11">
            <a:extLst>
              <a:ext uri="{FF2B5EF4-FFF2-40B4-BE49-F238E27FC236}">
                <a16:creationId xmlns:a16="http://schemas.microsoft.com/office/drawing/2014/main" id="{48CD15BA-B9D4-418D-BA86-0EB105F711A8}"/>
              </a:ext>
            </a:extLst>
          </p:cNvPr>
          <p:cNvGrpSpPr/>
          <p:nvPr/>
        </p:nvGrpSpPr>
        <p:grpSpPr>
          <a:xfrm>
            <a:off x="4287100" y="3017072"/>
            <a:ext cx="513385" cy="513378"/>
            <a:chOff x="4287100" y="3002650"/>
            <a:chExt cx="513385" cy="513378"/>
          </a:xfrm>
          <a:solidFill>
            <a:srgbClr val="0DB14B">
              <a:alpha val="10000"/>
            </a:srgb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5CC8F79-FEB9-4BB2-A33B-84202634E99C}"/>
                </a:ext>
              </a:extLst>
            </p:cNvPr>
            <p:cNvSpPr/>
            <p:nvPr/>
          </p:nvSpPr>
          <p:spPr>
            <a:xfrm>
              <a:off x="4287100" y="3002650"/>
              <a:ext cx="459941" cy="513378"/>
            </a:xfrm>
            <a:custGeom>
              <a:avLst/>
              <a:gdLst>
                <a:gd name="connsiteX0" fmla="*/ 12605 w 459941"/>
                <a:gd name="connsiteY0" fmla="*/ 319933 h 513378"/>
                <a:gd name="connsiteX1" fmla="*/ 21486 w 459941"/>
                <a:gd name="connsiteY1" fmla="*/ 325066 h 513378"/>
                <a:gd name="connsiteX2" fmla="*/ 31822 w 459941"/>
                <a:gd name="connsiteY2" fmla="*/ 332348 h 513378"/>
                <a:gd name="connsiteX3" fmla="*/ 30821 w 459941"/>
                <a:gd name="connsiteY3" fmla="*/ 341006 h 513378"/>
                <a:gd name="connsiteX4" fmla="*/ 27056 w 459941"/>
                <a:gd name="connsiteY4" fmla="*/ 348134 h 513378"/>
                <a:gd name="connsiteX5" fmla="*/ 26585 w 459941"/>
                <a:gd name="connsiteY5" fmla="*/ 369396 h 513378"/>
                <a:gd name="connsiteX6" fmla="*/ 34543 w 459941"/>
                <a:gd name="connsiteY6" fmla="*/ 375813 h 513378"/>
                <a:gd name="connsiteX7" fmla="*/ 31753 w 459941"/>
                <a:gd name="connsiteY7" fmla="*/ 388159 h 513378"/>
                <a:gd name="connsiteX8" fmla="*/ 36776 w 459941"/>
                <a:gd name="connsiteY8" fmla="*/ 396544 h 513378"/>
                <a:gd name="connsiteX9" fmla="*/ 42765 w 459941"/>
                <a:gd name="connsiteY9" fmla="*/ 400266 h 513378"/>
                <a:gd name="connsiteX10" fmla="*/ 50465 w 459941"/>
                <a:gd name="connsiteY10" fmla="*/ 407111 h 513378"/>
                <a:gd name="connsiteX11" fmla="*/ 49524 w 459941"/>
                <a:gd name="connsiteY11" fmla="*/ 417472 h 513378"/>
                <a:gd name="connsiteX12" fmla="*/ 48215 w 459941"/>
                <a:gd name="connsiteY12" fmla="*/ 424189 h 513378"/>
                <a:gd name="connsiteX13" fmla="*/ 51107 w 459941"/>
                <a:gd name="connsiteY13" fmla="*/ 447239 h 513378"/>
                <a:gd name="connsiteX14" fmla="*/ 81421 w 459941"/>
                <a:gd name="connsiteY14" fmla="*/ 470597 h 513378"/>
                <a:gd name="connsiteX15" fmla="*/ 88412 w 459941"/>
                <a:gd name="connsiteY15" fmla="*/ 469861 h 513378"/>
                <a:gd name="connsiteX16" fmla="*/ 160548 w 459941"/>
                <a:gd name="connsiteY16" fmla="*/ 448274 h 513378"/>
                <a:gd name="connsiteX17" fmla="*/ 195175 w 459941"/>
                <a:gd name="connsiteY17" fmla="*/ 506892 h 513378"/>
                <a:gd name="connsiteX18" fmla="*/ 203483 w 459941"/>
                <a:gd name="connsiteY18" fmla="*/ 513378 h 513378"/>
                <a:gd name="connsiteX19" fmla="*/ 418241 w 459941"/>
                <a:gd name="connsiteY19" fmla="*/ 512779 h 513378"/>
                <a:gd name="connsiteX20" fmla="*/ 425128 w 459941"/>
                <a:gd name="connsiteY20" fmla="*/ 509278 h 513378"/>
                <a:gd name="connsiteX21" fmla="*/ 426386 w 459941"/>
                <a:gd name="connsiteY21" fmla="*/ 501656 h 513378"/>
                <a:gd name="connsiteX22" fmla="*/ 417719 w 459941"/>
                <a:gd name="connsiteY22" fmla="*/ 485399 h 513378"/>
                <a:gd name="connsiteX23" fmla="*/ 412175 w 459941"/>
                <a:gd name="connsiteY23" fmla="*/ 476159 h 513378"/>
                <a:gd name="connsiteX24" fmla="*/ 402515 w 459941"/>
                <a:gd name="connsiteY24" fmla="*/ 451799 h 513378"/>
                <a:gd name="connsiteX25" fmla="*/ 392393 w 459941"/>
                <a:gd name="connsiteY25" fmla="*/ 401181 h 513378"/>
                <a:gd name="connsiteX26" fmla="*/ 403636 w 459941"/>
                <a:gd name="connsiteY26" fmla="*/ 326050 h 513378"/>
                <a:gd name="connsiteX27" fmla="*/ 426874 w 459941"/>
                <a:gd name="connsiteY27" fmla="*/ 289319 h 513378"/>
                <a:gd name="connsiteX28" fmla="*/ 442121 w 459941"/>
                <a:gd name="connsiteY28" fmla="*/ 267672 h 513378"/>
                <a:gd name="connsiteX29" fmla="*/ 459746 w 459941"/>
                <a:gd name="connsiteY29" fmla="*/ 226004 h 513378"/>
                <a:gd name="connsiteX30" fmla="*/ 453317 w 459941"/>
                <a:gd name="connsiteY30" fmla="*/ 215867 h 513378"/>
                <a:gd name="connsiteX31" fmla="*/ 443079 w 459941"/>
                <a:gd name="connsiteY31" fmla="*/ 222137 h 513378"/>
                <a:gd name="connsiteX32" fmla="*/ 427678 w 459941"/>
                <a:gd name="connsiteY32" fmla="*/ 258500 h 513378"/>
                <a:gd name="connsiteX33" fmla="*/ 413133 w 459941"/>
                <a:gd name="connsiteY33" fmla="*/ 279129 h 513378"/>
                <a:gd name="connsiteX34" fmla="*/ 387952 w 459941"/>
                <a:gd name="connsiteY34" fmla="*/ 319214 h 513378"/>
                <a:gd name="connsiteX35" fmla="*/ 375409 w 459941"/>
                <a:gd name="connsiteY35" fmla="*/ 403235 h 513378"/>
                <a:gd name="connsiteX36" fmla="*/ 386198 w 459941"/>
                <a:gd name="connsiteY36" fmla="*/ 456907 h 513378"/>
                <a:gd name="connsiteX37" fmla="*/ 396816 w 459941"/>
                <a:gd name="connsiteY37" fmla="*/ 483705 h 513378"/>
                <a:gd name="connsiteX38" fmla="*/ 403447 w 459941"/>
                <a:gd name="connsiteY38" fmla="*/ 494828 h 513378"/>
                <a:gd name="connsiteX39" fmla="*/ 404021 w 459941"/>
                <a:gd name="connsiteY39" fmla="*/ 495684 h 513378"/>
                <a:gd name="connsiteX40" fmla="*/ 209951 w 459941"/>
                <a:gd name="connsiteY40" fmla="*/ 496265 h 513378"/>
                <a:gd name="connsiteX41" fmla="*/ 179825 w 459941"/>
                <a:gd name="connsiteY41" fmla="*/ 441626 h 513378"/>
                <a:gd name="connsiteX42" fmla="*/ 187526 w 459941"/>
                <a:gd name="connsiteY42" fmla="*/ 438948 h 513378"/>
                <a:gd name="connsiteX43" fmla="*/ 199855 w 459941"/>
                <a:gd name="connsiteY43" fmla="*/ 434670 h 513378"/>
                <a:gd name="connsiteX44" fmla="*/ 254315 w 459941"/>
                <a:gd name="connsiteY44" fmla="*/ 385045 h 513378"/>
                <a:gd name="connsiteX45" fmla="*/ 251703 w 459941"/>
                <a:gd name="connsiteY45" fmla="*/ 379043 h 513378"/>
                <a:gd name="connsiteX46" fmla="*/ 245579 w 459941"/>
                <a:gd name="connsiteY46" fmla="*/ 376737 h 513378"/>
                <a:gd name="connsiteX47" fmla="*/ 237228 w 459941"/>
                <a:gd name="connsiteY47" fmla="*/ 385490 h 513378"/>
                <a:gd name="connsiteX48" fmla="*/ 194653 w 459941"/>
                <a:gd name="connsiteY48" fmla="*/ 418388 h 513378"/>
                <a:gd name="connsiteX49" fmla="*/ 181896 w 459941"/>
                <a:gd name="connsiteY49" fmla="*/ 422777 h 513378"/>
                <a:gd name="connsiteX50" fmla="*/ 158580 w 459941"/>
                <a:gd name="connsiteY50" fmla="*/ 430837 h 513378"/>
                <a:gd name="connsiteX51" fmla="*/ 158520 w 459941"/>
                <a:gd name="connsiteY51" fmla="*/ 430837 h 513378"/>
                <a:gd name="connsiteX52" fmla="*/ 84989 w 459941"/>
                <a:gd name="connsiteY52" fmla="*/ 453083 h 513378"/>
                <a:gd name="connsiteX53" fmla="*/ 67364 w 459941"/>
                <a:gd name="connsiteY53" fmla="*/ 441695 h 513378"/>
                <a:gd name="connsiteX54" fmla="*/ 65250 w 459941"/>
                <a:gd name="connsiteY54" fmla="*/ 426533 h 513378"/>
                <a:gd name="connsiteX55" fmla="*/ 66294 w 459941"/>
                <a:gd name="connsiteY55" fmla="*/ 421280 h 513378"/>
                <a:gd name="connsiteX56" fmla="*/ 67150 w 459941"/>
                <a:gd name="connsiteY56" fmla="*/ 402858 h 513378"/>
                <a:gd name="connsiteX57" fmla="*/ 51355 w 459941"/>
                <a:gd name="connsiteY57" fmla="*/ 385395 h 513378"/>
                <a:gd name="connsiteX58" fmla="*/ 49516 w 459941"/>
                <a:gd name="connsiteY58" fmla="*/ 384343 h 513378"/>
                <a:gd name="connsiteX59" fmla="*/ 52818 w 459941"/>
                <a:gd name="connsiteY59" fmla="*/ 379038 h 513378"/>
                <a:gd name="connsiteX60" fmla="*/ 54574 w 459941"/>
                <a:gd name="connsiteY60" fmla="*/ 372596 h 513378"/>
                <a:gd name="connsiteX61" fmla="*/ 51167 w 459941"/>
                <a:gd name="connsiteY61" fmla="*/ 366854 h 513378"/>
                <a:gd name="connsiteX62" fmla="*/ 40729 w 459941"/>
                <a:gd name="connsiteY62" fmla="*/ 358863 h 513378"/>
                <a:gd name="connsiteX63" fmla="*/ 42021 w 459941"/>
                <a:gd name="connsiteY63" fmla="*/ 356561 h 513378"/>
                <a:gd name="connsiteX64" fmla="*/ 46393 w 459941"/>
                <a:gd name="connsiteY64" fmla="*/ 348288 h 513378"/>
                <a:gd name="connsiteX65" fmla="*/ 48669 w 459941"/>
                <a:gd name="connsiteY65" fmla="*/ 329148 h 513378"/>
                <a:gd name="connsiteX66" fmla="*/ 29323 w 459941"/>
                <a:gd name="connsiteY66" fmla="*/ 309862 h 513378"/>
                <a:gd name="connsiteX67" fmla="*/ 22273 w 459941"/>
                <a:gd name="connsiteY67" fmla="*/ 305764 h 513378"/>
                <a:gd name="connsiteX68" fmla="*/ 17139 w 459941"/>
                <a:gd name="connsiteY68" fmla="*/ 301606 h 513378"/>
                <a:gd name="connsiteX69" fmla="*/ 25045 w 459941"/>
                <a:gd name="connsiteY69" fmla="*/ 289233 h 513378"/>
                <a:gd name="connsiteX70" fmla="*/ 64189 w 459941"/>
                <a:gd name="connsiteY70" fmla="*/ 225619 h 513378"/>
                <a:gd name="connsiteX71" fmla="*/ 67492 w 459941"/>
                <a:gd name="connsiteY71" fmla="*/ 214051 h 513378"/>
                <a:gd name="connsiteX72" fmla="*/ 54940 w 459941"/>
                <a:gd name="connsiteY72" fmla="*/ 192661 h 513378"/>
                <a:gd name="connsiteX73" fmla="*/ 47830 w 459941"/>
                <a:gd name="connsiteY73" fmla="*/ 183959 h 513378"/>
                <a:gd name="connsiteX74" fmla="*/ 49216 w 459941"/>
                <a:gd name="connsiteY74" fmla="*/ 177876 h 513378"/>
                <a:gd name="connsiteX75" fmla="*/ 53837 w 459941"/>
                <a:gd name="connsiteY75" fmla="*/ 167018 h 513378"/>
                <a:gd name="connsiteX76" fmla="*/ 62393 w 459941"/>
                <a:gd name="connsiteY76" fmla="*/ 143823 h 513378"/>
                <a:gd name="connsiteX77" fmla="*/ 70093 w 459941"/>
                <a:gd name="connsiteY77" fmla="*/ 115519 h 513378"/>
                <a:gd name="connsiteX78" fmla="*/ 100792 w 459941"/>
                <a:gd name="connsiteY78" fmla="*/ 65372 h 513378"/>
                <a:gd name="connsiteX79" fmla="*/ 177472 w 459941"/>
                <a:gd name="connsiteY79" fmla="*/ 28931 h 513378"/>
                <a:gd name="connsiteX80" fmla="*/ 257745 w 459941"/>
                <a:gd name="connsiteY80" fmla="*/ 17363 h 513378"/>
                <a:gd name="connsiteX81" fmla="*/ 284997 w 459941"/>
                <a:gd name="connsiteY81" fmla="*/ 17945 h 513378"/>
                <a:gd name="connsiteX82" fmla="*/ 292790 w 459941"/>
                <a:gd name="connsiteY82" fmla="*/ 14365 h 513378"/>
                <a:gd name="connsiteX83" fmla="*/ 293585 w 459941"/>
                <a:gd name="connsiteY83" fmla="*/ 5826 h 513378"/>
                <a:gd name="connsiteX84" fmla="*/ 286588 w 459941"/>
                <a:gd name="connsiteY84" fmla="*/ 867 h 513378"/>
                <a:gd name="connsiteX85" fmla="*/ 256847 w 459941"/>
                <a:gd name="connsiteY85" fmla="*/ 277 h 513378"/>
                <a:gd name="connsiteX86" fmla="*/ 174093 w 459941"/>
                <a:gd name="connsiteY86" fmla="*/ 12153 h 513378"/>
                <a:gd name="connsiteX87" fmla="*/ 88343 w 459941"/>
                <a:gd name="connsiteY87" fmla="*/ 53607 h 513378"/>
                <a:gd name="connsiteX88" fmla="*/ 54016 w 459941"/>
                <a:gd name="connsiteY88" fmla="*/ 109590 h 513378"/>
                <a:gd name="connsiteX89" fmla="*/ 45588 w 459941"/>
                <a:gd name="connsiteY89" fmla="*/ 140511 h 513378"/>
                <a:gd name="connsiteX90" fmla="*/ 38247 w 459941"/>
                <a:gd name="connsiteY90" fmla="*/ 160019 h 513378"/>
                <a:gd name="connsiteX91" fmla="*/ 33233 w 459941"/>
                <a:gd name="connsiteY91" fmla="*/ 171852 h 513378"/>
                <a:gd name="connsiteX92" fmla="*/ 30906 w 459941"/>
                <a:gd name="connsiteY92" fmla="*/ 186218 h 513378"/>
                <a:gd name="connsiteX93" fmla="*/ 43424 w 459941"/>
                <a:gd name="connsiteY93" fmla="*/ 205264 h 513378"/>
                <a:gd name="connsiteX94" fmla="*/ 50414 w 459941"/>
                <a:gd name="connsiteY94" fmla="*/ 214171 h 513378"/>
                <a:gd name="connsiteX95" fmla="*/ 48960 w 459941"/>
                <a:gd name="connsiteY95" fmla="*/ 217884 h 513378"/>
                <a:gd name="connsiteX96" fmla="*/ 11518 w 459941"/>
                <a:gd name="connsiteY96" fmla="*/ 278727 h 513378"/>
                <a:gd name="connsiteX97" fmla="*/ 181 w 459941"/>
                <a:gd name="connsiteY97" fmla="*/ 303899 h 513378"/>
                <a:gd name="connsiteX98" fmla="*/ 12605 w 459941"/>
                <a:gd name="connsiteY98" fmla="*/ 319933 h 51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59941" h="513378">
                  <a:moveTo>
                    <a:pt x="12605" y="319933"/>
                  </a:moveTo>
                  <a:cubicBezTo>
                    <a:pt x="15420" y="321884"/>
                    <a:pt x="18390" y="323601"/>
                    <a:pt x="21486" y="325066"/>
                  </a:cubicBezTo>
                  <a:cubicBezTo>
                    <a:pt x="25191" y="326957"/>
                    <a:pt x="31385" y="330123"/>
                    <a:pt x="31822" y="332348"/>
                  </a:cubicBezTo>
                  <a:cubicBezTo>
                    <a:pt x="32366" y="335269"/>
                    <a:pt x="32017" y="338286"/>
                    <a:pt x="30821" y="341006"/>
                  </a:cubicBezTo>
                  <a:cubicBezTo>
                    <a:pt x="29546" y="343744"/>
                    <a:pt x="28202" y="346097"/>
                    <a:pt x="27056" y="348134"/>
                  </a:cubicBezTo>
                  <a:cubicBezTo>
                    <a:pt x="23916" y="353661"/>
                    <a:pt x="18679" y="362927"/>
                    <a:pt x="26585" y="369396"/>
                  </a:cubicBezTo>
                  <a:cubicBezTo>
                    <a:pt x="28433" y="371107"/>
                    <a:pt x="31625" y="373579"/>
                    <a:pt x="34543" y="375813"/>
                  </a:cubicBezTo>
                  <a:cubicBezTo>
                    <a:pt x="32399" y="379557"/>
                    <a:pt x="31427" y="383857"/>
                    <a:pt x="31753" y="388159"/>
                  </a:cubicBezTo>
                  <a:cubicBezTo>
                    <a:pt x="32203" y="391526"/>
                    <a:pt x="34019" y="394559"/>
                    <a:pt x="36776" y="396544"/>
                  </a:cubicBezTo>
                  <a:cubicBezTo>
                    <a:pt x="38701" y="397913"/>
                    <a:pt x="40763" y="399111"/>
                    <a:pt x="42765" y="400266"/>
                  </a:cubicBezTo>
                  <a:cubicBezTo>
                    <a:pt x="47796" y="403132"/>
                    <a:pt x="49764" y="404467"/>
                    <a:pt x="50465" y="407111"/>
                  </a:cubicBezTo>
                  <a:cubicBezTo>
                    <a:pt x="50926" y="410591"/>
                    <a:pt x="50604" y="414131"/>
                    <a:pt x="49524" y="417472"/>
                  </a:cubicBezTo>
                  <a:cubicBezTo>
                    <a:pt x="49019" y="419697"/>
                    <a:pt x="48532" y="421913"/>
                    <a:pt x="48215" y="424189"/>
                  </a:cubicBezTo>
                  <a:cubicBezTo>
                    <a:pt x="47367" y="431993"/>
                    <a:pt x="48358" y="439887"/>
                    <a:pt x="51107" y="447239"/>
                  </a:cubicBezTo>
                  <a:cubicBezTo>
                    <a:pt x="54947" y="460864"/>
                    <a:pt x="67268" y="470358"/>
                    <a:pt x="81421" y="470597"/>
                  </a:cubicBezTo>
                  <a:cubicBezTo>
                    <a:pt x="83770" y="470589"/>
                    <a:pt x="86113" y="470342"/>
                    <a:pt x="88412" y="469861"/>
                  </a:cubicBezTo>
                  <a:cubicBezTo>
                    <a:pt x="112855" y="464069"/>
                    <a:pt x="136941" y="456860"/>
                    <a:pt x="160548" y="448274"/>
                  </a:cubicBezTo>
                  <a:cubicBezTo>
                    <a:pt x="179817" y="459585"/>
                    <a:pt x="192000" y="493981"/>
                    <a:pt x="195175" y="506892"/>
                  </a:cubicBezTo>
                  <a:cubicBezTo>
                    <a:pt x="196126" y="510706"/>
                    <a:pt x="199553" y="513380"/>
                    <a:pt x="203483" y="513378"/>
                  </a:cubicBezTo>
                  <a:lnTo>
                    <a:pt x="418241" y="512779"/>
                  </a:lnTo>
                  <a:cubicBezTo>
                    <a:pt x="420963" y="512774"/>
                    <a:pt x="423519" y="511474"/>
                    <a:pt x="425128" y="509278"/>
                  </a:cubicBezTo>
                  <a:cubicBezTo>
                    <a:pt x="426735" y="507082"/>
                    <a:pt x="427202" y="504252"/>
                    <a:pt x="426386" y="501656"/>
                  </a:cubicBezTo>
                  <a:cubicBezTo>
                    <a:pt x="424270" y="495859"/>
                    <a:pt x="421353" y="490387"/>
                    <a:pt x="417719" y="485399"/>
                  </a:cubicBezTo>
                  <a:cubicBezTo>
                    <a:pt x="415664" y="482448"/>
                    <a:pt x="413811" y="479361"/>
                    <a:pt x="412175" y="476159"/>
                  </a:cubicBezTo>
                  <a:cubicBezTo>
                    <a:pt x="408305" y="468312"/>
                    <a:pt x="405076" y="460166"/>
                    <a:pt x="402515" y="451799"/>
                  </a:cubicBezTo>
                  <a:cubicBezTo>
                    <a:pt x="397634" y="435263"/>
                    <a:pt x="394247" y="418323"/>
                    <a:pt x="392393" y="401181"/>
                  </a:cubicBezTo>
                  <a:cubicBezTo>
                    <a:pt x="389390" y="375583"/>
                    <a:pt x="393271" y="349648"/>
                    <a:pt x="403636" y="326050"/>
                  </a:cubicBezTo>
                  <a:cubicBezTo>
                    <a:pt x="409961" y="312963"/>
                    <a:pt x="417757" y="300640"/>
                    <a:pt x="426874" y="289319"/>
                  </a:cubicBezTo>
                  <a:cubicBezTo>
                    <a:pt x="432008" y="282389"/>
                    <a:pt x="437338" y="275210"/>
                    <a:pt x="442121" y="267672"/>
                  </a:cubicBezTo>
                  <a:cubicBezTo>
                    <a:pt x="450344" y="254898"/>
                    <a:pt x="456307" y="240802"/>
                    <a:pt x="459746" y="226004"/>
                  </a:cubicBezTo>
                  <a:cubicBezTo>
                    <a:pt x="460731" y="221436"/>
                    <a:pt x="457868" y="216923"/>
                    <a:pt x="453317" y="215867"/>
                  </a:cubicBezTo>
                  <a:cubicBezTo>
                    <a:pt x="448765" y="214811"/>
                    <a:pt x="444207" y="217602"/>
                    <a:pt x="443079" y="222137"/>
                  </a:cubicBezTo>
                  <a:cubicBezTo>
                    <a:pt x="440071" y="235052"/>
                    <a:pt x="434861" y="247353"/>
                    <a:pt x="427678" y="258500"/>
                  </a:cubicBezTo>
                  <a:cubicBezTo>
                    <a:pt x="423238" y="265525"/>
                    <a:pt x="418104" y="272438"/>
                    <a:pt x="413133" y="279129"/>
                  </a:cubicBezTo>
                  <a:cubicBezTo>
                    <a:pt x="403233" y="291482"/>
                    <a:pt x="394783" y="304932"/>
                    <a:pt x="387952" y="319214"/>
                  </a:cubicBezTo>
                  <a:cubicBezTo>
                    <a:pt x="376365" y="345604"/>
                    <a:pt x="372035" y="374611"/>
                    <a:pt x="375409" y="403235"/>
                  </a:cubicBezTo>
                  <a:cubicBezTo>
                    <a:pt x="377382" y="421414"/>
                    <a:pt x="380994" y="439378"/>
                    <a:pt x="386198" y="456907"/>
                  </a:cubicBezTo>
                  <a:cubicBezTo>
                    <a:pt x="389009" y="466112"/>
                    <a:pt x="392560" y="475074"/>
                    <a:pt x="396816" y="483705"/>
                  </a:cubicBezTo>
                  <a:cubicBezTo>
                    <a:pt x="398767" y="487561"/>
                    <a:pt x="400982" y="491278"/>
                    <a:pt x="403447" y="494828"/>
                  </a:cubicBezTo>
                  <a:lnTo>
                    <a:pt x="404021" y="495684"/>
                  </a:lnTo>
                  <a:lnTo>
                    <a:pt x="209951" y="496265"/>
                  </a:lnTo>
                  <a:cubicBezTo>
                    <a:pt x="204264" y="475970"/>
                    <a:pt x="193953" y="457268"/>
                    <a:pt x="179825" y="441626"/>
                  </a:cubicBezTo>
                  <a:lnTo>
                    <a:pt x="187526" y="438948"/>
                  </a:lnTo>
                  <a:cubicBezTo>
                    <a:pt x="193275" y="436937"/>
                    <a:pt x="197613" y="435423"/>
                    <a:pt x="199855" y="434670"/>
                  </a:cubicBezTo>
                  <a:cubicBezTo>
                    <a:pt x="236492" y="422991"/>
                    <a:pt x="254819" y="406307"/>
                    <a:pt x="254315" y="385045"/>
                  </a:cubicBezTo>
                  <a:cubicBezTo>
                    <a:pt x="254291" y="382774"/>
                    <a:pt x="253349" y="380609"/>
                    <a:pt x="251703" y="379043"/>
                  </a:cubicBezTo>
                  <a:cubicBezTo>
                    <a:pt x="250057" y="377479"/>
                    <a:pt x="247848" y="376646"/>
                    <a:pt x="245579" y="376737"/>
                  </a:cubicBezTo>
                  <a:cubicBezTo>
                    <a:pt x="240856" y="376849"/>
                    <a:pt x="237118" y="380767"/>
                    <a:pt x="237228" y="385490"/>
                  </a:cubicBezTo>
                  <a:cubicBezTo>
                    <a:pt x="237433" y="394242"/>
                    <a:pt x="230221" y="407060"/>
                    <a:pt x="194653" y="418388"/>
                  </a:cubicBezTo>
                  <a:cubicBezTo>
                    <a:pt x="192326" y="419132"/>
                    <a:pt x="187808" y="420698"/>
                    <a:pt x="181896" y="422777"/>
                  </a:cubicBezTo>
                  <a:cubicBezTo>
                    <a:pt x="175538" y="424993"/>
                    <a:pt x="167479" y="427817"/>
                    <a:pt x="158580" y="430837"/>
                  </a:cubicBezTo>
                  <a:lnTo>
                    <a:pt x="158520" y="430837"/>
                  </a:lnTo>
                  <a:cubicBezTo>
                    <a:pt x="134458" y="439660"/>
                    <a:pt x="109907" y="447088"/>
                    <a:pt x="84989" y="453083"/>
                  </a:cubicBezTo>
                  <a:cubicBezTo>
                    <a:pt x="77020" y="454581"/>
                    <a:pt x="69273" y="449576"/>
                    <a:pt x="67364" y="441695"/>
                  </a:cubicBezTo>
                  <a:cubicBezTo>
                    <a:pt x="65524" y="436866"/>
                    <a:pt x="64801" y="431681"/>
                    <a:pt x="65250" y="426533"/>
                  </a:cubicBezTo>
                  <a:cubicBezTo>
                    <a:pt x="65498" y="424822"/>
                    <a:pt x="65901" y="423025"/>
                    <a:pt x="66294" y="421280"/>
                  </a:cubicBezTo>
                  <a:cubicBezTo>
                    <a:pt x="68115" y="415308"/>
                    <a:pt x="68409" y="408974"/>
                    <a:pt x="67150" y="402858"/>
                  </a:cubicBezTo>
                  <a:cubicBezTo>
                    <a:pt x="64665" y="395024"/>
                    <a:pt x="58902" y="388652"/>
                    <a:pt x="51355" y="385395"/>
                  </a:cubicBezTo>
                  <a:lnTo>
                    <a:pt x="49516" y="384343"/>
                  </a:lnTo>
                  <a:cubicBezTo>
                    <a:pt x="50438" y="382469"/>
                    <a:pt x="51544" y="380693"/>
                    <a:pt x="52818" y="379038"/>
                  </a:cubicBezTo>
                  <a:cubicBezTo>
                    <a:pt x="54252" y="377218"/>
                    <a:pt x="54885" y="374893"/>
                    <a:pt x="54574" y="372596"/>
                  </a:cubicBezTo>
                  <a:cubicBezTo>
                    <a:pt x="54263" y="370300"/>
                    <a:pt x="53034" y="368228"/>
                    <a:pt x="51167" y="366854"/>
                  </a:cubicBezTo>
                  <a:cubicBezTo>
                    <a:pt x="49122" y="365349"/>
                    <a:pt x="44322" y="361721"/>
                    <a:pt x="40729" y="358863"/>
                  </a:cubicBezTo>
                  <a:cubicBezTo>
                    <a:pt x="41139" y="358119"/>
                    <a:pt x="41584" y="357297"/>
                    <a:pt x="42021" y="356561"/>
                  </a:cubicBezTo>
                  <a:cubicBezTo>
                    <a:pt x="43364" y="354200"/>
                    <a:pt x="44904" y="351428"/>
                    <a:pt x="46393" y="348288"/>
                  </a:cubicBezTo>
                  <a:cubicBezTo>
                    <a:pt x="49104" y="342294"/>
                    <a:pt x="49899" y="335610"/>
                    <a:pt x="48669" y="329148"/>
                  </a:cubicBezTo>
                  <a:cubicBezTo>
                    <a:pt x="46624" y="318709"/>
                    <a:pt x="36622" y="313593"/>
                    <a:pt x="29323" y="309862"/>
                  </a:cubicBezTo>
                  <a:cubicBezTo>
                    <a:pt x="26864" y="308693"/>
                    <a:pt x="24506" y="307322"/>
                    <a:pt x="22273" y="305764"/>
                  </a:cubicBezTo>
                  <a:cubicBezTo>
                    <a:pt x="20439" y="304536"/>
                    <a:pt x="18721" y="303144"/>
                    <a:pt x="17139" y="301606"/>
                  </a:cubicBezTo>
                  <a:cubicBezTo>
                    <a:pt x="17139" y="300305"/>
                    <a:pt x="18534" y="297165"/>
                    <a:pt x="25045" y="289233"/>
                  </a:cubicBezTo>
                  <a:cubicBezTo>
                    <a:pt x="40356" y="269507"/>
                    <a:pt x="53481" y="248177"/>
                    <a:pt x="64189" y="225619"/>
                  </a:cubicBezTo>
                  <a:cubicBezTo>
                    <a:pt x="66200" y="222083"/>
                    <a:pt x="67332" y="218116"/>
                    <a:pt x="67492" y="214051"/>
                  </a:cubicBezTo>
                  <a:cubicBezTo>
                    <a:pt x="66596" y="205442"/>
                    <a:pt x="62019" y="197642"/>
                    <a:pt x="54940" y="192661"/>
                  </a:cubicBezTo>
                  <a:cubicBezTo>
                    <a:pt x="51475" y="189478"/>
                    <a:pt x="48198" y="186483"/>
                    <a:pt x="47830" y="183959"/>
                  </a:cubicBezTo>
                  <a:cubicBezTo>
                    <a:pt x="47909" y="181863"/>
                    <a:pt x="48379" y="179799"/>
                    <a:pt x="49216" y="177876"/>
                  </a:cubicBezTo>
                  <a:cubicBezTo>
                    <a:pt x="50611" y="174214"/>
                    <a:pt x="52228" y="170620"/>
                    <a:pt x="53837" y="167018"/>
                  </a:cubicBezTo>
                  <a:cubicBezTo>
                    <a:pt x="57445" y="159586"/>
                    <a:pt x="60310" y="151817"/>
                    <a:pt x="62393" y="143823"/>
                  </a:cubicBezTo>
                  <a:cubicBezTo>
                    <a:pt x="64353" y="134234"/>
                    <a:pt x="66925" y="124779"/>
                    <a:pt x="70093" y="115519"/>
                  </a:cubicBezTo>
                  <a:cubicBezTo>
                    <a:pt x="76837" y="96903"/>
                    <a:pt x="87280" y="79844"/>
                    <a:pt x="100792" y="65372"/>
                  </a:cubicBezTo>
                  <a:cubicBezTo>
                    <a:pt x="117152" y="48046"/>
                    <a:pt x="142906" y="35793"/>
                    <a:pt x="177472" y="28931"/>
                  </a:cubicBezTo>
                  <a:cubicBezTo>
                    <a:pt x="203912" y="23126"/>
                    <a:pt x="230742" y="19260"/>
                    <a:pt x="257745" y="17363"/>
                  </a:cubicBezTo>
                  <a:cubicBezTo>
                    <a:pt x="266831" y="16895"/>
                    <a:pt x="275939" y="17090"/>
                    <a:pt x="284997" y="17945"/>
                  </a:cubicBezTo>
                  <a:cubicBezTo>
                    <a:pt x="288048" y="18230"/>
                    <a:pt x="291018" y="16865"/>
                    <a:pt x="292790" y="14365"/>
                  </a:cubicBezTo>
                  <a:cubicBezTo>
                    <a:pt x="294561" y="11865"/>
                    <a:pt x="294864" y="8610"/>
                    <a:pt x="293585" y="5826"/>
                  </a:cubicBezTo>
                  <a:cubicBezTo>
                    <a:pt x="292306" y="3042"/>
                    <a:pt x="289639" y="1152"/>
                    <a:pt x="286588" y="867"/>
                  </a:cubicBezTo>
                  <a:cubicBezTo>
                    <a:pt x="276702" y="-39"/>
                    <a:pt x="266762" y="-236"/>
                    <a:pt x="256847" y="277"/>
                  </a:cubicBezTo>
                  <a:cubicBezTo>
                    <a:pt x="229009" y="2208"/>
                    <a:pt x="201351" y="6178"/>
                    <a:pt x="174093" y="12153"/>
                  </a:cubicBezTo>
                  <a:cubicBezTo>
                    <a:pt x="135513" y="19853"/>
                    <a:pt x="107475" y="33380"/>
                    <a:pt x="88343" y="53607"/>
                  </a:cubicBezTo>
                  <a:cubicBezTo>
                    <a:pt x="73236" y="69757"/>
                    <a:pt x="61559" y="88801"/>
                    <a:pt x="54016" y="109590"/>
                  </a:cubicBezTo>
                  <a:cubicBezTo>
                    <a:pt x="50549" y="119706"/>
                    <a:pt x="47734" y="130034"/>
                    <a:pt x="45588" y="140511"/>
                  </a:cubicBezTo>
                  <a:cubicBezTo>
                    <a:pt x="43760" y="147230"/>
                    <a:pt x="41302" y="153761"/>
                    <a:pt x="38247" y="160019"/>
                  </a:cubicBezTo>
                  <a:cubicBezTo>
                    <a:pt x="36536" y="163912"/>
                    <a:pt x="34774" y="167805"/>
                    <a:pt x="33233" y="171852"/>
                  </a:cubicBezTo>
                  <a:cubicBezTo>
                    <a:pt x="31286" y="176376"/>
                    <a:pt x="30487" y="181311"/>
                    <a:pt x="30906" y="186218"/>
                  </a:cubicBezTo>
                  <a:cubicBezTo>
                    <a:pt x="32676" y="193855"/>
                    <a:pt x="37115" y="200609"/>
                    <a:pt x="43424" y="205264"/>
                  </a:cubicBezTo>
                  <a:cubicBezTo>
                    <a:pt x="47616" y="209106"/>
                    <a:pt x="50380" y="211809"/>
                    <a:pt x="50414" y="214171"/>
                  </a:cubicBezTo>
                  <a:cubicBezTo>
                    <a:pt x="50103" y="215470"/>
                    <a:pt x="49613" y="216720"/>
                    <a:pt x="48960" y="217884"/>
                  </a:cubicBezTo>
                  <a:cubicBezTo>
                    <a:pt x="38716" y="239459"/>
                    <a:pt x="26162" y="259860"/>
                    <a:pt x="11518" y="278727"/>
                  </a:cubicBezTo>
                  <a:cubicBezTo>
                    <a:pt x="5323" y="286282"/>
                    <a:pt x="-1179" y="295086"/>
                    <a:pt x="181" y="303899"/>
                  </a:cubicBezTo>
                  <a:cubicBezTo>
                    <a:pt x="2003" y="310694"/>
                    <a:pt x="6480" y="316472"/>
                    <a:pt x="12605" y="319933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864DD2-60AC-4F28-9D48-7EC2606F375B}"/>
                </a:ext>
              </a:extLst>
            </p:cNvPr>
            <p:cNvSpPr/>
            <p:nvPr/>
          </p:nvSpPr>
          <p:spPr>
            <a:xfrm>
              <a:off x="4366178" y="3048170"/>
              <a:ext cx="112083" cy="105798"/>
            </a:xfrm>
            <a:custGeom>
              <a:avLst/>
              <a:gdLst>
                <a:gd name="connsiteX0" fmla="*/ 23083 w 112083"/>
                <a:gd name="connsiteY0" fmla="*/ 81883 h 105798"/>
                <a:gd name="connsiteX1" fmla="*/ 46561 w 112083"/>
                <a:gd name="connsiteY1" fmla="*/ 43381 h 105798"/>
                <a:gd name="connsiteX2" fmla="*/ 105188 w 112083"/>
                <a:gd name="connsiteY2" fmla="*/ 16951 h 105798"/>
                <a:gd name="connsiteX3" fmla="*/ 111917 w 112083"/>
                <a:gd name="connsiteY3" fmla="*/ 6893 h 105798"/>
                <a:gd name="connsiteX4" fmla="*/ 101859 w 112083"/>
                <a:gd name="connsiteY4" fmla="*/ 164 h 105798"/>
                <a:gd name="connsiteX5" fmla="*/ 34129 w 112083"/>
                <a:gd name="connsiteY5" fmla="*/ 31599 h 105798"/>
                <a:gd name="connsiteX6" fmla="*/ 7024 w 112083"/>
                <a:gd name="connsiteY6" fmla="*/ 75988 h 105798"/>
                <a:gd name="connsiteX7" fmla="*/ -1 w 112083"/>
                <a:gd name="connsiteY7" fmla="*/ 102093 h 105798"/>
                <a:gd name="connsiteX8" fmla="*/ 16709 w 112083"/>
                <a:gd name="connsiteY8" fmla="*/ 105798 h 105798"/>
                <a:gd name="connsiteX9" fmla="*/ 23083 w 112083"/>
                <a:gd name="connsiteY9" fmla="*/ 81883 h 10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083" h="105798">
                  <a:moveTo>
                    <a:pt x="23083" y="81883"/>
                  </a:moveTo>
                  <a:cubicBezTo>
                    <a:pt x="28236" y="67599"/>
                    <a:pt x="36221" y="54502"/>
                    <a:pt x="46561" y="43381"/>
                  </a:cubicBezTo>
                  <a:cubicBezTo>
                    <a:pt x="57967" y="31308"/>
                    <a:pt x="77688" y="22418"/>
                    <a:pt x="105188" y="16951"/>
                  </a:cubicBezTo>
                  <a:cubicBezTo>
                    <a:pt x="109823" y="16032"/>
                    <a:pt x="112836" y="11529"/>
                    <a:pt x="111917" y="6893"/>
                  </a:cubicBezTo>
                  <a:cubicBezTo>
                    <a:pt x="110998" y="2258"/>
                    <a:pt x="106495" y="-755"/>
                    <a:pt x="101859" y="164"/>
                  </a:cubicBezTo>
                  <a:cubicBezTo>
                    <a:pt x="70809" y="6342"/>
                    <a:pt x="48024" y="16917"/>
                    <a:pt x="34129" y="31599"/>
                  </a:cubicBezTo>
                  <a:cubicBezTo>
                    <a:pt x="22190" y="44414"/>
                    <a:pt x="12969" y="59513"/>
                    <a:pt x="7024" y="75988"/>
                  </a:cubicBezTo>
                  <a:cubicBezTo>
                    <a:pt x="4144" y="84536"/>
                    <a:pt x="1797" y="93254"/>
                    <a:pt x="-1" y="102093"/>
                  </a:cubicBezTo>
                  <a:lnTo>
                    <a:pt x="16709" y="105798"/>
                  </a:lnTo>
                  <a:cubicBezTo>
                    <a:pt x="18349" y="97704"/>
                    <a:pt x="20478" y="89719"/>
                    <a:pt x="23083" y="81883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62C8E13-C185-4997-9E21-B11986AC51BF}"/>
                </a:ext>
              </a:extLst>
            </p:cNvPr>
            <p:cNvSpPr/>
            <p:nvPr/>
          </p:nvSpPr>
          <p:spPr>
            <a:xfrm>
              <a:off x="4458241" y="3002662"/>
              <a:ext cx="342244" cy="308019"/>
            </a:xfrm>
            <a:custGeom>
              <a:avLst/>
              <a:gdLst>
                <a:gd name="connsiteX0" fmla="*/ 110022 w 342244"/>
                <a:gd name="connsiteY0" fmla="*/ 47913 h 308019"/>
                <a:gd name="connsiteX1" fmla="*/ 104888 w 342244"/>
                <a:gd name="connsiteY1" fmla="*/ 73513 h 308019"/>
                <a:gd name="connsiteX2" fmla="*/ 90480 w 342244"/>
                <a:gd name="connsiteY2" fmla="*/ 79502 h 308019"/>
                <a:gd name="connsiteX3" fmla="*/ 68756 w 342244"/>
                <a:gd name="connsiteY3" fmla="*/ 64957 h 308019"/>
                <a:gd name="connsiteX4" fmla="*/ 47263 w 342244"/>
                <a:gd name="connsiteY4" fmla="*/ 67190 h 308019"/>
                <a:gd name="connsiteX5" fmla="*/ 33060 w 342244"/>
                <a:gd name="connsiteY5" fmla="*/ 81385 h 308019"/>
                <a:gd name="connsiteX6" fmla="*/ 30801 w 342244"/>
                <a:gd name="connsiteY6" fmla="*/ 103074 h 308019"/>
                <a:gd name="connsiteX7" fmla="*/ 45278 w 342244"/>
                <a:gd name="connsiteY7" fmla="*/ 124696 h 308019"/>
                <a:gd name="connsiteX8" fmla="*/ 39289 w 342244"/>
                <a:gd name="connsiteY8" fmla="*/ 139104 h 308019"/>
                <a:gd name="connsiteX9" fmla="*/ 13723 w 342244"/>
                <a:gd name="connsiteY9" fmla="*/ 144238 h 308019"/>
                <a:gd name="connsiteX10" fmla="*/ -1 w 342244"/>
                <a:gd name="connsiteY10" fmla="*/ 161025 h 308019"/>
                <a:gd name="connsiteX11" fmla="*/ -1 w 342244"/>
                <a:gd name="connsiteY11" fmla="*/ 181217 h 308019"/>
                <a:gd name="connsiteX12" fmla="*/ 13689 w 342244"/>
                <a:gd name="connsiteY12" fmla="*/ 197996 h 308019"/>
                <a:gd name="connsiteX13" fmla="*/ 39289 w 342244"/>
                <a:gd name="connsiteY13" fmla="*/ 203129 h 308019"/>
                <a:gd name="connsiteX14" fmla="*/ 45278 w 342244"/>
                <a:gd name="connsiteY14" fmla="*/ 217538 h 308019"/>
                <a:gd name="connsiteX15" fmla="*/ 30733 w 342244"/>
                <a:gd name="connsiteY15" fmla="*/ 239262 h 308019"/>
                <a:gd name="connsiteX16" fmla="*/ 32966 w 342244"/>
                <a:gd name="connsiteY16" fmla="*/ 260755 h 308019"/>
                <a:gd name="connsiteX17" fmla="*/ 47169 w 342244"/>
                <a:gd name="connsiteY17" fmla="*/ 274958 h 308019"/>
                <a:gd name="connsiteX18" fmla="*/ 68850 w 342244"/>
                <a:gd name="connsiteY18" fmla="*/ 277208 h 308019"/>
                <a:gd name="connsiteX19" fmla="*/ 90471 w 342244"/>
                <a:gd name="connsiteY19" fmla="*/ 262731 h 308019"/>
                <a:gd name="connsiteX20" fmla="*/ 104880 w 342244"/>
                <a:gd name="connsiteY20" fmla="*/ 268721 h 308019"/>
                <a:gd name="connsiteX21" fmla="*/ 110013 w 342244"/>
                <a:gd name="connsiteY21" fmla="*/ 294286 h 308019"/>
                <a:gd name="connsiteX22" fmla="*/ 126800 w 342244"/>
                <a:gd name="connsiteY22" fmla="*/ 308019 h 308019"/>
                <a:gd name="connsiteX23" fmla="*/ 146993 w 342244"/>
                <a:gd name="connsiteY23" fmla="*/ 308019 h 308019"/>
                <a:gd name="connsiteX24" fmla="*/ 163771 w 342244"/>
                <a:gd name="connsiteY24" fmla="*/ 294329 h 308019"/>
                <a:gd name="connsiteX25" fmla="*/ 168905 w 342244"/>
                <a:gd name="connsiteY25" fmla="*/ 268729 h 308019"/>
                <a:gd name="connsiteX26" fmla="*/ 183313 w 342244"/>
                <a:gd name="connsiteY26" fmla="*/ 262740 h 308019"/>
                <a:gd name="connsiteX27" fmla="*/ 205037 w 342244"/>
                <a:gd name="connsiteY27" fmla="*/ 277285 h 308019"/>
                <a:gd name="connsiteX28" fmla="*/ 226530 w 342244"/>
                <a:gd name="connsiteY28" fmla="*/ 275052 h 308019"/>
                <a:gd name="connsiteX29" fmla="*/ 240725 w 342244"/>
                <a:gd name="connsiteY29" fmla="*/ 260857 h 308019"/>
                <a:gd name="connsiteX30" fmla="*/ 242984 w 342244"/>
                <a:gd name="connsiteY30" fmla="*/ 239168 h 308019"/>
                <a:gd name="connsiteX31" fmla="*/ 228507 w 342244"/>
                <a:gd name="connsiteY31" fmla="*/ 217547 h 308019"/>
                <a:gd name="connsiteX32" fmla="*/ 234496 w 342244"/>
                <a:gd name="connsiteY32" fmla="*/ 203138 h 308019"/>
                <a:gd name="connsiteX33" fmla="*/ 260062 w 342244"/>
                <a:gd name="connsiteY33" fmla="*/ 198004 h 308019"/>
                <a:gd name="connsiteX34" fmla="*/ 271843 w 342244"/>
                <a:gd name="connsiteY34" fmla="*/ 189089 h 308019"/>
                <a:gd name="connsiteX35" fmla="*/ 284737 w 342244"/>
                <a:gd name="connsiteY35" fmla="*/ 197731 h 308019"/>
                <a:gd name="connsiteX36" fmla="*/ 293045 w 342244"/>
                <a:gd name="connsiteY36" fmla="*/ 200135 h 308019"/>
                <a:gd name="connsiteX37" fmla="*/ 303972 w 342244"/>
                <a:gd name="connsiteY37" fmla="*/ 195592 h 308019"/>
                <a:gd name="connsiteX38" fmla="*/ 315351 w 342244"/>
                <a:gd name="connsiteY38" fmla="*/ 184212 h 308019"/>
                <a:gd name="connsiteX39" fmla="*/ 317345 w 342244"/>
                <a:gd name="connsiteY39" fmla="*/ 164755 h 308019"/>
                <a:gd name="connsiteX40" fmla="*/ 306307 w 342244"/>
                <a:gd name="connsiteY40" fmla="*/ 148242 h 308019"/>
                <a:gd name="connsiteX41" fmla="*/ 310449 w 342244"/>
                <a:gd name="connsiteY41" fmla="*/ 138300 h 308019"/>
                <a:gd name="connsiteX42" fmla="*/ 329811 w 342244"/>
                <a:gd name="connsiteY42" fmla="*/ 134441 h 308019"/>
                <a:gd name="connsiteX43" fmla="*/ 342243 w 342244"/>
                <a:gd name="connsiteY43" fmla="*/ 119271 h 308019"/>
                <a:gd name="connsiteX44" fmla="*/ 342243 w 342244"/>
                <a:gd name="connsiteY44" fmla="*/ 103186 h 308019"/>
                <a:gd name="connsiteX45" fmla="*/ 329879 w 342244"/>
                <a:gd name="connsiteY45" fmla="*/ 88033 h 308019"/>
                <a:gd name="connsiteX46" fmla="*/ 310431 w 342244"/>
                <a:gd name="connsiteY46" fmla="*/ 84157 h 308019"/>
                <a:gd name="connsiteX47" fmla="*/ 306307 w 342244"/>
                <a:gd name="connsiteY47" fmla="*/ 74215 h 308019"/>
                <a:gd name="connsiteX48" fmla="*/ 317516 w 342244"/>
                <a:gd name="connsiteY48" fmla="*/ 57505 h 308019"/>
                <a:gd name="connsiteX49" fmla="*/ 315377 w 342244"/>
                <a:gd name="connsiteY49" fmla="*/ 38271 h 308019"/>
                <a:gd name="connsiteX50" fmla="*/ 303997 w 342244"/>
                <a:gd name="connsiteY50" fmla="*/ 26891 h 308019"/>
                <a:gd name="connsiteX51" fmla="*/ 284541 w 342244"/>
                <a:gd name="connsiteY51" fmla="*/ 24897 h 308019"/>
                <a:gd name="connsiteX52" fmla="*/ 268027 w 342244"/>
                <a:gd name="connsiteY52" fmla="*/ 35935 h 308019"/>
                <a:gd name="connsiteX53" fmla="*/ 258085 w 342244"/>
                <a:gd name="connsiteY53" fmla="*/ 31794 h 308019"/>
                <a:gd name="connsiteX54" fmla="*/ 254218 w 342244"/>
                <a:gd name="connsiteY54" fmla="*/ 12431 h 308019"/>
                <a:gd name="connsiteX55" fmla="*/ 239056 w 342244"/>
                <a:gd name="connsiteY55" fmla="*/ -1 h 308019"/>
                <a:gd name="connsiteX56" fmla="*/ 222971 w 342244"/>
                <a:gd name="connsiteY56" fmla="*/ -1 h 308019"/>
                <a:gd name="connsiteX57" fmla="*/ 207818 w 342244"/>
                <a:gd name="connsiteY57" fmla="*/ 12363 h 308019"/>
                <a:gd name="connsiteX58" fmla="*/ 203942 w 342244"/>
                <a:gd name="connsiteY58" fmla="*/ 31811 h 308019"/>
                <a:gd name="connsiteX59" fmla="*/ 194000 w 342244"/>
                <a:gd name="connsiteY59" fmla="*/ 35960 h 308019"/>
                <a:gd name="connsiteX60" fmla="*/ 177290 w 342244"/>
                <a:gd name="connsiteY60" fmla="*/ 24752 h 308019"/>
                <a:gd name="connsiteX61" fmla="*/ 158056 w 342244"/>
                <a:gd name="connsiteY61" fmla="*/ 26891 h 308019"/>
                <a:gd name="connsiteX62" fmla="*/ 150355 w 342244"/>
                <a:gd name="connsiteY62" fmla="*/ 34591 h 308019"/>
                <a:gd name="connsiteX63" fmla="*/ 146993 w 342244"/>
                <a:gd name="connsiteY63" fmla="*/ 34223 h 308019"/>
                <a:gd name="connsiteX64" fmla="*/ 126800 w 342244"/>
                <a:gd name="connsiteY64" fmla="*/ 34223 h 308019"/>
                <a:gd name="connsiteX65" fmla="*/ 110022 w 342244"/>
                <a:gd name="connsiteY65" fmla="*/ 47913 h 308019"/>
                <a:gd name="connsiteX66" fmla="*/ 240828 w 342244"/>
                <a:gd name="connsiteY66" fmla="*/ 81453 h 308019"/>
                <a:gd name="connsiteX67" fmla="*/ 236832 w 342244"/>
                <a:gd name="connsiteY67" fmla="*/ 77457 h 308019"/>
                <a:gd name="connsiteX68" fmla="*/ 265902 w 342244"/>
                <a:gd name="connsiteY68" fmla="*/ 105640 h 308019"/>
                <a:gd name="connsiteX69" fmla="*/ 247467 w 342244"/>
                <a:gd name="connsiteY69" fmla="*/ 141688 h 308019"/>
                <a:gd name="connsiteX70" fmla="*/ 234479 w 342244"/>
                <a:gd name="connsiteY70" fmla="*/ 139121 h 308019"/>
                <a:gd name="connsiteX71" fmla="*/ 228490 w 342244"/>
                <a:gd name="connsiteY71" fmla="*/ 124713 h 308019"/>
                <a:gd name="connsiteX72" fmla="*/ 243035 w 342244"/>
                <a:gd name="connsiteY72" fmla="*/ 102989 h 308019"/>
                <a:gd name="connsiteX73" fmla="*/ 240828 w 342244"/>
                <a:gd name="connsiteY73" fmla="*/ 81479 h 308019"/>
                <a:gd name="connsiteX74" fmla="*/ 240828 w 342244"/>
                <a:gd name="connsiteY74" fmla="*/ 81453 h 308019"/>
                <a:gd name="connsiteX75" fmla="*/ 169213 w 342244"/>
                <a:gd name="connsiteY75" fmla="*/ 39905 h 308019"/>
                <a:gd name="connsiteX76" fmla="*/ 188772 w 342244"/>
                <a:gd name="connsiteY76" fmla="*/ 53047 h 308019"/>
                <a:gd name="connsiteX77" fmla="*/ 197910 w 342244"/>
                <a:gd name="connsiteY77" fmla="*/ 53295 h 308019"/>
                <a:gd name="connsiteX78" fmla="*/ 213568 w 342244"/>
                <a:gd name="connsiteY78" fmla="*/ 46750 h 308019"/>
                <a:gd name="connsiteX79" fmla="*/ 219728 w 342244"/>
                <a:gd name="connsiteY79" fmla="*/ 40161 h 308019"/>
                <a:gd name="connsiteX80" fmla="*/ 224323 w 342244"/>
                <a:gd name="connsiteY80" fmla="*/ 17111 h 308019"/>
                <a:gd name="connsiteX81" fmla="*/ 237705 w 342244"/>
                <a:gd name="connsiteY81" fmla="*/ 17111 h 308019"/>
                <a:gd name="connsiteX82" fmla="*/ 242299 w 342244"/>
                <a:gd name="connsiteY82" fmla="*/ 40213 h 308019"/>
                <a:gd name="connsiteX83" fmla="*/ 248460 w 342244"/>
                <a:gd name="connsiteY83" fmla="*/ 46801 h 308019"/>
                <a:gd name="connsiteX84" fmla="*/ 264117 w 342244"/>
                <a:gd name="connsiteY84" fmla="*/ 53346 h 308019"/>
                <a:gd name="connsiteX85" fmla="*/ 273255 w 342244"/>
                <a:gd name="connsiteY85" fmla="*/ 53047 h 308019"/>
                <a:gd name="connsiteX86" fmla="*/ 292814 w 342244"/>
                <a:gd name="connsiteY86" fmla="*/ 39922 h 308019"/>
                <a:gd name="connsiteX87" fmla="*/ 302312 w 342244"/>
                <a:gd name="connsiteY87" fmla="*/ 49419 h 308019"/>
                <a:gd name="connsiteX88" fmla="*/ 289195 w 342244"/>
                <a:gd name="connsiteY88" fmla="*/ 68987 h 308019"/>
                <a:gd name="connsiteX89" fmla="*/ 288947 w 342244"/>
                <a:gd name="connsiteY89" fmla="*/ 78125 h 308019"/>
                <a:gd name="connsiteX90" fmla="*/ 295492 w 342244"/>
                <a:gd name="connsiteY90" fmla="*/ 93783 h 308019"/>
                <a:gd name="connsiteX91" fmla="*/ 302081 w 342244"/>
                <a:gd name="connsiteY91" fmla="*/ 99943 h 308019"/>
                <a:gd name="connsiteX92" fmla="*/ 325182 w 342244"/>
                <a:gd name="connsiteY92" fmla="*/ 104538 h 308019"/>
                <a:gd name="connsiteX93" fmla="*/ 325182 w 342244"/>
                <a:gd name="connsiteY93" fmla="*/ 117919 h 308019"/>
                <a:gd name="connsiteX94" fmla="*/ 302123 w 342244"/>
                <a:gd name="connsiteY94" fmla="*/ 122514 h 308019"/>
                <a:gd name="connsiteX95" fmla="*/ 295535 w 342244"/>
                <a:gd name="connsiteY95" fmla="*/ 128674 h 308019"/>
                <a:gd name="connsiteX96" fmla="*/ 288990 w 342244"/>
                <a:gd name="connsiteY96" fmla="*/ 144332 h 308019"/>
                <a:gd name="connsiteX97" fmla="*/ 289238 w 342244"/>
                <a:gd name="connsiteY97" fmla="*/ 153470 h 308019"/>
                <a:gd name="connsiteX98" fmla="*/ 302363 w 342244"/>
                <a:gd name="connsiteY98" fmla="*/ 173029 h 308019"/>
                <a:gd name="connsiteX99" fmla="*/ 292866 w 342244"/>
                <a:gd name="connsiteY99" fmla="*/ 182526 h 308019"/>
                <a:gd name="connsiteX100" fmla="*/ 273794 w 342244"/>
                <a:gd name="connsiteY100" fmla="*/ 169769 h 308019"/>
                <a:gd name="connsiteX101" fmla="*/ 273794 w 342244"/>
                <a:gd name="connsiteY101" fmla="*/ 161025 h 308019"/>
                <a:gd name="connsiteX102" fmla="*/ 267805 w 342244"/>
                <a:gd name="connsiteY102" fmla="*/ 147994 h 308019"/>
                <a:gd name="connsiteX103" fmla="*/ 279743 w 342244"/>
                <a:gd name="connsiteY103" fmla="*/ 91884 h 308019"/>
                <a:gd name="connsiteX104" fmla="*/ 232126 w 342244"/>
                <a:gd name="connsiteY104" fmla="*/ 59892 h 308019"/>
                <a:gd name="connsiteX105" fmla="*/ 216905 w 342244"/>
                <a:gd name="connsiteY105" fmla="*/ 62390 h 308019"/>
                <a:gd name="connsiteX106" fmla="*/ 204926 w 342244"/>
                <a:gd name="connsiteY106" fmla="*/ 65025 h 308019"/>
                <a:gd name="connsiteX107" fmla="*/ 183322 w 342244"/>
                <a:gd name="connsiteY107" fmla="*/ 79502 h 308019"/>
                <a:gd name="connsiteX108" fmla="*/ 168914 w 342244"/>
                <a:gd name="connsiteY108" fmla="*/ 73513 h 308019"/>
                <a:gd name="connsiteX109" fmla="*/ 163780 w 342244"/>
                <a:gd name="connsiteY109" fmla="*/ 47947 h 308019"/>
                <a:gd name="connsiteX110" fmla="*/ 163190 w 342244"/>
                <a:gd name="connsiteY110" fmla="*/ 45928 h 308019"/>
                <a:gd name="connsiteX111" fmla="*/ 169213 w 342244"/>
                <a:gd name="connsiteY111" fmla="*/ 39905 h 308019"/>
                <a:gd name="connsiteX112" fmla="*/ 120640 w 342244"/>
                <a:gd name="connsiteY112" fmla="*/ 81941 h 308019"/>
                <a:gd name="connsiteX113" fmla="*/ 126800 w 342244"/>
                <a:gd name="connsiteY113" fmla="*/ 51336 h 308019"/>
                <a:gd name="connsiteX114" fmla="*/ 146993 w 342244"/>
                <a:gd name="connsiteY114" fmla="*/ 51336 h 308019"/>
                <a:gd name="connsiteX115" fmla="*/ 153145 w 342244"/>
                <a:gd name="connsiteY115" fmla="*/ 81967 h 308019"/>
                <a:gd name="connsiteX116" fmla="*/ 159296 w 342244"/>
                <a:gd name="connsiteY116" fmla="*/ 88538 h 308019"/>
                <a:gd name="connsiteX117" fmla="*/ 179497 w 342244"/>
                <a:gd name="connsiteY117" fmla="*/ 96923 h 308019"/>
                <a:gd name="connsiteX118" fmla="*/ 188550 w 342244"/>
                <a:gd name="connsiteY118" fmla="*/ 96632 h 308019"/>
                <a:gd name="connsiteX119" fmla="*/ 214441 w 342244"/>
                <a:gd name="connsiteY119" fmla="*/ 79314 h 308019"/>
                <a:gd name="connsiteX120" fmla="*/ 228781 w 342244"/>
                <a:gd name="connsiteY120" fmla="*/ 93577 h 308019"/>
                <a:gd name="connsiteX121" fmla="*/ 211412 w 342244"/>
                <a:gd name="connsiteY121" fmla="*/ 119494 h 308019"/>
                <a:gd name="connsiteX122" fmla="*/ 211121 w 342244"/>
                <a:gd name="connsiteY122" fmla="*/ 128546 h 308019"/>
                <a:gd name="connsiteX123" fmla="*/ 219506 w 342244"/>
                <a:gd name="connsiteY123" fmla="*/ 148747 h 308019"/>
                <a:gd name="connsiteX124" fmla="*/ 226077 w 342244"/>
                <a:gd name="connsiteY124" fmla="*/ 154899 h 308019"/>
                <a:gd name="connsiteX125" fmla="*/ 256682 w 342244"/>
                <a:gd name="connsiteY125" fmla="*/ 161016 h 308019"/>
                <a:gd name="connsiteX126" fmla="*/ 256682 w 342244"/>
                <a:gd name="connsiteY126" fmla="*/ 181217 h 308019"/>
                <a:gd name="connsiteX127" fmla="*/ 226051 w 342244"/>
                <a:gd name="connsiteY127" fmla="*/ 187369 h 308019"/>
                <a:gd name="connsiteX128" fmla="*/ 219480 w 342244"/>
                <a:gd name="connsiteY128" fmla="*/ 193521 h 308019"/>
                <a:gd name="connsiteX129" fmla="*/ 211095 w 342244"/>
                <a:gd name="connsiteY129" fmla="*/ 213722 h 308019"/>
                <a:gd name="connsiteX130" fmla="*/ 211386 w 342244"/>
                <a:gd name="connsiteY130" fmla="*/ 222774 h 308019"/>
                <a:gd name="connsiteX131" fmla="*/ 228704 w 342244"/>
                <a:gd name="connsiteY131" fmla="*/ 248665 h 308019"/>
                <a:gd name="connsiteX132" fmla="*/ 214441 w 342244"/>
                <a:gd name="connsiteY132" fmla="*/ 263005 h 308019"/>
                <a:gd name="connsiteX133" fmla="*/ 188524 w 342244"/>
                <a:gd name="connsiteY133" fmla="*/ 245636 h 308019"/>
                <a:gd name="connsiteX134" fmla="*/ 179472 w 342244"/>
                <a:gd name="connsiteY134" fmla="*/ 245345 h 308019"/>
                <a:gd name="connsiteX135" fmla="*/ 159271 w 342244"/>
                <a:gd name="connsiteY135" fmla="*/ 253730 h 308019"/>
                <a:gd name="connsiteX136" fmla="*/ 153119 w 342244"/>
                <a:gd name="connsiteY136" fmla="*/ 260301 h 308019"/>
                <a:gd name="connsiteX137" fmla="*/ 146993 w 342244"/>
                <a:gd name="connsiteY137" fmla="*/ 290907 h 308019"/>
                <a:gd name="connsiteX138" fmla="*/ 126800 w 342244"/>
                <a:gd name="connsiteY138" fmla="*/ 290907 h 308019"/>
                <a:gd name="connsiteX139" fmla="*/ 120649 w 342244"/>
                <a:gd name="connsiteY139" fmla="*/ 260276 h 308019"/>
                <a:gd name="connsiteX140" fmla="*/ 114497 w 342244"/>
                <a:gd name="connsiteY140" fmla="*/ 253705 h 308019"/>
                <a:gd name="connsiteX141" fmla="*/ 94296 w 342244"/>
                <a:gd name="connsiteY141" fmla="*/ 245320 h 308019"/>
                <a:gd name="connsiteX142" fmla="*/ 85243 w 342244"/>
                <a:gd name="connsiteY142" fmla="*/ 245611 h 308019"/>
                <a:gd name="connsiteX143" fmla="*/ 59353 w 342244"/>
                <a:gd name="connsiteY143" fmla="*/ 262928 h 308019"/>
                <a:gd name="connsiteX144" fmla="*/ 45013 w 342244"/>
                <a:gd name="connsiteY144" fmla="*/ 248665 h 308019"/>
                <a:gd name="connsiteX145" fmla="*/ 62382 w 342244"/>
                <a:gd name="connsiteY145" fmla="*/ 222749 h 308019"/>
                <a:gd name="connsiteX146" fmla="*/ 62672 w 342244"/>
                <a:gd name="connsiteY146" fmla="*/ 213696 h 308019"/>
                <a:gd name="connsiteX147" fmla="*/ 54287 w 342244"/>
                <a:gd name="connsiteY147" fmla="*/ 193495 h 308019"/>
                <a:gd name="connsiteX148" fmla="*/ 47716 w 342244"/>
                <a:gd name="connsiteY148" fmla="*/ 187343 h 308019"/>
                <a:gd name="connsiteX149" fmla="*/ 17111 w 342244"/>
                <a:gd name="connsiteY149" fmla="*/ 181217 h 308019"/>
                <a:gd name="connsiteX150" fmla="*/ 17111 w 342244"/>
                <a:gd name="connsiteY150" fmla="*/ 161025 h 308019"/>
                <a:gd name="connsiteX151" fmla="*/ 47742 w 342244"/>
                <a:gd name="connsiteY151" fmla="*/ 154873 h 308019"/>
                <a:gd name="connsiteX152" fmla="*/ 54313 w 342244"/>
                <a:gd name="connsiteY152" fmla="*/ 148721 h 308019"/>
                <a:gd name="connsiteX153" fmla="*/ 62698 w 342244"/>
                <a:gd name="connsiteY153" fmla="*/ 128520 h 308019"/>
                <a:gd name="connsiteX154" fmla="*/ 62407 w 342244"/>
                <a:gd name="connsiteY154" fmla="*/ 119468 h 308019"/>
                <a:gd name="connsiteX155" fmla="*/ 45090 w 342244"/>
                <a:gd name="connsiteY155" fmla="*/ 93577 h 308019"/>
                <a:gd name="connsiteX156" fmla="*/ 59353 w 342244"/>
                <a:gd name="connsiteY156" fmla="*/ 79237 h 308019"/>
                <a:gd name="connsiteX157" fmla="*/ 85269 w 342244"/>
                <a:gd name="connsiteY157" fmla="*/ 96606 h 308019"/>
                <a:gd name="connsiteX158" fmla="*/ 94321 w 342244"/>
                <a:gd name="connsiteY158" fmla="*/ 96897 h 308019"/>
                <a:gd name="connsiteX159" fmla="*/ 114522 w 342244"/>
                <a:gd name="connsiteY159" fmla="*/ 88512 h 308019"/>
                <a:gd name="connsiteX160" fmla="*/ 120640 w 342244"/>
                <a:gd name="connsiteY160" fmla="*/ 81941 h 308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342244" h="308019">
                  <a:moveTo>
                    <a:pt x="110022" y="47913"/>
                  </a:moveTo>
                  <a:lnTo>
                    <a:pt x="104888" y="73513"/>
                  </a:lnTo>
                  <a:cubicBezTo>
                    <a:pt x="99939" y="75138"/>
                    <a:pt x="95122" y="77141"/>
                    <a:pt x="90480" y="79502"/>
                  </a:cubicBezTo>
                  <a:lnTo>
                    <a:pt x="68756" y="64957"/>
                  </a:lnTo>
                  <a:cubicBezTo>
                    <a:pt x="61968" y="60512"/>
                    <a:pt x="52992" y="61444"/>
                    <a:pt x="47263" y="67190"/>
                  </a:cubicBezTo>
                  <a:lnTo>
                    <a:pt x="33060" y="81385"/>
                  </a:lnTo>
                  <a:cubicBezTo>
                    <a:pt x="27201" y="87137"/>
                    <a:pt x="26253" y="96239"/>
                    <a:pt x="30801" y="103074"/>
                  </a:cubicBezTo>
                  <a:lnTo>
                    <a:pt x="45278" y="124696"/>
                  </a:lnTo>
                  <a:cubicBezTo>
                    <a:pt x="42916" y="129338"/>
                    <a:pt x="40913" y="134155"/>
                    <a:pt x="39289" y="139104"/>
                  </a:cubicBezTo>
                  <a:lnTo>
                    <a:pt x="13723" y="144238"/>
                  </a:lnTo>
                  <a:cubicBezTo>
                    <a:pt x="5734" y="145852"/>
                    <a:pt x="-8" y="152875"/>
                    <a:pt x="-1" y="161025"/>
                  </a:cubicBezTo>
                  <a:lnTo>
                    <a:pt x="-1" y="181217"/>
                  </a:lnTo>
                  <a:cubicBezTo>
                    <a:pt x="-7" y="189353"/>
                    <a:pt x="5717" y="196368"/>
                    <a:pt x="13689" y="197996"/>
                  </a:cubicBezTo>
                  <a:lnTo>
                    <a:pt x="39289" y="203129"/>
                  </a:lnTo>
                  <a:cubicBezTo>
                    <a:pt x="40913" y="208078"/>
                    <a:pt x="42916" y="212895"/>
                    <a:pt x="45278" y="217538"/>
                  </a:cubicBezTo>
                  <a:lnTo>
                    <a:pt x="30733" y="239262"/>
                  </a:lnTo>
                  <a:cubicBezTo>
                    <a:pt x="26288" y="246049"/>
                    <a:pt x="27220" y="255026"/>
                    <a:pt x="32966" y="260755"/>
                  </a:cubicBezTo>
                  <a:lnTo>
                    <a:pt x="47169" y="274958"/>
                  </a:lnTo>
                  <a:cubicBezTo>
                    <a:pt x="52930" y="280790"/>
                    <a:pt x="62013" y="281733"/>
                    <a:pt x="68850" y="277208"/>
                  </a:cubicBezTo>
                  <a:lnTo>
                    <a:pt x="90471" y="262731"/>
                  </a:lnTo>
                  <a:cubicBezTo>
                    <a:pt x="95114" y="265093"/>
                    <a:pt x="99931" y="267096"/>
                    <a:pt x="104880" y="268721"/>
                  </a:cubicBezTo>
                  <a:lnTo>
                    <a:pt x="110013" y="294286"/>
                  </a:lnTo>
                  <a:cubicBezTo>
                    <a:pt x="111624" y="302278"/>
                    <a:pt x="118648" y="308025"/>
                    <a:pt x="126800" y="308019"/>
                  </a:cubicBezTo>
                  <a:lnTo>
                    <a:pt x="146993" y="308019"/>
                  </a:lnTo>
                  <a:cubicBezTo>
                    <a:pt x="155129" y="308025"/>
                    <a:pt x="162144" y="302301"/>
                    <a:pt x="163771" y="294329"/>
                  </a:cubicBezTo>
                  <a:lnTo>
                    <a:pt x="168905" y="268729"/>
                  </a:lnTo>
                  <a:cubicBezTo>
                    <a:pt x="173854" y="267104"/>
                    <a:pt x="178671" y="265101"/>
                    <a:pt x="183313" y="262740"/>
                  </a:cubicBezTo>
                  <a:lnTo>
                    <a:pt x="205037" y="277285"/>
                  </a:lnTo>
                  <a:cubicBezTo>
                    <a:pt x="211825" y="281730"/>
                    <a:pt x="220801" y="280797"/>
                    <a:pt x="226530" y="275052"/>
                  </a:cubicBezTo>
                  <a:lnTo>
                    <a:pt x="240725" y="260857"/>
                  </a:lnTo>
                  <a:cubicBezTo>
                    <a:pt x="246583" y="255105"/>
                    <a:pt x="247531" y="246003"/>
                    <a:pt x="242984" y="239168"/>
                  </a:cubicBezTo>
                  <a:lnTo>
                    <a:pt x="228507" y="217547"/>
                  </a:lnTo>
                  <a:cubicBezTo>
                    <a:pt x="230868" y="212904"/>
                    <a:pt x="232871" y="208087"/>
                    <a:pt x="234496" y="203138"/>
                  </a:cubicBezTo>
                  <a:lnTo>
                    <a:pt x="260062" y="198004"/>
                  </a:lnTo>
                  <a:cubicBezTo>
                    <a:pt x="265140" y="196978"/>
                    <a:pt x="269475" y="193697"/>
                    <a:pt x="271843" y="189089"/>
                  </a:cubicBezTo>
                  <a:lnTo>
                    <a:pt x="284737" y="197731"/>
                  </a:lnTo>
                  <a:cubicBezTo>
                    <a:pt x="287226" y="199298"/>
                    <a:pt x="290105" y="200131"/>
                    <a:pt x="293045" y="200135"/>
                  </a:cubicBezTo>
                  <a:cubicBezTo>
                    <a:pt x="297147" y="200136"/>
                    <a:pt x="301080" y="198501"/>
                    <a:pt x="303972" y="195592"/>
                  </a:cubicBezTo>
                  <a:lnTo>
                    <a:pt x="315351" y="184212"/>
                  </a:lnTo>
                  <a:cubicBezTo>
                    <a:pt x="320526" y="179011"/>
                    <a:pt x="321358" y="170898"/>
                    <a:pt x="317345" y="164755"/>
                  </a:cubicBezTo>
                  <a:lnTo>
                    <a:pt x="306307" y="148242"/>
                  </a:lnTo>
                  <a:cubicBezTo>
                    <a:pt x="307908" y="145024"/>
                    <a:pt x="309292" y="141703"/>
                    <a:pt x="310449" y="138300"/>
                  </a:cubicBezTo>
                  <a:lnTo>
                    <a:pt x="329811" y="134441"/>
                  </a:lnTo>
                  <a:cubicBezTo>
                    <a:pt x="337055" y="133018"/>
                    <a:pt x="342270" y="126654"/>
                    <a:pt x="342243" y="119271"/>
                  </a:cubicBezTo>
                  <a:lnTo>
                    <a:pt x="342243" y="103186"/>
                  </a:lnTo>
                  <a:cubicBezTo>
                    <a:pt x="342269" y="95831"/>
                    <a:pt x="337091" y="89483"/>
                    <a:pt x="329879" y="88033"/>
                  </a:cubicBezTo>
                  <a:lnTo>
                    <a:pt x="310431" y="84157"/>
                  </a:lnTo>
                  <a:cubicBezTo>
                    <a:pt x="309284" y="80753"/>
                    <a:pt x="307906" y="77432"/>
                    <a:pt x="306307" y="74215"/>
                  </a:cubicBezTo>
                  <a:lnTo>
                    <a:pt x="317516" y="57505"/>
                  </a:lnTo>
                  <a:cubicBezTo>
                    <a:pt x="321400" y="51385"/>
                    <a:pt x="320511" y="43388"/>
                    <a:pt x="315377" y="38271"/>
                  </a:cubicBezTo>
                  <a:lnTo>
                    <a:pt x="303997" y="26891"/>
                  </a:lnTo>
                  <a:cubicBezTo>
                    <a:pt x="298798" y="21713"/>
                    <a:pt x="290682" y="20881"/>
                    <a:pt x="284541" y="24897"/>
                  </a:cubicBezTo>
                  <a:lnTo>
                    <a:pt x="268027" y="35935"/>
                  </a:lnTo>
                  <a:cubicBezTo>
                    <a:pt x="264809" y="34334"/>
                    <a:pt x="261488" y="32950"/>
                    <a:pt x="258085" y="31794"/>
                  </a:cubicBezTo>
                  <a:lnTo>
                    <a:pt x="254218" y="12431"/>
                  </a:lnTo>
                  <a:cubicBezTo>
                    <a:pt x="252795" y="5190"/>
                    <a:pt x="246436" y="-25"/>
                    <a:pt x="239056" y="-1"/>
                  </a:cubicBezTo>
                  <a:lnTo>
                    <a:pt x="222971" y="-1"/>
                  </a:lnTo>
                  <a:cubicBezTo>
                    <a:pt x="215616" y="-27"/>
                    <a:pt x="209268" y="5152"/>
                    <a:pt x="207818" y="12363"/>
                  </a:cubicBezTo>
                  <a:lnTo>
                    <a:pt x="203942" y="31811"/>
                  </a:lnTo>
                  <a:cubicBezTo>
                    <a:pt x="200538" y="32967"/>
                    <a:pt x="197216" y="34353"/>
                    <a:pt x="194000" y="35960"/>
                  </a:cubicBezTo>
                  <a:lnTo>
                    <a:pt x="177290" y="24752"/>
                  </a:lnTo>
                  <a:cubicBezTo>
                    <a:pt x="171168" y="20875"/>
                    <a:pt x="163176" y="21764"/>
                    <a:pt x="158056" y="26891"/>
                  </a:cubicBezTo>
                  <a:lnTo>
                    <a:pt x="150355" y="34591"/>
                  </a:lnTo>
                  <a:cubicBezTo>
                    <a:pt x="149249" y="34361"/>
                    <a:pt x="148123" y="34237"/>
                    <a:pt x="146993" y="34223"/>
                  </a:cubicBezTo>
                  <a:lnTo>
                    <a:pt x="126800" y="34223"/>
                  </a:lnTo>
                  <a:cubicBezTo>
                    <a:pt x="118664" y="34218"/>
                    <a:pt x="111649" y="39942"/>
                    <a:pt x="110022" y="47913"/>
                  </a:cubicBezTo>
                  <a:close/>
                  <a:moveTo>
                    <a:pt x="240828" y="81453"/>
                  </a:moveTo>
                  <a:lnTo>
                    <a:pt x="236832" y="77457"/>
                  </a:lnTo>
                  <a:cubicBezTo>
                    <a:pt x="251662" y="79442"/>
                    <a:pt x="263458" y="90879"/>
                    <a:pt x="265902" y="105640"/>
                  </a:cubicBezTo>
                  <a:cubicBezTo>
                    <a:pt x="268347" y="120401"/>
                    <a:pt x="260866" y="135029"/>
                    <a:pt x="247467" y="141688"/>
                  </a:cubicBezTo>
                  <a:lnTo>
                    <a:pt x="234479" y="139121"/>
                  </a:lnTo>
                  <a:cubicBezTo>
                    <a:pt x="232854" y="134172"/>
                    <a:pt x="230851" y="129355"/>
                    <a:pt x="228490" y="124713"/>
                  </a:cubicBezTo>
                  <a:lnTo>
                    <a:pt x="243035" y="102989"/>
                  </a:lnTo>
                  <a:cubicBezTo>
                    <a:pt x="247496" y="96203"/>
                    <a:pt x="246574" y="87217"/>
                    <a:pt x="240828" y="81479"/>
                  </a:cubicBezTo>
                  <a:lnTo>
                    <a:pt x="240828" y="81453"/>
                  </a:lnTo>
                  <a:close/>
                  <a:moveTo>
                    <a:pt x="169213" y="39905"/>
                  </a:moveTo>
                  <a:lnTo>
                    <a:pt x="188772" y="53047"/>
                  </a:lnTo>
                  <a:cubicBezTo>
                    <a:pt x="191515" y="54886"/>
                    <a:pt x="195071" y="54983"/>
                    <a:pt x="197910" y="53295"/>
                  </a:cubicBezTo>
                  <a:cubicBezTo>
                    <a:pt x="202808" y="50412"/>
                    <a:pt x="208076" y="48210"/>
                    <a:pt x="213568" y="46750"/>
                  </a:cubicBezTo>
                  <a:cubicBezTo>
                    <a:pt x="216706" y="45902"/>
                    <a:pt x="219093" y="43349"/>
                    <a:pt x="219728" y="40161"/>
                  </a:cubicBezTo>
                  <a:lnTo>
                    <a:pt x="224323" y="17111"/>
                  </a:lnTo>
                  <a:lnTo>
                    <a:pt x="237705" y="17111"/>
                  </a:lnTo>
                  <a:lnTo>
                    <a:pt x="242299" y="40213"/>
                  </a:lnTo>
                  <a:cubicBezTo>
                    <a:pt x="242934" y="43401"/>
                    <a:pt x="245321" y="45953"/>
                    <a:pt x="248460" y="46801"/>
                  </a:cubicBezTo>
                  <a:cubicBezTo>
                    <a:pt x="253952" y="48262"/>
                    <a:pt x="259220" y="50464"/>
                    <a:pt x="264117" y="53346"/>
                  </a:cubicBezTo>
                  <a:cubicBezTo>
                    <a:pt x="266966" y="55019"/>
                    <a:pt x="270522" y="54902"/>
                    <a:pt x="273255" y="53047"/>
                  </a:cubicBezTo>
                  <a:lnTo>
                    <a:pt x="292814" y="39922"/>
                  </a:lnTo>
                  <a:lnTo>
                    <a:pt x="302312" y="49419"/>
                  </a:lnTo>
                  <a:lnTo>
                    <a:pt x="289195" y="68987"/>
                  </a:lnTo>
                  <a:cubicBezTo>
                    <a:pt x="287356" y="71730"/>
                    <a:pt x="287259" y="75286"/>
                    <a:pt x="288947" y="78125"/>
                  </a:cubicBezTo>
                  <a:cubicBezTo>
                    <a:pt x="291830" y="83022"/>
                    <a:pt x="294032" y="88290"/>
                    <a:pt x="295492" y="93783"/>
                  </a:cubicBezTo>
                  <a:cubicBezTo>
                    <a:pt x="296340" y="96921"/>
                    <a:pt x="298893" y="99308"/>
                    <a:pt x="302081" y="99943"/>
                  </a:cubicBezTo>
                  <a:lnTo>
                    <a:pt x="325182" y="104538"/>
                  </a:lnTo>
                  <a:lnTo>
                    <a:pt x="325182" y="117919"/>
                  </a:lnTo>
                  <a:lnTo>
                    <a:pt x="302123" y="122514"/>
                  </a:lnTo>
                  <a:cubicBezTo>
                    <a:pt x="298935" y="123149"/>
                    <a:pt x="296383" y="125536"/>
                    <a:pt x="295535" y="128674"/>
                  </a:cubicBezTo>
                  <a:cubicBezTo>
                    <a:pt x="294075" y="134166"/>
                    <a:pt x="291872" y="139434"/>
                    <a:pt x="288990" y="144332"/>
                  </a:cubicBezTo>
                  <a:cubicBezTo>
                    <a:pt x="287302" y="147171"/>
                    <a:pt x="287398" y="150727"/>
                    <a:pt x="289238" y="153470"/>
                  </a:cubicBezTo>
                  <a:lnTo>
                    <a:pt x="302363" y="173029"/>
                  </a:lnTo>
                  <a:lnTo>
                    <a:pt x="292866" y="182526"/>
                  </a:lnTo>
                  <a:lnTo>
                    <a:pt x="273794" y="169769"/>
                  </a:lnTo>
                  <a:lnTo>
                    <a:pt x="273794" y="161025"/>
                  </a:lnTo>
                  <a:cubicBezTo>
                    <a:pt x="273795" y="156015"/>
                    <a:pt x="271607" y="151256"/>
                    <a:pt x="267805" y="147994"/>
                  </a:cubicBezTo>
                  <a:cubicBezTo>
                    <a:pt x="282868" y="133483"/>
                    <a:pt x="287594" y="111270"/>
                    <a:pt x="279743" y="91884"/>
                  </a:cubicBezTo>
                  <a:cubicBezTo>
                    <a:pt x="271892" y="72497"/>
                    <a:pt x="253042" y="59832"/>
                    <a:pt x="232126" y="59892"/>
                  </a:cubicBezTo>
                  <a:cubicBezTo>
                    <a:pt x="226953" y="59924"/>
                    <a:pt x="221817" y="60767"/>
                    <a:pt x="216905" y="62390"/>
                  </a:cubicBezTo>
                  <a:cubicBezTo>
                    <a:pt x="212724" y="61781"/>
                    <a:pt x="208465" y="62718"/>
                    <a:pt x="204926" y="65025"/>
                  </a:cubicBezTo>
                  <a:lnTo>
                    <a:pt x="183322" y="79502"/>
                  </a:lnTo>
                  <a:cubicBezTo>
                    <a:pt x="178679" y="77141"/>
                    <a:pt x="173862" y="75138"/>
                    <a:pt x="168914" y="73513"/>
                  </a:cubicBezTo>
                  <a:lnTo>
                    <a:pt x="163780" y="47947"/>
                  </a:lnTo>
                  <a:cubicBezTo>
                    <a:pt x="163628" y="47262"/>
                    <a:pt x="163432" y="46587"/>
                    <a:pt x="163190" y="45928"/>
                  </a:cubicBezTo>
                  <a:lnTo>
                    <a:pt x="169213" y="39905"/>
                  </a:lnTo>
                  <a:close/>
                  <a:moveTo>
                    <a:pt x="120640" y="81941"/>
                  </a:moveTo>
                  <a:lnTo>
                    <a:pt x="126800" y="51336"/>
                  </a:lnTo>
                  <a:lnTo>
                    <a:pt x="146993" y="51336"/>
                  </a:lnTo>
                  <a:lnTo>
                    <a:pt x="153145" y="81967"/>
                  </a:lnTo>
                  <a:cubicBezTo>
                    <a:pt x="153785" y="85146"/>
                    <a:pt x="156167" y="87690"/>
                    <a:pt x="159296" y="88538"/>
                  </a:cubicBezTo>
                  <a:cubicBezTo>
                    <a:pt x="166366" y="90443"/>
                    <a:pt x="173157" y="93262"/>
                    <a:pt x="179497" y="96923"/>
                  </a:cubicBezTo>
                  <a:cubicBezTo>
                    <a:pt x="182323" y="98562"/>
                    <a:pt x="185835" y="98449"/>
                    <a:pt x="188550" y="96632"/>
                  </a:cubicBezTo>
                  <a:lnTo>
                    <a:pt x="214441" y="79314"/>
                  </a:lnTo>
                  <a:lnTo>
                    <a:pt x="228781" y="93577"/>
                  </a:lnTo>
                  <a:lnTo>
                    <a:pt x="211412" y="119494"/>
                  </a:lnTo>
                  <a:cubicBezTo>
                    <a:pt x="209594" y="122208"/>
                    <a:pt x="209481" y="125721"/>
                    <a:pt x="211121" y="128546"/>
                  </a:cubicBezTo>
                  <a:cubicBezTo>
                    <a:pt x="214781" y="134887"/>
                    <a:pt x="217600" y="141678"/>
                    <a:pt x="219506" y="148747"/>
                  </a:cubicBezTo>
                  <a:cubicBezTo>
                    <a:pt x="220354" y="151877"/>
                    <a:pt x="222897" y="154259"/>
                    <a:pt x="226077" y="154899"/>
                  </a:cubicBezTo>
                  <a:lnTo>
                    <a:pt x="256682" y="161016"/>
                  </a:lnTo>
                  <a:lnTo>
                    <a:pt x="256682" y="181217"/>
                  </a:lnTo>
                  <a:lnTo>
                    <a:pt x="226051" y="187369"/>
                  </a:lnTo>
                  <a:cubicBezTo>
                    <a:pt x="222872" y="188009"/>
                    <a:pt x="220328" y="190391"/>
                    <a:pt x="219480" y="193521"/>
                  </a:cubicBezTo>
                  <a:cubicBezTo>
                    <a:pt x="217575" y="200590"/>
                    <a:pt x="214755" y="207381"/>
                    <a:pt x="211095" y="213722"/>
                  </a:cubicBezTo>
                  <a:cubicBezTo>
                    <a:pt x="209456" y="216547"/>
                    <a:pt x="209569" y="220059"/>
                    <a:pt x="211386" y="222774"/>
                  </a:cubicBezTo>
                  <a:lnTo>
                    <a:pt x="228704" y="248665"/>
                  </a:lnTo>
                  <a:lnTo>
                    <a:pt x="214441" y="263005"/>
                  </a:lnTo>
                  <a:lnTo>
                    <a:pt x="188524" y="245636"/>
                  </a:lnTo>
                  <a:cubicBezTo>
                    <a:pt x="185809" y="243819"/>
                    <a:pt x="182297" y="243706"/>
                    <a:pt x="179472" y="245345"/>
                  </a:cubicBezTo>
                  <a:cubicBezTo>
                    <a:pt x="173131" y="249006"/>
                    <a:pt x="166340" y="251825"/>
                    <a:pt x="159271" y="253730"/>
                  </a:cubicBezTo>
                  <a:cubicBezTo>
                    <a:pt x="156141" y="254578"/>
                    <a:pt x="153759" y="257122"/>
                    <a:pt x="153119" y="260301"/>
                  </a:cubicBezTo>
                  <a:lnTo>
                    <a:pt x="146993" y="290907"/>
                  </a:lnTo>
                  <a:lnTo>
                    <a:pt x="126800" y="290907"/>
                  </a:lnTo>
                  <a:lnTo>
                    <a:pt x="120649" y="260276"/>
                  </a:lnTo>
                  <a:cubicBezTo>
                    <a:pt x="120009" y="257096"/>
                    <a:pt x="117627" y="254552"/>
                    <a:pt x="114497" y="253705"/>
                  </a:cubicBezTo>
                  <a:cubicBezTo>
                    <a:pt x="107428" y="251799"/>
                    <a:pt x="100637" y="248980"/>
                    <a:pt x="94296" y="245320"/>
                  </a:cubicBezTo>
                  <a:cubicBezTo>
                    <a:pt x="91471" y="243680"/>
                    <a:pt x="87958" y="243793"/>
                    <a:pt x="85243" y="245611"/>
                  </a:cubicBezTo>
                  <a:lnTo>
                    <a:pt x="59353" y="262928"/>
                  </a:lnTo>
                  <a:lnTo>
                    <a:pt x="45013" y="248665"/>
                  </a:lnTo>
                  <a:lnTo>
                    <a:pt x="62382" y="222749"/>
                  </a:lnTo>
                  <a:cubicBezTo>
                    <a:pt x="64199" y="220034"/>
                    <a:pt x="64312" y="216521"/>
                    <a:pt x="62672" y="213696"/>
                  </a:cubicBezTo>
                  <a:cubicBezTo>
                    <a:pt x="59012" y="207355"/>
                    <a:pt x="56193" y="200564"/>
                    <a:pt x="54287" y="193495"/>
                  </a:cubicBezTo>
                  <a:cubicBezTo>
                    <a:pt x="53440" y="190365"/>
                    <a:pt x="50896" y="187983"/>
                    <a:pt x="47716" y="187343"/>
                  </a:cubicBezTo>
                  <a:lnTo>
                    <a:pt x="17111" y="181217"/>
                  </a:lnTo>
                  <a:lnTo>
                    <a:pt x="17111" y="161025"/>
                  </a:lnTo>
                  <a:lnTo>
                    <a:pt x="47742" y="154873"/>
                  </a:lnTo>
                  <a:cubicBezTo>
                    <a:pt x="50921" y="154233"/>
                    <a:pt x="53465" y="151851"/>
                    <a:pt x="54313" y="148721"/>
                  </a:cubicBezTo>
                  <a:cubicBezTo>
                    <a:pt x="56219" y="141652"/>
                    <a:pt x="59038" y="134861"/>
                    <a:pt x="62698" y="128520"/>
                  </a:cubicBezTo>
                  <a:cubicBezTo>
                    <a:pt x="64337" y="125695"/>
                    <a:pt x="64225" y="122183"/>
                    <a:pt x="62407" y="119468"/>
                  </a:cubicBezTo>
                  <a:lnTo>
                    <a:pt x="45090" y="93577"/>
                  </a:lnTo>
                  <a:lnTo>
                    <a:pt x="59353" y="79237"/>
                  </a:lnTo>
                  <a:lnTo>
                    <a:pt x="85269" y="96606"/>
                  </a:lnTo>
                  <a:cubicBezTo>
                    <a:pt x="87984" y="98423"/>
                    <a:pt x="91496" y="98536"/>
                    <a:pt x="94321" y="96897"/>
                  </a:cubicBezTo>
                  <a:cubicBezTo>
                    <a:pt x="100662" y="93237"/>
                    <a:pt x="107453" y="90417"/>
                    <a:pt x="114522" y="88512"/>
                  </a:cubicBezTo>
                  <a:cubicBezTo>
                    <a:pt x="117639" y="87653"/>
                    <a:pt x="120006" y="85111"/>
                    <a:pt x="120640" y="81941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19E48CB-4787-4A87-9940-013272A32982}"/>
                </a:ext>
              </a:extLst>
            </p:cNvPr>
            <p:cNvSpPr/>
            <p:nvPr/>
          </p:nvSpPr>
          <p:spPr>
            <a:xfrm>
              <a:off x="4535246" y="3113892"/>
              <a:ext cx="119785" cy="119785"/>
            </a:xfrm>
            <a:custGeom>
              <a:avLst/>
              <a:gdLst>
                <a:gd name="connsiteX0" fmla="*/ 59892 w 119785"/>
                <a:gd name="connsiteY0" fmla="*/ 119784 h 119785"/>
                <a:gd name="connsiteX1" fmla="*/ 119784 w 119785"/>
                <a:gd name="connsiteY1" fmla="*/ 59892 h 119785"/>
                <a:gd name="connsiteX2" fmla="*/ 59892 w 119785"/>
                <a:gd name="connsiteY2" fmla="*/ -1 h 119785"/>
                <a:gd name="connsiteX3" fmla="*/ -1 w 119785"/>
                <a:gd name="connsiteY3" fmla="*/ 59892 h 119785"/>
                <a:gd name="connsiteX4" fmla="*/ 59892 w 119785"/>
                <a:gd name="connsiteY4" fmla="*/ 119784 h 119785"/>
                <a:gd name="connsiteX5" fmla="*/ 59892 w 119785"/>
                <a:gd name="connsiteY5" fmla="*/ 17111 h 119785"/>
                <a:gd name="connsiteX6" fmla="*/ 102672 w 119785"/>
                <a:gd name="connsiteY6" fmla="*/ 59892 h 119785"/>
                <a:gd name="connsiteX7" fmla="*/ 59892 w 119785"/>
                <a:gd name="connsiteY7" fmla="*/ 102672 h 119785"/>
                <a:gd name="connsiteX8" fmla="*/ 17111 w 119785"/>
                <a:gd name="connsiteY8" fmla="*/ 59892 h 119785"/>
                <a:gd name="connsiteX9" fmla="*/ 59892 w 119785"/>
                <a:gd name="connsiteY9" fmla="*/ 17111 h 119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785" h="119785">
                  <a:moveTo>
                    <a:pt x="59892" y="119784"/>
                  </a:moveTo>
                  <a:cubicBezTo>
                    <a:pt x="92970" y="119784"/>
                    <a:pt x="119784" y="92970"/>
                    <a:pt x="119784" y="59892"/>
                  </a:cubicBezTo>
                  <a:cubicBezTo>
                    <a:pt x="119784" y="26814"/>
                    <a:pt x="92970" y="-1"/>
                    <a:pt x="59892" y="-1"/>
                  </a:cubicBezTo>
                  <a:cubicBezTo>
                    <a:pt x="26814" y="-1"/>
                    <a:pt x="-1" y="26814"/>
                    <a:pt x="-1" y="59892"/>
                  </a:cubicBezTo>
                  <a:cubicBezTo>
                    <a:pt x="37" y="92954"/>
                    <a:pt x="26829" y="119747"/>
                    <a:pt x="59892" y="119784"/>
                  </a:cubicBezTo>
                  <a:close/>
                  <a:moveTo>
                    <a:pt x="59892" y="17111"/>
                  </a:moveTo>
                  <a:cubicBezTo>
                    <a:pt x="83519" y="17111"/>
                    <a:pt x="102672" y="36265"/>
                    <a:pt x="102672" y="59892"/>
                  </a:cubicBezTo>
                  <a:cubicBezTo>
                    <a:pt x="102672" y="83519"/>
                    <a:pt x="83519" y="102672"/>
                    <a:pt x="59892" y="102672"/>
                  </a:cubicBezTo>
                  <a:cubicBezTo>
                    <a:pt x="36265" y="102672"/>
                    <a:pt x="17111" y="83519"/>
                    <a:pt x="17111" y="59892"/>
                  </a:cubicBezTo>
                  <a:cubicBezTo>
                    <a:pt x="17139" y="36276"/>
                    <a:pt x="36276" y="17139"/>
                    <a:pt x="59892" y="17111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51ED9AD-EBE7-4C12-AA81-93D87BAA762D}"/>
                </a:ext>
              </a:extLst>
            </p:cNvPr>
            <p:cNvSpPr/>
            <p:nvPr/>
          </p:nvSpPr>
          <p:spPr>
            <a:xfrm>
              <a:off x="4586583" y="3165228"/>
              <a:ext cx="17112" cy="17112"/>
            </a:xfrm>
            <a:custGeom>
              <a:avLst/>
              <a:gdLst>
                <a:gd name="connsiteX0" fmla="*/ 17111 w 17112"/>
                <a:gd name="connsiteY0" fmla="*/ 8555 h 17112"/>
                <a:gd name="connsiteX1" fmla="*/ 8555 w 17112"/>
                <a:gd name="connsiteY1" fmla="*/ 17111 h 17112"/>
                <a:gd name="connsiteX2" fmla="*/ -1 w 17112"/>
                <a:gd name="connsiteY2" fmla="*/ 8555 h 17112"/>
                <a:gd name="connsiteX3" fmla="*/ 8555 w 17112"/>
                <a:gd name="connsiteY3" fmla="*/ -1 h 17112"/>
                <a:gd name="connsiteX4" fmla="*/ 17111 w 17112"/>
                <a:gd name="connsiteY4" fmla="*/ 8555 h 1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12" h="17112">
                  <a:moveTo>
                    <a:pt x="17111" y="8555"/>
                  </a:moveTo>
                  <a:cubicBezTo>
                    <a:pt x="17111" y="13280"/>
                    <a:pt x="13280" y="17111"/>
                    <a:pt x="8555" y="17111"/>
                  </a:cubicBezTo>
                  <a:cubicBezTo>
                    <a:pt x="3830" y="17111"/>
                    <a:pt x="-1" y="13280"/>
                    <a:pt x="-1" y="8555"/>
                  </a:cubicBezTo>
                  <a:cubicBezTo>
                    <a:pt x="-1" y="3830"/>
                    <a:pt x="3830" y="-1"/>
                    <a:pt x="8555" y="-1"/>
                  </a:cubicBezTo>
                  <a:cubicBezTo>
                    <a:pt x="13280" y="-1"/>
                    <a:pt x="17111" y="3830"/>
                    <a:pt x="17111" y="8555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DBDC6A5-FC06-46E1-B981-F056AD31BC5D}"/>
                </a:ext>
              </a:extLst>
            </p:cNvPr>
            <p:cNvSpPr/>
            <p:nvPr/>
          </p:nvSpPr>
          <p:spPr>
            <a:xfrm>
              <a:off x="4355568" y="3173785"/>
              <a:ext cx="17112" cy="17112"/>
            </a:xfrm>
            <a:custGeom>
              <a:avLst/>
              <a:gdLst>
                <a:gd name="connsiteX0" fmla="*/ 17111 w 17112"/>
                <a:gd name="connsiteY0" fmla="*/ 8555 h 17112"/>
                <a:gd name="connsiteX1" fmla="*/ 8555 w 17112"/>
                <a:gd name="connsiteY1" fmla="*/ 17111 h 17112"/>
                <a:gd name="connsiteX2" fmla="*/ -1 w 17112"/>
                <a:gd name="connsiteY2" fmla="*/ 8555 h 17112"/>
                <a:gd name="connsiteX3" fmla="*/ 8555 w 17112"/>
                <a:gd name="connsiteY3" fmla="*/ -1 h 17112"/>
                <a:gd name="connsiteX4" fmla="*/ 17111 w 17112"/>
                <a:gd name="connsiteY4" fmla="*/ 8555 h 1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12" h="17112">
                  <a:moveTo>
                    <a:pt x="17111" y="8555"/>
                  </a:moveTo>
                  <a:cubicBezTo>
                    <a:pt x="17111" y="13280"/>
                    <a:pt x="13281" y="17111"/>
                    <a:pt x="8555" y="17111"/>
                  </a:cubicBezTo>
                  <a:cubicBezTo>
                    <a:pt x="3830" y="17111"/>
                    <a:pt x="-1" y="13280"/>
                    <a:pt x="-1" y="8555"/>
                  </a:cubicBezTo>
                  <a:cubicBezTo>
                    <a:pt x="-1" y="3830"/>
                    <a:pt x="3830" y="-1"/>
                    <a:pt x="8555" y="-1"/>
                  </a:cubicBezTo>
                  <a:cubicBezTo>
                    <a:pt x="13281" y="-1"/>
                    <a:pt x="17111" y="3830"/>
                    <a:pt x="17111" y="8555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63" name="Graphic 60">
            <a:extLst>
              <a:ext uri="{FF2B5EF4-FFF2-40B4-BE49-F238E27FC236}">
                <a16:creationId xmlns:a16="http://schemas.microsoft.com/office/drawing/2014/main" id="{D3B74614-D6DA-4D53-95A0-3243C9FCAAC3}"/>
              </a:ext>
            </a:extLst>
          </p:cNvPr>
          <p:cNvGrpSpPr/>
          <p:nvPr/>
        </p:nvGrpSpPr>
        <p:grpSpPr>
          <a:xfrm>
            <a:off x="6344258" y="2976506"/>
            <a:ext cx="553944" cy="553944"/>
            <a:chOff x="3657600" y="990600"/>
            <a:chExt cx="4876800" cy="48768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AD9B3BE-5EDC-44A9-B38B-6283314D183F}"/>
                </a:ext>
              </a:extLst>
            </p:cNvPr>
            <p:cNvSpPr/>
            <p:nvPr/>
          </p:nvSpPr>
          <p:spPr>
            <a:xfrm>
              <a:off x="3657600" y="2391384"/>
              <a:ext cx="4876800" cy="3476015"/>
            </a:xfrm>
            <a:custGeom>
              <a:avLst/>
              <a:gdLst>
                <a:gd name="connsiteX0" fmla="*/ 4861236 w 4876800"/>
                <a:gd name="connsiteY0" fmla="*/ 2832697 h 3476015"/>
                <a:gd name="connsiteX1" fmla="*/ 4565514 w 4876800"/>
                <a:gd name="connsiteY1" fmla="*/ 2438400 h 3476015"/>
                <a:gd name="connsiteX2" fmla="*/ 4565514 w 4876800"/>
                <a:gd name="connsiteY2" fmla="*/ 389106 h 3476015"/>
                <a:gd name="connsiteX3" fmla="*/ 4176408 w 4876800"/>
                <a:gd name="connsiteY3" fmla="*/ 0 h 3476015"/>
                <a:gd name="connsiteX4" fmla="*/ 3424133 w 4876800"/>
                <a:gd name="connsiteY4" fmla="*/ 0 h 3476015"/>
                <a:gd name="connsiteX5" fmla="*/ 3346314 w 4876800"/>
                <a:gd name="connsiteY5" fmla="*/ 77819 h 3476015"/>
                <a:gd name="connsiteX6" fmla="*/ 3424133 w 4876800"/>
                <a:gd name="connsiteY6" fmla="*/ 155639 h 3476015"/>
                <a:gd name="connsiteX7" fmla="*/ 4176408 w 4876800"/>
                <a:gd name="connsiteY7" fmla="*/ 155639 h 3476015"/>
                <a:gd name="connsiteX8" fmla="*/ 4409875 w 4876800"/>
                <a:gd name="connsiteY8" fmla="*/ 389106 h 3476015"/>
                <a:gd name="connsiteX9" fmla="*/ 4409875 w 4876800"/>
                <a:gd name="connsiteY9" fmla="*/ 2386518 h 3476015"/>
                <a:gd name="connsiteX10" fmla="*/ 389106 w 4876800"/>
                <a:gd name="connsiteY10" fmla="*/ 2386518 h 3476015"/>
                <a:gd name="connsiteX11" fmla="*/ 326850 w 4876800"/>
                <a:gd name="connsiteY11" fmla="*/ 2417645 h 3476015"/>
                <a:gd name="connsiteX12" fmla="*/ 15564 w 4876800"/>
                <a:gd name="connsiteY12" fmla="*/ 2832697 h 3476015"/>
                <a:gd name="connsiteX13" fmla="*/ 0 w 4876800"/>
                <a:gd name="connsiteY13" fmla="*/ 2879389 h 3476015"/>
                <a:gd name="connsiteX14" fmla="*/ 0 w 4876800"/>
                <a:gd name="connsiteY14" fmla="*/ 3086910 h 3476015"/>
                <a:gd name="connsiteX15" fmla="*/ 389106 w 4876800"/>
                <a:gd name="connsiteY15" fmla="*/ 3476016 h 3476015"/>
                <a:gd name="connsiteX16" fmla="*/ 4487694 w 4876800"/>
                <a:gd name="connsiteY16" fmla="*/ 3476016 h 3476015"/>
                <a:gd name="connsiteX17" fmla="*/ 4876800 w 4876800"/>
                <a:gd name="connsiteY17" fmla="*/ 3086910 h 3476015"/>
                <a:gd name="connsiteX18" fmla="*/ 4876800 w 4876800"/>
                <a:gd name="connsiteY18" fmla="*/ 2879389 h 3476015"/>
                <a:gd name="connsiteX19" fmla="*/ 4861236 w 4876800"/>
                <a:gd name="connsiteY19" fmla="*/ 2832697 h 3476015"/>
                <a:gd name="connsiteX20" fmla="*/ 428015 w 4876800"/>
                <a:gd name="connsiteY20" fmla="*/ 2542156 h 3476015"/>
                <a:gd name="connsiteX21" fmla="*/ 4448785 w 4876800"/>
                <a:gd name="connsiteY21" fmla="*/ 2542156 h 3476015"/>
                <a:gd name="connsiteX22" fmla="*/ 4643342 w 4876800"/>
                <a:gd name="connsiteY22" fmla="*/ 2801560 h 3476015"/>
                <a:gd name="connsiteX23" fmla="*/ 233467 w 4876800"/>
                <a:gd name="connsiteY23" fmla="*/ 2801560 h 3476015"/>
                <a:gd name="connsiteX24" fmla="*/ 428015 w 4876800"/>
                <a:gd name="connsiteY24" fmla="*/ 2542156 h 3476015"/>
                <a:gd name="connsiteX25" fmla="*/ 4721162 w 4876800"/>
                <a:gd name="connsiteY25" fmla="*/ 3086910 h 3476015"/>
                <a:gd name="connsiteX26" fmla="*/ 4487694 w 4876800"/>
                <a:gd name="connsiteY26" fmla="*/ 3320377 h 3476015"/>
                <a:gd name="connsiteX27" fmla="*/ 389106 w 4876800"/>
                <a:gd name="connsiteY27" fmla="*/ 3320377 h 3476015"/>
                <a:gd name="connsiteX28" fmla="*/ 155639 w 4876800"/>
                <a:gd name="connsiteY28" fmla="*/ 3086910 h 3476015"/>
                <a:gd name="connsiteX29" fmla="*/ 155639 w 4876800"/>
                <a:gd name="connsiteY29" fmla="*/ 2957208 h 3476015"/>
                <a:gd name="connsiteX30" fmla="*/ 2360581 w 4876800"/>
                <a:gd name="connsiteY30" fmla="*/ 2957208 h 3476015"/>
                <a:gd name="connsiteX31" fmla="*/ 2360581 w 4876800"/>
                <a:gd name="connsiteY31" fmla="*/ 3086910 h 3476015"/>
                <a:gd name="connsiteX32" fmla="*/ 2438400 w 4876800"/>
                <a:gd name="connsiteY32" fmla="*/ 3164729 h 3476015"/>
                <a:gd name="connsiteX33" fmla="*/ 2516220 w 4876800"/>
                <a:gd name="connsiteY33" fmla="*/ 3086910 h 3476015"/>
                <a:gd name="connsiteX34" fmla="*/ 2516220 w 4876800"/>
                <a:gd name="connsiteY34" fmla="*/ 2957208 h 3476015"/>
                <a:gd name="connsiteX35" fmla="*/ 4721162 w 4876800"/>
                <a:gd name="connsiteY35" fmla="*/ 2957208 h 3476015"/>
                <a:gd name="connsiteX36" fmla="*/ 4721162 w 4876800"/>
                <a:gd name="connsiteY36" fmla="*/ 3086910 h 3476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876800" h="3476015">
                  <a:moveTo>
                    <a:pt x="4861236" y="2832697"/>
                  </a:moveTo>
                  <a:lnTo>
                    <a:pt x="4565514" y="2438400"/>
                  </a:lnTo>
                  <a:lnTo>
                    <a:pt x="4565514" y="389106"/>
                  </a:lnTo>
                  <a:cubicBezTo>
                    <a:pt x="4565514" y="174546"/>
                    <a:pt x="4390968" y="0"/>
                    <a:pt x="4176408" y="0"/>
                  </a:cubicBezTo>
                  <a:lnTo>
                    <a:pt x="3424133" y="0"/>
                  </a:lnTo>
                  <a:cubicBezTo>
                    <a:pt x="3381147" y="0"/>
                    <a:pt x="3346314" y="34833"/>
                    <a:pt x="3346314" y="77819"/>
                  </a:cubicBezTo>
                  <a:cubicBezTo>
                    <a:pt x="3346314" y="120806"/>
                    <a:pt x="3381147" y="155639"/>
                    <a:pt x="3424133" y="155639"/>
                  </a:cubicBezTo>
                  <a:lnTo>
                    <a:pt x="4176408" y="155639"/>
                  </a:lnTo>
                  <a:cubicBezTo>
                    <a:pt x="4305138" y="155639"/>
                    <a:pt x="4409875" y="260375"/>
                    <a:pt x="4409875" y="389106"/>
                  </a:cubicBezTo>
                  <a:lnTo>
                    <a:pt x="4409875" y="2386518"/>
                  </a:lnTo>
                  <a:lnTo>
                    <a:pt x="389106" y="2386518"/>
                  </a:lnTo>
                  <a:cubicBezTo>
                    <a:pt x="364617" y="2386518"/>
                    <a:pt x="341538" y="2398043"/>
                    <a:pt x="326850" y="2417645"/>
                  </a:cubicBezTo>
                  <a:lnTo>
                    <a:pt x="15564" y="2832697"/>
                  </a:lnTo>
                  <a:cubicBezTo>
                    <a:pt x="5458" y="2846165"/>
                    <a:pt x="0" y="2862548"/>
                    <a:pt x="0" y="2879389"/>
                  </a:cubicBezTo>
                  <a:lnTo>
                    <a:pt x="0" y="3086910"/>
                  </a:lnTo>
                  <a:cubicBezTo>
                    <a:pt x="0" y="3301461"/>
                    <a:pt x="174546" y="3476016"/>
                    <a:pt x="389106" y="3476016"/>
                  </a:cubicBezTo>
                  <a:lnTo>
                    <a:pt x="4487694" y="3476016"/>
                  </a:lnTo>
                  <a:cubicBezTo>
                    <a:pt x="4702255" y="3476016"/>
                    <a:pt x="4876800" y="3301470"/>
                    <a:pt x="4876800" y="3086910"/>
                  </a:cubicBezTo>
                  <a:lnTo>
                    <a:pt x="4876800" y="2879389"/>
                  </a:lnTo>
                  <a:cubicBezTo>
                    <a:pt x="4876800" y="2862548"/>
                    <a:pt x="4871342" y="2846165"/>
                    <a:pt x="4861236" y="2832697"/>
                  </a:cubicBezTo>
                  <a:close/>
                  <a:moveTo>
                    <a:pt x="428015" y="2542156"/>
                  </a:moveTo>
                  <a:lnTo>
                    <a:pt x="4448785" y="2542156"/>
                  </a:lnTo>
                  <a:lnTo>
                    <a:pt x="4643342" y="2801560"/>
                  </a:lnTo>
                  <a:lnTo>
                    <a:pt x="233467" y="2801560"/>
                  </a:lnTo>
                  <a:lnTo>
                    <a:pt x="428015" y="2542156"/>
                  </a:lnTo>
                  <a:close/>
                  <a:moveTo>
                    <a:pt x="4721162" y="3086910"/>
                  </a:moveTo>
                  <a:cubicBezTo>
                    <a:pt x="4721162" y="3215640"/>
                    <a:pt x="4616425" y="3320377"/>
                    <a:pt x="4487694" y="3320377"/>
                  </a:cubicBezTo>
                  <a:lnTo>
                    <a:pt x="389106" y="3320377"/>
                  </a:lnTo>
                  <a:cubicBezTo>
                    <a:pt x="260375" y="3320377"/>
                    <a:pt x="155639" y="3215640"/>
                    <a:pt x="155639" y="3086910"/>
                  </a:cubicBezTo>
                  <a:lnTo>
                    <a:pt x="155639" y="2957208"/>
                  </a:lnTo>
                  <a:lnTo>
                    <a:pt x="2360581" y="2957208"/>
                  </a:lnTo>
                  <a:lnTo>
                    <a:pt x="2360581" y="3086910"/>
                  </a:lnTo>
                  <a:cubicBezTo>
                    <a:pt x="2360581" y="3129896"/>
                    <a:pt x="2395414" y="3164729"/>
                    <a:pt x="2438400" y="3164729"/>
                  </a:cubicBezTo>
                  <a:cubicBezTo>
                    <a:pt x="2481386" y="3164729"/>
                    <a:pt x="2516220" y="3129896"/>
                    <a:pt x="2516220" y="3086910"/>
                  </a:cubicBezTo>
                  <a:lnTo>
                    <a:pt x="2516220" y="2957208"/>
                  </a:lnTo>
                  <a:lnTo>
                    <a:pt x="4721162" y="2957208"/>
                  </a:lnTo>
                  <a:lnTo>
                    <a:pt x="4721162" y="3086910"/>
                  </a:ln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FB020DA-B5A9-431A-9136-58A7197F1873}"/>
                </a:ext>
              </a:extLst>
            </p:cNvPr>
            <p:cNvSpPr/>
            <p:nvPr/>
          </p:nvSpPr>
          <p:spPr>
            <a:xfrm>
              <a:off x="3968886" y="2391384"/>
              <a:ext cx="1219200" cy="2230869"/>
            </a:xfrm>
            <a:custGeom>
              <a:avLst/>
              <a:gdLst>
                <a:gd name="connsiteX0" fmla="*/ 1141381 w 1219200"/>
                <a:gd name="connsiteY0" fmla="*/ 0 h 2230869"/>
                <a:gd name="connsiteX1" fmla="*/ 389106 w 1219200"/>
                <a:gd name="connsiteY1" fmla="*/ 0 h 2230869"/>
                <a:gd name="connsiteX2" fmla="*/ 0 w 1219200"/>
                <a:gd name="connsiteY2" fmla="*/ 389106 h 2230869"/>
                <a:gd name="connsiteX3" fmla="*/ 0 w 1219200"/>
                <a:gd name="connsiteY3" fmla="*/ 2153050 h 2230869"/>
                <a:gd name="connsiteX4" fmla="*/ 77819 w 1219200"/>
                <a:gd name="connsiteY4" fmla="*/ 2230869 h 2230869"/>
                <a:gd name="connsiteX5" fmla="*/ 155639 w 1219200"/>
                <a:gd name="connsiteY5" fmla="*/ 2153050 h 2230869"/>
                <a:gd name="connsiteX6" fmla="*/ 155639 w 1219200"/>
                <a:gd name="connsiteY6" fmla="*/ 389106 h 2230869"/>
                <a:gd name="connsiteX7" fmla="*/ 389106 w 1219200"/>
                <a:gd name="connsiteY7" fmla="*/ 155639 h 2230869"/>
                <a:gd name="connsiteX8" fmla="*/ 1141381 w 1219200"/>
                <a:gd name="connsiteY8" fmla="*/ 155639 h 2230869"/>
                <a:gd name="connsiteX9" fmla="*/ 1219200 w 1219200"/>
                <a:gd name="connsiteY9" fmla="*/ 77819 h 2230869"/>
                <a:gd name="connsiteX10" fmla="*/ 1141381 w 1219200"/>
                <a:gd name="connsiteY10" fmla="*/ 0 h 223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" h="2230869">
                  <a:moveTo>
                    <a:pt x="1141381" y="0"/>
                  </a:moveTo>
                  <a:lnTo>
                    <a:pt x="389106" y="0"/>
                  </a:lnTo>
                  <a:cubicBezTo>
                    <a:pt x="174546" y="0"/>
                    <a:pt x="0" y="174546"/>
                    <a:pt x="0" y="389106"/>
                  </a:cubicBezTo>
                  <a:lnTo>
                    <a:pt x="0" y="2153050"/>
                  </a:lnTo>
                  <a:cubicBezTo>
                    <a:pt x="0" y="2196027"/>
                    <a:pt x="34833" y="2230869"/>
                    <a:pt x="77819" y="2230869"/>
                  </a:cubicBezTo>
                  <a:cubicBezTo>
                    <a:pt x="120806" y="2230869"/>
                    <a:pt x="155639" y="2196036"/>
                    <a:pt x="155639" y="2153050"/>
                  </a:cubicBezTo>
                  <a:lnTo>
                    <a:pt x="155639" y="389106"/>
                  </a:lnTo>
                  <a:cubicBezTo>
                    <a:pt x="155639" y="260375"/>
                    <a:pt x="260375" y="155639"/>
                    <a:pt x="389106" y="155639"/>
                  </a:cubicBezTo>
                  <a:lnTo>
                    <a:pt x="1141381" y="155639"/>
                  </a:lnTo>
                  <a:cubicBezTo>
                    <a:pt x="1184367" y="155639"/>
                    <a:pt x="1219200" y="120806"/>
                    <a:pt x="1219200" y="77819"/>
                  </a:cubicBezTo>
                  <a:cubicBezTo>
                    <a:pt x="1219200" y="34833"/>
                    <a:pt x="1184367" y="0"/>
                    <a:pt x="1141381" y="0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202DDB9-0ED9-46EA-94B5-F58E219A16AD}"/>
                </a:ext>
              </a:extLst>
            </p:cNvPr>
            <p:cNvSpPr/>
            <p:nvPr/>
          </p:nvSpPr>
          <p:spPr>
            <a:xfrm>
              <a:off x="4928685" y="990595"/>
              <a:ext cx="2334635" cy="2957203"/>
            </a:xfrm>
            <a:custGeom>
              <a:avLst/>
              <a:gdLst>
                <a:gd name="connsiteX0" fmla="*/ 2311848 w 2334635"/>
                <a:gd name="connsiteY0" fmla="*/ 1112287 h 2957203"/>
                <a:gd name="connsiteX1" fmla="*/ 1222350 w 2334635"/>
                <a:gd name="connsiteY1" fmla="*/ 22789 h 2957203"/>
                <a:gd name="connsiteX2" fmla="*/ 1112289 w 2334635"/>
                <a:gd name="connsiteY2" fmla="*/ 22789 h 2957203"/>
                <a:gd name="connsiteX3" fmla="*/ 22790 w 2334635"/>
                <a:gd name="connsiteY3" fmla="*/ 1112287 h 2957203"/>
                <a:gd name="connsiteX4" fmla="*/ 5931 w 2334635"/>
                <a:gd name="connsiteY4" fmla="*/ 1197097 h 2957203"/>
                <a:gd name="connsiteX5" fmla="*/ 77816 w 2334635"/>
                <a:gd name="connsiteY5" fmla="*/ 1245141 h 2957203"/>
                <a:gd name="connsiteX6" fmla="*/ 415039 w 2334635"/>
                <a:gd name="connsiteY6" fmla="*/ 1245141 h 2957203"/>
                <a:gd name="connsiteX7" fmla="*/ 415039 w 2334635"/>
                <a:gd name="connsiteY7" fmla="*/ 2879384 h 2957203"/>
                <a:gd name="connsiteX8" fmla="*/ 492859 w 2334635"/>
                <a:gd name="connsiteY8" fmla="*/ 2957203 h 2957203"/>
                <a:gd name="connsiteX9" fmla="*/ 1841761 w 2334635"/>
                <a:gd name="connsiteY9" fmla="*/ 2957203 h 2957203"/>
                <a:gd name="connsiteX10" fmla="*/ 1919580 w 2334635"/>
                <a:gd name="connsiteY10" fmla="*/ 2879384 h 2957203"/>
                <a:gd name="connsiteX11" fmla="*/ 1919580 w 2334635"/>
                <a:gd name="connsiteY11" fmla="*/ 1245141 h 2957203"/>
                <a:gd name="connsiteX12" fmla="*/ 2256803 w 2334635"/>
                <a:gd name="connsiteY12" fmla="*/ 1245141 h 2957203"/>
                <a:gd name="connsiteX13" fmla="*/ 2328698 w 2334635"/>
                <a:gd name="connsiteY13" fmla="*/ 1197097 h 2957203"/>
                <a:gd name="connsiteX14" fmla="*/ 2311848 w 2334635"/>
                <a:gd name="connsiteY14" fmla="*/ 1112287 h 2957203"/>
                <a:gd name="connsiteX15" fmla="*/ 1841770 w 2334635"/>
                <a:gd name="connsiteY15" fmla="*/ 1089503 h 2957203"/>
                <a:gd name="connsiteX16" fmla="*/ 1763951 w 2334635"/>
                <a:gd name="connsiteY16" fmla="*/ 1167322 h 2957203"/>
                <a:gd name="connsiteX17" fmla="*/ 1763951 w 2334635"/>
                <a:gd name="connsiteY17" fmla="*/ 2801565 h 2957203"/>
                <a:gd name="connsiteX18" fmla="*/ 570687 w 2334635"/>
                <a:gd name="connsiteY18" fmla="*/ 2801565 h 2957203"/>
                <a:gd name="connsiteX19" fmla="*/ 570687 w 2334635"/>
                <a:gd name="connsiteY19" fmla="*/ 1167322 h 2957203"/>
                <a:gd name="connsiteX20" fmla="*/ 492868 w 2334635"/>
                <a:gd name="connsiteY20" fmla="*/ 1089503 h 2957203"/>
                <a:gd name="connsiteX21" fmla="*/ 265687 w 2334635"/>
                <a:gd name="connsiteY21" fmla="*/ 1089503 h 2957203"/>
                <a:gd name="connsiteX22" fmla="*/ 1167314 w 2334635"/>
                <a:gd name="connsiteY22" fmla="*/ 187876 h 2957203"/>
                <a:gd name="connsiteX23" fmla="*/ 2068941 w 2334635"/>
                <a:gd name="connsiteY23" fmla="*/ 1089503 h 2957203"/>
                <a:gd name="connsiteX24" fmla="*/ 1841770 w 2334635"/>
                <a:gd name="connsiteY24" fmla="*/ 1089503 h 295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34635" h="2957203">
                  <a:moveTo>
                    <a:pt x="2311848" y="1112287"/>
                  </a:moveTo>
                  <a:lnTo>
                    <a:pt x="1222350" y="22789"/>
                  </a:lnTo>
                  <a:cubicBezTo>
                    <a:pt x="1191946" y="-7596"/>
                    <a:pt x="1142683" y="-7596"/>
                    <a:pt x="1112289" y="22789"/>
                  </a:cubicBezTo>
                  <a:lnTo>
                    <a:pt x="22790" y="1112287"/>
                  </a:lnTo>
                  <a:cubicBezTo>
                    <a:pt x="531" y="1134556"/>
                    <a:pt x="-6118" y="1168017"/>
                    <a:pt x="5931" y="1197097"/>
                  </a:cubicBezTo>
                  <a:cubicBezTo>
                    <a:pt x="17961" y="1226177"/>
                    <a:pt x="46346" y="1245141"/>
                    <a:pt x="77816" y="1245141"/>
                  </a:cubicBezTo>
                  <a:lnTo>
                    <a:pt x="415039" y="1245141"/>
                  </a:lnTo>
                  <a:lnTo>
                    <a:pt x="415039" y="2879384"/>
                  </a:lnTo>
                  <a:cubicBezTo>
                    <a:pt x="415039" y="2922370"/>
                    <a:pt x="449872" y="2957203"/>
                    <a:pt x="492859" y="2957203"/>
                  </a:cubicBezTo>
                  <a:lnTo>
                    <a:pt x="1841761" y="2957203"/>
                  </a:lnTo>
                  <a:cubicBezTo>
                    <a:pt x="1884747" y="2957203"/>
                    <a:pt x="1919580" y="2922370"/>
                    <a:pt x="1919580" y="2879384"/>
                  </a:cubicBezTo>
                  <a:lnTo>
                    <a:pt x="1919580" y="1245141"/>
                  </a:lnTo>
                  <a:lnTo>
                    <a:pt x="2256803" y="1245141"/>
                  </a:lnTo>
                  <a:cubicBezTo>
                    <a:pt x="2288274" y="1245141"/>
                    <a:pt x="2316668" y="1226187"/>
                    <a:pt x="2328698" y="1197097"/>
                  </a:cubicBezTo>
                  <a:cubicBezTo>
                    <a:pt x="2340757" y="1168017"/>
                    <a:pt x="2334108" y="1134556"/>
                    <a:pt x="2311848" y="1112287"/>
                  </a:cubicBezTo>
                  <a:close/>
                  <a:moveTo>
                    <a:pt x="1841770" y="1089503"/>
                  </a:moveTo>
                  <a:cubicBezTo>
                    <a:pt x="1798784" y="1089503"/>
                    <a:pt x="1763951" y="1124336"/>
                    <a:pt x="1763951" y="1167322"/>
                  </a:cubicBezTo>
                  <a:lnTo>
                    <a:pt x="1763951" y="2801565"/>
                  </a:lnTo>
                  <a:lnTo>
                    <a:pt x="570687" y="2801565"/>
                  </a:lnTo>
                  <a:lnTo>
                    <a:pt x="570687" y="1167322"/>
                  </a:lnTo>
                  <a:cubicBezTo>
                    <a:pt x="570687" y="1124336"/>
                    <a:pt x="535855" y="1089503"/>
                    <a:pt x="492868" y="1089503"/>
                  </a:cubicBezTo>
                  <a:lnTo>
                    <a:pt x="265687" y="1089503"/>
                  </a:lnTo>
                  <a:lnTo>
                    <a:pt x="1167314" y="187876"/>
                  </a:lnTo>
                  <a:lnTo>
                    <a:pt x="2068941" y="1089503"/>
                  </a:lnTo>
                  <a:lnTo>
                    <a:pt x="1841770" y="1089503"/>
                  </a:ln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7FA7DC4-A63C-4A44-AA3F-56AC5CD75407}"/>
                </a:ext>
              </a:extLst>
            </p:cNvPr>
            <p:cNvSpPr/>
            <p:nvPr/>
          </p:nvSpPr>
          <p:spPr>
            <a:xfrm>
              <a:off x="6018180" y="2936138"/>
              <a:ext cx="155638" cy="155638"/>
            </a:xfrm>
            <a:custGeom>
              <a:avLst/>
              <a:gdLst>
                <a:gd name="connsiteX0" fmla="*/ 155639 w 155638"/>
                <a:gd name="connsiteY0" fmla="*/ 77819 h 155638"/>
                <a:gd name="connsiteX1" fmla="*/ 77819 w 155638"/>
                <a:gd name="connsiteY1" fmla="*/ 155638 h 155638"/>
                <a:gd name="connsiteX2" fmla="*/ 0 w 155638"/>
                <a:gd name="connsiteY2" fmla="*/ 77819 h 155638"/>
                <a:gd name="connsiteX3" fmla="*/ 77819 w 155638"/>
                <a:gd name="connsiteY3" fmla="*/ 0 h 155638"/>
                <a:gd name="connsiteX4" fmla="*/ 155639 w 155638"/>
                <a:gd name="connsiteY4" fmla="*/ 77819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638" h="155638">
                  <a:moveTo>
                    <a:pt x="155639" y="77819"/>
                  </a:moveTo>
                  <a:cubicBezTo>
                    <a:pt x="155639" y="120798"/>
                    <a:pt x="120798" y="155638"/>
                    <a:pt x="77819" y="155638"/>
                  </a:cubicBezTo>
                  <a:cubicBezTo>
                    <a:pt x="34841" y="155638"/>
                    <a:pt x="0" y="120798"/>
                    <a:pt x="0" y="77819"/>
                  </a:cubicBezTo>
                  <a:cubicBezTo>
                    <a:pt x="0" y="34841"/>
                    <a:pt x="34841" y="0"/>
                    <a:pt x="77819" y="0"/>
                  </a:cubicBezTo>
                  <a:cubicBezTo>
                    <a:pt x="120798" y="0"/>
                    <a:pt x="155639" y="34841"/>
                    <a:pt x="155639" y="77819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3CE63FE-7E13-4F37-889A-8622F782F2D0}"/>
                </a:ext>
              </a:extLst>
            </p:cNvPr>
            <p:cNvSpPr/>
            <p:nvPr/>
          </p:nvSpPr>
          <p:spPr>
            <a:xfrm>
              <a:off x="5655011" y="2936138"/>
              <a:ext cx="155638" cy="155638"/>
            </a:xfrm>
            <a:custGeom>
              <a:avLst/>
              <a:gdLst>
                <a:gd name="connsiteX0" fmla="*/ 155639 w 155638"/>
                <a:gd name="connsiteY0" fmla="*/ 77819 h 155638"/>
                <a:gd name="connsiteX1" fmla="*/ 77819 w 155638"/>
                <a:gd name="connsiteY1" fmla="*/ 155638 h 155638"/>
                <a:gd name="connsiteX2" fmla="*/ 0 w 155638"/>
                <a:gd name="connsiteY2" fmla="*/ 77819 h 155638"/>
                <a:gd name="connsiteX3" fmla="*/ 77819 w 155638"/>
                <a:gd name="connsiteY3" fmla="*/ 0 h 155638"/>
                <a:gd name="connsiteX4" fmla="*/ 155639 w 155638"/>
                <a:gd name="connsiteY4" fmla="*/ 77819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638" h="155638">
                  <a:moveTo>
                    <a:pt x="155639" y="77819"/>
                  </a:moveTo>
                  <a:cubicBezTo>
                    <a:pt x="155639" y="120798"/>
                    <a:pt x="120798" y="155638"/>
                    <a:pt x="77819" y="155638"/>
                  </a:cubicBezTo>
                  <a:cubicBezTo>
                    <a:pt x="34841" y="155638"/>
                    <a:pt x="0" y="120798"/>
                    <a:pt x="0" y="77819"/>
                  </a:cubicBezTo>
                  <a:cubicBezTo>
                    <a:pt x="0" y="34841"/>
                    <a:pt x="34841" y="0"/>
                    <a:pt x="77819" y="0"/>
                  </a:cubicBezTo>
                  <a:cubicBezTo>
                    <a:pt x="120798" y="0"/>
                    <a:pt x="155639" y="34841"/>
                    <a:pt x="155639" y="77819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2FAC40C-BCAC-49FB-950D-78FFBF1FDADE}"/>
                </a:ext>
              </a:extLst>
            </p:cNvPr>
            <p:cNvSpPr/>
            <p:nvPr/>
          </p:nvSpPr>
          <p:spPr>
            <a:xfrm>
              <a:off x="6381349" y="2936138"/>
              <a:ext cx="155638" cy="155638"/>
            </a:xfrm>
            <a:custGeom>
              <a:avLst/>
              <a:gdLst>
                <a:gd name="connsiteX0" fmla="*/ 155639 w 155638"/>
                <a:gd name="connsiteY0" fmla="*/ 77819 h 155638"/>
                <a:gd name="connsiteX1" fmla="*/ 77819 w 155638"/>
                <a:gd name="connsiteY1" fmla="*/ 155638 h 155638"/>
                <a:gd name="connsiteX2" fmla="*/ 0 w 155638"/>
                <a:gd name="connsiteY2" fmla="*/ 77819 h 155638"/>
                <a:gd name="connsiteX3" fmla="*/ 77819 w 155638"/>
                <a:gd name="connsiteY3" fmla="*/ 0 h 155638"/>
                <a:gd name="connsiteX4" fmla="*/ 155639 w 155638"/>
                <a:gd name="connsiteY4" fmla="*/ 77819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638" h="155638">
                  <a:moveTo>
                    <a:pt x="155639" y="77819"/>
                  </a:moveTo>
                  <a:cubicBezTo>
                    <a:pt x="155639" y="120798"/>
                    <a:pt x="120798" y="155638"/>
                    <a:pt x="77819" y="155638"/>
                  </a:cubicBezTo>
                  <a:cubicBezTo>
                    <a:pt x="34841" y="155638"/>
                    <a:pt x="0" y="120798"/>
                    <a:pt x="0" y="77819"/>
                  </a:cubicBezTo>
                  <a:cubicBezTo>
                    <a:pt x="0" y="34841"/>
                    <a:pt x="34841" y="0"/>
                    <a:pt x="77819" y="0"/>
                  </a:cubicBezTo>
                  <a:cubicBezTo>
                    <a:pt x="120798" y="0"/>
                    <a:pt x="155639" y="34841"/>
                    <a:pt x="155639" y="77819"/>
                  </a:cubicBezTo>
                  <a:close/>
                </a:path>
              </a:pathLst>
            </a:custGeom>
            <a:solidFill>
              <a:srgbClr val="0DB14B">
                <a:alpha val="10000"/>
              </a:srgbClr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72" name="Graphic 70">
            <a:extLst>
              <a:ext uri="{FF2B5EF4-FFF2-40B4-BE49-F238E27FC236}">
                <a16:creationId xmlns:a16="http://schemas.microsoft.com/office/drawing/2014/main" id="{EA303395-E67C-4B4B-AF6D-E1B6FE44C569}"/>
              </a:ext>
            </a:extLst>
          </p:cNvPr>
          <p:cNvGrpSpPr/>
          <p:nvPr/>
        </p:nvGrpSpPr>
        <p:grpSpPr>
          <a:xfrm>
            <a:off x="6179038" y="5176124"/>
            <a:ext cx="750875" cy="814805"/>
            <a:chOff x="6179038" y="5244911"/>
            <a:chExt cx="750875" cy="814805"/>
          </a:xfrm>
          <a:solidFill>
            <a:schemeClr val="accent4">
              <a:alpha val="10000"/>
            </a:schemeClr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D38BF48-8732-4FD1-8474-246840B58334}"/>
                </a:ext>
              </a:extLst>
            </p:cNvPr>
            <p:cNvSpPr/>
            <p:nvPr/>
          </p:nvSpPr>
          <p:spPr>
            <a:xfrm>
              <a:off x="6271888" y="5607432"/>
              <a:ext cx="346479" cy="353824"/>
            </a:xfrm>
            <a:custGeom>
              <a:avLst/>
              <a:gdLst>
                <a:gd name="connsiteX0" fmla="*/ 12004 w 346479"/>
                <a:gd name="connsiteY0" fmla="*/ 0 h 353824"/>
                <a:gd name="connsiteX1" fmla="*/ 0 w 346479"/>
                <a:gd name="connsiteY1" fmla="*/ 12004 h 353824"/>
                <a:gd name="connsiteX2" fmla="*/ 0 w 346479"/>
                <a:gd name="connsiteY2" fmla="*/ 33687 h 353824"/>
                <a:gd name="connsiteX3" fmla="*/ 111291 w 346479"/>
                <a:gd name="connsiteY3" fmla="*/ 260943 h 353824"/>
                <a:gd name="connsiteX4" fmla="*/ 224684 w 346479"/>
                <a:gd name="connsiteY4" fmla="*/ 348949 h 353824"/>
                <a:gd name="connsiteX5" fmla="*/ 238913 w 346479"/>
                <a:gd name="connsiteY5" fmla="*/ 353825 h 353824"/>
                <a:gd name="connsiteX6" fmla="*/ 253144 w 346479"/>
                <a:gd name="connsiteY6" fmla="*/ 348949 h 353824"/>
                <a:gd name="connsiteX7" fmla="*/ 341835 w 346479"/>
                <a:gd name="connsiteY7" fmla="*/ 280112 h 353824"/>
                <a:gd name="connsiteX8" fmla="*/ 343958 w 346479"/>
                <a:gd name="connsiteY8" fmla="*/ 263268 h 353824"/>
                <a:gd name="connsiteX9" fmla="*/ 327114 w 346479"/>
                <a:gd name="connsiteY9" fmla="*/ 261145 h 353824"/>
                <a:gd name="connsiteX10" fmla="*/ 238913 w 346479"/>
                <a:gd name="connsiteY10" fmla="*/ 329602 h 353824"/>
                <a:gd name="connsiteX11" fmla="*/ 126012 w 346479"/>
                <a:gd name="connsiteY11" fmla="*/ 241977 h 353824"/>
                <a:gd name="connsiteX12" fmla="*/ 24008 w 346479"/>
                <a:gd name="connsiteY12" fmla="*/ 33687 h 353824"/>
                <a:gd name="connsiteX13" fmla="*/ 24008 w 346479"/>
                <a:gd name="connsiteY13" fmla="*/ 12004 h 353824"/>
                <a:gd name="connsiteX14" fmla="*/ 12004 w 346479"/>
                <a:gd name="connsiteY14" fmla="*/ 0 h 353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6479" h="353824">
                  <a:moveTo>
                    <a:pt x="12004" y="0"/>
                  </a:moveTo>
                  <a:cubicBezTo>
                    <a:pt x="5374" y="0"/>
                    <a:pt x="0" y="5374"/>
                    <a:pt x="0" y="12004"/>
                  </a:cubicBezTo>
                  <a:lnTo>
                    <a:pt x="0" y="33687"/>
                  </a:lnTo>
                  <a:cubicBezTo>
                    <a:pt x="0" y="123219"/>
                    <a:pt x="40564" y="206050"/>
                    <a:pt x="111291" y="260943"/>
                  </a:cubicBezTo>
                  <a:lnTo>
                    <a:pt x="224684" y="348949"/>
                  </a:lnTo>
                  <a:cubicBezTo>
                    <a:pt x="228873" y="352200"/>
                    <a:pt x="233892" y="353825"/>
                    <a:pt x="238913" y="353825"/>
                  </a:cubicBezTo>
                  <a:cubicBezTo>
                    <a:pt x="243934" y="353825"/>
                    <a:pt x="248953" y="352200"/>
                    <a:pt x="253144" y="348949"/>
                  </a:cubicBezTo>
                  <a:lnTo>
                    <a:pt x="341835" y="280112"/>
                  </a:lnTo>
                  <a:cubicBezTo>
                    <a:pt x="347072" y="276046"/>
                    <a:pt x="348022" y="268506"/>
                    <a:pt x="343958" y="263268"/>
                  </a:cubicBezTo>
                  <a:cubicBezTo>
                    <a:pt x="339893" y="258032"/>
                    <a:pt x="332353" y="257081"/>
                    <a:pt x="327114" y="261145"/>
                  </a:cubicBezTo>
                  <a:lnTo>
                    <a:pt x="238913" y="329602"/>
                  </a:lnTo>
                  <a:lnTo>
                    <a:pt x="126012" y="241977"/>
                  </a:lnTo>
                  <a:cubicBezTo>
                    <a:pt x="61187" y="191664"/>
                    <a:pt x="24008" y="115747"/>
                    <a:pt x="24008" y="33687"/>
                  </a:cubicBezTo>
                  <a:lnTo>
                    <a:pt x="24008" y="12004"/>
                  </a:lnTo>
                  <a:cubicBezTo>
                    <a:pt x="24008" y="5374"/>
                    <a:pt x="18634" y="0"/>
                    <a:pt x="12004" y="0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CB8206E-F1A9-49F5-BAFD-0E3C03BB20A2}"/>
                </a:ext>
              </a:extLst>
            </p:cNvPr>
            <p:cNvSpPr/>
            <p:nvPr/>
          </p:nvSpPr>
          <p:spPr>
            <a:xfrm>
              <a:off x="6494344" y="5977550"/>
              <a:ext cx="32913" cy="32913"/>
            </a:xfrm>
            <a:custGeom>
              <a:avLst/>
              <a:gdLst>
                <a:gd name="connsiteX0" fmla="*/ 16457 w 32913"/>
                <a:gd name="connsiteY0" fmla="*/ 0 h 32913"/>
                <a:gd name="connsiteX1" fmla="*/ 0 w 32913"/>
                <a:gd name="connsiteY1" fmla="*/ 16457 h 32913"/>
                <a:gd name="connsiteX2" fmla="*/ 16457 w 32913"/>
                <a:gd name="connsiteY2" fmla="*/ 32914 h 32913"/>
                <a:gd name="connsiteX3" fmla="*/ 32914 w 32913"/>
                <a:gd name="connsiteY3" fmla="*/ 16457 h 32913"/>
                <a:gd name="connsiteX4" fmla="*/ 16457 w 32913"/>
                <a:gd name="connsiteY4" fmla="*/ 0 h 32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13" h="32913">
                  <a:moveTo>
                    <a:pt x="16457" y="0"/>
                  </a:moveTo>
                  <a:cubicBezTo>
                    <a:pt x="7368" y="0"/>
                    <a:pt x="0" y="7368"/>
                    <a:pt x="0" y="16457"/>
                  </a:cubicBezTo>
                  <a:cubicBezTo>
                    <a:pt x="0" y="25545"/>
                    <a:pt x="7368" y="32914"/>
                    <a:pt x="16457" y="32914"/>
                  </a:cubicBezTo>
                  <a:cubicBezTo>
                    <a:pt x="25545" y="32914"/>
                    <a:pt x="32914" y="25545"/>
                    <a:pt x="32914" y="16457"/>
                  </a:cubicBezTo>
                  <a:cubicBezTo>
                    <a:pt x="32914" y="7367"/>
                    <a:pt x="25545" y="0"/>
                    <a:pt x="16457" y="0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1F9C86-6322-4506-B400-536906349B24}"/>
                </a:ext>
              </a:extLst>
            </p:cNvPr>
            <p:cNvSpPr/>
            <p:nvPr/>
          </p:nvSpPr>
          <p:spPr>
            <a:xfrm>
              <a:off x="6494344" y="5309654"/>
              <a:ext cx="32913" cy="32913"/>
            </a:xfrm>
            <a:custGeom>
              <a:avLst/>
              <a:gdLst>
                <a:gd name="connsiteX0" fmla="*/ 16457 w 32913"/>
                <a:gd name="connsiteY0" fmla="*/ 0 h 32913"/>
                <a:gd name="connsiteX1" fmla="*/ 0 w 32913"/>
                <a:gd name="connsiteY1" fmla="*/ 16457 h 32913"/>
                <a:gd name="connsiteX2" fmla="*/ 16457 w 32913"/>
                <a:gd name="connsiteY2" fmla="*/ 32914 h 32913"/>
                <a:gd name="connsiteX3" fmla="*/ 32914 w 32913"/>
                <a:gd name="connsiteY3" fmla="*/ 16457 h 32913"/>
                <a:gd name="connsiteX4" fmla="*/ 16457 w 32913"/>
                <a:gd name="connsiteY4" fmla="*/ 0 h 32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13" h="32913">
                  <a:moveTo>
                    <a:pt x="16457" y="0"/>
                  </a:moveTo>
                  <a:cubicBezTo>
                    <a:pt x="7368" y="0"/>
                    <a:pt x="0" y="7368"/>
                    <a:pt x="0" y="16457"/>
                  </a:cubicBezTo>
                  <a:cubicBezTo>
                    <a:pt x="0" y="25545"/>
                    <a:pt x="7368" y="32914"/>
                    <a:pt x="16457" y="32914"/>
                  </a:cubicBezTo>
                  <a:cubicBezTo>
                    <a:pt x="25545" y="32914"/>
                    <a:pt x="32914" y="25545"/>
                    <a:pt x="32914" y="16457"/>
                  </a:cubicBezTo>
                  <a:cubicBezTo>
                    <a:pt x="32914" y="7367"/>
                    <a:pt x="25545" y="0"/>
                    <a:pt x="16457" y="0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95A14E0-8305-41D4-8E52-9182805F7B93}"/>
                </a:ext>
              </a:extLst>
            </p:cNvPr>
            <p:cNvSpPr/>
            <p:nvPr/>
          </p:nvSpPr>
          <p:spPr>
            <a:xfrm>
              <a:off x="6758532" y="5406607"/>
              <a:ext cx="32913" cy="32913"/>
            </a:xfrm>
            <a:custGeom>
              <a:avLst/>
              <a:gdLst>
                <a:gd name="connsiteX0" fmla="*/ 0 w 32913"/>
                <a:gd name="connsiteY0" fmla="*/ 16457 h 32913"/>
                <a:gd name="connsiteX1" fmla="*/ 16457 w 32913"/>
                <a:gd name="connsiteY1" fmla="*/ 32914 h 32913"/>
                <a:gd name="connsiteX2" fmla="*/ 32914 w 32913"/>
                <a:gd name="connsiteY2" fmla="*/ 16457 h 32913"/>
                <a:gd name="connsiteX3" fmla="*/ 16457 w 32913"/>
                <a:gd name="connsiteY3" fmla="*/ 0 h 32913"/>
                <a:gd name="connsiteX4" fmla="*/ 0 w 32913"/>
                <a:gd name="connsiteY4" fmla="*/ 16457 h 32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13" h="32913">
                  <a:moveTo>
                    <a:pt x="0" y="16457"/>
                  </a:moveTo>
                  <a:cubicBezTo>
                    <a:pt x="0" y="25545"/>
                    <a:pt x="7368" y="32914"/>
                    <a:pt x="16457" y="32914"/>
                  </a:cubicBezTo>
                  <a:cubicBezTo>
                    <a:pt x="25545" y="32914"/>
                    <a:pt x="32914" y="25545"/>
                    <a:pt x="32914" y="16457"/>
                  </a:cubicBezTo>
                  <a:cubicBezTo>
                    <a:pt x="32914" y="7368"/>
                    <a:pt x="25545" y="0"/>
                    <a:pt x="16457" y="0"/>
                  </a:cubicBezTo>
                  <a:cubicBezTo>
                    <a:pt x="7368" y="0"/>
                    <a:pt x="0" y="7368"/>
                    <a:pt x="0" y="16457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EBB3B46-CD53-4AF6-B315-698F7C3944B5}"/>
                </a:ext>
              </a:extLst>
            </p:cNvPr>
            <p:cNvSpPr/>
            <p:nvPr/>
          </p:nvSpPr>
          <p:spPr>
            <a:xfrm>
              <a:off x="6228194" y="5406607"/>
              <a:ext cx="32913" cy="32913"/>
            </a:xfrm>
            <a:custGeom>
              <a:avLst/>
              <a:gdLst>
                <a:gd name="connsiteX0" fmla="*/ 0 w 32913"/>
                <a:gd name="connsiteY0" fmla="*/ 16457 h 32913"/>
                <a:gd name="connsiteX1" fmla="*/ 16457 w 32913"/>
                <a:gd name="connsiteY1" fmla="*/ 32914 h 32913"/>
                <a:gd name="connsiteX2" fmla="*/ 32914 w 32913"/>
                <a:gd name="connsiteY2" fmla="*/ 16457 h 32913"/>
                <a:gd name="connsiteX3" fmla="*/ 16457 w 32913"/>
                <a:gd name="connsiteY3" fmla="*/ 0 h 32913"/>
                <a:gd name="connsiteX4" fmla="*/ 0 w 32913"/>
                <a:gd name="connsiteY4" fmla="*/ 16457 h 32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13" h="32913">
                  <a:moveTo>
                    <a:pt x="0" y="16457"/>
                  </a:moveTo>
                  <a:cubicBezTo>
                    <a:pt x="0" y="25545"/>
                    <a:pt x="7368" y="32914"/>
                    <a:pt x="16457" y="32914"/>
                  </a:cubicBezTo>
                  <a:cubicBezTo>
                    <a:pt x="25545" y="32914"/>
                    <a:pt x="32914" y="25545"/>
                    <a:pt x="32914" y="16457"/>
                  </a:cubicBezTo>
                  <a:cubicBezTo>
                    <a:pt x="32914" y="7368"/>
                    <a:pt x="25545" y="0"/>
                    <a:pt x="16457" y="0"/>
                  </a:cubicBezTo>
                  <a:cubicBezTo>
                    <a:pt x="7368" y="0"/>
                    <a:pt x="0" y="7368"/>
                    <a:pt x="0" y="16457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DD22A19-EE4E-4FF0-8965-18A0F233D7A9}"/>
                </a:ext>
              </a:extLst>
            </p:cNvPr>
            <p:cNvSpPr/>
            <p:nvPr/>
          </p:nvSpPr>
          <p:spPr>
            <a:xfrm>
              <a:off x="6179038" y="5244911"/>
              <a:ext cx="750875" cy="814805"/>
            </a:xfrm>
            <a:custGeom>
              <a:avLst/>
              <a:gdLst>
                <a:gd name="connsiteX0" fmla="*/ 727074 w 750875"/>
                <a:gd name="connsiteY0" fmla="*/ 736099 h 814805"/>
                <a:gd name="connsiteX1" fmla="*/ 727074 w 750875"/>
                <a:gd name="connsiteY1" fmla="*/ 444913 h 814805"/>
                <a:gd name="connsiteX2" fmla="*/ 750874 w 750875"/>
                <a:gd name="connsiteY2" fmla="*/ 407511 h 814805"/>
                <a:gd name="connsiteX3" fmla="*/ 709569 w 750875"/>
                <a:gd name="connsiteY3" fmla="*/ 366208 h 814805"/>
                <a:gd name="connsiteX4" fmla="*/ 570676 w 750875"/>
                <a:gd name="connsiteY4" fmla="*/ 366208 h 814805"/>
                <a:gd name="connsiteX5" fmla="*/ 570676 w 750875"/>
                <a:gd name="connsiteY5" fmla="*/ 220443 h 814805"/>
                <a:gd name="connsiteX6" fmla="*/ 550110 w 750875"/>
                <a:gd name="connsiteY6" fmla="*/ 197393 h 814805"/>
                <a:gd name="connsiteX7" fmla="*/ 423408 w 750875"/>
                <a:gd name="connsiteY7" fmla="*/ 168538 h 814805"/>
                <a:gd name="connsiteX8" fmla="*/ 354296 w 750875"/>
                <a:gd name="connsiteY8" fmla="*/ 135259 h 814805"/>
                <a:gd name="connsiteX9" fmla="*/ 309230 w 750875"/>
                <a:gd name="connsiteY9" fmla="*/ 135261 h 814805"/>
                <a:gd name="connsiteX10" fmla="*/ 240118 w 750875"/>
                <a:gd name="connsiteY10" fmla="*/ 168538 h 814805"/>
                <a:gd name="connsiteX11" fmla="*/ 113416 w 750875"/>
                <a:gd name="connsiteY11" fmla="*/ 197393 h 814805"/>
                <a:gd name="connsiteX12" fmla="*/ 92850 w 750875"/>
                <a:gd name="connsiteY12" fmla="*/ 220443 h 814805"/>
                <a:gd name="connsiteX13" fmla="*/ 92850 w 750875"/>
                <a:gd name="connsiteY13" fmla="*/ 317760 h 814805"/>
                <a:gd name="connsiteX14" fmla="*/ 104854 w 750875"/>
                <a:gd name="connsiteY14" fmla="*/ 329764 h 814805"/>
                <a:gd name="connsiteX15" fmla="*/ 116858 w 750875"/>
                <a:gd name="connsiteY15" fmla="*/ 317760 h 814805"/>
                <a:gd name="connsiteX16" fmla="*/ 116858 w 750875"/>
                <a:gd name="connsiteY16" fmla="*/ 221166 h 814805"/>
                <a:gd name="connsiteX17" fmla="*/ 248347 w 750875"/>
                <a:gd name="connsiteY17" fmla="*/ 191093 h 814805"/>
                <a:gd name="connsiteX18" fmla="*/ 322030 w 750875"/>
                <a:gd name="connsiteY18" fmla="*/ 155572 h 814805"/>
                <a:gd name="connsiteX19" fmla="*/ 341496 w 750875"/>
                <a:gd name="connsiteY19" fmla="*/ 155571 h 814805"/>
                <a:gd name="connsiteX20" fmla="*/ 415179 w 750875"/>
                <a:gd name="connsiteY20" fmla="*/ 191093 h 814805"/>
                <a:gd name="connsiteX21" fmla="*/ 546668 w 750875"/>
                <a:gd name="connsiteY21" fmla="*/ 221166 h 814805"/>
                <a:gd name="connsiteX22" fmla="*/ 546668 w 750875"/>
                <a:gd name="connsiteY22" fmla="*/ 366206 h 814805"/>
                <a:gd name="connsiteX23" fmla="*/ 482333 w 750875"/>
                <a:gd name="connsiteY23" fmla="*/ 366206 h 814805"/>
                <a:gd name="connsiteX24" fmla="*/ 441028 w 750875"/>
                <a:gd name="connsiteY24" fmla="*/ 407510 h 814805"/>
                <a:gd name="connsiteX25" fmla="*/ 464987 w 750875"/>
                <a:gd name="connsiteY25" fmla="*/ 444983 h 814805"/>
                <a:gd name="connsiteX26" fmla="*/ 464987 w 750875"/>
                <a:gd name="connsiteY26" fmla="*/ 706257 h 814805"/>
                <a:gd name="connsiteX27" fmla="*/ 375279 w 750875"/>
                <a:gd name="connsiteY27" fmla="*/ 775882 h 814805"/>
                <a:gd name="connsiteX28" fmla="*/ 331763 w 750875"/>
                <a:gd name="connsiteY28" fmla="*/ 790796 h 814805"/>
                <a:gd name="connsiteX29" fmla="*/ 288250 w 750875"/>
                <a:gd name="connsiteY29" fmla="*/ 775883 h 814805"/>
                <a:gd name="connsiteX30" fmla="*/ 160206 w 750875"/>
                <a:gd name="connsiteY30" fmla="*/ 676507 h 814805"/>
                <a:gd name="connsiteX31" fmla="*/ 59885 w 750875"/>
                <a:gd name="connsiteY31" fmla="*/ 553226 h 814805"/>
                <a:gd name="connsiteX32" fmla="*/ 24008 w 750875"/>
                <a:gd name="connsiteY32" fmla="*/ 398391 h 814805"/>
                <a:gd name="connsiteX33" fmla="*/ 24008 w 750875"/>
                <a:gd name="connsiteY33" fmla="*/ 136754 h 814805"/>
                <a:gd name="connsiteX34" fmla="*/ 29570 w 750875"/>
                <a:gd name="connsiteY34" fmla="*/ 131152 h 814805"/>
                <a:gd name="connsiteX35" fmla="*/ 68491 w 750875"/>
                <a:gd name="connsiteY35" fmla="*/ 130869 h 814805"/>
                <a:gd name="connsiteX36" fmla="*/ 293037 w 750875"/>
                <a:gd name="connsiteY36" fmla="*/ 58096 h 814805"/>
                <a:gd name="connsiteX37" fmla="*/ 315561 w 750875"/>
                <a:gd name="connsiteY37" fmla="*/ 32174 h 814805"/>
                <a:gd name="connsiteX38" fmla="*/ 331879 w 750875"/>
                <a:gd name="connsiteY38" fmla="*/ 24007 h 814805"/>
                <a:gd name="connsiteX39" fmla="*/ 331930 w 750875"/>
                <a:gd name="connsiteY39" fmla="*/ 24008 h 814805"/>
                <a:gd name="connsiteX40" fmla="*/ 348123 w 750875"/>
                <a:gd name="connsiteY40" fmla="*/ 32169 h 814805"/>
                <a:gd name="connsiteX41" fmla="*/ 370495 w 750875"/>
                <a:gd name="connsiteY41" fmla="*/ 58096 h 814805"/>
                <a:gd name="connsiteX42" fmla="*/ 595041 w 750875"/>
                <a:gd name="connsiteY42" fmla="*/ 130869 h 814805"/>
                <a:gd name="connsiteX43" fmla="*/ 633962 w 750875"/>
                <a:gd name="connsiteY43" fmla="*/ 131152 h 814805"/>
                <a:gd name="connsiteX44" fmla="*/ 639524 w 750875"/>
                <a:gd name="connsiteY44" fmla="*/ 136754 h 814805"/>
                <a:gd name="connsiteX45" fmla="*/ 639524 w 750875"/>
                <a:gd name="connsiteY45" fmla="*/ 317260 h 814805"/>
                <a:gd name="connsiteX46" fmla="*/ 651528 w 750875"/>
                <a:gd name="connsiteY46" fmla="*/ 329264 h 814805"/>
                <a:gd name="connsiteX47" fmla="*/ 663532 w 750875"/>
                <a:gd name="connsiteY47" fmla="*/ 317260 h 814805"/>
                <a:gd name="connsiteX48" fmla="*/ 663532 w 750875"/>
                <a:gd name="connsiteY48" fmla="*/ 136754 h 814805"/>
                <a:gd name="connsiteX49" fmla="*/ 634139 w 750875"/>
                <a:gd name="connsiteY49" fmla="*/ 107144 h 814805"/>
                <a:gd name="connsiteX50" fmla="*/ 595217 w 750875"/>
                <a:gd name="connsiteY50" fmla="*/ 106861 h 814805"/>
                <a:gd name="connsiteX51" fmla="*/ 387474 w 750875"/>
                <a:gd name="connsiteY51" fmla="*/ 41121 h 814805"/>
                <a:gd name="connsiteX52" fmla="*/ 367393 w 750875"/>
                <a:gd name="connsiteY52" fmla="*/ 17848 h 814805"/>
                <a:gd name="connsiteX53" fmla="*/ 331986 w 750875"/>
                <a:gd name="connsiteY53" fmla="*/ 0 h 814805"/>
                <a:gd name="connsiteX54" fmla="*/ 331876 w 750875"/>
                <a:gd name="connsiteY54" fmla="*/ 0 h 814805"/>
                <a:gd name="connsiteX55" fmla="*/ 296359 w 750875"/>
                <a:gd name="connsiteY55" fmla="*/ 17759 h 814805"/>
                <a:gd name="connsiteX56" fmla="*/ 276059 w 750875"/>
                <a:gd name="connsiteY56" fmla="*/ 41119 h 814805"/>
                <a:gd name="connsiteX57" fmla="*/ 68315 w 750875"/>
                <a:gd name="connsiteY57" fmla="*/ 106861 h 814805"/>
                <a:gd name="connsiteX58" fmla="*/ 29393 w 750875"/>
                <a:gd name="connsiteY58" fmla="*/ 107144 h 814805"/>
                <a:gd name="connsiteX59" fmla="*/ 0 w 750875"/>
                <a:gd name="connsiteY59" fmla="*/ 136754 h 814805"/>
                <a:gd name="connsiteX60" fmla="*/ 0 w 750875"/>
                <a:gd name="connsiteY60" fmla="*/ 398392 h 814805"/>
                <a:gd name="connsiteX61" fmla="*/ 38323 w 750875"/>
                <a:gd name="connsiteY61" fmla="*/ 563789 h 814805"/>
                <a:gd name="connsiteX62" fmla="*/ 145486 w 750875"/>
                <a:gd name="connsiteY62" fmla="*/ 695475 h 814805"/>
                <a:gd name="connsiteX63" fmla="*/ 273530 w 750875"/>
                <a:gd name="connsiteY63" fmla="*/ 794851 h 814805"/>
                <a:gd name="connsiteX64" fmla="*/ 331763 w 750875"/>
                <a:gd name="connsiteY64" fmla="*/ 814806 h 814805"/>
                <a:gd name="connsiteX65" fmla="*/ 389999 w 750875"/>
                <a:gd name="connsiteY65" fmla="*/ 794850 h 814805"/>
                <a:gd name="connsiteX66" fmla="*/ 449141 w 750875"/>
                <a:gd name="connsiteY66" fmla="*/ 748948 h 814805"/>
                <a:gd name="connsiteX67" fmla="*/ 441030 w 750875"/>
                <a:gd name="connsiteY67" fmla="*/ 773499 h 814805"/>
                <a:gd name="connsiteX68" fmla="*/ 482335 w 750875"/>
                <a:gd name="connsiteY68" fmla="*/ 814804 h 814805"/>
                <a:gd name="connsiteX69" fmla="*/ 709570 w 750875"/>
                <a:gd name="connsiteY69" fmla="*/ 814804 h 814805"/>
                <a:gd name="connsiteX70" fmla="*/ 750876 w 750875"/>
                <a:gd name="connsiteY70" fmla="*/ 773499 h 814805"/>
                <a:gd name="connsiteX71" fmla="*/ 727074 w 750875"/>
                <a:gd name="connsiteY71" fmla="*/ 736099 h 814805"/>
                <a:gd name="connsiteX72" fmla="*/ 488995 w 750875"/>
                <a:gd name="connsiteY72" fmla="*/ 597059 h 814805"/>
                <a:gd name="connsiteX73" fmla="*/ 516899 w 750875"/>
                <a:gd name="connsiteY73" fmla="*/ 563916 h 814805"/>
                <a:gd name="connsiteX74" fmla="*/ 546713 w 750875"/>
                <a:gd name="connsiteY74" fmla="*/ 589706 h 814805"/>
                <a:gd name="connsiteX75" fmla="*/ 488995 w 750875"/>
                <a:gd name="connsiteY75" fmla="*/ 673630 h 814805"/>
                <a:gd name="connsiteX76" fmla="*/ 488995 w 750875"/>
                <a:gd name="connsiteY76" fmla="*/ 505783 h 814805"/>
                <a:gd name="connsiteX77" fmla="*/ 502536 w 750875"/>
                <a:gd name="connsiteY77" fmla="*/ 542549 h 814805"/>
                <a:gd name="connsiteX78" fmla="*/ 488995 w 750875"/>
                <a:gd name="connsiteY78" fmla="*/ 560961 h 814805"/>
                <a:gd name="connsiteX79" fmla="*/ 510365 w 750875"/>
                <a:gd name="connsiteY79" fmla="*/ 698746 h 814805"/>
                <a:gd name="connsiteX80" fmla="*/ 575111 w 750875"/>
                <a:gd name="connsiteY80" fmla="*/ 603676 h 814805"/>
                <a:gd name="connsiteX81" fmla="*/ 586000 w 750875"/>
                <a:gd name="connsiteY81" fmla="*/ 589702 h 814805"/>
                <a:gd name="connsiteX82" fmla="*/ 575107 w 750875"/>
                <a:gd name="connsiteY82" fmla="*/ 575734 h 814805"/>
                <a:gd name="connsiteX83" fmla="*/ 510363 w 750875"/>
                <a:gd name="connsiteY83" fmla="*/ 480664 h 814805"/>
                <a:gd name="connsiteX84" fmla="*/ 510363 w 750875"/>
                <a:gd name="connsiteY84" fmla="*/ 448817 h 814805"/>
                <a:gd name="connsiteX85" fmla="*/ 681534 w 750875"/>
                <a:gd name="connsiteY85" fmla="*/ 448817 h 814805"/>
                <a:gd name="connsiteX86" fmla="*/ 681534 w 750875"/>
                <a:gd name="connsiteY86" fmla="*/ 480664 h 814805"/>
                <a:gd name="connsiteX87" fmla="*/ 616794 w 750875"/>
                <a:gd name="connsiteY87" fmla="*/ 575734 h 814805"/>
                <a:gd name="connsiteX88" fmla="*/ 605897 w 750875"/>
                <a:gd name="connsiteY88" fmla="*/ 589702 h 814805"/>
                <a:gd name="connsiteX89" fmla="*/ 616791 w 750875"/>
                <a:gd name="connsiteY89" fmla="*/ 603677 h 814805"/>
                <a:gd name="connsiteX90" fmla="*/ 681534 w 750875"/>
                <a:gd name="connsiteY90" fmla="*/ 698746 h 814805"/>
                <a:gd name="connsiteX91" fmla="*/ 681534 w 750875"/>
                <a:gd name="connsiteY91" fmla="*/ 732194 h 814805"/>
                <a:gd name="connsiteX92" fmla="*/ 510365 w 750875"/>
                <a:gd name="connsiteY92" fmla="*/ 732194 h 814805"/>
                <a:gd name="connsiteX93" fmla="*/ 703066 w 750875"/>
                <a:gd name="connsiteY93" fmla="*/ 674433 h 814805"/>
                <a:gd name="connsiteX94" fmla="*/ 645190 w 750875"/>
                <a:gd name="connsiteY94" fmla="*/ 589706 h 814805"/>
                <a:gd name="connsiteX95" fmla="*/ 703066 w 750875"/>
                <a:gd name="connsiteY95" fmla="*/ 504979 h 814805"/>
                <a:gd name="connsiteX96" fmla="*/ 482333 w 750875"/>
                <a:gd name="connsiteY96" fmla="*/ 390214 h 814805"/>
                <a:gd name="connsiteX97" fmla="*/ 709569 w 750875"/>
                <a:gd name="connsiteY97" fmla="*/ 390214 h 814805"/>
                <a:gd name="connsiteX98" fmla="*/ 726866 w 750875"/>
                <a:gd name="connsiteY98" fmla="*/ 407511 h 814805"/>
                <a:gd name="connsiteX99" fmla="*/ 709569 w 750875"/>
                <a:gd name="connsiteY99" fmla="*/ 424810 h 814805"/>
                <a:gd name="connsiteX100" fmla="*/ 482333 w 750875"/>
                <a:gd name="connsiteY100" fmla="*/ 424810 h 814805"/>
                <a:gd name="connsiteX101" fmla="*/ 465035 w 750875"/>
                <a:gd name="connsiteY101" fmla="*/ 407511 h 814805"/>
                <a:gd name="connsiteX102" fmla="*/ 482333 w 750875"/>
                <a:gd name="connsiteY102" fmla="*/ 390214 h 814805"/>
                <a:gd name="connsiteX103" fmla="*/ 709569 w 750875"/>
                <a:gd name="connsiteY103" fmla="*/ 790798 h 814805"/>
                <a:gd name="connsiteX104" fmla="*/ 482333 w 750875"/>
                <a:gd name="connsiteY104" fmla="*/ 790798 h 814805"/>
                <a:gd name="connsiteX105" fmla="*/ 465035 w 750875"/>
                <a:gd name="connsiteY105" fmla="*/ 773499 h 814805"/>
                <a:gd name="connsiteX106" fmla="*/ 482333 w 750875"/>
                <a:gd name="connsiteY106" fmla="*/ 756200 h 814805"/>
                <a:gd name="connsiteX107" fmla="*/ 709569 w 750875"/>
                <a:gd name="connsiteY107" fmla="*/ 756200 h 814805"/>
                <a:gd name="connsiteX108" fmla="*/ 726866 w 750875"/>
                <a:gd name="connsiteY108" fmla="*/ 773499 h 814805"/>
                <a:gd name="connsiteX109" fmla="*/ 709569 w 750875"/>
                <a:gd name="connsiteY109" fmla="*/ 790798 h 81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750875" h="814805">
                  <a:moveTo>
                    <a:pt x="727074" y="736099"/>
                  </a:moveTo>
                  <a:lnTo>
                    <a:pt x="727074" y="444913"/>
                  </a:lnTo>
                  <a:cubicBezTo>
                    <a:pt x="741120" y="438312"/>
                    <a:pt x="750874" y="424032"/>
                    <a:pt x="750874" y="407511"/>
                  </a:cubicBezTo>
                  <a:cubicBezTo>
                    <a:pt x="750874" y="384736"/>
                    <a:pt x="732345" y="366208"/>
                    <a:pt x="709569" y="366208"/>
                  </a:cubicBezTo>
                  <a:lnTo>
                    <a:pt x="570676" y="366208"/>
                  </a:lnTo>
                  <a:lnTo>
                    <a:pt x="570676" y="220443"/>
                  </a:lnTo>
                  <a:cubicBezTo>
                    <a:pt x="570676" y="208627"/>
                    <a:pt x="561834" y="198717"/>
                    <a:pt x="550110" y="197393"/>
                  </a:cubicBezTo>
                  <a:cubicBezTo>
                    <a:pt x="504346" y="192229"/>
                    <a:pt x="461718" y="182521"/>
                    <a:pt x="423408" y="168538"/>
                  </a:cubicBezTo>
                  <a:cubicBezTo>
                    <a:pt x="397706" y="159159"/>
                    <a:pt x="374454" y="147964"/>
                    <a:pt x="354296" y="135259"/>
                  </a:cubicBezTo>
                  <a:cubicBezTo>
                    <a:pt x="340608" y="126631"/>
                    <a:pt x="322919" y="126632"/>
                    <a:pt x="309230" y="135261"/>
                  </a:cubicBezTo>
                  <a:cubicBezTo>
                    <a:pt x="289070" y="147965"/>
                    <a:pt x="265818" y="159161"/>
                    <a:pt x="240118" y="168538"/>
                  </a:cubicBezTo>
                  <a:cubicBezTo>
                    <a:pt x="201808" y="182520"/>
                    <a:pt x="159180" y="192229"/>
                    <a:pt x="113416" y="197393"/>
                  </a:cubicBezTo>
                  <a:cubicBezTo>
                    <a:pt x="101692" y="198717"/>
                    <a:pt x="92850" y="208627"/>
                    <a:pt x="92850" y="220443"/>
                  </a:cubicBezTo>
                  <a:lnTo>
                    <a:pt x="92850" y="317760"/>
                  </a:lnTo>
                  <a:cubicBezTo>
                    <a:pt x="92850" y="324390"/>
                    <a:pt x="98224" y="329764"/>
                    <a:pt x="104854" y="329764"/>
                  </a:cubicBezTo>
                  <a:cubicBezTo>
                    <a:pt x="111484" y="329764"/>
                    <a:pt x="116858" y="324390"/>
                    <a:pt x="116858" y="317760"/>
                  </a:cubicBezTo>
                  <a:lnTo>
                    <a:pt x="116858" y="221166"/>
                  </a:lnTo>
                  <a:cubicBezTo>
                    <a:pt x="164228" y="215766"/>
                    <a:pt x="208463" y="205648"/>
                    <a:pt x="248347" y="191093"/>
                  </a:cubicBezTo>
                  <a:cubicBezTo>
                    <a:pt x="275642" y="181134"/>
                    <a:pt x="300433" y="169182"/>
                    <a:pt x="322030" y="155572"/>
                  </a:cubicBezTo>
                  <a:cubicBezTo>
                    <a:pt x="328034" y="151791"/>
                    <a:pt x="335493" y="151786"/>
                    <a:pt x="341496" y="155571"/>
                  </a:cubicBezTo>
                  <a:cubicBezTo>
                    <a:pt x="363092" y="169182"/>
                    <a:pt x="387883" y="181132"/>
                    <a:pt x="415179" y="191093"/>
                  </a:cubicBezTo>
                  <a:cubicBezTo>
                    <a:pt x="455063" y="205649"/>
                    <a:pt x="499299" y="215764"/>
                    <a:pt x="546668" y="221166"/>
                  </a:cubicBezTo>
                  <a:lnTo>
                    <a:pt x="546668" y="366206"/>
                  </a:lnTo>
                  <a:lnTo>
                    <a:pt x="482333" y="366206"/>
                  </a:lnTo>
                  <a:cubicBezTo>
                    <a:pt x="459557" y="366206"/>
                    <a:pt x="441028" y="384735"/>
                    <a:pt x="441028" y="407510"/>
                  </a:cubicBezTo>
                  <a:cubicBezTo>
                    <a:pt x="441028" y="424092"/>
                    <a:pt x="450855" y="438415"/>
                    <a:pt x="464987" y="444983"/>
                  </a:cubicBezTo>
                  <a:lnTo>
                    <a:pt x="464987" y="706257"/>
                  </a:lnTo>
                  <a:lnTo>
                    <a:pt x="375279" y="775882"/>
                  </a:lnTo>
                  <a:cubicBezTo>
                    <a:pt x="362885" y="785499"/>
                    <a:pt x="347430" y="790796"/>
                    <a:pt x="331763" y="790796"/>
                  </a:cubicBezTo>
                  <a:cubicBezTo>
                    <a:pt x="315868" y="790796"/>
                    <a:pt x="300821" y="785640"/>
                    <a:pt x="288250" y="775883"/>
                  </a:cubicBezTo>
                  <a:lnTo>
                    <a:pt x="160206" y="676507"/>
                  </a:lnTo>
                  <a:cubicBezTo>
                    <a:pt x="118047" y="643786"/>
                    <a:pt x="83357" y="601155"/>
                    <a:pt x="59885" y="553226"/>
                  </a:cubicBezTo>
                  <a:cubicBezTo>
                    <a:pt x="36413" y="505301"/>
                    <a:pt x="24008" y="451759"/>
                    <a:pt x="24008" y="398391"/>
                  </a:cubicBezTo>
                  <a:lnTo>
                    <a:pt x="24008" y="136754"/>
                  </a:lnTo>
                  <a:cubicBezTo>
                    <a:pt x="24008" y="133687"/>
                    <a:pt x="26503" y="131174"/>
                    <a:pt x="29570" y="131152"/>
                  </a:cubicBezTo>
                  <a:lnTo>
                    <a:pt x="68491" y="130869"/>
                  </a:lnTo>
                  <a:cubicBezTo>
                    <a:pt x="201513" y="129903"/>
                    <a:pt x="266273" y="84859"/>
                    <a:pt x="293037" y="58096"/>
                  </a:cubicBezTo>
                  <a:cubicBezTo>
                    <a:pt x="301190" y="49942"/>
                    <a:pt x="308769" y="41221"/>
                    <a:pt x="315561" y="32174"/>
                  </a:cubicBezTo>
                  <a:cubicBezTo>
                    <a:pt x="319458" y="26981"/>
                    <a:pt x="325404" y="24007"/>
                    <a:pt x="331879" y="24007"/>
                  </a:cubicBezTo>
                  <a:cubicBezTo>
                    <a:pt x="331897" y="24007"/>
                    <a:pt x="331913" y="24007"/>
                    <a:pt x="331930" y="24008"/>
                  </a:cubicBezTo>
                  <a:cubicBezTo>
                    <a:pt x="338377" y="24022"/>
                    <a:pt x="344279" y="26998"/>
                    <a:pt x="348123" y="32169"/>
                  </a:cubicBezTo>
                  <a:cubicBezTo>
                    <a:pt x="354951" y="41356"/>
                    <a:pt x="362477" y="50079"/>
                    <a:pt x="370495" y="58096"/>
                  </a:cubicBezTo>
                  <a:cubicBezTo>
                    <a:pt x="392043" y="79643"/>
                    <a:pt x="457055" y="129868"/>
                    <a:pt x="595041" y="130869"/>
                  </a:cubicBezTo>
                  <a:lnTo>
                    <a:pt x="633962" y="131152"/>
                  </a:lnTo>
                  <a:cubicBezTo>
                    <a:pt x="637029" y="131174"/>
                    <a:pt x="639524" y="133687"/>
                    <a:pt x="639524" y="136754"/>
                  </a:cubicBezTo>
                  <a:lnTo>
                    <a:pt x="639524" y="317260"/>
                  </a:lnTo>
                  <a:cubicBezTo>
                    <a:pt x="639524" y="323890"/>
                    <a:pt x="644898" y="329264"/>
                    <a:pt x="651528" y="329264"/>
                  </a:cubicBezTo>
                  <a:cubicBezTo>
                    <a:pt x="658158" y="329264"/>
                    <a:pt x="663532" y="323890"/>
                    <a:pt x="663532" y="317260"/>
                  </a:cubicBezTo>
                  <a:lnTo>
                    <a:pt x="663532" y="136754"/>
                  </a:lnTo>
                  <a:cubicBezTo>
                    <a:pt x="663532" y="120545"/>
                    <a:pt x="650346" y="107263"/>
                    <a:pt x="634139" y="107144"/>
                  </a:cubicBezTo>
                  <a:lnTo>
                    <a:pt x="595217" y="106861"/>
                  </a:lnTo>
                  <a:cubicBezTo>
                    <a:pt x="466115" y="105923"/>
                    <a:pt x="406929" y="60573"/>
                    <a:pt x="387474" y="41121"/>
                  </a:cubicBezTo>
                  <a:cubicBezTo>
                    <a:pt x="380282" y="33927"/>
                    <a:pt x="373527" y="26098"/>
                    <a:pt x="367393" y="17848"/>
                  </a:cubicBezTo>
                  <a:cubicBezTo>
                    <a:pt x="358983" y="6538"/>
                    <a:pt x="346079" y="33"/>
                    <a:pt x="331986" y="0"/>
                  </a:cubicBezTo>
                  <a:cubicBezTo>
                    <a:pt x="331949" y="0"/>
                    <a:pt x="331913" y="0"/>
                    <a:pt x="331876" y="0"/>
                  </a:cubicBezTo>
                  <a:cubicBezTo>
                    <a:pt x="317778" y="0"/>
                    <a:pt x="304836" y="6468"/>
                    <a:pt x="296359" y="17759"/>
                  </a:cubicBezTo>
                  <a:cubicBezTo>
                    <a:pt x="290244" y="25904"/>
                    <a:pt x="283414" y="33764"/>
                    <a:pt x="276059" y="41119"/>
                  </a:cubicBezTo>
                  <a:cubicBezTo>
                    <a:pt x="251893" y="65285"/>
                    <a:pt x="192773" y="105957"/>
                    <a:pt x="68315" y="106861"/>
                  </a:cubicBezTo>
                  <a:lnTo>
                    <a:pt x="29393" y="107144"/>
                  </a:lnTo>
                  <a:cubicBezTo>
                    <a:pt x="13186" y="107263"/>
                    <a:pt x="0" y="120545"/>
                    <a:pt x="0" y="136754"/>
                  </a:cubicBezTo>
                  <a:lnTo>
                    <a:pt x="0" y="398392"/>
                  </a:lnTo>
                  <a:cubicBezTo>
                    <a:pt x="0" y="455400"/>
                    <a:pt x="13252" y="512593"/>
                    <a:pt x="38323" y="563789"/>
                  </a:cubicBezTo>
                  <a:cubicBezTo>
                    <a:pt x="63396" y="614986"/>
                    <a:pt x="100452" y="660521"/>
                    <a:pt x="145486" y="695475"/>
                  </a:cubicBezTo>
                  <a:lnTo>
                    <a:pt x="273530" y="794851"/>
                  </a:lnTo>
                  <a:cubicBezTo>
                    <a:pt x="290111" y="807719"/>
                    <a:pt x="310791" y="814806"/>
                    <a:pt x="331763" y="814806"/>
                  </a:cubicBezTo>
                  <a:cubicBezTo>
                    <a:pt x="352733" y="814806"/>
                    <a:pt x="373415" y="807719"/>
                    <a:pt x="389999" y="794850"/>
                  </a:cubicBezTo>
                  <a:lnTo>
                    <a:pt x="449141" y="748948"/>
                  </a:lnTo>
                  <a:cubicBezTo>
                    <a:pt x="444047" y="755817"/>
                    <a:pt x="441030" y="764312"/>
                    <a:pt x="441030" y="773499"/>
                  </a:cubicBezTo>
                  <a:cubicBezTo>
                    <a:pt x="441030" y="796276"/>
                    <a:pt x="459559" y="814804"/>
                    <a:pt x="482335" y="814804"/>
                  </a:cubicBezTo>
                  <a:lnTo>
                    <a:pt x="709570" y="814804"/>
                  </a:lnTo>
                  <a:cubicBezTo>
                    <a:pt x="732345" y="814804"/>
                    <a:pt x="750876" y="796276"/>
                    <a:pt x="750876" y="773499"/>
                  </a:cubicBezTo>
                  <a:cubicBezTo>
                    <a:pt x="750874" y="756980"/>
                    <a:pt x="741122" y="742700"/>
                    <a:pt x="727074" y="736099"/>
                  </a:cubicBezTo>
                  <a:close/>
                  <a:moveTo>
                    <a:pt x="488995" y="597059"/>
                  </a:moveTo>
                  <a:cubicBezTo>
                    <a:pt x="499126" y="586713"/>
                    <a:pt x="508468" y="575621"/>
                    <a:pt x="516899" y="563916"/>
                  </a:cubicBezTo>
                  <a:cubicBezTo>
                    <a:pt x="525561" y="574413"/>
                    <a:pt x="535668" y="583263"/>
                    <a:pt x="546713" y="589706"/>
                  </a:cubicBezTo>
                  <a:cubicBezTo>
                    <a:pt x="518503" y="606166"/>
                    <a:pt x="496363" y="638283"/>
                    <a:pt x="488995" y="673630"/>
                  </a:cubicBezTo>
                  <a:close/>
                  <a:moveTo>
                    <a:pt x="488995" y="505783"/>
                  </a:moveTo>
                  <a:cubicBezTo>
                    <a:pt x="491681" y="518672"/>
                    <a:pt x="496343" y="531123"/>
                    <a:pt x="502536" y="542549"/>
                  </a:cubicBezTo>
                  <a:cubicBezTo>
                    <a:pt x="498303" y="548872"/>
                    <a:pt x="493777" y="555013"/>
                    <a:pt x="488995" y="560961"/>
                  </a:cubicBezTo>
                  <a:close/>
                  <a:moveTo>
                    <a:pt x="510365" y="698746"/>
                  </a:moveTo>
                  <a:cubicBezTo>
                    <a:pt x="510365" y="655990"/>
                    <a:pt x="540014" y="612454"/>
                    <a:pt x="575111" y="603676"/>
                  </a:cubicBezTo>
                  <a:cubicBezTo>
                    <a:pt x="581525" y="602068"/>
                    <a:pt x="586003" y="596322"/>
                    <a:pt x="586000" y="589702"/>
                  </a:cubicBezTo>
                  <a:cubicBezTo>
                    <a:pt x="585998" y="583081"/>
                    <a:pt x="581518" y="577336"/>
                    <a:pt x="575107" y="575734"/>
                  </a:cubicBezTo>
                  <a:cubicBezTo>
                    <a:pt x="540013" y="566957"/>
                    <a:pt x="510363" y="523421"/>
                    <a:pt x="510363" y="480664"/>
                  </a:cubicBezTo>
                  <a:lnTo>
                    <a:pt x="510363" y="448817"/>
                  </a:lnTo>
                  <a:lnTo>
                    <a:pt x="681534" y="448817"/>
                  </a:lnTo>
                  <a:lnTo>
                    <a:pt x="681534" y="480664"/>
                  </a:lnTo>
                  <a:cubicBezTo>
                    <a:pt x="681534" y="523421"/>
                    <a:pt x="651885" y="566957"/>
                    <a:pt x="616794" y="575734"/>
                  </a:cubicBezTo>
                  <a:cubicBezTo>
                    <a:pt x="610380" y="577336"/>
                    <a:pt x="605899" y="583080"/>
                    <a:pt x="605897" y="589702"/>
                  </a:cubicBezTo>
                  <a:cubicBezTo>
                    <a:pt x="605896" y="596322"/>
                    <a:pt x="610373" y="602070"/>
                    <a:pt x="616791" y="603677"/>
                  </a:cubicBezTo>
                  <a:cubicBezTo>
                    <a:pt x="651885" y="612454"/>
                    <a:pt x="681534" y="655990"/>
                    <a:pt x="681534" y="698746"/>
                  </a:cubicBezTo>
                  <a:lnTo>
                    <a:pt x="681534" y="732194"/>
                  </a:lnTo>
                  <a:lnTo>
                    <a:pt x="510365" y="732194"/>
                  </a:lnTo>
                  <a:close/>
                  <a:moveTo>
                    <a:pt x="703066" y="674433"/>
                  </a:moveTo>
                  <a:cubicBezTo>
                    <a:pt x="695867" y="638770"/>
                    <a:pt x="673611" y="606289"/>
                    <a:pt x="645190" y="589706"/>
                  </a:cubicBezTo>
                  <a:cubicBezTo>
                    <a:pt x="673612" y="573122"/>
                    <a:pt x="695867" y="540643"/>
                    <a:pt x="703066" y="504979"/>
                  </a:cubicBezTo>
                  <a:close/>
                  <a:moveTo>
                    <a:pt x="482333" y="390214"/>
                  </a:moveTo>
                  <a:lnTo>
                    <a:pt x="709569" y="390214"/>
                  </a:lnTo>
                  <a:cubicBezTo>
                    <a:pt x="719106" y="390214"/>
                    <a:pt x="726866" y="397972"/>
                    <a:pt x="726866" y="407511"/>
                  </a:cubicBezTo>
                  <a:cubicBezTo>
                    <a:pt x="726866" y="417049"/>
                    <a:pt x="719106" y="424810"/>
                    <a:pt x="709569" y="424810"/>
                  </a:cubicBezTo>
                  <a:lnTo>
                    <a:pt x="482333" y="424810"/>
                  </a:lnTo>
                  <a:cubicBezTo>
                    <a:pt x="472794" y="424810"/>
                    <a:pt x="465035" y="417050"/>
                    <a:pt x="465035" y="407511"/>
                  </a:cubicBezTo>
                  <a:cubicBezTo>
                    <a:pt x="465036" y="397974"/>
                    <a:pt x="472796" y="390214"/>
                    <a:pt x="482333" y="390214"/>
                  </a:cubicBezTo>
                  <a:close/>
                  <a:moveTo>
                    <a:pt x="709569" y="790798"/>
                  </a:moveTo>
                  <a:lnTo>
                    <a:pt x="482333" y="790798"/>
                  </a:lnTo>
                  <a:cubicBezTo>
                    <a:pt x="472794" y="790798"/>
                    <a:pt x="465035" y="783038"/>
                    <a:pt x="465035" y="773499"/>
                  </a:cubicBezTo>
                  <a:cubicBezTo>
                    <a:pt x="465035" y="763962"/>
                    <a:pt x="472794" y="756200"/>
                    <a:pt x="482333" y="756200"/>
                  </a:cubicBezTo>
                  <a:lnTo>
                    <a:pt x="709569" y="756200"/>
                  </a:lnTo>
                  <a:cubicBezTo>
                    <a:pt x="719106" y="756200"/>
                    <a:pt x="726866" y="763960"/>
                    <a:pt x="726866" y="773499"/>
                  </a:cubicBezTo>
                  <a:cubicBezTo>
                    <a:pt x="726866" y="783038"/>
                    <a:pt x="719106" y="790798"/>
                    <a:pt x="709569" y="790798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BC2FBB7-AE0E-4C3B-836A-A308FBF3E168}"/>
                </a:ext>
              </a:extLst>
            </p:cNvPr>
            <p:cNvSpPr/>
            <p:nvPr/>
          </p:nvSpPr>
          <p:spPr>
            <a:xfrm>
              <a:off x="6335808" y="5488130"/>
              <a:ext cx="307920" cy="264590"/>
            </a:xfrm>
            <a:custGeom>
              <a:avLst/>
              <a:gdLst>
                <a:gd name="connsiteX0" fmla="*/ 119995 w 307920"/>
                <a:gd name="connsiteY0" fmla="*/ 264591 h 264590"/>
                <a:gd name="connsiteX1" fmla="*/ 120161 w 307920"/>
                <a:gd name="connsiteY1" fmla="*/ 264591 h 264590"/>
                <a:gd name="connsiteX2" fmla="*/ 148445 w 307920"/>
                <a:gd name="connsiteY2" fmla="*/ 250868 h 264590"/>
                <a:gd name="connsiteX3" fmla="*/ 300187 w 307920"/>
                <a:gd name="connsiteY3" fmla="*/ 58306 h 264590"/>
                <a:gd name="connsiteX4" fmla="*/ 307665 w 307920"/>
                <a:gd name="connsiteY4" fmla="*/ 31777 h 264590"/>
                <a:gd name="connsiteX5" fmla="*/ 294192 w 307920"/>
                <a:gd name="connsiteY5" fmla="*/ 7733 h 264590"/>
                <a:gd name="connsiteX6" fmla="*/ 267665 w 307920"/>
                <a:gd name="connsiteY6" fmla="*/ 255 h 264590"/>
                <a:gd name="connsiteX7" fmla="*/ 243620 w 307920"/>
                <a:gd name="connsiteY7" fmla="*/ 13728 h 264590"/>
                <a:gd name="connsiteX8" fmla="*/ 120568 w 307920"/>
                <a:gd name="connsiteY8" fmla="*/ 169879 h 264590"/>
                <a:gd name="connsiteX9" fmla="*/ 64611 w 307920"/>
                <a:gd name="connsiteY9" fmla="*/ 96811 h 264590"/>
                <a:gd name="connsiteX10" fmla="*/ 14123 w 307920"/>
                <a:gd name="connsiteY10" fmla="*/ 90114 h 264590"/>
                <a:gd name="connsiteX11" fmla="*/ 319 w 307920"/>
                <a:gd name="connsiteY11" fmla="*/ 113971 h 264590"/>
                <a:gd name="connsiteX12" fmla="*/ 7426 w 307920"/>
                <a:gd name="connsiteY12" fmla="*/ 140602 h 264590"/>
                <a:gd name="connsiteX13" fmla="*/ 91569 w 307920"/>
                <a:gd name="connsiteY13" fmla="*/ 250473 h 264590"/>
                <a:gd name="connsiteX14" fmla="*/ 119995 w 307920"/>
                <a:gd name="connsiteY14" fmla="*/ 264591 h 264590"/>
                <a:gd name="connsiteX15" fmla="*/ 24119 w 307920"/>
                <a:gd name="connsiteY15" fmla="*/ 117127 h 264590"/>
                <a:gd name="connsiteX16" fmla="*/ 28718 w 307920"/>
                <a:gd name="connsiteY16" fmla="*/ 109178 h 264590"/>
                <a:gd name="connsiteX17" fmla="*/ 36007 w 307920"/>
                <a:gd name="connsiteY17" fmla="*/ 106708 h 264590"/>
                <a:gd name="connsiteX18" fmla="*/ 45549 w 307920"/>
                <a:gd name="connsiteY18" fmla="*/ 111407 h 264590"/>
                <a:gd name="connsiteX19" fmla="*/ 110902 w 307920"/>
                <a:gd name="connsiteY19" fmla="*/ 196744 h 264590"/>
                <a:gd name="connsiteX20" fmla="*/ 120350 w 307920"/>
                <a:gd name="connsiteY20" fmla="*/ 201448 h 264590"/>
                <a:gd name="connsiteX21" fmla="*/ 129860 w 307920"/>
                <a:gd name="connsiteY21" fmla="*/ 196873 h 264590"/>
                <a:gd name="connsiteX22" fmla="*/ 262476 w 307920"/>
                <a:gd name="connsiteY22" fmla="*/ 28583 h 264590"/>
                <a:gd name="connsiteX23" fmla="*/ 270489 w 307920"/>
                <a:gd name="connsiteY23" fmla="*/ 24092 h 264590"/>
                <a:gd name="connsiteX24" fmla="*/ 279334 w 307920"/>
                <a:gd name="connsiteY24" fmla="*/ 26586 h 264590"/>
                <a:gd name="connsiteX25" fmla="*/ 283824 w 307920"/>
                <a:gd name="connsiteY25" fmla="*/ 34601 h 264590"/>
                <a:gd name="connsiteX26" fmla="*/ 281332 w 307920"/>
                <a:gd name="connsiteY26" fmla="*/ 43444 h 264590"/>
                <a:gd name="connsiteX27" fmla="*/ 129590 w 307920"/>
                <a:gd name="connsiteY27" fmla="*/ 236007 h 264590"/>
                <a:gd name="connsiteX28" fmla="*/ 120162 w 307920"/>
                <a:gd name="connsiteY28" fmla="*/ 240581 h 264590"/>
                <a:gd name="connsiteX29" fmla="*/ 120080 w 307920"/>
                <a:gd name="connsiteY29" fmla="*/ 240581 h 264590"/>
                <a:gd name="connsiteX30" fmla="*/ 110631 w 307920"/>
                <a:gd name="connsiteY30" fmla="*/ 235875 h 264590"/>
                <a:gd name="connsiteX31" fmla="*/ 26488 w 307920"/>
                <a:gd name="connsiteY31" fmla="*/ 126002 h 264590"/>
                <a:gd name="connsiteX32" fmla="*/ 24119 w 307920"/>
                <a:gd name="connsiteY32" fmla="*/ 117127 h 264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920" h="264590">
                  <a:moveTo>
                    <a:pt x="119995" y="264591"/>
                  </a:moveTo>
                  <a:lnTo>
                    <a:pt x="120161" y="264591"/>
                  </a:lnTo>
                  <a:cubicBezTo>
                    <a:pt x="131264" y="264591"/>
                    <a:pt x="141575" y="259589"/>
                    <a:pt x="148445" y="250868"/>
                  </a:cubicBezTo>
                  <a:lnTo>
                    <a:pt x="300187" y="58306"/>
                  </a:lnTo>
                  <a:cubicBezTo>
                    <a:pt x="306142" y="50750"/>
                    <a:pt x="308796" y="41329"/>
                    <a:pt x="307665" y="31777"/>
                  </a:cubicBezTo>
                  <a:cubicBezTo>
                    <a:pt x="306532" y="22224"/>
                    <a:pt x="301748" y="13685"/>
                    <a:pt x="294192" y="7733"/>
                  </a:cubicBezTo>
                  <a:cubicBezTo>
                    <a:pt x="286636" y="1779"/>
                    <a:pt x="277215" y="-875"/>
                    <a:pt x="267665" y="255"/>
                  </a:cubicBezTo>
                  <a:cubicBezTo>
                    <a:pt x="258111" y="1386"/>
                    <a:pt x="249572" y="6172"/>
                    <a:pt x="243620" y="13728"/>
                  </a:cubicBezTo>
                  <a:lnTo>
                    <a:pt x="120568" y="169879"/>
                  </a:lnTo>
                  <a:lnTo>
                    <a:pt x="64611" y="96811"/>
                  </a:lnTo>
                  <a:cubicBezTo>
                    <a:pt x="52541" y="81048"/>
                    <a:pt x="29894" y="78040"/>
                    <a:pt x="14123" y="90114"/>
                  </a:cubicBezTo>
                  <a:cubicBezTo>
                    <a:pt x="6486" y="95963"/>
                    <a:pt x="1584" y="104435"/>
                    <a:pt x="319" y="113971"/>
                  </a:cubicBezTo>
                  <a:cubicBezTo>
                    <a:pt x="-946" y="123507"/>
                    <a:pt x="1578" y="132965"/>
                    <a:pt x="7426" y="140602"/>
                  </a:cubicBezTo>
                  <a:lnTo>
                    <a:pt x="91569" y="250473"/>
                  </a:lnTo>
                  <a:cubicBezTo>
                    <a:pt x="98381" y="259366"/>
                    <a:pt x="108711" y="264513"/>
                    <a:pt x="119995" y="264591"/>
                  </a:cubicBezTo>
                  <a:close/>
                  <a:moveTo>
                    <a:pt x="24119" y="117127"/>
                  </a:moveTo>
                  <a:cubicBezTo>
                    <a:pt x="24540" y="113949"/>
                    <a:pt x="26175" y="111126"/>
                    <a:pt x="28718" y="109178"/>
                  </a:cubicBezTo>
                  <a:cubicBezTo>
                    <a:pt x="30893" y="107513"/>
                    <a:pt x="33459" y="106708"/>
                    <a:pt x="36007" y="106708"/>
                  </a:cubicBezTo>
                  <a:cubicBezTo>
                    <a:pt x="39617" y="106708"/>
                    <a:pt x="43190" y="108326"/>
                    <a:pt x="45549" y="111407"/>
                  </a:cubicBezTo>
                  <a:lnTo>
                    <a:pt x="110902" y="196744"/>
                  </a:lnTo>
                  <a:cubicBezTo>
                    <a:pt x="113155" y="199685"/>
                    <a:pt x="116642" y="201423"/>
                    <a:pt x="120350" y="201448"/>
                  </a:cubicBezTo>
                  <a:cubicBezTo>
                    <a:pt x="123998" y="201426"/>
                    <a:pt x="127569" y="199785"/>
                    <a:pt x="129860" y="196873"/>
                  </a:cubicBezTo>
                  <a:lnTo>
                    <a:pt x="262476" y="28583"/>
                  </a:lnTo>
                  <a:cubicBezTo>
                    <a:pt x="264459" y="26066"/>
                    <a:pt x="267305" y="24471"/>
                    <a:pt x="270489" y="24092"/>
                  </a:cubicBezTo>
                  <a:cubicBezTo>
                    <a:pt x="273678" y="23722"/>
                    <a:pt x="276815" y="24602"/>
                    <a:pt x="279334" y="26586"/>
                  </a:cubicBezTo>
                  <a:cubicBezTo>
                    <a:pt x="281852" y="28571"/>
                    <a:pt x="283447" y="31418"/>
                    <a:pt x="283824" y="34601"/>
                  </a:cubicBezTo>
                  <a:cubicBezTo>
                    <a:pt x="284201" y="37783"/>
                    <a:pt x="283316" y="40925"/>
                    <a:pt x="281332" y="43444"/>
                  </a:cubicBezTo>
                  <a:lnTo>
                    <a:pt x="129590" y="236007"/>
                  </a:lnTo>
                  <a:cubicBezTo>
                    <a:pt x="127300" y="238913"/>
                    <a:pt x="123864" y="240581"/>
                    <a:pt x="120162" y="240581"/>
                  </a:cubicBezTo>
                  <a:lnTo>
                    <a:pt x="120080" y="240581"/>
                  </a:lnTo>
                  <a:cubicBezTo>
                    <a:pt x="116345" y="240556"/>
                    <a:pt x="112901" y="238840"/>
                    <a:pt x="110631" y="235875"/>
                  </a:cubicBezTo>
                  <a:lnTo>
                    <a:pt x="26488" y="126002"/>
                  </a:lnTo>
                  <a:cubicBezTo>
                    <a:pt x="24537" y="123459"/>
                    <a:pt x="23695" y="120306"/>
                    <a:pt x="24119" y="117127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82" name="Graphic 80">
            <a:extLst>
              <a:ext uri="{FF2B5EF4-FFF2-40B4-BE49-F238E27FC236}">
                <a16:creationId xmlns:a16="http://schemas.microsoft.com/office/drawing/2014/main" id="{7A180D73-DE2A-43E6-84CE-5580773BDE73}"/>
              </a:ext>
            </a:extLst>
          </p:cNvPr>
          <p:cNvGrpSpPr/>
          <p:nvPr/>
        </p:nvGrpSpPr>
        <p:grpSpPr>
          <a:xfrm>
            <a:off x="10516968" y="2915135"/>
            <a:ext cx="600076" cy="600076"/>
            <a:chOff x="10516968" y="2915135"/>
            <a:chExt cx="600076" cy="600076"/>
          </a:xfrm>
          <a:solidFill>
            <a:schemeClr val="accent2">
              <a:alpha val="10000"/>
            </a:schemeClr>
          </a:soli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156641A-3679-41B6-B463-72E013B9D649}"/>
                </a:ext>
              </a:extLst>
            </p:cNvPr>
            <p:cNvSpPr/>
            <p:nvPr/>
          </p:nvSpPr>
          <p:spPr>
            <a:xfrm>
              <a:off x="10516968" y="2915135"/>
              <a:ext cx="540069" cy="600076"/>
            </a:xfrm>
            <a:custGeom>
              <a:avLst/>
              <a:gdLst>
                <a:gd name="connsiteX0" fmla="*/ 530068 w 540069"/>
                <a:gd name="connsiteY0" fmla="*/ 80010 h 600076"/>
                <a:gd name="connsiteX1" fmla="*/ 540069 w 540069"/>
                <a:gd name="connsiteY1" fmla="*/ 70009 h 600076"/>
                <a:gd name="connsiteX2" fmla="*/ 540069 w 540069"/>
                <a:gd name="connsiteY2" fmla="*/ 50006 h 600076"/>
                <a:gd name="connsiteX3" fmla="*/ 490063 w 540069"/>
                <a:gd name="connsiteY3" fmla="*/ 0 h 600076"/>
                <a:gd name="connsiteX4" fmla="*/ 130017 w 540069"/>
                <a:gd name="connsiteY4" fmla="*/ 0 h 600076"/>
                <a:gd name="connsiteX5" fmla="*/ 80010 w 540069"/>
                <a:gd name="connsiteY5" fmla="*/ 50006 h 600076"/>
                <a:gd name="connsiteX6" fmla="*/ 80010 w 540069"/>
                <a:gd name="connsiteY6" fmla="*/ 500064 h 600076"/>
                <a:gd name="connsiteX7" fmla="*/ 100013 w 540069"/>
                <a:gd name="connsiteY7" fmla="*/ 500064 h 600076"/>
                <a:gd name="connsiteX8" fmla="*/ 100013 w 540069"/>
                <a:gd name="connsiteY8" fmla="*/ 50006 h 600076"/>
                <a:gd name="connsiteX9" fmla="*/ 130017 w 540069"/>
                <a:gd name="connsiteY9" fmla="*/ 20003 h 600076"/>
                <a:gd name="connsiteX10" fmla="*/ 450081 w 540069"/>
                <a:gd name="connsiteY10" fmla="*/ 20003 h 600076"/>
                <a:gd name="connsiteX11" fmla="*/ 440056 w 540069"/>
                <a:gd name="connsiteY11" fmla="*/ 50006 h 600076"/>
                <a:gd name="connsiteX12" fmla="*/ 440056 w 540069"/>
                <a:gd name="connsiteY12" fmla="*/ 550071 h 600076"/>
                <a:gd name="connsiteX13" fmla="*/ 410053 w 540069"/>
                <a:gd name="connsiteY13" fmla="*/ 580074 h 600076"/>
                <a:gd name="connsiteX14" fmla="*/ 380049 w 540069"/>
                <a:gd name="connsiteY14" fmla="*/ 550071 h 600076"/>
                <a:gd name="connsiteX15" fmla="*/ 380049 w 540069"/>
                <a:gd name="connsiteY15" fmla="*/ 530068 h 600076"/>
                <a:gd name="connsiteX16" fmla="*/ 370047 w 540069"/>
                <a:gd name="connsiteY16" fmla="*/ 520067 h 600076"/>
                <a:gd name="connsiteX17" fmla="*/ 10001 w 540069"/>
                <a:gd name="connsiteY17" fmla="*/ 520067 h 600076"/>
                <a:gd name="connsiteX18" fmla="*/ 0 w 540069"/>
                <a:gd name="connsiteY18" fmla="*/ 530068 h 600076"/>
                <a:gd name="connsiteX19" fmla="*/ 0 w 540069"/>
                <a:gd name="connsiteY19" fmla="*/ 550071 h 600076"/>
                <a:gd name="connsiteX20" fmla="*/ 50006 w 540069"/>
                <a:gd name="connsiteY20" fmla="*/ 600077 h 600076"/>
                <a:gd name="connsiteX21" fmla="*/ 410053 w 540069"/>
                <a:gd name="connsiteY21" fmla="*/ 600077 h 600076"/>
                <a:gd name="connsiteX22" fmla="*/ 460059 w 540069"/>
                <a:gd name="connsiteY22" fmla="*/ 550071 h 600076"/>
                <a:gd name="connsiteX23" fmla="*/ 460059 w 540069"/>
                <a:gd name="connsiteY23" fmla="*/ 80010 h 600076"/>
                <a:gd name="connsiteX24" fmla="*/ 50006 w 540069"/>
                <a:gd name="connsiteY24" fmla="*/ 580074 h 600076"/>
                <a:gd name="connsiteX25" fmla="*/ 20003 w 540069"/>
                <a:gd name="connsiteY25" fmla="*/ 550071 h 600076"/>
                <a:gd name="connsiteX26" fmla="*/ 20003 w 540069"/>
                <a:gd name="connsiteY26" fmla="*/ 540069 h 600076"/>
                <a:gd name="connsiteX27" fmla="*/ 360046 w 540069"/>
                <a:gd name="connsiteY27" fmla="*/ 540069 h 600076"/>
                <a:gd name="connsiteX28" fmla="*/ 360046 w 540069"/>
                <a:gd name="connsiteY28" fmla="*/ 550071 h 600076"/>
                <a:gd name="connsiteX29" fmla="*/ 370071 w 540069"/>
                <a:gd name="connsiteY29" fmla="*/ 580074 h 600076"/>
                <a:gd name="connsiteX30" fmla="*/ 490063 w 540069"/>
                <a:gd name="connsiteY30" fmla="*/ 20003 h 600076"/>
                <a:gd name="connsiteX31" fmla="*/ 520067 w 540069"/>
                <a:gd name="connsiteY31" fmla="*/ 50006 h 600076"/>
                <a:gd name="connsiteX32" fmla="*/ 520067 w 540069"/>
                <a:gd name="connsiteY32" fmla="*/ 60008 h 600076"/>
                <a:gd name="connsiteX33" fmla="*/ 460059 w 540069"/>
                <a:gd name="connsiteY33" fmla="*/ 60008 h 600076"/>
                <a:gd name="connsiteX34" fmla="*/ 460059 w 540069"/>
                <a:gd name="connsiteY34" fmla="*/ 50006 h 600076"/>
                <a:gd name="connsiteX35" fmla="*/ 490063 w 540069"/>
                <a:gd name="connsiteY35" fmla="*/ 20003 h 600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40069" h="600076">
                  <a:moveTo>
                    <a:pt x="530068" y="80010"/>
                  </a:moveTo>
                  <a:cubicBezTo>
                    <a:pt x="535591" y="80010"/>
                    <a:pt x="540069" y="75533"/>
                    <a:pt x="540069" y="70009"/>
                  </a:cubicBezTo>
                  <a:lnTo>
                    <a:pt x="540069" y="50006"/>
                  </a:lnTo>
                  <a:cubicBezTo>
                    <a:pt x="540038" y="22401"/>
                    <a:pt x="517668" y="31"/>
                    <a:pt x="490063" y="0"/>
                  </a:cubicBezTo>
                  <a:lnTo>
                    <a:pt x="130017" y="0"/>
                  </a:lnTo>
                  <a:cubicBezTo>
                    <a:pt x="102412" y="31"/>
                    <a:pt x="80041" y="22401"/>
                    <a:pt x="80010" y="50006"/>
                  </a:cubicBezTo>
                  <a:lnTo>
                    <a:pt x="80010" y="500064"/>
                  </a:lnTo>
                  <a:lnTo>
                    <a:pt x="100013" y="500064"/>
                  </a:lnTo>
                  <a:lnTo>
                    <a:pt x="100013" y="50006"/>
                  </a:lnTo>
                  <a:cubicBezTo>
                    <a:pt x="100032" y="33444"/>
                    <a:pt x="113454" y="20022"/>
                    <a:pt x="130017" y="20003"/>
                  </a:cubicBezTo>
                  <a:lnTo>
                    <a:pt x="450081" y="20003"/>
                  </a:lnTo>
                  <a:cubicBezTo>
                    <a:pt x="443564" y="28647"/>
                    <a:pt x="440044" y="39181"/>
                    <a:pt x="440056" y="50006"/>
                  </a:cubicBezTo>
                  <a:lnTo>
                    <a:pt x="440056" y="550071"/>
                  </a:lnTo>
                  <a:cubicBezTo>
                    <a:pt x="440056" y="566641"/>
                    <a:pt x="426623" y="580074"/>
                    <a:pt x="410053" y="580074"/>
                  </a:cubicBezTo>
                  <a:cubicBezTo>
                    <a:pt x="393482" y="580074"/>
                    <a:pt x="380049" y="566641"/>
                    <a:pt x="380049" y="550071"/>
                  </a:cubicBezTo>
                  <a:lnTo>
                    <a:pt x="380049" y="530068"/>
                  </a:lnTo>
                  <a:cubicBezTo>
                    <a:pt x="380049" y="524544"/>
                    <a:pt x="375571" y="520067"/>
                    <a:pt x="370047" y="520067"/>
                  </a:cubicBezTo>
                  <a:lnTo>
                    <a:pt x="10001" y="520067"/>
                  </a:lnTo>
                  <a:cubicBezTo>
                    <a:pt x="4478" y="520067"/>
                    <a:pt x="0" y="524544"/>
                    <a:pt x="0" y="530068"/>
                  </a:cubicBezTo>
                  <a:lnTo>
                    <a:pt x="0" y="550071"/>
                  </a:lnTo>
                  <a:cubicBezTo>
                    <a:pt x="31" y="577675"/>
                    <a:pt x="22401" y="600046"/>
                    <a:pt x="50006" y="600077"/>
                  </a:cubicBezTo>
                  <a:lnTo>
                    <a:pt x="410053" y="600077"/>
                  </a:lnTo>
                  <a:cubicBezTo>
                    <a:pt x="437657" y="600046"/>
                    <a:pt x="460028" y="577675"/>
                    <a:pt x="460059" y="550071"/>
                  </a:cubicBezTo>
                  <a:lnTo>
                    <a:pt x="460059" y="80010"/>
                  </a:lnTo>
                  <a:close/>
                  <a:moveTo>
                    <a:pt x="50006" y="580074"/>
                  </a:moveTo>
                  <a:cubicBezTo>
                    <a:pt x="33443" y="580056"/>
                    <a:pt x="20021" y="566633"/>
                    <a:pt x="20003" y="550071"/>
                  </a:cubicBezTo>
                  <a:lnTo>
                    <a:pt x="20003" y="540069"/>
                  </a:lnTo>
                  <a:lnTo>
                    <a:pt x="360046" y="540069"/>
                  </a:lnTo>
                  <a:lnTo>
                    <a:pt x="360046" y="550071"/>
                  </a:lnTo>
                  <a:cubicBezTo>
                    <a:pt x="360034" y="560896"/>
                    <a:pt x="363554" y="571430"/>
                    <a:pt x="370071" y="580074"/>
                  </a:cubicBezTo>
                  <a:close/>
                  <a:moveTo>
                    <a:pt x="490063" y="20003"/>
                  </a:moveTo>
                  <a:cubicBezTo>
                    <a:pt x="506625" y="20022"/>
                    <a:pt x="520047" y="33444"/>
                    <a:pt x="520067" y="50006"/>
                  </a:cubicBezTo>
                  <a:lnTo>
                    <a:pt x="520067" y="60008"/>
                  </a:lnTo>
                  <a:lnTo>
                    <a:pt x="460059" y="60008"/>
                  </a:lnTo>
                  <a:lnTo>
                    <a:pt x="460059" y="50006"/>
                  </a:lnTo>
                  <a:cubicBezTo>
                    <a:pt x="460078" y="33444"/>
                    <a:pt x="473500" y="20022"/>
                    <a:pt x="490063" y="20003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674E667-10A4-422B-A515-D2581F929FB6}"/>
                </a:ext>
              </a:extLst>
            </p:cNvPr>
            <p:cNvSpPr/>
            <p:nvPr/>
          </p:nvSpPr>
          <p:spPr>
            <a:xfrm>
              <a:off x="10726993" y="2965140"/>
              <a:ext cx="120018" cy="120017"/>
            </a:xfrm>
            <a:custGeom>
              <a:avLst/>
              <a:gdLst>
                <a:gd name="connsiteX0" fmla="*/ 2 w 120018"/>
                <a:gd name="connsiteY0" fmla="*/ 60009 h 120017"/>
                <a:gd name="connsiteX1" fmla="*/ 10101 w 120018"/>
                <a:gd name="connsiteY1" fmla="*/ 80681 h 120017"/>
                <a:gd name="connsiteX2" fmla="*/ 32888 w 120018"/>
                <a:gd name="connsiteY2" fmla="*/ 109918 h 120017"/>
                <a:gd name="connsiteX3" fmla="*/ 39337 w 120018"/>
                <a:gd name="connsiteY3" fmla="*/ 109918 h 120017"/>
                <a:gd name="connsiteX4" fmla="*/ 76120 w 120018"/>
                <a:gd name="connsiteY4" fmla="*/ 114481 h 120017"/>
                <a:gd name="connsiteX5" fmla="*/ 80683 w 120018"/>
                <a:gd name="connsiteY5" fmla="*/ 109918 h 120017"/>
                <a:gd name="connsiteX6" fmla="*/ 109919 w 120018"/>
                <a:gd name="connsiteY6" fmla="*/ 87133 h 120017"/>
                <a:gd name="connsiteX7" fmla="*/ 109919 w 120018"/>
                <a:gd name="connsiteY7" fmla="*/ 80681 h 120017"/>
                <a:gd name="connsiteX8" fmla="*/ 114482 w 120018"/>
                <a:gd name="connsiteY8" fmla="*/ 43899 h 120017"/>
                <a:gd name="connsiteX9" fmla="*/ 109919 w 120018"/>
                <a:gd name="connsiteY9" fmla="*/ 39336 h 120017"/>
                <a:gd name="connsiteX10" fmla="*/ 87134 w 120018"/>
                <a:gd name="connsiteY10" fmla="*/ 10100 h 120017"/>
                <a:gd name="connsiteX11" fmla="*/ 80683 w 120018"/>
                <a:gd name="connsiteY11" fmla="*/ 10100 h 120017"/>
                <a:gd name="connsiteX12" fmla="*/ 43900 w 120018"/>
                <a:gd name="connsiteY12" fmla="*/ 5537 h 120017"/>
                <a:gd name="connsiteX13" fmla="*/ 39337 w 120018"/>
                <a:gd name="connsiteY13" fmla="*/ 10100 h 120017"/>
                <a:gd name="connsiteX14" fmla="*/ 10101 w 120018"/>
                <a:gd name="connsiteY14" fmla="*/ 32884 h 120017"/>
                <a:gd name="connsiteX15" fmla="*/ 10101 w 120018"/>
                <a:gd name="connsiteY15" fmla="*/ 39336 h 120017"/>
                <a:gd name="connsiteX16" fmla="*/ 2 w 120018"/>
                <a:gd name="connsiteY16" fmla="*/ 60009 h 120017"/>
                <a:gd name="connsiteX17" fmla="*/ 24644 w 120018"/>
                <a:gd name="connsiteY17" fmla="*/ 54203 h 120017"/>
                <a:gd name="connsiteX18" fmla="*/ 32194 w 120018"/>
                <a:gd name="connsiteY18" fmla="*/ 42243 h 120017"/>
                <a:gd name="connsiteX19" fmla="*/ 30895 w 120018"/>
                <a:gd name="connsiteY19" fmla="*/ 39107 h 120017"/>
                <a:gd name="connsiteX20" fmla="*/ 32751 w 120018"/>
                <a:gd name="connsiteY20" fmla="*/ 30897 h 120017"/>
                <a:gd name="connsiteX21" fmla="*/ 39106 w 120018"/>
                <a:gd name="connsiteY21" fmla="*/ 30898 h 120017"/>
                <a:gd name="connsiteX22" fmla="*/ 52903 w 120018"/>
                <a:gd name="connsiteY22" fmla="*/ 27782 h 120017"/>
                <a:gd name="connsiteX23" fmla="*/ 54202 w 120018"/>
                <a:gd name="connsiteY23" fmla="*/ 24647 h 120017"/>
                <a:gd name="connsiteX24" fmla="*/ 61319 w 120018"/>
                <a:gd name="connsiteY24" fmla="*/ 20152 h 120017"/>
                <a:gd name="connsiteX25" fmla="*/ 65813 w 120018"/>
                <a:gd name="connsiteY25" fmla="*/ 24647 h 120017"/>
                <a:gd name="connsiteX26" fmla="*/ 77774 w 120018"/>
                <a:gd name="connsiteY26" fmla="*/ 32197 h 120017"/>
                <a:gd name="connsiteX27" fmla="*/ 80909 w 120018"/>
                <a:gd name="connsiteY27" fmla="*/ 30898 h 120017"/>
                <a:gd name="connsiteX28" fmla="*/ 89119 w 120018"/>
                <a:gd name="connsiteY28" fmla="*/ 32752 h 120017"/>
                <a:gd name="connsiteX29" fmla="*/ 89120 w 120018"/>
                <a:gd name="connsiteY29" fmla="*/ 39107 h 120017"/>
                <a:gd name="connsiteX30" fmla="*/ 92235 w 120018"/>
                <a:gd name="connsiteY30" fmla="*/ 52904 h 120017"/>
                <a:gd name="connsiteX31" fmla="*/ 95371 w 120018"/>
                <a:gd name="connsiteY31" fmla="*/ 54203 h 120017"/>
                <a:gd name="connsiteX32" fmla="*/ 99865 w 120018"/>
                <a:gd name="connsiteY32" fmla="*/ 61320 h 120017"/>
                <a:gd name="connsiteX33" fmla="*/ 95371 w 120018"/>
                <a:gd name="connsiteY33" fmla="*/ 65815 h 120017"/>
                <a:gd name="connsiteX34" fmla="*/ 87821 w 120018"/>
                <a:gd name="connsiteY34" fmla="*/ 77775 h 120017"/>
                <a:gd name="connsiteX35" fmla="*/ 89120 w 120018"/>
                <a:gd name="connsiteY35" fmla="*/ 80910 h 120017"/>
                <a:gd name="connsiteX36" fmla="*/ 87266 w 120018"/>
                <a:gd name="connsiteY36" fmla="*/ 89121 h 120017"/>
                <a:gd name="connsiteX37" fmla="*/ 80908 w 120018"/>
                <a:gd name="connsiteY37" fmla="*/ 89120 h 120017"/>
                <a:gd name="connsiteX38" fmla="*/ 67111 w 120018"/>
                <a:gd name="connsiteY38" fmla="*/ 92237 h 120017"/>
                <a:gd name="connsiteX39" fmla="*/ 65813 w 120018"/>
                <a:gd name="connsiteY39" fmla="*/ 95371 h 120017"/>
                <a:gd name="connsiteX40" fmla="*/ 58696 w 120018"/>
                <a:gd name="connsiteY40" fmla="*/ 99865 h 120017"/>
                <a:gd name="connsiteX41" fmla="*/ 54202 w 120018"/>
                <a:gd name="connsiteY41" fmla="*/ 95371 h 120017"/>
                <a:gd name="connsiteX42" fmla="*/ 42241 w 120018"/>
                <a:gd name="connsiteY42" fmla="*/ 87822 h 120017"/>
                <a:gd name="connsiteX43" fmla="*/ 39107 w 120018"/>
                <a:gd name="connsiteY43" fmla="*/ 89120 h 120017"/>
                <a:gd name="connsiteX44" fmla="*/ 30896 w 120018"/>
                <a:gd name="connsiteY44" fmla="*/ 87269 h 120017"/>
                <a:gd name="connsiteX45" fmla="*/ 30895 w 120018"/>
                <a:gd name="connsiteY45" fmla="*/ 80910 h 120017"/>
                <a:gd name="connsiteX46" fmla="*/ 27780 w 120018"/>
                <a:gd name="connsiteY46" fmla="*/ 67114 h 120017"/>
                <a:gd name="connsiteX47" fmla="*/ 24644 w 120018"/>
                <a:gd name="connsiteY47" fmla="*/ 65815 h 120017"/>
                <a:gd name="connsiteX48" fmla="*/ 20150 w 120018"/>
                <a:gd name="connsiteY48" fmla="*/ 58697 h 120017"/>
                <a:gd name="connsiteX49" fmla="*/ 24644 w 120018"/>
                <a:gd name="connsiteY49" fmla="*/ 54203 h 12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20018" h="120017">
                  <a:moveTo>
                    <a:pt x="2" y="60009"/>
                  </a:moveTo>
                  <a:cubicBezTo>
                    <a:pt x="-104" y="68112"/>
                    <a:pt x="3644" y="75785"/>
                    <a:pt x="10101" y="80681"/>
                  </a:cubicBezTo>
                  <a:cubicBezTo>
                    <a:pt x="8320" y="95047"/>
                    <a:pt x="18522" y="108137"/>
                    <a:pt x="32888" y="109918"/>
                  </a:cubicBezTo>
                  <a:cubicBezTo>
                    <a:pt x="35030" y="110183"/>
                    <a:pt x="37196" y="110183"/>
                    <a:pt x="39337" y="109918"/>
                  </a:cubicBezTo>
                  <a:cubicBezTo>
                    <a:pt x="48234" y="121335"/>
                    <a:pt x="64702" y="123378"/>
                    <a:pt x="76120" y="114481"/>
                  </a:cubicBezTo>
                  <a:cubicBezTo>
                    <a:pt x="77823" y="113154"/>
                    <a:pt x="79355" y="111621"/>
                    <a:pt x="80683" y="109918"/>
                  </a:cubicBezTo>
                  <a:cubicBezTo>
                    <a:pt x="95048" y="111699"/>
                    <a:pt x="108137" y="101498"/>
                    <a:pt x="109919" y="87133"/>
                  </a:cubicBezTo>
                  <a:cubicBezTo>
                    <a:pt x="110185" y="84991"/>
                    <a:pt x="110185" y="82824"/>
                    <a:pt x="109919" y="80681"/>
                  </a:cubicBezTo>
                  <a:cubicBezTo>
                    <a:pt x="121336" y="71784"/>
                    <a:pt x="123379" y="55316"/>
                    <a:pt x="114482" y="43899"/>
                  </a:cubicBezTo>
                  <a:cubicBezTo>
                    <a:pt x="113155" y="42196"/>
                    <a:pt x="111622" y="40663"/>
                    <a:pt x="109919" y="39336"/>
                  </a:cubicBezTo>
                  <a:cubicBezTo>
                    <a:pt x="111700" y="24971"/>
                    <a:pt x="101499" y="11882"/>
                    <a:pt x="87134" y="10100"/>
                  </a:cubicBezTo>
                  <a:cubicBezTo>
                    <a:pt x="84992" y="9834"/>
                    <a:pt x="82825" y="9834"/>
                    <a:pt x="80683" y="10100"/>
                  </a:cubicBezTo>
                  <a:cubicBezTo>
                    <a:pt x="71785" y="-1317"/>
                    <a:pt x="55317" y="-3360"/>
                    <a:pt x="43900" y="5537"/>
                  </a:cubicBezTo>
                  <a:cubicBezTo>
                    <a:pt x="42197" y="6864"/>
                    <a:pt x="40664" y="8397"/>
                    <a:pt x="39337" y="10100"/>
                  </a:cubicBezTo>
                  <a:cubicBezTo>
                    <a:pt x="24972" y="8318"/>
                    <a:pt x="11883" y="18519"/>
                    <a:pt x="10101" y="32884"/>
                  </a:cubicBezTo>
                  <a:cubicBezTo>
                    <a:pt x="9835" y="35027"/>
                    <a:pt x="9835" y="37194"/>
                    <a:pt x="10101" y="39336"/>
                  </a:cubicBezTo>
                  <a:cubicBezTo>
                    <a:pt x="3644" y="44233"/>
                    <a:pt x="-104" y="51906"/>
                    <a:pt x="2" y="60009"/>
                  </a:cubicBezTo>
                  <a:close/>
                  <a:moveTo>
                    <a:pt x="24644" y="54203"/>
                  </a:moveTo>
                  <a:cubicBezTo>
                    <a:pt x="30032" y="52985"/>
                    <a:pt x="33412" y="47630"/>
                    <a:pt x="32194" y="42243"/>
                  </a:cubicBezTo>
                  <a:cubicBezTo>
                    <a:pt x="31943" y="41131"/>
                    <a:pt x="31503" y="40071"/>
                    <a:pt x="30895" y="39107"/>
                  </a:cubicBezTo>
                  <a:cubicBezTo>
                    <a:pt x="29140" y="36328"/>
                    <a:pt x="29971" y="32652"/>
                    <a:pt x="32751" y="30897"/>
                  </a:cubicBezTo>
                  <a:cubicBezTo>
                    <a:pt x="34692" y="29672"/>
                    <a:pt x="37165" y="29672"/>
                    <a:pt x="39106" y="30898"/>
                  </a:cubicBezTo>
                  <a:cubicBezTo>
                    <a:pt x="43776" y="33847"/>
                    <a:pt x="49953" y="32452"/>
                    <a:pt x="52903" y="27782"/>
                  </a:cubicBezTo>
                  <a:cubicBezTo>
                    <a:pt x="53511" y="26819"/>
                    <a:pt x="53950" y="25758"/>
                    <a:pt x="54202" y="24647"/>
                  </a:cubicBezTo>
                  <a:cubicBezTo>
                    <a:pt x="54926" y="21440"/>
                    <a:pt x="58112" y="19428"/>
                    <a:pt x="61319" y="20152"/>
                  </a:cubicBezTo>
                  <a:cubicBezTo>
                    <a:pt x="63558" y="20658"/>
                    <a:pt x="65307" y="22407"/>
                    <a:pt x="65813" y="24647"/>
                  </a:cubicBezTo>
                  <a:cubicBezTo>
                    <a:pt x="67031" y="30034"/>
                    <a:pt x="72386" y="33415"/>
                    <a:pt x="77774" y="32197"/>
                  </a:cubicBezTo>
                  <a:cubicBezTo>
                    <a:pt x="78885" y="31945"/>
                    <a:pt x="79945" y="31506"/>
                    <a:pt x="80909" y="30898"/>
                  </a:cubicBezTo>
                  <a:cubicBezTo>
                    <a:pt x="83688" y="29142"/>
                    <a:pt x="87364" y="29973"/>
                    <a:pt x="89119" y="32752"/>
                  </a:cubicBezTo>
                  <a:cubicBezTo>
                    <a:pt x="90345" y="34693"/>
                    <a:pt x="90345" y="37166"/>
                    <a:pt x="89120" y="39107"/>
                  </a:cubicBezTo>
                  <a:cubicBezTo>
                    <a:pt x="86170" y="43778"/>
                    <a:pt x="87565" y="49954"/>
                    <a:pt x="92235" y="52904"/>
                  </a:cubicBezTo>
                  <a:cubicBezTo>
                    <a:pt x="93199" y="53512"/>
                    <a:pt x="94259" y="53952"/>
                    <a:pt x="95371" y="54203"/>
                  </a:cubicBezTo>
                  <a:cubicBezTo>
                    <a:pt x="98577" y="54927"/>
                    <a:pt x="100589" y="58114"/>
                    <a:pt x="99865" y="61320"/>
                  </a:cubicBezTo>
                  <a:cubicBezTo>
                    <a:pt x="99359" y="63560"/>
                    <a:pt x="97610" y="65309"/>
                    <a:pt x="95371" y="65815"/>
                  </a:cubicBezTo>
                  <a:cubicBezTo>
                    <a:pt x="89983" y="67032"/>
                    <a:pt x="86603" y="72387"/>
                    <a:pt x="87821" y="77775"/>
                  </a:cubicBezTo>
                  <a:cubicBezTo>
                    <a:pt x="88072" y="78886"/>
                    <a:pt x="88511" y="79947"/>
                    <a:pt x="89120" y="80910"/>
                  </a:cubicBezTo>
                  <a:cubicBezTo>
                    <a:pt x="90875" y="83689"/>
                    <a:pt x="90045" y="87366"/>
                    <a:pt x="87266" y="89121"/>
                  </a:cubicBezTo>
                  <a:cubicBezTo>
                    <a:pt x="85324" y="90348"/>
                    <a:pt x="82849" y="90347"/>
                    <a:pt x="80908" y="89120"/>
                  </a:cubicBezTo>
                  <a:cubicBezTo>
                    <a:pt x="76237" y="86171"/>
                    <a:pt x="70060" y="87567"/>
                    <a:pt x="67111" y="92237"/>
                  </a:cubicBezTo>
                  <a:cubicBezTo>
                    <a:pt x="66503" y="93200"/>
                    <a:pt x="66064" y="94260"/>
                    <a:pt x="65813" y="95371"/>
                  </a:cubicBezTo>
                  <a:cubicBezTo>
                    <a:pt x="65089" y="98577"/>
                    <a:pt x="61902" y="100589"/>
                    <a:pt x="58696" y="99865"/>
                  </a:cubicBezTo>
                  <a:cubicBezTo>
                    <a:pt x="56456" y="99359"/>
                    <a:pt x="54708" y="97610"/>
                    <a:pt x="54202" y="95371"/>
                  </a:cubicBezTo>
                  <a:cubicBezTo>
                    <a:pt x="52983" y="89983"/>
                    <a:pt x="47628" y="86603"/>
                    <a:pt x="42241" y="87822"/>
                  </a:cubicBezTo>
                  <a:cubicBezTo>
                    <a:pt x="41130" y="88073"/>
                    <a:pt x="40070" y="88512"/>
                    <a:pt x="39107" y="89120"/>
                  </a:cubicBezTo>
                  <a:cubicBezTo>
                    <a:pt x="36329" y="90876"/>
                    <a:pt x="32652" y="90048"/>
                    <a:pt x="30896" y="87269"/>
                  </a:cubicBezTo>
                  <a:cubicBezTo>
                    <a:pt x="29669" y="85327"/>
                    <a:pt x="29668" y="82852"/>
                    <a:pt x="30895" y="80910"/>
                  </a:cubicBezTo>
                  <a:cubicBezTo>
                    <a:pt x="33844" y="76240"/>
                    <a:pt x="32450" y="70063"/>
                    <a:pt x="27780" y="67114"/>
                  </a:cubicBezTo>
                  <a:cubicBezTo>
                    <a:pt x="26816" y="66505"/>
                    <a:pt x="25756" y="66066"/>
                    <a:pt x="24644" y="65815"/>
                  </a:cubicBezTo>
                  <a:cubicBezTo>
                    <a:pt x="21438" y="65090"/>
                    <a:pt x="19426" y="61904"/>
                    <a:pt x="20150" y="58697"/>
                  </a:cubicBezTo>
                  <a:cubicBezTo>
                    <a:pt x="20656" y="56458"/>
                    <a:pt x="22405" y="54709"/>
                    <a:pt x="24644" y="54203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C0575A8-6A40-43A7-BEFA-1E032644F82C}"/>
                </a:ext>
              </a:extLst>
            </p:cNvPr>
            <p:cNvSpPr/>
            <p:nvPr/>
          </p:nvSpPr>
          <p:spPr>
            <a:xfrm>
              <a:off x="10736996" y="3145165"/>
              <a:ext cx="100012" cy="20002"/>
            </a:xfrm>
            <a:custGeom>
              <a:avLst/>
              <a:gdLst>
                <a:gd name="connsiteX0" fmla="*/ 0 w 100012"/>
                <a:gd name="connsiteY0" fmla="*/ 0 h 20002"/>
                <a:gd name="connsiteX1" fmla="*/ 100013 w 100012"/>
                <a:gd name="connsiteY1" fmla="*/ 0 h 20002"/>
                <a:gd name="connsiteX2" fmla="*/ 100013 w 100012"/>
                <a:gd name="connsiteY2" fmla="*/ 20003 h 20002"/>
                <a:gd name="connsiteX3" fmla="*/ 0 w 100012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12" h="20002">
                  <a:moveTo>
                    <a:pt x="0" y="0"/>
                  </a:moveTo>
                  <a:lnTo>
                    <a:pt x="100013" y="0"/>
                  </a:lnTo>
                  <a:lnTo>
                    <a:pt x="100013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14B2718-6664-47CB-B980-72EBA20A47BA}"/>
                </a:ext>
              </a:extLst>
            </p:cNvPr>
            <p:cNvSpPr/>
            <p:nvPr/>
          </p:nvSpPr>
          <p:spPr>
            <a:xfrm>
              <a:off x="10767000" y="3105159"/>
              <a:ext cx="100012" cy="20002"/>
            </a:xfrm>
            <a:custGeom>
              <a:avLst/>
              <a:gdLst>
                <a:gd name="connsiteX0" fmla="*/ 0 w 100012"/>
                <a:gd name="connsiteY0" fmla="*/ 0 h 20002"/>
                <a:gd name="connsiteX1" fmla="*/ 100013 w 100012"/>
                <a:gd name="connsiteY1" fmla="*/ 0 h 20002"/>
                <a:gd name="connsiteX2" fmla="*/ 100013 w 100012"/>
                <a:gd name="connsiteY2" fmla="*/ 20003 h 20002"/>
                <a:gd name="connsiteX3" fmla="*/ 0 w 100012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12" h="20002">
                  <a:moveTo>
                    <a:pt x="0" y="0"/>
                  </a:moveTo>
                  <a:lnTo>
                    <a:pt x="100013" y="0"/>
                  </a:lnTo>
                  <a:lnTo>
                    <a:pt x="100013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95AF90E-89EC-401B-AE9A-156FB0397A97}"/>
                </a:ext>
              </a:extLst>
            </p:cNvPr>
            <p:cNvSpPr/>
            <p:nvPr/>
          </p:nvSpPr>
          <p:spPr>
            <a:xfrm>
              <a:off x="10706992" y="3105159"/>
              <a:ext cx="40005" cy="20002"/>
            </a:xfrm>
            <a:custGeom>
              <a:avLst/>
              <a:gdLst>
                <a:gd name="connsiteX0" fmla="*/ 0 w 40005"/>
                <a:gd name="connsiteY0" fmla="*/ 0 h 20002"/>
                <a:gd name="connsiteX1" fmla="*/ 40005 w 40005"/>
                <a:gd name="connsiteY1" fmla="*/ 0 h 20002"/>
                <a:gd name="connsiteX2" fmla="*/ 40005 w 40005"/>
                <a:gd name="connsiteY2" fmla="*/ 20003 h 20002"/>
                <a:gd name="connsiteX3" fmla="*/ 0 w 40005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5" h="20002">
                  <a:moveTo>
                    <a:pt x="0" y="0"/>
                  </a:moveTo>
                  <a:lnTo>
                    <a:pt x="40005" y="0"/>
                  </a:lnTo>
                  <a:lnTo>
                    <a:pt x="40005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CA1685B-48EB-48C2-8BD1-F9F5AC7319B4}"/>
                </a:ext>
              </a:extLst>
            </p:cNvPr>
            <p:cNvSpPr/>
            <p:nvPr/>
          </p:nvSpPr>
          <p:spPr>
            <a:xfrm>
              <a:off x="10686990" y="3195171"/>
              <a:ext cx="240030" cy="20002"/>
            </a:xfrm>
            <a:custGeom>
              <a:avLst/>
              <a:gdLst>
                <a:gd name="connsiteX0" fmla="*/ 0 w 240030"/>
                <a:gd name="connsiteY0" fmla="*/ 0 h 20002"/>
                <a:gd name="connsiteX1" fmla="*/ 240031 w 240030"/>
                <a:gd name="connsiteY1" fmla="*/ 0 h 20002"/>
                <a:gd name="connsiteX2" fmla="*/ 240031 w 240030"/>
                <a:gd name="connsiteY2" fmla="*/ 20003 h 20002"/>
                <a:gd name="connsiteX3" fmla="*/ 0 w 240030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0" h="20002">
                  <a:moveTo>
                    <a:pt x="0" y="0"/>
                  </a:moveTo>
                  <a:lnTo>
                    <a:pt x="240031" y="0"/>
                  </a:lnTo>
                  <a:lnTo>
                    <a:pt x="240031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1D1CD02-CCBF-4C5B-A502-99FA17ABCF5C}"/>
                </a:ext>
              </a:extLst>
            </p:cNvPr>
            <p:cNvSpPr/>
            <p:nvPr/>
          </p:nvSpPr>
          <p:spPr>
            <a:xfrm>
              <a:off x="10646985" y="3195171"/>
              <a:ext cx="20002" cy="20002"/>
            </a:xfrm>
            <a:custGeom>
              <a:avLst/>
              <a:gdLst>
                <a:gd name="connsiteX0" fmla="*/ 0 w 20002"/>
                <a:gd name="connsiteY0" fmla="*/ 0 h 20002"/>
                <a:gd name="connsiteX1" fmla="*/ 20003 w 20002"/>
                <a:gd name="connsiteY1" fmla="*/ 0 h 20002"/>
                <a:gd name="connsiteX2" fmla="*/ 20003 w 20002"/>
                <a:gd name="connsiteY2" fmla="*/ 20003 h 20002"/>
                <a:gd name="connsiteX3" fmla="*/ 0 w 20002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" h="20002">
                  <a:moveTo>
                    <a:pt x="0" y="0"/>
                  </a:moveTo>
                  <a:lnTo>
                    <a:pt x="20003" y="0"/>
                  </a:lnTo>
                  <a:lnTo>
                    <a:pt x="20003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34300E0-9580-4D52-B936-0FA4B3840ED7}"/>
                </a:ext>
              </a:extLst>
            </p:cNvPr>
            <p:cNvSpPr/>
            <p:nvPr/>
          </p:nvSpPr>
          <p:spPr>
            <a:xfrm>
              <a:off x="10686990" y="3235176"/>
              <a:ext cx="160020" cy="20002"/>
            </a:xfrm>
            <a:custGeom>
              <a:avLst/>
              <a:gdLst>
                <a:gd name="connsiteX0" fmla="*/ 0 w 160020"/>
                <a:gd name="connsiteY0" fmla="*/ 0 h 20002"/>
                <a:gd name="connsiteX1" fmla="*/ 160021 w 160020"/>
                <a:gd name="connsiteY1" fmla="*/ 0 h 20002"/>
                <a:gd name="connsiteX2" fmla="*/ 160021 w 160020"/>
                <a:gd name="connsiteY2" fmla="*/ 20003 h 20002"/>
                <a:gd name="connsiteX3" fmla="*/ 0 w 160020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020" h="20002">
                  <a:moveTo>
                    <a:pt x="0" y="0"/>
                  </a:moveTo>
                  <a:lnTo>
                    <a:pt x="160021" y="0"/>
                  </a:lnTo>
                  <a:lnTo>
                    <a:pt x="160021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4D0A96B-632D-423A-9F81-D67E3E60A6D3}"/>
                </a:ext>
              </a:extLst>
            </p:cNvPr>
            <p:cNvSpPr/>
            <p:nvPr/>
          </p:nvSpPr>
          <p:spPr>
            <a:xfrm>
              <a:off x="10867013" y="3235176"/>
              <a:ext cx="60007" cy="20002"/>
            </a:xfrm>
            <a:custGeom>
              <a:avLst/>
              <a:gdLst>
                <a:gd name="connsiteX0" fmla="*/ 0 w 60007"/>
                <a:gd name="connsiteY0" fmla="*/ 0 h 20002"/>
                <a:gd name="connsiteX1" fmla="*/ 60008 w 60007"/>
                <a:gd name="connsiteY1" fmla="*/ 0 h 20002"/>
                <a:gd name="connsiteX2" fmla="*/ 60008 w 60007"/>
                <a:gd name="connsiteY2" fmla="*/ 20003 h 20002"/>
                <a:gd name="connsiteX3" fmla="*/ 0 w 60007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" h="20002">
                  <a:moveTo>
                    <a:pt x="0" y="0"/>
                  </a:moveTo>
                  <a:lnTo>
                    <a:pt x="60008" y="0"/>
                  </a:lnTo>
                  <a:lnTo>
                    <a:pt x="60008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2641316-FF39-4063-932B-094FC0079806}"/>
                </a:ext>
              </a:extLst>
            </p:cNvPr>
            <p:cNvSpPr/>
            <p:nvPr/>
          </p:nvSpPr>
          <p:spPr>
            <a:xfrm>
              <a:off x="10686990" y="3275181"/>
              <a:ext cx="240030" cy="20002"/>
            </a:xfrm>
            <a:custGeom>
              <a:avLst/>
              <a:gdLst>
                <a:gd name="connsiteX0" fmla="*/ 0 w 240030"/>
                <a:gd name="connsiteY0" fmla="*/ 0 h 20002"/>
                <a:gd name="connsiteX1" fmla="*/ 240031 w 240030"/>
                <a:gd name="connsiteY1" fmla="*/ 0 h 20002"/>
                <a:gd name="connsiteX2" fmla="*/ 240031 w 240030"/>
                <a:gd name="connsiteY2" fmla="*/ 20003 h 20002"/>
                <a:gd name="connsiteX3" fmla="*/ 0 w 240030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0" h="20002">
                  <a:moveTo>
                    <a:pt x="0" y="0"/>
                  </a:moveTo>
                  <a:lnTo>
                    <a:pt x="240031" y="0"/>
                  </a:lnTo>
                  <a:lnTo>
                    <a:pt x="240031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E4D0ECA-0749-4712-8D23-B39B2140D145}"/>
                </a:ext>
              </a:extLst>
            </p:cNvPr>
            <p:cNvSpPr/>
            <p:nvPr/>
          </p:nvSpPr>
          <p:spPr>
            <a:xfrm>
              <a:off x="10646985" y="3275181"/>
              <a:ext cx="20002" cy="20002"/>
            </a:xfrm>
            <a:custGeom>
              <a:avLst/>
              <a:gdLst>
                <a:gd name="connsiteX0" fmla="*/ 0 w 20002"/>
                <a:gd name="connsiteY0" fmla="*/ 0 h 20002"/>
                <a:gd name="connsiteX1" fmla="*/ 20003 w 20002"/>
                <a:gd name="connsiteY1" fmla="*/ 0 h 20002"/>
                <a:gd name="connsiteX2" fmla="*/ 20003 w 20002"/>
                <a:gd name="connsiteY2" fmla="*/ 20003 h 20002"/>
                <a:gd name="connsiteX3" fmla="*/ 0 w 20002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" h="20002">
                  <a:moveTo>
                    <a:pt x="0" y="0"/>
                  </a:moveTo>
                  <a:lnTo>
                    <a:pt x="20003" y="0"/>
                  </a:lnTo>
                  <a:lnTo>
                    <a:pt x="20003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F46B4E9-2877-45DD-8B31-CDD4BDD8F789}"/>
                </a:ext>
              </a:extLst>
            </p:cNvPr>
            <p:cNvSpPr/>
            <p:nvPr/>
          </p:nvSpPr>
          <p:spPr>
            <a:xfrm>
              <a:off x="10686990" y="3315186"/>
              <a:ext cx="60007" cy="20002"/>
            </a:xfrm>
            <a:custGeom>
              <a:avLst/>
              <a:gdLst>
                <a:gd name="connsiteX0" fmla="*/ 0 w 60007"/>
                <a:gd name="connsiteY0" fmla="*/ 0 h 20002"/>
                <a:gd name="connsiteX1" fmla="*/ 60008 w 60007"/>
                <a:gd name="connsiteY1" fmla="*/ 0 h 20002"/>
                <a:gd name="connsiteX2" fmla="*/ 60008 w 60007"/>
                <a:gd name="connsiteY2" fmla="*/ 20003 h 20002"/>
                <a:gd name="connsiteX3" fmla="*/ 0 w 60007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" h="20002">
                  <a:moveTo>
                    <a:pt x="0" y="0"/>
                  </a:moveTo>
                  <a:lnTo>
                    <a:pt x="60008" y="0"/>
                  </a:lnTo>
                  <a:lnTo>
                    <a:pt x="60008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E6C2193-F73E-4E1B-9B7A-BF55473A1EE2}"/>
                </a:ext>
              </a:extLst>
            </p:cNvPr>
            <p:cNvSpPr/>
            <p:nvPr/>
          </p:nvSpPr>
          <p:spPr>
            <a:xfrm>
              <a:off x="10767000" y="3315186"/>
              <a:ext cx="160020" cy="20002"/>
            </a:xfrm>
            <a:custGeom>
              <a:avLst/>
              <a:gdLst>
                <a:gd name="connsiteX0" fmla="*/ 0 w 160020"/>
                <a:gd name="connsiteY0" fmla="*/ 0 h 20002"/>
                <a:gd name="connsiteX1" fmla="*/ 160021 w 160020"/>
                <a:gd name="connsiteY1" fmla="*/ 0 h 20002"/>
                <a:gd name="connsiteX2" fmla="*/ 160021 w 160020"/>
                <a:gd name="connsiteY2" fmla="*/ 20003 h 20002"/>
                <a:gd name="connsiteX3" fmla="*/ 0 w 160020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020" h="20002">
                  <a:moveTo>
                    <a:pt x="0" y="0"/>
                  </a:moveTo>
                  <a:lnTo>
                    <a:pt x="160021" y="0"/>
                  </a:lnTo>
                  <a:lnTo>
                    <a:pt x="160021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E49DC13-A873-491C-BF27-A8E0E96C73B1}"/>
                </a:ext>
              </a:extLst>
            </p:cNvPr>
            <p:cNvSpPr/>
            <p:nvPr/>
          </p:nvSpPr>
          <p:spPr>
            <a:xfrm>
              <a:off x="10686990" y="3355191"/>
              <a:ext cx="160020" cy="20002"/>
            </a:xfrm>
            <a:custGeom>
              <a:avLst/>
              <a:gdLst>
                <a:gd name="connsiteX0" fmla="*/ 0 w 160020"/>
                <a:gd name="connsiteY0" fmla="*/ 0 h 20002"/>
                <a:gd name="connsiteX1" fmla="*/ 160021 w 160020"/>
                <a:gd name="connsiteY1" fmla="*/ 0 h 20002"/>
                <a:gd name="connsiteX2" fmla="*/ 160021 w 160020"/>
                <a:gd name="connsiteY2" fmla="*/ 20003 h 20002"/>
                <a:gd name="connsiteX3" fmla="*/ 0 w 160020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020" h="20002">
                  <a:moveTo>
                    <a:pt x="0" y="0"/>
                  </a:moveTo>
                  <a:lnTo>
                    <a:pt x="160021" y="0"/>
                  </a:lnTo>
                  <a:lnTo>
                    <a:pt x="160021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6825498-85B0-42FE-9AC5-CF9373D43809}"/>
                </a:ext>
              </a:extLst>
            </p:cNvPr>
            <p:cNvSpPr/>
            <p:nvPr/>
          </p:nvSpPr>
          <p:spPr>
            <a:xfrm>
              <a:off x="10646985" y="3355191"/>
              <a:ext cx="20002" cy="20002"/>
            </a:xfrm>
            <a:custGeom>
              <a:avLst/>
              <a:gdLst>
                <a:gd name="connsiteX0" fmla="*/ 0 w 20002"/>
                <a:gd name="connsiteY0" fmla="*/ 0 h 20002"/>
                <a:gd name="connsiteX1" fmla="*/ 20003 w 20002"/>
                <a:gd name="connsiteY1" fmla="*/ 0 h 20002"/>
                <a:gd name="connsiteX2" fmla="*/ 20003 w 20002"/>
                <a:gd name="connsiteY2" fmla="*/ 20003 h 20002"/>
                <a:gd name="connsiteX3" fmla="*/ 0 w 20002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" h="20002">
                  <a:moveTo>
                    <a:pt x="0" y="0"/>
                  </a:moveTo>
                  <a:lnTo>
                    <a:pt x="20003" y="0"/>
                  </a:lnTo>
                  <a:lnTo>
                    <a:pt x="20003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1CFD029-A7D1-4E02-92A8-748A02394D61}"/>
                </a:ext>
              </a:extLst>
            </p:cNvPr>
            <p:cNvSpPr/>
            <p:nvPr/>
          </p:nvSpPr>
          <p:spPr>
            <a:xfrm>
              <a:off x="10686990" y="3395197"/>
              <a:ext cx="240030" cy="20002"/>
            </a:xfrm>
            <a:custGeom>
              <a:avLst/>
              <a:gdLst>
                <a:gd name="connsiteX0" fmla="*/ 0 w 240030"/>
                <a:gd name="connsiteY0" fmla="*/ 0 h 20002"/>
                <a:gd name="connsiteX1" fmla="*/ 240031 w 240030"/>
                <a:gd name="connsiteY1" fmla="*/ 0 h 20002"/>
                <a:gd name="connsiteX2" fmla="*/ 240031 w 240030"/>
                <a:gd name="connsiteY2" fmla="*/ 20003 h 20002"/>
                <a:gd name="connsiteX3" fmla="*/ 0 w 240030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030" h="20002">
                  <a:moveTo>
                    <a:pt x="0" y="0"/>
                  </a:moveTo>
                  <a:lnTo>
                    <a:pt x="240031" y="0"/>
                  </a:lnTo>
                  <a:lnTo>
                    <a:pt x="240031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CF7300D-4ED3-45A2-A086-994319426408}"/>
                </a:ext>
              </a:extLst>
            </p:cNvPr>
            <p:cNvSpPr/>
            <p:nvPr/>
          </p:nvSpPr>
          <p:spPr>
            <a:xfrm>
              <a:off x="10867013" y="3355191"/>
              <a:ext cx="60007" cy="20002"/>
            </a:xfrm>
            <a:custGeom>
              <a:avLst/>
              <a:gdLst>
                <a:gd name="connsiteX0" fmla="*/ 0 w 60007"/>
                <a:gd name="connsiteY0" fmla="*/ 0 h 20002"/>
                <a:gd name="connsiteX1" fmla="*/ 60008 w 60007"/>
                <a:gd name="connsiteY1" fmla="*/ 0 h 20002"/>
                <a:gd name="connsiteX2" fmla="*/ 60008 w 60007"/>
                <a:gd name="connsiteY2" fmla="*/ 20003 h 20002"/>
                <a:gd name="connsiteX3" fmla="*/ 0 w 60007"/>
                <a:gd name="connsiteY3" fmla="*/ 20003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" h="20002">
                  <a:moveTo>
                    <a:pt x="0" y="0"/>
                  </a:moveTo>
                  <a:lnTo>
                    <a:pt x="60008" y="0"/>
                  </a:lnTo>
                  <a:lnTo>
                    <a:pt x="60008" y="20003"/>
                  </a:lnTo>
                  <a:lnTo>
                    <a:pt x="0" y="20003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82F7E89-FD1D-436B-890D-01FB98A62A09}"/>
                </a:ext>
              </a:extLst>
            </p:cNvPr>
            <p:cNvSpPr/>
            <p:nvPr/>
          </p:nvSpPr>
          <p:spPr>
            <a:xfrm>
              <a:off x="10997030" y="3035150"/>
              <a:ext cx="120015" cy="430052"/>
            </a:xfrm>
            <a:custGeom>
              <a:avLst/>
              <a:gdLst>
                <a:gd name="connsiteX0" fmla="*/ 90012 w 120015"/>
                <a:gd name="connsiteY0" fmla="*/ 40005 h 430052"/>
                <a:gd name="connsiteX1" fmla="*/ 80010 w 120015"/>
                <a:gd name="connsiteY1" fmla="*/ 40005 h 430052"/>
                <a:gd name="connsiteX2" fmla="*/ 40005 w 120015"/>
                <a:gd name="connsiteY2" fmla="*/ 0 h 430052"/>
                <a:gd name="connsiteX3" fmla="*/ 0 w 120015"/>
                <a:gd name="connsiteY3" fmla="*/ 40005 h 430052"/>
                <a:gd name="connsiteX4" fmla="*/ 0 w 120015"/>
                <a:gd name="connsiteY4" fmla="*/ 360046 h 430052"/>
                <a:gd name="connsiteX5" fmla="*/ 1064 w 120015"/>
                <a:gd name="connsiteY5" fmla="*/ 364515 h 430052"/>
                <a:gd name="connsiteX6" fmla="*/ 1056 w 120015"/>
                <a:gd name="connsiteY6" fmla="*/ 364515 h 430052"/>
                <a:gd name="connsiteX7" fmla="*/ 31060 w 120015"/>
                <a:gd name="connsiteY7" fmla="*/ 424523 h 430052"/>
                <a:gd name="connsiteX8" fmla="*/ 44479 w 120015"/>
                <a:gd name="connsiteY8" fmla="*/ 428994 h 430052"/>
                <a:gd name="connsiteX9" fmla="*/ 48950 w 120015"/>
                <a:gd name="connsiteY9" fmla="*/ 424523 h 430052"/>
                <a:gd name="connsiteX10" fmla="*/ 78954 w 120015"/>
                <a:gd name="connsiteY10" fmla="*/ 364515 h 430052"/>
                <a:gd name="connsiteX11" fmla="*/ 78946 w 120015"/>
                <a:gd name="connsiteY11" fmla="*/ 364515 h 430052"/>
                <a:gd name="connsiteX12" fmla="*/ 80010 w 120015"/>
                <a:gd name="connsiteY12" fmla="*/ 360046 h 430052"/>
                <a:gd name="connsiteX13" fmla="*/ 80010 w 120015"/>
                <a:gd name="connsiteY13" fmla="*/ 60008 h 430052"/>
                <a:gd name="connsiteX14" fmla="*/ 90012 w 120015"/>
                <a:gd name="connsiteY14" fmla="*/ 60008 h 430052"/>
                <a:gd name="connsiteX15" fmla="*/ 100013 w 120015"/>
                <a:gd name="connsiteY15" fmla="*/ 70009 h 430052"/>
                <a:gd name="connsiteX16" fmla="*/ 100013 w 120015"/>
                <a:gd name="connsiteY16" fmla="*/ 180023 h 430052"/>
                <a:gd name="connsiteX17" fmla="*/ 120015 w 120015"/>
                <a:gd name="connsiteY17" fmla="*/ 180023 h 430052"/>
                <a:gd name="connsiteX18" fmla="*/ 120015 w 120015"/>
                <a:gd name="connsiteY18" fmla="*/ 70009 h 430052"/>
                <a:gd name="connsiteX19" fmla="*/ 90012 w 120015"/>
                <a:gd name="connsiteY19" fmla="*/ 40005 h 430052"/>
                <a:gd name="connsiteX20" fmla="*/ 40005 w 120015"/>
                <a:gd name="connsiteY20" fmla="*/ 20003 h 430052"/>
                <a:gd name="connsiteX21" fmla="*/ 60008 w 120015"/>
                <a:gd name="connsiteY21" fmla="*/ 40005 h 430052"/>
                <a:gd name="connsiteX22" fmla="*/ 20003 w 120015"/>
                <a:gd name="connsiteY22" fmla="*/ 40005 h 430052"/>
                <a:gd name="connsiteX23" fmla="*/ 40005 w 120015"/>
                <a:gd name="connsiteY23" fmla="*/ 20003 h 430052"/>
                <a:gd name="connsiteX24" fmla="*/ 60008 w 120015"/>
                <a:gd name="connsiteY24" fmla="*/ 350045 h 430052"/>
                <a:gd name="connsiteX25" fmla="*/ 20003 w 120015"/>
                <a:gd name="connsiteY25" fmla="*/ 350045 h 430052"/>
                <a:gd name="connsiteX26" fmla="*/ 20003 w 120015"/>
                <a:gd name="connsiteY26" fmla="*/ 200026 h 430052"/>
                <a:gd name="connsiteX27" fmla="*/ 60008 w 120015"/>
                <a:gd name="connsiteY27" fmla="*/ 200026 h 430052"/>
                <a:gd name="connsiteX28" fmla="*/ 60008 w 120015"/>
                <a:gd name="connsiteY28" fmla="*/ 180023 h 430052"/>
                <a:gd name="connsiteX29" fmla="*/ 20003 w 120015"/>
                <a:gd name="connsiteY29" fmla="*/ 180023 h 430052"/>
                <a:gd name="connsiteX30" fmla="*/ 20003 w 120015"/>
                <a:gd name="connsiteY30" fmla="*/ 160021 h 430052"/>
                <a:gd name="connsiteX31" fmla="*/ 60008 w 120015"/>
                <a:gd name="connsiteY31" fmla="*/ 160021 h 430052"/>
                <a:gd name="connsiteX32" fmla="*/ 40005 w 120015"/>
                <a:gd name="connsiteY32" fmla="*/ 397690 h 430052"/>
                <a:gd name="connsiteX33" fmla="*/ 26183 w 120015"/>
                <a:gd name="connsiteY33" fmla="*/ 370047 h 430052"/>
                <a:gd name="connsiteX34" fmla="*/ 53827 w 120015"/>
                <a:gd name="connsiteY34" fmla="*/ 370047 h 430052"/>
                <a:gd name="connsiteX35" fmla="*/ 60008 w 120015"/>
                <a:gd name="connsiteY35" fmla="*/ 140018 h 430052"/>
                <a:gd name="connsiteX36" fmla="*/ 20003 w 120015"/>
                <a:gd name="connsiteY36" fmla="*/ 140018 h 430052"/>
                <a:gd name="connsiteX37" fmla="*/ 20003 w 120015"/>
                <a:gd name="connsiteY37" fmla="*/ 60008 h 430052"/>
                <a:gd name="connsiteX38" fmla="*/ 60008 w 120015"/>
                <a:gd name="connsiteY38" fmla="*/ 60008 h 43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20015" h="430052">
                  <a:moveTo>
                    <a:pt x="90012" y="40005"/>
                  </a:moveTo>
                  <a:lnTo>
                    <a:pt x="80010" y="40005"/>
                  </a:lnTo>
                  <a:cubicBezTo>
                    <a:pt x="80010" y="17911"/>
                    <a:pt x="62099" y="0"/>
                    <a:pt x="40005" y="0"/>
                  </a:cubicBezTo>
                  <a:cubicBezTo>
                    <a:pt x="17911" y="0"/>
                    <a:pt x="0" y="17911"/>
                    <a:pt x="0" y="40005"/>
                  </a:cubicBezTo>
                  <a:lnTo>
                    <a:pt x="0" y="360046"/>
                  </a:lnTo>
                  <a:cubicBezTo>
                    <a:pt x="1" y="361599"/>
                    <a:pt x="365" y="363129"/>
                    <a:pt x="1064" y="364515"/>
                  </a:cubicBezTo>
                  <a:lnTo>
                    <a:pt x="1056" y="364515"/>
                  </a:lnTo>
                  <a:lnTo>
                    <a:pt x="31060" y="424523"/>
                  </a:lnTo>
                  <a:cubicBezTo>
                    <a:pt x="33531" y="429463"/>
                    <a:pt x="39539" y="431465"/>
                    <a:pt x="44479" y="428994"/>
                  </a:cubicBezTo>
                  <a:cubicBezTo>
                    <a:pt x="46414" y="428027"/>
                    <a:pt x="47982" y="426458"/>
                    <a:pt x="48950" y="424523"/>
                  </a:cubicBezTo>
                  <a:lnTo>
                    <a:pt x="78954" y="364515"/>
                  </a:lnTo>
                  <a:lnTo>
                    <a:pt x="78946" y="364515"/>
                  </a:lnTo>
                  <a:cubicBezTo>
                    <a:pt x="79645" y="363129"/>
                    <a:pt x="80010" y="361599"/>
                    <a:pt x="80010" y="360046"/>
                  </a:cubicBezTo>
                  <a:lnTo>
                    <a:pt x="80010" y="60008"/>
                  </a:lnTo>
                  <a:lnTo>
                    <a:pt x="90012" y="60008"/>
                  </a:lnTo>
                  <a:cubicBezTo>
                    <a:pt x="95533" y="60014"/>
                    <a:pt x="100007" y="64488"/>
                    <a:pt x="100013" y="70009"/>
                  </a:cubicBezTo>
                  <a:lnTo>
                    <a:pt x="100013" y="180023"/>
                  </a:lnTo>
                  <a:lnTo>
                    <a:pt x="120015" y="180023"/>
                  </a:lnTo>
                  <a:lnTo>
                    <a:pt x="120015" y="70009"/>
                  </a:lnTo>
                  <a:cubicBezTo>
                    <a:pt x="119996" y="53446"/>
                    <a:pt x="106574" y="40024"/>
                    <a:pt x="90012" y="40005"/>
                  </a:cubicBezTo>
                  <a:close/>
                  <a:moveTo>
                    <a:pt x="40005" y="20003"/>
                  </a:moveTo>
                  <a:cubicBezTo>
                    <a:pt x="51047" y="20016"/>
                    <a:pt x="59995" y="28963"/>
                    <a:pt x="60008" y="40005"/>
                  </a:cubicBezTo>
                  <a:lnTo>
                    <a:pt x="20003" y="40005"/>
                  </a:lnTo>
                  <a:cubicBezTo>
                    <a:pt x="20016" y="28963"/>
                    <a:pt x="28963" y="20016"/>
                    <a:pt x="40005" y="20003"/>
                  </a:cubicBezTo>
                  <a:close/>
                  <a:moveTo>
                    <a:pt x="60008" y="350045"/>
                  </a:moveTo>
                  <a:lnTo>
                    <a:pt x="20003" y="350045"/>
                  </a:lnTo>
                  <a:lnTo>
                    <a:pt x="20003" y="200026"/>
                  </a:lnTo>
                  <a:lnTo>
                    <a:pt x="60008" y="200026"/>
                  </a:lnTo>
                  <a:close/>
                  <a:moveTo>
                    <a:pt x="60008" y="180023"/>
                  </a:moveTo>
                  <a:lnTo>
                    <a:pt x="20003" y="180023"/>
                  </a:lnTo>
                  <a:lnTo>
                    <a:pt x="20003" y="160021"/>
                  </a:lnTo>
                  <a:lnTo>
                    <a:pt x="60008" y="160021"/>
                  </a:lnTo>
                  <a:close/>
                  <a:moveTo>
                    <a:pt x="40005" y="397690"/>
                  </a:moveTo>
                  <a:lnTo>
                    <a:pt x="26183" y="370047"/>
                  </a:lnTo>
                  <a:lnTo>
                    <a:pt x="53827" y="370047"/>
                  </a:lnTo>
                  <a:close/>
                  <a:moveTo>
                    <a:pt x="60008" y="140018"/>
                  </a:moveTo>
                  <a:lnTo>
                    <a:pt x="20003" y="140018"/>
                  </a:lnTo>
                  <a:lnTo>
                    <a:pt x="20003" y="60008"/>
                  </a:lnTo>
                  <a:lnTo>
                    <a:pt x="60008" y="60008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grpSp>
        <p:nvGrpSpPr>
          <p:cNvPr id="103" name="Graphic 101">
            <a:extLst>
              <a:ext uri="{FF2B5EF4-FFF2-40B4-BE49-F238E27FC236}">
                <a16:creationId xmlns:a16="http://schemas.microsoft.com/office/drawing/2014/main" id="{063D7821-67D9-4FD0-9F51-0938AC663CF2}"/>
              </a:ext>
            </a:extLst>
          </p:cNvPr>
          <p:cNvGrpSpPr/>
          <p:nvPr/>
        </p:nvGrpSpPr>
        <p:grpSpPr>
          <a:xfrm>
            <a:off x="10522695" y="5355495"/>
            <a:ext cx="599522" cy="621323"/>
            <a:chOff x="10522695" y="5267278"/>
            <a:chExt cx="599522" cy="621323"/>
          </a:xfrm>
          <a:solidFill>
            <a:schemeClr val="accent3">
              <a:alpha val="10000"/>
            </a:schemeClr>
          </a:solidFill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673CCF5-BB34-4681-95DA-EA7F74392830}"/>
                </a:ext>
              </a:extLst>
            </p:cNvPr>
            <p:cNvSpPr/>
            <p:nvPr/>
          </p:nvSpPr>
          <p:spPr>
            <a:xfrm>
              <a:off x="10620798" y="5823198"/>
              <a:ext cx="21800" cy="21800"/>
            </a:xfrm>
            <a:custGeom>
              <a:avLst/>
              <a:gdLst>
                <a:gd name="connsiteX0" fmla="*/ 0 w 21800"/>
                <a:gd name="connsiteY0" fmla="*/ 0 h 21800"/>
                <a:gd name="connsiteX1" fmla="*/ 21801 w 21800"/>
                <a:gd name="connsiteY1" fmla="*/ 0 h 21800"/>
                <a:gd name="connsiteX2" fmla="*/ 21801 w 21800"/>
                <a:gd name="connsiteY2" fmla="*/ 21801 h 21800"/>
                <a:gd name="connsiteX3" fmla="*/ 0 w 21800"/>
                <a:gd name="connsiteY3" fmla="*/ 21801 h 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0" h="21800">
                  <a:moveTo>
                    <a:pt x="0" y="0"/>
                  </a:moveTo>
                  <a:lnTo>
                    <a:pt x="21801" y="0"/>
                  </a:lnTo>
                  <a:lnTo>
                    <a:pt x="21801" y="21801"/>
                  </a:lnTo>
                  <a:lnTo>
                    <a:pt x="0" y="21801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ABDBC2C-278F-4568-ACC9-76E1784DA1E0}"/>
                </a:ext>
              </a:extLst>
            </p:cNvPr>
            <p:cNvSpPr/>
            <p:nvPr/>
          </p:nvSpPr>
          <p:spPr>
            <a:xfrm>
              <a:off x="10522695" y="5267278"/>
              <a:ext cx="599522" cy="621323"/>
            </a:xfrm>
            <a:custGeom>
              <a:avLst/>
              <a:gdLst>
                <a:gd name="connsiteX0" fmla="*/ 555921 w 599522"/>
                <a:gd name="connsiteY0" fmla="*/ 0 h 621323"/>
                <a:gd name="connsiteX1" fmla="*/ 130805 w 599522"/>
                <a:gd name="connsiteY1" fmla="*/ 0 h 621323"/>
                <a:gd name="connsiteX2" fmla="*/ 87203 w 599522"/>
                <a:gd name="connsiteY2" fmla="*/ 43602 h 621323"/>
                <a:gd name="connsiteX3" fmla="*/ 87203 w 599522"/>
                <a:gd name="connsiteY3" fmla="*/ 381514 h 621323"/>
                <a:gd name="connsiteX4" fmla="*/ 54502 w 599522"/>
                <a:gd name="connsiteY4" fmla="*/ 381514 h 621323"/>
                <a:gd name="connsiteX5" fmla="*/ 43602 w 599522"/>
                <a:gd name="connsiteY5" fmla="*/ 392415 h 621323"/>
                <a:gd name="connsiteX6" fmla="*/ 43602 w 599522"/>
                <a:gd name="connsiteY6" fmla="*/ 403315 h 621323"/>
                <a:gd name="connsiteX7" fmla="*/ 0 w 599522"/>
                <a:gd name="connsiteY7" fmla="*/ 403315 h 621323"/>
                <a:gd name="connsiteX8" fmla="*/ 0 w 599522"/>
                <a:gd name="connsiteY8" fmla="*/ 425116 h 621323"/>
                <a:gd name="connsiteX9" fmla="*/ 43602 w 599522"/>
                <a:gd name="connsiteY9" fmla="*/ 425116 h 621323"/>
                <a:gd name="connsiteX10" fmla="*/ 43602 w 599522"/>
                <a:gd name="connsiteY10" fmla="*/ 577722 h 621323"/>
                <a:gd name="connsiteX11" fmla="*/ 0 w 599522"/>
                <a:gd name="connsiteY11" fmla="*/ 577722 h 621323"/>
                <a:gd name="connsiteX12" fmla="*/ 0 w 599522"/>
                <a:gd name="connsiteY12" fmla="*/ 599522 h 621323"/>
                <a:gd name="connsiteX13" fmla="*/ 43602 w 599522"/>
                <a:gd name="connsiteY13" fmla="*/ 599522 h 621323"/>
                <a:gd name="connsiteX14" fmla="*/ 43602 w 599522"/>
                <a:gd name="connsiteY14" fmla="*/ 610423 h 621323"/>
                <a:gd name="connsiteX15" fmla="*/ 54502 w 599522"/>
                <a:gd name="connsiteY15" fmla="*/ 621323 h 621323"/>
                <a:gd name="connsiteX16" fmla="*/ 163506 w 599522"/>
                <a:gd name="connsiteY16" fmla="*/ 621323 h 621323"/>
                <a:gd name="connsiteX17" fmla="*/ 174407 w 599522"/>
                <a:gd name="connsiteY17" fmla="*/ 610423 h 621323"/>
                <a:gd name="connsiteX18" fmla="*/ 174407 w 599522"/>
                <a:gd name="connsiteY18" fmla="*/ 599522 h 621323"/>
                <a:gd name="connsiteX19" fmla="*/ 204568 w 599522"/>
                <a:gd name="connsiteY19" fmla="*/ 599522 h 621323"/>
                <a:gd name="connsiteX20" fmla="*/ 299456 w 599522"/>
                <a:gd name="connsiteY20" fmla="*/ 621323 h 621323"/>
                <a:gd name="connsiteX21" fmla="*/ 397865 w 599522"/>
                <a:gd name="connsiteY21" fmla="*/ 621323 h 621323"/>
                <a:gd name="connsiteX22" fmla="*/ 436017 w 599522"/>
                <a:gd name="connsiteY22" fmla="*/ 583435 h 621323"/>
                <a:gd name="connsiteX23" fmla="*/ 428789 w 599522"/>
                <a:gd name="connsiteY23" fmla="*/ 561000 h 621323"/>
                <a:gd name="connsiteX24" fmla="*/ 443091 w 599522"/>
                <a:gd name="connsiteY24" fmla="*/ 545020 h 621323"/>
                <a:gd name="connsiteX25" fmla="*/ 523220 w 599522"/>
                <a:gd name="connsiteY25" fmla="*/ 545020 h 621323"/>
                <a:gd name="connsiteX26" fmla="*/ 534120 w 599522"/>
                <a:gd name="connsiteY26" fmla="*/ 534120 h 621323"/>
                <a:gd name="connsiteX27" fmla="*/ 534120 w 599522"/>
                <a:gd name="connsiteY27" fmla="*/ 196207 h 621323"/>
                <a:gd name="connsiteX28" fmla="*/ 588622 w 599522"/>
                <a:gd name="connsiteY28" fmla="*/ 196207 h 621323"/>
                <a:gd name="connsiteX29" fmla="*/ 599522 w 599522"/>
                <a:gd name="connsiteY29" fmla="*/ 185307 h 621323"/>
                <a:gd name="connsiteX30" fmla="*/ 599522 w 599522"/>
                <a:gd name="connsiteY30" fmla="*/ 43602 h 621323"/>
                <a:gd name="connsiteX31" fmla="*/ 555921 w 599522"/>
                <a:gd name="connsiteY31" fmla="*/ 0 h 621323"/>
                <a:gd name="connsiteX32" fmla="*/ 152606 w 599522"/>
                <a:gd name="connsiteY32" fmla="*/ 599522 h 621323"/>
                <a:gd name="connsiteX33" fmla="*/ 65402 w 599522"/>
                <a:gd name="connsiteY33" fmla="*/ 599522 h 621323"/>
                <a:gd name="connsiteX34" fmla="*/ 65402 w 599522"/>
                <a:gd name="connsiteY34" fmla="*/ 403315 h 621323"/>
                <a:gd name="connsiteX35" fmla="*/ 152606 w 599522"/>
                <a:gd name="connsiteY35" fmla="*/ 403315 h 621323"/>
                <a:gd name="connsiteX36" fmla="*/ 397865 w 599522"/>
                <a:gd name="connsiteY36" fmla="*/ 599522 h 621323"/>
                <a:gd name="connsiteX37" fmla="*/ 299456 w 599522"/>
                <a:gd name="connsiteY37" fmla="*/ 599522 h 621323"/>
                <a:gd name="connsiteX38" fmla="*/ 211980 w 599522"/>
                <a:gd name="connsiteY38" fmla="*/ 578812 h 621323"/>
                <a:gd name="connsiteX39" fmla="*/ 207108 w 599522"/>
                <a:gd name="connsiteY39" fmla="*/ 577722 h 621323"/>
                <a:gd name="connsiteX40" fmla="*/ 174407 w 599522"/>
                <a:gd name="connsiteY40" fmla="*/ 577722 h 621323"/>
                <a:gd name="connsiteX41" fmla="*/ 174407 w 599522"/>
                <a:gd name="connsiteY41" fmla="*/ 425116 h 621323"/>
                <a:gd name="connsiteX42" fmla="*/ 207108 w 599522"/>
                <a:gd name="connsiteY42" fmla="*/ 425116 h 621323"/>
                <a:gd name="connsiteX43" fmla="*/ 214291 w 599522"/>
                <a:gd name="connsiteY43" fmla="*/ 422423 h 621323"/>
                <a:gd name="connsiteX44" fmla="*/ 233836 w 599522"/>
                <a:gd name="connsiteY44" fmla="*/ 405310 h 621323"/>
                <a:gd name="connsiteX45" fmla="*/ 285863 w 599522"/>
                <a:gd name="connsiteY45" fmla="*/ 261610 h 621323"/>
                <a:gd name="connsiteX46" fmla="*/ 288043 w 599522"/>
                <a:gd name="connsiteY46" fmla="*/ 261610 h 621323"/>
                <a:gd name="connsiteX47" fmla="*/ 325922 w 599522"/>
                <a:gd name="connsiteY47" fmla="*/ 291117 h 621323"/>
                <a:gd name="connsiteX48" fmla="*/ 319818 w 599522"/>
                <a:gd name="connsiteY48" fmla="*/ 381176 h 621323"/>
                <a:gd name="connsiteX49" fmla="*/ 319633 w 599522"/>
                <a:gd name="connsiteY49" fmla="*/ 381514 h 621323"/>
                <a:gd name="connsiteX50" fmla="*/ 294311 w 599522"/>
                <a:gd name="connsiteY50" fmla="*/ 381514 h 621323"/>
                <a:gd name="connsiteX51" fmla="*/ 294311 w 599522"/>
                <a:gd name="connsiteY51" fmla="*/ 403315 h 621323"/>
                <a:gd name="connsiteX52" fmla="*/ 419666 w 599522"/>
                <a:gd name="connsiteY52" fmla="*/ 403315 h 621323"/>
                <a:gd name="connsiteX53" fmla="*/ 436016 w 599522"/>
                <a:gd name="connsiteY53" fmla="*/ 419666 h 621323"/>
                <a:gd name="connsiteX54" fmla="*/ 419666 w 599522"/>
                <a:gd name="connsiteY54" fmla="*/ 436016 h 621323"/>
                <a:gd name="connsiteX55" fmla="*/ 381514 w 599522"/>
                <a:gd name="connsiteY55" fmla="*/ 436016 h 621323"/>
                <a:gd name="connsiteX56" fmla="*/ 381514 w 599522"/>
                <a:gd name="connsiteY56" fmla="*/ 457817 h 621323"/>
                <a:gd name="connsiteX57" fmla="*/ 408765 w 599522"/>
                <a:gd name="connsiteY57" fmla="*/ 457817 h 621323"/>
                <a:gd name="connsiteX58" fmla="*/ 425116 w 599522"/>
                <a:gd name="connsiteY58" fmla="*/ 474168 h 621323"/>
                <a:gd name="connsiteX59" fmla="*/ 408765 w 599522"/>
                <a:gd name="connsiteY59" fmla="*/ 490518 h 621323"/>
                <a:gd name="connsiteX60" fmla="*/ 381514 w 599522"/>
                <a:gd name="connsiteY60" fmla="*/ 490518 h 621323"/>
                <a:gd name="connsiteX61" fmla="*/ 381514 w 599522"/>
                <a:gd name="connsiteY61" fmla="*/ 512319 h 621323"/>
                <a:gd name="connsiteX62" fmla="*/ 408765 w 599522"/>
                <a:gd name="connsiteY62" fmla="*/ 512319 h 621323"/>
                <a:gd name="connsiteX63" fmla="*/ 425116 w 599522"/>
                <a:gd name="connsiteY63" fmla="*/ 528670 h 621323"/>
                <a:gd name="connsiteX64" fmla="*/ 408765 w 599522"/>
                <a:gd name="connsiteY64" fmla="*/ 545020 h 621323"/>
                <a:gd name="connsiteX65" fmla="*/ 381514 w 599522"/>
                <a:gd name="connsiteY65" fmla="*/ 545020 h 621323"/>
                <a:gd name="connsiteX66" fmla="*/ 381514 w 599522"/>
                <a:gd name="connsiteY66" fmla="*/ 566821 h 621323"/>
                <a:gd name="connsiteX67" fmla="*/ 397865 w 599522"/>
                <a:gd name="connsiteY67" fmla="*/ 566821 h 621323"/>
                <a:gd name="connsiteX68" fmla="*/ 414215 w 599522"/>
                <a:gd name="connsiteY68" fmla="*/ 583172 h 621323"/>
                <a:gd name="connsiteX69" fmla="*/ 397865 w 599522"/>
                <a:gd name="connsiteY69" fmla="*/ 599522 h 621323"/>
                <a:gd name="connsiteX70" fmla="*/ 512319 w 599522"/>
                <a:gd name="connsiteY70" fmla="*/ 523220 h 621323"/>
                <a:gd name="connsiteX71" fmla="*/ 446361 w 599522"/>
                <a:gd name="connsiteY71" fmla="*/ 523220 h 621323"/>
                <a:gd name="connsiteX72" fmla="*/ 435384 w 599522"/>
                <a:gd name="connsiteY72" fmla="*/ 501419 h 621323"/>
                <a:gd name="connsiteX73" fmla="*/ 439744 w 599522"/>
                <a:gd name="connsiteY73" fmla="*/ 451996 h 621323"/>
                <a:gd name="connsiteX74" fmla="*/ 452213 w 599522"/>
                <a:gd name="connsiteY74" fmla="*/ 399629 h 621323"/>
                <a:gd name="connsiteX75" fmla="*/ 419666 w 599522"/>
                <a:gd name="connsiteY75" fmla="*/ 381514 h 621323"/>
                <a:gd name="connsiteX76" fmla="*/ 342774 w 599522"/>
                <a:gd name="connsiteY76" fmla="*/ 381514 h 621323"/>
                <a:gd name="connsiteX77" fmla="*/ 347025 w 599522"/>
                <a:gd name="connsiteY77" fmla="*/ 285841 h 621323"/>
                <a:gd name="connsiteX78" fmla="*/ 288076 w 599522"/>
                <a:gd name="connsiteY78" fmla="*/ 239809 h 621323"/>
                <a:gd name="connsiteX79" fmla="*/ 272510 w 599522"/>
                <a:gd name="connsiteY79" fmla="*/ 239809 h 621323"/>
                <a:gd name="connsiteX80" fmla="*/ 261613 w 599522"/>
                <a:gd name="connsiteY80" fmla="*/ 250712 h 621323"/>
                <a:gd name="connsiteX81" fmla="*/ 261937 w 599522"/>
                <a:gd name="connsiteY81" fmla="*/ 253347 h 621323"/>
                <a:gd name="connsiteX82" fmla="*/ 219480 w 599522"/>
                <a:gd name="connsiteY82" fmla="*/ 388894 h 621323"/>
                <a:gd name="connsiteX83" fmla="*/ 203009 w 599522"/>
                <a:gd name="connsiteY83" fmla="*/ 403315 h 621323"/>
                <a:gd name="connsiteX84" fmla="*/ 174407 w 599522"/>
                <a:gd name="connsiteY84" fmla="*/ 403315 h 621323"/>
                <a:gd name="connsiteX85" fmla="*/ 174407 w 599522"/>
                <a:gd name="connsiteY85" fmla="*/ 392415 h 621323"/>
                <a:gd name="connsiteX86" fmla="*/ 163506 w 599522"/>
                <a:gd name="connsiteY86" fmla="*/ 381514 h 621323"/>
                <a:gd name="connsiteX87" fmla="*/ 109004 w 599522"/>
                <a:gd name="connsiteY87" fmla="*/ 381514 h 621323"/>
                <a:gd name="connsiteX88" fmla="*/ 109004 w 599522"/>
                <a:gd name="connsiteY88" fmla="*/ 43602 h 621323"/>
                <a:gd name="connsiteX89" fmla="*/ 130805 w 599522"/>
                <a:gd name="connsiteY89" fmla="*/ 21801 h 621323"/>
                <a:gd name="connsiteX90" fmla="*/ 518380 w 599522"/>
                <a:gd name="connsiteY90" fmla="*/ 21801 h 621323"/>
                <a:gd name="connsiteX91" fmla="*/ 512319 w 599522"/>
                <a:gd name="connsiteY91" fmla="*/ 43602 h 621323"/>
                <a:gd name="connsiteX92" fmla="*/ 577722 w 599522"/>
                <a:gd name="connsiteY92" fmla="*/ 174407 h 621323"/>
                <a:gd name="connsiteX93" fmla="*/ 534120 w 599522"/>
                <a:gd name="connsiteY93" fmla="*/ 174407 h 621323"/>
                <a:gd name="connsiteX94" fmla="*/ 534120 w 599522"/>
                <a:gd name="connsiteY94" fmla="*/ 43602 h 621323"/>
                <a:gd name="connsiteX95" fmla="*/ 555921 w 599522"/>
                <a:gd name="connsiteY95" fmla="*/ 21801 h 621323"/>
                <a:gd name="connsiteX96" fmla="*/ 577722 w 599522"/>
                <a:gd name="connsiteY96" fmla="*/ 43602 h 62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599522" h="621323">
                  <a:moveTo>
                    <a:pt x="555921" y="0"/>
                  </a:moveTo>
                  <a:lnTo>
                    <a:pt x="130805" y="0"/>
                  </a:lnTo>
                  <a:cubicBezTo>
                    <a:pt x="106724" y="0"/>
                    <a:pt x="87203" y="19521"/>
                    <a:pt x="87203" y="43602"/>
                  </a:cubicBezTo>
                  <a:lnTo>
                    <a:pt x="87203" y="381514"/>
                  </a:lnTo>
                  <a:lnTo>
                    <a:pt x="54502" y="381514"/>
                  </a:lnTo>
                  <a:cubicBezTo>
                    <a:pt x="48482" y="381514"/>
                    <a:pt x="43602" y="386395"/>
                    <a:pt x="43602" y="392415"/>
                  </a:cubicBezTo>
                  <a:lnTo>
                    <a:pt x="43602" y="403315"/>
                  </a:lnTo>
                  <a:lnTo>
                    <a:pt x="0" y="403315"/>
                  </a:lnTo>
                  <a:lnTo>
                    <a:pt x="0" y="425116"/>
                  </a:lnTo>
                  <a:lnTo>
                    <a:pt x="43602" y="425116"/>
                  </a:lnTo>
                  <a:lnTo>
                    <a:pt x="43602" y="577722"/>
                  </a:lnTo>
                  <a:lnTo>
                    <a:pt x="0" y="577722"/>
                  </a:lnTo>
                  <a:lnTo>
                    <a:pt x="0" y="599522"/>
                  </a:lnTo>
                  <a:lnTo>
                    <a:pt x="43602" y="599522"/>
                  </a:lnTo>
                  <a:lnTo>
                    <a:pt x="43602" y="610423"/>
                  </a:lnTo>
                  <a:cubicBezTo>
                    <a:pt x="43602" y="616443"/>
                    <a:pt x="48482" y="621323"/>
                    <a:pt x="54502" y="621323"/>
                  </a:cubicBezTo>
                  <a:lnTo>
                    <a:pt x="163506" y="621323"/>
                  </a:lnTo>
                  <a:cubicBezTo>
                    <a:pt x="169526" y="621323"/>
                    <a:pt x="174407" y="616443"/>
                    <a:pt x="174407" y="610423"/>
                  </a:cubicBezTo>
                  <a:lnTo>
                    <a:pt x="174407" y="599522"/>
                  </a:lnTo>
                  <a:lnTo>
                    <a:pt x="204568" y="599522"/>
                  </a:lnTo>
                  <a:cubicBezTo>
                    <a:pt x="234156" y="613832"/>
                    <a:pt x="266590" y="621283"/>
                    <a:pt x="299456" y="621323"/>
                  </a:cubicBezTo>
                  <a:lnTo>
                    <a:pt x="397865" y="621323"/>
                  </a:lnTo>
                  <a:cubicBezTo>
                    <a:pt x="418863" y="621396"/>
                    <a:pt x="435944" y="604433"/>
                    <a:pt x="436017" y="583435"/>
                  </a:cubicBezTo>
                  <a:cubicBezTo>
                    <a:pt x="436045" y="575380"/>
                    <a:pt x="433514" y="567524"/>
                    <a:pt x="428789" y="561000"/>
                  </a:cubicBezTo>
                  <a:cubicBezTo>
                    <a:pt x="434982" y="557146"/>
                    <a:pt x="439944" y="551601"/>
                    <a:pt x="443091" y="545020"/>
                  </a:cubicBezTo>
                  <a:lnTo>
                    <a:pt x="523220" y="545020"/>
                  </a:lnTo>
                  <a:cubicBezTo>
                    <a:pt x="529240" y="545020"/>
                    <a:pt x="534120" y="540140"/>
                    <a:pt x="534120" y="534120"/>
                  </a:cubicBezTo>
                  <a:lnTo>
                    <a:pt x="534120" y="196207"/>
                  </a:lnTo>
                  <a:lnTo>
                    <a:pt x="588622" y="196207"/>
                  </a:lnTo>
                  <a:cubicBezTo>
                    <a:pt x="594642" y="196207"/>
                    <a:pt x="599522" y="191327"/>
                    <a:pt x="599522" y="185307"/>
                  </a:cubicBezTo>
                  <a:lnTo>
                    <a:pt x="599522" y="43602"/>
                  </a:lnTo>
                  <a:cubicBezTo>
                    <a:pt x="599522" y="19521"/>
                    <a:pt x="580001" y="0"/>
                    <a:pt x="555921" y="0"/>
                  </a:cubicBezTo>
                  <a:close/>
                  <a:moveTo>
                    <a:pt x="152606" y="599522"/>
                  </a:moveTo>
                  <a:lnTo>
                    <a:pt x="65402" y="599522"/>
                  </a:lnTo>
                  <a:lnTo>
                    <a:pt x="65402" y="403315"/>
                  </a:lnTo>
                  <a:lnTo>
                    <a:pt x="152606" y="403315"/>
                  </a:lnTo>
                  <a:close/>
                  <a:moveTo>
                    <a:pt x="397865" y="599522"/>
                  </a:moveTo>
                  <a:lnTo>
                    <a:pt x="299456" y="599522"/>
                  </a:lnTo>
                  <a:cubicBezTo>
                    <a:pt x="269089" y="599472"/>
                    <a:pt x="239146" y="592383"/>
                    <a:pt x="211980" y="578812"/>
                  </a:cubicBezTo>
                  <a:cubicBezTo>
                    <a:pt x="210462" y="578076"/>
                    <a:pt x="208794" y="577703"/>
                    <a:pt x="207108" y="577722"/>
                  </a:cubicBezTo>
                  <a:lnTo>
                    <a:pt x="174407" y="577722"/>
                  </a:lnTo>
                  <a:lnTo>
                    <a:pt x="174407" y="425116"/>
                  </a:lnTo>
                  <a:lnTo>
                    <a:pt x="207108" y="425116"/>
                  </a:lnTo>
                  <a:cubicBezTo>
                    <a:pt x="209749" y="425118"/>
                    <a:pt x="212302" y="424162"/>
                    <a:pt x="214291" y="422423"/>
                  </a:cubicBezTo>
                  <a:lnTo>
                    <a:pt x="233836" y="405310"/>
                  </a:lnTo>
                  <a:cubicBezTo>
                    <a:pt x="274847" y="369620"/>
                    <a:pt x="294520" y="315282"/>
                    <a:pt x="285863" y="261610"/>
                  </a:cubicBezTo>
                  <a:lnTo>
                    <a:pt x="288043" y="261610"/>
                  </a:lnTo>
                  <a:cubicBezTo>
                    <a:pt x="305957" y="261551"/>
                    <a:pt x="321596" y="273733"/>
                    <a:pt x="325922" y="291117"/>
                  </a:cubicBezTo>
                  <a:cubicBezTo>
                    <a:pt x="333460" y="321027"/>
                    <a:pt x="331323" y="352557"/>
                    <a:pt x="319818" y="381176"/>
                  </a:cubicBezTo>
                  <a:lnTo>
                    <a:pt x="319633" y="381514"/>
                  </a:lnTo>
                  <a:lnTo>
                    <a:pt x="294311" y="381514"/>
                  </a:lnTo>
                  <a:lnTo>
                    <a:pt x="294311" y="403315"/>
                  </a:lnTo>
                  <a:lnTo>
                    <a:pt x="419666" y="403315"/>
                  </a:lnTo>
                  <a:cubicBezTo>
                    <a:pt x="428696" y="403315"/>
                    <a:pt x="436016" y="410635"/>
                    <a:pt x="436016" y="419666"/>
                  </a:cubicBezTo>
                  <a:cubicBezTo>
                    <a:pt x="436016" y="428696"/>
                    <a:pt x="428696" y="436016"/>
                    <a:pt x="419666" y="436016"/>
                  </a:cubicBezTo>
                  <a:lnTo>
                    <a:pt x="381514" y="436016"/>
                  </a:lnTo>
                  <a:lnTo>
                    <a:pt x="381514" y="457817"/>
                  </a:lnTo>
                  <a:lnTo>
                    <a:pt x="408765" y="457817"/>
                  </a:lnTo>
                  <a:cubicBezTo>
                    <a:pt x="417795" y="457817"/>
                    <a:pt x="425116" y="465138"/>
                    <a:pt x="425116" y="474168"/>
                  </a:cubicBezTo>
                  <a:cubicBezTo>
                    <a:pt x="425116" y="483198"/>
                    <a:pt x="417795" y="490518"/>
                    <a:pt x="408765" y="490518"/>
                  </a:cubicBezTo>
                  <a:lnTo>
                    <a:pt x="381514" y="490518"/>
                  </a:lnTo>
                  <a:lnTo>
                    <a:pt x="381514" y="512319"/>
                  </a:lnTo>
                  <a:lnTo>
                    <a:pt x="408765" y="512319"/>
                  </a:lnTo>
                  <a:cubicBezTo>
                    <a:pt x="417795" y="512319"/>
                    <a:pt x="425116" y="519640"/>
                    <a:pt x="425116" y="528670"/>
                  </a:cubicBezTo>
                  <a:cubicBezTo>
                    <a:pt x="425116" y="537700"/>
                    <a:pt x="417795" y="545020"/>
                    <a:pt x="408765" y="545020"/>
                  </a:cubicBezTo>
                  <a:lnTo>
                    <a:pt x="381514" y="545020"/>
                  </a:lnTo>
                  <a:lnTo>
                    <a:pt x="381514" y="566821"/>
                  </a:lnTo>
                  <a:lnTo>
                    <a:pt x="397865" y="566821"/>
                  </a:lnTo>
                  <a:cubicBezTo>
                    <a:pt x="406895" y="566821"/>
                    <a:pt x="414215" y="574142"/>
                    <a:pt x="414215" y="583172"/>
                  </a:cubicBezTo>
                  <a:cubicBezTo>
                    <a:pt x="414215" y="592202"/>
                    <a:pt x="406895" y="599522"/>
                    <a:pt x="397865" y="599522"/>
                  </a:cubicBezTo>
                  <a:close/>
                  <a:moveTo>
                    <a:pt x="512319" y="523220"/>
                  </a:moveTo>
                  <a:lnTo>
                    <a:pt x="446361" y="523220"/>
                  </a:lnTo>
                  <a:cubicBezTo>
                    <a:pt x="445204" y="514942"/>
                    <a:pt x="441345" y="507278"/>
                    <a:pt x="435384" y="501419"/>
                  </a:cubicBezTo>
                  <a:cubicBezTo>
                    <a:pt x="448953" y="488334"/>
                    <a:pt x="450812" y="467254"/>
                    <a:pt x="439744" y="451996"/>
                  </a:cubicBezTo>
                  <a:cubicBezTo>
                    <a:pt x="457648" y="440979"/>
                    <a:pt x="463231" y="417533"/>
                    <a:pt x="452213" y="399629"/>
                  </a:cubicBezTo>
                  <a:cubicBezTo>
                    <a:pt x="445262" y="388332"/>
                    <a:pt x="432930" y="381469"/>
                    <a:pt x="419666" y="381514"/>
                  </a:cubicBezTo>
                  <a:lnTo>
                    <a:pt x="342774" y="381514"/>
                  </a:lnTo>
                  <a:cubicBezTo>
                    <a:pt x="353484" y="350719"/>
                    <a:pt x="354962" y="317465"/>
                    <a:pt x="347025" y="285841"/>
                  </a:cubicBezTo>
                  <a:cubicBezTo>
                    <a:pt x="340294" y="258770"/>
                    <a:pt x="315972" y="239777"/>
                    <a:pt x="288076" y="239809"/>
                  </a:cubicBezTo>
                  <a:lnTo>
                    <a:pt x="272510" y="239809"/>
                  </a:lnTo>
                  <a:cubicBezTo>
                    <a:pt x="266490" y="239811"/>
                    <a:pt x="261611" y="244692"/>
                    <a:pt x="261613" y="250712"/>
                  </a:cubicBezTo>
                  <a:cubicBezTo>
                    <a:pt x="261613" y="251601"/>
                    <a:pt x="261722" y="252485"/>
                    <a:pt x="261937" y="253347"/>
                  </a:cubicBezTo>
                  <a:cubicBezTo>
                    <a:pt x="274463" y="302920"/>
                    <a:pt x="258048" y="355325"/>
                    <a:pt x="219480" y="388894"/>
                  </a:cubicBezTo>
                  <a:lnTo>
                    <a:pt x="203009" y="403315"/>
                  </a:lnTo>
                  <a:lnTo>
                    <a:pt x="174407" y="403315"/>
                  </a:lnTo>
                  <a:lnTo>
                    <a:pt x="174407" y="392415"/>
                  </a:lnTo>
                  <a:cubicBezTo>
                    <a:pt x="174407" y="386395"/>
                    <a:pt x="169526" y="381514"/>
                    <a:pt x="163506" y="381514"/>
                  </a:cubicBezTo>
                  <a:lnTo>
                    <a:pt x="109004" y="381514"/>
                  </a:lnTo>
                  <a:lnTo>
                    <a:pt x="109004" y="43602"/>
                  </a:lnTo>
                  <a:cubicBezTo>
                    <a:pt x="109004" y="31561"/>
                    <a:pt x="118765" y="21801"/>
                    <a:pt x="130805" y="21801"/>
                  </a:cubicBezTo>
                  <a:lnTo>
                    <a:pt x="518380" y="21801"/>
                  </a:lnTo>
                  <a:cubicBezTo>
                    <a:pt x="514456" y="28399"/>
                    <a:pt x="512364" y="35925"/>
                    <a:pt x="512319" y="43602"/>
                  </a:cubicBezTo>
                  <a:close/>
                  <a:moveTo>
                    <a:pt x="577722" y="174407"/>
                  </a:moveTo>
                  <a:lnTo>
                    <a:pt x="534120" y="174407"/>
                  </a:lnTo>
                  <a:lnTo>
                    <a:pt x="534120" y="43602"/>
                  </a:lnTo>
                  <a:cubicBezTo>
                    <a:pt x="534120" y="31561"/>
                    <a:pt x="543881" y="21801"/>
                    <a:pt x="555921" y="21801"/>
                  </a:cubicBezTo>
                  <a:cubicBezTo>
                    <a:pt x="567961" y="21801"/>
                    <a:pt x="577722" y="31561"/>
                    <a:pt x="577722" y="43602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41AFE64-3376-4E00-86E7-DBBF6D440E18}"/>
                </a:ext>
              </a:extLst>
            </p:cNvPr>
            <p:cNvSpPr/>
            <p:nvPr/>
          </p:nvSpPr>
          <p:spPr>
            <a:xfrm>
              <a:off x="10664400" y="5321597"/>
              <a:ext cx="109004" cy="148427"/>
            </a:xfrm>
            <a:custGeom>
              <a:avLst/>
              <a:gdLst>
                <a:gd name="connsiteX0" fmla="*/ 109004 w 109004"/>
                <a:gd name="connsiteY0" fmla="*/ 54684 h 148427"/>
                <a:gd name="connsiteX1" fmla="*/ 54684 w 109004"/>
                <a:gd name="connsiteY1" fmla="*/ 0 h 148427"/>
                <a:gd name="connsiteX2" fmla="*/ 0 w 109004"/>
                <a:gd name="connsiteY2" fmla="*/ 54320 h 148427"/>
                <a:gd name="connsiteX3" fmla="*/ 35426 w 109004"/>
                <a:gd name="connsiteY3" fmla="*/ 105557 h 148427"/>
                <a:gd name="connsiteX4" fmla="*/ 13080 w 109004"/>
                <a:gd name="connsiteY4" fmla="*/ 135348 h 148427"/>
                <a:gd name="connsiteX5" fmla="*/ 30521 w 109004"/>
                <a:gd name="connsiteY5" fmla="*/ 148428 h 148427"/>
                <a:gd name="connsiteX6" fmla="*/ 54502 w 109004"/>
                <a:gd name="connsiteY6" fmla="*/ 116457 h 148427"/>
                <a:gd name="connsiteX7" fmla="*/ 78483 w 109004"/>
                <a:gd name="connsiteY7" fmla="*/ 148428 h 148427"/>
                <a:gd name="connsiteX8" fmla="*/ 95923 w 109004"/>
                <a:gd name="connsiteY8" fmla="*/ 135348 h 148427"/>
                <a:gd name="connsiteX9" fmla="*/ 73577 w 109004"/>
                <a:gd name="connsiteY9" fmla="*/ 105557 h 148427"/>
                <a:gd name="connsiteX10" fmla="*/ 109004 w 109004"/>
                <a:gd name="connsiteY10" fmla="*/ 54684 h 148427"/>
                <a:gd name="connsiteX11" fmla="*/ 54502 w 109004"/>
                <a:gd name="connsiteY11" fmla="*/ 87386 h 148427"/>
                <a:gd name="connsiteX12" fmla="*/ 21801 w 109004"/>
                <a:gd name="connsiteY12" fmla="*/ 54684 h 148427"/>
                <a:gd name="connsiteX13" fmla="*/ 54502 w 109004"/>
                <a:gd name="connsiteY13" fmla="*/ 21983 h 148427"/>
                <a:gd name="connsiteX14" fmla="*/ 87203 w 109004"/>
                <a:gd name="connsiteY14" fmla="*/ 54684 h 148427"/>
                <a:gd name="connsiteX15" fmla="*/ 54502 w 109004"/>
                <a:gd name="connsiteY15" fmla="*/ 87386 h 148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004" h="148427">
                  <a:moveTo>
                    <a:pt x="109004" y="54684"/>
                  </a:moveTo>
                  <a:cubicBezTo>
                    <a:pt x="109105" y="24584"/>
                    <a:pt x="84785" y="101"/>
                    <a:pt x="54684" y="0"/>
                  </a:cubicBezTo>
                  <a:cubicBezTo>
                    <a:pt x="24584" y="-100"/>
                    <a:pt x="101" y="24219"/>
                    <a:pt x="0" y="54320"/>
                  </a:cubicBezTo>
                  <a:cubicBezTo>
                    <a:pt x="-76" y="77129"/>
                    <a:pt x="14059" y="97573"/>
                    <a:pt x="35426" y="105557"/>
                  </a:cubicBezTo>
                  <a:lnTo>
                    <a:pt x="13080" y="135348"/>
                  </a:lnTo>
                  <a:lnTo>
                    <a:pt x="30521" y="148428"/>
                  </a:lnTo>
                  <a:lnTo>
                    <a:pt x="54502" y="116457"/>
                  </a:lnTo>
                  <a:lnTo>
                    <a:pt x="78483" y="148428"/>
                  </a:lnTo>
                  <a:lnTo>
                    <a:pt x="95923" y="135348"/>
                  </a:lnTo>
                  <a:lnTo>
                    <a:pt x="73577" y="105557"/>
                  </a:lnTo>
                  <a:cubicBezTo>
                    <a:pt x="94819" y="97620"/>
                    <a:pt x="108928" y="77360"/>
                    <a:pt x="109004" y="54684"/>
                  </a:cubicBezTo>
                  <a:close/>
                  <a:moveTo>
                    <a:pt x="54502" y="87386"/>
                  </a:moveTo>
                  <a:cubicBezTo>
                    <a:pt x="36441" y="87386"/>
                    <a:pt x="21801" y="72745"/>
                    <a:pt x="21801" y="54684"/>
                  </a:cubicBezTo>
                  <a:cubicBezTo>
                    <a:pt x="21801" y="36624"/>
                    <a:pt x="36441" y="21983"/>
                    <a:pt x="54502" y="21983"/>
                  </a:cubicBezTo>
                  <a:cubicBezTo>
                    <a:pt x="72562" y="21983"/>
                    <a:pt x="87203" y="36624"/>
                    <a:pt x="87203" y="54684"/>
                  </a:cubicBezTo>
                  <a:cubicBezTo>
                    <a:pt x="87203" y="72745"/>
                    <a:pt x="72562" y="87386"/>
                    <a:pt x="54502" y="87386"/>
                  </a:cubicBez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11C56EE-53B6-45EE-AA77-E3C1F4B7A7D6}"/>
                </a:ext>
              </a:extLst>
            </p:cNvPr>
            <p:cNvSpPr/>
            <p:nvPr/>
          </p:nvSpPr>
          <p:spPr>
            <a:xfrm>
              <a:off x="10708001" y="5365381"/>
              <a:ext cx="21800" cy="21800"/>
            </a:xfrm>
            <a:custGeom>
              <a:avLst/>
              <a:gdLst>
                <a:gd name="connsiteX0" fmla="*/ 0 w 21800"/>
                <a:gd name="connsiteY0" fmla="*/ 0 h 21800"/>
                <a:gd name="connsiteX1" fmla="*/ 21801 w 21800"/>
                <a:gd name="connsiteY1" fmla="*/ 0 h 21800"/>
                <a:gd name="connsiteX2" fmla="*/ 21801 w 21800"/>
                <a:gd name="connsiteY2" fmla="*/ 21801 h 21800"/>
                <a:gd name="connsiteX3" fmla="*/ 0 w 21800"/>
                <a:gd name="connsiteY3" fmla="*/ 21801 h 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0" h="21800">
                  <a:moveTo>
                    <a:pt x="0" y="0"/>
                  </a:moveTo>
                  <a:lnTo>
                    <a:pt x="21801" y="0"/>
                  </a:lnTo>
                  <a:lnTo>
                    <a:pt x="21801" y="21801"/>
                  </a:lnTo>
                  <a:lnTo>
                    <a:pt x="0" y="21801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1082A7A-247A-4C92-A16E-44EC33730B2C}"/>
                </a:ext>
              </a:extLst>
            </p:cNvPr>
            <p:cNvSpPr/>
            <p:nvPr/>
          </p:nvSpPr>
          <p:spPr>
            <a:xfrm>
              <a:off x="10827906" y="5332680"/>
              <a:ext cx="21800" cy="21800"/>
            </a:xfrm>
            <a:custGeom>
              <a:avLst/>
              <a:gdLst>
                <a:gd name="connsiteX0" fmla="*/ 0 w 21800"/>
                <a:gd name="connsiteY0" fmla="*/ 0 h 21800"/>
                <a:gd name="connsiteX1" fmla="*/ 21801 w 21800"/>
                <a:gd name="connsiteY1" fmla="*/ 0 h 21800"/>
                <a:gd name="connsiteX2" fmla="*/ 21801 w 21800"/>
                <a:gd name="connsiteY2" fmla="*/ 21801 h 21800"/>
                <a:gd name="connsiteX3" fmla="*/ 0 w 21800"/>
                <a:gd name="connsiteY3" fmla="*/ 21801 h 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0" h="21800">
                  <a:moveTo>
                    <a:pt x="0" y="0"/>
                  </a:moveTo>
                  <a:lnTo>
                    <a:pt x="21801" y="0"/>
                  </a:lnTo>
                  <a:lnTo>
                    <a:pt x="21801" y="21801"/>
                  </a:lnTo>
                  <a:lnTo>
                    <a:pt x="0" y="21801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0F4DDBD-8EEC-4E66-BCFE-879CEDDB2C8B}"/>
                </a:ext>
              </a:extLst>
            </p:cNvPr>
            <p:cNvSpPr/>
            <p:nvPr/>
          </p:nvSpPr>
          <p:spPr>
            <a:xfrm>
              <a:off x="10871508" y="5332680"/>
              <a:ext cx="130804" cy="21800"/>
            </a:xfrm>
            <a:custGeom>
              <a:avLst/>
              <a:gdLst>
                <a:gd name="connsiteX0" fmla="*/ 0 w 130804"/>
                <a:gd name="connsiteY0" fmla="*/ 0 h 21800"/>
                <a:gd name="connsiteX1" fmla="*/ 130805 w 130804"/>
                <a:gd name="connsiteY1" fmla="*/ 0 h 21800"/>
                <a:gd name="connsiteX2" fmla="*/ 130805 w 130804"/>
                <a:gd name="connsiteY2" fmla="*/ 21801 h 21800"/>
                <a:gd name="connsiteX3" fmla="*/ 0 w 130804"/>
                <a:gd name="connsiteY3" fmla="*/ 21801 h 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804" h="21800">
                  <a:moveTo>
                    <a:pt x="0" y="0"/>
                  </a:moveTo>
                  <a:lnTo>
                    <a:pt x="130805" y="0"/>
                  </a:lnTo>
                  <a:lnTo>
                    <a:pt x="130805" y="21801"/>
                  </a:lnTo>
                  <a:lnTo>
                    <a:pt x="0" y="21801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3311E854-AE6E-4EC1-B6E2-CB37F33E89CE}"/>
                </a:ext>
              </a:extLst>
            </p:cNvPr>
            <p:cNvSpPr/>
            <p:nvPr/>
          </p:nvSpPr>
          <p:spPr>
            <a:xfrm>
              <a:off x="10806105" y="5376282"/>
              <a:ext cx="196207" cy="21800"/>
            </a:xfrm>
            <a:custGeom>
              <a:avLst/>
              <a:gdLst>
                <a:gd name="connsiteX0" fmla="*/ 0 w 196207"/>
                <a:gd name="connsiteY0" fmla="*/ 0 h 21800"/>
                <a:gd name="connsiteX1" fmla="*/ 196207 w 196207"/>
                <a:gd name="connsiteY1" fmla="*/ 0 h 21800"/>
                <a:gd name="connsiteX2" fmla="*/ 196207 w 196207"/>
                <a:gd name="connsiteY2" fmla="*/ 21801 h 21800"/>
                <a:gd name="connsiteX3" fmla="*/ 0 w 196207"/>
                <a:gd name="connsiteY3" fmla="*/ 21801 h 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207" h="21800">
                  <a:moveTo>
                    <a:pt x="0" y="0"/>
                  </a:moveTo>
                  <a:lnTo>
                    <a:pt x="196207" y="0"/>
                  </a:lnTo>
                  <a:lnTo>
                    <a:pt x="196207" y="21801"/>
                  </a:lnTo>
                  <a:lnTo>
                    <a:pt x="0" y="21801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5C8AEF9-C424-4250-B36B-6FC8CB38B5A6}"/>
                </a:ext>
              </a:extLst>
            </p:cNvPr>
            <p:cNvSpPr/>
            <p:nvPr/>
          </p:nvSpPr>
          <p:spPr>
            <a:xfrm>
              <a:off x="10806105" y="5419883"/>
              <a:ext cx="196207" cy="21800"/>
            </a:xfrm>
            <a:custGeom>
              <a:avLst/>
              <a:gdLst>
                <a:gd name="connsiteX0" fmla="*/ 0 w 196207"/>
                <a:gd name="connsiteY0" fmla="*/ 0 h 21800"/>
                <a:gd name="connsiteX1" fmla="*/ 196207 w 196207"/>
                <a:gd name="connsiteY1" fmla="*/ 0 h 21800"/>
                <a:gd name="connsiteX2" fmla="*/ 196207 w 196207"/>
                <a:gd name="connsiteY2" fmla="*/ 21801 h 21800"/>
                <a:gd name="connsiteX3" fmla="*/ 0 w 196207"/>
                <a:gd name="connsiteY3" fmla="*/ 21801 h 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207" h="21800">
                  <a:moveTo>
                    <a:pt x="0" y="0"/>
                  </a:moveTo>
                  <a:lnTo>
                    <a:pt x="196207" y="0"/>
                  </a:lnTo>
                  <a:lnTo>
                    <a:pt x="196207" y="21801"/>
                  </a:lnTo>
                  <a:lnTo>
                    <a:pt x="0" y="21801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70322D0-152C-4287-AA2A-1824DAFC526F}"/>
                </a:ext>
              </a:extLst>
            </p:cNvPr>
            <p:cNvSpPr/>
            <p:nvPr/>
          </p:nvSpPr>
          <p:spPr>
            <a:xfrm>
              <a:off x="10806105" y="5463485"/>
              <a:ext cx="152605" cy="21800"/>
            </a:xfrm>
            <a:custGeom>
              <a:avLst/>
              <a:gdLst>
                <a:gd name="connsiteX0" fmla="*/ 0 w 152605"/>
                <a:gd name="connsiteY0" fmla="*/ 0 h 21800"/>
                <a:gd name="connsiteX1" fmla="*/ 152606 w 152605"/>
                <a:gd name="connsiteY1" fmla="*/ 0 h 21800"/>
                <a:gd name="connsiteX2" fmla="*/ 152606 w 152605"/>
                <a:gd name="connsiteY2" fmla="*/ 21801 h 21800"/>
                <a:gd name="connsiteX3" fmla="*/ 0 w 152605"/>
                <a:gd name="connsiteY3" fmla="*/ 21801 h 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605" h="21800">
                  <a:moveTo>
                    <a:pt x="0" y="0"/>
                  </a:moveTo>
                  <a:lnTo>
                    <a:pt x="152606" y="0"/>
                  </a:lnTo>
                  <a:lnTo>
                    <a:pt x="152606" y="21801"/>
                  </a:lnTo>
                  <a:lnTo>
                    <a:pt x="0" y="21801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E6406B1-8C2B-4414-B4E5-94D57EF52404}"/>
                </a:ext>
              </a:extLst>
            </p:cNvPr>
            <p:cNvSpPr/>
            <p:nvPr/>
          </p:nvSpPr>
          <p:spPr>
            <a:xfrm>
              <a:off x="11078615" y="5550688"/>
              <a:ext cx="21800" cy="174406"/>
            </a:xfrm>
            <a:custGeom>
              <a:avLst/>
              <a:gdLst>
                <a:gd name="connsiteX0" fmla="*/ 0 w 21800"/>
                <a:gd name="connsiteY0" fmla="*/ 0 h 174406"/>
                <a:gd name="connsiteX1" fmla="*/ 21801 w 21800"/>
                <a:gd name="connsiteY1" fmla="*/ 0 h 174406"/>
                <a:gd name="connsiteX2" fmla="*/ 21801 w 21800"/>
                <a:gd name="connsiteY2" fmla="*/ 174407 h 174406"/>
                <a:gd name="connsiteX3" fmla="*/ 0 w 21800"/>
                <a:gd name="connsiteY3" fmla="*/ 174407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0" h="174406">
                  <a:moveTo>
                    <a:pt x="0" y="0"/>
                  </a:moveTo>
                  <a:lnTo>
                    <a:pt x="21801" y="0"/>
                  </a:lnTo>
                  <a:lnTo>
                    <a:pt x="21801" y="174407"/>
                  </a:lnTo>
                  <a:lnTo>
                    <a:pt x="0" y="174407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0F5380C-2F6A-4D93-B7EB-6A7B367161A7}"/>
                </a:ext>
              </a:extLst>
            </p:cNvPr>
            <p:cNvSpPr/>
            <p:nvPr/>
          </p:nvSpPr>
          <p:spPr>
            <a:xfrm>
              <a:off x="11078615" y="5746895"/>
              <a:ext cx="21800" cy="21800"/>
            </a:xfrm>
            <a:custGeom>
              <a:avLst/>
              <a:gdLst>
                <a:gd name="connsiteX0" fmla="*/ 0 w 21800"/>
                <a:gd name="connsiteY0" fmla="*/ 0 h 21800"/>
                <a:gd name="connsiteX1" fmla="*/ 21801 w 21800"/>
                <a:gd name="connsiteY1" fmla="*/ 0 h 21800"/>
                <a:gd name="connsiteX2" fmla="*/ 21801 w 21800"/>
                <a:gd name="connsiteY2" fmla="*/ 21801 h 21800"/>
                <a:gd name="connsiteX3" fmla="*/ 0 w 21800"/>
                <a:gd name="connsiteY3" fmla="*/ 21801 h 2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0" h="21800">
                  <a:moveTo>
                    <a:pt x="0" y="0"/>
                  </a:moveTo>
                  <a:lnTo>
                    <a:pt x="21801" y="0"/>
                  </a:lnTo>
                  <a:lnTo>
                    <a:pt x="21801" y="21801"/>
                  </a:lnTo>
                  <a:lnTo>
                    <a:pt x="0" y="21801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B3AA52E-75F4-4575-9DF0-054350B99771}"/>
                </a:ext>
              </a:extLst>
            </p:cNvPr>
            <p:cNvSpPr/>
            <p:nvPr/>
          </p:nvSpPr>
          <p:spPr>
            <a:xfrm>
              <a:off x="10566296" y="5332680"/>
              <a:ext cx="21800" cy="218008"/>
            </a:xfrm>
            <a:custGeom>
              <a:avLst/>
              <a:gdLst>
                <a:gd name="connsiteX0" fmla="*/ 0 w 21800"/>
                <a:gd name="connsiteY0" fmla="*/ 0 h 218008"/>
                <a:gd name="connsiteX1" fmla="*/ 21801 w 21800"/>
                <a:gd name="connsiteY1" fmla="*/ 0 h 218008"/>
                <a:gd name="connsiteX2" fmla="*/ 21801 w 21800"/>
                <a:gd name="connsiteY2" fmla="*/ 218008 h 218008"/>
                <a:gd name="connsiteX3" fmla="*/ 0 w 21800"/>
                <a:gd name="connsiteY3" fmla="*/ 218008 h 2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0" h="218008">
                  <a:moveTo>
                    <a:pt x="0" y="0"/>
                  </a:moveTo>
                  <a:lnTo>
                    <a:pt x="21801" y="0"/>
                  </a:lnTo>
                  <a:lnTo>
                    <a:pt x="21801" y="218008"/>
                  </a:lnTo>
                  <a:lnTo>
                    <a:pt x="0" y="218008"/>
                  </a:lnTo>
                  <a:close/>
                </a:path>
              </a:pathLst>
            </a:custGeom>
            <a:grpFill/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A42528E-9358-4FD4-991B-AC1DE194A7F3}"/>
              </a:ext>
            </a:extLst>
          </p:cNvPr>
          <p:cNvSpPr/>
          <p:nvPr/>
        </p:nvSpPr>
        <p:spPr>
          <a:xfrm>
            <a:off x="9496447" y="4403721"/>
            <a:ext cx="1369158" cy="387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 within</a:t>
            </a:r>
            <a:endParaRPr lang="en-ID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32D90E2-40E0-46ED-8B3E-0FB877749E21}"/>
              </a:ext>
            </a:extLst>
          </p:cNvPr>
          <p:cNvSpPr/>
          <p:nvPr/>
        </p:nvSpPr>
        <p:spPr>
          <a:xfrm flipH="1">
            <a:off x="9326467" y="4684908"/>
            <a:ext cx="16570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cs typeface="Segoe UI" panose="020B0502040204020203" pitchFamily="34" charset="0"/>
              </a:rPr>
              <a:t>Young people act upon employability competencies gained and learning to increase their chances of engaging with work and making a smooth transition between the education system and world of work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THEORY OF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CHANGE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21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8</a:t>
            </a:r>
            <a:endParaRPr lang="en-GB" dirty="0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22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d-ID" b="1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76251" y="3315280"/>
            <a:ext cx="3733800" cy="64712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Do you a need bespoke presentation design service? We can custom create your slides from scratch. Contact us today.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d-ID" dirty="0">
                <a:hlinkClick r:id="rId4"/>
              </a:rPr>
              <a:t>WWW.POWERSLIDES.COM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1319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525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0DB14B"/>
      </a:accent1>
      <a:accent2>
        <a:srgbClr val="005BAA"/>
      </a:accent2>
      <a:accent3>
        <a:srgbClr val="F7941D"/>
      </a:accent3>
      <a:accent4>
        <a:srgbClr val="E6B23A"/>
      </a:accent4>
      <a:accent5>
        <a:srgbClr val="DD5934"/>
      </a:accent5>
      <a:accent6>
        <a:srgbClr val="2390AC"/>
      </a:accent6>
      <a:hlink>
        <a:srgbClr val="F68A1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1226</Words>
  <Application>Microsoft Office PowerPoint</Application>
  <PresentationFormat>Widescreen</PresentationFormat>
  <Paragraphs>249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Courier New</vt:lpstr>
      <vt:lpstr>Lato Black</vt:lpstr>
      <vt:lpstr>Poppins</vt:lpstr>
      <vt:lpstr>Proxima Nova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chandra kurniawan</dc:creator>
  <cp:lastModifiedBy>HP</cp:lastModifiedBy>
  <cp:revision>87</cp:revision>
  <dcterms:created xsi:type="dcterms:W3CDTF">2020-09-25T07:17:09Z</dcterms:created>
  <dcterms:modified xsi:type="dcterms:W3CDTF">2021-12-14T04:19:45Z</dcterms:modified>
</cp:coreProperties>
</file>