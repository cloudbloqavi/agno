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3" r:id="rId1"/>
  </p:sldMasterIdLst>
  <p:notesMasterIdLst>
    <p:notesMasterId r:id="rId9"/>
  </p:notesMasterIdLst>
  <p:sldIdLst>
    <p:sldId id="284" r:id="rId2"/>
    <p:sldId id="257" r:id="rId3"/>
    <p:sldId id="259" r:id="rId4"/>
    <p:sldId id="258" r:id="rId5"/>
    <p:sldId id="256" r:id="rId6"/>
    <p:sldId id="260" r:id="rId7"/>
    <p:sldId id="285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Lato Black" panose="020F0502020204030203" pitchFamily="34" charset="0"/>
      <p:bold r:id="rId14"/>
      <p:boldItalic r:id="rId15"/>
    </p:embeddedFont>
    <p:embeddedFont>
      <p:font typeface="Quattrocento Sans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BBD5260-DF98-4027-A7A1-07AF0D7DC05B}">
  <a:tblStyle styleId="{1BBD5260-DF98-4027-A7A1-07AF0D7DC05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AF5"/>
          </a:solidFill>
        </a:fill>
      </a:tcStyle>
    </a:wholeTbl>
    <a:band1H>
      <a:tcTxStyle/>
      <a:tcStyle>
        <a:tcBdr/>
        <a:fill>
          <a:solidFill>
            <a:srgbClr val="CFD2E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2E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374" autoAdjust="0"/>
  </p:normalViewPr>
  <p:slideViewPr>
    <p:cSldViewPr snapToGrid="0">
      <p:cViewPr varScale="1">
        <p:scale>
          <a:sx n="72" d="100"/>
          <a:sy n="72" d="100"/>
        </p:scale>
        <p:origin x="10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7733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</a:t>
            </a:r>
            <a:r>
              <a:rPr lang="en-US" baseline="0" dirty="0"/>
              <a:t>here is a background placeholder</a:t>
            </a:r>
            <a:r>
              <a:rPr lang="id-ID" baseline="0" dirty="0"/>
              <a:t> in this slide</a:t>
            </a:r>
            <a:r>
              <a:rPr lang="en-US" baseline="0" dirty="0"/>
              <a:t>. </a:t>
            </a:r>
            <a:endParaRPr lang="id-ID" baseline="0" dirty="0"/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aseline="0" dirty="0"/>
              <a:t>To change the images :</a:t>
            </a:r>
          </a:p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d-ID" b="1" baseline="0" dirty="0"/>
              <a:t>Right C</a:t>
            </a:r>
            <a:r>
              <a:rPr lang="en-US" b="1" baseline="0" dirty="0"/>
              <a:t>lick </a:t>
            </a:r>
            <a:r>
              <a:rPr lang="id-ID" b="0" baseline="0" dirty="0"/>
              <a:t>and </a:t>
            </a:r>
            <a:r>
              <a:rPr lang="id-ID" b="1" baseline="0" dirty="0"/>
              <a:t>Select Format Background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</a:t>
            </a:r>
            <a:r>
              <a:rPr lang="id-ID" b="0" baseline="0" dirty="0"/>
              <a:t> </a:t>
            </a:r>
            <a:r>
              <a:rPr lang="id-ID" b="1" baseline="0" dirty="0"/>
              <a:t>FILL</a:t>
            </a:r>
            <a:r>
              <a:rPr lang="id-ID" b="0" baseline="0" dirty="0"/>
              <a:t> </a:t>
            </a:r>
            <a:r>
              <a:rPr lang="en-US" b="0" baseline="0" dirty="0"/>
              <a:t>-&gt;</a:t>
            </a:r>
            <a:r>
              <a:rPr lang="id-ID" b="1" baseline="0" dirty="0"/>
              <a:t> Picture Or Texture Fill </a:t>
            </a:r>
            <a:r>
              <a:rPr lang="en-US" b="0" baseline="0" dirty="0"/>
              <a:t>-&gt;</a:t>
            </a:r>
            <a:r>
              <a:rPr lang="id-ID" b="0" baseline="0" dirty="0"/>
              <a:t> </a:t>
            </a:r>
            <a:r>
              <a:rPr lang="id-ID" b="1" baseline="0" dirty="0"/>
              <a:t>Select File...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E23A7D-886C-4932-9820-8653114BE874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8892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>
            <a:spLocks noGrp="1"/>
          </p:cNvSpPr>
          <p:nvPr>
            <p:ph type="pic" idx="2"/>
          </p:nvPr>
        </p:nvSpPr>
        <p:spPr>
          <a:xfrm>
            <a:off x="1792368" y="1683600"/>
            <a:ext cx="789154" cy="789154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" name="Google Shape;12;p3"/>
          <p:cNvSpPr>
            <a:spLocks noGrp="1"/>
          </p:cNvSpPr>
          <p:nvPr>
            <p:ph type="pic" idx="3"/>
          </p:nvPr>
        </p:nvSpPr>
        <p:spPr>
          <a:xfrm>
            <a:off x="4398404" y="1683600"/>
            <a:ext cx="789154" cy="789154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" name="Google Shape;13;p3"/>
          <p:cNvSpPr>
            <a:spLocks noGrp="1"/>
          </p:cNvSpPr>
          <p:nvPr>
            <p:ph type="pic" idx="4"/>
          </p:nvPr>
        </p:nvSpPr>
        <p:spPr>
          <a:xfrm>
            <a:off x="7004440" y="1683600"/>
            <a:ext cx="789154" cy="789154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" name="Google Shape;14;p3"/>
          <p:cNvSpPr>
            <a:spLocks noGrp="1"/>
          </p:cNvSpPr>
          <p:nvPr>
            <p:ph type="pic" idx="5"/>
          </p:nvPr>
        </p:nvSpPr>
        <p:spPr>
          <a:xfrm>
            <a:off x="3956282" y="4045782"/>
            <a:ext cx="789154" cy="789154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" name="Google Shape;15;p3"/>
          <p:cNvSpPr>
            <a:spLocks noGrp="1"/>
          </p:cNvSpPr>
          <p:nvPr>
            <p:ph type="pic" idx="6"/>
          </p:nvPr>
        </p:nvSpPr>
        <p:spPr>
          <a:xfrm>
            <a:off x="7860497" y="4045782"/>
            <a:ext cx="789154" cy="789154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>
            <a:spLocks noGrp="1"/>
          </p:cNvSpPr>
          <p:nvPr>
            <p:ph type="pic" idx="2"/>
          </p:nvPr>
        </p:nvSpPr>
        <p:spPr>
          <a:xfrm>
            <a:off x="1407206" y="4532336"/>
            <a:ext cx="794406" cy="79440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" name="Google Shape;18;p4"/>
          <p:cNvSpPr>
            <a:spLocks noGrp="1"/>
          </p:cNvSpPr>
          <p:nvPr>
            <p:ph type="pic" idx="3"/>
          </p:nvPr>
        </p:nvSpPr>
        <p:spPr>
          <a:xfrm>
            <a:off x="4825773" y="4532336"/>
            <a:ext cx="794406" cy="79440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" name="Google Shape;19;p4"/>
          <p:cNvSpPr>
            <a:spLocks noGrp="1"/>
          </p:cNvSpPr>
          <p:nvPr>
            <p:ph type="pic" idx="4"/>
          </p:nvPr>
        </p:nvSpPr>
        <p:spPr>
          <a:xfrm>
            <a:off x="8222568" y="4532336"/>
            <a:ext cx="794406" cy="79440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>
            <a:spLocks noGrp="1"/>
          </p:cNvSpPr>
          <p:nvPr>
            <p:ph type="pic" idx="2"/>
          </p:nvPr>
        </p:nvSpPr>
        <p:spPr>
          <a:xfrm>
            <a:off x="5459758" y="1951295"/>
            <a:ext cx="1272488" cy="1272488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98500" dist="76200" dir="1800000" sx="102000" sy="102000" algn="ctr" rotWithShape="0">
              <a:srgbClr val="000000">
                <a:alpha val="4705"/>
              </a:srgbClr>
            </a:outerShdw>
          </a:effectLst>
        </p:spPr>
      </p:sp>
      <p:sp>
        <p:nvSpPr>
          <p:cNvPr id="22" name="Google Shape;22;p5"/>
          <p:cNvSpPr>
            <a:spLocks noGrp="1"/>
          </p:cNvSpPr>
          <p:nvPr>
            <p:ph type="pic" idx="3"/>
          </p:nvPr>
        </p:nvSpPr>
        <p:spPr>
          <a:xfrm>
            <a:off x="9138894" y="2197567"/>
            <a:ext cx="1026216" cy="1026216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98500" dist="76200" dir="1800000" sx="102000" sy="102000" algn="ctr" rotWithShape="0">
              <a:srgbClr val="000000">
                <a:alpha val="4705"/>
              </a:srgbClr>
            </a:outerShdw>
          </a:effectLst>
        </p:spPr>
      </p:sp>
      <p:sp>
        <p:nvSpPr>
          <p:cNvPr id="23" name="Google Shape;23;p5"/>
          <p:cNvSpPr>
            <a:spLocks noGrp="1"/>
          </p:cNvSpPr>
          <p:nvPr>
            <p:ph type="pic" idx="4"/>
          </p:nvPr>
        </p:nvSpPr>
        <p:spPr>
          <a:xfrm>
            <a:off x="2026892" y="2197567"/>
            <a:ext cx="1026216" cy="1026216"/>
          </a:xfrm>
          <a:prstGeom prst="rect">
            <a:avLst/>
          </a:prstGeom>
          <a:solidFill>
            <a:srgbClr val="F2F2F2"/>
          </a:solidFill>
          <a:ln w="38100" cap="flat" cmpd="sng">
            <a:solidFill>
              <a:schemeClr val="lt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98500" dist="76200" dir="1800000" sx="102000" sy="102000" algn="ctr" rotWithShape="0">
              <a:srgbClr val="000000">
                <a:alpha val="4705"/>
              </a:srgbClr>
            </a:outerShdw>
          </a:effectLst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>
            <a:spLocks noGrp="1"/>
          </p:cNvSpPr>
          <p:nvPr>
            <p:ph type="pic" idx="2"/>
          </p:nvPr>
        </p:nvSpPr>
        <p:spPr>
          <a:xfrm>
            <a:off x="1881248" y="1469366"/>
            <a:ext cx="1419104" cy="1419104"/>
          </a:xfrm>
          <a:prstGeom prst="rect">
            <a:avLst/>
          </a:prstGeom>
          <a:solidFill>
            <a:srgbClr val="F2F2F2"/>
          </a:solidFill>
          <a:ln w="444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" name="Google Shape;26;p6"/>
          <p:cNvSpPr>
            <a:spLocks noGrp="1"/>
          </p:cNvSpPr>
          <p:nvPr>
            <p:ph type="pic" idx="3"/>
          </p:nvPr>
        </p:nvSpPr>
        <p:spPr>
          <a:xfrm>
            <a:off x="0" y="3265714"/>
            <a:ext cx="12192000" cy="2883287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>
            <a:spLocks noGrp="1"/>
          </p:cNvSpPr>
          <p:nvPr>
            <p:ph type="pic" idx="4"/>
          </p:nvPr>
        </p:nvSpPr>
        <p:spPr>
          <a:xfrm>
            <a:off x="5386448" y="1469366"/>
            <a:ext cx="1419104" cy="1419104"/>
          </a:xfrm>
          <a:prstGeom prst="rect">
            <a:avLst/>
          </a:prstGeom>
          <a:solidFill>
            <a:srgbClr val="F2F2F2"/>
          </a:solidFill>
          <a:ln w="444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" name="Google Shape;28;p6"/>
          <p:cNvSpPr>
            <a:spLocks noGrp="1"/>
          </p:cNvSpPr>
          <p:nvPr>
            <p:ph type="pic" idx="5"/>
          </p:nvPr>
        </p:nvSpPr>
        <p:spPr>
          <a:xfrm>
            <a:off x="8891648" y="1469366"/>
            <a:ext cx="1419104" cy="1419104"/>
          </a:xfrm>
          <a:prstGeom prst="rect">
            <a:avLst/>
          </a:prstGeom>
          <a:solidFill>
            <a:srgbClr val="F2F2F2"/>
          </a:solidFill>
          <a:ln w="444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166" y="0"/>
            <a:ext cx="12185833" cy="6877050"/>
          </a:xfrm>
          <a:prstGeom prst="rect">
            <a:avLst/>
          </a:prstGeom>
        </p:spPr>
      </p:pic>
      <p:sp>
        <p:nvSpPr>
          <p:cNvPr id="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8136601" y="485595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8887806" y="5498123"/>
            <a:ext cx="1189990" cy="308953"/>
            <a:chOff x="7416799" y="5498123"/>
            <a:chExt cx="1189990" cy="308953"/>
          </a:xfrm>
        </p:grpSpPr>
        <p:sp>
          <p:nvSpPr>
            <p:cNvPr id="9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0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11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12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7258512" y="2337996"/>
            <a:ext cx="4448579" cy="1119857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40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258512" y="3975657"/>
            <a:ext cx="4448579" cy="72518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20" name="Freeform 5"/>
          <p:cNvSpPr>
            <a:spLocks/>
          </p:cNvSpPr>
          <p:nvPr userDrawn="1"/>
        </p:nvSpPr>
        <p:spPr bwMode="auto">
          <a:xfrm>
            <a:off x="9051001" y="3613150"/>
            <a:ext cx="863600" cy="61913"/>
          </a:xfrm>
          <a:custGeom>
            <a:avLst/>
            <a:gdLst>
              <a:gd name="T0" fmla="*/ 228 w 228"/>
              <a:gd name="T1" fmla="*/ 7 h 14"/>
              <a:gd name="T2" fmla="*/ 221 w 228"/>
              <a:gd name="T3" fmla="*/ 14 h 14"/>
              <a:gd name="T4" fmla="*/ 7 w 228"/>
              <a:gd name="T5" fmla="*/ 14 h 14"/>
              <a:gd name="T6" fmla="*/ 0 w 228"/>
              <a:gd name="T7" fmla="*/ 7 h 14"/>
              <a:gd name="T8" fmla="*/ 0 w 228"/>
              <a:gd name="T9" fmla="*/ 7 h 14"/>
              <a:gd name="T10" fmla="*/ 7 w 228"/>
              <a:gd name="T11" fmla="*/ 0 h 14"/>
              <a:gd name="T12" fmla="*/ 221 w 228"/>
              <a:gd name="T13" fmla="*/ 0 h 14"/>
              <a:gd name="T14" fmla="*/ 228 w 228"/>
              <a:gd name="T15" fmla="*/ 7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28" h="14">
                <a:moveTo>
                  <a:pt x="228" y="7"/>
                </a:moveTo>
                <a:cubicBezTo>
                  <a:pt x="228" y="11"/>
                  <a:pt x="225" y="14"/>
                  <a:pt x="221" y="14"/>
                </a:cubicBezTo>
                <a:cubicBezTo>
                  <a:pt x="7" y="14"/>
                  <a:pt x="7" y="14"/>
                  <a:pt x="7" y="14"/>
                </a:cubicBezTo>
                <a:cubicBezTo>
                  <a:pt x="4" y="14"/>
                  <a:pt x="0" y="11"/>
                  <a:pt x="0" y="7"/>
                </a:cubicBezTo>
                <a:cubicBezTo>
                  <a:pt x="0" y="7"/>
                  <a:pt x="0" y="7"/>
                  <a:pt x="0" y="7"/>
                </a:cubicBezTo>
                <a:cubicBezTo>
                  <a:pt x="0" y="3"/>
                  <a:pt x="4" y="0"/>
                  <a:pt x="7" y="0"/>
                </a:cubicBezTo>
                <a:cubicBezTo>
                  <a:pt x="221" y="0"/>
                  <a:pt x="221" y="0"/>
                  <a:pt x="221" y="0"/>
                </a:cubicBezTo>
                <a:cubicBezTo>
                  <a:pt x="225" y="0"/>
                  <a:pt x="228" y="3"/>
                  <a:pt x="228" y="7"/>
                </a:cubicBezTo>
                <a:close/>
              </a:path>
            </a:pathLst>
          </a:custGeom>
          <a:solidFill>
            <a:srgbClr val="F68A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322" y="1540676"/>
            <a:ext cx="2895028" cy="755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13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bg>
      <p:bgPr>
        <a:solidFill>
          <a:srgbClr val="262E33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E3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089380" y="-959576"/>
            <a:ext cx="14592168" cy="7979330"/>
          </a:xfrm>
          <a:prstGeom prst="rect">
            <a:avLst/>
          </a:prstGeom>
        </p:spPr>
      </p:pic>
      <p:sp>
        <p:nvSpPr>
          <p:cNvPr id="15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76251" y="2227914"/>
            <a:ext cx="5155292" cy="803176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480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6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76250" y="3315280"/>
            <a:ext cx="4574721" cy="647121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tx2">
                    <a:lumMod val="75000"/>
                    <a:lumOff val="25000"/>
                  </a:schemeClr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76250" y="4182214"/>
            <a:ext cx="2692400" cy="383436"/>
          </a:xfrm>
          <a:prstGeom prst="roundRect">
            <a:avLst>
              <a:gd name="adj" fmla="val 50000"/>
            </a:avLst>
          </a:prstGeom>
          <a:ln>
            <a:solidFill>
              <a:srgbClr val="F68A1F"/>
            </a:solidFill>
          </a:ln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200" spc="0">
                <a:solidFill>
                  <a:srgbClr val="F68A1F"/>
                </a:solidFill>
                <a:latin typeface="Proxima Nova" panose="02000506030000020004" pitchFamily="2" charset="0"/>
              </a:defRPr>
            </a:lvl1pPr>
          </a:lstStyle>
          <a:p>
            <a:pPr lvl="0"/>
            <a:endParaRPr lang="id-ID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646975" y="4782628"/>
            <a:ext cx="1189990" cy="308953"/>
            <a:chOff x="7416799" y="5498123"/>
            <a:chExt cx="1189990" cy="308953"/>
          </a:xfrm>
          <a:solidFill>
            <a:schemeClr val="bg1">
              <a:lumMod val="75000"/>
            </a:schemeClr>
          </a:solidFill>
        </p:grpSpPr>
        <p:sp>
          <p:nvSpPr>
            <p:cNvPr id="20" name="Freeform 9"/>
            <p:cNvSpPr>
              <a:spLocks noEditPoints="1"/>
            </p:cNvSpPr>
            <p:nvPr userDrawn="1"/>
          </p:nvSpPr>
          <p:spPr bwMode="auto">
            <a:xfrm>
              <a:off x="7416799" y="5498123"/>
              <a:ext cx="301097" cy="308952"/>
            </a:xfrm>
            <a:custGeom>
              <a:avLst/>
              <a:gdLst>
                <a:gd name="T0" fmla="*/ 49 w 97"/>
                <a:gd name="T1" fmla="*/ 0 h 97"/>
                <a:gd name="T2" fmla="*/ 0 w 97"/>
                <a:gd name="T3" fmla="*/ 48 h 97"/>
                <a:gd name="T4" fmla="*/ 49 w 97"/>
                <a:gd name="T5" fmla="*/ 97 h 97"/>
                <a:gd name="T6" fmla="*/ 97 w 97"/>
                <a:gd name="T7" fmla="*/ 48 h 97"/>
                <a:gd name="T8" fmla="*/ 49 w 97"/>
                <a:gd name="T9" fmla="*/ 0 h 97"/>
                <a:gd name="T10" fmla="*/ 61 w 97"/>
                <a:gd name="T11" fmla="*/ 50 h 97"/>
                <a:gd name="T12" fmla="*/ 53 w 97"/>
                <a:gd name="T13" fmla="*/ 50 h 97"/>
                <a:gd name="T14" fmla="*/ 53 w 97"/>
                <a:gd name="T15" fmla="*/ 78 h 97"/>
                <a:gd name="T16" fmla="*/ 41 w 97"/>
                <a:gd name="T17" fmla="*/ 78 h 97"/>
                <a:gd name="T18" fmla="*/ 41 w 97"/>
                <a:gd name="T19" fmla="*/ 50 h 97"/>
                <a:gd name="T20" fmla="*/ 36 w 97"/>
                <a:gd name="T21" fmla="*/ 50 h 97"/>
                <a:gd name="T22" fmla="*/ 36 w 97"/>
                <a:gd name="T23" fmla="*/ 40 h 97"/>
                <a:gd name="T24" fmla="*/ 41 w 97"/>
                <a:gd name="T25" fmla="*/ 40 h 97"/>
                <a:gd name="T26" fmla="*/ 41 w 97"/>
                <a:gd name="T27" fmla="*/ 34 h 97"/>
                <a:gd name="T28" fmla="*/ 53 w 97"/>
                <a:gd name="T29" fmla="*/ 22 h 97"/>
                <a:gd name="T30" fmla="*/ 61 w 97"/>
                <a:gd name="T31" fmla="*/ 22 h 97"/>
                <a:gd name="T32" fmla="*/ 61 w 97"/>
                <a:gd name="T33" fmla="*/ 32 h 97"/>
                <a:gd name="T34" fmla="*/ 55 w 97"/>
                <a:gd name="T35" fmla="*/ 32 h 97"/>
                <a:gd name="T36" fmla="*/ 53 w 97"/>
                <a:gd name="T37" fmla="*/ 34 h 97"/>
                <a:gd name="T38" fmla="*/ 53 w 97"/>
                <a:gd name="T39" fmla="*/ 40 h 97"/>
                <a:gd name="T40" fmla="*/ 62 w 97"/>
                <a:gd name="T41" fmla="*/ 40 h 97"/>
                <a:gd name="T42" fmla="*/ 61 w 97"/>
                <a:gd name="T43" fmla="*/ 50 h 97"/>
                <a:gd name="T44" fmla="*/ 61 w 97"/>
                <a:gd name="T45" fmla="*/ 50 h 97"/>
                <a:gd name="T46" fmla="*/ 61 w 97"/>
                <a:gd name="T47" fmla="*/ 5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7" h="97">
                  <a:moveTo>
                    <a:pt x="49" y="0"/>
                  </a:moveTo>
                  <a:cubicBezTo>
                    <a:pt x="22" y="0"/>
                    <a:pt x="0" y="22"/>
                    <a:pt x="0" y="48"/>
                  </a:cubicBezTo>
                  <a:cubicBezTo>
                    <a:pt x="0" y="75"/>
                    <a:pt x="22" y="97"/>
                    <a:pt x="49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9" y="0"/>
                  </a:cubicBezTo>
                  <a:close/>
                  <a:moveTo>
                    <a:pt x="61" y="50"/>
                  </a:moveTo>
                  <a:cubicBezTo>
                    <a:pt x="53" y="50"/>
                    <a:pt x="53" y="50"/>
                    <a:pt x="53" y="50"/>
                  </a:cubicBezTo>
                  <a:cubicBezTo>
                    <a:pt x="53" y="78"/>
                    <a:pt x="53" y="78"/>
                    <a:pt x="53" y="78"/>
                  </a:cubicBezTo>
                  <a:cubicBezTo>
                    <a:pt x="41" y="78"/>
                    <a:pt x="41" y="78"/>
                    <a:pt x="41" y="78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36" y="50"/>
                    <a:pt x="36" y="50"/>
                    <a:pt x="36" y="5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41" y="40"/>
                    <a:pt x="41" y="40"/>
                    <a:pt x="41" y="40"/>
                  </a:cubicBezTo>
                  <a:cubicBezTo>
                    <a:pt x="41" y="34"/>
                    <a:pt x="41" y="34"/>
                    <a:pt x="41" y="34"/>
                  </a:cubicBezTo>
                  <a:cubicBezTo>
                    <a:pt x="41" y="29"/>
                    <a:pt x="43" y="22"/>
                    <a:pt x="53" y="22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32"/>
                    <a:pt x="61" y="32"/>
                    <a:pt x="61" y="32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4" y="32"/>
                    <a:pt x="53" y="32"/>
                    <a:pt x="53" y="34"/>
                  </a:cubicBezTo>
                  <a:cubicBezTo>
                    <a:pt x="53" y="40"/>
                    <a:pt x="53" y="40"/>
                    <a:pt x="53" y="40"/>
                  </a:cubicBezTo>
                  <a:cubicBezTo>
                    <a:pt x="62" y="40"/>
                    <a:pt x="62" y="40"/>
                    <a:pt x="62" y="40"/>
                  </a:cubicBezTo>
                  <a:lnTo>
                    <a:pt x="61" y="50"/>
                  </a:lnTo>
                  <a:close/>
                  <a:moveTo>
                    <a:pt x="61" y="50"/>
                  </a:moveTo>
                  <a:cubicBezTo>
                    <a:pt x="61" y="50"/>
                    <a:pt x="61" y="50"/>
                    <a:pt x="61" y="5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1" name="Freeform 10"/>
            <p:cNvSpPr>
              <a:spLocks noEditPoints="1"/>
            </p:cNvSpPr>
            <p:nvPr userDrawn="1"/>
          </p:nvSpPr>
          <p:spPr bwMode="auto">
            <a:xfrm>
              <a:off x="7859281" y="5498123"/>
              <a:ext cx="301097" cy="308952"/>
            </a:xfrm>
            <a:custGeom>
              <a:avLst/>
              <a:gdLst>
                <a:gd name="T0" fmla="*/ 48 w 97"/>
                <a:gd name="T1" fmla="*/ 0 h 97"/>
                <a:gd name="T2" fmla="*/ 0 w 97"/>
                <a:gd name="T3" fmla="*/ 48 h 97"/>
                <a:gd name="T4" fmla="*/ 48 w 97"/>
                <a:gd name="T5" fmla="*/ 97 h 97"/>
                <a:gd name="T6" fmla="*/ 97 w 97"/>
                <a:gd name="T7" fmla="*/ 48 h 97"/>
                <a:gd name="T8" fmla="*/ 48 w 97"/>
                <a:gd name="T9" fmla="*/ 0 h 97"/>
                <a:gd name="T10" fmla="*/ 72 w 97"/>
                <a:gd name="T11" fmla="*/ 41 h 97"/>
                <a:gd name="T12" fmla="*/ 72 w 97"/>
                <a:gd name="T13" fmla="*/ 42 h 97"/>
                <a:gd name="T14" fmla="*/ 39 w 97"/>
                <a:gd name="T15" fmla="*/ 75 h 97"/>
                <a:gd name="T16" fmla="*/ 21 w 97"/>
                <a:gd name="T17" fmla="*/ 70 h 97"/>
                <a:gd name="T18" fmla="*/ 24 w 97"/>
                <a:gd name="T19" fmla="*/ 70 h 97"/>
                <a:gd name="T20" fmla="*/ 39 w 97"/>
                <a:gd name="T21" fmla="*/ 65 h 97"/>
                <a:gd name="T22" fmla="*/ 28 w 97"/>
                <a:gd name="T23" fmla="*/ 57 h 97"/>
                <a:gd name="T24" fmla="*/ 30 w 97"/>
                <a:gd name="T25" fmla="*/ 57 h 97"/>
                <a:gd name="T26" fmla="*/ 33 w 97"/>
                <a:gd name="T27" fmla="*/ 57 h 97"/>
                <a:gd name="T28" fmla="*/ 24 w 97"/>
                <a:gd name="T29" fmla="*/ 46 h 97"/>
                <a:gd name="T30" fmla="*/ 24 w 97"/>
                <a:gd name="T31" fmla="*/ 45 h 97"/>
                <a:gd name="T32" fmla="*/ 29 w 97"/>
                <a:gd name="T33" fmla="*/ 47 h 97"/>
                <a:gd name="T34" fmla="*/ 24 w 97"/>
                <a:gd name="T35" fmla="*/ 37 h 97"/>
                <a:gd name="T36" fmla="*/ 25 w 97"/>
                <a:gd name="T37" fmla="*/ 31 h 97"/>
                <a:gd name="T38" fmla="*/ 49 w 97"/>
                <a:gd name="T39" fmla="*/ 44 h 97"/>
                <a:gd name="T40" fmla="*/ 49 w 97"/>
                <a:gd name="T41" fmla="*/ 41 h 97"/>
                <a:gd name="T42" fmla="*/ 61 w 97"/>
                <a:gd name="T43" fmla="*/ 29 h 97"/>
                <a:gd name="T44" fmla="*/ 69 w 97"/>
                <a:gd name="T45" fmla="*/ 33 h 97"/>
                <a:gd name="T46" fmla="*/ 76 w 97"/>
                <a:gd name="T47" fmla="*/ 30 h 97"/>
                <a:gd name="T48" fmla="*/ 71 w 97"/>
                <a:gd name="T49" fmla="*/ 37 h 97"/>
                <a:gd name="T50" fmla="*/ 78 w 97"/>
                <a:gd name="T51" fmla="*/ 35 h 97"/>
                <a:gd name="T52" fmla="*/ 72 w 97"/>
                <a:gd name="T53" fmla="*/ 4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7" h="97">
                  <a:moveTo>
                    <a:pt x="48" y="0"/>
                  </a:moveTo>
                  <a:cubicBezTo>
                    <a:pt x="21" y="0"/>
                    <a:pt x="0" y="22"/>
                    <a:pt x="0" y="48"/>
                  </a:cubicBezTo>
                  <a:cubicBezTo>
                    <a:pt x="0" y="75"/>
                    <a:pt x="21" y="97"/>
                    <a:pt x="48" y="97"/>
                  </a:cubicBezTo>
                  <a:cubicBezTo>
                    <a:pt x="75" y="97"/>
                    <a:pt x="97" y="75"/>
                    <a:pt x="97" y="48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72" y="41"/>
                  </a:moveTo>
                  <a:cubicBezTo>
                    <a:pt x="72" y="41"/>
                    <a:pt x="72" y="42"/>
                    <a:pt x="72" y="42"/>
                  </a:cubicBezTo>
                  <a:cubicBezTo>
                    <a:pt x="72" y="58"/>
                    <a:pt x="61" y="75"/>
                    <a:pt x="39" y="75"/>
                  </a:cubicBezTo>
                  <a:cubicBezTo>
                    <a:pt x="33" y="75"/>
                    <a:pt x="27" y="73"/>
                    <a:pt x="21" y="70"/>
                  </a:cubicBezTo>
                  <a:cubicBezTo>
                    <a:pt x="22" y="70"/>
                    <a:pt x="23" y="70"/>
                    <a:pt x="24" y="70"/>
                  </a:cubicBezTo>
                  <a:cubicBezTo>
                    <a:pt x="30" y="70"/>
                    <a:pt x="35" y="68"/>
                    <a:pt x="39" y="65"/>
                  </a:cubicBezTo>
                  <a:cubicBezTo>
                    <a:pt x="34" y="65"/>
                    <a:pt x="29" y="62"/>
                    <a:pt x="28" y="57"/>
                  </a:cubicBezTo>
                  <a:cubicBezTo>
                    <a:pt x="29" y="57"/>
                    <a:pt x="29" y="57"/>
                    <a:pt x="30" y="57"/>
                  </a:cubicBezTo>
                  <a:cubicBezTo>
                    <a:pt x="31" y="57"/>
                    <a:pt x="32" y="57"/>
                    <a:pt x="33" y="57"/>
                  </a:cubicBezTo>
                  <a:cubicBezTo>
                    <a:pt x="28" y="56"/>
                    <a:pt x="24" y="51"/>
                    <a:pt x="24" y="46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6"/>
                    <a:pt x="27" y="47"/>
                    <a:pt x="29" y="47"/>
                  </a:cubicBezTo>
                  <a:cubicBezTo>
                    <a:pt x="26" y="45"/>
                    <a:pt x="24" y="41"/>
                    <a:pt x="24" y="37"/>
                  </a:cubicBezTo>
                  <a:cubicBezTo>
                    <a:pt x="24" y="35"/>
                    <a:pt x="24" y="33"/>
                    <a:pt x="25" y="31"/>
                  </a:cubicBezTo>
                  <a:cubicBezTo>
                    <a:pt x="31" y="38"/>
                    <a:pt x="40" y="43"/>
                    <a:pt x="49" y="44"/>
                  </a:cubicBezTo>
                  <a:cubicBezTo>
                    <a:pt x="49" y="43"/>
                    <a:pt x="49" y="42"/>
                    <a:pt x="49" y="41"/>
                  </a:cubicBezTo>
                  <a:cubicBezTo>
                    <a:pt x="49" y="34"/>
                    <a:pt x="54" y="29"/>
                    <a:pt x="61" y="29"/>
                  </a:cubicBezTo>
                  <a:cubicBezTo>
                    <a:pt x="64" y="29"/>
                    <a:pt x="67" y="31"/>
                    <a:pt x="69" y="33"/>
                  </a:cubicBezTo>
                  <a:cubicBezTo>
                    <a:pt x="72" y="32"/>
                    <a:pt x="74" y="31"/>
                    <a:pt x="76" y="30"/>
                  </a:cubicBezTo>
                  <a:cubicBezTo>
                    <a:pt x="76" y="33"/>
                    <a:pt x="74" y="35"/>
                    <a:pt x="71" y="37"/>
                  </a:cubicBezTo>
                  <a:cubicBezTo>
                    <a:pt x="74" y="36"/>
                    <a:pt x="76" y="36"/>
                    <a:pt x="78" y="35"/>
                  </a:cubicBezTo>
                  <a:cubicBezTo>
                    <a:pt x="76" y="37"/>
                    <a:pt x="75" y="39"/>
                    <a:pt x="72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  <p:sp>
          <p:nvSpPr>
            <p:cNvPr id="22" name="Freeform 11"/>
            <p:cNvSpPr>
              <a:spLocks noEditPoints="1"/>
            </p:cNvSpPr>
            <p:nvPr userDrawn="1"/>
          </p:nvSpPr>
          <p:spPr bwMode="auto">
            <a:xfrm>
              <a:off x="8310928" y="5504669"/>
              <a:ext cx="295861" cy="302407"/>
            </a:xfrm>
            <a:custGeom>
              <a:avLst/>
              <a:gdLst>
                <a:gd name="T0" fmla="*/ 88 w 95"/>
                <a:gd name="T1" fmla="*/ 0 h 95"/>
                <a:gd name="T2" fmla="*/ 7 w 95"/>
                <a:gd name="T3" fmla="*/ 0 h 95"/>
                <a:gd name="T4" fmla="*/ 0 w 95"/>
                <a:gd name="T5" fmla="*/ 7 h 95"/>
                <a:gd name="T6" fmla="*/ 0 w 95"/>
                <a:gd name="T7" fmla="*/ 88 h 95"/>
                <a:gd name="T8" fmla="*/ 7 w 95"/>
                <a:gd name="T9" fmla="*/ 95 h 95"/>
                <a:gd name="T10" fmla="*/ 88 w 95"/>
                <a:gd name="T11" fmla="*/ 95 h 95"/>
                <a:gd name="T12" fmla="*/ 95 w 95"/>
                <a:gd name="T13" fmla="*/ 88 h 95"/>
                <a:gd name="T14" fmla="*/ 95 w 95"/>
                <a:gd name="T15" fmla="*/ 7 h 95"/>
                <a:gd name="T16" fmla="*/ 88 w 95"/>
                <a:gd name="T17" fmla="*/ 0 h 95"/>
                <a:gd name="T18" fmla="*/ 29 w 95"/>
                <a:gd name="T19" fmla="*/ 79 h 95"/>
                <a:gd name="T20" fmla="*/ 15 w 95"/>
                <a:gd name="T21" fmla="*/ 79 h 95"/>
                <a:gd name="T22" fmla="*/ 15 w 95"/>
                <a:gd name="T23" fmla="*/ 36 h 95"/>
                <a:gd name="T24" fmla="*/ 29 w 95"/>
                <a:gd name="T25" fmla="*/ 36 h 95"/>
                <a:gd name="T26" fmla="*/ 29 w 95"/>
                <a:gd name="T27" fmla="*/ 79 h 95"/>
                <a:gd name="T28" fmla="*/ 22 w 95"/>
                <a:gd name="T29" fmla="*/ 31 h 95"/>
                <a:gd name="T30" fmla="*/ 22 w 95"/>
                <a:gd name="T31" fmla="*/ 31 h 95"/>
                <a:gd name="T32" fmla="*/ 14 w 95"/>
                <a:gd name="T33" fmla="*/ 23 h 95"/>
                <a:gd name="T34" fmla="*/ 22 w 95"/>
                <a:gd name="T35" fmla="*/ 16 h 95"/>
                <a:gd name="T36" fmla="*/ 30 w 95"/>
                <a:gd name="T37" fmla="*/ 23 h 95"/>
                <a:gd name="T38" fmla="*/ 22 w 95"/>
                <a:gd name="T39" fmla="*/ 31 h 95"/>
                <a:gd name="T40" fmla="*/ 80 w 95"/>
                <a:gd name="T41" fmla="*/ 79 h 95"/>
                <a:gd name="T42" fmla="*/ 66 w 95"/>
                <a:gd name="T43" fmla="*/ 79 h 95"/>
                <a:gd name="T44" fmla="*/ 66 w 95"/>
                <a:gd name="T45" fmla="*/ 56 h 95"/>
                <a:gd name="T46" fmla="*/ 59 w 95"/>
                <a:gd name="T47" fmla="*/ 47 h 95"/>
                <a:gd name="T48" fmla="*/ 52 w 95"/>
                <a:gd name="T49" fmla="*/ 52 h 95"/>
                <a:gd name="T50" fmla="*/ 51 w 95"/>
                <a:gd name="T51" fmla="*/ 55 h 95"/>
                <a:gd name="T52" fmla="*/ 51 w 95"/>
                <a:gd name="T53" fmla="*/ 79 h 95"/>
                <a:gd name="T54" fmla="*/ 37 w 95"/>
                <a:gd name="T55" fmla="*/ 79 h 95"/>
                <a:gd name="T56" fmla="*/ 37 w 95"/>
                <a:gd name="T57" fmla="*/ 36 h 95"/>
                <a:gd name="T58" fmla="*/ 51 w 95"/>
                <a:gd name="T59" fmla="*/ 36 h 95"/>
                <a:gd name="T60" fmla="*/ 51 w 95"/>
                <a:gd name="T61" fmla="*/ 42 h 95"/>
                <a:gd name="T62" fmla="*/ 64 w 95"/>
                <a:gd name="T63" fmla="*/ 35 h 95"/>
                <a:gd name="T64" fmla="*/ 80 w 95"/>
                <a:gd name="T65" fmla="*/ 55 h 95"/>
                <a:gd name="T66" fmla="*/ 80 w 95"/>
                <a:gd name="T67" fmla="*/ 79 h 95"/>
                <a:gd name="T68" fmla="*/ 51 w 95"/>
                <a:gd name="T69" fmla="*/ 43 h 95"/>
                <a:gd name="T70" fmla="*/ 51 w 95"/>
                <a:gd name="T71" fmla="*/ 42 h 95"/>
                <a:gd name="T72" fmla="*/ 51 w 95"/>
                <a:gd name="T73" fmla="*/ 43 h 95"/>
                <a:gd name="T74" fmla="*/ 51 w 95"/>
                <a:gd name="T75" fmla="*/ 43 h 95"/>
                <a:gd name="T76" fmla="*/ 51 w 95"/>
                <a:gd name="T77" fmla="*/ 4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95" h="95">
                  <a:moveTo>
                    <a:pt x="88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92"/>
                    <a:pt x="3" y="95"/>
                    <a:pt x="7" y="95"/>
                  </a:cubicBezTo>
                  <a:cubicBezTo>
                    <a:pt x="88" y="95"/>
                    <a:pt x="88" y="95"/>
                    <a:pt x="88" y="95"/>
                  </a:cubicBezTo>
                  <a:cubicBezTo>
                    <a:pt x="92" y="95"/>
                    <a:pt x="95" y="92"/>
                    <a:pt x="95" y="88"/>
                  </a:cubicBezTo>
                  <a:cubicBezTo>
                    <a:pt x="95" y="7"/>
                    <a:pt x="95" y="7"/>
                    <a:pt x="95" y="7"/>
                  </a:cubicBezTo>
                  <a:cubicBezTo>
                    <a:pt x="95" y="3"/>
                    <a:pt x="92" y="0"/>
                    <a:pt x="88" y="0"/>
                  </a:cubicBezTo>
                  <a:close/>
                  <a:moveTo>
                    <a:pt x="29" y="79"/>
                  </a:moveTo>
                  <a:cubicBezTo>
                    <a:pt x="15" y="79"/>
                    <a:pt x="15" y="79"/>
                    <a:pt x="15" y="79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29" y="36"/>
                    <a:pt x="29" y="36"/>
                    <a:pt x="29" y="36"/>
                  </a:cubicBezTo>
                  <a:lnTo>
                    <a:pt x="29" y="79"/>
                  </a:lnTo>
                  <a:close/>
                  <a:moveTo>
                    <a:pt x="22" y="31"/>
                  </a:moveTo>
                  <a:cubicBezTo>
                    <a:pt x="22" y="31"/>
                    <a:pt x="22" y="31"/>
                    <a:pt x="22" y="31"/>
                  </a:cubicBezTo>
                  <a:cubicBezTo>
                    <a:pt x="17" y="31"/>
                    <a:pt x="14" y="27"/>
                    <a:pt x="14" y="23"/>
                  </a:cubicBezTo>
                  <a:cubicBezTo>
                    <a:pt x="14" y="19"/>
                    <a:pt x="17" y="16"/>
                    <a:pt x="22" y="16"/>
                  </a:cubicBezTo>
                  <a:cubicBezTo>
                    <a:pt x="27" y="16"/>
                    <a:pt x="30" y="19"/>
                    <a:pt x="30" y="23"/>
                  </a:cubicBezTo>
                  <a:cubicBezTo>
                    <a:pt x="30" y="27"/>
                    <a:pt x="27" y="31"/>
                    <a:pt x="22" y="31"/>
                  </a:cubicBezTo>
                  <a:close/>
                  <a:moveTo>
                    <a:pt x="80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6" y="56"/>
                    <a:pt x="66" y="56"/>
                    <a:pt x="66" y="56"/>
                  </a:cubicBezTo>
                  <a:cubicBezTo>
                    <a:pt x="66" y="51"/>
                    <a:pt x="64" y="47"/>
                    <a:pt x="59" y="47"/>
                  </a:cubicBezTo>
                  <a:cubicBezTo>
                    <a:pt x="55" y="47"/>
                    <a:pt x="53" y="49"/>
                    <a:pt x="52" y="52"/>
                  </a:cubicBezTo>
                  <a:cubicBezTo>
                    <a:pt x="51" y="53"/>
                    <a:pt x="51" y="54"/>
                    <a:pt x="51" y="55"/>
                  </a:cubicBezTo>
                  <a:cubicBezTo>
                    <a:pt x="51" y="79"/>
                    <a:pt x="51" y="79"/>
                    <a:pt x="51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7" y="40"/>
                    <a:pt x="37" y="36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1" y="42"/>
                    <a:pt x="51" y="42"/>
                    <a:pt x="51" y="42"/>
                  </a:cubicBezTo>
                  <a:cubicBezTo>
                    <a:pt x="53" y="40"/>
                    <a:pt x="56" y="35"/>
                    <a:pt x="64" y="35"/>
                  </a:cubicBezTo>
                  <a:cubicBezTo>
                    <a:pt x="73" y="35"/>
                    <a:pt x="80" y="41"/>
                    <a:pt x="80" y="55"/>
                  </a:cubicBezTo>
                  <a:lnTo>
                    <a:pt x="80" y="79"/>
                  </a:lnTo>
                  <a:close/>
                  <a:moveTo>
                    <a:pt x="51" y="43"/>
                  </a:moveTo>
                  <a:cubicBezTo>
                    <a:pt x="51" y="43"/>
                    <a:pt x="51" y="42"/>
                    <a:pt x="51" y="42"/>
                  </a:cubicBezTo>
                  <a:cubicBezTo>
                    <a:pt x="51" y="43"/>
                    <a:pt x="51" y="43"/>
                    <a:pt x="51" y="43"/>
                  </a:cubicBezTo>
                  <a:close/>
                  <a:moveTo>
                    <a:pt x="51" y="43"/>
                  </a:moveTo>
                  <a:cubicBezTo>
                    <a:pt x="51" y="43"/>
                    <a:pt x="51" y="43"/>
                    <a:pt x="51" y="4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id-ID"/>
            </a:p>
          </p:txBody>
        </p:sp>
      </p:grpSp>
      <p:sp>
        <p:nvSpPr>
          <p:cNvPr id="2" name="Rounded Rectangle 1"/>
          <p:cNvSpPr/>
          <p:nvPr userDrawn="1"/>
        </p:nvSpPr>
        <p:spPr>
          <a:xfrm>
            <a:off x="583842" y="3039906"/>
            <a:ext cx="806712" cy="75576"/>
          </a:xfrm>
          <a:prstGeom prst="roundRect">
            <a:avLst>
              <a:gd name="adj" fmla="val 50000"/>
            </a:avLst>
          </a:prstGeom>
          <a:solidFill>
            <a:srgbClr val="F68A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65" y="1503123"/>
            <a:ext cx="2743200" cy="71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powerslid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d-ID" dirty="0"/>
              <a:t>WWW.POWERSLIDES.COM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id-ID" b="1" dirty="0"/>
              <a:t>PRESENTATIO</a:t>
            </a:r>
            <a:r>
              <a:rPr lang="en-GB" b="1" dirty="0"/>
              <a:t>N TEMPLATES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Stories worth telling…</a:t>
            </a:r>
          </a:p>
        </p:txBody>
      </p:sp>
    </p:spTree>
    <p:extLst>
      <p:ext uri="{BB962C8B-B14F-4D97-AF65-F5344CB8AC3E}">
        <p14:creationId xmlns:p14="http://schemas.microsoft.com/office/powerpoint/2010/main" val="1074821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Google Shape;70;p8"/>
          <p:cNvGraphicFramePr/>
          <p:nvPr/>
        </p:nvGraphicFramePr>
        <p:xfrm>
          <a:off x="504738" y="1313460"/>
          <a:ext cx="11182500" cy="2089940"/>
        </p:xfrm>
        <a:graphic>
          <a:graphicData uri="http://schemas.openxmlformats.org/drawingml/2006/table">
            <a:tbl>
              <a:tblPr firstRow="1" bandRow="1">
                <a:noFill/>
                <a:tableStyleId>{1BBD5260-DF98-4027-A7A1-07AF0D7DC05B}</a:tableStyleId>
              </a:tblPr>
              <a:tblGrid>
                <a:gridCol w="18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3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>
                          <a:solidFill>
                            <a:schemeClr val="lt1"/>
                          </a:solidFill>
                        </a:rPr>
                        <a:t>Our Vision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We strive to exceed expectations and be the best that we can be, maintaining the highest level of quality.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lt1"/>
                          </a:solidFill>
                        </a:rPr>
                        <a:t>Our Values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>
                          <a:solidFill>
                            <a:schemeClr val="dk1"/>
                          </a:solidFill>
                        </a:rPr>
                        <a:t>We champion an environment of honesty, transparency, fairness and high moral standards.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lt1"/>
                          </a:solidFill>
                        </a:rPr>
                        <a:t>Strategic Map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Grow Revenue Through Sales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Deliver profitable growth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Increase new sales Achieve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revenue target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Protect the Base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/>
                        <a:t>Retain base clients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Strengthen Operations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Embed Company DNA Improve employee satisfaction Increase employee retention</a:t>
                      </a:r>
                      <a:endParaRPr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>
                          <a:solidFill>
                            <a:schemeClr val="lt1"/>
                          </a:solidFill>
                        </a:rPr>
                        <a:t>KPI’s</a:t>
                      </a:r>
                      <a:r>
                        <a:rPr lang="en-US" sz="140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sz="1050">
                          <a:solidFill>
                            <a:schemeClr val="lt1"/>
                          </a:solidFill>
                        </a:rPr>
                        <a:t>(How will we measure Success in 2022)</a:t>
                      </a:r>
                      <a:endParaRPr sz="1400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By tallying all production costs for the product your company is selling, you can get a better idea of your actual profit margin.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Retain old and loyal clients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Take your accounts receivable and divide them by the number of total credit sales.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1" name="Google Shape;71;p8"/>
          <p:cNvGraphicFramePr/>
          <p:nvPr/>
        </p:nvGraphicFramePr>
        <p:xfrm>
          <a:off x="504734" y="3450270"/>
          <a:ext cx="11182500" cy="2779770"/>
        </p:xfrm>
        <a:graphic>
          <a:graphicData uri="http://schemas.openxmlformats.org/drawingml/2006/table">
            <a:tbl>
              <a:tblPr firstRow="1" bandRow="1">
                <a:noFill/>
                <a:tableStyleId>{1BBD5260-DF98-4027-A7A1-07AF0D7DC05B}</a:tableStyleId>
              </a:tblPr>
              <a:tblGrid>
                <a:gridCol w="187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6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59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</a:rPr>
                        <a:t>What will we concentrate on to get there?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Sales and Advertising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Plan Items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Client Program Items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Capability and Technology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Program Items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People and Culture </a:t>
                      </a:r>
                      <a:endParaRPr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>
                          <a:solidFill>
                            <a:schemeClr val="dk1"/>
                          </a:solidFill>
                        </a:rPr>
                        <a:t>Program Items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0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>
                          <a:solidFill>
                            <a:schemeClr val="lt1"/>
                          </a:solidFill>
                        </a:rPr>
                        <a:t>What must we implement?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" name="Google Shape;72;p8"/>
          <p:cNvSpPr txBox="1"/>
          <p:nvPr/>
        </p:nvSpPr>
        <p:spPr>
          <a:xfrm>
            <a:off x="2445832" y="4104165"/>
            <a:ext cx="201748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Tactical lead generation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Getting in front of the right people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Grow brand identity</a:t>
            </a:r>
            <a:endParaRPr/>
          </a:p>
        </p:txBody>
      </p:sp>
      <p:sp>
        <p:nvSpPr>
          <p:cNvPr id="73" name="Google Shape;73;p8"/>
          <p:cNvSpPr txBox="1"/>
          <p:nvPr/>
        </p:nvSpPr>
        <p:spPr>
          <a:xfrm>
            <a:off x="4735365" y="4023374"/>
            <a:ext cx="2017485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encouragement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fulfillment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performance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Adding value / thought leadership</a:t>
            </a:r>
            <a:endParaRPr/>
          </a:p>
        </p:txBody>
      </p:sp>
      <p:sp>
        <p:nvSpPr>
          <p:cNvPr id="74" name="Google Shape;74;p8"/>
          <p:cNvSpPr txBox="1"/>
          <p:nvPr/>
        </p:nvSpPr>
        <p:spPr>
          <a:xfrm>
            <a:off x="7111982" y="4023374"/>
            <a:ext cx="2017485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Meeting client and customer expectations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North American technology roadmap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Robustness</a:t>
            </a:r>
            <a:endParaRPr/>
          </a:p>
        </p:txBody>
      </p:sp>
      <p:sp>
        <p:nvSpPr>
          <p:cNvPr id="75" name="Google Shape;75;p8"/>
          <p:cNvSpPr txBox="1"/>
          <p:nvPr/>
        </p:nvSpPr>
        <p:spPr>
          <a:xfrm>
            <a:off x="9445057" y="4023374"/>
            <a:ext cx="2017485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 to reinforce implementation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Recruit – Appoint – Retain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Building for the future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Leadership growth</a:t>
            </a:r>
            <a:endParaRPr/>
          </a:p>
        </p:txBody>
      </p:sp>
      <p:sp>
        <p:nvSpPr>
          <p:cNvPr id="76" name="Google Shape;76;p8"/>
          <p:cNvSpPr txBox="1"/>
          <p:nvPr/>
        </p:nvSpPr>
        <p:spPr>
          <a:xfrm>
            <a:off x="2445832" y="4968860"/>
            <a:ext cx="2169712" cy="122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network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Contribute in more business events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more publicizing networks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the reach of our brand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$65 million pipeline</a:t>
            </a:r>
            <a:endParaRPr/>
          </a:p>
        </p:txBody>
      </p:sp>
      <p:sp>
        <p:nvSpPr>
          <p:cNvPr id="77" name="Google Shape;77;p8"/>
          <p:cNvSpPr txBox="1"/>
          <p:nvPr/>
        </p:nvSpPr>
        <p:spPr>
          <a:xfrm>
            <a:off x="4735365" y="4968860"/>
            <a:ext cx="2300339" cy="122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Accomplishing all client KPls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Client Liaison Plans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Continue standard implementation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Replenishment of Cirque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 new client Fulfillment Assessment</a:t>
            </a:r>
            <a:endParaRPr/>
          </a:p>
        </p:txBody>
      </p:sp>
      <p:sp>
        <p:nvSpPr>
          <p:cNvPr id="78" name="Google Shape;78;p8"/>
          <p:cNvSpPr txBox="1"/>
          <p:nvPr/>
        </p:nvSpPr>
        <p:spPr>
          <a:xfrm>
            <a:off x="7133712" y="5049652"/>
            <a:ext cx="2229859" cy="1061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Analytics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Organization competence uptime and accessibility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Willingness to implement Avaya platform 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PCI evaluation</a:t>
            </a:r>
            <a:endParaRPr/>
          </a:p>
        </p:txBody>
      </p:sp>
      <p:sp>
        <p:nvSpPr>
          <p:cNvPr id="79" name="Google Shape;79;p8"/>
          <p:cNvSpPr txBox="1"/>
          <p:nvPr/>
        </p:nvSpPr>
        <p:spPr>
          <a:xfrm>
            <a:off x="9439299" y="5130443"/>
            <a:ext cx="2300339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 and enlarge recruiting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Secession plans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Employee growth plans including frontline leadership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ourier New"/>
              <a:buChar char="o"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COE qualifications (***)</a:t>
            </a:r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6D980A-B3EB-451B-9D51-9F5366B31290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 ON </a:t>
            </a:r>
            <a:r>
              <a:rPr lang="en-GB" sz="32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 PAGE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DB444F-D300-4CE1-B75F-0F81380710AD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B69B2FD-224B-409B-B675-EA5CBC8068BF}"/>
              </a:ext>
            </a:extLst>
          </p:cNvPr>
          <p:cNvSpPr txBox="1"/>
          <p:nvPr/>
        </p:nvSpPr>
        <p:spPr>
          <a:xfrm>
            <a:off x="504736" y="6346665"/>
            <a:ext cx="110602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7D4509E-59EA-4468-A8A8-4DD9F9CBB110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7D74A81-C7A1-48DF-BA98-BEB16D5C5F05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311ADC15-33A2-4251-B831-C9C8A1E37705}"/>
              </a:ext>
            </a:extLst>
          </p:cNvPr>
          <p:cNvSpPr txBox="1">
            <a:spLocks/>
          </p:cNvSpPr>
          <p:nvPr/>
        </p:nvSpPr>
        <p:spPr>
          <a:xfrm>
            <a:off x="5572365" y="6372976"/>
            <a:ext cx="216000" cy="216000"/>
          </a:xfrm>
          <a:prstGeom prst="ellipse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/>
          <p:nvPr/>
        </p:nvSpPr>
        <p:spPr>
          <a:xfrm>
            <a:off x="477348" y="2643236"/>
            <a:ext cx="11237304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477348" y="2643236"/>
            <a:ext cx="299166" cy="3693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776513" y="2643236"/>
            <a:ext cx="3345543" cy="3693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4122056" y="2643236"/>
            <a:ext cx="174173" cy="3693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1590842" y="2643236"/>
            <a:ext cx="132143" cy="36933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86049" y="1376616"/>
            <a:ext cx="1770743" cy="37557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SCOPE PLANNING</a:t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2015706" y="1881689"/>
            <a:ext cx="1770743" cy="37557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3236684" y="1376616"/>
            <a:ext cx="1770743" cy="37557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/>
          </a:p>
        </p:txBody>
      </p:sp>
      <p:sp>
        <p:nvSpPr>
          <p:cNvPr id="169" name="Google Shape;169;p10"/>
          <p:cNvSpPr/>
          <p:nvPr/>
        </p:nvSpPr>
        <p:spPr>
          <a:xfrm>
            <a:off x="4448009" y="1881689"/>
            <a:ext cx="1770743" cy="3755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DEVELOPMENT</a:t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6880312" y="1881689"/>
            <a:ext cx="1770743" cy="3755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DELIVER</a:t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5636648" y="1376616"/>
            <a:ext cx="1770743" cy="3755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PREPARE</a:t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8300019" y="1376616"/>
            <a:ext cx="1770743" cy="37557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/>
          </a:p>
        </p:txBody>
      </p:sp>
      <p:sp>
        <p:nvSpPr>
          <p:cNvPr id="173" name="Google Shape;173;p10"/>
          <p:cNvSpPr txBox="1"/>
          <p:nvPr/>
        </p:nvSpPr>
        <p:spPr>
          <a:xfrm>
            <a:off x="490720" y="2299861"/>
            <a:ext cx="53033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OCT</a:t>
            </a:r>
            <a:endParaRPr/>
          </a:p>
        </p:txBody>
      </p:sp>
      <p:sp>
        <p:nvSpPr>
          <p:cNvPr id="174" name="Google Shape;174;p10"/>
          <p:cNvSpPr txBox="1"/>
          <p:nvPr/>
        </p:nvSpPr>
        <p:spPr>
          <a:xfrm>
            <a:off x="2007125" y="2299861"/>
            <a:ext cx="56848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</a:t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3451305" y="2299861"/>
            <a:ext cx="51886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4526315" y="2299861"/>
            <a:ext cx="49853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JAN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5855454" y="2299861"/>
            <a:ext cx="49244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</a:t>
            </a:r>
            <a:endParaRPr/>
          </a:p>
        </p:txBody>
      </p:sp>
      <p:sp>
        <p:nvSpPr>
          <p:cNvPr id="178" name="Google Shape;178;p10"/>
          <p:cNvSpPr txBox="1"/>
          <p:nvPr/>
        </p:nvSpPr>
        <p:spPr>
          <a:xfrm>
            <a:off x="7002035" y="2299861"/>
            <a:ext cx="590225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</a:t>
            </a:r>
            <a:endParaRPr/>
          </a:p>
        </p:txBody>
      </p:sp>
      <p:sp>
        <p:nvSpPr>
          <p:cNvPr id="179" name="Google Shape;179;p10"/>
          <p:cNvSpPr txBox="1"/>
          <p:nvPr/>
        </p:nvSpPr>
        <p:spPr>
          <a:xfrm>
            <a:off x="8565795" y="2299861"/>
            <a:ext cx="521297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</a:t>
            </a: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10158389" y="2299861"/>
            <a:ext cx="6718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</a:t>
            </a:r>
            <a:endParaRPr dirty="0"/>
          </a:p>
        </p:txBody>
      </p:sp>
      <p:cxnSp>
        <p:nvCxnSpPr>
          <p:cNvPr id="181" name="Google Shape;181;p10"/>
          <p:cNvCxnSpPr>
            <a:stCxn id="166" idx="2"/>
          </p:cNvCxnSpPr>
          <p:nvPr/>
        </p:nvCxnSpPr>
        <p:spPr>
          <a:xfrm flipH="1">
            <a:off x="1466021" y="1752186"/>
            <a:ext cx="5400" cy="873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2" name="Google Shape;182;p10"/>
          <p:cNvCxnSpPr>
            <a:stCxn id="167" idx="2"/>
          </p:cNvCxnSpPr>
          <p:nvPr/>
        </p:nvCxnSpPr>
        <p:spPr>
          <a:xfrm>
            <a:off x="2901078" y="225725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3" name="Google Shape;183;p10"/>
          <p:cNvCxnSpPr/>
          <p:nvPr/>
        </p:nvCxnSpPr>
        <p:spPr>
          <a:xfrm>
            <a:off x="2893821" y="2256319"/>
            <a:ext cx="0" cy="38691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4" name="Google Shape;184;p10"/>
          <p:cNvCxnSpPr>
            <a:stCxn id="168" idx="2"/>
          </p:cNvCxnSpPr>
          <p:nvPr/>
        </p:nvCxnSpPr>
        <p:spPr>
          <a:xfrm>
            <a:off x="4122056" y="1752186"/>
            <a:ext cx="0" cy="873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5" name="Google Shape;185;p10"/>
          <p:cNvCxnSpPr>
            <a:stCxn id="169" idx="2"/>
          </p:cNvCxnSpPr>
          <p:nvPr/>
        </p:nvCxnSpPr>
        <p:spPr>
          <a:xfrm>
            <a:off x="5333381" y="2257259"/>
            <a:ext cx="0" cy="386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6" name="Google Shape;186;p10"/>
          <p:cNvCxnSpPr>
            <a:stCxn id="171" idx="2"/>
          </p:cNvCxnSpPr>
          <p:nvPr/>
        </p:nvCxnSpPr>
        <p:spPr>
          <a:xfrm>
            <a:off x="6522020" y="1752186"/>
            <a:ext cx="9300" cy="873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7" name="Google Shape;187;p10"/>
          <p:cNvCxnSpPr/>
          <p:nvPr/>
        </p:nvCxnSpPr>
        <p:spPr>
          <a:xfrm>
            <a:off x="7776501" y="2222322"/>
            <a:ext cx="0" cy="42091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88" name="Google Shape;188;p10"/>
          <p:cNvCxnSpPr/>
          <p:nvPr/>
        </p:nvCxnSpPr>
        <p:spPr>
          <a:xfrm>
            <a:off x="9198321" y="1752186"/>
            <a:ext cx="0" cy="89105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9" name="Google Shape;189;p10"/>
          <p:cNvSpPr txBox="1"/>
          <p:nvPr/>
        </p:nvSpPr>
        <p:spPr>
          <a:xfrm>
            <a:off x="2015706" y="2643236"/>
            <a:ext cx="6527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/>
          </a:p>
        </p:txBody>
      </p:sp>
      <p:sp>
        <p:nvSpPr>
          <p:cNvPr id="190" name="Google Shape;190;p10"/>
          <p:cNvSpPr txBox="1"/>
          <p:nvPr/>
        </p:nvSpPr>
        <p:spPr>
          <a:xfrm>
            <a:off x="7610024" y="2634730"/>
            <a:ext cx="65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/>
          </a:p>
        </p:txBody>
      </p:sp>
      <p:graphicFrame>
        <p:nvGraphicFramePr>
          <p:cNvPr id="191" name="Google Shape;191;p10"/>
          <p:cNvGraphicFramePr/>
          <p:nvPr>
            <p:extLst>
              <p:ext uri="{D42A27DB-BD31-4B8C-83A1-F6EECF244321}">
                <p14:modId xmlns:p14="http://schemas.microsoft.com/office/powerpoint/2010/main" val="1373563160"/>
              </p:ext>
            </p:extLst>
          </p:nvPr>
        </p:nvGraphicFramePr>
        <p:xfrm>
          <a:off x="477348" y="3084837"/>
          <a:ext cx="11237325" cy="3032750"/>
        </p:xfrm>
        <a:graphic>
          <a:graphicData uri="http://schemas.openxmlformats.org/drawingml/2006/table">
            <a:tbl>
              <a:tblPr firstRow="1" bandRow="1">
                <a:noFill/>
                <a:tableStyleId>{1BBD5260-DF98-4027-A7A1-07AF0D7DC05B}</a:tableStyleId>
              </a:tblPr>
              <a:tblGrid>
                <a:gridCol w="8579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6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325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Key Milestones</a:t>
                      </a:r>
                      <a:endParaRPr dirty="0"/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/>
                        <a:t>Completed by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2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</a:rPr>
                        <a:t>4Q 20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22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solidFill>
                            <a:schemeClr val="lt1"/>
                          </a:solidFill>
                        </a:rPr>
                        <a:t>1Q 202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Project approval is typically the first key checkpoint in a project’s life cycle.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 Oct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project plan includes all critical details, from key goals to schedules.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20 Oct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Make sure that enough funding is available to carry out all required tasks. 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 Jan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Before starting the process, seek the design approval from customer.</a:t>
                      </a:r>
                      <a:endParaRPr/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12 Feb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3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Identify the staffing needs, ask appropriate interview questions, and set milestones for each opening.</a:t>
                      </a:r>
                      <a:endParaRPr sz="14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/>
                        <a:t>18 Apr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AE9394B0-9B59-4070-B081-0E3073A41795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 ON </a:t>
            </a:r>
            <a:r>
              <a:rPr lang="en-GB" sz="32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 PAGE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6E09E2A-E808-4A4C-8B97-F9E9B1612304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CFC17CB-1B0B-4B80-BA9B-0A53497588B5}"/>
              </a:ext>
            </a:extLst>
          </p:cNvPr>
          <p:cNvSpPr txBox="1"/>
          <p:nvPr/>
        </p:nvSpPr>
        <p:spPr>
          <a:xfrm>
            <a:off x="504736" y="6346665"/>
            <a:ext cx="110602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F4058EAE-F52F-453E-884F-2D4A0B95F5A4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361162D-5D96-496F-8441-7C80C6A7187E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Slide Number Placeholder 5">
            <a:extLst>
              <a:ext uri="{FF2B5EF4-FFF2-40B4-BE49-F238E27FC236}">
                <a16:creationId xmlns:a16="http://schemas.microsoft.com/office/drawing/2014/main" id="{1B76CEEA-9E28-41E0-BFAF-4AE0D2ACF56F}"/>
              </a:ext>
            </a:extLst>
          </p:cNvPr>
          <p:cNvSpPr txBox="1">
            <a:spLocks/>
          </p:cNvSpPr>
          <p:nvPr/>
        </p:nvSpPr>
        <p:spPr>
          <a:xfrm>
            <a:off x="5572365" y="6372976"/>
            <a:ext cx="216000" cy="216000"/>
          </a:xfrm>
          <a:prstGeom prst="ellipse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9"/>
          <p:cNvGrpSpPr/>
          <p:nvPr/>
        </p:nvGrpSpPr>
        <p:grpSpPr>
          <a:xfrm>
            <a:off x="503133" y="1510349"/>
            <a:ext cx="11202931" cy="4385444"/>
            <a:chOff x="503133" y="1554593"/>
            <a:chExt cx="11202931" cy="4385444"/>
          </a:xfrm>
        </p:grpSpPr>
        <p:sp>
          <p:nvSpPr>
            <p:cNvPr id="92" name="Google Shape;92;p9"/>
            <p:cNvSpPr/>
            <p:nvPr/>
          </p:nvSpPr>
          <p:spPr>
            <a:xfrm rot="-5400000">
              <a:off x="228147" y="1829581"/>
              <a:ext cx="1087006" cy="537029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Phases</a:t>
              </a:r>
              <a:endParaRPr/>
            </a:p>
          </p:txBody>
        </p:sp>
        <p:sp>
          <p:nvSpPr>
            <p:cNvPr id="93" name="Google Shape;93;p9"/>
            <p:cNvSpPr/>
            <p:nvPr/>
          </p:nvSpPr>
          <p:spPr>
            <a:xfrm rot="-5400000">
              <a:off x="228145" y="3218541"/>
              <a:ext cx="1087006" cy="537029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Phase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Documents</a:t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rot="-5400000">
              <a:off x="228146" y="4607502"/>
              <a:ext cx="1087006" cy="537029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Phase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Content</a:t>
              </a:r>
              <a:endParaRPr/>
            </a:p>
          </p:txBody>
        </p:sp>
        <p:cxnSp>
          <p:nvCxnSpPr>
            <p:cNvPr id="95" name="Google Shape;95;p9"/>
            <p:cNvCxnSpPr/>
            <p:nvPr/>
          </p:nvCxnSpPr>
          <p:spPr>
            <a:xfrm>
              <a:off x="1040162" y="2795859"/>
              <a:ext cx="10643956" cy="0"/>
            </a:xfrm>
            <a:prstGeom prst="straightConnector1">
              <a:avLst/>
            </a:prstGeom>
            <a:noFill/>
            <a:ln w="19050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96" name="Google Shape;96;p9"/>
            <p:cNvSpPr/>
            <p:nvPr/>
          </p:nvSpPr>
          <p:spPr>
            <a:xfrm>
              <a:off x="2293256" y="1617766"/>
              <a:ext cx="1995095" cy="963209"/>
            </a:xfrm>
            <a:prstGeom prst="chevron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9"/>
            <p:cNvSpPr/>
            <p:nvPr/>
          </p:nvSpPr>
          <p:spPr>
            <a:xfrm>
              <a:off x="4039764" y="1622001"/>
              <a:ext cx="1995095" cy="963209"/>
            </a:xfrm>
            <a:prstGeom prst="chevron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5786272" y="1626236"/>
              <a:ext cx="1995095" cy="963209"/>
            </a:xfrm>
            <a:prstGeom prst="chevron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9"/>
            <p:cNvSpPr/>
            <p:nvPr/>
          </p:nvSpPr>
          <p:spPr>
            <a:xfrm>
              <a:off x="7532780" y="1630471"/>
              <a:ext cx="4151338" cy="963209"/>
            </a:xfrm>
            <a:prstGeom prst="chevron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0" name="Google Shape;100;p9"/>
            <p:cNvCxnSpPr/>
            <p:nvPr/>
          </p:nvCxnSpPr>
          <p:spPr>
            <a:xfrm>
              <a:off x="1770743" y="2801693"/>
              <a:ext cx="0" cy="313826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oval" w="med" len="med"/>
              <a:tailEnd type="none" w="sm" len="sm"/>
            </a:ln>
          </p:spPr>
        </p:cxnSp>
        <p:sp>
          <p:nvSpPr>
            <p:cNvPr id="101" name="Google Shape;101;p9"/>
            <p:cNvSpPr/>
            <p:nvPr/>
          </p:nvSpPr>
          <p:spPr>
            <a:xfrm>
              <a:off x="1158784" y="3124199"/>
              <a:ext cx="1223918" cy="725714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Project Directive</a:t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453368" y="3124199"/>
              <a:ext cx="1223918" cy="725714"/>
            </a:xfrm>
            <a:prstGeom prst="roundRect">
              <a:avLst>
                <a:gd name="adj" fmla="val 16667"/>
              </a:avLst>
            </a:prstGeom>
            <a:solidFill>
              <a:srgbClr val="DBE0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Project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Description</a:t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3747952" y="3124199"/>
              <a:ext cx="1223918" cy="725714"/>
            </a:xfrm>
            <a:prstGeom prst="roundRect">
              <a:avLst>
                <a:gd name="adj" fmla="val 16667"/>
              </a:avLst>
            </a:prstGeom>
            <a:solidFill>
              <a:srgbClr val="DBE0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Enquiry Statement</a:t>
              </a: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5042536" y="3124199"/>
              <a:ext cx="1223918" cy="725714"/>
            </a:xfrm>
            <a:prstGeom prst="roundRect">
              <a:avLst>
                <a:gd name="adj" fmla="val 16667"/>
              </a:avLst>
            </a:prstGeom>
            <a:solidFill>
              <a:srgbClr val="DBE0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Design</a:t>
              </a:r>
              <a:endParaRPr/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Report</a:t>
              </a:r>
              <a:endParaRPr/>
            </a:p>
          </p:txBody>
        </p:sp>
        <p:sp>
          <p:nvSpPr>
            <p:cNvPr id="105" name="Google Shape;105;p9"/>
            <p:cNvSpPr/>
            <p:nvPr/>
          </p:nvSpPr>
          <p:spPr>
            <a:xfrm>
              <a:off x="7411175" y="3124199"/>
              <a:ext cx="1223918" cy="725714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Code 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Halt</a:t>
              </a: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8705759" y="3124199"/>
              <a:ext cx="1223918" cy="725714"/>
            </a:xfrm>
            <a:prstGeom prst="roundRect">
              <a:avLst>
                <a:gd name="adj" fmla="val 16667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CAB </a:t>
              </a:r>
              <a:endParaRPr/>
            </a:p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Endorsement</a:t>
              </a: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10421257" y="3124199"/>
              <a:ext cx="1223918" cy="725714"/>
            </a:xfrm>
            <a:prstGeom prst="roundRect">
              <a:avLst>
                <a:gd name="adj" fmla="val 16667"/>
              </a:avLst>
            </a:prstGeom>
            <a:solidFill>
              <a:srgbClr val="DBE0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F3F3F"/>
                  </a:solidFill>
                  <a:latin typeface="Calibri"/>
                  <a:ea typeface="Calibri"/>
                  <a:cs typeface="Calibri"/>
                  <a:sym typeface="Calibri"/>
                </a:rPr>
                <a:t>Closing Remarks</a:t>
              </a:r>
              <a:endParaRPr/>
            </a:p>
          </p:txBody>
        </p:sp>
        <p:cxnSp>
          <p:nvCxnSpPr>
            <p:cNvPr id="108" name="Google Shape;108;p9"/>
            <p:cNvCxnSpPr/>
            <p:nvPr/>
          </p:nvCxnSpPr>
          <p:spPr>
            <a:xfrm>
              <a:off x="3065327" y="2801693"/>
              <a:ext cx="0" cy="313826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oval" w="med" len="med"/>
              <a:tailEnd type="none" w="sm" len="sm"/>
            </a:ln>
          </p:spPr>
        </p:cxnSp>
        <p:cxnSp>
          <p:nvCxnSpPr>
            <p:cNvPr id="109" name="Google Shape;109;p9"/>
            <p:cNvCxnSpPr/>
            <p:nvPr/>
          </p:nvCxnSpPr>
          <p:spPr>
            <a:xfrm>
              <a:off x="4359911" y="2801693"/>
              <a:ext cx="0" cy="313826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oval" w="med" len="med"/>
              <a:tailEnd type="none" w="sm" len="sm"/>
            </a:ln>
          </p:spPr>
        </p:cxnSp>
        <p:cxnSp>
          <p:nvCxnSpPr>
            <p:cNvPr id="110" name="Google Shape;110;p9"/>
            <p:cNvCxnSpPr/>
            <p:nvPr/>
          </p:nvCxnSpPr>
          <p:spPr>
            <a:xfrm>
              <a:off x="5654495" y="2801693"/>
              <a:ext cx="0" cy="313826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oval" w="med" len="med"/>
              <a:tailEnd type="none" w="sm" len="sm"/>
            </a:ln>
          </p:spPr>
        </p:cxnSp>
        <p:cxnSp>
          <p:nvCxnSpPr>
            <p:cNvPr id="111" name="Google Shape;111;p9"/>
            <p:cNvCxnSpPr/>
            <p:nvPr/>
          </p:nvCxnSpPr>
          <p:spPr>
            <a:xfrm>
              <a:off x="8019868" y="2801693"/>
              <a:ext cx="0" cy="313826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oval" w="med" len="med"/>
              <a:tailEnd type="none" w="sm" len="sm"/>
            </a:ln>
          </p:spPr>
        </p:cxnSp>
        <p:cxnSp>
          <p:nvCxnSpPr>
            <p:cNvPr id="112" name="Google Shape;112;p9"/>
            <p:cNvCxnSpPr/>
            <p:nvPr/>
          </p:nvCxnSpPr>
          <p:spPr>
            <a:xfrm>
              <a:off x="9317718" y="2801693"/>
              <a:ext cx="0" cy="313826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miter lim="800000"/>
              <a:headEnd type="oval" w="med" len="med"/>
              <a:tailEnd type="none" w="sm" len="sm"/>
            </a:ln>
          </p:spPr>
        </p:cxnSp>
        <p:cxnSp>
          <p:nvCxnSpPr>
            <p:cNvPr id="113" name="Google Shape;113;p9"/>
            <p:cNvCxnSpPr/>
            <p:nvPr/>
          </p:nvCxnSpPr>
          <p:spPr>
            <a:xfrm>
              <a:off x="11033216" y="2801693"/>
              <a:ext cx="0" cy="313826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oval" w="med" len="med"/>
              <a:tailEnd type="none" w="sm" len="sm"/>
            </a:ln>
          </p:spPr>
        </p:cxnSp>
        <p:cxnSp>
          <p:nvCxnSpPr>
            <p:cNvPr id="114" name="Google Shape;114;p9"/>
            <p:cNvCxnSpPr/>
            <p:nvPr/>
          </p:nvCxnSpPr>
          <p:spPr>
            <a:xfrm>
              <a:off x="1062108" y="4211002"/>
              <a:ext cx="10643956" cy="0"/>
            </a:xfrm>
            <a:prstGeom prst="straightConnector1">
              <a:avLst/>
            </a:prstGeom>
            <a:noFill/>
            <a:ln w="19050" cap="flat" cmpd="sng">
              <a:solidFill>
                <a:srgbClr val="D8D8D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5" name="Google Shape;115;p9"/>
            <p:cNvCxnSpPr>
              <a:stCxn id="102" idx="2"/>
            </p:cNvCxnSpPr>
            <p:nvPr/>
          </p:nvCxnSpPr>
          <p:spPr>
            <a:xfrm>
              <a:off x="3065327" y="3849913"/>
              <a:ext cx="0" cy="369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  <p:cxnSp>
          <p:nvCxnSpPr>
            <p:cNvPr id="116" name="Google Shape;116;p9"/>
            <p:cNvCxnSpPr>
              <a:stCxn id="103" idx="2"/>
            </p:cNvCxnSpPr>
            <p:nvPr/>
          </p:nvCxnSpPr>
          <p:spPr>
            <a:xfrm>
              <a:off x="4359911" y="3849913"/>
              <a:ext cx="0" cy="369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  <p:cxnSp>
          <p:nvCxnSpPr>
            <p:cNvPr id="117" name="Google Shape;117;p9"/>
            <p:cNvCxnSpPr>
              <a:stCxn id="104" idx="2"/>
            </p:cNvCxnSpPr>
            <p:nvPr/>
          </p:nvCxnSpPr>
          <p:spPr>
            <a:xfrm>
              <a:off x="5654495" y="3849913"/>
              <a:ext cx="0" cy="3696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oval" w="med" len="med"/>
            </a:ln>
          </p:spPr>
        </p:cxnSp>
        <p:cxnSp>
          <p:nvCxnSpPr>
            <p:cNvPr id="118" name="Google Shape;118;p9"/>
            <p:cNvCxnSpPr/>
            <p:nvPr/>
          </p:nvCxnSpPr>
          <p:spPr>
            <a:xfrm>
              <a:off x="11033216" y="3838245"/>
              <a:ext cx="0" cy="1565977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19" name="Google Shape;119;p9"/>
            <p:cNvCxnSpPr/>
            <p:nvPr/>
          </p:nvCxnSpPr>
          <p:spPr>
            <a:xfrm>
              <a:off x="5654495" y="4251119"/>
              <a:ext cx="0" cy="1183697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0" name="Google Shape;120;p9"/>
            <p:cNvCxnSpPr/>
            <p:nvPr/>
          </p:nvCxnSpPr>
          <p:spPr>
            <a:xfrm>
              <a:off x="4361092" y="4235822"/>
              <a:ext cx="0" cy="1183697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21" name="Google Shape;121;p9"/>
            <p:cNvCxnSpPr/>
            <p:nvPr/>
          </p:nvCxnSpPr>
          <p:spPr>
            <a:xfrm>
              <a:off x="3067689" y="4220525"/>
              <a:ext cx="0" cy="1183697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2" name="Google Shape;122;p9"/>
            <p:cNvSpPr txBox="1"/>
            <p:nvPr/>
          </p:nvSpPr>
          <p:spPr>
            <a:xfrm>
              <a:off x="1502332" y="4424749"/>
              <a:ext cx="122850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Opportunity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Timeline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Finances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Marketing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Leads</a:t>
              </a:r>
              <a:endParaRPr/>
            </a:p>
          </p:txBody>
        </p:sp>
        <p:sp>
          <p:nvSpPr>
            <p:cNvPr id="123" name="Google Shape;123;p9"/>
            <p:cNvSpPr txBox="1"/>
            <p:nvPr/>
          </p:nvSpPr>
          <p:spPr>
            <a:xfrm>
              <a:off x="3135042" y="4424749"/>
              <a:ext cx="122851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Possibility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Result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Substitutes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Assessment Decision</a:t>
              </a:r>
              <a:endParaRPr/>
            </a:p>
          </p:txBody>
        </p:sp>
        <p:sp>
          <p:nvSpPr>
            <p:cNvPr id="124" name="Google Shape;124;p9"/>
            <p:cNvSpPr txBox="1"/>
            <p:nvPr/>
          </p:nvSpPr>
          <p:spPr>
            <a:xfrm>
              <a:off x="4446376" y="4424749"/>
              <a:ext cx="1284318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Methodical Design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 Idea and Cases</a:t>
              </a:r>
              <a:endParaRPr/>
            </a:p>
          </p:txBody>
        </p:sp>
        <p:sp>
          <p:nvSpPr>
            <p:cNvPr id="125" name="Google Shape;125;p9"/>
            <p:cNvSpPr txBox="1"/>
            <p:nvPr/>
          </p:nvSpPr>
          <p:spPr>
            <a:xfrm>
              <a:off x="5728376" y="4424749"/>
              <a:ext cx="394015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Comprehension of the Solution incl. Testing and Training 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 – Live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Burn in Phase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Take user reviews</a:t>
              </a:r>
              <a:endParaRPr/>
            </a:p>
            <a:p>
              <a:pPr marL="236538" marR="0" lvl="0" indent="-236538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Implement changes</a:t>
              </a:r>
              <a:endParaRPr/>
            </a:p>
          </p:txBody>
        </p:sp>
        <p:sp>
          <p:nvSpPr>
            <p:cNvPr id="126" name="Google Shape;126;p9"/>
            <p:cNvSpPr txBox="1"/>
            <p:nvPr/>
          </p:nvSpPr>
          <p:spPr>
            <a:xfrm>
              <a:off x="5743124" y="5478372"/>
              <a:ext cx="5708646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Code Halt – 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expansion to code such as developing/code change ends</a:t>
              </a:r>
              <a:endParaRPr/>
            </a:p>
            <a:p>
              <a:pPr marL="285750" marR="0" lvl="0" indent="-28575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urier New"/>
                <a:buChar char="o"/>
              </a:pPr>
              <a:r>
                <a:rPr lang="en-US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CAB Endorsement – </a:t>
              </a: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Any project alteration request needing IT management consent</a:t>
              </a:r>
              <a:endParaRPr/>
            </a:p>
          </p:txBody>
        </p:sp>
        <p:sp>
          <p:nvSpPr>
            <p:cNvPr id="127" name="Google Shape;127;p9"/>
            <p:cNvSpPr/>
            <p:nvPr/>
          </p:nvSpPr>
          <p:spPr>
            <a:xfrm>
              <a:off x="8054071" y="2122354"/>
              <a:ext cx="980388" cy="475702"/>
            </a:xfrm>
            <a:prstGeom prst="chevron">
              <a:avLst>
                <a:gd name="adj" fmla="val 50000"/>
              </a:avLst>
            </a:prstGeom>
            <a:solidFill>
              <a:srgbClr val="DBE0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Build</a:t>
              </a:r>
              <a:endParaRPr/>
            </a:p>
          </p:txBody>
        </p:sp>
        <p:sp>
          <p:nvSpPr>
            <p:cNvPr id="128" name="Google Shape;128;p9"/>
            <p:cNvSpPr/>
            <p:nvPr/>
          </p:nvSpPr>
          <p:spPr>
            <a:xfrm>
              <a:off x="8856552" y="2115553"/>
              <a:ext cx="980388" cy="475702"/>
            </a:xfrm>
            <a:prstGeom prst="chevron">
              <a:avLst>
                <a:gd name="adj" fmla="val 50000"/>
              </a:avLst>
            </a:prstGeom>
            <a:solidFill>
              <a:srgbClr val="DBE0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Test</a:t>
              </a:r>
              <a:endParaRPr/>
            </a:p>
          </p:txBody>
        </p:sp>
        <p:sp>
          <p:nvSpPr>
            <p:cNvPr id="129" name="Google Shape;129;p9"/>
            <p:cNvSpPr/>
            <p:nvPr/>
          </p:nvSpPr>
          <p:spPr>
            <a:xfrm>
              <a:off x="9688061" y="2123266"/>
              <a:ext cx="1763710" cy="475702"/>
            </a:xfrm>
            <a:prstGeom prst="chevron">
              <a:avLst>
                <a:gd name="adj" fmla="val 50000"/>
              </a:avLst>
            </a:prstGeom>
            <a:solidFill>
              <a:srgbClr val="DBE0F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Roll Out &amp; Consolidation</a:t>
              </a:r>
              <a:endParaRPr/>
            </a:p>
          </p:txBody>
        </p:sp>
        <p:sp>
          <p:nvSpPr>
            <p:cNvPr id="130" name="Google Shape;130;p9"/>
            <p:cNvSpPr txBox="1"/>
            <p:nvPr/>
          </p:nvSpPr>
          <p:spPr>
            <a:xfrm>
              <a:off x="2670954" y="2172542"/>
              <a:ext cx="123969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Initialization</a:t>
              </a:r>
              <a:endParaRPr/>
            </a:p>
          </p:txBody>
        </p:sp>
        <p:sp>
          <p:nvSpPr>
            <p:cNvPr id="131" name="Google Shape;131;p9"/>
            <p:cNvSpPr txBox="1"/>
            <p:nvPr/>
          </p:nvSpPr>
          <p:spPr>
            <a:xfrm>
              <a:off x="4526674" y="2172542"/>
              <a:ext cx="880690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Analysis</a:t>
              </a:r>
              <a:endParaRPr/>
            </a:p>
          </p:txBody>
        </p:sp>
        <p:sp>
          <p:nvSpPr>
            <p:cNvPr id="132" name="Google Shape;132;p9"/>
            <p:cNvSpPr txBox="1"/>
            <p:nvPr/>
          </p:nvSpPr>
          <p:spPr>
            <a:xfrm>
              <a:off x="6395856" y="2172542"/>
              <a:ext cx="75693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Design</a:t>
              </a:r>
              <a:endParaRPr/>
            </a:p>
          </p:txBody>
        </p:sp>
        <p:sp>
          <p:nvSpPr>
            <p:cNvPr id="133" name="Google Shape;133;p9"/>
            <p:cNvSpPr txBox="1"/>
            <p:nvPr/>
          </p:nvSpPr>
          <p:spPr>
            <a:xfrm>
              <a:off x="8606607" y="1710100"/>
              <a:ext cx="1119665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Realization</a:t>
              </a:r>
              <a:endParaRPr/>
            </a:p>
          </p:txBody>
        </p:sp>
        <p:grpSp>
          <p:nvGrpSpPr>
            <p:cNvPr id="134" name="Google Shape;134;p9"/>
            <p:cNvGrpSpPr/>
            <p:nvPr/>
          </p:nvGrpSpPr>
          <p:grpSpPr>
            <a:xfrm>
              <a:off x="3055953" y="1757633"/>
              <a:ext cx="364978" cy="364721"/>
              <a:chOff x="6653823" y="3735955"/>
              <a:chExt cx="358706" cy="358454"/>
            </a:xfrm>
          </p:grpSpPr>
          <p:sp>
            <p:nvSpPr>
              <p:cNvPr id="135" name="Google Shape;135;p9"/>
              <p:cNvSpPr/>
              <p:nvPr/>
            </p:nvSpPr>
            <p:spPr>
              <a:xfrm>
                <a:off x="6733970" y="3815814"/>
                <a:ext cx="198414" cy="198431"/>
              </a:xfrm>
              <a:custGeom>
                <a:avLst/>
                <a:gdLst/>
                <a:ahLst/>
                <a:cxnLst/>
                <a:rect l="l" t="t" r="r" b="b"/>
                <a:pathLst>
                  <a:path w="198414" h="198431" extrusionOk="0">
                    <a:moveTo>
                      <a:pt x="26056" y="32307"/>
                    </a:moveTo>
                    <a:cubicBezTo>
                      <a:pt x="25758" y="32570"/>
                      <a:pt x="25478" y="32885"/>
                      <a:pt x="25233" y="33218"/>
                    </a:cubicBezTo>
                    <a:cubicBezTo>
                      <a:pt x="9543" y="50764"/>
                      <a:pt x="0" y="73913"/>
                      <a:pt x="0" y="99233"/>
                    </a:cubicBezTo>
                    <a:cubicBezTo>
                      <a:pt x="0" y="124572"/>
                      <a:pt x="9561" y="147703"/>
                      <a:pt x="25233" y="165249"/>
                    </a:cubicBezTo>
                    <a:cubicBezTo>
                      <a:pt x="25478" y="165582"/>
                      <a:pt x="25741" y="165897"/>
                      <a:pt x="26038" y="166160"/>
                    </a:cubicBezTo>
                    <a:cubicBezTo>
                      <a:pt x="44197" y="185982"/>
                      <a:pt x="70270" y="198432"/>
                      <a:pt x="99198" y="198432"/>
                    </a:cubicBezTo>
                    <a:cubicBezTo>
                      <a:pt x="128161" y="198432"/>
                      <a:pt x="154252" y="185947"/>
                      <a:pt x="172411" y="166089"/>
                    </a:cubicBezTo>
                    <a:cubicBezTo>
                      <a:pt x="172621" y="165897"/>
                      <a:pt x="172796" y="165687"/>
                      <a:pt x="172971" y="165459"/>
                    </a:cubicBezTo>
                    <a:cubicBezTo>
                      <a:pt x="188766" y="147878"/>
                      <a:pt x="198414" y="124659"/>
                      <a:pt x="198414" y="99216"/>
                    </a:cubicBezTo>
                    <a:cubicBezTo>
                      <a:pt x="198414" y="73878"/>
                      <a:pt x="188853" y="50746"/>
                      <a:pt x="173181" y="33200"/>
                    </a:cubicBezTo>
                    <a:cubicBezTo>
                      <a:pt x="172936" y="32850"/>
                      <a:pt x="172673" y="32552"/>
                      <a:pt x="172358" y="32272"/>
                    </a:cubicBezTo>
                    <a:cubicBezTo>
                      <a:pt x="154199" y="12450"/>
                      <a:pt x="128144" y="0"/>
                      <a:pt x="99198" y="0"/>
                    </a:cubicBezTo>
                    <a:cubicBezTo>
                      <a:pt x="70253" y="0"/>
                      <a:pt x="44197" y="12485"/>
                      <a:pt x="26056" y="32307"/>
                    </a:cubicBezTo>
                    <a:close/>
                    <a:moveTo>
                      <a:pt x="187522" y="93893"/>
                    </a:moveTo>
                    <a:lnTo>
                      <a:pt x="151818" y="93893"/>
                    </a:lnTo>
                    <a:cubicBezTo>
                      <a:pt x="151398" y="78396"/>
                      <a:pt x="149174" y="63949"/>
                      <a:pt x="145532" y="51272"/>
                    </a:cubicBezTo>
                    <a:cubicBezTo>
                      <a:pt x="153517" y="49083"/>
                      <a:pt x="160941" y="46333"/>
                      <a:pt x="167525" y="43059"/>
                    </a:cubicBezTo>
                    <a:cubicBezTo>
                      <a:pt x="179065" y="57050"/>
                      <a:pt x="186367" y="74648"/>
                      <a:pt x="187522" y="93893"/>
                    </a:cubicBezTo>
                    <a:close/>
                    <a:moveTo>
                      <a:pt x="167525" y="155443"/>
                    </a:moveTo>
                    <a:cubicBezTo>
                      <a:pt x="160941" y="152169"/>
                      <a:pt x="153517" y="149419"/>
                      <a:pt x="145532" y="147230"/>
                    </a:cubicBezTo>
                    <a:cubicBezTo>
                      <a:pt x="149174" y="134535"/>
                      <a:pt x="151398" y="120089"/>
                      <a:pt x="151818" y="104609"/>
                    </a:cubicBezTo>
                    <a:lnTo>
                      <a:pt x="187522" y="104609"/>
                    </a:lnTo>
                    <a:cubicBezTo>
                      <a:pt x="186367" y="123836"/>
                      <a:pt x="179065" y="141434"/>
                      <a:pt x="167525" y="155443"/>
                    </a:cubicBezTo>
                    <a:close/>
                    <a:moveTo>
                      <a:pt x="10874" y="104592"/>
                    </a:moveTo>
                    <a:lnTo>
                      <a:pt x="46578" y="104592"/>
                    </a:lnTo>
                    <a:cubicBezTo>
                      <a:pt x="46999" y="120089"/>
                      <a:pt x="49223" y="134535"/>
                      <a:pt x="52865" y="147213"/>
                    </a:cubicBezTo>
                    <a:cubicBezTo>
                      <a:pt x="44880" y="149402"/>
                      <a:pt x="37455" y="152151"/>
                      <a:pt x="30871" y="155426"/>
                    </a:cubicBezTo>
                    <a:cubicBezTo>
                      <a:pt x="19349" y="141434"/>
                      <a:pt x="12030" y="123836"/>
                      <a:pt x="10874" y="104592"/>
                    </a:cubicBezTo>
                    <a:close/>
                    <a:moveTo>
                      <a:pt x="104557" y="152011"/>
                    </a:moveTo>
                    <a:cubicBezTo>
                      <a:pt x="113873" y="152291"/>
                      <a:pt x="122978" y="153272"/>
                      <a:pt x="131541" y="154918"/>
                    </a:cubicBezTo>
                    <a:cubicBezTo>
                      <a:pt x="124869" y="172008"/>
                      <a:pt x="115273" y="183916"/>
                      <a:pt x="104557" y="186945"/>
                    </a:cubicBezTo>
                    <a:lnTo>
                      <a:pt x="104557" y="152011"/>
                    </a:lnTo>
                    <a:close/>
                    <a:moveTo>
                      <a:pt x="104557" y="141294"/>
                    </a:moveTo>
                    <a:lnTo>
                      <a:pt x="104557" y="104592"/>
                    </a:lnTo>
                    <a:lnTo>
                      <a:pt x="141101" y="104592"/>
                    </a:lnTo>
                    <a:cubicBezTo>
                      <a:pt x="140664" y="119091"/>
                      <a:pt x="138492" y="132784"/>
                      <a:pt x="135008" y="144726"/>
                    </a:cubicBezTo>
                    <a:cubicBezTo>
                      <a:pt x="125342" y="142765"/>
                      <a:pt x="115063" y="141592"/>
                      <a:pt x="104557" y="141294"/>
                    </a:cubicBezTo>
                    <a:close/>
                    <a:moveTo>
                      <a:pt x="104557" y="93893"/>
                    </a:moveTo>
                    <a:lnTo>
                      <a:pt x="104557" y="57190"/>
                    </a:lnTo>
                    <a:cubicBezTo>
                      <a:pt x="115063" y="56892"/>
                      <a:pt x="125342" y="55719"/>
                      <a:pt x="135008" y="53775"/>
                    </a:cubicBezTo>
                    <a:cubicBezTo>
                      <a:pt x="138492" y="65700"/>
                      <a:pt x="140664" y="79394"/>
                      <a:pt x="141101" y="93910"/>
                    </a:cubicBezTo>
                    <a:lnTo>
                      <a:pt x="104557" y="93910"/>
                    </a:lnTo>
                    <a:close/>
                    <a:moveTo>
                      <a:pt x="104557" y="46456"/>
                    </a:moveTo>
                    <a:lnTo>
                      <a:pt x="104557" y="11522"/>
                    </a:lnTo>
                    <a:cubicBezTo>
                      <a:pt x="115273" y="14551"/>
                      <a:pt x="124869" y="26476"/>
                      <a:pt x="131541" y="43549"/>
                    </a:cubicBezTo>
                    <a:cubicBezTo>
                      <a:pt x="122978" y="45195"/>
                      <a:pt x="113873" y="46193"/>
                      <a:pt x="104557" y="46456"/>
                    </a:cubicBezTo>
                    <a:close/>
                    <a:moveTo>
                      <a:pt x="93840" y="46456"/>
                    </a:moveTo>
                    <a:cubicBezTo>
                      <a:pt x="84524" y="46176"/>
                      <a:pt x="75419" y="45195"/>
                      <a:pt x="66856" y="43549"/>
                    </a:cubicBezTo>
                    <a:cubicBezTo>
                      <a:pt x="73528" y="26459"/>
                      <a:pt x="83124" y="14551"/>
                      <a:pt x="93840" y="11522"/>
                    </a:cubicBezTo>
                    <a:lnTo>
                      <a:pt x="93840" y="46456"/>
                    </a:lnTo>
                    <a:close/>
                    <a:moveTo>
                      <a:pt x="93840" y="57173"/>
                    </a:moveTo>
                    <a:lnTo>
                      <a:pt x="93840" y="93875"/>
                    </a:lnTo>
                    <a:lnTo>
                      <a:pt x="57295" y="93875"/>
                    </a:lnTo>
                    <a:cubicBezTo>
                      <a:pt x="57733" y="79376"/>
                      <a:pt x="59904" y="65665"/>
                      <a:pt x="63389" y="53740"/>
                    </a:cubicBezTo>
                    <a:cubicBezTo>
                      <a:pt x="73072" y="55702"/>
                      <a:pt x="83351" y="56875"/>
                      <a:pt x="93840" y="57173"/>
                    </a:cubicBezTo>
                    <a:close/>
                    <a:moveTo>
                      <a:pt x="93840" y="104592"/>
                    </a:moveTo>
                    <a:lnTo>
                      <a:pt x="93840" y="141294"/>
                    </a:lnTo>
                    <a:cubicBezTo>
                      <a:pt x="83333" y="141592"/>
                      <a:pt x="73055" y="142765"/>
                      <a:pt x="63389" y="144709"/>
                    </a:cubicBezTo>
                    <a:cubicBezTo>
                      <a:pt x="59904" y="132784"/>
                      <a:pt x="57733" y="119091"/>
                      <a:pt x="57295" y="104574"/>
                    </a:cubicBezTo>
                    <a:lnTo>
                      <a:pt x="93840" y="104574"/>
                    </a:lnTo>
                    <a:close/>
                    <a:moveTo>
                      <a:pt x="93840" y="152011"/>
                    </a:moveTo>
                    <a:lnTo>
                      <a:pt x="93840" y="186945"/>
                    </a:lnTo>
                    <a:cubicBezTo>
                      <a:pt x="83124" y="183916"/>
                      <a:pt x="73528" y="171991"/>
                      <a:pt x="66856" y="154918"/>
                    </a:cubicBezTo>
                    <a:cubicBezTo>
                      <a:pt x="75436" y="153289"/>
                      <a:pt x="84542" y="152291"/>
                      <a:pt x="93840" y="152011"/>
                    </a:cubicBezTo>
                    <a:close/>
                    <a:moveTo>
                      <a:pt x="56262" y="157387"/>
                    </a:moveTo>
                    <a:cubicBezTo>
                      <a:pt x="60114" y="167560"/>
                      <a:pt x="64965" y="176246"/>
                      <a:pt x="70586" y="182970"/>
                    </a:cubicBezTo>
                    <a:cubicBezTo>
                      <a:pt x="58538" y="178837"/>
                      <a:pt x="47664" y="172183"/>
                      <a:pt x="38594" y="163638"/>
                    </a:cubicBezTo>
                    <a:cubicBezTo>
                      <a:pt x="43969" y="161186"/>
                      <a:pt x="49906" y="159103"/>
                      <a:pt x="56262" y="157387"/>
                    </a:cubicBezTo>
                    <a:close/>
                    <a:moveTo>
                      <a:pt x="142152" y="157387"/>
                    </a:moveTo>
                    <a:cubicBezTo>
                      <a:pt x="148491" y="159103"/>
                      <a:pt x="154445" y="161186"/>
                      <a:pt x="159821" y="163638"/>
                    </a:cubicBezTo>
                    <a:cubicBezTo>
                      <a:pt x="150750" y="172183"/>
                      <a:pt x="139876" y="178837"/>
                      <a:pt x="127829" y="182970"/>
                    </a:cubicBezTo>
                    <a:cubicBezTo>
                      <a:pt x="133449" y="176228"/>
                      <a:pt x="138300" y="167560"/>
                      <a:pt x="142152" y="157387"/>
                    </a:cubicBezTo>
                    <a:close/>
                    <a:moveTo>
                      <a:pt x="142152" y="41098"/>
                    </a:moveTo>
                    <a:cubicBezTo>
                      <a:pt x="138300" y="30924"/>
                      <a:pt x="133449" y="22239"/>
                      <a:pt x="127829" y="15515"/>
                    </a:cubicBezTo>
                    <a:cubicBezTo>
                      <a:pt x="139876" y="19647"/>
                      <a:pt x="150750" y="26301"/>
                      <a:pt x="159821" y="34846"/>
                    </a:cubicBezTo>
                    <a:cubicBezTo>
                      <a:pt x="154445" y="37298"/>
                      <a:pt x="148491" y="39382"/>
                      <a:pt x="142152" y="41098"/>
                    </a:cubicBezTo>
                    <a:close/>
                    <a:moveTo>
                      <a:pt x="56262" y="41098"/>
                    </a:moveTo>
                    <a:cubicBezTo>
                      <a:pt x="49923" y="39382"/>
                      <a:pt x="43969" y="37298"/>
                      <a:pt x="38594" y="34846"/>
                    </a:cubicBezTo>
                    <a:cubicBezTo>
                      <a:pt x="47664" y="26301"/>
                      <a:pt x="58538" y="19647"/>
                      <a:pt x="70586" y="15515"/>
                    </a:cubicBezTo>
                    <a:cubicBezTo>
                      <a:pt x="64965" y="22239"/>
                      <a:pt x="60114" y="30924"/>
                      <a:pt x="56262" y="41098"/>
                    </a:cubicBezTo>
                    <a:close/>
                    <a:moveTo>
                      <a:pt x="52882" y="51254"/>
                    </a:moveTo>
                    <a:cubicBezTo>
                      <a:pt x="49240" y="63949"/>
                      <a:pt x="47016" y="78396"/>
                      <a:pt x="46596" y="93875"/>
                    </a:cubicBezTo>
                    <a:lnTo>
                      <a:pt x="10892" y="93875"/>
                    </a:lnTo>
                    <a:cubicBezTo>
                      <a:pt x="12047" y="74631"/>
                      <a:pt x="19367" y="57032"/>
                      <a:pt x="30906" y="43024"/>
                    </a:cubicBezTo>
                    <a:cubicBezTo>
                      <a:pt x="37473" y="46316"/>
                      <a:pt x="44897" y="49065"/>
                      <a:pt x="52882" y="512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6653823" y="3735955"/>
                <a:ext cx="175335" cy="302840"/>
              </a:xfrm>
              <a:custGeom>
                <a:avLst/>
                <a:gdLst/>
                <a:ahLst/>
                <a:cxnLst/>
                <a:rect l="l" t="t" r="r" b="b"/>
                <a:pathLst>
                  <a:path w="175335" h="302840" extrusionOk="0">
                    <a:moveTo>
                      <a:pt x="85995" y="260587"/>
                    </a:moveTo>
                    <a:cubicBezTo>
                      <a:pt x="66295" y="238033"/>
                      <a:pt x="55439" y="209088"/>
                      <a:pt x="55439" y="179109"/>
                    </a:cubicBezTo>
                    <a:cubicBezTo>
                      <a:pt x="55439" y="147572"/>
                      <a:pt x="67294" y="117542"/>
                      <a:pt x="88815" y="94515"/>
                    </a:cubicBezTo>
                    <a:cubicBezTo>
                      <a:pt x="110230" y="71611"/>
                      <a:pt x="139193" y="57760"/>
                      <a:pt x="170362" y="55518"/>
                    </a:cubicBezTo>
                    <a:cubicBezTo>
                      <a:pt x="173164" y="55326"/>
                      <a:pt x="175335" y="52979"/>
                      <a:pt x="175335" y="50178"/>
                    </a:cubicBezTo>
                    <a:lnTo>
                      <a:pt x="175335" y="5350"/>
                    </a:lnTo>
                    <a:cubicBezTo>
                      <a:pt x="175335" y="3879"/>
                      <a:pt x="174740" y="2478"/>
                      <a:pt x="173672" y="1463"/>
                    </a:cubicBezTo>
                    <a:cubicBezTo>
                      <a:pt x="172603" y="447"/>
                      <a:pt x="171185" y="-78"/>
                      <a:pt x="169697" y="9"/>
                    </a:cubicBezTo>
                    <a:cubicBezTo>
                      <a:pt x="74543" y="5070"/>
                      <a:pt x="0" y="83728"/>
                      <a:pt x="0" y="179109"/>
                    </a:cubicBezTo>
                    <a:cubicBezTo>
                      <a:pt x="0" y="224532"/>
                      <a:pt x="17020" y="267854"/>
                      <a:pt x="47927" y="301124"/>
                    </a:cubicBezTo>
                    <a:cubicBezTo>
                      <a:pt x="48942" y="302210"/>
                      <a:pt x="50361" y="302840"/>
                      <a:pt x="51849" y="302840"/>
                    </a:cubicBezTo>
                    <a:cubicBezTo>
                      <a:pt x="51867" y="302840"/>
                      <a:pt x="51867" y="302840"/>
                      <a:pt x="51884" y="302840"/>
                    </a:cubicBezTo>
                    <a:cubicBezTo>
                      <a:pt x="53390" y="302823"/>
                      <a:pt x="54809" y="302192"/>
                      <a:pt x="55824" y="301072"/>
                    </a:cubicBezTo>
                    <a:lnTo>
                      <a:pt x="85960" y="267696"/>
                    </a:lnTo>
                    <a:cubicBezTo>
                      <a:pt x="87764" y="265683"/>
                      <a:pt x="87781" y="262618"/>
                      <a:pt x="85995" y="260587"/>
                    </a:cubicBezTo>
                    <a:close/>
                    <a:moveTo>
                      <a:pt x="51849" y="289480"/>
                    </a:moveTo>
                    <a:cubicBezTo>
                      <a:pt x="25268" y="258818"/>
                      <a:pt x="10699" y="219857"/>
                      <a:pt x="10699" y="179109"/>
                    </a:cubicBezTo>
                    <a:cubicBezTo>
                      <a:pt x="10699" y="91328"/>
                      <a:pt x="77853" y="18588"/>
                      <a:pt x="164619" y="11094"/>
                    </a:cubicBezTo>
                    <a:lnTo>
                      <a:pt x="164619" y="45292"/>
                    </a:lnTo>
                    <a:cubicBezTo>
                      <a:pt x="132644" y="48777"/>
                      <a:pt x="103103" y="63538"/>
                      <a:pt x="80987" y="87195"/>
                    </a:cubicBezTo>
                    <a:cubicBezTo>
                      <a:pt x="57610" y="112201"/>
                      <a:pt x="44723" y="144841"/>
                      <a:pt x="44723" y="179109"/>
                    </a:cubicBezTo>
                    <a:cubicBezTo>
                      <a:pt x="44723" y="210086"/>
                      <a:pt x="55386" y="240047"/>
                      <a:pt x="74858" y="263984"/>
                    </a:cubicBezTo>
                    <a:lnTo>
                      <a:pt x="51849" y="28948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6840557" y="3736179"/>
                <a:ext cx="134817" cy="101400"/>
              </a:xfrm>
              <a:custGeom>
                <a:avLst/>
                <a:gdLst/>
                <a:ahLst/>
                <a:cxnLst/>
                <a:rect l="l" t="t" r="r" b="b"/>
                <a:pathLst>
                  <a:path w="134817" h="101400" extrusionOk="0">
                    <a:moveTo>
                      <a:pt x="4816" y="55558"/>
                    </a:moveTo>
                    <a:cubicBezTo>
                      <a:pt x="37281" y="58727"/>
                      <a:pt x="66734" y="74329"/>
                      <a:pt x="87747" y="99475"/>
                    </a:cubicBezTo>
                    <a:cubicBezTo>
                      <a:pt x="88797" y="100735"/>
                      <a:pt x="90321" y="101401"/>
                      <a:pt x="91861" y="101401"/>
                    </a:cubicBezTo>
                    <a:cubicBezTo>
                      <a:pt x="92877" y="101401"/>
                      <a:pt x="93893" y="101121"/>
                      <a:pt x="94804" y="100525"/>
                    </a:cubicBezTo>
                    <a:lnTo>
                      <a:pt x="132399" y="75870"/>
                    </a:lnTo>
                    <a:cubicBezTo>
                      <a:pt x="133660" y="75047"/>
                      <a:pt x="134500" y="73734"/>
                      <a:pt x="134745" y="72263"/>
                    </a:cubicBezTo>
                    <a:cubicBezTo>
                      <a:pt x="134991" y="70774"/>
                      <a:pt x="134606" y="69269"/>
                      <a:pt x="133677" y="68095"/>
                    </a:cubicBezTo>
                    <a:cubicBezTo>
                      <a:pt x="102491" y="28451"/>
                      <a:pt x="55860" y="3638"/>
                      <a:pt x="5744" y="14"/>
                    </a:cubicBezTo>
                    <a:cubicBezTo>
                      <a:pt x="4273" y="-92"/>
                      <a:pt x="2802" y="416"/>
                      <a:pt x="1716" y="1432"/>
                    </a:cubicBezTo>
                    <a:cubicBezTo>
                      <a:pt x="631" y="2447"/>
                      <a:pt x="0" y="3866"/>
                      <a:pt x="0" y="5354"/>
                    </a:cubicBezTo>
                    <a:lnTo>
                      <a:pt x="0" y="50252"/>
                    </a:lnTo>
                    <a:cubicBezTo>
                      <a:pt x="-17" y="52984"/>
                      <a:pt x="2084" y="55295"/>
                      <a:pt x="4816" y="55558"/>
                    </a:cubicBezTo>
                    <a:close/>
                    <a:moveTo>
                      <a:pt x="10699" y="11185"/>
                    </a:moveTo>
                    <a:cubicBezTo>
                      <a:pt x="53706" y="15791"/>
                      <a:pt x="93560" y="36996"/>
                      <a:pt x="121560" y="70162"/>
                    </a:cubicBezTo>
                    <a:lnTo>
                      <a:pt x="92842" y="89003"/>
                    </a:lnTo>
                    <a:cubicBezTo>
                      <a:pt x="71356" y="65014"/>
                      <a:pt x="42499" y="49726"/>
                      <a:pt x="10699" y="45471"/>
                    </a:cubicBezTo>
                    <a:lnTo>
                      <a:pt x="10699" y="11185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6925322" y="3820422"/>
                <a:ext cx="87207" cy="218251"/>
              </a:xfrm>
              <a:custGeom>
                <a:avLst/>
                <a:gdLst/>
                <a:ahLst/>
                <a:cxnLst/>
                <a:rect l="l" t="t" r="r" b="b"/>
                <a:pathLst>
                  <a:path w="87207" h="218251" extrusionOk="0">
                    <a:moveTo>
                      <a:pt x="61817" y="2607"/>
                    </a:moveTo>
                    <a:cubicBezTo>
                      <a:pt x="61065" y="1363"/>
                      <a:pt x="59839" y="470"/>
                      <a:pt x="58420" y="138"/>
                    </a:cubicBezTo>
                    <a:cubicBezTo>
                      <a:pt x="57002" y="-195"/>
                      <a:pt x="55514" y="85"/>
                      <a:pt x="54288" y="873"/>
                    </a:cubicBezTo>
                    <a:lnTo>
                      <a:pt x="16832" y="25441"/>
                    </a:lnTo>
                    <a:cubicBezTo>
                      <a:pt x="14451" y="26999"/>
                      <a:pt x="13715" y="30151"/>
                      <a:pt x="15134" y="32603"/>
                    </a:cubicBezTo>
                    <a:cubicBezTo>
                      <a:pt x="26008" y="51374"/>
                      <a:pt x="31769" y="72825"/>
                      <a:pt x="31769" y="94643"/>
                    </a:cubicBezTo>
                    <a:cubicBezTo>
                      <a:pt x="31769" y="124569"/>
                      <a:pt x="20965" y="153462"/>
                      <a:pt x="1318" y="175998"/>
                    </a:cubicBezTo>
                    <a:cubicBezTo>
                      <a:pt x="-468" y="178047"/>
                      <a:pt x="-433" y="181094"/>
                      <a:pt x="1388" y="183107"/>
                    </a:cubicBezTo>
                    <a:lnTo>
                      <a:pt x="31524" y="216483"/>
                    </a:lnTo>
                    <a:cubicBezTo>
                      <a:pt x="32539" y="217604"/>
                      <a:pt x="33958" y="218234"/>
                      <a:pt x="35464" y="218252"/>
                    </a:cubicBezTo>
                    <a:cubicBezTo>
                      <a:pt x="35482" y="218252"/>
                      <a:pt x="35482" y="218252"/>
                      <a:pt x="35499" y="218252"/>
                    </a:cubicBezTo>
                    <a:cubicBezTo>
                      <a:pt x="36987" y="218252"/>
                      <a:pt x="38406" y="217639"/>
                      <a:pt x="39421" y="216535"/>
                    </a:cubicBezTo>
                    <a:cubicBezTo>
                      <a:pt x="70240" y="183283"/>
                      <a:pt x="87208" y="139996"/>
                      <a:pt x="87208" y="94643"/>
                    </a:cubicBezTo>
                    <a:cubicBezTo>
                      <a:pt x="87208" y="62161"/>
                      <a:pt x="78435" y="30326"/>
                      <a:pt x="61817" y="2607"/>
                    </a:cubicBezTo>
                    <a:close/>
                    <a:moveTo>
                      <a:pt x="35482" y="204873"/>
                    </a:moveTo>
                    <a:lnTo>
                      <a:pt x="12455" y="179378"/>
                    </a:lnTo>
                    <a:cubicBezTo>
                      <a:pt x="31839" y="155458"/>
                      <a:pt x="42468" y="125550"/>
                      <a:pt x="42468" y="94643"/>
                    </a:cubicBezTo>
                    <a:cubicBezTo>
                      <a:pt x="42468" y="72650"/>
                      <a:pt x="37092" y="50989"/>
                      <a:pt x="26848" y="31674"/>
                    </a:cubicBezTo>
                    <a:lnTo>
                      <a:pt x="55409" y="12956"/>
                    </a:lnTo>
                    <a:cubicBezTo>
                      <a:pt x="69224" y="37856"/>
                      <a:pt x="76492" y="65978"/>
                      <a:pt x="76492" y="94643"/>
                    </a:cubicBezTo>
                    <a:cubicBezTo>
                      <a:pt x="76509" y="135303"/>
                      <a:pt x="61975" y="174230"/>
                      <a:pt x="35482" y="20487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6716340" y="4009940"/>
                <a:ext cx="233814" cy="84469"/>
              </a:xfrm>
              <a:custGeom>
                <a:avLst/>
                <a:gdLst/>
                <a:ahLst/>
                <a:cxnLst/>
                <a:rect l="l" t="t" r="r" b="b"/>
                <a:pathLst>
                  <a:path w="233814" h="84469" extrusionOk="0">
                    <a:moveTo>
                      <a:pt x="202421" y="1767"/>
                    </a:moveTo>
                    <a:cubicBezTo>
                      <a:pt x="200512" y="-352"/>
                      <a:pt x="197273" y="-597"/>
                      <a:pt x="195066" y="1206"/>
                    </a:cubicBezTo>
                    <a:cubicBezTo>
                      <a:pt x="173055" y="19137"/>
                      <a:pt x="145266" y="29031"/>
                      <a:pt x="116846" y="29031"/>
                    </a:cubicBezTo>
                    <a:cubicBezTo>
                      <a:pt x="88478" y="29031"/>
                      <a:pt x="60741" y="19190"/>
                      <a:pt x="38748" y="1329"/>
                    </a:cubicBezTo>
                    <a:cubicBezTo>
                      <a:pt x="36541" y="-475"/>
                      <a:pt x="33302" y="-212"/>
                      <a:pt x="31393" y="1889"/>
                    </a:cubicBezTo>
                    <a:lnTo>
                      <a:pt x="1380" y="35124"/>
                    </a:lnTo>
                    <a:cubicBezTo>
                      <a:pt x="399" y="36210"/>
                      <a:pt x="-91" y="37629"/>
                      <a:pt x="14" y="39082"/>
                    </a:cubicBezTo>
                    <a:cubicBezTo>
                      <a:pt x="119" y="40535"/>
                      <a:pt x="802" y="41884"/>
                      <a:pt x="1923" y="42812"/>
                    </a:cubicBezTo>
                    <a:cubicBezTo>
                      <a:pt x="34072" y="69673"/>
                      <a:pt x="74890" y="84470"/>
                      <a:pt x="116828" y="84470"/>
                    </a:cubicBezTo>
                    <a:cubicBezTo>
                      <a:pt x="158836" y="84470"/>
                      <a:pt x="199707" y="69638"/>
                      <a:pt x="231891" y="42689"/>
                    </a:cubicBezTo>
                    <a:cubicBezTo>
                      <a:pt x="233012" y="41761"/>
                      <a:pt x="233695" y="40413"/>
                      <a:pt x="233800" y="38959"/>
                    </a:cubicBezTo>
                    <a:cubicBezTo>
                      <a:pt x="233905" y="37506"/>
                      <a:pt x="233415" y="36070"/>
                      <a:pt x="232434" y="35002"/>
                    </a:cubicBezTo>
                    <a:lnTo>
                      <a:pt x="202421" y="1767"/>
                    </a:lnTo>
                    <a:close/>
                    <a:moveTo>
                      <a:pt x="116828" y="73771"/>
                    </a:moveTo>
                    <a:cubicBezTo>
                      <a:pt x="79250" y="73771"/>
                      <a:pt x="42635" y="61146"/>
                      <a:pt x="13112" y="38101"/>
                    </a:cubicBezTo>
                    <a:lnTo>
                      <a:pt x="35981" y="12763"/>
                    </a:lnTo>
                    <a:cubicBezTo>
                      <a:pt x="59183" y="30186"/>
                      <a:pt x="87690" y="39730"/>
                      <a:pt x="116811" y="39730"/>
                    </a:cubicBezTo>
                    <a:cubicBezTo>
                      <a:pt x="146001" y="39730"/>
                      <a:pt x="174561" y="30151"/>
                      <a:pt x="197798" y="12641"/>
                    </a:cubicBezTo>
                    <a:lnTo>
                      <a:pt x="220667" y="37979"/>
                    </a:lnTo>
                    <a:cubicBezTo>
                      <a:pt x="191144" y="61093"/>
                      <a:pt x="154476" y="73771"/>
                      <a:pt x="116828" y="7377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" name="Google Shape;140;p9"/>
            <p:cNvSpPr/>
            <p:nvPr/>
          </p:nvSpPr>
          <p:spPr>
            <a:xfrm>
              <a:off x="4672751" y="1772860"/>
              <a:ext cx="488262" cy="378802"/>
            </a:xfrm>
            <a:custGeom>
              <a:avLst/>
              <a:gdLst/>
              <a:ahLst/>
              <a:cxnLst/>
              <a:rect l="l" t="t" r="r" b="b"/>
              <a:pathLst>
                <a:path w="261212" h="202652" extrusionOk="0">
                  <a:moveTo>
                    <a:pt x="259562" y="193021"/>
                  </a:moveTo>
                  <a:lnTo>
                    <a:pt x="200446" y="133905"/>
                  </a:lnTo>
                  <a:cubicBezTo>
                    <a:pt x="212826" y="119686"/>
                    <a:pt x="220356" y="101142"/>
                    <a:pt x="220356" y="80847"/>
                  </a:cubicBezTo>
                  <a:cubicBezTo>
                    <a:pt x="220356" y="73703"/>
                    <a:pt x="219427" y="66611"/>
                    <a:pt x="217589" y="59764"/>
                  </a:cubicBezTo>
                  <a:cubicBezTo>
                    <a:pt x="216783" y="56770"/>
                    <a:pt x="213701" y="55001"/>
                    <a:pt x="210707" y="55807"/>
                  </a:cubicBezTo>
                  <a:cubicBezTo>
                    <a:pt x="207713" y="56612"/>
                    <a:pt x="205944" y="59694"/>
                    <a:pt x="206750" y="62688"/>
                  </a:cubicBezTo>
                  <a:cubicBezTo>
                    <a:pt x="208343" y="68572"/>
                    <a:pt x="209131" y="74683"/>
                    <a:pt x="209131" y="80847"/>
                  </a:cubicBezTo>
                  <a:cubicBezTo>
                    <a:pt x="209131" y="119266"/>
                    <a:pt x="177874" y="150523"/>
                    <a:pt x="139456" y="150523"/>
                  </a:cubicBezTo>
                  <a:cubicBezTo>
                    <a:pt x="101037" y="150523"/>
                    <a:pt x="69781" y="119266"/>
                    <a:pt x="69781" y="80847"/>
                  </a:cubicBezTo>
                  <a:cubicBezTo>
                    <a:pt x="69781" y="42429"/>
                    <a:pt x="101037" y="11172"/>
                    <a:pt x="139456" y="11172"/>
                  </a:cubicBezTo>
                  <a:cubicBezTo>
                    <a:pt x="161589" y="11172"/>
                    <a:pt x="182164" y="21573"/>
                    <a:pt x="195315" y="39207"/>
                  </a:cubicBezTo>
                  <a:lnTo>
                    <a:pt x="183233" y="46876"/>
                  </a:lnTo>
                  <a:cubicBezTo>
                    <a:pt x="181377" y="45773"/>
                    <a:pt x="179240" y="45143"/>
                    <a:pt x="176929" y="45143"/>
                  </a:cubicBezTo>
                  <a:cubicBezTo>
                    <a:pt x="170100" y="45143"/>
                    <a:pt x="164549" y="50694"/>
                    <a:pt x="164549" y="57540"/>
                  </a:cubicBezTo>
                  <a:cubicBezTo>
                    <a:pt x="164549" y="58521"/>
                    <a:pt x="164671" y="59484"/>
                    <a:pt x="164899" y="60395"/>
                  </a:cubicBezTo>
                  <a:lnTo>
                    <a:pt x="128284" y="91441"/>
                  </a:lnTo>
                  <a:cubicBezTo>
                    <a:pt x="126725" y="90723"/>
                    <a:pt x="124974" y="90321"/>
                    <a:pt x="123153" y="90321"/>
                  </a:cubicBezTo>
                  <a:cubicBezTo>
                    <a:pt x="120194" y="90321"/>
                    <a:pt x="117480" y="91371"/>
                    <a:pt x="115343" y="93105"/>
                  </a:cubicBezTo>
                  <a:lnTo>
                    <a:pt x="88850" y="81950"/>
                  </a:lnTo>
                  <a:cubicBezTo>
                    <a:pt x="85995" y="80742"/>
                    <a:pt x="82703" y="82090"/>
                    <a:pt x="81495" y="84945"/>
                  </a:cubicBezTo>
                  <a:cubicBezTo>
                    <a:pt x="80287" y="87799"/>
                    <a:pt x="81635" y="91091"/>
                    <a:pt x="84489" y="92299"/>
                  </a:cubicBezTo>
                  <a:lnTo>
                    <a:pt x="110808" y="103384"/>
                  </a:lnTo>
                  <a:cubicBezTo>
                    <a:pt x="111158" y="109915"/>
                    <a:pt x="116552" y="115116"/>
                    <a:pt x="123171" y="115116"/>
                  </a:cubicBezTo>
                  <a:cubicBezTo>
                    <a:pt x="130000" y="115116"/>
                    <a:pt x="135551" y="109565"/>
                    <a:pt x="135551" y="102718"/>
                  </a:cubicBezTo>
                  <a:cubicBezTo>
                    <a:pt x="135551" y="101860"/>
                    <a:pt x="135463" y="101037"/>
                    <a:pt x="135306" y="100232"/>
                  </a:cubicBezTo>
                  <a:lnTo>
                    <a:pt x="172166" y="68975"/>
                  </a:lnTo>
                  <a:cubicBezTo>
                    <a:pt x="173637" y="69588"/>
                    <a:pt x="175265" y="69938"/>
                    <a:pt x="176964" y="69938"/>
                  </a:cubicBezTo>
                  <a:cubicBezTo>
                    <a:pt x="183793" y="69938"/>
                    <a:pt x="189361" y="64387"/>
                    <a:pt x="189361" y="57558"/>
                  </a:cubicBezTo>
                  <a:cubicBezTo>
                    <a:pt x="189361" y="57155"/>
                    <a:pt x="189344" y="56770"/>
                    <a:pt x="189309" y="56385"/>
                  </a:cubicBezTo>
                  <a:lnTo>
                    <a:pt x="237411" y="25863"/>
                  </a:lnTo>
                  <a:cubicBezTo>
                    <a:pt x="239267" y="26967"/>
                    <a:pt x="241403" y="27614"/>
                    <a:pt x="243715" y="27614"/>
                  </a:cubicBezTo>
                  <a:cubicBezTo>
                    <a:pt x="250544" y="27614"/>
                    <a:pt x="256112" y="22064"/>
                    <a:pt x="256112" y="15217"/>
                  </a:cubicBezTo>
                  <a:cubicBezTo>
                    <a:pt x="256112" y="8388"/>
                    <a:pt x="250562" y="2819"/>
                    <a:pt x="243715" y="2819"/>
                  </a:cubicBezTo>
                  <a:cubicBezTo>
                    <a:pt x="236886" y="2819"/>
                    <a:pt x="231317" y="8370"/>
                    <a:pt x="231317" y="15217"/>
                  </a:cubicBezTo>
                  <a:cubicBezTo>
                    <a:pt x="231317" y="15620"/>
                    <a:pt x="231335" y="16005"/>
                    <a:pt x="231370" y="16390"/>
                  </a:cubicBezTo>
                  <a:lnTo>
                    <a:pt x="204841" y="33235"/>
                  </a:lnTo>
                  <a:cubicBezTo>
                    <a:pt x="189607" y="12363"/>
                    <a:pt x="165494" y="0"/>
                    <a:pt x="139508" y="0"/>
                  </a:cubicBezTo>
                  <a:cubicBezTo>
                    <a:pt x="96642" y="0"/>
                    <a:pt x="61463" y="33533"/>
                    <a:pt x="58801" y="75734"/>
                  </a:cubicBezTo>
                  <a:lnTo>
                    <a:pt x="19052" y="99076"/>
                  </a:lnTo>
                  <a:cubicBezTo>
                    <a:pt x="17126" y="97833"/>
                    <a:pt x="14832" y="97115"/>
                    <a:pt x="12380" y="97115"/>
                  </a:cubicBezTo>
                  <a:cubicBezTo>
                    <a:pt x="5551" y="97115"/>
                    <a:pt x="0" y="102666"/>
                    <a:pt x="0" y="109512"/>
                  </a:cubicBezTo>
                  <a:cubicBezTo>
                    <a:pt x="0" y="116359"/>
                    <a:pt x="5551" y="121910"/>
                    <a:pt x="12380" y="121910"/>
                  </a:cubicBezTo>
                  <a:cubicBezTo>
                    <a:pt x="19209" y="121910"/>
                    <a:pt x="24778" y="116359"/>
                    <a:pt x="24778" y="109512"/>
                  </a:cubicBezTo>
                  <a:cubicBezTo>
                    <a:pt x="24778" y="109267"/>
                    <a:pt x="24760" y="109022"/>
                    <a:pt x="24743" y="108759"/>
                  </a:cubicBezTo>
                  <a:lnTo>
                    <a:pt x="58994" y="88639"/>
                  </a:lnTo>
                  <a:cubicBezTo>
                    <a:pt x="62899" y="129632"/>
                    <a:pt x="97518" y="161799"/>
                    <a:pt x="139508" y="161799"/>
                  </a:cubicBezTo>
                  <a:cubicBezTo>
                    <a:pt x="159803" y="161799"/>
                    <a:pt x="178347" y="154270"/>
                    <a:pt x="192566" y="141890"/>
                  </a:cubicBezTo>
                  <a:lnTo>
                    <a:pt x="251682" y="201006"/>
                  </a:lnTo>
                  <a:cubicBezTo>
                    <a:pt x="252785" y="202109"/>
                    <a:pt x="254221" y="202652"/>
                    <a:pt x="255657" y="202652"/>
                  </a:cubicBezTo>
                  <a:cubicBezTo>
                    <a:pt x="257093" y="202652"/>
                    <a:pt x="258529" y="202109"/>
                    <a:pt x="259632" y="201006"/>
                  </a:cubicBezTo>
                  <a:cubicBezTo>
                    <a:pt x="261751" y="198765"/>
                    <a:pt x="261751" y="195210"/>
                    <a:pt x="259562" y="1930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1" name="Google Shape;141;p9"/>
            <p:cNvGrpSpPr/>
            <p:nvPr/>
          </p:nvGrpSpPr>
          <p:grpSpPr>
            <a:xfrm>
              <a:off x="6569147" y="1771502"/>
              <a:ext cx="376402" cy="376385"/>
              <a:chOff x="3683088" y="2830869"/>
              <a:chExt cx="353226" cy="353208"/>
            </a:xfrm>
          </p:grpSpPr>
          <p:sp>
            <p:nvSpPr>
              <p:cNvPr id="142" name="Google Shape;142;p9"/>
              <p:cNvSpPr/>
              <p:nvPr/>
            </p:nvSpPr>
            <p:spPr>
              <a:xfrm>
                <a:off x="3683088" y="2830869"/>
                <a:ext cx="47138" cy="11224"/>
              </a:xfrm>
              <a:custGeom>
                <a:avLst/>
                <a:gdLst/>
                <a:ahLst/>
                <a:cxnLst/>
                <a:rect l="l" t="t" r="r" b="b"/>
                <a:pathLst>
                  <a:path w="47138" h="11224" extrusionOk="0">
                    <a:moveTo>
                      <a:pt x="5603" y="11224"/>
                    </a:moveTo>
                    <a:lnTo>
                      <a:pt x="41518" y="11224"/>
                    </a:lnTo>
                    <a:cubicBezTo>
                      <a:pt x="44617" y="11224"/>
                      <a:pt x="47139" y="8720"/>
                      <a:pt x="47139" y="5603"/>
                    </a:cubicBezTo>
                    <a:cubicBezTo>
                      <a:pt x="47139" y="2504"/>
                      <a:pt x="44635" y="0"/>
                      <a:pt x="41518" y="0"/>
                    </a:cubicBezTo>
                    <a:lnTo>
                      <a:pt x="5603" y="0"/>
                    </a:lnTo>
                    <a:cubicBezTo>
                      <a:pt x="2504" y="0"/>
                      <a:pt x="0" y="2504"/>
                      <a:pt x="0" y="5603"/>
                    </a:cubicBezTo>
                    <a:cubicBezTo>
                      <a:pt x="0" y="8703"/>
                      <a:pt x="2504" y="11224"/>
                      <a:pt x="5603" y="112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3981681" y="2830869"/>
                <a:ext cx="47138" cy="11224"/>
              </a:xfrm>
              <a:custGeom>
                <a:avLst/>
                <a:gdLst/>
                <a:ahLst/>
                <a:cxnLst/>
                <a:rect l="l" t="t" r="r" b="b"/>
                <a:pathLst>
                  <a:path w="47138" h="11224" extrusionOk="0">
                    <a:moveTo>
                      <a:pt x="5603" y="11224"/>
                    </a:moveTo>
                    <a:lnTo>
                      <a:pt x="41518" y="11224"/>
                    </a:lnTo>
                    <a:cubicBezTo>
                      <a:pt x="44617" y="11224"/>
                      <a:pt x="47139" y="8720"/>
                      <a:pt x="47139" y="5603"/>
                    </a:cubicBezTo>
                    <a:cubicBezTo>
                      <a:pt x="47139" y="2504"/>
                      <a:pt x="44635" y="0"/>
                      <a:pt x="41518" y="0"/>
                    </a:cubicBezTo>
                    <a:lnTo>
                      <a:pt x="5603" y="0"/>
                    </a:lnTo>
                    <a:cubicBezTo>
                      <a:pt x="2504" y="0"/>
                      <a:pt x="0" y="2504"/>
                      <a:pt x="0" y="5603"/>
                    </a:cubicBezTo>
                    <a:cubicBezTo>
                      <a:pt x="-17" y="8703"/>
                      <a:pt x="2504" y="11224"/>
                      <a:pt x="5603" y="1122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3989141" y="3089783"/>
                <a:ext cx="47156" cy="11241"/>
              </a:xfrm>
              <a:custGeom>
                <a:avLst/>
                <a:gdLst/>
                <a:ahLst/>
                <a:cxnLst/>
                <a:rect l="l" t="t" r="r" b="b"/>
                <a:pathLst>
                  <a:path w="47156" h="11241" extrusionOk="0">
                    <a:moveTo>
                      <a:pt x="41536" y="0"/>
                    </a:moveTo>
                    <a:lnTo>
                      <a:pt x="5621" y="0"/>
                    </a:lnTo>
                    <a:cubicBezTo>
                      <a:pt x="2522" y="0"/>
                      <a:pt x="0" y="2504"/>
                      <a:pt x="0" y="5621"/>
                    </a:cubicBezTo>
                    <a:cubicBezTo>
                      <a:pt x="0" y="8720"/>
                      <a:pt x="2522" y="11242"/>
                      <a:pt x="5621" y="11242"/>
                    </a:cubicBezTo>
                    <a:lnTo>
                      <a:pt x="41536" y="11242"/>
                    </a:lnTo>
                    <a:cubicBezTo>
                      <a:pt x="44635" y="11242"/>
                      <a:pt x="47157" y="8720"/>
                      <a:pt x="47157" y="5621"/>
                    </a:cubicBezTo>
                    <a:cubicBezTo>
                      <a:pt x="47157" y="2504"/>
                      <a:pt x="44635" y="0"/>
                      <a:pt x="4153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9"/>
              <p:cNvSpPr/>
              <p:nvPr/>
            </p:nvSpPr>
            <p:spPr>
              <a:xfrm>
                <a:off x="3683105" y="2848012"/>
                <a:ext cx="353209" cy="318800"/>
              </a:xfrm>
              <a:custGeom>
                <a:avLst/>
                <a:gdLst/>
                <a:ahLst/>
                <a:cxnLst/>
                <a:rect l="l" t="t" r="r" b="b"/>
                <a:pathLst>
                  <a:path w="353209" h="318800" extrusionOk="0">
                    <a:moveTo>
                      <a:pt x="306421" y="307611"/>
                    </a:moveTo>
                    <a:lnTo>
                      <a:pt x="265761" y="307611"/>
                    </a:lnTo>
                    <a:lnTo>
                      <a:pt x="237813" y="271889"/>
                    </a:lnTo>
                    <a:cubicBezTo>
                      <a:pt x="255867" y="261558"/>
                      <a:pt x="271399" y="247164"/>
                      <a:pt x="283079" y="229934"/>
                    </a:cubicBezTo>
                    <a:cubicBezTo>
                      <a:pt x="283079" y="229916"/>
                      <a:pt x="283096" y="229916"/>
                      <a:pt x="283096" y="229899"/>
                    </a:cubicBezTo>
                    <a:cubicBezTo>
                      <a:pt x="283096" y="229881"/>
                      <a:pt x="283114" y="229881"/>
                      <a:pt x="283114" y="229864"/>
                    </a:cubicBezTo>
                    <a:cubicBezTo>
                      <a:pt x="283989" y="228568"/>
                      <a:pt x="284847" y="227255"/>
                      <a:pt x="285688" y="225924"/>
                    </a:cubicBezTo>
                    <a:cubicBezTo>
                      <a:pt x="287334" y="223297"/>
                      <a:pt x="286546" y="219830"/>
                      <a:pt x="283919" y="218184"/>
                    </a:cubicBezTo>
                    <a:cubicBezTo>
                      <a:pt x="281661" y="216766"/>
                      <a:pt x="278789" y="217168"/>
                      <a:pt x="276985" y="218972"/>
                    </a:cubicBezTo>
                    <a:lnTo>
                      <a:pt x="187348" y="158332"/>
                    </a:lnTo>
                    <a:lnTo>
                      <a:pt x="295266" y="153202"/>
                    </a:lnTo>
                    <a:cubicBezTo>
                      <a:pt x="295266" y="153307"/>
                      <a:pt x="295266" y="153429"/>
                      <a:pt x="295266" y="153534"/>
                    </a:cubicBezTo>
                    <a:cubicBezTo>
                      <a:pt x="295266" y="169714"/>
                      <a:pt x="292780" y="183810"/>
                      <a:pt x="287492" y="197434"/>
                    </a:cubicBezTo>
                    <a:lnTo>
                      <a:pt x="281240" y="191042"/>
                    </a:lnTo>
                    <a:cubicBezTo>
                      <a:pt x="279069" y="188818"/>
                      <a:pt x="275514" y="188783"/>
                      <a:pt x="273308" y="190955"/>
                    </a:cubicBezTo>
                    <a:cubicBezTo>
                      <a:pt x="271101" y="193126"/>
                      <a:pt x="271049" y="196681"/>
                      <a:pt x="273220" y="198887"/>
                    </a:cubicBezTo>
                    <a:lnTo>
                      <a:pt x="307646" y="234066"/>
                    </a:lnTo>
                    <a:cubicBezTo>
                      <a:pt x="307646" y="234066"/>
                      <a:pt x="307664" y="234084"/>
                      <a:pt x="307664" y="234084"/>
                    </a:cubicBezTo>
                    <a:cubicBezTo>
                      <a:pt x="307927" y="234346"/>
                      <a:pt x="308207" y="234592"/>
                      <a:pt x="308522" y="234802"/>
                    </a:cubicBezTo>
                    <a:cubicBezTo>
                      <a:pt x="308610" y="234872"/>
                      <a:pt x="308715" y="234907"/>
                      <a:pt x="308820" y="234959"/>
                    </a:cubicBezTo>
                    <a:cubicBezTo>
                      <a:pt x="309047" y="235082"/>
                      <a:pt x="309257" y="235222"/>
                      <a:pt x="309503" y="235327"/>
                    </a:cubicBezTo>
                    <a:cubicBezTo>
                      <a:pt x="309678" y="235397"/>
                      <a:pt x="309853" y="235432"/>
                      <a:pt x="310028" y="235485"/>
                    </a:cubicBezTo>
                    <a:cubicBezTo>
                      <a:pt x="310203" y="235537"/>
                      <a:pt x="310378" y="235607"/>
                      <a:pt x="310553" y="235642"/>
                    </a:cubicBezTo>
                    <a:cubicBezTo>
                      <a:pt x="310921" y="235712"/>
                      <a:pt x="311289" y="235747"/>
                      <a:pt x="311656" y="235747"/>
                    </a:cubicBezTo>
                    <a:cubicBezTo>
                      <a:pt x="311656" y="235747"/>
                      <a:pt x="311656" y="235747"/>
                      <a:pt x="311674" y="235747"/>
                    </a:cubicBezTo>
                    <a:lnTo>
                      <a:pt x="347589" y="235747"/>
                    </a:lnTo>
                    <a:cubicBezTo>
                      <a:pt x="350688" y="235747"/>
                      <a:pt x="353209" y="233226"/>
                      <a:pt x="353209" y="230126"/>
                    </a:cubicBezTo>
                    <a:cubicBezTo>
                      <a:pt x="353209" y="227027"/>
                      <a:pt x="350705" y="224505"/>
                      <a:pt x="347589" y="224505"/>
                    </a:cubicBezTo>
                    <a:lnTo>
                      <a:pt x="314038" y="224505"/>
                    </a:lnTo>
                    <a:lnTo>
                      <a:pt x="296054" y="206137"/>
                    </a:lnTo>
                    <a:cubicBezTo>
                      <a:pt x="303164" y="189711"/>
                      <a:pt x="306508" y="172971"/>
                      <a:pt x="306508" y="153499"/>
                    </a:cubicBezTo>
                    <a:cubicBezTo>
                      <a:pt x="306508" y="128354"/>
                      <a:pt x="299609" y="103804"/>
                      <a:pt x="286546" y="82458"/>
                    </a:cubicBezTo>
                    <a:cubicBezTo>
                      <a:pt x="284935" y="79814"/>
                      <a:pt x="281468" y="78991"/>
                      <a:pt x="278824" y="80602"/>
                    </a:cubicBezTo>
                    <a:cubicBezTo>
                      <a:pt x="276180" y="82213"/>
                      <a:pt x="275357" y="85680"/>
                      <a:pt x="276968" y="88324"/>
                    </a:cubicBezTo>
                    <a:cubicBezTo>
                      <a:pt x="286931" y="104609"/>
                      <a:pt x="292972" y="122960"/>
                      <a:pt x="294723" y="141960"/>
                    </a:cubicBezTo>
                    <a:lnTo>
                      <a:pt x="175458" y="147633"/>
                    </a:lnTo>
                    <a:lnTo>
                      <a:pt x="175458" y="28595"/>
                    </a:lnTo>
                    <a:cubicBezTo>
                      <a:pt x="208045" y="29908"/>
                      <a:pt x="239022" y="43444"/>
                      <a:pt x="261243" y="66243"/>
                    </a:cubicBezTo>
                    <a:lnTo>
                      <a:pt x="249055" y="86556"/>
                    </a:lnTo>
                    <a:cubicBezTo>
                      <a:pt x="247462" y="89217"/>
                      <a:pt x="248320" y="92667"/>
                      <a:pt x="250982" y="94260"/>
                    </a:cubicBezTo>
                    <a:cubicBezTo>
                      <a:pt x="251892" y="94803"/>
                      <a:pt x="252873" y="95066"/>
                      <a:pt x="253871" y="95066"/>
                    </a:cubicBezTo>
                    <a:cubicBezTo>
                      <a:pt x="255780" y="95066"/>
                      <a:pt x="257636" y="94103"/>
                      <a:pt x="258686" y="92334"/>
                    </a:cubicBezTo>
                    <a:lnTo>
                      <a:pt x="307349" y="11242"/>
                    </a:lnTo>
                    <a:lnTo>
                      <a:pt x="340094" y="11242"/>
                    </a:lnTo>
                    <a:cubicBezTo>
                      <a:pt x="343193" y="11242"/>
                      <a:pt x="345715" y="8720"/>
                      <a:pt x="345715" y="5621"/>
                    </a:cubicBezTo>
                    <a:cubicBezTo>
                      <a:pt x="345715" y="2522"/>
                      <a:pt x="343211" y="0"/>
                      <a:pt x="340094" y="0"/>
                    </a:cubicBezTo>
                    <a:lnTo>
                      <a:pt x="304179" y="0"/>
                    </a:lnTo>
                    <a:cubicBezTo>
                      <a:pt x="304127" y="0"/>
                      <a:pt x="304092" y="17"/>
                      <a:pt x="304039" y="17"/>
                    </a:cubicBezTo>
                    <a:cubicBezTo>
                      <a:pt x="303829" y="17"/>
                      <a:pt x="303636" y="52"/>
                      <a:pt x="303426" y="88"/>
                    </a:cubicBezTo>
                    <a:cubicBezTo>
                      <a:pt x="303251" y="105"/>
                      <a:pt x="303094" y="123"/>
                      <a:pt x="302936" y="158"/>
                    </a:cubicBezTo>
                    <a:cubicBezTo>
                      <a:pt x="302761" y="193"/>
                      <a:pt x="302586" y="263"/>
                      <a:pt x="302411" y="315"/>
                    </a:cubicBezTo>
                    <a:cubicBezTo>
                      <a:pt x="302236" y="368"/>
                      <a:pt x="302061" y="420"/>
                      <a:pt x="301903" y="490"/>
                    </a:cubicBezTo>
                    <a:cubicBezTo>
                      <a:pt x="301745" y="560"/>
                      <a:pt x="301588" y="665"/>
                      <a:pt x="301430" y="753"/>
                    </a:cubicBezTo>
                    <a:cubicBezTo>
                      <a:pt x="301272" y="840"/>
                      <a:pt x="301115" y="928"/>
                      <a:pt x="300975" y="1033"/>
                    </a:cubicBezTo>
                    <a:cubicBezTo>
                      <a:pt x="300835" y="1138"/>
                      <a:pt x="300695" y="1261"/>
                      <a:pt x="300554" y="1383"/>
                    </a:cubicBezTo>
                    <a:cubicBezTo>
                      <a:pt x="300414" y="1506"/>
                      <a:pt x="300274" y="1611"/>
                      <a:pt x="300152" y="1751"/>
                    </a:cubicBezTo>
                    <a:cubicBezTo>
                      <a:pt x="300029" y="1874"/>
                      <a:pt x="299942" y="2014"/>
                      <a:pt x="299837" y="2136"/>
                    </a:cubicBezTo>
                    <a:cubicBezTo>
                      <a:pt x="299714" y="2294"/>
                      <a:pt x="299574" y="2451"/>
                      <a:pt x="299469" y="2627"/>
                    </a:cubicBezTo>
                    <a:cubicBezTo>
                      <a:pt x="299451" y="2662"/>
                      <a:pt x="299416" y="2697"/>
                      <a:pt x="299381" y="2732"/>
                    </a:cubicBezTo>
                    <a:lnTo>
                      <a:pt x="267214" y="56332"/>
                    </a:lnTo>
                    <a:cubicBezTo>
                      <a:pt x="241824" y="31449"/>
                      <a:pt x="206732" y="17231"/>
                      <a:pt x="170240" y="17231"/>
                    </a:cubicBezTo>
                    <a:cubicBezTo>
                      <a:pt x="170152" y="17231"/>
                      <a:pt x="170082" y="17231"/>
                      <a:pt x="169994" y="17231"/>
                    </a:cubicBezTo>
                    <a:cubicBezTo>
                      <a:pt x="169942" y="17231"/>
                      <a:pt x="169907" y="17213"/>
                      <a:pt x="169854" y="17213"/>
                    </a:cubicBezTo>
                    <a:cubicBezTo>
                      <a:pt x="169784" y="17213"/>
                      <a:pt x="169714" y="17231"/>
                      <a:pt x="169644" y="17231"/>
                    </a:cubicBezTo>
                    <a:cubicBezTo>
                      <a:pt x="138685" y="17371"/>
                      <a:pt x="108584" y="28105"/>
                      <a:pt x="84577" y="47542"/>
                    </a:cubicBezTo>
                    <a:lnTo>
                      <a:pt x="45790" y="1979"/>
                    </a:lnTo>
                    <a:cubicBezTo>
                      <a:pt x="44722" y="718"/>
                      <a:pt x="43164" y="0"/>
                      <a:pt x="41518" y="0"/>
                    </a:cubicBezTo>
                    <a:lnTo>
                      <a:pt x="5603" y="0"/>
                    </a:lnTo>
                    <a:cubicBezTo>
                      <a:pt x="2504" y="0"/>
                      <a:pt x="0" y="2522"/>
                      <a:pt x="0" y="5621"/>
                    </a:cubicBezTo>
                    <a:cubicBezTo>
                      <a:pt x="0" y="8720"/>
                      <a:pt x="2504" y="11242"/>
                      <a:pt x="5603" y="11242"/>
                    </a:cubicBezTo>
                    <a:lnTo>
                      <a:pt x="38926" y="11242"/>
                    </a:lnTo>
                    <a:lnTo>
                      <a:pt x="97115" y="79604"/>
                    </a:lnTo>
                    <a:cubicBezTo>
                      <a:pt x="98218" y="80900"/>
                      <a:pt x="99811" y="81583"/>
                      <a:pt x="101387" y="81583"/>
                    </a:cubicBezTo>
                    <a:cubicBezTo>
                      <a:pt x="102666" y="81583"/>
                      <a:pt x="103961" y="81145"/>
                      <a:pt x="105029" y="80252"/>
                    </a:cubicBezTo>
                    <a:cubicBezTo>
                      <a:pt x="107393" y="78238"/>
                      <a:pt x="107674" y="74701"/>
                      <a:pt x="105660" y="72337"/>
                    </a:cubicBezTo>
                    <a:lnTo>
                      <a:pt x="91844" y="56104"/>
                    </a:lnTo>
                    <a:cubicBezTo>
                      <a:pt x="112437" y="39522"/>
                      <a:pt x="137845" y="29873"/>
                      <a:pt x="164233" y="28613"/>
                    </a:cubicBezTo>
                    <a:lnTo>
                      <a:pt x="164233" y="151415"/>
                    </a:lnTo>
                    <a:lnTo>
                      <a:pt x="84367" y="244292"/>
                    </a:lnTo>
                    <a:cubicBezTo>
                      <a:pt x="60254" y="221476"/>
                      <a:pt x="45178" y="189239"/>
                      <a:pt x="45178" y="153499"/>
                    </a:cubicBezTo>
                    <a:cubicBezTo>
                      <a:pt x="45178" y="125850"/>
                      <a:pt x="54021" y="99654"/>
                      <a:pt x="70743" y="77730"/>
                    </a:cubicBezTo>
                    <a:cubicBezTo>
                      <a:pt x="72617" y="75261"/>
                      <a:pt x="72144" y="71742"/>
                      <a:pt x="69693" y="69868"/>
                    </a:cubicBezTo>
                    <a:cubicBezTo>
                      <a:pt x="67224" y="67994"/>
                      <a:pt x="63704" y="68467"/>
                      <a:pt x="61830" y="70919"/>
                    </a:cubicBezTo>
                    <a:cubicBezTo>
                      <a:pt x="43602" y="94821"/>
                      <a:pt x="33971" y="123363"/>
                      <a:pt x="33971" y="153499"/>
                    </a:cubicBezTo>
                    <a:cubicBezTo>
                      <a:pt x="33971" y="228638"/>
                      <a:pt x="95101" y="289768"/>
                      <a:pt x="170240" y="289768"/>
                    </a:cubicBezTo>
                    <a:cubicBezTo>
                      <a:pt x="184703" y="289768"/>
                      <a:pt x="198940" y="287509"/>
                      <a:pt x="212563" y="283061"/>
                    </a:cubicBezTo>
                    <a:cubicBezTo>
                      <a:pt x="215505" y="282098"/>
                      <a:pt x="217116" y="278929"/>
                      <a:pt x="216153" y="275987"/>
                    </a:cubicBezTo>
                    <a:cubicBezTo>
                      <a:pt x="215190" y="273045"/>
                      <a:pt x="212020" y="271434"/>
                      <a:pt x="209078" y="272397"/>
                    </a:cubicBezTo>
                    <a:cubicBezTo>
                      <a:pt x="196576" y="276477"/>
                      <a:pt x="183513" y="278544"/>
                      <a:pt x="170240" y="278544"/>
                    </a:cubicBezTo>
                    <a:cubicBezTo>
                      <a:pt x="141049" y="278544"/>
                      <a:pt x="114188" y="268457"/>
                      <a:pt x="92877" y="251630"/>
                    </a:cubicBezTo>
                    <a:lnTo>
                      <a:pt x="170992" y="160784"/>
                    </a:lnTo>
                    <a:lnTo>
                      <a:pt x="270559" y="228130"/>
                    </a:lnTo>
                    <a:cubicBezTo>
                      <a:pt x="259947" y="242366"/>
                      <a:pt x="246376" y="254256"/>
                      <a:pt x="230827" y="262889"/>
                    </a:cubicBezTo>
                    <a:lnTo>
                      <a:pt x="221809" y="251349"/>
                    </a:lnTo>
                    <a:cubicBezTo>
                      <a:pt x="219900" y="248915"/>
                      <a:pt x="216380" y="248478"/>
                      <a:pt x="213929" y="250386"/>
                    </a:cubicBezTo>
                    <a:cubicBezTo>
                      <a:pt x="211495" y="252295"/>
                      <a:pt x="211057" y="255815"/>
                      <a:pt x="212966" y="258266"/>
                    </a:cubicBezTo>
                    <a:lnTo>
                      <a:pt x="258616" y="316630"/>
                    </a:lnTo>
                    <a:cubicBezTo>
                      <a:pt x="258669" y="316700"/>
                      <a:pt x="258739" y="316752"/>
                      <a:pt x="258809" y="316822"/>
                    </a:cubicBezTo>
                    <a:cubicBezTo>
                      <a:pt x="258984" y="317032"/>
                      <a:pt x="259159" y="317207"/>
                      <a:pt x="259369" y="317382"/>
                    </a:cubicBezTo>
                    <a:cubicBezTo>
                      <a:pt x="259492" y="317488"/>
                      <a:pt x="259597" y="317575"/>
                      <a:pt x="259719" y="317680"/>
                    </a:cubicBezTo>
                    <a:cubicBezTo>
                      <a:pt x="259930" y="317838"/>
                      <a:pt x="260140" y="317960"/>
                      <a:pt x="260367" y="318083"/>
                    </a:cubicBezTo>
                    <a:cubicBezTo>
                      <a:pt x="260490" y="318153"/>
                      <a:pt x="260613" y="318223"/>
                      <a:pt x="260735" y="318293"/>
                    </a:cubicBezTo>
                    <a:cubicBezTo>
                      <a:pt x="260998" y="318416"/>
                      <a:pt x="261278" y="318503"/>
                      <a:pt x="261558" y="318573"/>
                    </a:cubicBezTo>
                    <a:cubicBezTo>
                      <a:pt x="261663" y="318608"/>
                      <a:pt x="261751" y="318643"/>
                      <a:pt x="261856" y="318661"/>
                    </a:cubicBezTo>
                    <a:cubicBezTo>
                      <a:pt x="262241" y="318748"/>
                      <a:pt x="262644" y="318801"/>
                      <a:pt x="263047" y="318801"/>
                    </a:cubicBezTo>
                    <a:lnTo>
                      <a:pt x="263047" y="318801"/>
                    </a:lnTo>
                    <a:cubicBezTo>
                      <a:pt x="263047" y="318801"/>
                      <a:pt x="263047" y="318801"/>
                      <a:pt x="263047" y="318801"/>
                    </a:cubicBezTo>
                    <a:cubicBezTo>
                      <a:pt x="263047" y="318801"/>
                      <a:pt x="263047" y="318801"/>
                      <a:pt x="263047" y="318801"/>
                    </a:cubicBezTo>
                    <a:lnTo>
                      <a:pt x="306438" y="318801"/>
                    </a:lnTo>
                    <a:cubicBezTo>
                      <a:pt x="309537" y="318801"/>
                      <a:pt x="312059" y="316297"/>
                      <a:pt x="312059" y="313197"/>
                    </a:cubicBezTo>
                    <a:cubicBezTo>
                      <a:pt x="312024" y="310133"/>
                      <a:pt x="309520" y="307611"/>
                      <a:pt x="306421" y="30761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9"/>
              <p:cNvSpPr/>
              <p:nvPr/>
            </p:nvSpPr>
            <p:spPr>
              <a:xfrm>
                <a:off x="3940496" y="3172836"/>
                <a:ext cx="54651" cy="11241"/>
              </a:xfrm>
              <a:custGeom>
                <a:avLst/>
                <a:gdLst/>
                <a:ahLst/>
                <a:cxnLst/>
                <a:rect l="l" t="t" r="r" b="b"/>
                <a:pathLst>
                  <a:path w="54651" h="11241" extrusionOk="0">
                    <a:moveTo>
                      <a:pt x="49030" y="0"/>
                    </a:moveTo>
                    <a:lnTo>
                      <a:pt x="5621" y="0"/>
                    </a:lnTo>
                    <a:cubicBezTo>
                      <a:pt x="2521" y="0"/>
                      <a:pt x="0" y="2522"/>
                      <a:pt x="0" y="5621"/>
                    </a:cubicBezTo>
                    <a:cubicBezTo>
                      <a:pt x="0" y="8720"/>
                      <a:pt x="2504" y="11242"/>
                      <a:pt x="5621" y="11242"/>
                    </a:cubicBezTo>
                    <a:lnTo>
                      <a:pt x="49030" y="11242"/>
                    </a:lnTo>
                    <a:cubicBezTo>
                      <a:pt x="52130" y="11242"/>
                      <a:pt x="54651" y="8738"/>
                      <a:pt x="54651" y="5621"/>
                    </a:cubicBezTo>
                    <a:cubicBezTo>
                      <a:pt x="54633" y="2522"/>
                      <a:pt x="52130" y="0"/>
                      <a:pt x="490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9"/>
            <p:cNvGrpSpPr/>
            <p:nvPr/>
          </p:nvGrpSpPr>
          <p:grpSpPr>
            <a:xfrm>
              <a:off x="9775004" y="1670469"/>
              <a:ext cx="414780" cy="407113"/>
              <a:chOff x="7951377" y="4413563"/>
              <a:chExt cx="485455" cy="476482"/>
            </a:xfrm>
          </p:grpSpPr>
          <p:sp>
            <p:nvSpPr>
              <p:cNvPr id="148" name="Google Shape;148;p9"/>
              <p:cNvSpPr/>
              <p:nvPr/>
            </p:nvSpPr>
            <p:spPr>
              <a:xfrm>
                <a:off x="7951377" y="4413563"/>
                <a:ext cx="485455" cy="476482"/>
              </a:xfrm>
              <a:custGeom>
                <a:avLst/>
                <a:gdLst/>
                <a:ahLst/>
                <a:cxnLst/>
                <a:rect l="l" t="t" r="r" b="b"/>
                <a:pathLst>
                  <a:path w="485455" h="476482" extrusionOk="0">
                    <a:moveTo>
                      <a:pt x="485292" y="257156"/>
                    </a:moveTo>
                    <a:cubicBezTo>
                      <a:pt x="484262" y="243699"/>
                      <a:pt x="478451" y="231031"/>
                      <a:pt x="468929" y="221490"/>
                    </a:cubicBezTo>
                    <a:cubicBezTo>
                      <a:pt x="457492" y="210030"/>
                      <a:pt x="441669" y="204034"/>
                      <a:pt x="425521" y="205039"/>
                    </a:cubicBezTo>
                    <a:cubicBezTo>
                      <a:pt x="409377" y="206049"/>
                      <a:pt x="394421" y="213964"/>
                      <a:pt x="384492" y="226756"/>
                    </a:cubicBezTo>
                    <a:lnTo>
                      <a:pt x="346617" y="275548"/>
                    </a:lnTo>
                    <a:cubicBezTo>
                      <a:pt x="339562" y="265814"/>
                      <a:pt x="329099" y="258726"/>
                      <a:pt x="316991" y="256053"/>
                    </a:cubicBezTo>
                    <a:cubicBezTo>
                      <a:pt x="355632" y="231383"/>
                      <a:pt x="381317" y="188072"/>
                      <a:pt x="381317" y="138861"/>
                    </a:cubicBezTo>
                    <a:cubicBezTo>
                      <a:pt x="381317" y="62292"/>
                      <a:pt x="319147" y="0"/>
                      <a:pt x="242728" y="0"/>
                    </a:cubicBezTo>
                    <a:cubicBezTo>
                      <a:pt x="166308" y="0"/>
                      <a:pt x="104138" y="62292"/>
                      <a:pt x="104138" y="138861"/>
                    </a:cubicBezTo>
                    <a:cubicBezTo>
                      <a:pt x="104138" y="187300"/>
                      <a:pt x="129027" y="230017"/>
                      <a:pt x="166657" y="254873"/>
                    </a:cubicBezTo>
                    <a:lnTo>
                      <a:pt x="0" y="254873"/>
                    </a:lnTo>
                    <a:lnTo>
                      <a:pt x="0" y="476482"/>
                    </a:lnTo>
                    <a:lnTo>
                      <a:pt x="106611" y="476482"/>
                    </a:lnTo>
                    <a:lnTo>
                      <a:pt x="106611" y="450038"/>
                    </a:lnTo>
                    <a:lnTo>
                      <a:pt x="360988" y="450038"/>
                    </a:lnTo>
                    <a:lnTo>
                      <a:pt x="474532" y="294900"/>
                    </a:lnTo>
                    <a:cubicBezTo>
                      <a:pt x="482496" y="284016"/>
                      <a:pt x="486318" y="270612"/>
                      <a:pt x="485292" y="257156"/>
                    </a:cubicBezTo>
                    <a:close/>
                    <a:moveTo>
                      <a:pt x="28445" y="447982"/>
                    </a:moveTo>
                    <a:lnTo>
                      <a:pt x="28445" y="283374"/>
                    </a:lnTo>
                    <a:lnTo>
                      <a:pt x="78167" y="283374"/>
                    </a:lnTo>
                    <a:lnTo>
                      <a:pt x="78167" y="447982"/>
                    </a:lnTo>
                    <a:close/>
                    <a:moveTo>
                      <a:pt x="106611" y="283374"/>
                    </a:moveTo>
                    <a:lnTo>
                      <a:pt x="306254" y="283374"/>
                    </a:lnTo>
                    <a:cubicBezTo>
                      <a:pt x="318065" y="283374"/>
                      <a:pt x="327676" y="293000"/>
                      <a:pt x="327676" y="304838"/>
                    </a:cubicBezTo>
                    <a:cubicBezTo>
                      <a:pt x="327676" y="316672"/>
                      <a:pt x="318065" y="326299"/>
                      <a:pt x="306254" y="326299"/>
                    </a:cubicBezTo>
                    <a:lnTo>
                      <a:pt x="223083" y="326299"/>
                    </a:lnTo>
                    <a:lnTo>
                      <a:pt x="223083" y="354799"/>
                    </a:lnTo>
                    <a:lnTo>
                      <a:pt x="306254" y="354799"/>
                    </a:lnTo>
                    <a:cubicBezTo>
                      <a:pt x="331980" y="354799"/>
                      <a:pt x="353217" y="335176"/>
                      <a:pt x="355843" y="310081"/>
                    </a:cubicBezTo>
                    <a:lnTo>
                      <a:pt x="406943" y="244252"/>
                    </a:lnTo>
                    <a:cubicBezTo>
                      <a:pt x="411940" y="237818"/>
                      <a:pt x="419166" y="233992"/>
                      <a:pt x="427291" y="233484"/>
                    </a:cubicBezTo>
                    <a:cubicBezTo>
                      <a:pt x="435421" y="232979"/>
                      <a:pt x="443058" y="235877"/>
                      <a:pt x="448814" y="241644"/>
                    </a:cubicBezTo>
                    <a:cubicBezTo>
                      <a:pt x="458651" y="251496"/>
                      <a:pt x="459818" y="266808"/>
                      <a:pt x="451592" y="278045"/>
                    </a:cubicBezTo>
                    <a:lnTo>
                      <a:pt x="346572" y="421537"/>
                    </a:lnTo>
                    <a:lnTo>
                      <a:pt x="106611" y="421537"/>
                    </a:lnTo>
                    <a:close/>
                    <a:moveTo>
                      <a:pt x="242728" y="28500"/>
                    </a:moveTo>
                    <a:cubicBezTo>
                      <a:pt x="303462" y="28500"/>
                      <a:pt x="352873" y="78008"/>
                      <a:pt x="352873" y="138861"/>
                    </a:cubicBezTo>
                    <a:cubicBezTo>
                      <a:pt x="352873" y="199714"/>
                      <a:pt x="303462" y="249218"/>
                      <a:pt x="242728" y="249218"/>
                    </a:cubicBezTo>
                    <a:cubicBezTo>
                      <a:pt x="181993" y="249218"/>
                      <a:pt x="132582" y="199714"/>
                      <a:pt x="132582" y="138861"/>
                    </a:cubicBezTo>
                    <a:cubicBezTo>
                      <a:pt x="132582" y="78008"/>
                      <a:pt x="181993" y="28500"/>
                      <a:pt x="242728" y="2850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8145045" y="4479195"/>
                <a:ext cx="98118" cy="146453"/>
              </a:xfrm>
              <a:custGeom>
                <a:avLst/>
                <a:gdLst/>
                <a:ahLst/>
                <a:cxnLst/>
                <a:rect l="l" t="t" r="r" b="b"/>
                <a:pathLst>
                  <a:path w="98118" h="146453" extrusionOk="0">
                    <a:moveTo>
                      <a:pt x="47737" y="102208"/>
                    </a:moveTo>
                    <a:cubicBezTo>
                      <a:pt x="35763" y="102208"/>
                      <a:pt x="22082" y="98311"/>
                      <a:pt x="11819" y="92237"/>
                    </a:cubicBezTo>
                    <a:lnTo>
                      <a:pt x="0" y="119033"/>
                    </a:lnTo>
                    <a:cubicBezTo>
                      <a:pt x="9330" y="124800"/>
                      <a:pt x="24415" y="129005"/>
                      <a:pt x="39963" y="129940"/>
                    </a:cubicBezTo>
                    <a:lnTo>
                      <a:pt x="39963" y="146454"/>
                    </a:lnTo>
                    <a:lnTo>
                      <a:pt x="61889" y="146454"/>
                    </a:lnTo>
                    <a:lnTo>
                      <a:pt x="61889" y="129161"/>
                    </a:lnTo>
                    <a:cubicBezTo>
                      <a:pt x="85993" y="124956"/>
                      <a:pt x="98119" y="110309"/>
                      <a:pt x="98119" y="93479"/>
                    </a:cubicBezTo>
                    <a:cubicBezTo>
                      <a:pt x="98119" y="53286"/>
                      <a:pt x="37940" y="64188"/>
                      <a:pt x="37940" y="51104"/>
                    </a:cubicBezTo>
                    <a:cubicBezTo>
                      <a:pt x="37940" y="47363"/>
                      <a:pt x="41363" y="44250"/>
                      <a:pt x="52093" y="44250"/>
                    </a:cubicBezTo>
                    <a:cubicBezTo>
                      <a:pt x="61578" y="44250"/>
                      <a:pt x="71685" y="46895"/>
                      <a:pt x="82415" y="52350"/>
                    </a:cubicBezTo>
                    <a:lnTo>
                      <a:pt x="93456" y="25706"/>
                    </a:lnTo>
                    <a:cubicBezTo>
                      <a:pt x="84590" y="20722"/>
                      <a:pt x="73397" y="17761"/>
                      <a:pt x="61889" y="16670"/>
                    </a:cubicBezTo>
                    <a:lnTo>
                      <a:pt x="61889" y="0"/>
                    </a:lnTo>
                    <a:lnTo>
                      <a:pt x="39963" y="0"/>
                    </a:lnTo>
                    <a:lnTo>
                      <a:pt x="39963" y="16981"/>
                    </a:lnTo>
                    <a:cubicBezTo>
                      <a:pt x="14463" y="20566"/>
                      <a:pt x="1711" y="35366"/>
                      <a:pt x="1711" y="52975"/>
                    </a:cubicBezTo>
                    <a:cubicBezTo>
                      <a:pt x="1711" y="93635"/>
                      <a:pt x="61889" y="82577"/>
                      <a:pt x="61889" y="96285"/>
                    </a:cubicBezTo>
                    <a:cubicBezTo>
                      <a:pt x="61889" y="100026"/>
                      <a:pt x="58156" y="102208"/>
                      <a:pt x="47737" y="10220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3BA6C97-2FDB-4A4D-9238-C953A3BF0E02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 ON </a:t>
            </a:r>
            <a:r>
              <a:rPr lang="en-GB" sz="32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 PAGE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F84946E-45CC-4AD0-A366-54C0F8F00DEB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ADCBA0D-93F8-472F-8321-9EEBA2170489}"/>
              </a:ext>
            </a:extLst>
          </p:cNvPr>
          <p:cNvSpPr txBox="1"/>
          <p:nvPr/>
        </p:nvSpPr>
        <p:spPr>
          <a:xfrm>
            <a:off x="504736" y="6346665"/>
            <a:ext cx="110602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EC27145E-A952-48C7-BDAB-F4C7FB57CB43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2888619-9695-4450-A8A9-4003A336E1DD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Slide Number Placeholder 5">
            <a:extLst>
              <a:ext uri="{FF2B5EF4-FFF2-40B4-BE49-F238E27FC236}">
                <a16:creationId xmlns:a16="http://schemas.microsoft.com/office/drawing/2014/main" id="{CEE0767C-6200-464F-A8DE-52A4DCB38F11}"/>
              </a:ext>
            </a:extLst>
          </p:cNvPr>
          <p:cNvSpPr txBox="1">
            <a:spLocks/>
          </p:cNvSpPr>
          <p:nvPr/>
        </p:nvSpPr>
        <p:spPr>
          <a:xfrm>
            <a:off x="5572365" y="6372976"/>
            <a:ext cx="216000" cy="216000"/>
          </a:xfrm>
          <a:prstGeom prst="ellipse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Google Shape;40;p7"/>
          <p:cNvGraphicFramePr/>
          <p:nvPr/>
        </p:nvGraphicFramePr>
        <p:xfrm>
          <a:off x="491319" y="1335796"/>
          <a:ext cx="11182400" cy="5013755"/>
        </p:xfrm>
        <a:graphic>
          <a:graphicData uri="http://schemas.openxmlformats.org/drawingml/2006/table">
            <a:tbl>
              <a:tblPr firstRow="1" bandRow="1">
                <a:noFill/>
                <a:tableStyleId>{1BBD5260-DF98-4027-A7A1-07AF0D7DC05B}</a:tableStyleId>
              </a:tblPr>
              <a:tblGrid>
                <a:gridCol w="83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2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13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1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34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35"/>
                    </a:ext>
                  </a:extLst>
                </a:gridCol>
                <a:gridCol w="257225">
                  <a:extLst>
                    <a:ext uri="{9D8B030D-6E8A-4147-A177-3AD203B41FA5}">
                      <a16:colId xmlns:a16="http://schemas.microsoft.com/office/drawing/2014/main" val="20036"/>
                    </a:ext>
                  </a:extLst>
                </a:gridCol>
              </a:tblGrid>
              <a:tr h="435900"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13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Project Kickoff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Executive Review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Executive Decision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Beta Release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Release Candidate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Final Release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Evaluate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W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W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W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W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W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W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Jobs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Team A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Team B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Team C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/>
                        <a:t>John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Plan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Test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Initiate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Launch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Review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Change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87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/>
                        <a:t>Lorem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John</a:t>
                      </a:r>
                      <a:endParaRPr sz="700" b="0" i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Alice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Calibri"/>
                        <a:buNone/>
                      </a:pPr>
                      <a:r>
                        <a:rPr lang="en-US" sz="7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Jose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8D8D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1" name="Google Shape;41;p7"/>
          <p:cNvSpPr/>
          <p:nvPr/>
        </p:nvSpPr>
        <p:spPr>
          <a:xfrm>
            <a:off x="4070350" y="3860751"/>
            <a:ext cx="2985770" cy="211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7"/>
          <p:cNvSpPr/>
          <p:nvPr/>
        </p:nvSpPr>
        <p:spPr>
          <a:xfrm>
            <a:off x="7056119" y="4957785"/>
            <a:ext cx="4508863" cy="1447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7"/>
          <p:cNvSpPr/>
          <p:nvPr/>
        </p:nvSpPr>
        <p:spPr>
          <a:xfrm>
            <a:off x="7816850" y="5759872"/>
            <a:ext cx="3748131" cy="1447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" name="Google Shape;44;p7"/>
          <p:cNvGrpSpPr/>
          <p:nvPr/>
        </p:nvGrpSpPr>
        <p:grpSpPr>
          <a:xfrm>
            <a:off x="3972374" y="4124523"/>
            <a:ext cx="985389" cy="211853"/>
            <a:chOff x="7056119" y="1"/>
            <a:chExt cx="1840231" cy="247650"/>
          </a:xfrm>
        </p:grpSpPr>
        <p:sp>
          <p:nvSpPr>
            <p:cNvPr id="45" name="Google Shape;45;p7"/>
            <p:cNvSpPr/>
            <p:nvPr/>
          </p:nvSpPr>
          <p:spPr>
            <a:xfrm>
              <a:off x="7056119" y="1"/>
              <a:ext cx="1840231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7"/>
            <p:cNvSpPr/>
            <p:nvPr/>
          </p:nvSpPr>
          <p:spPr>
            <a:xfrm>
              <a:off x="7056119" y="1"/>
              <a:ext cx="411481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47;p7"/>
          <p:cNvGrpSpPr/>
          <p:nvPr/>
        </p:nvGrpSpPr>
        <p:grpSpPr>
          <a:xfrm>
            <a:off x="4957763" y="4387356"/>
            <a:ext cx="1457325" cy="211853"/>
            <a:chOff x="7056119" y="1"/>
            <a:chExt cx="1840231" cy="247650"/>
          </a:xfrm>
        </p:grpSpPr>
        <p:sp>
          <p:nvSpPr>
            <p:cNvPr id="48" name="Google Shape;48;p7"/>
            <p:cNvSpPr/>
            <p:nvPr/>
          </p:nvSpPr>
          <p:spPr>
            <a:xfrm>
              <a:off x="7056119" y="1"/>
              <a:ext cx="1840231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7"/>
            <p:cNvSpPr/>
            <p:nvPr/>
          </p:nvSpPr>
          <p:spPr>
            <a:xfrm>
              <a:off x="7056119" y="1"/>
              <a:ext cx="411481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" name="Google Shape;50;p7"/>
          <p:cNvGrpSpPr/>
          <p:nvPr/>
        </p:nvGrpSpPr>
        <p:grpSpPr>
          <a:xfrm>
            <a:off x="5943152" y="4650189"/>
            <a:ext cx="1457325" cy="211853"/>
            <a:chOff x="7056119" y="1"/>
            <a:chExt cx="1840231" cy="247650"/>
          </a:xfrm>
        </p:grpSpPr>
        <p:sp>
          <p:nvSpPr>
            <p:cNvPr id="51" name="Google Shape;51;p7"/>
            <p:cNvSpPr/>
            <p:nvPr/>
          </p:nvSpPr>
          <p:spPr>
            <a:xfrm>
              <a:off x="7056119" y="1"/>
              <a:ext cx="1840231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7056119" y="1"/>
              <a:ext cx="411481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7"/>
          <p:cNvGrpSpPr/>
          <p:nvPr/>
        </p:nvGrpSpPr>
        <p:grpSpPr>
          <a:xfrm>
            <a:off x="7861046" y="5201574"/>
            <a:ext cx="1457325" cy="211853"/>
            <a:chOff x="7056119" y="1"/>
            <a:chExt cx="1840231" cy="247650"/>
          </a:xfrm>
        </p:grpSpPr>
        <p:sp>
          <p:nvSpPr>
            <p:cNvPr id="54" name="Google Shape;54;p7"/>
            <p:cNvSpPr/>
            <p:nvPr/>
          </p:nvSpPr>
          <p:spPr>
            <a:xfrm>
              <a:off x="7056119" y="1"/>
              <a:ext cx="1840231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7"/>
            <p:cNvSpPr/>
            <p:nvPr/>
          </p:nvSpPr>
          <p:spPr>
            <a:xfrm>
              <a:off x="7056119" y="1"/>
              <a:ext cx="411481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" name="Google Shape;56;p7"/>
          <p:cNvGrpSpPr/>
          <p:nvPr/>
        </p:nvGrpSpPr>
        <p:grpSpPr>
          <a:xfrm>
            <a:off x="8581887" y="5479336"/>
            <a:ext cx="1457325" cy="211853"/>
            <a:chOff x="7056119" y="1"/>
            <a:chExt cx="1840231" cy="247650"/>
          </a:xfrm>
        </p:grpSpPr>
        <p:sp>
          <p:nvSpPr>
            <p:cNvPr id="57" name="Google Shape;57;p7"/>
            <p:cNvSpPr/>
            <p:nvPr/>
          </p:nvSpPr>
          <p:spPr>
            <a:xfrm>
              <a:off x="7056119" y="1"/>
              <a:ext cx="1840231" cy="24765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7"/>
            <p:cNvSpPr/>
            <p:nvPr/>
          </p:nvSpPr>
          <p:spPr>
            <a:xfrm>
              <a:off x="7056119" y="1"/>
              <a:ext cx="411481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250197A-C80B-40DC-9421-7A26D92B3BC7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 ON </a:t>
            </a:r>
            <a:r>
              <a:rPr lang="en-GB" sz="32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 PAGE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F46910B-592E-4425-B2FB-A5313B93799E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B514DF6-5785-482C-A093-06BF27A04771}"/>
              </a:ext>
            </a:extLst>
          </p:cNvPr>
          <p:cNvSpPr txBox="1"/>
          <p:nvPr/>
        </p:nvSpPr>
        <p:spPr>
          <a:xfrm>
            <a:off x="504736" y="6346665"/>
            <a:ext cx="110602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BD86F4-2E5E-4228-AEB5-AF3EF0B52031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59E10C5-7DA6-422D-AF35-E9E60024F7CC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D2E7953B-6D3D-4133-B294-E6FF021DCDD7}"/>
              </a:ext>
            </a:extLst>
          </p:cNvPr>
          <p:cNvSpPr txBox="1">
            <a:spLocks/>
          </p:cNvSpPr>
          <p:nvPr/>
        </p:nvSpPr>
        <p:spPr>
          <a:xfrm>
            <a:off x="5572365" y="6372976"/>
            <a:ext cx="216000" cy="216000"/>
          </a:xfrm>
          <a:prstGeom prst="ellipse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1"/>
          <p:cNvGrpSpPr/>
          <p:nvPr/>
        </p:nvGrpSpPr>
        <p:grpSpPr>
          <a:xfrm>
            <a:off x="401437" y="1255825"/>
            <a:ext cx="11126806" cy="4847845"/>
            <a:chOff x="401437" y="1255825"/>
            <a:chExt cx="11126806" cy="4847845"/>
          </a:xfrm>
        </p:grpSpPr>
        <p:grpSp>
          <p:nvGrpSpPr>
            <p:cNvPr id="204" name="Google Shape;204;p11"/>
            <p:cNvGrpSpPr/>
            <p:nvPr/>
          </p:nvGrpSpPr>
          <p:grpSpPr>
            <a:xfrm>
              <a:off x="401437" y="1306194"/>
              <a:ext cx="3057311" cy="4747106"/>
              <a:chOff x="401437" y="1266053"/>
              <a:chExt cx="3057311" cy="4747106"/>
            </a:xfrm>
          </p:grpSpPr>
          <p:sp>
            <p:nvSpPr>
              <p:cNvPr id="205" name="Google Shape;205;p11"/>
              <p:cNvSpPr txBox="1"/>
              <p:nvPr/>
            </p:nvSpPr>
            <p:spPr>
              <a:xfrm>
                <a:off x="401437" y="1266053"/>
                <a:ext cx="126650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Release 3.0</a:t>
                </a:r>
                <a:endParaRPr dirty="0"/>
              </a:p>
            </p:txBody>
          </p:sp>
          <p:grpSp>
            <p:nvGrpSpPr>
              <p:cNvPr id="206" name="Google Shape;206;p11"/>
              <p:cNvGrpSpPr/>
              <p:nvPr/>
            </p:nvGrpSpPr>
            <p:grpSpPr>
              <a:xfrm>
                <a:off x="532164" y="1698171"/>
                <a:ext cx="2926584" cy="4314988"/>
                <a:chOff x="532164" y="1698171"/>
                <a:chExt cx="2926584" cy="4314988"/>
              </a:xfrm>
            </p:grpSpPr>
            <p:cxnSp>
              <p:nvCxnSpPr>
                <p:cNvPr id="207" name="Google Shape;207;p11"/>
                <p:cNvCxnSpPr/>
                <p:nvPr/>
              </p:nvCxnSpPr>
              <p:spPr>
                <a:xfrm>
                  <a:off x="532164" y="1698171"/>
                  <a:ext cx="0" cy="4314988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grpSp>
              <p:nvGrpSpPr>
                <p:cNvPr id="208" name="Google Shape;208;p11"/>
                <p:cNvGrpSpPr/>
                <p:nvPr/>
              </p:nvGrpSpPr>
              <p:grpSpPr>
                <a:xfrm>
                  <a:off x="532164" y="1810897"/>
                  <a:ext cx="2922411" cy="734164"/>
                  <a:chOff x="532164" y="1810897"/>
                  <a:chExt cx="2922411" cy="734164"/>
                </a:xfrm>
              </p:grpSpPr>
              <p:sp>
                <p:nvSpPr>
                  <p:cNvPr id="209" name="Google Shape;209;p11"/>
                  <p:cNvSpPr/>
                  <p:nvPr/>
                </p:nvSpPr>
                <p:spPr>
                  <a:xfrm>
                    <a:off x="532164" y="1918618"/>
                    <a:ext cx="2559378" cy="369332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0" name="Google Shape;210;p11"/>
                  <p:cNvSpPr/>
                  <p:nvPr/>
                </p:nvSpPr>
                <p:spPr>
                  <a:xfrm>
                    <a:off x="2869800" y="1810897"/>
                    <a:ext cx="584775" cy="584775"/>
                  </a:xfrm>
                  <a:prstGeom prst="ellipse">
                    <a:avLst/>
                  </a:prstGeom>
                  <a:solidFill>
                    <a:srgbClr val="D85C0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" name="Google Shape;211;p11"/>
                  <p:cNvSpPr txBox="1"/>
                  <p:nvPr/>
                </p:nvSpPr>
                <p:spPr>
                  <a:xfrm>
                    <a:off x="625181" y="1968683"/>
                    <a:ext cx="1614481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Update Account Setup</a:t>
                    </a:r>
                    <a:endParaRPr/>
                  </a:p>
                </p:txBody>
              </p:sp>
              <p:sp>
                <p:nvSpPr>
                  <p:cNvPr id="212" name="Google Shape;212;p11"/>
                  <p:cNvSpPr txBox="1"/>
                  <p:nvPr/>
                </p:nvSpPr>
                <p:spPr>
                  <a:xfrm>
                    <a:off x="757913" y="2298840"/>
                    <a:ext cx="2117887" cy="24622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285750" marR="0" lvl="0" indent="-285750" algn="l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000"/>
                      <a:buFont typeface="Courier New"/>
                      <a:buChar char="o"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Fingerprint recognition feature.</a:t>
                    </a:r>
                    <a:endParaRPr/>
                  </a:p>
                </p:txBody>
              </p:sp>
            </p:grpSp>
            <p:grpSp>
              <p:nvGrpSpPr>
                <p:cNvPr id="213" name="Google Shape;213;p11"/>
                <p:cNvGrpSpPr/>
                <p:nvPr/>
              </p:nvGrpSpPr>
              <p:grpSpPr>
                <a:xfrm>
                  <a:off x="536337" y="2526322"/>
                  <a:ext cx="2922411" cy="888053"/>
                  <a:chOff x="532164" y="1767355"/>
                  <a:chExt cx="2922411" cy="888053"/>
                </a:xfrm>
              </p:grpSpPr>
              <p:sp>
                <p:nvSpPr>
                  <p:cNvPr id="214" name="Google Shape;214;p11"/>
                  <p:cNvSpPr/>
                  <p:nvPr/>
                </p:nvSpPr>
                <p:spPr>
                  <a:xfrm>
                    <a:off x="532164" y="1875076"/>
                    <a:ext cx="2559378" cy="369332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5" name="Google Shape;215;p11"/>
                  <p:cNvSpPr/>
                  <p:nvPr/>
                </p:nvSpPr>
                <p:spPr>
                  <a:xfrm>
                    <a:off x="2869800" y="1767355"/>
                    <a:ext cx="584775" cy="584775"/>
                  </a:xfrm>
                  <a:prstGeom prst="ellipse">
                    <a:avLst/>
                  </a:prstGeom>
                  <a:solidFill>
                    <a:srgbClr val="D85C0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" name="Google Shape;216;p11"/>
                  <p:cNvSpPr txBox="1"/>
                  <p:nvPr/>
                </p:nvSpPr>
                <p:spPr>
                  <a:xfrm>
                    <a:off x="621008" y="1919808"/>
                    <a:ext cx="188750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Enable Email Account Sync</a:t>
                    </a:r>
                    <a:endParaRPr/>
                  </a:p>
                </p:txBody>
              </p:sp>
              <p:sp>
                <p:nvSpPr>
                  <p:cNvPr id="217" name="Google Shape;217;p11"/>
                  <p:cNvSpPr txBox="1"/>
                  <p:nvPr/>
                </p:nvSpPr>
                <p:spPr>
                  <a:xfrm>
                    <a:off x="753740" y="2255298"/>
                    <a:ext cx="2445567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285750" marR="0" lvl="0" indent="-285750" algn="l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000"/>
                      <a:buFont typeface="Courier New"/>
                      <a:buChar char="o"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Allow for syncing with Gmail and Yahoo during setup.</a:t>
                    </a:r>
                    <a:endParaRPr/>
                  </a:p>
                </p:txBody>
              </p:sp>
            </p:grpSp>
            <p:grpSp>
              <p:nvGrpSpPr>
                <p:cNvPr id="218" name="Google Shape;218;p11"/>
                <p:cNvGrpSpPr/>
                <p:nvPr/>
              </p:nvGrpSpPr>
              <p:grpSpPr>
                <a:xfrm>
                  <a:off x="538489" y="3298791"/>
                  <a:ext cx="2920259" cy="907275"/>
                  <a:chOff x="532164" y="1675563"/>
                  <a:chExt cx="2920259" cy="907275"/>
                </a:xfrm>
              </p:grpSpPr>
              <p:sp>
                <p:nvSpPr>
                  <p:cNvPr id="219" name="Google Shape;219;p11"/>
                  <p:cNvSpPr/>
                  <p:nvPr/>
                </p:nvSpPr>
                <p:spPr>
                  <a:xfrm>
                    <a:off x="532164" y="1802506"/>
                    <a:ext cx="2559378" cy="369332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2867648" y="1675563"/>
                    <a:ext cx="584775" cy="584775"/>
                  </a:xfrm>
                  <a:prstGeom prst="ellipse">
                    <a:avLst/>
                  </a:prstGeom>
                  <a:solidFill>
                    <a:srgbClr val="D85C0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 txBox="1"/>
                  <p:nvPr/>
                </p:nvSpPr>
                <p:spPr>
                  <a:xfrm>
                    <a:off x="618856" y="1832724"/>
                    <a:ext cx="1609287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Introduce Native Apps</a:t>
                    </a:r>
                    <a:endParaRPr/>
                  </a:p>
                </p:txBody>
              </p:sp>
              <p:sp>
                <p:nvSpPr>
                  <p:cNvPr id="222" name="Google Shape;222;p11"/>
                  <p:cNvSpPr txBox="1"/>
                  <p:nvPr/>
                </p:nvSpPr>
                <p:spPr>
                  <a:xfrm>
                    <a:off x="751588" y="2182728"/>
                    <a:ext cx="2327304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285750" marR="0" lvl="0" indent="-285750" algn="l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000"/>
                      <a:buFont typeface="Courier New"/>
                      <a:buChar char="o"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Amends to only emphasize on native applications.</a:t>
                    </a:r>
                    <a:endParaRPr/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532389" y="4118180"/>
                  <a:ext cx="2920259" cy="936303"/>
                  <a:chOff x="532164" y="1501392"/>
                  <a:chExt cx="2920259" cy="936303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532164" y="1628335"/>
                    <a:ext cx="2559378" cy="369332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4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2867648" y="1501392"/>
                    <a:ext cx="584775" cy="584775"/>
                  </a:xfrm>
                  <a:prstGeom prst="ellipse">
                    <a:avLst/>
                  </a:prstGeom>
                  <a:solidFill>
                    <a:srgbClr val="D85C0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" name="Google Shape;226;p11"/>
                  <p:cNvSpPr txBox="1"/>
                  <p:nvPr/>
                </p:nvSpPr>
                <p:spPr>
                  <a:xfrm>
                    <a:off x="624956" y="1673301"/>
                    <a:ext cx="1700274" cy="27699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12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Update Battery Settings</a:t>
                    </a:r>
                    <a:endParaRPr/>
                  </a:p>
                </p:txBody>
              </p:sp>
              <p:sp>
                <p:nvSpPr>
                  <p:cNvPr id="227" name="Google Shape;227;p11"/>
                  <p:cNvSpPr txBox="1"/>
                  <p:nvPr/>
                </p:nvSpPr>
                <p:spPr>
                  <a:xfrm>
                    <a:off x="757688" y="2037585"/>
                    <a:ext cx="2559377" cy="4001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45700" rIns="91425" bIns="45700" anchor="t" anchorCtr="0">
                    <a:spAutoFit/>
                  </a:bodyPr>
                  <a:lstStyle/>
                  <a:p>
                    <a:pPr marL="285750" marR="0" lvl="0" indent="-285750" algn="l" rtl="0"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000"/>
                      <a:buFont typeface="Courier New"/>
                      <a:buChar char="o"/>
                    </a:pPr>
                    <a:r>
                      <a:rPr lang="en-US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Change batter consumption settings as per needs to low, medium, or high.</a:t>
                    </a:r>
                    <a:endParaRPr/>
                  </a:p>
                </p:txBody>
              </p:sp>
            </p:grpSp>
          </p:grpSp>
        </p:grpSp>
        <p:grpSp>
          <p:nvGrpSpPr>
            <p:cNvPr id="228" name="Google Shape;228;p11"/>
            <p:cNvGrpSpPr/>
            <p:nvPr/>
          </p:nvGrpSpPr>
          <p:grpSpPr>
            <a:xfrm>
              <a:off x="4443671" y="1255825"/>
              <a:ext cx="3049824" cy="4847845"/>
              <a:chOff x="4514862" y="1271930"/>
              <a:chExt cx="3049824" cy="4847845"/>
            </a:xfrm>
          </p:grpSpPr>
          <p:cxnSp>
            <p:nvCxnSpPr>
              <p:cNvPr id="229" name="Google Shape;229;p11"/>
              <p:cNvCxnSpPr/>
              <p:nvPr/>
            </p:nvCxnSpPr>
            <p:spPr>
              <a:xfrm>
                <a:off x="4632708" y="1691576"/>
                <a:ext cx="0" cy="43149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grpSp>
            <p:nvGrpSpPr>
              <p:cNvPr id="230" name="Google Shape;230;p11"/>
              <p:cNvGrpSpPr/>
              <p:nvPr/>
            </p:nvGrpSpPr>
            <p:grpSpPr>
              <a:xfrm>
                <a:off x="4632708" y="1804302"/>
                <a:ext cx="2922411" cy="1388189"/>
                <a:chOff x="532164" y="1810897"/>
                <a:chExt cx="2922411" cy="1388189"/>
              </a:xfrm>
            </p:grpSpPr>
            <p:sp>
              <p:nvSpPr>
                <p:cNvPr id="231" name="Google Shape;231;p11"/>
                <p:cNvSpPr/>
                <p:nvPr/>
              </p:nvSpPr>
              <p:spPr>
                <a:xfrm>
                  <a:off x="532164" y="1918618"/>
                  <a:ext cx="2559378" cy="36933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" name="Google Shape;232;p11"/>
                <p:cNvSpPr/>
                <p:nvPr/>
              </p:nvSpPr>
              <p:spPr>
                <a:xfrm>
                  <a:off x="2869800" y="1810897"/>
                  <a:ext cx="584775" cy="584775"/>
                </a:xfrm>
                <a:prstGeom prst="ellipse">
                  <a:avLst/>
                </a:prstGeom>
                <a:solidFill>
                  <a:srgbClr val="31479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3" name="Google Shape;233;p11"/>
                <p:cNvSpPr txBox="1"/>
                <p:nvPr/>
              </p:nvSpPr>
              <p:spPr>
                <a:xfrm>
                  <a:off x="610432" y="1972532"/>
                  <a:ext cx="1912895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 b="1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Fix Avatar Feature</a:t>
                  </a:r>
                  <a:endParaRPr dirty="0"/>
                </a:p>
              </p:txBody>
            </p:sp>
            <p:sp>
              <p:nvSpPr>
                <p:cNvPr id="234" name="Google Shape;234;p11"/>
                <p:cNvSpPr txBox="1"/>
                <p:nvPr/>
              </p:nvSpPr>
              <p:spPr>
                <a:xfrm>
                  <a:off x="757914" y="2298840"/>
                  <a:ext cx="2559378" cy="9002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285750" marR="0" lvl="0" indent="-28575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Courier New"/>
                    <a:buChar char="o"/>
                  </a:pPr>
                  <a:r>
                    <a:rPr lang="en-U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the default setting of public Avatar to private or friends-only.</a:t>
                  </a:r>
                  <a:endParaRPr/>
                </a:p>
                <a:p>
                  <a:pPr marL="285750" marR="0" lvl="0" indent="-28575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Courier New"/>
                    <a:buChar char="o"/>
                  </a:pPr>
                  <a:r>
                    <a:rPr lang="en-U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Approve or disapprove auto-syncing of contacts to app from the contact list of email contacts.</a:t>
                  </a:r>
                  <a:endParaRPr/>
                </a:p>
              </p:txBody>
            </p:sp>
          </p:grpSp>
          <p:sp>
            <p:nvSpPr>
              <p:cNvPr id="235" name="Google Shape;235;p11"/>
              <p:cNvSpPr txBox="1"/>
              <p:nvPr/>
            </p:nvSpPr>
            <p:spPr>
              <a:xfrm>
                <a:off x="4514862" y="1271930"/>
                <a:ext cx="126650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1" dirty="0">
                    <a:solidFill>
                      <a:schemeClr val="accen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Release 3.1</a:t>
                </a:r>
                <a:endParaRPr dirty="0"/>
              </a:p>
            </p:txBody>
          </p:sp>
          <p:grpSp>
            <p:nvGrpSpPr>
              <p:cNvPr id="236" name="Google Shape;236;p11"/>
              <p:cNvGrpSpPr/>
              <p:nvPr/>
            </p:nvGrpSpPr>
            <p:grpSpPr>
              <a:xfrm>
                <a:off x="4642275" y="3035809"/>
                <a:ext cx="2922411" cy="1065024"/>
                <a:chOff x="532164" y="1810897"/>
                <a:chExt cx="2922411" cy="1065024"/>
              </a:xfrm>
            </p:grpSpPr>
            <p:sp>
              <p:nvSpPr>
                <p:cNvPr id="237" name="Google Shape;237;p11"/>
                <p:cNvSpPr/>
                <p:nvPr/>
              </p:nvSpPr>
              <p:spPr>
                <a:xfrm>
                  <a:off x="532164" y="1918618"/>
                  <a:ext cx="2559378" cy="36933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8" name="Google Shape;238;p11"/>
                <p:cNvSpPr/>
                <p:nvPr/>
              </p:nvSpPr>
              <p:spPr>
                <a:xfrm>
                  <a:off x="2869800" y="1810897"/>
                  <a:ext cx="584775" cy="584775"/>
                </a:xfrm>
                <a:prstGeom prst="ellipse">
                  <a:avLst/>
                </a:prstGeom>
                <a:solidFill>
                  <a:srgbClr val="31479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" name="Google Shape;239;p11"/>
                <p:cNvSpPr txBox="1"/>
                <p:nvPr/>
              </p:nvSpPr>
              <p:spPr>
                <a:xfrm>
                  <a:off x="600866" y="1963350"/>
                  <a:ext cx="2077719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 b="1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Automatic Updates</a:t>
                  </a:r>
                  <a:endParaRPr dirty="0"/>
                </a:p>
              </p:txBody>
            </p:sp>
            <p:sp>
              <p:nvSpPr>
                <p:cNvPr id="240" name="Google Shape;240;p11"/>
                <p:cNvSpPr txBox="1"/>
                <p:nvPr/>
              </p:nvSpPr>
              <p:spPr>
                <a:xfrm>
                  <a:off x="748347" y="2298840"/>
                  <a:ext cx="2559378" cy="57708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285750" marR="0" lvl="0" indent="-28575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Courier New"/>
                    <a:buChar char="o"/>
                  </a:pPr>
                  <a:r>
                    <a:rPr lang="en-U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Enable/disable automatic updated and specify update hours.</a:t>
                  </a:r>
                  <a:endParaRPr/>
                </a:p>
                <a:p>
                  <a:pPr marL="285750" marR="0" lvl="0" indent="-28575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Courier New"/>
                    <a:buChar char="o"/>
                  </a:pPr>
                  <a:r>
                    <a:rPr lang="en-U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Improve performance erudition.</a:t>
                  </a:r>
                  <a:endParaRPr/>
                </a:p>
              </p:txBody>
            </p:sp>
          </p:grpSp>
          <p:grpSp>
            <p:nvGrpSpPr>
              <p:cNvPr id="241" name="Google Shape;241;p11"/>
              <p:cNvGrpSpPr/>
              <p:nvPr/>
            </p:nvGrpSpPr>
            <p:grpSpPr>
              <a:xfrm>
                <a:off x="4642275" y="3968730"/>
                <a:ext cx="2922411" cy="874413"/>
                <a:chOff x="532164" y="1810897"/>
                <a:chExt cx="2922411" cy="874413"/>
              </a:xfrm>
            </p:grpSpPr>
            <p:sp>
              <p:nvSpPr>
                <p:cNvPr id="242" name="Google Shape;242;p11"/>
                <p:cNvSpPr/>
                <p:nvPr/>
              </p:nvSpPr>
              <p:spPr>
                <a:xfrm>
                  <a:off x="532164" y="1918618"/>
                  <a:ext cx="2559378" cy="36933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" name="Google Shape;243;p11"/>
                <p:cNvSpPr/>
                <p:nvPr/>
              </p:nvSpPr>
              <p:spPr>
                <a:xfrm>
                  <a:off x="2869800" y="1810897"/>
                  <a:ext cx="584775" cy="584775"/>
                </a:xfrm>
                <a:prstGeom prst="ellipse">
                  <a:avLst/>
                </a:prstGeom>
                <a:solidFill>
                  <a:srgbClr val="31479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4" name="Google Shape;244;p11"/>
                <p:cNvSpPr txBox="1"/>
                <p:nvPr/>
              </p:nvSpPr>
              <p:spPr>
                <a:xfrm>
                  <a:off x="600865" y="1948836"/>
                  <a:ext cx="2077719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 b="1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Introduce Instinctive Pause</a:t>
                  </a:r>
                  <a:endParaRPr dirty="0"/>
                </a:p>
              </p:txBody>
            </p:sp>
            <p:sp>
              <p:nvSpPr>
                <p:cNvPr id="245" name="Google Shape;245;p11"/>
                <p:cNvSpPr txBox="1"/>
                <p:nvPr/>
              </p:nvSpPr>
              <p:spPr>
                <a:xfrm>
                  <a:off x="748347" y="2269812"/>
                  <a:ext cx="2559378" cy="4154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285750" marR="0" lvl="0" indent="-28575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Courier New"/>
                    <a:buChar char="o"/>
                  </a:pPr>
                  <a:r>
                    <a:rPr lang="en-US" sz="1050" dirty="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Allow updated to resume rather than start from scratch if interrupted.</a:t>
                  </a:r>
                  <a:endParaRPr dirty="0"/>
                </a:p>
              </p:txBody>
            </p:sp>
          </p:grpSp>
          <p:grpSp>
            <p:nvGrpSpPr>
              <p:cNvPr id="246" name="Google Shape;246;p11"/>
              <p:cNvGrpSpPr/>
              <p:nvPr/>
            </p:nvGrpSpPr>
            <p:grpSpPr>
              <a:xfrm>
                <a:off x="4642275" y="4731586"/>
                <a:ext cx="2922411" cy="1388189"/>
                <a:chOff x="532164" y="1810897"/>
                <a:chExt cx="2922411" cy="1388189"/>
              </a:xfrm>
            </p:grpSpPr>
            <p:sp>
              <p:nvSpPr>
                <p:cNvPr id="247" name="Google Shape;247;p11"/>
                <p:cNvSpPr/>
                <p:nvPr/>
              </p:nvSpPr>
              <p:spPr>
                <a:xfrm>
                  <a:off x="532164" y="1918618"/>
                  <a:ext cx="2559378" cy="36933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" name="Google Shape;248;p11"/>
                <p:cNvSpPr/>
                <p:nvPr/>
              </p:nvSpPr>
              <p:spPr>
                <a:xfrm>
                  <a:off x="2869800" y="1810897"/>
                  <a:ext cx="584775" cy="584775"/>
                </a:xfrm>
                <a:prstGeom prst="ellipse">
                  <a:avLst/>
                </a:prstGeom>
                <a:solidFill>
                  <a:srgbClr val="31479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" name="Google Shape;249;p11"/>
                <p:cNvSpPr txBox="1"/>
                <p:nvPr/>
              </p:nvSpPr>
              <p:spPr>
                <a:xfrm>
                  <a:off x="600866" y="1963584"/>
                  <a:ext cx="2204321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200" b="1" dirty="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Screen – off Parameters</a:t>
                  </a:r>
                  <a:endParaRPr dirty="0"/>
                </a:p>
              </p:txBody>
            </p:sp>
            <p:sp>
              <p:nvSpPr>
                <p:cNvPr id="250" name="Google Shape;250;p11"/>
                <p:cNvSpPr txBox="1"/>
                <p:nvPr/>
              </p:nvSpPr>
              <p:spPr>
                <a:xfrm>
                  <a:off x="748347" y="2298840"/>
                  <a:ext cx="2447173" cy="9002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285750" marR="0" lvl="0" indent="-28575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Courier New"/>
                    <a:buChar char="o"/>
                  </a:pPr>
                  <a:r>
                    <a:rPr lang="en-U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Change screen settings to warm light during night or specify the hours for automatic change.</a:t>
                  </a:r>
                  <a:endParaRPr/>
                </a:p>
                <a:p>
                  <a:pPr marL="285750" marR="0" lvl="0" indent="-285750" algn="l" rtl="0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050"/>
                    <a:buFont typeface="Courier New"/>
                    <a:buChar char="o"/>
                  </a:pPr>
                  <a:r>
                    <a:rPr lang="en-US" sz="105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Fix screen – off (too aggressive, reducing overall functionality).</a:t>
                  </a:r>
                  <a:endParaRPr/>
                </a:p>
              </p:txBody>
            </p:sp>
          </p:grpSp>
        </p:grpSp>
        <p:cxnSp>
          <p:nvCxnSpPr>
            <p:cNvPr id="251" name="Google Shape;251;p11"/>
            <p:cNvCxnSpPr/>
            <p:nvPr/>
          </p:nvCxnSpPr>
          <p:spPr>
            <a:xfrm>
              <a:off x="8596265" y="1675471"/>
              <a:ext cx="0" cy="4314988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grpSp>
          <p:nvGrpSpPr>
            <p:cNvPr id="252" name="Google Shape;252;p11"/>
            <p:cNvGrpSpPr/>
            <p:nvPr/>
          </p:nvGrpSpPr>
          <p:grpSpPr>
            <a:xfrm>
              <a:off x="8596265" y="1788197"/>
              <a:ext cx="2922411" cy="1359161"/>
              <a:chOff x="532164" y="1810897"/>
              <a:chExt cx="2922411" cy="1359161"/>
            </a:xfrm>
          </p:grpSpPr>
          <p:sp>
            <p:nvSpPr>
              <p:cNvPr id="253" name="Google Shape;253;p11"/>
              <p:cNvSpPr/>
              <p:nvPr/>
            </p:nvSpPr>
            <p:spPr>
              <a:xfrm>
                <a:off x="532164" y="1918618"/>
                <a:ext cx="2559378" cy="3693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1"/>
              <p:cNvSpPr/>
              <p:nvPr/>
            </p:nvSpPr>
            <p:spPr>
              <a:xfrm>
                <a:off x="2869800" y="1810897"/>
                <a:ext cx="584775" cy="584775"/>
              </a:xfrm>
              <a:prstGeom prst="ellipse">
                <a:avLst/>
              </a:prstGeom>
              <a:solidFill>
                <a:srgbClr val="11B2E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1"/>
              <p:cNvSpPr txBox="1"/>
              <p:nvPr/>
            </p:nvSpPr>
            <p:spPr>
              <a:xfrm>
                <a:off x="625181" y="1972532"/>
                <a:ext cx="202651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Release Avatar Emoji Update</a:t>
                </a:r>
                <a:endParaRPr/>
              </a:p>
            </p:txBody>
          </p:sp>
          <p:sp>
            <p:nvSpPr>
              <p:cNvPr id="256" name="Google Shape;256;p11"/>
              <p:cNvSpPr txBox="1"/>
              <p:nvPr/>
            </p:nvSpPr>
            <p:spPr>
              <a:xfrm>
                <a:off x="757914" y="2269812"/>
                <a:ext cx="2456739" cy="900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Courier New"/>
                  <a:buChar char="o"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Emojis 3.0 can be created using different self-portraits.</a:t>
                </a:r>
                <a:endParaRPr/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Courier New"/>
                  <a:buChar char="o"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Maintain the face originality with appropriate emotions.</a:t>
                </a:r>
                <a:endParaRPr/>
              </a:p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Courier New"/>
                  <a:buChar char="o"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Includes unique, built-in emojis.</a:t>
                </a:r>
                <a:endParaRPr/>
              </a:p>
            </p:txBody>
          </p:sp>
        </p:grpSp>
        <p:sp>
          <p:nvSpPr>
            <p:cNvPr id="257" name="Google Shape;257;p11"/>
            <p:cNvSpPr txBox="1"/>
            <p:nvPr/>
          </p:nvSpPr>
          <p:spPr>
            <a:xfrm>
              <a:off x="8478419" y="1255825"/>
              <a:ext cx="1266501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Release 3.2</a:t>
              </a:r>
              <a:endParaRPr dirty="0"/>
            </a:p>
          </p:txBody>
        </p:sp>
        <p:grpSp>
          <p:nvGrpSpPr>
            <p:cNvPr id="258" name="Google Shape;258;p11"/>
            <p:cNvGrpSpPr/>
            <p:nvPr/>
          </p:nvGrpSpPr>
          <p:grpSpPr>
            <a:xfrm>
              <a:off x="8605832" y="3019704"/>
              <a:ext cx="2922411" cy="903441"/>
              <a:chOff x="532164" y="1810897"/>
              <a:chExt cx="2922411" cy="903441"/>
            </a:xfrm>
          </p:grpSpPr>
          <p:sp>
            <p:nvSpPr>
              <p:cNvPr id="259" name="Google Shape;259;p11"/>
              <p:cNvSpPr/>
              <p:nvPr/>
            </p:nvSpPr>
            <p:spPr>
              <a:xfrm>
                <a:off x="532164" y="1918618"/>
                <a:ext cx="2559378" cy="3693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1"/>
              <p:cNvSpPr/>
              <p:nvPr/>
            </p:nvSpPr>
            <p:spPr>
              <a:xfrm>
                <a:off x="2869800" y="1810897"/>
                <a:ext cx="584775" cy="584775"/>
              </a:xfrm>
              <a:prstGeom prst="ellipse">
                <a:avLst/>
              </a:prstGeom>
              <a:solidFill>
                <a:srgbClr val="11B2E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1"/>
              <p:cNvSpPr txBox="1"/>
              <p:nvPr/>
            </p:nvSpPr>
            <p:spPr>
              <a:xfrm>
                <a:off x="615614" y="1963350"/>
                <a:ext cx="1416029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Automatic Updates</a:t>
                </a:r>
                <a:endParaRPr/>
              </a:p>
            </p:txBody>
          </p:sp>
          <p:sp>
            <p:nvSpPr>
              <p:cNvPr id="262" name="Google Shape;262;p11"/>
              <p:cNvSpPr txBox="1"/>
              <p:nvPr/>
            </p:nvSpPr>
            <p:spPr>
              <a:xfrm>
                <a:off x="748347" y="2298840"/>
                <a:ext cx="2559378" cy="4154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Courier New"/>
                  <a:buChar char="o"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Connecting to WIFI enables automatic updated which can be disabled.</a:t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605832" y="3851025"/>
              <a:ext cx="2922411" cy="1050256"/>
              <a:chOff x="532164" y="1810897"/>
              <a:chExt cx="2922411" cy="1050256"/>
            </a:xfrm>
          </p:grpSpPr>
          <p:sp>
            <p:nvSpPr>
              <p:cNvPr id="264" name="Google Shape;264;p11"/>
              <p:cNvSpPr/>
              <p:nvPr/>
            </p:nvSpPr>
            <p:spPr>
              <a:xfrm>
                <a:off x="532164" y="1918618"/>
                <a:ext cx="2559378" cy="3693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>
                <a:off x="2869800" y="1810897"/>
                <a:ext cx="584775" cy="584775"/>
              </a:xfrm>
              <a:prstGeom prst="ellipse">
                <a:avLst/>
              </a:prstGeom>
              <a:solidFill>
                <a:srgbClr val="11B2E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1"/>
              <p:cNvSpPr txBox="1"/>
              <p:nvPr/>
            </p:nvSpPr>
            <p:spPr>
              <a:xfrm>
                <a:off x="615614" y="1948836"/>
                <a:ext cx="1912896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Introduce Instinctive Pause</a:t>
                </a:r>
                <a:endParaRPr/>
              </a:p>
            </p:txBody>
          </p:sp>
          <p:sp>
            <p:nvSpPr>
              <p:cNvPr id="267" name="Google Shape;267;p11"/>
              <p:cNvSpPr txBox="1"/>
              <p:nvPr/>
            </p:nvSpPr>
            <p:spPr>
              <a:xfrm>
                <a:off x="748347" y="2284072"/>
                <a:ext cx="2559378" cy="577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Courier New"/>
                  <a:buChar char="o"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Introduce various LED colors for notifications of several mainstream apps.</a:t>
                </a:r>
                <a:endParaRPr/>
              </a:p>
            </p:txBody>
          </p:sp>
        </p:grpSp>
        <p:grpSp>
          <p:nvGrpSpPr>
            <p:cNvPr id="268" name="Google Shape;268;p11"/>
            <p:cNvGrpSpPr/>
            <p:nvPr/>
          </p:nvGrpSpPr>
          <p:grpSpPr>
            <a:xfrm>
              <a:off x="8605832" y="4802567"/>
              <a:ext cx="2922411" cy="1065024"/>
              <a:chOff x="532164" y="1810897"/>
              <a:chExt cx="2922411" cy="1065024"/>
            </a:xfrm>
          </p:grpSpPr>
          <p:sp>
            <p:nvSpPr>
              <p:cNvPr id="269" name="Google Shape;269;p11"/>
              <p:cNvSpPr/>
              <p:nvPr/>
            </p:nvSpPr>
            <p:spPr>
              <a:xfrm>
                <a:off x="532164" y="1918618"/>
                <a:ext cx="2559378" cy="3693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1"/>
              <p:cNvSpPr/>
              <p:nvPr/>
            </p:nvSpPr>
            <p:spPr>
              <a:xfrm>
                <a:off x="2869800" y="1810897"/>
                <a:ext cx="584775" cy="584775"/>
              </a:xfrm>
              <a:prstGeom prst="ellipse">
                <a:avLst/>
              </a:prstGeom>
              <a:solidFill>
                <a:srgbClr val="11B2E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1"/>
              <p:cNvSpPr txBox="1"/>
              <p:nvPr/>
            </p:nvSpPr>
            <p:spPr>
              <a:xfrm>
                <a:off x="615614" y="1963584"/>
                <a:ext cx="220432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Change Screen – off Parameters</a:t>
                </a:r>
                <a:endParaRPr/>
              </a:p>
            </p:txBody>
          </p:sp>
          <p:sp>
            <p:nvSpPr>
              <p:cNvPr id="272" name="Google Shape;272;p11"/>
              <p:cNvSpPr txBox="1"/>
              <p:nvPr/>
            </p:nvSpPr>
            <p:spPr>
              <a:xfrm>
                <a:off x="748347" y="2298840"/>
                <a:ext cx="2559377" cy="5770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marR="0" lvl="0" indent="-2857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Courier New"/>
                  <a:buChar char="o"/>
                </a:pPr>
                <a:r>
                  <a:rPr lang="en-US" sz="105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users can open a separate window alongside main window to do multi-tasking when needed.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11"/>
            <p:cNvGrpSpPr/>
            <p:nvPr/>
          </p:nvGrpSpPr>
          <p:grpSpPr>
            <a:xfrm>
              <a:off x="11089410" y="1935512"/>
              <a:ext cx="289271" cy="290344"/>
              <a:chOff x="2194201" y="3532445"/>
              <a:chExt cx="485083" cy="486881"/>
            </a:xfrm>
          </p:grpSpPr>
          <p:sp>
            <p:nvSpPr>
              <p:cNvPr id="274" name="Google Shape;274;p11"/>
              <p:cNvSpPr/>
              <p:nvPr/>
            </p:nvSpPr>
            <p:spPr>
              <a:xfrm>
                <a:off x="2194201" y="3532445"/>
                <a:ext cx="485083" cy="486881"/>
              </a:xfrm>
              <a:custGeom>
                <a:avLst/>
                <a:gdLst/>
                <a:ahLst/>
                <a:cxnLst/>
                <a:rect l="l" t="t" r="r" b="b"/>
                <a:pathLst>
                  <a:path w="485083" h="486881" extrusionOk="0">
                    <a:moveTo>
                      <a:pt x="377940" y="125394"/>
                    </a:moveTo>
                    <a:lnTo>
                      <a:pt x="334739" y="193962"/>
                    </a:lnTo>
                    <a:lnTo>
                      <a:pt x="336904" y="168895"/>
                    </a:lnTo>
                    <a:cubicBezTo>
                      <a:pt x="347625" y="82007"/>
                      <a:pt x="300357" y="9439"/>
                      <a:pt x="298336" y="6389"/>
                    </a:cubicBezTo>
                    <a:lnTo>
                      <a:pt x="294104" y="0"/>
                    </a:lnTo>
                    <a:lnTo>
                      <a:pt x="183109" y="0"/>
                    </a:lnTo>
                    <a:cubicBezTo>
                      <a:pt x="139767" y="0"/>
                      <a:pt x="98159" y="18372"/>
                      <a:pt x="68958" y="50404"/>
                    </a:cubicBezTo>
                    <a:cubicBezTo>
                      <a:pt x="39758" y="82435"/>
                      <a:pt x="25300" y="125557"/>
                      <a:pt x="29290" y="168628"/>
                    </a:cubicBezTo>
                    <a:lnTo>
                      <a:pt x="33357" y="215696"/>
                    </a:lnTo>
                    <a:cubicBezTo>
                      <a:pt x="31597" y="220674"/>
                      <a:pt x="30672" y="225971"/>
                      <a:pt x="30672" y="231427"/>
                    </a:cubicBezTo>
                    <a:cubicBezTo>
                      <a:pt x="30672" y="252846"/>
                      <a:pt x="45066" y="270962"/>
                      <a:pt x="64690" y="276612"/>
                    </a:cubicBezTo>
                    <a:lnTo>
                      <a:pt x="64690" y="283399"/>
                    </a:lnTo>
                    <a:cubicBezTo>
                      <a:pt x="64690" y="308762"/>
                      <a:pt x="83549" y="329798"/>
                      <a:pt x="107984" y="333219"/>
                    </a:cubicBezTo>
                    <a:lnTo>
                      <a:pt x="107984" y="354488"/>
                    </a:lnTo>
                    <a:lnTo>
                      <a:pt x="61388" y="354488"/>
                    </a:lnTo>
                    <a:cubicBezTo>
                      <a:pt x="27540" y="354488"/>
                      <a:pt x="0" y="382029"/>
                      <a:pt x="0" y="415876"/>
                    </a:cubicBezTo>
                    <a:lnTo>
                      <a:pt x="0" y="486881"/>
                    </a:lnTo>
                    <a:lnTo>
                      <a:pt x="438659" y="486881"/>
                    </a:lnTo>
                    <a:lnTo>
                      <a:pt x="438659" y="295438"/>
                    </a:lnTo>
                    <a:lnTo>
                      <a:pt x="485084" y="295438"/>
                    </a:lnTo>
                    <a:close/>
                    <a:moveTo>
                      <a:pt x="410131" y="458353"/>
                    </a:moveTo>
                    <a:lnTo>
                      <a:pt x="366216" y="458353"/>
                    </a:lnTo>
                    <a:lnTo>
                      <a:pt x="366216" y="415876"/>
                    </a:lnTo>
                    <a:cubicBezTo>
                      <a:pt x="366216" y="397738"/>
                      <a:pt x="358300" y="381416"/>
                      <a:pt x="345749" y="370168"/>
                    </a:cubicBezTo>
                    <a:lnTo>
                      <a:pt x="345749" y="266910"/>
                    </a:lnTo>
                    <a:lnTo>
                      <a:pt x="322492" y="266910"/>
                    </a:lnTo>
                    <a:lnTo>
                      <a:pt x="377940" y="178907"/>
                    </a:lnTo>
                    <a:lnTo>
                      <a:pt x="433388" y="266910"/>
                    </a:lnTo>
                    <a:lnTo>
                      <a:pt x="410131" y="266910"/>
                    </a:lnTo>
                    <a:close/>
                    <a:moveTo>
                      <a:pt x="28528" y="415876"/>
                    </a:moveTo>
                    <a:cubicBezTo>
                      <a:pt x="28528" y="397756"/>
                      <a:pt x="43272" y="383017"/>
                      <a:pt x="61388" y="383017"/>
                    </a:cubicBezTo>
                    <a:lnTo>
                      <a:pt x="131304" y="383017"/>
                    </a:lnTo>
                    <a:lnTo>
                      <a:pt x="140580" y="421422"/>
                    </a:lnTo>
                    <a:lnTo>
                      <a:pt x="124752" y="458353"/>
                    </a:lnTo>
                    <a:lnTo>
                      <a:pt x="28528" y="458353"/>
                    </a:lnTo>
                    <a:close/>
                    <a:moveTo>
                      <a:pt x="77684" y="249912"/>
                    </a:moveTo>
                    <a:cubicBezTo>
                      <a:pt x="67491" y="249912"/>
                      <a:pt x="59200" y="241620"/>
                      <a:pt x="59200" y="231427"/>
                    </a:cubicBezTo>
                    <a:cubicBezTo>
                      <a:pt x="59200" y="226361"/>
                      <a:pt x="61209" y="221635"/>
                      <a:pt x="64857" y="218118"/>
                    </a:cubicBezTo>
                    <a:cubicBezTo>
                      <a:pt x="68505" y="214604"/>
                      <a:pt x="73315" y="212777"/>
                      <a:pt x="78393" y="212958"/>
                    </a:cubicBezTo>
                    <a:lnTo>
                      <a:pt x="87865" y="212973"/>
                    </a:lnTo>
                    <a:lnTo>
                      <a:pt x="126921" y="134217"/>
                    </a:lnTo>
                    <a:cubicBezTo>
                      <a:pt x="146846" y="148543"/>
                      <a:pt x="170683" y="156270"/>
                      <a:pt x="195712" y="156270"/>
                    </a:cubicBezTo>
                    <a:lnTo>
                      <a:pt x="254652" y="156270"/>
                    </a:lnTo>
                    <a:lnTo>
                      <a:pt x="278332" y="212951"/>
                    </a:lnTo>
                    <a:lnTo>
                      <a:pt x="287820" y="212958"/>
                    </a:lnTo>
                    <a:cubicBezTo>
                      <a:pt x="292912" y="212777"/>
                      <a:pt x="297711" y="214604"/>
                      <a:pt x="301355" y="218114"/>
                    </a:cubicBezTo>
                    <a:cubicBezTo>
                      <a:pt x="305007" y="221632"/>
                      <a:pt x="307016" y="226361"/>
                      <a:pt x="307016" y="231427"/>
                    </a:cubicBezTo>
                    <a:cubicBezTo>
                      <a:pt x="307016" y="241620"/>
                      <a:pt x="298726" y="249912"/>
                      <a:pt x="288533" y="249912"/>
                    </a:cubicBezTo>
                    <a:lnTo>
                      <a:pt x="273002" y="249912"/>
                    </a:lnTo>
                    <a:lnTo>
                      <a:pt x="273002" y="283399"/>
                    </a:lnTo>
                    <a:cubicBezTo>
                      <a:pt x="273002" y="295407"/>
                      <a:pt x="263229" y="305181"/>
                      <a:pt x="251220" y="305181"/>
                    </a:cubicBezTo>
                    <a:lnTo>
                      <a:pt x="229705" y="305181"/>
                    </a:lnTo>
                    <a:lnTo>
                      <a:pt x="229705" y="354488"/>
                    </a:lnTo>
                    <a:lnTo>
                      <a:pt x="136512" y="354488"/>
                    </a:lnTo>
                    <a:lnTo>
                      <a:pt x="136512" y="305181"/>
                    </a:lnTo>
                    <a:lnTo>
                      <a:pt x="114997" y="305181"/>
                    </a:lnTo>
                    <a:cubicBezTo>
                      <a:pt x="102988" y="305181"/>
                      <a:pt x="93218" y="295407"/>
                      <a:pt x="93218" y="283399"/>
                    </a:cubicBezTo>
                    <a:lnTo>
                      <a:pt x="93218" y="249912"/>
                    </a:lnTo>
                    <a:close/>
                    <a:moveTo>
                      <a:pt x="183109" y="28528"/>
                    </a:moveTo>
                    <a:lnTo>
                      <a:pt x="278347" y="28528"/>
                    </a:lnTo>
                    <a:cubicBezTo>
                      <a:pt x="288755" y="47005"/>
                      <a:pt x="316370" y="103047"/>
                      <a:pt x="308561" y="165635"/>
                    </a:cubicBezTo>
                    <a:lnTo>
                      <a:pt x="306623" y="188007"/>
                    </a:lnTo>
                    <a:cubicBezTo>
                      <a:pt x="303599" y="186748"/>
                      <a:pt x="300449" y="185805"/>
                      <a:pt x="297206" y="185207"/>
                    </a:cubicBezTo>
                    <a:cubicBezTo>
                      <a:pt x="290836" y="169527"/>
                      <a:pt x="277470" y="136639"/>
                      <a:pt x="277470" y="136639"/>
                    </a:cubicBezTo>
                    <a:lnTo>
                      <a:pt x="273856" y="127742"/>
                    </a:lnTo>
                    <a:lnTo>
                      <a:pt x="195712" y="127742"/>
                    </a:lnTo>
                    <a:cubicBezTo>
                      <a:pt x="171771" y="127742"/>
                      <a:pt x="149265" y="118418"/>
                      <a:pt x="132333" y="101491"/>
                    </a:cubicBezTo>
                    <a:lnTo>
                      <a:pt x="118307" y="87464"/>
                    </a:lnTo>
                    <a:lnTo>
                      <a:pt x="109473" y="105227"/>
                    </a:lnTo>
                    <a:cubicBezTo>
                      <a:pt x="97847" y="128615"/>
                      <a:pt x="77892" y="168743"/>
                      <a:pt x="69768" y="185069"/>
                    </a:cubicBezTo>
                    <a:cubicBezTo>
                      <a:pt x="66261" y="185660"/>
                      <a:pt x="62855" y="186644"/>
                      <a:pt x="59597" y="188004"/>
                    </a:cubicBezTo>
                    <a:lnTo>
                      <a:pt x="57703" y="166083"/>
                    </a:lnTo>
                    <a:cubicBezTo>
                      <a:pt x="54445" y="130895"/>
                      <a:pt x="66232" y="95737"/>
                      <a:pt x="90039" y="69623"/>
                    </a:cubicBezTo>
                    <a:cubicBezTo>
                      <a:pt x="113846" y="43505"/>
                      <a:pt x="147772" y="28528"/>
                      <a:pt x="183109" y="28528"/>
                    </a:cubicBezTo>
                    <a:close/>
                    <a:moveTo>
                      <a:pt x="317221" y="355748"/>
                    </a:moveTo>
                    <a:cubicBezTo>
                      <a:pt x="313220" y="354923"/>
                      <a:pt x="309075" y="354488"/>
                      <a:pt x="304829" y="354488"/>
                    </a:cubicBezTo>
                    <a:lnTo>
                      <a:pt x="258233" y="354488"/>
                    </a:lnTo>
                    <a:lnTo>
                      <a:pt x="258233" y="333223"/>
                    </a:lnTo>
                    <a:cubicBezTo>
                      <a:pt x="278671" y="330358"/>
                      <a:pt x="295201" y="315170"/>
                      <a:pt x="300063" y="295438"/>
                    </a:cubicBezTo>
                    <a:lnTo>
                      <a:pt x="317221" y="295438"/>
                    </a:lnTo>
                    <a:close/>
                    <a:moveTo>
                      <a:pt x="199772" y="407002"/>
                    </a:moveTo>
                    <a:lnTo>
                      <a:pt x="166444" y="407002"/>
                    </a:lnTo>
                    <a:lnTo>
                      <a:pt x="160653" y="383017"/>
                    </a:lnTo>
                    <a:lnTo>
                      <a:pt x="205563" y="383017"/>
                    </a:lnTo>
                    <a:close/>
                    <a:moveTo>
                      <a:pt x="165571" y="435530"/>
                    </a:moveTo>
                    <a:lnTo>
                      <a:pt x="200645" y="435530"/>
                    </a:lnTo>
                    <a:lnTo>
                      <a:pt x="210429" y="458353"/>
                    </a:lnTo>
                    <a:lnTo>
                      <a:pt x="155791" y="458353"/>
                    </a:lnTo>
                    <a:close/>
                    <a:moveTo>
                      <a:pt x="241465" y="458353"/>
                    </a:moveTo>
                    <a:lnTo>
                      <a:pt x="225637" y="421422"/>
                    </a:lnTo>
                    <a:lnTo>
                      <a:pt x="234912" y="383017"/>
                    </a:lnTo>
                    <a:lnTo>
                      <a:pt x="304829" y="383017"/>
                    </a:lnTo>
                    <a:cubicBezTo>
                      <a:pt x="322948" y="383017"/>
                      <a:pt x="337688" y="397756"/>
                      <a:pt x="337688" y="415876"/>
                    </a:cubicBezTo>
                    <a:lnTo>
                      <a:pt x="337688" y="45835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75" name="Google Shape;275;p11"/>
              <p:cNvSpPr/>
              <p:nvPr/>
            </p:nvSpPr>
            <p:spPr>
              <a:xfrm>
                <a:off x="2319847" y="3715073"/>
                <a:ext cx="27031" cy="28528"/>
              </a:xfrm>
              <a:custGeom>
                <a:avLst/>
                <a:gdLst/>
                <a:ahLst/>
                <a:cxnLst/>
                <a:rect l="l" t="t" r="r" b="b"/>
                <a:pathLst>
                  <a:path w="27031" h="28528" extrusionOk="0">
                    <a:moveTo>
                      <a:pt x="0" y="0"/>
                    </a:moveTo>
                    <a:lnTo>
                      <a:pt x="27031" y="0"/>
                    </a:lnTo>
                    <a:lnTo>
                      <a:pt x="27031" y="28528"/>
                    </a:lnTo>
                    <a:lnTo>
                      <a:pt x="0" y="2852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76" name="Google Shape;276;p11"/>
              <p:cNvSpPr/>
              <p:nvPr/>
            </p:nvSpPr>
            <p:spPr>
              <a:xfrm>
                <a:off x="2407739" y="3715073"/>
                <a:ext cx="27034" cy="28528"/>
              </a:xfrm>
              <a:custGeom>
                <a:avLst/>
                <a:gdLst/>
                <a:ahLst/>
                <a:cxnLst/>
                <a:rect l="l" t="t" r="r" b="b"/>
                <a:pathLst>
                  <a:path w="27034" h="28528" extrusionOk="0">
                    <a:moveTo>
                      <a:pt x="0" y="0"/>
                    </a:moveTo>
                    <a:lnTo>
                      <a:pt x="27034" y="0"/>
                    </a:lnTo>
                    <a:lnTo>
                      <a:pt x="27034" y="28528"/>
                    </a:lnTo>
                    <a:lnTo>
                      <a:pt x="0" y="2852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77" name="Google Shape;277;p11"/>
              <p:cNvSpPr/>
              <p:nvPr/>
            </p:nvSpPr>
            <p:spPr>
              <a:xfrm>
                <a:off x="2328024" y="3771216"/>
                <a:ext cx="98574" cy="45046"/>
              </a:xfrm>
              <a:custGeom>
                <a:avLst/>
                <a:gdLst/>
                <a:ahLst/>
                <a:cxnLst/>
                <a:rect l="l" t="t" r="r" b="b"/>
                <a:pathLst>
                  <a:path w="98574" h="45046" extrusionOk="0">
                    <a:moveTo>
                      <a:pt x="1166" y="14792"/>
                    </a:moveTo>
                    <a:cubicBezTo>
                      <a:pt x="10003" y="33172"/>
                      <a:pt x="28891" y="45047"/>
                      <a:pt x="49285" y="45047"/>
                    </a:cubicBezTo>
                    <a:cubicBezTo>
                      <a:pt x="69682" y="45047"/>
                      <a:pt x="88567" y="33172"/>
                      <a:pt x="97404" y="14792"/>
                    </a:cubicBezTo>
                    <a:lnTo>
                      <a:pt x="98575" y="12362"/>
                    </a:lnTo>
                    <a:lnTo>
                      <a:pt x="72862" y="0"/>
                    </a:lnTo>
                    <a:lnTo>
                      <a:pt x="71695" y="2430"/>
                    </a:lnTo>
                    <a:cubicBezTo>
                      <a:pt x="67580" y="10988"/>
                      <a:pt x="58783" y="16519"/>
                      <a:pt x="49285" y="16519"/>
                    </a:cubicBezTo>
                    <a:cubicBezTo>
                      <a:pt x="39790" y="16519"/>
                      <a:pt x="30994" y="10988"/>
                      <a:pt x="26878" y="2430"/>
                    </a:cubicBezTo>
                    <a:lnTo>
                      <a:pt x="25709" y="0"/>
                    </a:lnTo>
                    <a:lnTo>
                      <a:pt x="0" y="123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78" name="Google Shape;278;p11"/>
            <p:cNvGrpSpPr/>
            <p:nvPr/>
          </p:nvGrpSpPr>
          <p:grpSpPr>
            <a:xfrm>
              <a:off x="11017639" y="3104691"/>
              <a:ext cx="434733" cy="434733"/>
              <a:chOff x="2194201" y="1772580"/>
              <a:chExt cx="486882" cy="486881"/>
            </a:xfrm>
          </p:grpSpPr>
          <p:sp>
            <p:nvSpPr>
              <p:cNvPr id="279" name="Google Shape;279;p11"/>
              <p:cNvSpPr/>
              <p:nvPr/>
            </p:nvSpPr>
            <p:spPr>
              <a:xfrm>
                <a:off x="2194201" y="1772580"/>
                <a:ext cx="486882" cy="486881"/>
              </a:xfrm>
              <a:custGeom>
                <a:avLst/>
                <a:gdLst/>
                <a:ahLst/>
                <a:cxnLst/>
                <a:rect l="l" t="t" r="r" b="b"/>
                <a:pathLst>
                  <a:path w="486882" h="486881" extrusionOk="0">
                    <a:moveTo>
                      <a:pt x="449936" y="229176"/>
                    </a:moveTo>
                    <a:cubicBezTo>
                      <a:pt x="446564" y="179260"/>
                      <a:pt x="425517" y="132790"/>
                      <a:pt x="389804" y="97078"/>
                    </a:cubicBezTo>
                    <a:cubicBezTo>
                      <a:pt x="354092" y="61365"/>
                      <a:pt x="307622" y="40318"/>
                      <a:pt x="257705" y="36946"/>
                    </a:cubicBezTo>
                    <a:lnTo>
                      <a:pt x="257705" y="0"/>
                    </a:lnTo>
                    <a:lnTo>
                      <a:pt x="229177" y="0"/>
                    </a:lnTo>
                    <a:lnTo>
                      <a:pt x="229177" y="36946"/>
                    </a:lnTo>
                    <a:cubicBezTo>
                      <a:pt x="179260" y="40322"/>
                      <a:pt x="132790" y="61365"/>
                      <a:pt x="97078" y="97078"/>
                    </a:cubicBezTo>
                    <a:cubicBezTo>
                      <a:pt x="61365" y="132790"/>
                      <a:pt x="40318" y="179260"/>
                      <a:pt x="36946" y="229176"/>
                    </a:cubicBezTo>
                    <a:lnTo>
                      <a:pt x="0" y="229176"/>
                    </a:lnTo>
                    <a:lnTo>
                      <a:pt x="0" y="257705"/>
                    </a:lnTo>
                    <a:lnTo>
                      <a:pt x="36946" y="257705"/>
                    </a:lnTo>
                    <a:cubicBezTo>
                      <a:pt x="40318" y="307621"/>
                      <a:pt x="61365" y="354091"/>
                      <a:pt x="97078" y="389803"/>
                    </a:cubicBezTo>
                    <a:cubicBezTo>
                      <a:pt x="132790" y="425516"/>
                      <a:pt x="179260" y="446563"/>
                      <a:pt x="229177" y="449935"/>
                    </a:cubicBezTo>
                    <a:lnTo>
                      <a:pt x="229177" y="486881"/>
                    </a:lnTo>
                    <a:lnTo>
                      <a:pt x="257705" y="486881"/>
                    </a:lnTo>
                    <a:lnTo>
                      <a:pt x="257705" y="449935"/>
                    </a:lnTo>
                    <a:cubicBezTo>
                      <a:pt x="307622" y="446563"/>
                      <a:pt x="354092" y="425516"/>
                      <a:pt x="389804" y="389803"/>
                    </a:cubicBezTo>
                    <a:cubicBezTo>
                      <a:pt x="425517" y="354091"/>
                      <a:pt x="446564" y="307621"/>
                      <a:pt x="449936" y="257705"/>
                    </a:cubicBezTo>
                    <a:lnTo>
                      <a:pt x="486882" y="257705"/>
                    </a:lnTo>
                    <a:lnTo>
                      <a:pt x="486882" y="229176"/>
                    </a:lnTo>
                    <a:close/>
                    <a:moveTo>
                      <a:pt x="243441" y="421901"/>
                    </a:moveTo>
                    <a:cubicBezTo>
                      <a:pt x="145038" y="421901"/>
                      <a:pt x="64980" y="341844"/>
                      <a:pt x="64980" y="243441"/>
                    </a:cubicBezTo>
                    <a:cubicBezTo>
                      <a:pt x="64980" y="145037"/>
                      <a:pt x="145038" y="64980"/>
                      <a:pt x="243441" y="64980"/>
                    </a:cubicBezTo>
                    <a:cubicBezTo>
                      <a:pt x="341844" y="64980"/>
                      <a:pt x="421902" y="145037"/>
                      <a:pt x="421902" y="243441"/>
                    </a:cubicBezTo>
                    <a:cubicBezTo>
                      <a:pt x="421902" y="341844"/>
                      <a:pt x="341844" y="421901"/>
                      <a:pt x="243441" y="4219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80" name="Google Shape;280;p11"/>
              <p:cNvSpPr/>
              <p:nvPr/>
            </p:nvSpPr>
            <p:spPr>
              <a:xfrm>
                <a:off x="2301657" y="1880036"/>
                <a:ext cx="271969" cy="271968"/>
              </a:xfrm>
              <a:custGeom>
                <a:avLst/>
                <a:gdLst/>
                <a:ahLst/>
                <a:cxnLst/>
                <a:rect l="l" t="t" r="r" b="b"/>
                <a:pathLst>
                  <a:path w="271969" h="271968" extrusionOk="0">
                    <a:moveTo>
                      <a:pt x="135985" y="0"/>
                    </a:moveTo>
                    <a:cubicBezTo>
                      <a:pt x="61001" y="0"/>
                      <a:pt x="0" y="61001"/>
                      <a:pt x="0" y="135984"/>
                    </a:cubicBezTo>
                    <a:cubicBezTo>
                      <a:pt x="0" y="210968"/>
                      <a:pt x="61001" y="271969"/>
                      <a:pt x="135985" y="271969"/>
                    </a:cubicBezTo>
                    <a:cubicBezTo>
                      <a:pt x="210968" y="271969"/>
                      <a:pt x="271969" y="210968"/>
                      <a:pt x="271969" y="135984"/>
                    </a:cubicBezTo>
                    <a:cubicBezTo>
                      <a:pt x="271969" y="61001"/>
                      <a:pt x="210968" y="0"/>
                      <a:pt x="135985" y="0"/>
                    </a:cubicBezTo>
                    <a:close/>
                    <a:moveTo>
                      <a:pt x="135985" y="243441"/>
                    </a:moveTo>
                    <a:cubicBezTo>
                      <a:pt x="76732" y="243441"/>
                      <a:pt x="28528" y="195236"/>
                      <a:pt x="28528" y="135984"/>
                    </a:cubicBezTo>
                    <a:cubicBezTo>
                      <a:pt x="28528" y="76732"/>
                      <a:pt x="76732" y="28528"/>
                      <a:pt x="135985" y="28528"/>
                    </a:cubicBezTo>
                    <a:cubicBezTo>
                      <a:pt x="195237" y="28528"/>
                      <a:pt x="243441" y="76732"/>
                      <a:pt x="243441" y="135984"/>
                    </a:cubicBezTo>
                    <a:cubicBezTo>
                      <a:pt x="243441" y="195236"/>
                      <a:pt x="195237" y="243441"/>
                      <a:pt x="135985" y="24344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81" name="Google Shape;281;p11"/>
              <p:cNvSpPr/>
              <p:nvPr/>
            </p:nvSpPr>
            <p:spPr>
              <a:xfrm>
                <a:off x="2372662" y="1951040"/>
                <a:ext cx="129959" cy="129959"/>
              </a:xfrm>
              <a:custGeom>
                <a:avLst/>
                <a:gdLst/>
                <a:ahLst/>
                <a:cxnLst/>
                <a:rect l="l" t="t" r="r" b="b"/>
                <a:pathLst>
                  <a:path w="129959" h="129959" extrusionOk="0">
                    <a:moveTo>
                      <a:pt x="64980" y="0"/>
                    </a:moveTo>
                    <a:cubicBezTo>
                      <a:pt x="29148" y="0"/>
                      <a:pt x="0" y="29148"/>
                      <a:pt x="0" y="64980"/>
                    </a:cubicBezTo>
                    <a:cubicBezTo>
                      <a:pt x="0" y="100811"/>
                      <a:pt x="29148" y="129959"/>
                      <a:pt x="64980" y="129959"/>
                    </a:cubicBezTo>
                    <a:cubicBezTo>
                      <a:pt x="100811" y="129959"/>
                      <a:pt x="129959" y="100811"/>
                      <a:pt x="129959" y="64980"/>
                    </a:cubicBezTo>
                    <a:cubicBezTo>
                      <a:pt x="129959" y="29148"/>
                      <a:pt x="100811" y="0"/>
                      <a:pt x="64980" y="0"/>
                    </a:cubicBezTo>
                    <a:close/>
                    <a:moveTo>
                      <a:pt x="64980" y="101431"/>
                    </a:moveTo>
                    <a:cubicBezTo>
                      <a:pt x="44880" y="101431"/>
                      <a:pt x="28528" y="85080"/>
                      <a:pt x="28528" y="64980"/>
                    </a:cubicBezTo>
                    <a:cubicBezTo>
                      <a:pt x="28528" y="44880"/>
                      <a:pt x="44880" y="28528"/>
                      <a:pt x="64980" y="28528"/>
                    </a:cubicBezTo>
                    <a:cubicBezTo>
                      <a:pt x="85080" y="28528"/>
                      <a:pt x="101431" y="44880"/>
                      <a:pt x="101431" y="64980"/>
                    </a:cubicBezTo>
                    <a:cubicBezTo>
                      <a:pt x="101431" y="85080"/>
                      <a:pt x="85080" y="101431"/>
                      <a:pt x="64980" y="1014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82" name="Google Shape;282;p11"/>
            <p:cNvGrpSpPr/>
            <p:nvPr/>
          </p:nvGrpSpPr>
          <p:grpSpPr>
            <a:xfrm>
              <a:off x="11060612" y="3947486"/>
              <a:ext cx="369916" cy="329589"/>
              <a:chOff x="1372136" y="2652512"/>
              <a:chExt cx="486881" cy="433802"/>
            </a:xfrm>
          </p:grpSpPr>
          <p:sp>
            <p:nvSpPr>
              <p:cNvPr id="283" name="Google Shape;283;p11"/>
              <p:cNvSpPr/>
              <p:nvPr/>
            </p:nvSpPr>
            <p:spPr>
              <a:xfrm>
                <a:off x="1372136" y="2764789"/>
                <a:ext cx="186462" cy="178205"/>
              </a:xfrm>
              <a:custGeom>
                <a:avLst/>
                <a:gdLst/>
                <a:ahLst/>
                <a:cxnLst/>
                <a:rect l="l" t="t" r="r" b="b"/>
                <a:pathLst>
                  <a:path w="186462" h="178205" extrusionOk="0">
                    <a:moveTo>
                      <a:pt x="60979" y="125358"/>
                    </a:moveTo>
                    <a:lnTo>
                      <a:pt x="94255" y="178205"/>
                    </a:lnTo>
                    <a:lnTo>
                      <a:pt x="125918" y="124376"/>
                    </a:lnTo>
                    <a:lnTo>
                      <a:pt x="186463" y="109061"/>
                    </a:lnTo>
                    <a:lnTo>
                      <a:pt x="145052" y="62313"/>
                    </a:lnTo>
                    <a:lnTo>
                      <a:pt x="149194" y="0"/>
                    </a:lnTo>
                    <a:lnTo>
                      <a:pt x="91940" y="24936"/>
                    </a:lnTo>
                    <a:lnTo>
                      <a:pt x="33955" y="1738"/>
                    </a:lnTo>
                    <a:lnTo>
                      <a:pt x="39977" y="63899"/>
                    </a:lnTo>
                    <a:lnTo>
                      <a:pt x="0" y="111877"/>
                    </a:lnTo>
                    <a:close/>
                    <a:moveTo>
                      <a:pt x="117541" y="44980"/>
                    </a:moveTo>
                    <a:lnTo>
                      <a:pt x="115721" y="72335"/>
                    </a:lnTo>
                    <a:lnTo>
                      <a:pt x="133901" y="92854"/>
                    </a:lnTo>
                    <a:lnTo>
                      <a:pt x="107322" y="99578"/>
                    </a:lnTo>
                    <a:lnTo>
                      <a:pt x="93426" y="123207"/>
                    </a:lnTo>
                    <a:lnTo>
                      <a:pt x="78820" y="100008"/>
                    </a:lnTo>
                    <a:lnTo>
                      <a:pt x="52049" y="94092"/>
                    </a:lnTo>
                    <a:lnTo>
                      <a:pt x="69601" y="73033"/>
                    </a:lnTo>
                    <a:lnTo>
                      <a:pt x="66956" y="45746"/>
                    </a:lnTo>
                    <a:lnTo>
                      <a:pt x="92408" y="5592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84" name="Google Shape;284;p11"/>
              <p:cNvSpPr/>
              <p:nvPr/>
            </p:nvSpPr>
            <p:spPr>
              <a:xfrm>
                <a:off x="1672555" y="2764785"/>
                <a:ext cx="186462" cy="178208"/>
              </a:xfrm>
              <a:custGeom>
                <a:avLst/>
                <a:gdLst/>
                <a:ahLst/>
                <a:cxnLst/>
                <a:rect l="l" t="t" r="r" b="b"/>
                <a:pathLst>
                  <a:path w="186462" h="178208" extrusionOk="0">
                    <a:moveTo>
                      <a:pt x="0" y="109065"/>
                    </a:moveTo>
                    <a:lnTo>
                      <a:pt x="60545" y="124380"/>
                    </a:lnTo>
                    <a:lnTo>
                      <a:pt x="92208" y="178209"/>
                    </a:lnTo>
                    <a:lnTo>
                      <a:pt x="125483" y="125361"/>
                    </a:lnTo>
                    <a:lnTo>
                      <a:pt x="186463" y="111881"/>
                    </a:lnTo>
                    <a:lnTo>
                      <a:pt x="146482" y="63903"/>
                    </a:lnTo>
                    <a:lnTo>
                      <a:pt x="152507" y="1742"/>
                    </a:lnTo>
                    <a:lnTo>
                      <a:pt x="94522" y="24940"/>
                    </a:lnTo>
                    <a:lnTo>
                      <a:pt x="37265" y="0"/>
                    </a:lnTo>
                    <a:lnTo>
                      <a:pt x="41411" y="62317"/>
                    </a:lnTo>
                    <a:close/>
                    <a:moveTo>
                      <a:pt x="134414" y="94095"/>
                    </a:moveTo>
                    <a:lnTo>
                      <a:pt x="107646" y="100012"/>
                    </a:lnTo>
                    <a:lnTo>
                      <a:pt x="93040" y="123210"/>
                    </a:lnTo>
                    <a:lnTo>
                      <a:pt x="79140" y="99581"/>
                    </a:lnTo>
                    <a:lnTo>
                      <a:pt x="52561" y="92858"/>
                    </a:lnTo>
                    <a:lnTo>
                      <a:pt x="70741" y="72339"/>
                    </a:lnTo>
                    <a:lnTo>
                      <a:pt x="68921" y="44984"/>
                    </a:lnTo>
                    <a:lnTo>
                      <a:pt x="94054" y="55931"/>
                    </a:lnTo>
                    <a:lnTo>
                      <a:pt x="119507" y="45746"/>
                    </a:lnTo>
                    <a:lnTo>
                      <a:pt x="116866" y="7303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85" name="Google Shape;285;p11"/>
              <p:cNvSpPr/>
              <p:nvPr/>
            </p:nvSpPr>
            <p:spPr>
              <a:xfrm>
                <a:off x="1522336" y="2652512"/>
                <a:ext cx="186481" cy="177354"/>
              </a:xfrm>
              <a:custGeom>
                <a:avLst/>
                <a:gdLst/>
                <a:ahLst/>
                <a:cxnLst/>
                <a:rect l="l" t="t" r="r" b="b"/>
                <a:pathLst>
                  <a:path w="186481" h="177354" extrusionOk="0">
                    <a:moveTo>
                      <a:pt x="35616" y="177354"/>
                    </a:moveTo>
                    <a:lnTo>
                      <a:pt x="93241" y="153287"/>
                    </a:lnTo>
                    <a:lnTo>
                      <a:pt x="150866" y="177354"/>
                    </a:lnTo>
                    <a:lnTo>
                      <a:pt x="145784" y="115112"/>
                    </a:lnTo>
                    <a:lnTo>
                      <a:pt x="186482" y="67743"/>
                    </a:lnTo>
                    <a:lnTo>
                      <a:pt x="125714" y="53346"/>
                    </a:lnTo>
                    <a:lnTo>
                      <a:pt x="93241" y="0"/>
                    </a:lnTo>
                    <a:lnTo>
                      <a:pt x="60768" y="53346"/>
                    </a:lnTo>
                    <a:lnTo>
                      <a:pt x="0" y="67743"/>
                    </a:lnTo>
                    <a:lnTo>
                      <a:pt x="40697" y="115112"/>
                    </a:lnTo>
                    <a:close/>
                    <a:moveTo>
                      <a:pt x="107493" y="78419"/>
                    </a:moveTo>
                    <a:lnTo>
                      <a:pt x="134168" y="84741"/>
                    </a:lnTo>
                    <a:lnTo>
                      <a:pt x="116305" y="105532"/>
                    </a:lnTo>
                    <a:lnTo>
                      <a:pt x="118538" y="132857"/>
                    </a:lnTo>
                    <a:lnTo>
                      <a:pt x="93241" y="122289"/>
                    </a:lnTo>
                    <a:lnTo>
                      <a:pt x="67944" y="132857"/>
                    </a:lnTo>
                    <a:lnTo>
                      <a:pt x="70177" y="105532"/>
                    </a:lnTo>
                    <a:lnTo>
                      <a:pt x="52309" y="84738"/>
                    </a:lnTo>
                    <a:lnTo>
                      <a:pt x="78984" y="78419"/>
                    </a:lnTo>
                    <a:lnTo>
                      <a:pt x="93241" y="5500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86" name="Google Shape;286;p11"/>
              <p:cNvSpPr/>
              <p:nvPr/>
            </p:nvSpPr>
            <p:spPr>
              <a:xfrm>
                <a:off x="1418234" y="2986529"/>
                <a:ext cx="394688" cy="99785"/>
              </a:xfrm>
              <a:custGeom>
                <a:avLst/>
                <a:gdLst/>
                <a:ahLst/>
                <a:cxnLst/>
                <a:rect l="l" t="t" r="r" b="b"/>
                <a:pathLst>
                  <a:path w="394688" h="99785" extrusionOk="0">
                    <a:moveTo>
                      <a:pt x="0" y="0"/>
                    </a:moveTo>
                    <a:lnTo>
                      <a:pt x="0" y="99786"/>
                    </a:lnTo>
                    <a:lnTo>
                      <a:pt x="394689" y="99786"/>
                    </a:lnTo>
                    <a:lnTo>
                      <a:pt x="394689" y="0"/>
                    </a:lnTo>
                    <a:close/>
                    <a:moveTo>
                      <a:pt x="366086" y="71183"/>
                    </a:moveTo>
                    <a:lnTo>
                      <a:pt x="272656" y="71183"/>
                    </a:lnTo>
                    <a:lnTo>
                      <a:pt x="272656" y="28602"/>
                    </a:lnTo>
                    <a:lnTo>
                      <a:pt x="366086" y="28602"/>
                    </a:lnTo>
                    <a:close/>
                    <a:moveTo>
                      <a:pt x="244058" y="71183"/>
                    </a:moveTo>
                    <a:lnTo>
                      <a:pt x="150628" y="71183"/>
                    </a:lnTo>
                    <a:lnTo>
                      <a:pt x="150628" y="28602"/>
                    </a:lnTo>
                    <a:lnTo>
                      <a:pt x="244058" y="28602"/>
                    </a:lnTo>
                    <a:close/>
                    <a:moveTo>
                      <a:pt x="122029" y="71183"/>
                    </a:moveTo>
                    <a:lnTo>
                      <a:pt x="28599" y="71183"/>
                    </a:lnTo>
                    <a:lnTo>
                      <a:pt x="28599" y="28602"/>
                    </a:lnTo>
                    <a:lnTo>
                      <a:pt x="122029" y="2860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87" name="Google Shape;287;p11"/>
              <p:cNvSpPr/>
              <p:nvPr/>
            </p:nvSpPr>
            <p:spPr>
              <a:xfrm>
                <a:off x="1554560" y="2925517"/>
                <a:ext cx="122032" cy="28598"/>
              </a:xfrm>
              <a:custGeom>
                <a:avLst/>
                <a:gdLst/>
                <a:ahLst/>
                <a:cxnLst/>
                <a:rect l="l" t="t" r="r" b="b"/>
                <a:pathLst>
                  <a:path w="122032" h="28598" extrusionOk="0">
                    <a:moveTo>
                      <a:pt x="0" y="0"/>
                    </a:moveTo>
                    <a:lnTo>
                      <a:pt x="122032" y="0"/>
                    </a:lnTo>
                    <a:lnTo>
                      <a:pt x="122032" y="28599"/>
                    </a:lnTo>
                    <a:lnTo>
                      <a:pt x="0" y="2859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grpSp>
          <p:nvGrpSpPr>
            <p:cNvPr id="288" name="Google Shape;288;p11"/>
            <p:cNvGrpSpPr/>
            <p:nvPr/>
          </p:nvGrpSpPr>
          <p:grpSpPr>
            <a:xfrm>
              <a:off x="11068016" y="4913871"/>
              <a:ext cx="343022" cy="343022"/>
              <a:chOff x="8770721" y="3532445"/>
              <a:chExt cx="486882" cy="486881"/>
            </a:xfrm>
          </p:grpSpPr>
          <p:sp>
            <p:nvSpPr>
              <p:cNvPr id="289" name="Google Shape;289;p11"/>
              <p:cNvSpPr/>
              <p:nvPr/>
            </p:nvSpPr>
            <p:spPr>
              <a:xfrm>
                <a:off x="8770721" y="3532445"/>
                <a:ext cx="486882" cy="486881"/>
              </a:xfrm>
              <a:custGeom>
                <a:avLst/>
                <a:gdLst/>
                <a:ahLst/>
                <a:cxnLst/>
                <a:rect l="l" t="t" r="r" b="b"/>
                <a:pathLst>
                  <a:path w="486882" h="486881" extrusionOk="0">
                    <a:moveTo>
                      <a:pt x="430112" y="332227"/>
                    </a:moveTo>
                    <a:cubicBezTo>
                      <a:pt x="428859" y="283926"/>
                      <a:pt x="391531" y="244444"/>
                      <a:pt x="344141" y="239781"/>
                    </a:cubicBezTo>
                    <a:cubicBezTo>
                      <a:pt x="352160" y="227349"/>
                      <a:pt x="358881" y="216688"/>
                      <a:pt x="363182" y="209392"/>
                    </a:cubicBezTo>
                    <a:cubicBezTo>
                      <a:pt x="375729" y="188115"/>
                      <a:pt x="382364" y="163747"/>
                      <a:pt x="382364" y="138923"/>
                    </a:cubicBezTo>
                    <a:cubicBezTo>
                      <a:pt x="382364" y="62320"/>
                      <a:pt x="320044" y="0"/>
                      <a:pt x="243441" y="0"/>
                    </a:cubicBezTo>
                    <a:cubicBezTo>
                      <a:pt x="166838" y="0"/>
                      <a:pt x="104518" y="62320"/>
                      <a:pt x="104518" y="138923"/>
                    </a:cubicBezTo>
                    <a:cubicBezTo>
                      <a:pt x="104518" y="163505"/>
                      <a:pt x="111034" y="187636"/>
                      <a:pt x="123344" y="208768"/>
                    </a:cubicBezTo>
                    <a:cubicBezTo>
                      <a:pt x="83876" y="228656"/>
                      <a:pt x="56741" y="269558"/>
                      <a:pt x="56741" y="316685"/>
                    </a:cubicBezTo>
                    <a:cubicBezTo>
                      <a:pt x="56741" y="321811"/>
                      <a:pt x="57064" y="326923"/>
                      <a:pt x="57703" y="331985"/>
                    </a:cubicBezTo>
                    <a:cubicBezTo>
                      <a:pt x="24331" y="341321"/>
                      <a:pt x="0" y="372111"/>
                      <a:pt x="0" y="407979"/>
                    </a:cubicBezTo>
                    <a:cubicBezTo>
                      <a:pt x="0" y="451484"/>
                      <a:pt x="35397" y="486881"/>
                      <a:pt x="78906" y="486881"/>
                    </a:cubicBezTo>
                    <a:lnTo>
                      <a:pt x="407980" y="486881"/>
                    </a:lnTo>
                    <a:cubicBezTo>
                      <a:pt x="451485" y="486881"/>
                      <a:pt x="486882" y="451484"/>
                      <a:pt x="486882" y="407979"/>
                    </a:cubicBezTo>
                    <a:cubicBezTo>
                      <a:pt x="486882" y="372375"/>
                      <a:pt x="463253" y="341848"/>
                      <a:pt x="430112" y="332227"/>
                    </a:cubicBezTo>
                    <a:close/>
                    <a:moveTo>
                      <a:pt x="407980" y="458353"/>
                    </a:moveTo>
                    <a:lnTo>
                      <a:pt x="78906" y="458353"/>
                    </a:lnTo>
                    <a:cubicBezTo>
                      <a:pt x="51128" y="458353"/>
                      <a:pt x="28528" y="435753"/>
                      <a:pt x="28528" y="407979"/>
                    </a:cubicBezTo>
                    <a:cubicBezTo>
                      <a:pt x="28528" y="381613"/>
                      <a:pt x="49111" y="359548"/>
                      <a:pt x="75392" y="357742"/>
                    </a:cubicBezTo>
                    <a:lnTo>
                      <a:pt x="92535" y="356565"/>
                    </a:lnTo>
                    <a:lnTo>
                      <a:pt x="88218" y="339928"/>
                    </a:lnTo>
                    <a:cubicBezTo>
                      <a:pt x="86261" y="332379"/>
                      <a:pt x="85269" y="324560"/>
                      <a:pt x="85269" y="316689"/>
                    </a:cubicBezTo>
                    <a:cubicBezTo>
                      <a:pt x="85269" y="279773"/>
                      <a:pt x="107066" y="247860"/>
                      <a:pt x="138466" y="233129"/>
                    </a:cubicBezTo>
                    <a:cubicBezTo>
                      <a:pt x="155843" y="260283"/>
                      <a:pt x="181322" y="298502"/>
                      <a:pt x="201269" y="328189"/>
                    </a:cubicBezTo>
                    <a:cubicBezTo>
                      <a:pt x="189044" y="335147"/>
                      <a:pt x="178543" y="345165"/>
                      <a:pt x="170828" y="357676"/>
                    </a:cubicBezTo>
                    <a:lnTo>
                      <a:pt x="195110" y="372649"/>
                    </a:lnTo>
                    <a:cubicBezTo>
                      <a:pt x="205544" y="355733"/>
                      <a:pt x="223609" y="345633"/>
                      <a:pt x="243441" y="345633"/>
                    </a:cubicBezTo>
                    <a:cubicBezTo>
                      <a:pt x="263270" y="345633"/>
                      <a:pt x="281338" y="355733"/>
                      <a:pt x="291768" y="372649"/>
                    </a:cubicBezTo>
                    <a:lnTo>
                      <a:pt x="316050" y="357676"/>
                    </a:lnTo>
                    <a:cubicBezTo>
                      <a:pt x="308339" y="345165"/>
                      <a:pt x="297838" y="335147"/>
                      <a:pt x="285613" y="328189"/>
                    </a:cubicBezTo>
                    <a:cubicBezTo>
                      <a:pt x="297972" y="309798"/>
                      <a:pt x="312447" y="288135"/>
                      <a:pt x="325813" y="267849"/>
                    </a:cubicBezTo>
                    <a:lnTo>
                      <a:pt x="334731" y="267849"/>
                    </a:lnTo>
                    <a:cubicBezTo>
                      <a:pt x="371610" y="267849"/>
                      <a:pt x="401613" y="297852"/>
                      <a:pt x="401613" y="334731"/>
                    </a:cubicBezTo>
                    <a:cubicBezTo>
                      <a:pt x="401613" y="337134"/>
                      <a:pt x="401472" y="339649"/>
                      <a:pt x="401190" y="342197"/>
                    </a:cubicBezTo>
                    <a:lnTo>
                      <a:pt x="399618" y="356335"/>
                    </a:lnTo>
                    <a:lnTo>
                      <a:pt x="413753" y="357943"/>
                    </a:lnTo>
                    <a:cubicBezTo>
                      <a:pt x="439179" y="360837"/>
                      <a:pt x="458354" y="382348"/>
                      <a:pt x="458354" y="407979"/>
                    </a:cubicBezTo>
                    <a:cubicBezTo>
                      <a:pt x="458354" y="435753"/>
                      <a:pt x="435754" y="458353"/>
                      <a:pt x="407980" y="458353"/>
                    </a:cubicBezTo>
                    <a:close/>
                    <a:moveTo>
                      <a:pt x="148273" y="194906"/>
                    </a:moveTo>
                    <a:cubicBezTo>
                      <a:pt x="138313" y="178011"/>
                      <a:pt x="133046" y="158655"/>
                      <a:pt x="133046" y="138923"/>
                    </a:cubicBezTo>
                    <a:cubicBezTo>
                      <a:pt x="133046" y="78051"/>
                      <a:pt x="182569" y="28528"/>
                      <a:pt x="243441" y="28528"/>
                    </a:cubicBezTo>
                    <a:cubicBezTo>
                      <a:pt x="304313" y="28528"/>
                      <a:pt x="353836" y="78051"/>
                      <a:pt x="353836" y="138923"/>
                    </a:cubicBezTo>
                    <a:cubicBezTo>
                      <a:pt x="353836" y="158655"/>
                      <a:pt x="348569" y="178011"/>
                      <a:pt x="338609" y="194902"/>
                    </a:cubicBezTo>
                    <a:cubicBezTo>
                      <a:pt x="324959" y="218051"/>
                      <a:pt x="284900" y="278124"/>
                      <a:pt x="257865" y="318316"/>
                    </a:cubicBezTo>
                    <a:cubicBezTo>
                      <a:pt x="253155" y="317521"/>
                      <a:pt x="248334" y="317105"/>
                      <a:pt x="243441" y="317105"/>
                    </a:cubicBezTo>
                    <a:cubicBezTo>
                      <a:pt x="238548" y="317105"/>
                      <a:pt x="233727" y="317521"/>
                      <a:pt x="229013" y="318316"/>
                    </a:cubicBezTo>
                    <a:cubicBezTo>
                      <a:pt x="201982" y="278128"/>
                      <a:pt x="161923" y="218055"/>
                      <a:pt x="148273" y="19490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  <p:sp>
            <p:nvSpPr>
              <p:cNvPr id="290" name="Google Shape;290;p11"/>
              <p:cNvSpPr/>
              <p:nvPr/>
            </p:nvSpPr>
            <p:spPr>
              <a:xfrm>
                <a:off x="8964958" y="3609003"/>
                <a:ext cx="98407" cy="146597"/>
              </a:xfrm>
              <a:custGeom>
                <a:avLst/>
                <a:gdLst/>
                <a:ahLst/>
                <a:cxnLst/>
                <a:rect l="l" t="t" r="r" b="b"/>
                <a:pathLst>
                  <a:path w="98407" h="146597" extrusionOk="0">
                    <a:moveTo>
                      <a:pt x="47877" y="102304"/>
                    </a:moveTo>
                    <a:cubicBezTo>
                      <a:pt x="35869" y="102304"/>
                      <a:pt x="22146" y="98407"/>
                      <a:pt x="11853" y="92323"/>
                    </a:cubicBezTo>
                    <a:lnTo>
                      <a:pt x="0" y="119150"/>
                    </a:lnTo>
                    <a:cubicBezTo>
                      <a:pt x="9357" y="124918"/>
                      <a:pt x="24487" y="129131"/>
                      <a:pt x="40080" y="130063"/>
                    </a:cubicBezTo>
                    <a:lnTo>
                      <a:pt x="40080" y="146597"/>
                    </a:lnTo>
                    <a:lnTo>
                      <a:pt x="62071" y="146597"/>
                    </a:lnTo>
                    <a:lnTo>
                      <a:pt x="62071" y="129287"/>
                    </a:lnTo>
                    <a:cubicBezTo>
                      <a:pt x="86242" y="125074"/>
                      <a:pt x="98407" y="110413"/>
                      <a:pt x="98407" y="93571"/>
                    </a:cubicBezTo>
                    <a:cubicBezTo>
                      <a:pt x="98407" y="53335"/>
                      <a:pt x="38052" y="64251"/>
                      <a:pt x="38052" y="51154"/>
                    </a:cubicBezTo>
                    <a:cubicBezTo>
                      <a:pt x="38052" y="47409"/>
                      <a:pt x="41485" y="44289"/>
                      <a:pt x="52246" y="44289"/>
                    </a:cubicBezTo>
                    <a:cubicBezTo>
                      <a:pt x="61759" y="44289"/>
                      <a:pt x="71896" y="46941"/>
                      <a:pt x="82658" y="52398"/>
                    </a:cubicBezTo>
                    <a:lnTo>
                      <a:pt x="93731" y="25731"/>
                    </a:lnTo>
                    <a:cubicBezTo>
                      <a:pt x="84838" y="20742"/>
                      <a:pt x="73612" y="17778"/>
                      <a:pt x="62071" y="16686"/>
                    </a:cubicBezTo>
                    <a:lnTo>
                      <a:pt x="62071" y="0"/>
                    </a:lnTo>
                    <a:lnTo>
                      <a:pt x="40080" y="0"/>
                    </a:lnTo>
                    <a:lnTo>
                      <a:pt x="40080" y="16998"/>
                    </a:lnTo>
                    <a:cubicBezTo>
                      <a:pt x="14506" y="20582"/>
                      <a:pt x="1716" y="35400"/>
                      <a:pt x="1716" y="53023"/>
                    </a:cubicBezTo>
                    <a:cubicBezTo>
                      <a:pt x="1716" y="93727"/>
                      <a:pt x="62071" y="82654"/>
                      <a:pt x="62071" y="96379"/>
                    </a:cubicBezTo>
                    <a:cubicBezTo>
                      <a:pt x="62071" y="100120"/>
                      <a:pt x="58327" y="102304"/>
                      <a:pt x="47877" y="10230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  <p:pic>
          <p:nvPicPr>
            <p:cNvPr id="291" name="Google Shape;291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020810" y="1916077"/>
              <a:ext cx="348535" cy="3485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014251" y="3134983"/>
              <a:ext cx="389166" cy="3891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003902" y="4066598"/>
              <a:ext cx="389166" cy="3891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014251" y="4821011"/>
              <a:ext cx="389166" cy="3891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11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975623" y="1954856"/>
              <a:ext cx="389166" cy="3891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11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978698" y="2664290"/>
              <a:ext cx="389166" cy="3891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7" name="Google Shape;297;p11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3012342" y="3485579"/>
              <a:ext cx="315727" cy="315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8" name="Google Shape;298;p1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3001261" y="4284146"/>
              <a:ext cx="333467" cy="3334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B568788A-21D0-4DB4-9E58-F5DB09689BF9}"/>
              </a:ext>
            </a:extLst>
          </p:cNvPr>
          <p:cNvSpPr txBox="1"/>
          <p:nvPr/>
        </p:nvSpPr>
        <p:spPr>
          <a:xfrm>
            <a:off x="506746" y="601983"/>
            <a:ext cx="111825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PLAN ON </a:t>
            </a:r>
            <a:r>
              <a:rPr lang="en-GB" sz="32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 PAGE</a:t>
            </a:r>
          </a:p>
        </p:txBody>
      </p: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464F7FA4-BCAC-4BDE-A8D1-D7A7097021CD}"/>
              </a:ext>
            </a:extLst>
          </p:cNvPr>
          <p:cNvCxnSpPr>
            <a:cxnSpLocks/>
          </p:cNvCxnSpPr>
          <p:nvPr/>
        </p:nvCxnSpPr>
        <p:spPr>
          <a:xfrm>
            <a:off x="633558" y="551361"/>
            <a:ext cx="1080000" cy="0"/>
          </a:xfrm>
          <a:prstGeom prst="line">
            <a:avLst/>
          </a:prstGeom>
          <a:ln w="57150" cap="rnd">
            <a:solidFill>
              <a:srgbClr val="00B05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6ED0B2D6-AAF6-4810-80FB-CDDE6941C595}"/>
              </a:ext>
            </a:extLst>
          </p:cNvPr>
          <p:cNvSpPr txBox="1"/>
          <p:nvPr/>
        </p:nvSpPr>
        <p:spPr>
          <a:xfrm>
            <a:off x="504736" y="6346665"/>
            <a:ext cx="110602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POWER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SLIDES</a:t>
            </a:r>
            <a:r>
              <a:rPr lang="en-GB" sz="9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									</a:t>
            </a:r>
            <a:r>
              <a:rPr lang="en-GB" sz="900" b="1" dirty="0">
                <a:solidFill>
                  <a:schemeClr val="accent1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  	       </a:t>
            </a:r>
            <a:r>
              <a:rPr lang="en-GB" sz="900" b="1" dirty="0">
                <a:solidFill>
                  <a:srgbClr val="00B05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WWW.POWERSLIDES.COM </a:t>
            </a: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9D82DC2-28DE-402B-A8DD-DED9837F45B6}"/>
              </a:ext>
            </a:extLst>
          </p:cNvPr>
          <p:cNvCxnSpPr/>
          <p:nvPr/>
        </p:nvCxnSpPr>
        <p:spPr>
          <a:xfrm flipH="1">
            <a:off x="5981846" y="6472238"/>
            <a:ext cx="37584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E0072139-A928-468B-BD29-140A558C0E6E}"/>
              </a:ext>
            </a:extLst>
          </p:cNvPr>
          <p:cNvCxnSpPr>
            <a:cxnSpLocks/>
          </p:cNvCxnSpPr>
          <p:nvPr/>
        </p:nvCxnSpPr>
        <p:spPr>
          <a:xfrm flipH="1">
            <a:off x="1575770" y="6472238"/>
            <a:ext cx="375761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0" name="Slide Number Placeholder 5">
            <a:extLst>
              <a:ext uri="{FF2B5EF4-FFF2-40B4-BE49-F238E27FC236}">
                <a16:creationId xmlns:a16="http://schemas.microsoft.com/office/drawing/2014/main" id="{154686B9-A9E2-44F5-925B-9934C8DE2790}"/>
              </a:ext>
            </a:extLst>
          </p:cNvPr>
          <p:cNvSpPr txBox="1">
            <a:spLocks/>
          </p:cNvSpPr>
          <p:nvPr/>
        </p:nvSpPr>
        <p:spPr>
          <a:xfrm>
            <a:off x="5572365" y="6372976"/>
            <a:ext cx="216000" cy="216000"/>
          </a:xfrm>
          <a:prstGeom prst="ellipse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1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id-ID" b="1" dirty="0"/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76251" y="3315280"/>
            <a:ext cx="3733800" cy="647121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+mn-lt"/>
              </a:rPr>
              <a:t>Do you a need bespoke presentation design service? We can custom create your slides from scratch. Contact us today.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d-ID" dirty="0">
                <a:hlinkClick r:id="rId4"/>
              </a:rPr>
              <a:t>WWW.POWERSLIDES.COM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065553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4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F68A1F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1052</Words>
  <Application>Microsoft Office PowerPoint</Application>
  <PresentationFormat>Widescreen</PresentationFormat>
  <Paragraphs>308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Proxima Nova</vt:lpstr>
      <vt:lpstr>Lato Black</vt:lpstr>
      <vt:lpstr>Courier New</vt:lpstr>
      <vt:lpstr>Quattrocento Sans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3</cp:revision>
  <dcterms:modified xsi:type="dcterms:W3CDTF">2022-02-09T17:26:45Z</dcterms:modified>
</cp:coreProperties>
</file>