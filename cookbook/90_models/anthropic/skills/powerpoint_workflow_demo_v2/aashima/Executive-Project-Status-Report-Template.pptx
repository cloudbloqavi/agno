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84" r:id="rId2"/>
    <p:sldId id="256" r:id="rId3"/>
    <p:sldId id="257" r:id="rId4"/>
    <p:sldId id="258" r:id="rId5"/>
    <p:sldId id="259" r:id="rId6"/>
    <p:sldId id="260" r:id="rId7"/>
    <p:sldId id="285" r:id="rId8"/>
  </p:sldIdLst>
  <p:sldSz cx="12192000" cy="6858000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Lato Black" panose="020F0502020204030203" pitchFamily="34" charset="0"/>
      <p:bold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60">
          <p15:clr>
            <a:srgbClr val="A4A3A4"/>
          </p15:clr>
        </p15:guide>
        <p15:guide id="2" orient="horz" pos="312">
          <p15:clr>
            <a:srgbClr val="A4A3A4"/>
          </p15:clr>
        </p15:guide>
        <p15:guide id="3" orient="horz" pos="768">
          <p15:clr>
            <a:srgbClr val="A4A3A4"/>
          </p15:clr>
        </p15:guide>
        <p15:guide id="4" pos="360">
          <p15:clr>
            <a:srgbClr val="A4A3A4"/>
          </p15:clr>
        </p15:guide>
        <p15:guide id="5" pos="7344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Ji56idRLIPw4h//lnP6A1aHGb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401B15-210D-49F8-8D23-FADDAE78A5B0}">
  <a:tblStyle styleId="{4D401B15-210D-49F8-8D23-FADDAE78A5B0}" styleName="Table_0">
    <a:wholeTbl>
      <a:tcTxStyle b="off" i="off">
        <a:font>
          <a:latin typeface="Lato"/>
          <a:ea typeface="Lato"/>
          <a:cs typeface="Lat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F9"/>
          </a:solidFill>
        </a:fill>
      </a:tcStyle>
    </a:wholeTbl>
    <a:band1H>
      <a:tcTxStyle b="off" i="off"/>
      <a:tcStyle>
        <a:tcBdr/>
        <a:fill>
          <a:solidFill>
            <a:srgbClr val="CCD3F3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D3F3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Lato"/>
          <a:ea typeface="Lato"/>
          <a:cs typeface="Lat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ato"/>
          <a:ea typeface="Lato"/>
          <a:cs typeface="Lat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4" autoAdjust="0"/>
  </p:normalViewPr>
  <p:slideViewPr>
    <p:cSldViewPr snapToGrid="0">
      <p:cViewPr varScale="1">
        <p:scale>
          <a:sx n="68" d="100"/>
          <a:sy n="68" d="100"/>
        </p:scale>
        <p:origin x="72" y="216"/>
      </p:cViewPr>
      <p:guideLst>
        <p:guide orient="horz" pos="3960"/>
        <p:guide orient="horz" pos="312"/>
        <p:guide orient="horz" pos="768"/>
        <p:guide pos="360"/>
        <p:guide pos="73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4C-401F-B2E3-F83F90966F5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4C-401F-B2E3-F83F90966F5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4C-401F-B2E3-F83F90966F5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4C-401F-B2E3-F83F90966F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9A-4ABB-A283-B09DFDE95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1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6635193994218508E-2"/>
          <c:y val="0.91436313854924589"/>
          <c:w val="0.86007384378147089"/>
          <c:h val="7.56045456911006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Project Alpha</c:v>
                </c:pt>
                <c:pt idx="1">
                  <c:v>Project November</c:v>
                </c:pt>
                <c:pt idx="2">
                  <c:v>Project India</c:v>
                </c:pt>
                <c:pt idx="3">
                  <c:v>Project Sierra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2F-4CE7-BA5E-6F25A881EC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Project Alpha</c:v>
                </c:pt>
                <c:pt idx="1">
                  <c:v>Project November</c:v>
                </c:pt>
                <c:pt idx="2">
                  <c:v>Project India</c:v>
                </c:pt>
                <c:pt idx="3">
                  <c:v>Project Sierra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2F-4CE7-BA5E-6F25A881EC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Project Alpha</c:v>
                </c:pt>
                <c:pt idx="1">
                  <c:v>Project November</c:v>
                </c:pt>
                <c:pt idx="2">
                  <c:v>Project India</c:v>
                </c:pt>
                <c:pt idx="3">
                  <c:v>Project Sierra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2F-4CE7-BA5E-6F25A881EC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8060879"/>
        <c:axId val="1208062127"/>
      </c:barChart>
      <c:catAx>
        <c:axId val="1208060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062127"/>
        <c:crosses val="autoZero"/>
        <c:auto val="1"/>
        <c:lblAlgn val="ctr"/>
        <c:lblOffset val="100"/>
        <c:noMultiLvlLbl val="0"/>
      </c:catAx>
      <c:valAx>
        <c:axId val="1208062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060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7733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" name="Google Shape;2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6" name="Google Shape;5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8892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66" y="0"/>
            <a:ext cx="12185833" cy="687705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36601" y="485595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8887806" y="5498123"/>
            <a:ext cx="1189990" cy="308953"/>
            <a:chOff x="7416799" y="5498123"/>
            <a:chExt cx="1189990" cy="308953"/>
          </a:xfrm>
        </p:grpSpPr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1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58512" y="2337996"/>
            <a:ext cx="4448579" cy="1119857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258512" y="3975657"/>
            <a:ext cx="4448579" cy="72518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>
            <a:off x="9051001" y="3613150"/>
            <a:ext cx="863600" cy="61913"/>
          </a:xfrm>
          <a:custGeom>
            <a:avLst/>
            <a:gdLst>
              <a:gd name="T0" fmla="*/ 228 w 228"/>
              <a:gd name="T1" fmla="*/ 7 h 14"/>
              <a:gd name="T2" fmla="*/ 221 w 228"/>
              <a:gd name="T3" fmla="*/ 14 h 14"/>
              <a:gd name="T4" fmla="*/ 7 w 228"/>
              <a:gd name="T5" fmla="*/ 14 h 14"/>
              <a:gd name="T6" fmla="*/ 0 w 228"/>
              <a:gd name="T7" fmla="*/ 7 h 14"/>
              <a:gd name="T8" fmla="*/ 0 w 228"/>
              <a:gd name="T9" fmla="*/ 7 h 14"/>
              <a:gd name="T10" fmla="*/ 7 w 228"/>
              <a:gd name="T11" fmla="*/ 0 h 14"/>
              <a:gd name="T12" fmla="*/ 221 w 228"/>
              <a:gd name="T13" fmla="*/ 0 h 14"/>
              <a:gd name="T14" fmla="*/ 228 w 228"/>
              <a:gd name="T1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322" y="1540676"/>
            <a:ext cx="2895028" cy="7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35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262E33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89380" y="-959576"/>
            <a:ext cx="14592168" cy="7979330"/>
          </a:xfrm>
          <a:prstGeom prst="rect">
            <a:avLst/>
          </a:prstGeom>
        </p:spPr>
      </p:pic>
      <p:sp>
        <p:nvSpPr>
          <p:cNvPr id="15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76251" y="2227914"/>
            <a:ext cx="5155292" cy="8031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6250" y="3315280"/>
            <a:ext cx="4574721" cy="64712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76250" y="418221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rgbClr val="F68A1F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46975" y="4782628"/>
            <a:ext cx="1189990" cy="308953"/>
            <a:chOff x="7416799" y="5498123"/>
            <a:chExt cx="1189990" cy="308953"/>
          </a:xfrm>
          <a:solidFill>
            <a:schemeClr val="bg1">
              <a:lumMod val="75000"/>
            </a:schemeClr>
          </a:solidFill>
        </p:grpSpPr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2" name="Rounded Rectangle 1"/>
          <p:cNvSpPr/>
          <p:nvPr userDrawn="1"/>
        </p:nvSpPr>
        <p:spPr>
          <a:xfrm>
            <a:off x="583842" y="3039906"/>
            <a:ext cx="806712" cy="75576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5" y="1503123"/>
            <a:ext cx="2743200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8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 Black"/>
              <a:buNone/>
              <a:defRPr sz="4400" b="0" i="0" u="none" strike="noStrike" cap="non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powerslides.com/conta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5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d-ID" dirty="0"/>
              <a:t>WWW.POWERSLIDES.COM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b="1" dirty="0"/>
              <a:t>PRESENTATIO</a:t>
            </a:r>
            <a:r>
              <a:rPr lang="en-GB" b="1" dirty="0"/>
              <a:t>N TEMPLATES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Stories worth telling…</a:t>
            </a:r>
          </a:p>
        </p:txBody>
      </p:sp>
    </p:spTree>
    <p:extLst>
      <p:ext uri="{BB962C8B-B14F-4D97-AF65-F5344CB8AC3E}">
        <p14:creationId xmlns:p14="http://schemas.microsoft.com/office/powerpoint/2010/main" val="107482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4"/>
          <p:cNvGrpSpPr/>
          <p:nvPr/>
        </p:nvGrpSpPr>
        <p:grpSpPr>
          <a:xfrm>
            <a:off x="633558" y="1354413"/>
            <a:ext cx="2934044" cy="456346"/>
            <a:chOff x="633558" y="1354413"/>
            <a:chExt cx="2934044" cy="456346"/>
          </a:xfrm>
        </p:grpSpPr>
        <p:sp>
          <p:nvSpPr>
            <p:cNvPr id="92" name="Google Shape;92;p4"/>
            <p:cNvSpPr/>
            <p:nvPr/>
          </p:nvSpPr>
          <p:spPr>
            <a:xfrm>
              <a:off x="633558" y="1377045"/>
              <a:ext cx="2790362" cy="411083"/>
            </a:xfrm>
            <a:prstGeom prst="homePlat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" name="Google Shape;93;p4"/>
            <p:cNvSpPr txBox="1"/>
            <p:nvPr/>
          </p:nvSpPr>
          <p:spPr>
            <a:xfrm>
              <a:off x="1274781" y="1428698"/>
              <a:ext cx="168787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rPr>
                <a:t>PROJECT STATUS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" name="Google Shape;94;p4"/>
            <p:cNvCxnSpPr/>
            <p:nvPr/>
          </p:nvCxnSpPr>
          <p:spPr>
            <a:xfrm>
              <a:off x="777240" y="1582586"/>
              <a:ext cx="325755" cy="0"/>
            </a:xfrm>
            <a:prstGeom prst="straightConnector1">
              <a:avLst/>
            </a:prstGeom>
            <a:noFill/>
            <a:ln w="15875" cap="rnd" cmpd="sng">
              <a:solidFill>
                <a:schemeClr val="lt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5" name="Google Shape;95;p4"/>
            <p:cNvSpPr/>
            <p:nvPr/>
          </p:nvSpPr>
          <p:spPr>
            <a:xfrm rot="10800000" flipH="1">
              <a:off x="3111254" y="1354413"/>
              <a:ext cx="456348" cy="45634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609600" dist="228600" dir="4740000" sx="101000" sy="101000" algn="tl" rotWithShape="0">
                <a:srgbClr val="000000">
                  <a:alpha val="1333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96" name="Google Shape;96;p4"/>
          <p:cNvGraphicFramePr/>
          <p:nvPr/>
        </p:nvGraphicFramePr>
        <p:xfrm>
          <a:off x="633558" y="1936332"/>
          <a:ext cx="8138625" cy="1737375"/>
        </p:xfrm>
        <a:graphic>
          <a:graphicData uri="http://schemas.openxmlformats.org/drawingml/2006/table">
            <a:tbl>
              <a:tblPr firstRow="1" bandRow="1">
                <a:noFill/>
                <a:tableStyleId>{4D401B15-210D-49F8-8D23-FADDAE78A5B0}</a:tableStyleId>
              </a:tblPr>
              <a:tblGrid>
                <a:gridCol w="162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SCOPE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SCHEDULE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COST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RISKS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QUALITY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5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Char char="▶"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To upgrade 50 feeders all across the states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Char char="▶"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The 19 weeks completion period might be exceeded due to funds unavailability 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Char char="▶"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Project cost has been exceeded 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Char char="▶"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Regulatory approval has been granted. Risk is under control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Char char="▶"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The very high standard that has been set by the management is being deviated from 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  <a:p>
                      <a:pPr marL="171450" marR="0" lvl="0" indent="-1079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7" name="Google Shape;97;p4"/>
          <p:cNvSpPr/>
          <p:nvPr/>
        </p:nvSpPr>
        <p:spPr>
          <a:xfrm>
            <a:off x="8867326" y="1936332"/>
            <a:ext cx="2791274" cy="1737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8" name="Google Shape;98;p4"/>
          <p:cNvGrpSpPr/>
          <p:nvPr/>
        </p:nvGrpSpPr>
        <p:grpSpPr>
          <a:xfrm>
            <a:off x="9079218" y="2095951"/>
            <a:ext cx="2367491" cy="1418122"/>
            <a:chOff x="9075671" y="2156900"/>
            <a:chExt cx="2367491" cy="1418122"/>
          </a:xfrm>
        </p:grpSpPr>
        <p:grpSp>
          <p:nvGrpSpPr>
            <p:cNvPr id="99" name="Google Shape;99;p4"/>
            <p:cNvGrpSpPr/>
            <p:nvPr/>
          </p:nvGrpSpPr>
          <p:grpSpPr>
            <a:xfrm>
              <a:off x="9075671" y="2156900"/>
              <a:ext cx="2332992" cy="307777"/>
              <a:chOff x="9075671" y="2156900"/>
              <a:chExt cx="2332992" cy="307777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9075671" y="2160318"/>
                <a:ext cx="300941" cy="3009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" name="Google Shape;101;p4"/>
              <p:cNvSpPr txBox="1"/>
              <p:nvPr/>
            </p:nvSpPr>
            <p:spPr>
              <a:xfrm>
                <a:off x="9537982" y="2156900"/>
                <a:ext cx="187068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Off Track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9108257" y="2192905"/>
                <a:ext cx="235768" cy="235766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4509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7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075671" y="2712073"/>
              <a:ext cx="2332992" cy="307777"/>
              <a:chOff x="9075671" y="2639842"/>
              <a:chExt cx="2332992" cy="307777"/>
            </a:xfrm>
          </p:grpSpPr>
          <p:sp>
            <p:nvSpPr>
              <p:cNvPr id="104" name="Google Shape;104;p4"/>
              <p:cNvSpPr/>
              <p:nvPr/>
            </p:nvSpPr>
            <p:spPr>
              <a:xfrm>
                <a:off x="9075671" y="2643260"/>
                <a:ext cx="300941" cy="30094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" name="Google Shape;105;p4"/>
              <p:cNvSpPr txBox="1"/>
              <p:nvPr/>
            </p:nvSpPr>
            <p:spPr>
              <a:xfrm>
                <a:off x="9537982" y="2639842"/>
                <a:ext cx="187068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Require Attention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9108257" y="2675847"/>
                <a:ext cx="235768" cy="235766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4509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7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>
              <a:off x="9075671" y="3267245"/>
              <a:ext cx="2332992" cy="307777"/>
              <a:chOff x="9075671" y="3122784"/>
              <a:chExt cx="2332992" cy="307777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9075671" y="3126202"/>
                <a:ext cx="300941" cy="300941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9537982" y="3122784"/>
                <a:ext cx="187068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595959"/>
                    </a:solidFill>
                    <a:latin typeface="Lato"/>
                    <a:ea typeface="Lato"/>
                    <a:cs typeface="Lato"/>
                    <a:sym typeface="Lato"/>
                  </a:rPr>
                  <a:t>On Track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9108257" y="3158789"/>
                <a:ext cx="235768" cy="235766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4509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7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11" name="Google Shape;111;p4"/>
            <p:cNvCxnSpPr/>
            <p:nvPr/>
          </p:nvCxnSpPr>
          <p:spPr>
            <a:xfrm rot="10800000">
              <a:off x="9082765" y="2588375"/>
              <a:ext cx="2360397" cy="0"/>
            </a:xfrm>
            <a:prstGeom prst="straightConnector1">
              <a:avLst/>
            </a:prstGeom>
            <a:noFill/>
            <a:ln w="9525" cap="rnd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" name="Google Shape;112;p4"/>
            <p:cNvCxnSpPr/>
            <p:nvPr/>
          </p:nvCxnSpPr>
          <p:spPr>
            <a:xfrm rot="10800000">
              <a:off x="9082765" y="3143548"/>
              <a:ext cx="2360397" cy="0"/>
            </a:xfrm>
            <a:prstGeom prst="straightConnector1">
              <a:avLst/>
            </a:prstGeom>
            <a:noFill/>
            <a:ln w="9525" cap="rnd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3" name="Google Shape;113;p4"/>
          <p:cNvSpPr/>
          <p:nvPr/>
        </p:nvSpPr>
        <p:spPr>
          <a:xfrm>
            <a:off x="633558" y="3821897"/>
            <a:ext cx="3008802" cy="411083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274781" y="3873550"/>
            <a:ext cx="22928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SPRINT DELIVERABLES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777240" y="4027438"/>
            <a:ext cx="325755" cy="0"/>
          </a:xfrm>
          <a:prstGeom prst="straightConnector1">
            <a:avLst/>
          </a:prstGeom>
          <a:noFill/>
          <a:ln w="15875" cap="rnd" cmpd="sng">
            <a:solidFill>
              <a:schemeClr val="l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6" name="Google Shape;116;p4"/>
          <p:cNvSpPr/>
          <p:nvPr/>
        </p:nvSpPr>
        <p:spPr>
          <a:xfrm rot="10800000" flipH="1">
            <a:off x="3423920" y="3799265"/>
            <a:ext cx="456348" cy="45634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09600" dist="228600" dir="4740000" sx="101000" sy="101000" algn="tl" rotWithShape="0">
              <a:srgbClr val="000000">
                <a:alpha val="1333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" name="Google Shape;117;p4"/>
          <p:cNvGraphicFramePr/>
          <p:nvPr>
            <p:extLst>
              <p:ext uri="{D42A27DB-BD31-4B8C-83A1-F6EECF244321}">
                <p14:modId xmlns:p14="http://schemas.microsoft.com/office/powerpoint/2010/main" val="3986108352"/>
              </p:ext>
            </p:extLst>
          </p:nvPr>
        </p:nvGraphicFramePr>
        <p:xfrm>
          <a:off x="633558" y="4421142"/>
          <a:ext cx="11025000" cy="1920200"/>
        </p:xfrm>
        <a:graphic>
          <a:graphicData uri="http://schemas.openxmlformats.org/drawingml/2006/table">
            <a:tbl>
              <a:tblPr firstRow="1" bandRow="1">
                <a:noFill/>
                <a:tableStyleId>{4D401B15-210D-49F8-8D23-FADDAE78A5B0}</a:tableStyleId>
              </a:tblPr>
              <a:tblGrid>
                <a:gridCol w="22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Headline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Start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End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Status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Owner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Mapping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595959"/>
                          </a:solidFill>
                        </a:rPr>
                        <a:t>19 January 2022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595959"/>
                          </a:solidFill>
                        </a:rPr>
                        <a:t>27 January 2023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3F3F3F"/>
                          </a:solidFill>
                        </a:rPr>
                        <a:t>Complete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Wale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Site Visit</a:t>
                      </a:r>
                      <a:endParaRPr sz="1000" b="0" i="0" u="none" strike="noStrike" cap="none">
                        <a:solidFill>
                          <a:srgbClr val="59595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February 2022</a:t>
                      </a:r>
                      <a:endParaRPr sz="1000" b="0" i="0" u="none" strike="noStrike" cap="none" dirty="0">
                        <a:solidFill>
                          <a:srgbClr val="59595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February 2023</a:t>
                      </a:r>
                      <a:endParaRPr sz="1000" b="0" i="0" u="none" strike="noStrike" cap="none" dirty="0">
                        <a:solidFill>
                          <a:srgbClr val="59595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Delay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Mark</a:t>
                      </a:r>
                      <a:endParaRPr sz="1000" b="0" i="0" u="none" strike="noStrike" cap="none" dirty="0">
                        <a:solidFill>
                          <a:srgbClr val="3F3F3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Pre-Project Report</a:t>
                      </a:r>
                      <a:endParaRPr sz="1000" b="0" i="0" u="none" strike="noStrike" cap="none">
                        <a:solidFill>
                          <a:srgbClr val="59595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February 2023</a:t>
                      </a:r>
                      <a:endParaRPr sz="1000" b="0" i="0" u="none" strike="noStrike" cap="none" dirty="0">
                        <a:solidFill>
                          <a:srgbClr val="59595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 February 2024</a:t>
                      </a:r>
                      <a:endParaRPr sz="1000" b="0" i="0" u="none" strike="noStrike" cap="none" dirty="0">
                        <a:solidFill>
                          <a:srgbClr val="59595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3F3F3F"/>
                          </a:solidFill>
                        </a:rPr>
                        <a:t>Complete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Sham</a:t>
                      </a:r>
                      <a:endParaRPr sz="1000" b="0" i="0" u="none" strike="noStrike" cap="none" dirty="0">
                        <a:solidFill>
                          <a:srgbClr val="3F3F3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Project Commencement  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March 2023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 August 2024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In progress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Project Team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8" name="Google Shape;118;p4" descr="Pie 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7027" y="1385999"/>
            <a:ext cx="384802" cy="384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 descr="Venn diagra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9693" y="3835037"/>
            <a:ext cx="384802" cy="38480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AC690D0-2BC0-46EF-AF6A-B7DCFD20D7EA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EXECUTIVE </a:t>
            </a:r>
            <a:r>
              <a:rPr lang="en-US" sz="32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PROJECT</a:t>
            </a:r>
            <a:r>
              <a:rPr lang="en-US" sz="3200" b="1" i="0" u="none" strike="noStrike" cap="none" dirty="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i="0" u="none" strike="noStrike" cap="none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STATUS REPORT</a:t>
            </a:r>
            <a:endParaRPr lang="en-US"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D793B7-90C2-4D05-A4AA-D29B10B20AB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7F57BF7B-90DA-4BB5-B2FD-3F0F2E3FE7DA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A7794D-D6AE-41CC-9EE3-7075963C5951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CF3B78-98D6-489B-8A38-AC067D25109C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69FF823-BED3-4CC5-8354-A0F1E85CABE0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5"/>
          <p:cNvGraphicFramePr/>
          <p:nvPr>
            <p:extLst>
              <p:ext uri="{D42A27DB-BD31-4B8C-83A1-F6EECF244321}">
                <p14:modId xmlns:p14="http://schemas.microsoft.com/office/powerpoint/2010/main" val="268890126"/>
              </p:ext>
            </p:extLst>
          </p:nvPr>
        </p:nvGraphicFramePr>
        <p:xfrm>
          <a:off x="633557" y="1781945"/>
          <a:ext cx="11025000" cy="822950"/>
        </p:xfrm>
        <a:graphic>
          <a:graphicData uri="http://schemas.openxmlformats.org/drawingml/2006/table">
            <a:tbl>
              <a:tblPr firstRow="1" bandRow="1">
                <a:noFill/>
                <a:tableStyleId>{4D401B15-210D-49F8-8D23-FADDAE78A5B0}</a:tableStyleId>
              </a:tblPr>
              <a:tblGrid>
                <a:gridCol w="275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PROJECT MANAGER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PERIOD COVER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PROJECTED DATE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Matthew Dave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Sprint 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19 August 2022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595959"/>
                          </a:solidFill>
                        </a:rPr>
                        <a:t>19 September 2024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2" name="Google Shape;132;p5"/>
          <p:cNvSpPr/>
          <p:nvPr/>
        </p:nvSpPr>
        <p:spPr>
          <a:xfrm>
            <a:off x="633558" y="1312331"/>
            <a:ext cx="1963338" cy="411083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PROJECT 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2725281" y="1379373"/>
            <a:ext cx="41214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Development of food ordering mobile app</a:t>
            </a:r>
            <a:endParaRPr sz="12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33558" y="2663035"/>
            <a:ext cx="11025043" cy="2018295"/>
          </a:xfrm>
          <a:prstGeom prst="rect">
            <a:avLst/>
          </a:prstGeom>
          <a:solidFill>
            <a:srgbClr val="D5DFF8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" name="Google Shape;135;p5"/>
          <p:cNvCxnSpPr/>
          <p:nvPr/>
        </p:nvCxnSpPr>
        <p:spPr>
          <a:xfrm>
            <a:off x="864273" y="3724146"/>
            <a:ext cx="1056361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6" name="Google Shape;136;p5"/>
          <p:cNvGrpSpPr/>
          <p:nvPr/>
        </p:nvGrpSpPr>
        <p:grpSpPr>
          <a:xfrm>
            <a:off x="9930431" y="3677568"/>
            <a:ext cx="1497452" cy="779767"/>
            <a:chOff x="9930431" y="3677568"/>
            <a:chExt cx="1497452" cy="779767"/>
          </a:xfrm>
        </p:grpSpPr>
        <p:sp>
          <p:nvSpPr>
            <p:cNvPr id="137" name="Google Shape;137;p5"/>
            <p:cNvSpPr txBox="1"/>
            <p:nvPr/>
          </p:nvSpPr>
          <p:spPr>
            <a:xfrm>
              <a:off x="9930431" y="3877390"/>
              <a:ext cx="14974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Project End Date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5"/>
            <p:cNvGrpSpPr/>
            <p:nvPr/>
          </p:nvGrpSpPr>
          <p:grpSpPr>
            <a:xfrm>
              <a:off x="10107384" y="4173297"/>
              <a:ext cx="1143546" cy="284038"/>
              <a:chOff x="1043454" y="4053452"/>
              <a:chExt cx="1143546" cy="284038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1043454" y="4053452"/>
                <a:ext cx="1143546" cy="284038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0" name="Google Shape;140;p5"/>
              <p:cNvSpPr txBox="1"/>
              <p:nvPr/>
            </p:nvSpPr>
            <p:spPr>
              <a:xfrm>
                <a:off x="1174475" y="4072361"/>
                <a:ext cx="88150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 dirty="0">
                    <a:solidFill>
                      <a:srgbClr val="3F3F3F"/>
                    </a:solidFill>
                    <a:latin typeface="Lato"/>
                    <a:ea typeface="Lato"/>
                    <a:cs typeface="Lato"/>
                    <a:sym typeface="Lato"/>
                  </a:rPr>
                  <a:t>1 July 2024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p5"/>
            <p:cNvSpPr/>
            <p:nvPr/>
          </p:nvSpPr>
          <p:spPr>
            <a:xfrm>
              <a:off x="10632577" y="3677568"/>
              <a:ext cx="93160" cy="931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2" name="Google Shape;142;p5"/>
          <p:cNvSpPr/>
          <p:nvPr/>
        </p:nvSpPr>
        <p:spPr>
          <a:xfrm>
            <a:off x="3329573" y="3677568"/>
            <a:ext cx="93160" cy="931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142805" y="3677568"/>
            <a:ext cx="93160" cy="931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956037" y="3677568"/>
            <a:ext cx="93160" cy="931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769269" y="3677568"/>
            <a:ext cx="93160" cy="931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3376153" y="3262859"/>
            <a:ext cx="0" cy="4612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5"/>
          <p:cNvCxnSpPr/>
          <p:nvPr/>
        </p:nvCxnSpPr>
        <p:spPr>
          <a:xfrm>
            <a:off x="5189385" y="3535680"/>
            <a:ext cx="0" cy="18846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8" name="Google Shape;148;p5"/>
          <p:cNvCxnSpPr/>
          <p:nvPr/>
        </p:nvCxnSpPr>
        <p:spPr>
          <a:xfrm>
            <a:off x="7002617" y="3355340"/>
            <a:ext cx="0" cy="36880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5"/>
          <p:cNvCxnSpPr/>
          <p:nvPr/>
        </p:nvCxnSpPr>
        <p:spPr>
          <a:xfrm>
            <a:off x="8815849" y="3480964"/>
            <a:ext cx="0" cy="24318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5"/>
          <p:cNvCxnSpPr/>
          <p:nvPr/>
        </p:nvCxnSpPr>
        <p:spPr>
          <a:xfrm>
            <a:off x="10679157" y="3206115"/>
            <a:ext cx="0" cy="51803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5"/>
          <p:cNvCxnSpPr/>
          <p:nvPr/>
        </p:nvCxnSpPr>
        <p:spPr>
          <a:xfrm>
            <a:off x="1612999" y="3480964"/>
            <a:ext cx="0" cy="24318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" name="Google Shape;152;p5"/>
          <p:cNvSpPr txBox="1"/>
          <p:nvPr/>
        </p:nvSpPr>
        <p:spPr>
          <a:xfrm>
            <a:off x="836350" y="3062804"/>
            <a:ext cx="154630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Project Initiation</a:t>
            </a:r>
            <a:endParaRPr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2603001" y="2770192"/>
            <a:ext cx="154630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Design mobile app screen prototypes</a:t>
            </a:r>
            <a:endParaRPr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4416232" y="3062804"/>
            <a:ext cx="154630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Current timeline position</a:t>
            </a:r>
            <a:endParaRPr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229461" y="2933799"/>
            <a:ext cx="154630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Milestone 1</a:t>
            </a:r>
            <a:endParaRPr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8037416" y="3048338"/>
            <a:ext cx="154630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Milestone 2</a:t>
            </a:r>
            <a:endParaRPr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9906005" y="2780555"/>
            <a:ext cx="154630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Milestone 3</a:t>
            </a:r>
            <a:endParaRPr sz="10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5"/>
          <p:cNvGraphicFramePr/>
          <p:nvPr/>
        </p:nvGraphicFramePr>
        <p:xfrm>
          <a:off x="633557" y="4773887"/>
          <a:ext cx="11025000" cy="1454575"/>
        </p:xfrm>
        <a:graphic>
          <a:graphicData uri="http://schemas.openxmlformats.org/drawingml/2006/table">
            <a:tbl>
              <a:tblPr firstRow="1" bandRow="1">
                <a:noFill/>
                <a:tableStyleId>{4D401B15-210D-49F8-8D23-FADDAE78A5B0}</a:tableStyleId>
              </a:tblPr>
              <a:tblGrid>
                <a:gridCol w="275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Key Issues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Status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Owner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Description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Mobile App Scalability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</a:rPr>
                        <a:t>OPEN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Matthew Rice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Mobile Apps Fails Test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User interface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</a:rPr>
                        <a:t>CLOSE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Lan Ben</a:t>
                      </a:r>
                      <a:endParaRPr sz="1000" b="0" i="0" u="none" strike="noStrike" cap="none">
                        <a:solidFill>
                          <a:srgbClr val="59595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Upgrade of the UI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rgbClr val="595959"/>
                          </a:solidFill>
                        </a:rPr>
                        <a:t>Dummy text removal</a:t>
                      </a:r>
                      <a:endParaRPr sz="10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</a:rPr>
                        <a:t>CLOSE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Jane Liz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000"/>
                        <a:buFont typeface="Lato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9595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Replace dummy text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9" name="Google Shape;159;p5"/>
          <p:cNvGrpSpPr/>
          <p:nvPr/>
        </p:nvGrpSpPr>
        <p:grpSpPr>
          <a:xfrm>
            <a:off x="864273" y="3677568"/>
            <a:ext cx="1497452" cy="779767"/>
            <a:chOff x="9930431" y="3677568"/>
            <a:chExt cx="1497452" cy="779767"/>
          </a:xfrm>
        </p:grpSpPr>
        <p:sp>
          <p:nvSpPr>
            <p:cNvPr id="160" name="Google Shape;160;p5"/>
            <p:cNvSpPr txBox="1"/>
            <p:nvPr/>
          </p:nvSpPr>
          <p:spPr>
            <a:xfrm>
              <a:off x="9930431" y="3877390"/>
              <a:ext cx="14974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Project Start Date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>
              <a:off x="10107384" y="4173297"/>
              <a:ext cx="1143546" cy="284038"/>
              <a:chOff x="1043454" y="4053452"/>
              <a:chExt cx="1143546" cy="284038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1043454" y="4053452"/>
                <a:ext cx="1143546" cy="284038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" name="Google Shape;163;p5"/>
              <p:cNvSpPr txBox="1"/>
              <p:nvPr/>
            </p:nvSpPr>
            <p:spPr>
              <a:xfrm>
                <a:off x="1174475" y="4072361"/>
                <a:ext cx="88150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3F3F3F"/>
                    </a:solidFill>
                    <a:latin typeface="Lato"/>
                    <a:ea typeface="Lato"/>
                    <a:cs typeface="Lato"/>
                    <a:sym typeface="Lato"/>
                  </a:rPr>
                  <a:t>1 June 2022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" name="Google Shape;164;p5"/>
            <p:cNvSpPr/>
            <p:nvPr/>
          </p:nvSpPr>
          <p:spPr>
            <a:xfrm>
              <a:off x="10632577" y="3677568"/>
              <a:ext cx="93160" cy="931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26544E7-F759-4C18-9DF4-F48471253A7B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EXECUTIVE </a:t>
            </a:r>
            <a:r>
              <a:rPr lang="en-US" sz="32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PROJECT</a:t>
            </a:r>
            <a:r>
              <a:rPr lang="en-US" sz="3200" b="1" i="0" u="none" strike="noStrike" cap="none" dirty="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i="0" u="none" strike="noStrike" cap="none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STATUS REPORT</a:t>
            </a:r>
            <a:endParaRPr lang="en-US"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485221-643A-47F9-9690-66D27D40CD63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DC483D55-9F25-4B6A-B88E-B87D80E08A31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8AC585-0A5E-4155-9A20-7758E051256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8BB4DBA-81CF-410F-920A-C6B4169563F8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5534B35-EFD8-4178-9390-E152EC4A5681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"/>
          <p:cNvGrpSpPr/>
          <p:nvPr/>
        </p:nvGrpSpPr>
        <p:grpSpPr>
          <a:xfrm>
            <a:off x="836777" y="1537061"/>
            <a:ext cx="1242890" cy="1242888"/>
            <a:chOff x="829750" y="1560282"/>
            <a:chExt cx="1242890" cy="1242888"/>
          </a:xfrm>
        </p:grpSpPr>
        <p:sp>
          <p:nvSpPr>
            <p:cNvPr id="177" name="Google Shape;177;p2"/>
            <p:cNvSpPr/>
            <p:nvPr/>
          </p:nvSpPr>
          <p:spPr>
            <a:xfrm rot="10800000" flipH="1">
              <a:off x="829750" y="1560282"/>
              <a:ext cx="1242890" cy="124288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609600" dist="228600" dir="4740000" sx="101000" sy="101000" algn="tl" rotWithShape="0">
                <a:srgbClr val="000000">
                  <a:alpha val="1333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 rot="-5400000">
              <a:off x="902141" y="1632674"/>
              <a:ext cx="1098110" cy="1098106"/>
            </a:xfrm>
            <a:prstGeom prst="blockArc">
              <a:avLst>
                <a:gd name="adj1" fmla="val 10800000"/>
                <a:gd name="adj2" fmla="val 5552066"/>
                <a:gd name="adj3" fmla="val 8913"/>
              </a:avLst>
            </a:prstGeom>
            <a:gradFill>
              <a:gsLst>
                <a:gs pos="0">
                  <a:schemeClr val="accent1"/>
                </a:gs>
                <a:gs pos="100000">
                  <a:srgbClr val="1C4AB2"/>
                </a:gs>
              </a:gsLst>
              <a:lin ang="7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9" name="Google Shape;179;p2"/>
            <p:cNvSpPr txBox="1"/>
            <p:nvPr/>
          </p:nvSpPr>
          <p:spPr>
            <a:xfrm>
              <a:off x="940240" y="1950893"/>
              <a:ext cx="102191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1"/>
                  </a:solidFill>
                  <a:latin typeface="Lato Black"/>
                  <a:ea typeface="Lato Black"/>
                  <a:cs typeface="Lato Black"/>
                  <a:sym typeface="Lato Black"/>
                </a:rPr>
                <a:t>75%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RATE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2"/>
          <p:cNvSpPr/>
          <p:nvPr/>
        </p:nvSpPr>
        <p:spPr>
          <a:xfrm>
            <a:off x="3011900" y="1795122"/>
            <a:ext cx="1582961" cy="950286"/>
          </a:xfrm>
          <a:prstGeom prst="roundRect">
            <a:avLst>
              <a:gd name="adj" fmla="val 9439"/>
            </a:avLst>
          </a:prstGeom>
          <a:solidFill>
            <a:schemeClr val="accen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1529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1" name="Google Shape;181;p2"/>
          <p:cNvGrpSpPr/>
          <p:nvPr/>
        </p:nvGrpSpPr>
        <p:grpSpPr>
          <a:xfrm>
            <a:off x="3216099" y="1991664"/>
            <a:ext cx="1174562" cy="557202"/>
            <a:chOff x="3152666" y="2016482"/>
            <a:chExt cx="1933347" cy="557202"/>
          </a:xfrm>
        </p:grpSpPr>
        <p:sp>
          <p:nvSpPr>
            <p:cNvPr id="182" name="Google Shape;182;p2"/>
            <p:cNvSpPr txBox="1"/>
            <p:nvPr/>
          </p:nvSpPr>
          <p:spPr>
            <a:xfrm>
              <a:off x="3152666" y="2296685"/>
              <a:ext cx="19333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3336628" y="2016482"/>
              <a:ext cx="156542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$8,789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2"/>
          <p:cNvSpPr/>
          <p:nvPr/>
        </p:nvSpPr>
        <p:spPr>
          <a:xfrm>
            <a:off x="2821893" y="1571602"/>
            <a:ext cx="532412" cy="532412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5" name="Google Shape;185;p2" descr="Cit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362" y="1666071"/>
            <a:ext cx="343473" cy="34347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"/>
          <p:cNvSpPr/>
          <p:nvPr/>
        </p:nvSpPr>
        <p:spPr>
          <a:xfrm>
            <a:off x="5267696" y="1795122"/>
            <a:ext cx="1582961" cy="950286"/>
          </a:xfrm>
          <a:prstGeom prst="roundRect">
            <a:avLst>
              <a:gd name="adj" fmla="val 9439"/>
            </a:avLst>
          </a:prstGeom>
          <a:solidFill>
            <a:schemeClr val="accen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1529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7" name="Google Shape;187;p2"/>
          <p:cNvGrpSpPr/>
          <p:nvPr/>
        </p:nvGrpSpPr>
        <p:grpSpPr>
          <a:xfrm>
            <a:off x="5471895" y="1991664"/>
            <a:ext cx="1174562" cy="557202"/>
            <a:chOff x="3152666" y="2016482"/>
            <a:chExt cx="1933347" cy="55720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3152666" y="2296685"/>
              <a:ext cx="19333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2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3336628" y="2016482"/>
              <a:ext cx="156542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$9,212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2"/>
          <p:cNvSpPr/>
          <p:nvPr/>
        </p:nvSpPr>
        <p:spPr>
          <a:xfrm>
            <a:off x="5077689" y="1571602"/>
            <a:ext cx="532412" cy="532412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7523492" y="1795122"/>
            <a:ext cx="1582961" cy="950286"/>
          </a:xfrm>
          <a:prstGeom prst="roundRect">
            <a:avLst>
              <a:gd name="adj" fmla="val 9439"/>
            </a:avLst>
          </a:prstGeom>
          <a:solidFill>
            <a:schemeClr val="accen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1529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2" name="Google Shape;192;p2"/>
          <p:cNvGrpSpPr/>
          <p:nvPr/>
        </p:nvGrpSpPr>
        <p:grpSpPr>
          <a:xfrm>
            <a:off x="7727691" y="1991664"/>
            <a:ext cx="1174562" cy="557202"/>
            <a:chOff x="3152666" y="2016482"/>
            <a:chExt cx="1933347" cy="557202"/>
          </a:xfrm>
        </p:grpSpPr>
        <p:sp>
          <p:nvSpPr>
            <p:cNvPr id="193" name="Google Shape;193;p2"/>
            <p:cNvSpPr txBox="1"/>
            <p:nvPr/>
          </p:nvSpPr>
          <p:spPr>
            <a:xfrm>
              <a:off x="3152666" y="2296685"/>
              <a:ext cx="19333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3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 txBox="1"/>
            <p:nvPr/>
          </p:nvSpPr>
          <p:spPr>
            <a:xfrm>
              <a:off x="3336628" y="2016482"/>
              <a:ext cx="156542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$3,810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2"/>
          <p:cNvSpPr/>
          <p:nvPr/>
        </p:nvSpPr>
        <p:spPr>
          <a:xfrm>
            <a:off x="7333485" y="1571602"/>
            <a:ext cx="532412" cy="532412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9779289" y="1795122"/>
            <a:ext cx="1582961" cy="950286"/>
          </a:xfrm>
          <a:prstGeom prst="roundRect">
            <a:avLst>
              <a:gd name="adj" fmla="val 9439"/>
            </a:avLst>
          </a:prstGeom>
          <a:solidFill>
            <a:schemeClr val="accen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1529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7" name="Google Shape;197;p2"/>
          <p:cNvGrpSpPr/>
          <p:nvPr/>
        </p:nvGrpSpPr>
        <p:grpSpPr>
          <a:xfrm>
            <a:off x="9983488" y="1991664"/>
            <a:ext cx="1174562" cy="557202"/>
            <a:chOff x="3152666" y="2016482"/>
            <a:chExt cx="1933347" cy="557202"/>
          </a:xfrm>
        </p:grpSpPr>
        <p:sp>
          <p:nvSpPr>
            <p:cNvPr id="198" name="Google Shape;198;p2"/>
            <p:cNvSpPr txBox="1"/>
            <p:nvPr/>
          </p:nvSpPr>
          <p:spPr>
            <a:xfrm>
              <a:off x="3152666" y="2296685"/>
              <a:ext cx="19333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 txBox="1"/>
            <p:nvPr/>
          </p:nvSpPr>
          <p:spPr>
            <a:xfrm>
              <a:off x="3336628" y="2016482"/>
              <a:ext cx="1565426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$8,918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2"/>
          <p:cNvSpPr/>
          <p:nvPr/>
        </p:nvSpPr>
        <p:spPr>
          <a:xfrm>
            <a:off x="9585210" y="1571602"/>
            <a:ext cx="532412" cy="532412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"/>
          <p:cNvSpPr txBox="1"/>
          <p:nvPr/>
        </p:nvSpPr>
        <p:spPr>
          <a:xfrm>
            <a:off x="602484" y="3098170"/>
            <a:ext cx="171147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All the projects are within 75% done</a:t>
            </a:r>
            <a:endParaRPr sz="12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"/>
          <p:cNvSpPr txBox="1"/>
          <p:nvPr/>
        </p:nvSpPr>
        <p:spPr>
          <a:xfrm>
            <a:off x="3011900" y="3098170"/>
            <a:ext cx="15829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Construction of new annex</a:t>
            </a:r>
            <a:endParaRPr sz="12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"/>
          <p:cNvSpPr txBox="1"/>
          <p:nvPr/>
        </p:nvSpPr>
        <p:spPr>
          <a:xfrm>
            <a:off x="5267696" y="3098170"/>
            <a:ext cx="15829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Implementation of CRM 2.0</a:t>
            </a:r>
            <a:endParaRPr sz="12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"/>
          <p:cNvSpPr txBox="1"/>
          <p:nvPr/>
        </p:nvSpPr>
        <p:spPr>
          <a:xfrm>
            <a:off x="7523492" y="3098170"/>
            <a:ext cx="158296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Renovation of the convenience room at HQ</a:t>
            </a:r>
            <a:endParaRPr sz="12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"/>
          <p:cNvSpPr txBox="1"/>
          <p:nvPr/>
        </p:nvSpPr>
        <p:spPr>
          <a:xfrm>
            <a:off x="9779289" y="3098170"/>
            <a:ext cx="15829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Scholarship for university students</a:t>
            </a:r>
            <a:endParaRPr sz="1200" b="0" i="0" u="none" strike="noStrike" cap="non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4763065" y="2805554"/>
            <a:ext cx="336426" cy="33642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7018862" y="2805554"/>
            <a:ext cx="336426" cy="33642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9274658" y="2805554"/>
            <a:ext cx="336426" cy="33642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96900" dist="292100" dir="4740000" sx="101000" sy="101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0" y="3901079"/>
            <a:ext cx="12192000" cy="1566704"/>
          </a:xfrm>
          <a:prstGeom prst="rect">
            <a:avLst/>
          </a:prstGeom>
          <a:solidFill>
            <a:srgbClr val="F2F2F2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10" name="Google Shape;210;p2"/>
          <p:cNvGrpSpPr/>
          <p:nvPr/>
        </p:nvGrpSpPr>
        <p:grpSpPr>
          <a:xfrm>
            <a:off x="571500" y="4128342"/>
            <a:ext cx="3795769" cy="927472"/>
            <a:chOff x="571500" y="4208761"/>
            <a:chExt cx="3795769" cy="927472"/>
          </a:xfrm>
        </p:grpSpPr>
        <p:grpSp>
          <p:nvGrpSpPr>
            <p:cNvPr id="211" name="Google Shape;211;p2"/>
            <p:cNvGrpSpPr/>
            <p:nvPr/>
          </p:nvGrpSpPr>
          <p:grpSpPr>
            <a:xfrm>
              <a:off x="571500" y="4208761"/>
              <a:ext cx="3795769" cy="484298"/>
              <a:chOff x="422194" y="4112593"/>
              <a:chExt cx="3795769" cy="484298"/>
            </a:xfrm>
          </p:grpSpPr>
          <p:sp>
            <p:nvSpPr>
              <p:cNvPr id="212" name="Google Shape;212;p2"/>
              <p:cNvSpPr/>
              <p:nvPr/>
            </p:nvSpPr>
            <p:spPr>
              <a:xfrm>
                <a:off x="836777" y="4112593"/>
                <a:ext cx="3381186" cy="484298"/>
              </a:xfrm>
              <a:prstGeom prst="homePlat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 flipH="1">
                <a:off x="422194" y="4112593"/>
                <a:ext cx="3381186" cy="484298"/>
              </a:xfrm>
              <a:prstGeom prst="homePlat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14" name="Google Shape;214;p2"/>
            <p:cNvSpPr txBox="1"/>
            <p:nvPr/>
          </p:nvSpPr>
          <p:spPr>
            <a:xfrm>
              <a:off x="891417" y="4859274"/>
              <a:ext cx="3155935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Project 1 has a timeline of 37 weeks</a:t>
              </a:r>
              <a:endParaRPr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5" name="Google Shape;215;p2"/>
            <p:cNvSpPr txBox="1"/>
            <p:nvPr/>
          </p:nvSpPr>
          <p:spPr>
            <a:xfrm>
              <a:off x="1194808" y="4297022"/>
              <a:ext cx="25491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rPr>
                <a:t>PROJECT TIMELINE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2"/>
          <p:cNvGrpSpPr/>
          <p:nvPr/>
        </p:nvGrpSpPr>
        <p:grpSpPr>
          <a:xfrm>
            <a:off x="4206930" y="4128342"/>
            <a:ext cx="3795769" cy="927472"/>
            <a:chOff x="571500" y="4208761"/>
            <a:chExt cx="3795769" cy="927472"/>
          </a:xfrm>
        </p:grpSpPr>
        <p:grpSp>
          <p:nvGrpSpPr>
            <p:cNvPr id="217" name="Google Shape;217;p2"/>
            <p:cNvGrpSpPr/>
            <p:nvPr/>
          </p:nvGrpSpPr>
          <p:grpSpPr>
            <a:xfrm>
              <a:off x="571500" y="4208761"/>
              <a:ext cx="3795769" cy="484298"/>
              <a:chOff x="422194" y="4112593"/>
              <a:chExt cx="3795769" cy="484298"/>
            </a:xfrm>
          </p:grpSpPr>
          <p:sp>
            <p:nvSpPr>
              <p:cNvPr id="218" name="Google Shape;218;p2"/>
              <p:cNvSpPr/>
              <p:nvPr/>
            </p:nvSpPr>
            <p:spPr>
              <a:xfrm>
                <a:off x="836777" y="4112593"/>
                <a:ext cx="3381186" cy="484298"/>
              </a:xfrm>
              <a:prstGeom prst="homePlat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 flipH="1">
                <a:off x="422194" y="4112593"/>
                <a:ext cx="3381186" cy="484298"/>
              </a:xfrm>
              <a:prstGeom prst="homePlat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20" name="Google Shape;220;p2"/>
            <p:cNvSpPr txBox="1"/>
            <p:nvPr/>
          </p:nvSpPr>
          <p:spPr>
            <a:xfrm>
              <a:off x="891417" y="4859274"/>
              <a:ext cx="3155935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Project 2 has a timeline of 5 weeks</a:t>
              </a:r>
              <a:endParaRPr/>
            </a:p>
          </p:txBody>
        </p:sp>
        <p:sp>
          <p:nvSpPr>
            <p:cNvPr id="221" name="Google Shape;221;p2"/>
            <p:cNvSpPr txBox="1"/>
            <p:nvPr/>
          </p:nvSpPr>
          <p:spPr>
            <a:xfrm>
              <a:off x="1194808" y="4297022"/>
              <a:ext cx="25491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rPr>
                <a:t>PROJECT TIMELINE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"/>
          <p:cNvGrpSpPr/>
          <p:nvPr/>
        </p:nvGrpSpPr>
        <p:grpSpPr>
          <a:xfrm>
            <a:off x="7842361" y="4128342"/>
            <a:ext cx="3795769" cy="927472"/>
            <a:chOff x="571500" y="4208761"/>
            <a:chExt cx="3795769" cy="927472"/>
          </a:xfrm>
        </p:grpSpPr>
        <p:grpSp>
          <p:nvGrpSpPr>
            <p:cNvPr id="223" name="Google Shape;223;p2"/>
            <p:cNvGrpSpPr/>
            <p:nvPr/>
          </p:nvGrpSpPr>
          <p:grpSpPr>
            <a:xfrm>
              <a:off x="571500" y="4208761"/>
              <a:ext cx="3795769" cy="484298"/>
              <a:chOff x="422194" y="4112593"/>
              <a:chExt cx="3795769" cy="484298"/>
            </a:xfrm>
          </p:grpSpPr>
          <p:sp>
            <p:nvSpPr>
              <p:cNvPr id="224" name="Google Shape;224;p2"/>
              <p:cNvSpPr/>
              <p:nvPr/>
            </p:nvSpPr>
            <p:spPr>
              <a:xfrm>
                <a:off x="836777" y="4112593"/>
                <a:ext cx="3381186" cy="484298"/>
              </a:xfrm>
              <a:prstGeom prst="homePlat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 flipH="1">
                <a:off x="422194" y="4112593"/>
                <a:ext cx="3381186" cy="484298"/>
              </a:xfrm>
              <a:prstGeom prst="homePlat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26" name="Google Shape;226;p2"/>
            <p:cNvSpPr txBox="1"/>
            <p:nvPr/>
          </p:nvSpPr>
          <p:spPr>
            <a:xfrm>
              <a:off x="891417" y="4859274"/>
              <a:ext cx="3155935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Project 3 has a timeline of 7 weeks</a:t>
              </a:r>
              <a:endParaRPr/>
            </a:p>
          </p:txBody>
        </p:sp>
        <p:sp>
          <p:nvSpPr>
            <p:cNvPr id="227" name="Google Shape;227;p2"/>
            <p:cNvSpPr txBox="1"/>
            <p:nvPr/>
          </p:nvSpPr>
          <p:spPr>
            <a:xfrm>
              <a:off x="1194808" y="4297022"/>
              <a:ext cx="25491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rPr>
                <a:t>PROJECT TIMELINE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2"/>
          <p:cNvGrpSpPr/>
          <p:nvPr/>
        </p:nvGrpSpPr>
        <p:grpSpPr>
          <a:xfrm>
            <a:off x="571501" y="5711541"/>
            <a:ext cx="11087099" cy="339229"/>
            <a:chOff x="571501" y="5746098"/>
            <a:chExt cx="9573209" cy="339229"/>
          </a:xfrm>
        </p:grpSpPr>
        <p:sp>
          <p:nvSpPr>
            <p:cNvPr id="229" name="Google Shape;229;p2"/>
            <p:cNvSpPr/>
            <p:nvPr/>
          </p:nvSpPr>
          <p:spPr>
            <a:xfrm>
              <a:off x="571501" y="5746098"/>
              <a:ext cx="2344861" cy="3392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9600" dist="228600" dir="4740000" sx="101000" sy="101000" algn="tl" rotWithShape="0">
                <a:srgbClr val="000000">
                  <a:alpha val="1333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Scope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2980950" y="5746098"/>
              <a:ext cx="2344861" cy="3392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9600" dist="228600" dir="4740000" sx="101000" sy="101000" algn="tl" rotWithShape="0">
                <a:srgbClr val="000000">
                  <a:alpha val="1333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Time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390399" y="5746098"/>
              <a:ext cx="2344861" cy="3392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9600" dist="228600" dir="4740000" sx="101000" sy="101000" algn="tl" rotWithShape="0">
                <a:srgbClr val="000000">
                  <a:alpha val="1333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Quality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7799849" y="5746098"/>
              <a:ext cx="2344861" cy="3392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9600" dist="228600" dir="4740000" sx="101000" sy="101000" algn="tl" rotWithShape="0">
                <a:srgbClr val="000000">
                  <a:alpha val="1333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Cost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3" name="Google Shape;233;p2" descr="Pie char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0696" y="1654609"/>
            <a:ext cx="366398" cy="366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" descr="Head with gear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68217" y="1654609"/>
            <a:ext cx="366398" cy="366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" descr="Venn diagram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16492" y="1654609"/>
            <a:ext cx="366398" cy="36639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A874DC5-8353-4F3D-A671-FD3C9B68DCDB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EXECUTIVE </a:t>
            </a:r>
            <a:r>
              <a:rPr lang="en-US" sz="32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PROJECT</a:t>
            </a:r>
            <a:r>
              <a:rPr lang="en-US" sz="3200" b="1" i="0" u="none" strike="noStrike" cap="none" dirty="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i="0" u="none" strike="noStrike" cap="none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STATUS REPORT</a:t>
            </a:r>
            <a:endParaRPr lang="en-US"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FD0C62-9D69-4A8A-A897-DE83410AA57B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8" name="Slide Number Placeholder 5">
            <a:extLst>
              <a:ext uri="{FF2B5EF4-FFF2-40B4-BE49-F238E27FC236}">
                <a16:creationId xmlns:a16="http://schemas.microsoft.com/office/drawing/2014/main" id="{67FB73FE-DC67-440B-B426-524F0A141B61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7782A68-864E-49C9-BE46-059C180FDA57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65E813C-C229-4079-91F1-11077D476174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784EE61-647B-4157-BB9C-67801880458D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"/>
          <p:cNvGrpSpPr/>
          <p:nvPr/>
        </p:nvGrpSpPr>
        <p:grpSpPr>
          <a:xfrm>
            <a:off x="1529787" y="1619630"/>
            <a:ext cx="9132426" cy="4509588"/>
            <a:chOff x="593623" y="711928"/>
            <a:chExt cx="11004754" cy="5434144"/>
          </a:xfrm>
        </p:grpSpPr>
        <p:sp>
          <p:nvSpPr>
            <p:cNvPr id="248" name="Google Shape;248;p1"/>
            <p:cNvSpPr/>
            <p:nvPr/>
          </p:nvSpPr>
          <p:spPr>
            <a:xfrm>
              <a:off x="6119766" y="4752269"/>
              <a:ext cx="387934" cy="389468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40" y="102"/>
                  </a:moveTo>
                  <a:cubicBezTo>
                    <a:pt x="40" y="100"/>
                    <a:pt x="43" y="97"/>
                    <a:pt x="44" y="99"/>
                  </a:cubicBezTo>
                  <a:cubicBezTo>
                    <a:pt x="46" y="102"/>
                    <a:pt x="45" y="105"/>
                    <a:pt x="49" y="105"/>
                  </a:cubicBezTo>
                  <a:cubicBezTo>
                    <a:pt x="52" y="105"/>
                    <a:pt x="59" y="107"/>
                    <a:pt x="60" y="105"/>
                  </a:cubicBezTo>
                  <a:cubicBezTo>
                    <a:pt x="61" y="104"/>
                    <a:pt x="65" y="102"/>
                    <a:pt x="65" y="100"/>
                  </a:cubicBezTo>
                  <a:cubicBezTo>
                    <a:pt x="65" y="97"/>
                    <a:pt x="65" y="46"/>
                    <a:pt x="65" y="44"/>
                  </a:cubicBezTo>
                  <a:cubicBezTo>
                    <a:pt x="65" y="42"/>
                    <a:pt x="74" y="44"/>
                    <a:pt x="74" y="41"/>
                  </a:cubicBezTo>
                  <a:cubicBezTo>
                    <a:pt x="74" y="38"/>
                    <a:pt x="74" y="12"/>
                    <a:pt x="74" y="12"/>
                  </a:cubicBezTo>
                  <a:cubicBezTo>
                    <a:pt x="74" y="12"/>
                    <a:pt x="80" y="11"/>
                    <a:pt x="81" y="11"/>
                  </a:cubicBezTo>
                  <a:cubicBezTo>
                    <a:pt x="83" y="10"/>
                    <a:pt x="89" y="7"/>
                    <a:pt x="91" y="8"/>
                  </a:cubicBezTo>
                  <a:cubicBezTo>
                    <a:pt x="92" y="9"/>
                    <a:pt x="94" y="13"/>
                    <a:pt x="95" y="11"/>
                  </a:cubicBezTo>
                  <a:cubicBezTo>
                    <a:pt x="96" y="10"/>
                    <a:pt x="99" y="8"/>
                    <a:pt x="101" y="8"/>
                  </a:cubicBezTo>
                  <a:cubicBezTo>
                    <a:pt x="103" y="8"/>
                    <a:pt x="105" y="7"/>
                    <a:pt x="107" y="7"/>
                  </a:cubicBezTo>
                  <a:cubicBezTo>
                    <a:pt x="107" y="6"/>
                    <a:pt x="106" y="5"/>
                    <a:pt x="106" y="5"/>
                  </a:cubicBezTo>
                  <a:cubicBezTo>
                    <a:pt x="106" y="3"/>
                    <a:pt x="91" y="5"/>
                    <a:pt x="89" y="6"/>
                  </a:cubicBezTo>
                  <a:cubicBezTo>
                    <a:pt x="86" y="7"/>
                    <a:pt x="78" y="8"/>
                    <a:pt x="76" y="7"/>
                  </a:cubicBezTo>
                  <a:cubicBezTo>
                    <a:pt x="73" y="6"/>
                    <a:pt x="57" y="7"/>
                    <a:pt x="57" y="7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28" y="4"/>
                    <a:pt x="25" y="4"/>
                  </a:cubicBezTo>
                  <a:cubicBezTo>
                    <a:pt x="22" y="4"/>
                    <a:pt x="20" y="3"/>
                    <a:pt x="18" y="2"/>
                  </a:cubicBezTo>
                  <a:cubicBezTo>
                    <a:pt x="15" y="0"/>
                    <a:pt x="13" y="0"/>
                    <a:pt x="10" y="1"/>
                  </a:cubicBezTo>
                  <a:cubicBezTo>
                    <a:pt x="7" y="3"/>
                    <a:pt x="8" y="0"/>
                    <a:pt x="6" y="0"/>
                  </a:cubicBezTo>
                  <a:cubicBezTo>
                    <a:pt x="4" y="0"/>
                    <a:pt x="3" y="2"/>
                    <a:pt x="3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2" y="10"/>
                    <a:pt x="5" y="13"/>
                  </a:cubicBezTo>
                  <a:cubicBezTo>
                    <a:pt x="8" y="17"/>
                    <a:pt x="11" y="25"/>
                    <a:pt x="13" y="31"/>
                  </a:cubicBezTo>
                  <a:cubicBezTo>
                    <a:pt x="15" y="37"/>
                    <a:pt x="20" y="44"/>
                    <a:pt x="22" y="48"/>
                  </a:cubicBezTo>
                  <a:cubicBezTo>
                    <a:pt x="23" y="53"/>
                    <a:pt x="21" y="59"/>
                    <a:pt x="22" y="62"/>
                  </a:cubicBezTo>
                  <a:cubicBezTo>
                    <a:pt x="23" y="65"/>
                    <a:pt x="24" y="70"/>
                    <a:pt x="25" y="76"/>
                  </a:cubicBezTo>
                  <a:cubicBezTo>
                    <a:pt x="26" y="81"/>
                    <a:pt x="26" y="92"/>
                    <a:pt x="31" y="96"/>
                  </a:cubicBezTo>
                  <a:cubicBezTo>
                    <a:pt x="33" y="98"/>
                    <a:pt x="34" y="100"/>
                    <a:pt x="36" y="103"/>
                  </a:cubicBezTo>
                  <a:cubicBezTo>
                    <a:pt x="38" y="103"/>
                    <a:pt x="40" y="103"/>
                    <a:pt x="40" y="10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6507700" y="4709336"/>
              <a:ext cx="242268" cy="210068"/>
            </a:xfrm>
            <a:custGeom>
              <a:avLst/>
              <a:gdLst/>
              <a:ahLst/>
              <a:cxnLst/>
              <a:rect l="l" t="t" r="r" b="b"/>
              <a:pathLst>
                <a:path w="67" h="58" extrusionOk="0">
                  <a:moveTo>
                    <a:pt x="45" y="3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2" y="1"/>
                    <a:pt x="32" y="3"/>
                    <a:pt x="32" y="4"/>
                  </a:cubicBezTo>
                  <a:cubicBezTo>
                    <a:pt x="32" y="6"/>
                    <a:pt x="27" y="9"/>
                    <a:pt x="24" y="10"/>
                  </a:cubicBezTo>
                  <a:cubicBezTo>
                    <a:pt x="21" y="11"/>
                    <a:pt x="17" y="19"/>
                    <a:pt x="15" y="20"/>
                  </a:cubicBezTo>
                  <a:cubicBezTo>
                    <a:pt x="13" y="21"/>
                    <a:pt x="6" y="18"/>
                    <a:pt x="4" y="18"/>
                  </a:cubicBezTo>
                  <a:cubicBezTo>
                    <a:pt x="3" y="18"/>
                    <a:pt x="2" y="18"/>
                    <a:pt x="0" y="19"/>
                  </a:cubicBezTo>
                  <a:cubicBezTo>
                    <a:pt x="1" y="21"/>
                    <a:pt x="4" y="23"/>
                    <a:pt x="5" y="23"/>
                  </a:cubicBezTo>
                  <a:cubicBezTo>
                    <a:pt x="6" y="23"/>
                    <a:pt x="7" y="32"/>
                    <a:pt x="9" y="34"/>
                  </a:cubicBezTo>
                  <a:cubicBezTo>
                    <a:pt x="12" y="35"/>
                    <a:pt x="18" y="38"/>
                    <a:pt x="18" y="39"/>
                  </a:cubicBezTo>
                  <a:cubicBezTo>
                    <a:pt x="18" y="41"/>
                    <a:pt x="21" y="43"/>
                    <a:pt x="21" y="46"/>
                  </a:cubicBezTo>
                  <a:cubicBezTo>
                    <a:pt x="21" y="48"/>
                    <a:pt x="25" y="52"/>
                    <a:pt x="27" y="52"/>
                  </a:cubicBezTo>
                  <a:cubicBezTo>
                    <a:pt x="33" y="51"/>
                    <a:pt x="33" y="54"/>
                    <a:pt x="33" y="55"/>
                  </a:cubicBezTo>
                  <a:cubicBezTo>
                    <a:pt x="33" y="57"/>
                    <a:pt x="40" y="55"/>
                    <a:pt x="41" y="57"/>
                  </a:cubicBezTo>
                  <a:cubicBezTo>
                    <a:pt x="42" y="58"/>
                    <a:pt x="49" y="58"/>
                    <a:pt x="51" y="58"/>
                  </a:cubicBezTo>
                  <a:cubicBezTo>
                    <a:pt x="54" y="56"/>
                    <a:pt x="58" y="52"/>
                    <a:pt x="59" y="50"/>
                  </a:cubicBezTo>
                  <a:cubicBezTo>
                    <a:pt x="61" y="47"/>
                    <a:pt x="60" y="43"/>
                    <a:pt x="61" y="42"/>
                  </a:cubicBezTo>
                  <a:cubicBezTo>
                    <a:pt x="63" y="41"/>
                    <a:pt x="67" y="36"/>
                    <a:pt x="66" y="35"/>
                  </a:cubicBezTo>
                  <a:cubicBezTo>
                    <a:pt x="64" y="35"/>
                    <a:pt x="66" y="31"/>
                    <a:pt x="63" y="29"/>
                  </a:cubicBezTo>
                  <a:cubicBezTo>
                    <a:pt x="61" y="27"/>
                    <a:pt x="66" y="26"/>
                    <a:pt x="66" y="22"/>
                  </a:cubicBezTo>
                  <a:cubicBezTo>
                    <a:pt x="65" y="18"/>
                    <a:pt x="66" y="9"/>
                    <a:pt x="65" y="9"/>
                  </a:cubicBezTo>
                  <a:cubicBezTo>
                    <a:pt x="64" y="8"/>
                    <a:pt x="59" y="7"/>
                    <a:pt x="56" y="5"/>
                  </a:cubicBezTo>
                  <a:cubicBezTo>
                    <a:pt x="52" y="3"/>
                    <a:pt x="45" y="3"/>
                    <a:pt x="45" y="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6355900" y="4778336"/>
              <a:ext cx="271400" cy="294400"/>
            </a:xfrm>
            <a:custGeom>
              <a:avLst/>
              <a:gdLst/>
              <a:ahLst/>
              <a:cxnLst/>
              <a:rect l="l" t="t" r="r" b="b"/>
              <a:pathLst>
                <a:path w="75" h="81" extrusionOk="0">
                  <a:moveTo>
                    <a:pt x="69" y="33"/>
                  </a:moveTo>
                  <a:cubicBezTo>
                    <a:pt x="67" y="33"/>
                    <a:pt x="63" y="29"/>
                    <a:pt x="63" y="27"/>
                  </a:cubicBezTo>
                  <a:cubicBezTo>
                    <a:pt x="63" y="24"/>
                    <a:pt x="60" y="22"/>
                    <a:pt x="60" y="20"/>
                  </a:cubicBezTo>
                  <a:cubicBezTo>
                    <a:pt x="60" y="19"/>
                    <a:pt x="54" y="16"/>
                    <a:pt x="51" y="15"/>
                  </a:cubicBezTo>
                  <a:cubicBezTo>
                    <a:pt x="49" y="13"/>
                    <a:pt x="48" y="4"/>
                    <a:pt x="47" y="4"/>
                  </a:cubicBezTo>
                  <a:cubicBezTo>
                    <a:pt x="46" y="4"/>
                    <a:pt x="43" y="2"/>
                    <a:pt x="42" y="0"/>
                  </a:cubicBezTo>
                  <a:cubicBezTo>
                    <a:pt x="40" y="0"/>
                    <a:pt x="38" y="1"/>
                    <a:pt x="36" y="1"/>
                  </a:cubicBezTo>
                  <a:cubicBezTo>
                    <a:pt x="34" y="1"/>
                    <a:pt x="31" y="3"/>
                    <a:pt x="30" y="4"/>
                  </a:cubicBezTo>
                  <a:cubicBezTo>
                    <a:pt x="29" y="6"/>
                    <a:pt x="27" y="2"/>
                    <a:pt x="26" y="1"/>
                  </a:cubicBezTo>
                  <a:cubicBezTo>
                    <a:pt x="24" y="0"/>
                    <a:pt x="18" y="3"/>
                    <a:pt x="16" y="4"/>
                  </a:cubicBezTo>
                  <a:cubicBezTo>
                    <a:pt x="15" y="4"/>
                    <a:pt x="9" y="5"/>
                    <a:pt x="9" y="5"/>
                  </a:cubicBezTo>
                  <a:cubicBezTo>
                    <a:pt x="9" y="5"/>
                    <a:pt x="9" y="31"/>
                    <a:pt x="9" y="34"/>
                  </a:cubicBezTo>
                  <a:cubicBezTo>
                    <a:pt x="9" y="37"/>
                    <a:pt x="0" y="35"/>
                    <a:pt x="0" y="37"/>
                  </a:cubicBezTo>
                  <a:cubicBezTo>
                    <a:pt x="0" y="38"/>
                    <a:pt x="0" y="50"/>
                    <a:pt x="0" y="62"/>
                  </a:cubicBezTo>
                  <a:cubicBezTo>
                    <a:pt x="2" y="63"/>
                    <a:pt x="4" y="63"/>
                    <a:pt x="4" y="64"/>
                  </a:cubicBezTo>
                  <a:cubicBezTo>
                    <a:pt x="5" y="67"/>
                    <a:pt x="7" y="72"/>
                    <a:pt x="7" y="74"/>
                  </a:cubicBezTo>
                  <a:cubicBezTo>
                    <a:pt x="6" y="75"/>
                    <a:pt x="5" y="74"/>
                    <a:pt x="5" y="76"/>
                  </a:cubicBezTo>
                  <a:cubicBezTo>
                    <a:pt x="5" y="77"/>
                    <a:pt x="4" y="80"/>
                    <a:pt x="7" y="80"/>
                  </a:cubicBezTo>
                  <a:cubicBezTo>
                    <a:pt x="9" y="80"/>
                    <a:pt x="13" y="81"/>
                    <a:pt x="15" y="79"/>
                  </a:cubicBezTo>
                  <a:cubicBezTo>
                    <a:pt x="17" y="77"/>
                    <a:pt x="22" y="73"/>
                    <a:pt x="23" y="70"/>
                  </a:cubicBezTo>
                  <a:cubicBezTo>
                    <a:pt x="23" y="68"/>
                    <a:pt x="24" y="63"/>
                    <a:pt x="28" y="66"/>
                  </a:cubicBezTo>
                  <a:cubicBezTo>
                    <a:pt x="33" y="69"/>
                    <a:pt x="33" y="69"/>
                    <a:pt x="38" y="69"/>
                  </a:cubicBezTo>
                  <a:cubicBezTo>
                    <a:pt x="44" y="69"/>
                    <a:pt x="45" y="69"/>
                    <a:pt x="46" y="65"/>
                  </a:cubicBezTo>
                  <a:cubicBezTo>
                    <a:pt x="47" y="62"/>
                    <a:pt x="46" y="59"/>
                    <a:pt x="50" y="59"/>
                  </a:cubicBezTo>
                  <a:cubicBezTo>
                    <a:pt x="53" y="59"/>
                    <a:pt x="57" y="56"/>
                    <a:pt x="57" y="54"/>
                  </a:cubicBezTo>
                  <a:cubicBezTo>
                    <a:pt x="57" y="52"/>
                    <a:pt x="58" y="48"/>
                    <a:pt x="60" y="48"/>
                  </a:cubicBezTo>
                  <a:cubicBezTo>
                    <a:pt x="62" y="48"/>
                    <a:pt x="67" y="46"/>
                    <a:pt x="67" y="43"/>
                  </a:cubicBezTo>
                  <a:cubicBezTo>
                    <a:pt x="68" y="41"/>
                    <a:pt x="71" y="42"/>
                    <a:pt x="72" y="40"/>
                  </a:cubicBezTo>
                  <a:cubicBezTo>
                    <a:pt x="73" y="40"/>
                    <a:pt x="74" y="38"/>
                    <a:pt x="75" y="36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5"/>
                    <a:pt x="75" y="32"/>
                    <a:pt x="69" y="3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6677901" y="5032870"/>
              <a:ext cx="39866" cy="50600"/>
            </a:xfrm>
            <a:custGeom>
              <a:avLst/>
              <a:gdLst/>
              <a:ahLst/>
              <a:cxnLst/>
              <a:rect l="l" t="t" r="r" b="b"/>
              <a:pathLst>
                <a:path w="11" h="14" extrusionOk="0">
                  <a:moveTo>
                    <a:pt x="5" y="0"/>
                  </a:moveTo>
                  <a:cubicBezTo>
                    <a:pt x="3" y="0"/>
                    <a:pt x="0" y="5"/>
                    <a:pt x="0" y="6"/>
                  </a:cubicBezTo>
                  <a:cubicBezTo>
                    <a:pt x="0" y="7"/>
                    <a:pt x="2" y="14"/>
                    <a:pt x="5" y="14"/>
                  </a:cubicBezTo>
                  <a:cubicBezTo>
                    <a:pt x="7" y="14"/>
                    <a:pt x="9" y="14"/>
                    <a:pt x="9" y="12"/>
                  </a:cubicBezTo>
                  <a:cubicBezTo>
                    <a:pt x="10" y="11"/>
                    <a:pt x="10" y="10"/>
                    <a:pt x="11" y="10"/>
                  </a:cubicBezTo>
                  <a:cubicBezTo>
                    <a:pt x="11" y="8"/>
                    <a:pt x="10" y="4"/>
                    <a:pt x="10" y="2"/>
                  </a:cubicBezTo>
                  <a:cubicBezTo>
                    <a:pt x="9" y="1"/>
                    <a:pt x="7" y="0"/>
                    <a:pt x="5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6565968" y="5118736"/>
              <a:ext cx="69000" cy="73600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14" y="2"/>
                  </a:moveTo>
                  <a:cubicBezTo>
                    <a:pt x="13" y="0"/>
                    <a:pt x="6" y="3"/>
                    <a:pt x="5" y="5"/>
                  </a:cubicBezTo>
                  <a:cubicBezTo>
                    <a:pt x="4" y="7"/>
                    <a:pt x="0" y="13"/>
                    <a:pt x="0" y="13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10" y="18"/>
                    <a:pt x="11" y="16"/>
                  </a:cubicBezTo>
                  <a:cubicBezTo>
                    <a:pt x="12" y="14"/>
                    <a:pt x="16" y="16"/>
                    <a:pt x="16" y="14"/>
                  </a:cubicBezTo>
                  <a:cubicBezTo>
                    <a:pt x="16" y="12"/>
                    <a:pt x="19" y="10"/>
                    <a:pt x="19" y="8"/>
                  </a:cubicBezTo>
                  <a:cubicBezTo>
                    <a:pt x="19" y="6"/>
                    <a:pt x="15" y="4"/>
                    <a:pt x="14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6250100" y="4908670"/>
              <a:ext cx="489134" cy="432401"/>
            </a:xfrm>
            <a:custGeom>
              <a:avLst/>
              <a:gdLst/>
              <a:ahLst/>
              <a:cxnLst/>
              <a:rect l="l" t="t" r="r" b="b"/>
              <a:pathLst>
                <a:path w="135" h="119" extrusionOk="0">
                  <a:moveTo>
                    <a:pt x="129" y="44"/>
                  </a:moveTo>
                  <a:cubicBezTo>
                    <a:pt x="129" y="44"/>
                    <a:pt x="129" y="44"/>
                    <a:pt x="129" y="44"/>
                  </a:cubicBezTo>
                  <a:cubicBezTo>
                    <a:pt x="128" y="44"/>
                    <a:pt x="128" y="45"/>
                    <a:pt x="127" y="46"/>
                  </a:cubicBezTo>
                  <a:cubicBezTo>
                    <a:pt x="127" y="48"/>
                    <a:pt x="125" y="48"/>
                    <a:pt x="123" y="48"/>
                  </a:cubicBezTo>
                  <a:cubicBezTo>
                    <a:pt x="120" y="48"/>
                    <a:pt x="118" y="41"/>
                    <a:pt x="118" y="40"/>
                  </a:cubicBezTo>
                  <a:cubicBezTo>
                    <a:pt x="118" y="39"/>
                    <a:pt x="121" y="34"/>
                    <a:pt x="123" y="34"/>
                  </a:cubicBezTo>
                  <a:cubicBezTo>
                    <a:pt x="125" y="34"/>
                    <a:pt x="127" y="35"/>
                    <a:pt x="128" y="36"/>
                  </a:cubicBezTo>
                  <a:cubicBezTo>
                    <a:pt x="128" y="36"/>
                    <a:pt x="128" y="35"/>
                    <a:pt x="128" y="35"/>
                  </a:cubicBezTo>
                  <a:cubicBezTo>
                    <a:pt x="128" y="34"/>
                    <a:pt x="130" y="21"/>
                    <a:pt x="127" y="19"/>
                  </a:cubicBezTo>
                  <a:cubicBezTo>
                    <a:pt x="125" y="18"/>
                    <a:pt x="123" y="5"/>
                    <a:pt x="122" y="4"/>
                  </a:cubicBezTo>
                  <a:cubicBezTo>
                    <a:pt x="121" y="2"/>
                    <a:pt x="113" y="3"/>
                    <a:pt x="112" y="2"/>
                  </a:cubicBezTo>
                  <a:cubicBezTo>
                    <a:pt x="111" y="0"/>
                    <a:pt x="104" y="2"/>
                    <a:pt x="104" y="0"/>
                  </a:cubicBezTo>
                  <a:cubicBezTo>
                    <a:pt x="103" y="2"/>
                    <a:pt x="102" y="4"/>
                    <a:pt x="101" y="4"/>
                  </a:cubicBezTo>
                  <a:cubicBezTo>
                    <a:pt x="100" y="6"/>
                    <a:pt x="97" y="5"/>
                    <a:pt x="96" y="7"/>
                  </a:cubicBezTo>
                  <a:cubicBezTo>
                    <a:pt x="96" y="10"/>
                    <a:pt x="91" y="12"/>
                    <a:pt x="89" y="12"/>
                  </a:cubicBezTo>
                  <a:cubicBezTo>
                    <a:pt x="87" y="12"/>
                    <a:pt x="86" y="16"/>
                    <a:pt x="86" y="18"/>
                  </a:cubicBezTo>
                  <a:cubicBezTo>
                    <a:pt x="86" y="20"/>
                    <a:pt x="82" y="23"/>
                    <a:pt x="79" y="23"/>
                  </a:cubicBezTo>
                  <a:cubicBezTo>
                    <a:pt x="75" y="23"/>
                    <a:pt x="76" y="26"/>
                    <a:pt x="75" y="29"/>
                  </a:cubicBezTo>
                  <a:cubicBezTo>
                    <a:pt x="74" y="33"/>
                    <a:pt x="73" y="33"/>
                    <a:pt x="67" y="33"/>
                  </a:cubicBezTo>
                  <a:cubicBezTo>
                    <a:pt x="62" y="33"/>
                    <a:pt x="62" y="33"/>
                    <a:pt x="57" y="30"/>
                  </a:cubicBezTo>
                  <a:cubicBezTo>
                    <a:pt x="53" y="27"/>
                    <a:pt x="52" y="32"/>
                    <a:pt x="52" y="34"/>
                  </a:cubicBezTo>
                  <a:cubicBezTo>
                    <a:pt x="51" y="37"/>
                    <a:pt x="46" y="41"/>
                    <a:pt x="44" y="43"/>
                  </a:cubicBezTo>
                  <a:cubicBezTo>
                    <a:pt x="42" y="45"/>
                    <a:pt x="38" y="44"/>
                    <a:pt x="36" y="44"/>
                  </a:cubicBezTo>
                  <a:cubicBezTo>
                    <a:pt x="33" y="44"/>
                    <a:pt x="34" y="41"/>
                    <a:pt x="34" y="40"/>
                  </a:cubicBezTo>
                  <a:cubicBezTo>
                    <a:pt x="34" y="38"/>
                    <a:pt x="35" y="39"/>
                    <a:pt x="36" y="38"/>
                  </a:cubicBezTo>
                  <a:cubicBezTo>
                    <a:pt x="36" y="36"/>
                    <a:pt x="34" y="31"/>
                    <a:pt x="33" y="28"/>
                  </a:cubicBezTo>
                  <a:cubicBezTo>
                    <a:pt x="33" y="27"/>
                    <a:pt x="31" y="27"/>
                    <a:pt x="29" y="26"/>
                  </a:cubicBezTo>
                  <a:cubicBezTo>
                    <a:pt x="29" y="40"/>
                    <a:pt x="29" y="55"/>
                    <a:pt x="29" y="57"/>
                  </a:cubicBezTo>
                  <a:cubicBezTo>
                    <a:pt x="29" y="59"/>
                    <a:pt x="25" y="61"/>
                    <a:pt x="24" y="62"/>
                  </a:cubicBezTo>
                  <a:cubicBezTo>
                    <a:pt x="23" y="64"/>
                    <a:pt x="16" y="62"/>
                    <a:pt x="13" y="62"/>
                  </a:cubicBezTo>
                  <a:cubicBezTo>
                    <a:pt x="9" y="62"/>
                    <a:pt x="10" y="59"/>
                    <a:pt x="8" y="56"/>
                  </a:cubicBezTo>
                  <a:cubicBezTo>
                    <a:pt x="7" y="54"/>
                    <a:pt x="4" y="57"/>
                    <a:pt x="4" y="59"/>
                  </a:cubicBezTo>
                  <a:cubicBezTo>
                    <a:pt x="4" y="60"/>
                    <a:pt x="2" y="60"/>
                    <a:pt x="0" y="60"/>
                  </a:cubicBezTo>
                  <a:cubicBezTo>
                    <a:pt x="3" y="64"/>
                    <a:pt x="5" y="69"/>
                    <a:pt x="6" y="73"/>
                  </a:cubicBezTo>
                  <a:cubicBezTo>
                    <a:pt x="8" y="80"/>
                    <a:pt x="13" y="86"/>
                    <a:pt x="14" y="90"/>
                  </a:cubicBezTo>
                  <a:cubicBezTo>
                    <a:pt x="16" y="94"/>
                    <a:pt x="17" y="97"/>
                    <a:pt x="14" y="98"/>
                  </a:cubicBezTo>
                  <a:cubicBezTo>
                    <a:pt x="12" y="98"/>
                    <a:pt x="12" y="100"/>
                    <a:pt x="15" y="105"/>
                  </a:cubicBezTo>
                  <a:cubicBezTo>
                    <a:pt x="17" y="109"/>
                    <a:pt x="15" y="111"/>
                    <a:pt x="17" y="112"/>
                  </a:cubicBezTo>
                  <a:cubicBezTo>
                    <a:pt x="20" y="112"/>
                    <a:pt x="19" y="114"/>
                    <a:pt x="21" y="114"/>
                  </a:cubicBezTo>
                  <a:cubicBezTo>
                    <a:pt x="23" y="114"/>
                    <a:pt x="24" y="116"/>
                    <a:pt x="25" y="117"/>
                  </a:cubicBezTo>
                  <a:cubicBezTo>
                    <a:pt x="27" y="119"/>
                    <a:pt x="29" y="119"/>
                    <a:pt x="31" y="117"/>
                  </a:cubicBezTo>
                  <a:cubicBezTo>
                    <a:pt x="32" y="115"/>
                    <a:pt x="36" y="114"/>
                    <a:pt x="41" y="114"/>
                  </a:cubicBezTo>
                  <a:cubicBezTo>
                    <a:pt x="45" y="114"/>
                    <a:pt x="44" y="113"/>
                    <a:pt x="48" y="111"/>
                  </a:cubicBezTo>
                  <a:cubicBezTo>
                    <a:pt x="53" y="110"/>
                    <a:pt x="58" y="110"/>
                    <a:pt x="61" y="111"/>
                  </a:cubicBezTo>
                  <a:cubicBezTo>
                    <a:pt x="65" y="113"/>
                    <a:pt x="68" y="111"/>
                    <a:pt x="70" y="110"/>
                  </a:cubicBezTo>
                  <a:cubicBezTo>
                    <a:pt x="71" y="109"/>
                    <a:pt x="75" y="112"/>
                    <a:pt x="75" y="109"/>
                  </a:cubicBezTo>
                  <a:cubicBezTo>
                    <a:pt x="75" y="106"/>
                    <a:pt x="79" y="107"/>
                    <a:pt x="82" y="107"/>
                  </a:cubicBezTo>
                  <a:cubicBezTo>
                    <a:pt x="85" y="107"/>
                    <a:pt x="93" y="102"/>
                    <a:pt x="99" y="96"/>
                  </a:cubicBezTo>
                  <a:cubicBezTo>
                    <a:pt x="105" y="90"/>
                    <a:pt x="116" y="77"/>
                    <a:pt x="119" y="71"/>
                  </a:cubicBezTo>
                  <a:cubicBezTo>
                    <a:pt x="123" y="65"/>
                    <a:pt x="128" y="60"/>
                    <a:pt x="131" y="58"/>
                  </a:cubicBezTo>
                  <a:cubicBezTo>
                    <a:pt x="133" y="56"/>
                    <a:pt x="135" y="49"/>
                    <a:pt x="135" y="44"/>
                  </a:cubicBezTo>
                  <a:cubicBezTo>
                    <a:pt x="132" y="44"/>
                    <a:pt x="129" y="44"/>
                    <a:pt x="129" y="44"/>
                  </a:cubicBezTo>
                  <a:close/>
                  <a:moveTo>
                    <a:pt x="103" y="72"/>
                  </a:moveTo>
                  <a:cubicBezTo>
                    <a:pt x="103" y="74"/>
                    <a:pt x="99" y="72"/>
                    <a:pt x="98" y="74"/>
                  </a:cubicBezTo>
                  <a:cubicBezTo>
                    <a:pt x="97" y="76"/>
                    <a:pt x="96" y="78"/>
                    <a:pt x="96" y="78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87" y="71"/>
                    <a:pt x="87" y="71"/>
                    <a:pt x="87" y="71"/>
                  </a:cubicBezTo>
                  <a:cubicBezTo>
                    <a:pt x="87" y="71"/>
                    <a:pt x="91" y="65"/>
                    <a:pt x="92" y="63"/>
                  </a:cubicBezTo>
                  <a:cubicBezTo>
                    <a:pt x="93" y="61"/>
                    <a:pt x="100" y="58"/>
                    <a:pt x="101" y="60"/>
                  </a:cubicBezTo>
                  <a:cubicBezTo>
                    <a:pt x="102" y="62"/>
                    <a:pt x="106" y="64"/>
                    <a:pt x="106" y="66"/>
                  </a:cubicBezTo>
                  <a:cubicBezTo>
                    <a:pt x="106" y="68"/>
                    <a:pt x="103" y="70"/>
                    <a:pt x="103" y="7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6119766" y="4404202"/>
              <a:ext cx="358800" cy="377200"/>
            </a:xfrm>
            <a:custGeom>
              <a:avLst/>
              <a:gdLst/>
              <a:ahLst/>
              <a:cxnLst/>
              <a:rect l="l" t="t" r="r" b="b"/>
              <a:pathLst>
                <a:path w="99" h="104" extrusionOk="0">
                  <a:moveTo>
                    <a:pt x="6" y="96"/>
                  </a:moveTo>
                  <a:cubicBezTo>
                    <a:pt x="8" y="96"/>
                    <a:pt x="7" y="99"/>
                    <a:pt x="10" y="97"/>
                  </a:cubicBezTo>
                  <a:cubicBezTo>
                    <a:pt x="13" y="96"/>
                    <a:pt x="15" y="96"/>
                    <a:pt x="18" y="98"/>
                  </a:cubicBezTo>
                  <a:cubicBezTo>
                    <a:pt x="20" y="99"/>
                    <a:pt x="22" y="100"/>
                    <a:pt x="25" y="100"/>
                  </a:cubicBezTo>
                  <a:cubicBezTo>
                    <a:pt x="28" y="100"/>
                    <a:pt x="54" y="100"/>
                    <a:pt x="54" y="100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73" y="102"/>
                    <a:pt x="76" y="103"/>
                  </a:cubicBezTo>
                  <a:cubicBezTo>
                    <a:pt x="78" y="104"/>
                    <a:pt x="86" y="103"/>
                    <a:pt x="89" y="102"/>
                  </a:cubicBezTo>
                  <a:cubicBezTo>
                    <a:pt x="89" y="102"/>
                    <a:pt x="90" y="102"/>
                    <a:pt x="91" y="101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8" y="42"/>
                    <a:pt x="97" y="41"/>
                    <a:pt x="96" y="42"/>
                  </a:cubicBezTo>
                  <a:cubicBezTo>
                    <a:pt x="94" y="43"/>
                    <a:pt x="92" y="43"/>
                    <a:pt x="89" y="43"/>
                  </a:cubicBezTo>
                  <a:cubicBezTo>
                    <a:pt x="86" y="43"/>
                    <a:pt x="86" y="45"/>
                    <a:pt x="84" y="45"/>
                  </a:cubicBezTo>
                  <a:cubicBezTo>
                    <a:pt x="83" y="44"/>
                    <a:pt x="84" y="40"/>
                    <a:pt x="84" y="38"/>
                  </a:cubicBezTo>
                  <a:cubicBezTo>
                    <a:pt x="85" y="36"/>
                    <a:pt x="82" y="33"/>
                    <a:pt x="80" y="31"/>
                  </a:cubicBezTo>
                  <a:cubicBezTo>
                    <a:pt x="79" y="30"/>
                    <a:pt x="83" y="20"/>
                    <a:pt x="81" y="19"/>
                  </a:cubicBezTo>
                  <a:cubicBezTo>
                    <a:pt x="80" y="18"/>
                    <a:pt x="80" y="15"/>
                    <a:pt x="80" y="13"/>
                  </a:cubicBezTo>
                  <a:cubicBezTo>
                    <a:pt x="80" y="10"/>
                    <a:pt x="78" y="12"/>
                    <a:pt x="74" y="12"/>
                  </a:cubicBezTo>
                  <a:cubicBezTo>
                    <a:pt x="71" y="12"/>
                    <a:pt x="70" y="10"/>
                    <a:pt x="70" y="10"/>
                  </a:cubicBezTo>
                  <a:cubicBezTo>
                    <a:pt x="70" y="10"/>
                    <a:pt x="66" y="9"/>
                    <a:pt x="64" y="10"/>
                  </a:cubicBezTo>
                  <a:cubicBezTo>
                    <a:pt x="61" y="11"/>
                    <a:pt x="62" y="17"/>
                    <a:pt x="60" y="17"/>
                  </a:cubicBezTo>
                  <a:cubicBezTo>
                    <a:pt x="59" y="17"/>
                    <a:pt x="54" y="17"/>
                    <a:pt x="50" y="19"/>
                  </a:cubicBezTo>
                  <a:cubicBezTo>
                    <a:pt x="47" y="20"/>
                    <a:pt x="45" y="18"/>
                    <a:pt x="43" y="13"/>
                  </a:cubicBezTo>
                  <a:cubicBezTo>
                    <a:pt x="42" y="9"/>
                    <a:pt x="39" y="10"/>
                    <a:pt x="40" y="7"/>
                  </a:cubicBezTo>
                  <a:cubicBezTo>
                    <a:pt x="41" y="4"/>
                    <a:pt x="39" y="0"/>
                    <a:pt x="39" y="0"/>
                  </a:cubicBezTo>
                  <a:cubicBezTo>
                    <a:pt x="39" y="0"/>
                    <a:pt x="14" y="0"/>
                    <a:pt x="11" y="0"/>
                  </a:cubicBezTo>
                  <a:cubicBezTo>
                    <a:pt x="10" y="0"/>
                    <a:pt x="8" y="1"/>
                    <a:pt x="7" y="3"/>
                  </a:cubicBezTo>
                  <a:cubicBezTo>
                    <a:pt x="8" y="8"/>
                    <a:pt x="13" y="18"/>
                    <a:pt x="14" y="20"/>
                  </a:cubicBezTo>
                  <a:cubicBezTo>
                    <a:pt x="15" y="22"/>
                    <a:pt x="13" y="25"/>
                    <a:pt x="13" y="29"/>
                  </a:cubicBezTo>
                  <a:cubicBezTo>
                    <a:pt x="13" y="33"/>
                    <a:pt x="17" y="41"/>
                    <a:pt x="18" y="47"/>
                  </a:cubicBezTo>
                  <a:cubicBezTo>
                    <a:pt x="18" y="52"/>
                    <a:pt x="15" y="55"/>
                    <a:pt x="12" y="59"/>
                  </a:cubicBezTo>
                  <a:cubicBezTo>
                    <a:pt x="9" y="62"/>
                    <a:pt x="6" y="70"/>
                    <a:pt x="6" y="75"/>
                  </a:cubicBezTo>
                  <a:cubicBezTo>
                    <a:pt x="6" y="80"/>
                    <a:pt x="1" y="85"/>
                    <a:pt x="1" y="87"/>
                  </a:cubicBezTo>
                  <a:cubicBezTo>
                    <a:pt x="1" y="89"/>
                    <a:pt x="1" y="96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3" y="98"/>
                    <a:pt x="4" y="96"/>
                    <a:pt x="6" y="9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6414168" y="4473202"/>
              <a:ext cx="351134" cy="312800"/>
            </a:xfrm>
            <a:custGeom>
              <a:avLst/>
              <a:gdLst/>
              <a:ahLst/>
              <a:cxnLst/>
              <a:rect l="l" t="t" r="r" b="b"/>
              <a:pathLst>
                <a:path w="97" h="86" extrusionOk="0">
                  <a:moveTo>
                    <a:pt x="75" y="4"/>
                  </a:moveTo>
                  <a:cubicBezTo>
                    <a:pt x="74" y="4"/>
                    <a:pt x="71" y="2"/>
                    <a:pt x="69" y="0"/>
                  </a:cubicBezTo>
                  <a:cubicBezTo>
                    <a:pt x="67" y="2"/>
                    <a:pt x="62" y="2"/>
                    <a:pt x="59" y="2"/>
                  </a:cubicBezTo>
                  <a:cubicBezTo>
                    <a:pt x="56" y="2"/>
                    <a:pt x="58" y="6"/>
                    <a:pt x="57" y="7"/>
                  </a:cubicBezTo>
                  <a:cubicBezTo>
                    <a:pt x="55" y="9"/>
                    <a:pt x="54" y="11"/>
                    <a:pt x="55" y="12"/>
                  </a:cubicBezTo>
                  <a:cubicBezTo>
                    <a:pt x="57" y="13"/>
                    <a:pt x="55" y="19"/>
                    <a:pt x="55" y="21"/>
                  </a:cubicBezTo>
                  <a:cubicBezTo>
                    <a:pt x="55" y="24"/>
                    <a:pt x="52" y="28"/>
                    <a:pt x="53" y="29"/>
                  </a:cubicBezTo>
                  <a:cubicBezTo>
                    <a:pt x="54" y="30"/>
                    <a:pt x="56" y="35"/>
                    <a:pt x="59" y="36"/>
                  </a:cubicBezTo>
                  <a:cubicBezTo>
                    <a:pt x="61" y="37"/>
                    <a:pt x="63" y="34"/>
                    <a:pt x="64" y="34"/>
                  </a:cubicBezTo>
                  <a:cubicBezTo>
                    <a:pt x="65" y="34"/>
                    <a:pt x="65" y="37"/>
                    <a:pt x="65" y="40"/>
                  </a:cubicBezTo>
                  <a:cubicBezTo>
                    <a:pt x="65" y="43"/>
                    <a:pt x="64" y="44"/>
                    <a:pt x="64" y="44"/>
                  </a:cubicBezTo>
                  <a:cubicBezTo>
                    <a:pt x="64" y="44"/>
                    <a:pt x="60" y="45"/>
                    <a:pt x="58" y="44"/>
                  </a:cubicBezTo>
                  <a:cubicBezTo>
                    <a:pt x="56" y="42"/>
                    <a:pt x="55" y="38"/>
                    <a:pt x="55" y="37"/>
                  </a:cubicBezTo>
                  <a:cubicBezTo>
                    <a:pt x="55" y="35"/>
                    <a:pt x="50" y="35"/>
                    <a:pt x="48" y="35"/>
                  </a:cubicBezTo>
                  <a:cubicBezTo>
                    <a:pt x="46" y="35"/>
                    <a:pt x="45" y="32"/>
                    <a:pt x="44" y="30"/>
                  </a:cubicBezTo>
                  <a:cubicBezTo>
                    <a:pt x="43" y="29"/>
                    <a:pt x="41" y="31"/>
                    <a:pt x="41" y="32"/>
                  </a:cubicBezTo>
                  <a:cubicBezTo>
                    <a:pt x="41" y="33"/>
                    <a:pt x="39" y="33"/>
                    <a:pt x="37" y="33"/>
                  </a:cubicBezTo>
                  <a:cubicBezTo>
                    <a:pt x="35" y="33"/>
                    <a:pt x="31" y="30"/>
                    <a:pt x="30" y="31"/>
                  </a:cubicBezTo>
                  <a:cubicBezTo>
                    <a:pt x="28" y="31"/>
                    <a:pt x="27" y="28"/>
                    <a:pt x="27" y="26"/>
                  </a:cubicBezTo>
                  <a:cubicBezTo>
                    <a:pt x="28" y="25"/>
                    <a:pt x="24" y="26"/>
                    <a:pt x="22" y="27"/>
                  </a:cubicBezTo>
                  <a:cubicBezTo>
                    <a:pt x="21" y="28"/>
                    <a:pt x="20" y="25"/>
                    <a:pt x="20" y="25"/>
                  </a:cubicBezTo>
                  <a:cubicBezTo>
                    <a:pt x="20" y="25"/>
                    <a:pt x="19" y="23"/>
                    <a:pt x="18" y="23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5" y="81"/>
                    <a:pt x="25" y="80"/>
                    <a:pt x="25" y="82"/>
                  </a:cubicBezTo>
                  <a:cubicBezTo>
                    <a:pt x="25" y="82"/>
                    <a:pt x="26" y="83"/>
                    <a:pt x="26" y="84"/>
                  </a:cubicBezTo>
                  <a:cubicBezTo>
                    <a:pt x="28" y="83"/>
                    <a:pt x="29" y="83"/>
                    <a:pt x="30" y="83"/>
                  </a:cubicBezTo>
                  <a:cubicBezTo>
                    <a:pt x="32" y="83"/>
                    <a:pt x="39" y="86"/>
                    <a:pt x="41" y="85"/>
                  </a:cubicBezTo>
                  <a:cubicBezTo>
                    <a:pt x="43" y="84"/>
                    <a:pt x="47" y="76"/>
                    <a:pt x="50" y="75"/>
                  </a:cubicBezTo>
                  <a:cubicBezTo>
                    <a:pt x="53" y="74"/>
                    <a:pt x="58" y="71"/>
                    <a:pt x="58" y="69"/>
                  </a:cubicBezTo>
                  <a:cubicBezTo>
                    <a:pt x="58" y="68"/>
                    <a:pt x="58" y="66"/>
                    <a:pt x="62" y="65"/>
                  </a:cubicBezTo>
                  <a:cubicBezTo>
                    <a:pt x="69" y="65"/>
                    <a:pt x="69" y="65"/>
                    <a:pt x="69" y="6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8" y="59"/>
                    <a:pt x="90" y="50"/>
                    <a:pt x="92" y="50"/>
                  </a:cubicBezTo>
                  <a:cubicBezTo>
                    <a:pt x="91" y="48"/>
                    <a:pt x="90" y="47"/>
                    <a:pt x="90" y="46"/>
                  </a:cubicBezTo>
                  <a:cubicBezTo>
                    <a:pt x="91" y="46"/>
                    <a:pt x="91" y="40"/>
                    <a:pt x="91" y="38"/>
                  </a:cubicBezTo>
                  <a:cubicBezTo>
                    <a:pt x="91" y="37"/>
                    <a:pt x="97" y="38"/>
                    <a:pt x="95" y="36"/>
                  </a:cubicBezTo>
                  <a:cubicBezTo>
                    <a:pt x="93" y="34"/>
                    <a:pt x="93" y="24"/>
                    <a:pt x="94" y="22"/>
                  </a:cubicBezTo>
                  <a:cubicBezTo>
                    <a:pt x="95" y="20"/>
                    <a:pt x="97" y="22"/>
                    <a:pt x="97" y="21"/>
                  </a:cubicBezTo>
                  <a:cubicBezTo>
                    <a:pt x="97" y="19"/>
                    <a:pt x="95" y="13"/>
                    <a:pt x="93" y="12"/>
                  </a:cubicBezTo>
                  <a:cubicBezTo>
                    <a:pt x="93" y="10"/>
                    <a:pt x="85" y="7"/>
                    <a:pt x="83" y="7"/>
                  </a:cubicBezTo>
                  <a:cubicBezTo>
                    <a:pt x="81" y="6"/>
                    <a:pt x="77" y="4"/>
                    <a:pt x="75" y="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6624234" y="4255469"/>
              <a:ext cx="61334" cy="50600"/>
            </a:xfrm>
            <a:custGeom>
              <a:avLst/>
              <a:gdLst/>
              <a:ahLst/>
              <a:cxnLst/>
              <a:rect l="l" t="t" r="r" b="b"/>
              <a:pathLst>
                <a:path w="17" h="14" extrusionOk="0">
                  <a:moveTo>
                    <a:pt x="13" y="0"/>
                  </a:moveTo>
                  <a:cubicBezTo>
                    <a:pt x="12" y="0"/>
                    <a:pt x="10" y="1"/>
                    <a:pt x="9" y="1"/>
                  </a:cubicBezTo>
                  <a:cubicBezTo>
                    <a:pt x="8" y="2"/>
                    <a:pt x="7" y="2"/>
                    <a:pt x="5" y="2"/>
                  </a:cubicBezTo>
                  <a:cubicBezTo>
                    <a:pt x="4" y="2"/>
                    <a:pt x="4" y="3"/>
                    <a:pt x="4" y="3"/>
                  </a:cubicBezTo>
                  <a:cubicBezTo>
                    <a:pt x="1" y="4"/>
                    <a:pt x="2" y="8"/>
                    <a:pt x="2" y="8"/>
                  </a:cubicBezTo>
                  <a:cubicBezTo>
                    <a:pt x="2" y="8"/>
                    <a:pt x="0" y="8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9" y="14"/>
                    <a:pt x="9" y="11"/>
                    <a:pt x="9" y="11"/>
                  </a:cubicBezTo>
                  <a:cubicBezTo>
                    <a:pt x="9" y="11"/>
                    <a:pt x="16" y="11"/>
                    <a:pt x="16" y="9"/>
                  </a:cubicBezTo>
                  <a:cubicBezTo>
                    <a:pt x="17" y="7"/>
                    <a:pt x="15" y="3"/>
                    <a:pt x="15" y="3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6990702" y="3846067"/>
              <a:ext cx="318934" cy="423200"/>
            </a:xfrm>
            <a:custGeom>
              <a:avLst/>
              <a:gdLst/>
              <a:ahLst/>
              <a:cxnLst/>
              <a:rect l="l" t="t" r="r" b="b"/>
              <a:pathLst>
                <a:path w="88" h="117" extrusionOk="0">
                  <a:moveTo>
                    <a:pt x="21" y="22"/>
                  </a:moveTo>
                  <a:cubicBezTo>
                    <a:pt x="22" y="23"/>
                    <a:pt x="25" y="27"/>
                    <a:pt x="26" y="27"/>
                  </a:cubicBezTo>
                  <a:cubicBezTo>
                    <a:pt x="28" y="27"/>
                    <a:pt x="37" y="31"/>
                    <a:pt x="43" y="33"/>
                  </a:cubicBezTo>
                  <a:cubicBezTo>
                    <a:pt x="49" y="35"/>
                    <a:pt x="53" y="36"/>
                    <a:pt x="55" y="36"/>
                  </a:cubicBezTo>
                  <a:cubicBezTo>
                    <a:pt x="57" y="36"/>
                    <a:pt x="60" y="36"/>
                    <a:pt x="58" y="37"/>
                  </a:cubicBezTo>
                  <a:cubicBezTo>
                    <a:pt x="56" y="39"/>
                    <a:pt x="38" y="57"/>
                    <a:pt x="35" y="60"/>
                  </a:cubicBezTo>
                  <a:cubicBezTo>
                    <a:pt x="33" y="62"/>
                    <a:pt x="32" y="62"/>
                    <a:pt x="26" y="62"/>
                  </a:cubicBezTo>
                  <a:cubicBezTo>
                    <a:pt x="21" y="62"/>
                    <a:pt x="17" y="67"/>
                    <a:pt x="15" y="67"/>
                  </a:cubicBezTo>
                  <a:cubicBezTo>
                    <a:pt x="14" y="67"/>
                    <a:pt x="11" y="68"/>
                    <a:pt x="8" y="68"/>
                  </a:cubicBezTo>
                  <a:cubicBezTo>
                    <a:pt x="4" y="74"/>
                    <a:pt x="4" y="74"/>
                    <a:pt x="4" y="7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8" y="113"/>
                    <a:pt x="17" y="104"/>
                    <a:pt x="24" y="97"/>
                  </a:cubicBezTo>
                  <a:cubicBezTo>
                    <a:pt x="31" y="90"/>
                    <a:pt x="34" y="88"/>
                    <a:pt x="38" y="86"/>
                  </a:cubicBezTo>
                  <a:cubicBezTo>
                    <a:pt x="42" y="84"/>
                    <a:pt x="52" y="74"/>
                    <a:pt x="59" y="66"/>
                  </a:cubicBezTo>
                  <a:cubicBezTo>
                    <a:pt x="64" y="60"/>
                    <a:pt x="68" y="54"/>
                    <a:pt x="69" y="50"/>
                  </a:cubicBezTo>
                  <a:cubicBezTo>
                    <a:pt x="70" y="46"/>
                    <a:pt x="74" y="41"/>
                    <a:pt x="77" y="37"/>
                  </a:cubicBezTo>
                  <a:cubicBezTo>
                    <a:pt x="80" y="33"/>
                    <a:pt x="85" y="23"/>
                    <a:pt x="84" y="20"/>
                  </a:cubicBezTo>
                  <a:cubicBezTo>
                    <a:pt x="84" y="17"/>
                    <a:pt x="87" y="11"/>
                    <a:pt x="87" y="6"/>
                  </a:cubicBezTo>
                  <a:cubicBezTo>
                    <a:pt x="88" y="0"/>
                    <a:pt x="83" y="0"/>
                    <a:pt x="82" y="3"/>
                  </a:cubicBezTo>
                  <a:cubicBezTo>
                    <a:pt x="80" y="6"/>
                    <a:pt x="70" y="8"/>
                    <a:pt x="63" y="8"/>
                  </a:cubicBezTo>
                  <a:cubicBezTo>
                    <a:pt x="56" y="8"/>
                    <a:pt x="52" y="9"/>
                    <a:pt x="49" y="11"/>
                  </a:cubicBezTo>
                  <a:cubicBezTo>
                    <a:pt x="47" y="13"/>
                    <a:pt x="41" y="10"/>
                    <a:pt x="39" y="13"/>
                  </a:cubicBezTo>
                  <a:cubicBezTo>
                    <a:pt x="36" y="16"/>
                    <a:pt x="27" y="18"/>
                    <a:pt x="25" y="12"/>
                  </a:cubicBezTo>
                  <a:cubicBezTo>
                    <a:pt x="23" y="9"/>
                    <a:pt x="22" y="8"/>
                    <a:pt x="20" y="7"/>
                  </a:cubicBezTo>
                  <a:cubicBezTo>
                    <a:pt x="18" y="9"/>
                    <a:pt x="15" y="13"/>
                    <a:pt x="16" y="14"/>
                  </a:cubicBezTo>
                  <a:cubicBezTo>
                    <a:pt x="16" y="16"/>
                    <a:pt x="19" y="21"/>
                    <a:pt x="21" y="2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5362298" y="3065599"/>
              <a:ext cx="366468" cy="292868"/>
            </a:xfrm>
            <a:custGeom>
              <a:avLst/>
              <a:gdLst/>
              <a:ahLst/>
              <a:cxnLst/>
              <a:rect l="l" t="t" r="r" b="b"/>
              <a:pathLst>
                <a:path w="101" h="81" extrusionOk="0">
                  <a:moveTo>
                    <a:pt x="37" y="81"/>
                  </a:moveTo>
                  <a:cubicBezTo>
                    <a:pt x="37" y="76"/>
                    <a:pt x="37" y="70"/>
                    <a:pt x="37" y="70"/>
                  </a:cubicBezTo>
                  <a:cubicBezTo>
                    <a:pt x="37" y="69"/>
                    <a:pt x="48" y="62"/>
                    <a:pt x="50" y="61"/>
                  </a:cubicBezTo>
                  <a:cubicBezTo>
                    <a:pt x="52" y="60"/>
                    <a:pt x="56" y="61"/>
                    <a:pt x="56" y="59"/>
                  </a:cubicBezTo>
                  <a:cubicBezTo>
                    <a:pt x="56" y="57"/>
                    <a:pt x="60" y="58"/>
                    <a:pt x="63" y="58"/>
                  </a:cubicBezTo>
                  <a:cubicBezTo>
                    <a:pt x="66" y="57"/>
                    <a:pt x="67" y="55"/>
                    <a:pt x="67" y="53"/>
                  </a:cubicBezTo>
                  <a:cubicBezTo>
                    <a:pt x="67" y="50"/>
                    <a:pt x="71" y="51"/>
                    <a:pt x="74" y="50"/>
                  </a:cubicBezTo>
                  <a:cubicBezTo>
                    <a:pt x="76" y="50"/>
                    <a:pt x="76" y="48"/>
                    <a:pt x="78" y="48"/>
                  </a:cubicBezTo>
                  <a:cubicBezTo>
                    <a:pt x="79" y="48"/>
                    <a:pt x="78" y="45"/>
                    <a:pt x="79" y="43"/>
                  </a:cubicBezTo>
                  <a:cubicBezTo>
                    <a:pt x="79" y="40"/>
                    <a:pt x="79" y="41"/>
                    <a:pt x="81" y="41"/>
                  </a:cubicBezTo>
                  <a:cubicBezTo>
                    <a:pt x="84" y="41"/>
                    <a:pt x="86" y="39"/>
                    <a:pt x="86" y="38"/>
                  </a:cubicBezTo>
                  <a:cubicBezTo>
                    <a:pt x="86" y="36"/>
                    <a:pt x="97" y="37"/>
                    <a:pt x="99" y="37"/>
                  </a:cubicBezTo>
                  <a:cubicBezTo>
                    <a:pt x="100" y="37"/>
                    <a:pt x="101" y="35"/>
                    <a:pt x="101" y="34"/>
                  </a:cubicBezTo>
                  <a:cubicBezTo>
                    <a:pt x="100" y="32"/>
                    <a:pt x="99" y="28"/>
                    <a:pt x="97" y="28"/>
                  </a:cubicBezTo>
                  <a:cubicBezTo>
                    <a:pt x="96" y="28"/>
                    <a:pt x="97" y="24"/>
                    <a:pt x="97" y="20"/>
                  </a:cubicBezTo>
                  <a:cubicBezTo>
                    <a:pt x="97" y="17"/>
                    <a:pt x="96" y="14"/>
                    <a:pt x="94" y="11"/>
                  </a:cubicBezTo>
                  <a:cubicBezTo>
                    <a:pt x="94" y="11"/>
                    <a:pt x="94" y="10"/>
                    <a:pt x="93" y="9"/>
                  </a:cubicBezTo>
                  <a:cubicBezTo>
                    <a:pt x="90" y="9"/>
                    <a:pt x="86" y="7"/>
                    <a:pt x="83" y="7"/>
                  </a:cubicBezTo>
                  <a:cubicBezTo>
                    <a:pt x="79" y="6"/>
                    <a:pt x="72" y="9"/>
                    <a:pt x="69" y="5"/>
                  </a:cubicBezTo>
                  <a:cubicBezTo>
                    <a:pt x="66" y="1"/>
                    <a:pt x="63" y="0"/>
                    <a:pt x="61" y="1"/>
                  </a:cubicBezTo>
                  <a:cubicBezTo>
                    <a:pt x="59" y="3"/>
                    <a:pt x="54" y="15"/>
                    <a:pt x="52" y="19"/>
                  </a:cubicBezTo>
                  <a:cubicBezTo>
                    <a:pt x="49" y="22"/>
                    <a:pt x="42" y="25"/>
                    <a:pt x="39" y="25"/>
                  </a:cubicBezTo>
                  <a:cubicBezTo>
                    <a:pt x="36" y="25"/>
                    <a:pt x="35" y="30"/>
                    <a:pt x="33" y="32"/>
                  </a:cubicBezTo>
                  <a:cubicBezTo>
                    <a:pt x="30" y="34"/>
                    <a:pt x="31" y="37"/>
                    <a:pt x="28" y="40"/>
                  </a:cubicBezTo>
                  <a:cubicBezTo>
                    <a:pt x="25" y="42"/>
                    <a:pt x="26" y="50"/>
                    <a:pt x="28" y="53"/>
                  </a:cubicBezTo>
                  <a:cubicBezTo>
                    <a:pt x="30" y="55"/>
                    <a:pt x="22" y="64"/>
                    <a:pt x="18" y="67"/>
                  </a:cubicBezTo>
                  <a:cubicBezTo>
                    <a:pt x="14" y="69"/>
                    <a:pt x="12" y="74"/>
                    <a:pt x="6" y="75"/>
                  </a:cubicBezTo>
                  <a:cubicBezTo>
                    <a:pt x="3" y="75"/>
                    <a:pt x="1" y="76"/>
                    <a:pt x="0" y="78"/>
                  </a:cubicBezTo>
                  <a:cubicBezTo>
                    <a:pt x="10" y="78"/>
                    <a:pt x="26" y="78"/>
                    <a:pt x="31" y="78"/>
                  </a:cubicBezTo>
                  <a:cubicBezTo>
                    <a:pt x="37" y="78"/>
                    <a:pt x="36" y="79"/>
                    <a:pt x="37" y="8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5986366" y="3013465"/>
              <a:ext cx="130334" cy="246868"/>
            </a:xfrm>
            <a:custGeom>
              <a:avLst/>
              <a:gdLst/>
              <a:ahLst/>
              <a:cxnLst/>
              <a:rect l="l" t="t" r="r" b="b"/>
              <a:pathLst>
                <a:path w="36" h="68" extrusionOk="0">
                  <a:moveTo>
                    <a:pt x="10" y="17"/>
                  </a:moveTo>
                  <a:cubicBezTo>
                    <a:pt x="12" y="20"/>
                    <a:pt x="10" y="25"/>
                    <a:pt x="8" y="26"/>
                  </a:cubicBezTo>
                  <a:cubicBezTo>
                    <a:pt x="6" y="27"/>
                    <a:pt x="4" y="32"/>
                    <a:pt x="2" y="32"/>
                  </a:cubicBezTo>
                  <a:cubicBezTo>
                    <a:pt x="0" y="32"/>
                    <a:pt x="2" y="39"/>
                    <a:pt x="6" y="41"/>
                  </a:cubicBezTo>
                  <a:cubicBezTo>
                    <a:pt x="9" y="42"/>
                    <a:pt x="9" y="45"/>
                    <a:pt x="9" y="46"/>
                  </a:cubicBezTo>
                  <a:cubicBezTo>
                    <a:pt x="9" y="48"/>
                    <a:pt x="14" y="49"/>
                    <a:pt x="16" y="51"/>
                  </a:cubicBezTo>
                  <a:cubicBezTo>
                    <a:pt x="17" y="53"/>
                    <a:pt x="20" y="63"/>
                    <a:pt x="20" y="66"/>
                  </a:cubicBezTo>
                  <a:cubicBezTo>
                    <a:pt x="20" y="67"/>
                    <a:pt x="20" y="68"/>
                    <a:pt x="20" y="68"/>
                  </a:cubicBezTo>
                  <a:cubicBezTo>
                    <a:pt x="22" y="67"/>
                    <a:pt x="23" y="66"/>
                    <a:pt x="24" y="65"/>
                  </a:cubicBezTo>
                  <a:cubicBezTo>
                    <a:pt x="25" y="63"/>
                    <a:pt x="26" y="59"/>
                    <a:pt x="25" y="58"/>
                  </a:cubicBezTo>
                  <a:cubicBezTo>
                    <a:pt x="25" y="57"/>
                    <a:pt x="25" y="56"/>
                    <a:pt x="26" y="55"/>
                  </a:cubicBezTo>
                  <a:cubicBezTo>
                    <a:pt x="27" y="54"/>
                    <a:pt x="32" y="49"/>
                    <a:pt x="33" y="49"/>
                  </a:cubicBezTo>
                  <a:cubicBezTo>
                    <a:pt x="33" y="48"/>
                    <a:pt x="36" y="49"/>
                    <a:pt x="36" y="46"/>
                  </a:cubicBezTo>
                  <a:cubicBezTo>
                    <a:pt x="36" y="45"/>
                    <a:pt x="36" y="43"/>
                    <a:pt x="36" y="42"/>
                  </a:cubicBezTo>
                  <a:cubicBezTo>
                    <a:pt x="34" y="40"/>
                    <a:pt x="33" y="39"/>
                    <a:pt x="33" y="38"/>
                  </a:cubicBezTo>
                  <a:cubicBezTo>
                    <a:pt x="33" y="36"/>
                    <a:pt x="31" y="34"/>
                    <a:pt x="30" y="35"/>
                  </a:cubicBezTo>
                  <a:cubicBezTo>
                    <a:pt x="28" y="37"/>
                    <a:pt x="24" y="35"/>
                    <a:pt x="23" y="32"/>
                  </a:cubicBezTo>
                  <a:cubicBezTo>
                    <a:pt x="23" y="29"/>
                    <a:pt x="26" y="29"/>
                    <a:pt x="30" y="26"/>
                  </a:cubicBezTo>
                  <a:cubicBezTo>
                    <a:pt x="33" y="24"/>
                    <a:pt x="34" y="18"/>
                    <a:pt x="30" y="15"/>
                  </a:cubicBezTo>
                  <a:cubicBezTo>
                    <a:pt x="26" y="12"/>
                    <a:pt x="29" y="10"/>
                    <a:pt x="31" y="8"/>
                  </a:cubicBezTo>
                  <a:cubicBezTo>
                    <a:pt x="34" y="5"/>
                    <a:pt x="32" y="4"/>
                    <a:pt x="30" y="5"/>
                  </a:cubicBezTo>
                  <a:cubicBezTo>
                    <a:pt x="29" y="6"/>
                    <a:pt x="27" y="6"/>
                    <a:pt x="26" y="3"/>
                  </a:cubicBezTo>
                  <a:cubicBezTo>
                    <a:pt x="26" y="0"/>
                    <a:pt x="18" y="0"/>
                    <a:pt x="15" y="3"/>
                  </a:cubicBezTo>
                  <a:cubicBezTo>
                    <a:pt x="14" y="4"/>
                    <a:pt x="12" y="4"/>
                    <a:pt x="10" y="4"/>
                  </a:cubicBezTo>
                  <a:cubicBezTo>
                    <a:pt x="10" y="9"/>
                    <a:pt x="9" y="15"/>
                    <a:pt x="10" y="1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5495699" y="3021133"/>
              <a:ext cx="634801" cy="613334"/>
            </a:xfrm>
            <a:custGeom>
              <a:avLst/>
              <a:gdLst/>
              <a:ahLst/>
              <a:cxnLst/>
              <a:rect l="l" t="t" r="r" b="b"/>
              <a:pathLst>
                <a:path w="175" h="169" extrusionOk="0">
                  <a:moveTo>
                    <a:pt x="60" y="32"/>
                  </a:moveTo>
                  <a:cubicBezTo>
                    <a:pt x="60" y="36"/>
                    <a:pt x="59" y="40"/>
                    <a:pt x="60" y="40"/>
                  </a:cubicBezTo>
                  <a:cubicBezTo>
                    <a:pt x="62" y="40"/>
                    <a:pt x="63" y="44"/>
                    <a:pt x="64" y="46"/>
                  </a:cubicBezTo>
                  <a:cubicBezTo>
                    <a:pt x="64" y="47"/>
                    <a:pt x="63" y="49"/>
                    <a:pt x="62" y="49"/>
                  </a:cubicBezTo>
                  <a:cubicBezTo>
                    <a:pt x="60" y="49"/>
                    <a:pt x="49" y="48"/>
                    <a:pt x="49" y="50"/>
                  </a:cubicBezTo>
                  <a:cubicBezTo>
                    <a:pt x="49" y="51"/>
                    <a:pt x="47" y="53"/>
                    <a:pt x="44" y="53"/>
                  </a:cubicBezTo>
                  <a:cubicBezTo>
                    <a:pt x="42" y="53"/>
                    <a:pt x="42" y="52"/>
                    <a:pt x="42" y="55"/>
                  </a:cubicBezTo>
                  <a:cubicBezTo>
                    <a:pt x="41" y="57"/>
                    <a:pt x="42" y="60"/>
                    <a:pt x="41" y="60"/>
                  </a:cubicBezTo>
                  <a:cubicBezTo>
                    <a:pt x="39" y="60"/>
                    <a:pt x="39" y="62"/>
                    <a:pt x="37" y="62"/>
                  </a:cubicBezTo>
                  <a:cubicBezTo>
                    <a:pt x="34" y="63"/>
                    <a:pt x="30" y="62"/>
                    <a:pt x="30" y="65"/>
                  </a:cubicBezTo>
                  <a:cubicBezTo>
                    <a:pt x="30" y="67"/>
                    <a:pt x="29" y="69"/>
                    <a:pt x="26" y="70"/>
                  </a:cubicBezTo>
                  <a:cubicBezTo>
                    <a:pt x="23" y="70"/>
                    <a:pt x="19" y="69"/>
                    <a:pt x="19" y="71"/>
                  </a:cubicBezTo>
                  <a:cubicBezTo>
                    <a:pt x="19" y="73"/>
                    <a:pt x="15" y="72"/>
                    <a:pt x="13" y="73"/>
                  </a:cubicBezTo>
                  <a:cubicBezTo>
                    <a:pt x="11" y="74"/>
                    <a:pt x="0" y="81"/>
                    <a:pt x="0" y="82"/>
                  </a:cubicBezTo>
                  <a:cubicBezTo>
                    <a:pt x="0" y="82"/>
                    <a:pt x="0" y="88"/>
                    <a:pt x="0" y="93"/>
                  </a:cubicBezTo>
                  <a:cubicBezTo>
                    <a:pt x="0" y="94"/>
                    <a:pt x="1" y="94"/>
                    <a:pt x="2" y="95"/>
                  </a:cubicBezTo>
                  <a:cubicBezTo>
                    <a:pt x="6" y="97"/>
                    <a:pt x="81" y="147"/>
                    <a:pt x="83" y="149"/>
                  </a:cubicBezTo>
                  <a:cubicBezTo>
                    <a:pt x="86" y="151"/>
                    <a:pt x="89" y="157"/>
                    <a:pt x="89" y="157"/>
                  </a:cubicBezTo>
                  <a:cubicBezTo>
                    <a:pt x="89" y="157"/>
                    <a:pt x="94" y="157"/>
                    <a:pt x="98" y="160"/>
                  </a:cubicBezTo>
                  <a:cubicBezTo>
                    <a:pt x="102" y="162"/>
                    <a:pt x="102" y="169"/>
                    <a:pt x="102" y="169"/>
                  </a:cubicBezTo>
                  <a:cubicBezTo>
                    <a:pt x="102" y="169"/>
                    <a:pt x="108" y="167"/>
                    <a:pt x="111" y="167"/>
                  </a:cubicBezTo>
                  <a:cubicBezTo>
                    <a:pt x="113" y="166"/>
                    <a:pt x="124" y="163"/>
                    <a:pt x="124" y="163"/>
                  </a:cubicBezTo>
                  <a:cubicBezTo>
                    <a:pt x="139" y="150"/>
                    <a:pt x="139" y="150"/>
                    <a:pt x="139" y="150"/>
                  </a:cubicBezTo>
                  <a:cubicBezTo>
                    <a:pt x="175" y="128"/>
                    <a:pt x="175" y="128"/>
                    <a:pt x="175" y="128"/>
                  </a:cubicBezTo>
                  <a:cubicBezTo>
                    <a:pt x="175" y="128"/>
                    <a:pt x="175" y="128"/>
                    <a:pt x="175" y="128"/>
                  </a:cubicBezTo>
                  <a:cubicBezTo>
                    <a:pt x="174" y="124"/>
                    <a:pt x="173" y="121"/>
                    <a:pt x="171" y="121"/>
                  </a:cubicBezTo>
                  <a:cubicBezTo>
                    <a:pt x="169" y="121"/>
                    <a:pt x="167" y="119"/>
                    <a:pt x="165" y="119"/>
                  </a:cubicBezTo>
                  <a:cubicBezTo>
                    <a:pt x="162" y="119"/>
                    <a:pt x="159" y="118"/>
                    <a:pt x="159" y="115"/>
                  </a:cubicBezTo>
                  <a:cubicBezTo>
                    <a:pt x="158" y="113"/>
                    <a:pt x="160" y="112"/>
                    <a:pt x="158" y="109"/>
                  </a:cubicBezTo>
                  <a:cubicBezTo>
                    <a:pt x="156" y="106"/>
                    <a:pt x="154" y="105"/>
                    <a:pt x="154" y="104"/>
                  </a:cubicBezTo>
                  <a:cubicBezTo>
                    <a:pt x="154" y="102"/>
                    <a:pt x="157" y="100"/>
                    <a:pt x="158" y="99"/>
                  </a:cubicBezTo>
                  <a:cubicBezTo>
                    <a:pt x="158" y="99"/>
                    <a:pt x="157" y="97"/>
                    <a:pt x="157" y="96"/>
                  </a:cubicBezTo>
                  <a:cubicBezTo>
                    <a:pt x="157" y="94"/>
                    <a:pt x="155" y="92"/>
                    <a:pt x="157" y="90"/>
                  </a:cubicBezTo>
                  <a:cubicBezTo>
                    <a:pt x="158" y="89"/>
                    <a:pt x="159" y="87"/>
                    <a:pt x="157" y="85"/>
                  </a:cubicBezTo>
                  <a:cubicBezTo>
                    <a:pt x="156" y="82"/>
                    <a:pt x="159" y="79"/>
                    <a:pt x="157" y="76"/>
                  </a:cubicBezTo>
                  <a:cubicBezTo>
                    <a:pt x="156" y="72"/>
                    <a:pt x="153" y="69"/>
                    <a:pt x="154" y="68"/>
                  </a:cubicBezTo>
                  <a:cubicBezTo>
                    <a:pt x="154" y="67"/>
                    <a:pt x="154" y="67"/>
                    <a:pt x="155" y="66"/>
                  </a:cubicBezTo>
                  <a:cubicBezTo>
                    <a:pt x="155" y="66"/>
                    <a:pt x="155" y="65"/>
                    <a:pt x="155" y="64"/>
                  </a:cubicBezTo>
                  <a:cubicBezTo>
                    <a:pt x="155" y="61"/>
                    <a:pt x="152" y="51"/>
                    <a:pt x="151" y="49"/>
                  </a:cubicBezTo>
                  <a:cubicBezTo>
                    <a:pt x="149" y="47"/>
                    <a:pt x="144" y="46"/>
                    <a:pt x="144" y="44"/>
                  </a:cubicBezTo>
                  <a:cubicBezTo>
                    <a:pt x="144" y="43"/>
                    <a:pt x="144" y="40"/>
                    <a:pt x="141" y="39"/>
                  </a:cubicBezTo>
                  <a:cubicBezTo>
                    <a:pt x="137" y="37"/>
                    <a:pt x="135" y="30"/>
                    <a:pt x="137" y="30"/>
                  </a:cubicBezTo>
                  <a:cubicBezTo>
                    <a:pt x="139" y="30"/>
                    <a:pt x="141" y="25"/>
                    <a:pt x="143" y="24"/>
                  </a:cubicBezTo>
                  <a:cubicBezTo>
                    <a:pt x="145" y="23"/>
                    <a:pt x="147" y="18"/>
                    <a:pt x="145" y="15"/>
                  </a:cubicBezTo>
                  <a:cubicBezTo>
                    <a:pt x="144" y="13"/>
                    <a:pt x="145" y="7"/>
                    <a:pt x="145" y="2"/>
                  </a:cubicBezTo>
                  <a:cubicBezTo>
                    <a:pt x="142" y="2"/>
                    <a:pt x="138" y="1"/>
                    <a:pt x="137" y="1"/>
                  </a:cubicBezTo>
                  <a:cubicBezTo>
                    <a:pt x="136" y="0"/>
                    <a:pt x="132" y="1"/>
                    <a:pt x="129" y="1"/>
                  </a:cubicBezTo>
                  <a:cubicBezTo>
                    <a:pt x="126" y="2"/>
                    <a:pt x="119" y="6"/>
                    <a:pt x="117" y="4"/>
                  </a:cubicBezTo>
                  <a:cubicBezTo>
                    <a:pt x="115" y="2"/>
                    <a:pt x="92" y="5"/>
                    <a:pt x="85" y="6"/>
                  </a:cubicBezTo>
                  <a:cubicBezTo>
                    <a:pt x="79" y="6"/>
                    <a:pt x="76" y="13"/>
                    <a:pt x="72" y="13"/>
                  </a:cubicBezTo>
                  <a:cubicBezTo>
                    <a:pt x="69" y="13"/>
                    <a:pt x="62" y="16"/>
                    <a:pt x="59" y="19"/>
                  </a:cubicBezTo>
                  <a:cubicBezTo>
                    <a:pt x="58" y="20"/>
                    <a:pt x="57" y="21"/>
                    <a:pt x="56" y="21"/>
                  </a:cubicBezTo>
                  <a:cubicBezTo>
                    <a:pt x="57" y="22"/>
                    <a:pt x="57" y="23"/>
                    <a:pt x="57" y="23"/>
                  </a:cubicBezTo>
                  <a:cubicBezTo>
                    <a:pt x="59" y="26"/>
                    <a:pt x="60" y="29"/>
                    <a:pt x="60" y="3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6050766" y="3166799"/>
              <a:ext cx="467668" cy="443134"/>
            </a:xfrm>
            <a:custGeom>
              <a:avLst/>
              <a:gdLst/>
              <a:ahLst/>
              <a:cxnLst/>
              <a:rect l="l" t="t" r="r" b="b"/>
              <a:pathLst>
                <a:path w="129" h="122" extrusionOk="0">
                  <a:moveTo>
                    <a:pt x="15" y="7"/>
                  </a:moveTo>
                  <a:cubicBezTo>
                    <a:pt x="14" y="7"/>
                    <a:pt x="9" y="12"/>
                    <a:pt x="8" y="13"/>
                  </a:cubicBezTo>
                  <a:cubicBezTo>
                    <a:pt x="7" y="14"/>
                    <a:pt x="7" y="15"/>
                    <a:pt x="7" y="16"/>
                  </a:cubicBezTo>
                  <a:cubicBezTo>
                    <a:pt x="8" y="17"/>
                    <a:pt x="7" y="21"/>
                    <a:pt x="6" y="23"/>
                  </a:cubicBezTo>
                  <a:cubicBezTo>
                    <a:pt x="5" y="25"/>
                    <a:pt x="1" y="27"/>
                    <a:pt x="1" y="28"/>
                  </a:cubicBezTo>
                  <a:cubicBezTo>
                    <a:pt x="0" y="29"/>
                    <a:pt x="3" y="32"/>
                    <a:pt x="4" y="36"/>
                  </a:cubicBezTo>
                  <a:cubicBezTo>
                    <a:pt x="6" y="39"/>
                    <a:pt x="3" y="42"/>
                    <a:pt x="4" y="45"/>
                  </a:cubicBezTo>
                  <a:cubicBezTo>
                    <a:pt x="6" y="47"/>
                    <a:pt x="5" y="49"/>
                    <a:pt x="4" y="50"/>
                  </a:cubicBezTo>
                  <a:cubicBezTo>
                    <a:pt x="2" y="52"/>
                    <a:pt x="4" y="54"/>
                    <a:pt x="4" y="56"/>
                  </a:cubicBezTo>
                  <a:cubicBezTo>
                    <a:pt x="4" y="57"/>
                    <a:pt x="5" y="59"/>
                    <a:pt x="5" y="59"/>
                  </a:cubicBezTo>
                  <a:cubicBezTo>
                    <a:pt x="4" y="60"/>
                    <a:pt x="1" y="62"/>
                    <a:pt x="1" y="64"/>
                  </a:cubicBezTo>
                  <a:cubicBezTo>
                    <a:pt x="1" y="65"/>
                    <a:pt x="3" y="66"/>
                    <a:pt x="5" y="69"/>
                  </a:cubicBezTo>
                  <a:cubicBezTo>
                    <a:pt x="7" y="72"/>
                    <a:pt x="5" y="73"/>
                    <a:pt x="6" y="75"/>
                  </a:cubicBezTo>
                  <a:cubicBezTo>
                    <a:pt x="6" y="78"/>
                    <a:pt x="9" y="79"/>
                    <a:pt x="12" y="79"/>
                  </a:cubicBezTo>
                  <a:cubicBezTo>
                    <a:pt x="14" y="79"/>
                    <a:pt x="16" y="81"/>
                    <a:pt x="18" y="81"/>
                  </a:cubicBezTo>
                  <a:cubicBezTo>
                    <a:pt x="20" y="81"/>
                    <a:pt x="21" y="84"/>
                    <a:pt x="22" y="88"/>
                  </a:cubicBezTo>
                  <a:cubicBezTo>
                    <a:pt x="23" y="88"/>
                    <a:pt x="31" y="88"/>
                    <a:pt x="34" y="90"/>
                  </a:cubicBezTo>
                  <a:cubicBezTo>
                    <a:pt x="38" y="93"/>
                    <a:pt x="40" y="95"/>
                    <a:pt x="40" y="95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118" y="122"/>
                    <a:pt x="118" y="122"/>
                    <a:pt x="118" y="122"/>
                  </a:cubicBezTo>
                  <a:cubicBezTo>
                    <a:pt x="118" y="118"/>
                    <a:pt x="118" y="118"/>
                    <a:pt x="118" y="118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126" y="118"/>
                    <a:pt x="126" y="41"/>
                    <a:pt x="126" y="35"/>
                  </a:cubicBezTo>
                  <a:cubicBezTo>
                    <a:pt x="126" y="30"/>
                    <a:pt x="123" y="26"/>
                    <a:pt x="126" y="23"/>
                  </a:cubicBezTo>
                  <a:cubicBezTo>
                    <a:pt x="129" y="20"/>
                    <a:pt x="125" y="18"/>
                    <a:pt x="127" y="12"/>
                  </a:cubicBezTo>
                  <a:cubicBezTo>
                    <a:pt x="127" y="12"/>
                    <a:pt x="128" y="11"/>
                    <a:pt x="128" y="10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27" y="8"/>
                    <a:pt x="124" y="8"/>
                    <a:pt x="116" y="7"/>
                  </a:cubicBezTo>
                  <a:cubicBezTo>
                    <a:pt x="109" y="6"/>
                    <a:pt x="112" y="1"/>
                    <a:pt x="103" y="0"/>
                  </a:cubicBezTo>
                  <a:cubicBezTo>
                    <a:pt x="95" y="0"/>
                    <a:pt x="85" y="7"/>
                    <a:pt x="85" y="10"/>
                  </a:cubicBezTo>
                  <a:cubicBezTo>
                    <a:pt x="85" y="14"/>
                    <a:pt x="89" y="17"/>
                    <a:pt x="86" y="21"/>
                  </a:cubicBezTo>
                  <a:cubicBezTo>
                    <a:pt x="83" y="25"/>
                    <a:pt x="77" y="25"/>
                    <a:pt x="73" y="21"/>
                  </a:cubicBezTo>
                  <a:cubicBezTo>
                    <a:pt x="69" y="17"/>
                    <a:pt x="62" y="16"/>
                    <a:pt x="57" y="16"/>
                  </a:cubicBezTo>
                  <a:cubicBezTo>
                    <a:pt x="52" y="16"/>
                    <a:pt x="49" y="12"/>
                    <a:pt x="49" y="10"/>
                  </a:cubicBezTo>
                  <a:cubicBezTo>
                    <a:pt x="49" y="7"/>
                    <a:pt x="48" y="6"/>
                    <a:pt x="43" y="5"/>
                  </a:cubicBezTo>
                  <a:cubicBezTo>
                    <a:pt x="39" y="4"/>
                    <a:pt x="36" y="0"/>
                    <a:pt x="28" y="2"/>
                  </a:cubicBezTo>
                  <a:cubicBezTo>
                    <a:pt x="24" y="2"/>
                    <a:pt x="21" y="1"/>
                    <a:pt x="18" y="0"/>
                  </a:cubicBezTo>
                  <a:cubicBezTo>
                    <a:pt x="18" y="1"/>
                    <a:pt x="18" y="3"/>
                    <a:pt x="18" y="4"/>
                  </a:cubicBezTo>
                  <a:cubicBezTo>
                    <a:pt x="18" y="7"/>
                    <a:pt x="15" y="6"/>
                    <a:pt x="15" y="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5250365" y="3787801"/>
              <a:ext cx="90466" cy="32200"/>
            </a:xfrm>
            <a:custGeom>
              <a:avLst/>
              <a:gdLst/>
              <a:ahLst/>
              <a:cxnLst/>
              <a:rect l="l" t="t" r="r" b="b"/>
              <a:pathLst>
                <a:path w="25" h="9" extrusionOk="0">
                  <a:moveTo>
                    <a:pt x="13" y="5"/>
                  </a:moveTo>
                  <a:cubicBezTo>
                    <a:pt x="14" y="4"/>
                    <a:pt x="17" y="7"/>
                    <a:pt x="20" y="7"/>
                  </a:cubicBezTo>
                  <a:cubicBezTo>
                    <a:pt x="22" y="8"/>
                    <a:pt x="25" y="6"/>
                    <a:pt x="25" y="6"/>
                  </a:cubicBezTo>
                  <a:cubicBezTo>
                    <a:pt x="25" y="6"/>
                    <a:pt x="24" y="6"/>
                    <a:pt x="20" y="5"/>
                  </a:cubicBezTo>
                  <a:cubicBezTo>
                    <a:pt x="16" y="5"/>
                    <a:pt x="16" y="0"/>
                    <a:pt x="12" y="2"/>
                  </a:cubicBezTo>
                  <a:cubicBezTo>
                    <a:pt x="9" y="3"/>
                    <a:pt x="6" y="4"/>
                    <a:pt x="2" y="3"/>
                  </a:cubicBezTo>
                  <a:cubicBezTo>
                    <a:pt x="2" y="5"/>
                    <a:pt x="1" y="7"/>
                    <a:pt x="0" y="9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5" y="8"/>
                    <a:pt x="11" y="7"/>
                    <a:pt x="13" y="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5231965" y="3703467"/>
              <a:ext cx="180934" cy="142600"/>
            </a:xfrm>
            <a:custGeom>
              <a:avLst/>
              <a:gdLst/>
              <a:ahLst/>
              <a:cxnLst/>
              <a:rect l="l" t="t" r="r" b="b"/>
              <a:pathLst>
                <a:path w="50" h="39" extrusionOk="0">
                  <a:moveTo>
                    <a:pt x="12" y="38"/>
                  </a:moveTo>
                  <a:cubicBezTo>
                    <a:pt x="13" y="38"/>
                    <a:pt x="16" y="36"/>
                    <a:pt x="16" y="36"/>
                  </a:cubicBezTo>
                  <a:cubicBezTo>
                    <a:pt x="16" y="36"/>
                    <a:pt x="27" y="35"/>
                    <a:pt x="29" y="35"/>
                  </a:cubicBezTo>
                  <a:cubicBezTo>
                    <a:pt x="29" y="35"/>
                    <a:pt x="30" y="35"/>
                    <a:pt x="31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5"/>
                    <a:pt x="36" y="36"/>
                    <a:pt x="37" y="37"/>
                  </a:cubicBezTo>
                  <a:cubicBezTo>
                    <a:pt x="37" y="38"/>
                    <a:pt x="45" y="39"/>
                    <a:pt x="49" y="38"/>
                  </a:cubicBezTo>
                  <a:cubicBezTo>
                    <a:pt x="49" y="38"/>
                    <a:pt x="50" y="38"/>
                    <a:pt x="50" y="37"/>
                  </a:cubicBezTo>
                  <a:cubicBezTo>
                    <a:pt x="50" y="36"/>
                    <a:pt x="50" y="33"/>
                    <a:pt x="50" y="32"/>
                  </a:cubicBezTo>
                  <a:cubicBezTo>
                    <a:pt x="50" y="31"/>
                    <a:pt x="47" y="28"/>
                    <a:pt x="45" y="27"/>
                  </a:cubicBezTo>
                  <a:cubicBezTo>
                    <a:pt x="44" y="25"/>
                    <a:pt x="44" y="21"/>
                    <a:pt x="44" y="21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19"/>
                    <a:pt x="41" y="14"/>
                    <a:pt x="38" y="13"/>
                  </a:cubicBezTo>
                  <a:cubicBezTo>
                    <a:pt x="34" y="12"/>
                    <a:pt x="32" y="5"/>
                    <a:pt x="32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7" y="3"/>
                    <a:pt x="24" y="1"/>
                  </a:cubicBezTo>
                  <a:cubicBezTo>
                    <a:pt x="22" y="0"/>
                    <a:pt x="18" y="2"/>
                    <a:pt x="18" y="2"/>
                  </a:cubicBezTo>
                  <a:cubicBezTo>
                    <a:pt x="18" y="2"/>
                    <a:pt x="13" y="3"/>
                    <a:pt x="10" y="2"/>
                  </a:cubicBezTo>
                  <a:cubicBezTo>
                    <a:pt x="7" y="1"/>
                    <a:pt x="8" y="5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9"/>
                    <a:pt x="4" y="11"/>
                    <a:pt x="3" y="13"/>
                  </a:cubicBezTo>
                  <a:cubicBezTo>
                    <a:pt x="0" y="17"/>
                    <a:pt x="4" y="23"/>
                    <a:pt x="6" y="25"/>
                  </a:cubicBezTo>
                  <a:cubicBezTo>
                    <a:pt x="6" y="25"/>
                    <a:pt x="7" y="26"/>
                    <a:pt x="7" y="26"/>
                  </a:cubicBezTo>
                  <a:cubicBezTo>
                    <a:pt x="11" y="27"/>
                    <a:pt x="14" y="26"/>
                    <a:pt x="17" y="25"/>
                  </a:cubicBezTo>
                  <a:cubicBezTo>
                    <a:pt x="21" y="23"/>
                    <a:pt x="21" y="28"/>
                    <a:pt x="25" y="28"/>
                  </a:cubicBezTo>
                  <a:cubicBezTo>
                    <a:pt x="29" y="29"/>
                    <a:pt x="30" y="29"/>
                    <a:pt x="30" y="29"/>
                  </a:cubicBezTo>
                  <a:cubicBezTo>
                    <a:pt x="30" y="29"/>
                    <a:pt x="27" y="31"/>
                    <a:pt x="25" y="30"/>
                  </a:cubicBezTo>
                  <a:cubicBezTo>
                    <a:pt x="22" y="30"/>
                    <a:pt x="19" y="27"/>
                    <a:pt x="18" y="28"/>
                  </a:cubicBezTo>
                  <a:cubicBezTo>
                    <a:pt x="16" y="30"/>
                    <a:pt x="10" y="31"/>
                    <a:pt x="8" y="31"/>
                  </a:cubicBezTo>
                  <a:cubicBezTo>
                    <a:pt x="8" y="31"/>
                    <a:pt x="7" y="31"/>
                    <a:pt x="5" y="32"/>
                  </a:cubicBezTo>
                  <a:cubicBezTo>
                    <a:pt x="5" y="33"/>
                    <a:pt x="5" y="34"/>
                    <a:pt x="6" y="35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0" y="38"/>
                    <a:pt x="12" y="3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5256498" y="3830735"/>
              <a:ext cx="87400" cy="50600"/>
            </a:xfrm>
            <a:custGeom>
              <a:avLst/>
              <a:gdLst/>
              <a:ahLst/>
              <a:cxnLst/>
              <a:rect l="l" t="t" r="r" b="b"/>
              <a:pathLst>
                <a:path w="24" h="14" extrusionOk="0">
                  <a:moveTo>
                    <a:pt x="13" y="13"/>
                  </a:moveTo>
                  <a:cubicBezTo>
                    <a:pt x="14" y="12"/>
                    <a:pt x="18" y="8"/>
                    <a:pt x="19" y="9"/>
                  </a:cubicBezTo>
                  <a:cubicBezTo>
                    <a:pt x="21" y="9"/>
                    <a:pt x="22" y="8"/>
                    <a:pt x="22" y="7"/>
                  </a:cubicBezTo>
                  <a:cubicBezTo>
                    <a:pt x="22" y="7"/>
                    <a:pt x="20" y="4"/>
                    <a:pt x="22" y="4"/>
                  </a:cubicBezTo>
                  <a:cubicBezTo>
                    <a:pt x="23" y="3"/>
                    <a:pt x="24" y="1"/>
                    <a:pt x="24" y="0"/>
                  </a:cubicBezTo>
                  <a:cubicBezTo>
                    <a:pt x="23" y="0"/>
                    <a:pt x="22" y="0"/>
                    <a:pt x="22" y="0"/>
                  </a:cubicBezTo>
                  <a:cubicBezTo>
                    <a:pt x="20" y="0"/>
                    <a:pt x="9" y="1"/>
                    <a:pt x="9" y="1"/>
                  </a:cubicBezTo>
                  <a:cubicBezTo>
                    <a:pt x="9" y="1"/>
                    <a:pt x="6" y="3"/>
                    <a:pt x="5" y="3"/>
                  </a:cubicBezTo>
                  <a:cubicBezTo>
                    <a:pt x="3" y="3"/>
                    <a:pt x="5" y="0"/>
                    <a:pt x="0" y="1"/>
                  </a:cubicBezTo>
                  <a:cubicBezTo>
                    <a:pt x="2" y="4"/>
                    <a:pt x="3" y="5"/>
                    <a:pt x="7" y="7"/>
                  </a:cubicBezTo>
                  <a:cubicBezTo>
                    <a:pt x="12" y="8"/>
                    <a:pt x="7" y="11"/>
                    <a:pt x="11" y="13"/>
                  </a:cubicBezTo>
                  <a:cubicBezTo>
                    <a:pt x="11" y="13"/>
                    <a:pt x="11" y="14"/>
                    <a:pt x="12" y="14"/>
                  </a:cubicBezTo>
                  <a:cubicBezTo>
                    <a:pt x="12" y="13"/>
                    <a:pt x="12" y="13"/>
                    <a:pt x="13" y="1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6202566" y="3873667"/>
              <a:ext cx="374134" cy="265268"/>
            </a:xfrm>
            <a:custGeom>
              <a:avLst/>
              <a:gdLst/>
              <a:ahLst/>
              <a:cxnLst/>
              <a:rect l="l" t="t" r="r" b="b"/>
              <a:pathLst>
                <a:path w="103" h="73" extrusionOk="0">
                  <a:moveTo>
                    <a:pt x="95" y="42"/>
                  </a:moveTo>
                  <a:cubicBezTo>
                    <a:pt x="95" y="40"/>
                    <a:pt x="95" y="39"/>
                    <a:pt x="92" y="36"/>
                  </a:cubicBezTo>
                  <a:cubicBezTo>
                    <a:pt x="89" y="33"/>
                    <a:pt x="87" y="33"/>
                    <a:pt x="87" y="31"/>
                  </a:cubicBezTo>
                  <a:cubicBezTo>
                    <a:pt x="87" y="30"/>
                    <a:pt x="86" y="29"/>
                    <a:pt x="84" y="26"/>
                  </a:cubicBezTo>
                  <a:cubicBezTo>
                    <a:pt x="81" y="23"/>
                    <a:pt x="77" y="23"/>
                    <a:pt x="77" y="23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0"/>
                    <a:pt x="70" y="18"/>
                    <a:pt x="73" y="17"/>
                  </a:cubicBezTo>
                  <a:cubicBezTo>
                    <a:pt x="76" y="15"/>
                    <a:pt x="73" y="11"/>
                    <a:pt x="73" y="10"/>
                  </a:cubicBezTo>
                  <a:cubicBezTo>
                    <a:pt x="72" y="8"/>
                    <a:pt x="68" y="3"/>
                    <a:pt x="67" y="2"/>
                  </a:cubicBezTo>
                  <a:cubicBezTo>
                    <a:pt x="66" y="2"/>
                    <a:pt x="66" y="2"/>
                    <a:pt x="65" y="1"/>
                  </a:cubicBezTo>
                  <a:cubicBezTo>
                    <a:pt x="63" y="0"/>
                    <a:pt x="60" y="2"/>
                    <a:pt x="58" y="4"/>
                  </a:cubicBezTo>
                  <a:cubicBezTo>
                    <a:pt x="57" y="6"/>
                    <a:pt x="58" y="7"/>
                    <a:pt x="57" y="8"/>
                  </a:cubicBezTo>
                  <a:cubicBezTo>
                    <a:pt x="55" y="9"/>
                    <a:pt x="51" y="13"/>
                    <a:pt x="48" y="16"/>
                  </a:cubicBezTo>
                  <a:cubicBezTo>
                    <a:pt x="46" y="20"/>
                    <a:pt x="39" y="18"/>
                    <a:pt x="36" y="19"/>
                  </a:cubicBezTo>
                  <a:cubicBezTo>
                    <a:pt x="34" y="20"/>
                    <a:pt x="37" y="22"/>
                    <a:pt x="36" y="23"/>
                  </a:cubicBezTo>
                  <a:cubicBezTo>
                    <a:pt x="34" y="25"/>
                    <a:pt x="30" y="27"/>
                    <a:pt x="28" y="27"/>
                  </a:cubicBezTo>
                  <a:cubicBezTo>
                    <a:pt x="27" y="28"/>
                    <a:pt x="21" y="28"/>
                    <a:pt x="19" y="30"/>
                  </a:cubicBezTo>
                  <a:cubicBezTo>
                    <a:pt x="17" y="32"/>
                    <a:pt x="15" y="28"/>
                    <a:pt x="14" y="30"/>
                  </a:cubicBezTo>
                  <a:cubicBezTo>
                    <a:pt x="12" y="33"/>
                    <a:pt x="10" y="33"/>
                    <a:pt x="9" y="32"/>
                  </a:cubicBezTo>
                  <a:cubicBezTo>
                    <a:pt x="9" y="32"/>
                    <a:pt x="8" y="32"/>
                    <a:pt x="8" y="31"/>
                  </a:cubicBezTo>
                  <a:cubicBezTo>
                    <a:pt x="7" y="33"/>
                    <a:pt x="5" y="34"/>
                    <a:pt x="4" y="37"/>
                  </a:cubicBezTo>
                  <a:cubicBezTo>
                    <a:pt x="3" y="40"/>
                    <a:pt x="0" y="43"/>
                    <a:pt x="0" y="45"/>
                  </a:cubicBezTo>
                  <a:cubicBezTo>
                    <a:pt x="0" y="47"/>
                    <a:pt x="1" y="49"/>
                    <a:pt x="1" y="52"/>
                  </a:cubicBezTo>
                  <a:cubicBezTo>
                    <a:pt x="1" y="55"/>
                    <a:pt x="2" y="56"/>
                    <a:pt x="3" y="59"/>
                  </a:cubicBezTo>
                  <a:cubicBezTo>
                    <a:pt x="5" y="61"/>
                    <a:pt x="5" y="64"/>
                    <a:pt x="5" y="64"/>
                  </a:cubicBezTo>
                  <a:cubicBezTo>
                    <a:pt x="5" y="64"/>
                    <a:pt x="5" y="65"/>
                    <a:pt x="7" y="66"/>
                  </a:cubicBezTo>
                  <a:cubicBezTo>
                    <a:pt x="8" y="68"/>
                    <a:pt x="12" y="70"/>
                    <a:pt x="12" y="72"/>
                  </a:cubicBezTo>
                  <a:cubicBezTo>
                    <a:pt x="12" y="72"/>
                    <a:pt x="13" y="73"/>
                    <a:pt x="13" y="73"/>
                  </a:cubicBezTo>
                  <a:cubicBezTo>
                    <a:pt x="14" y="73"/>
                    <a:pt x="14" y="73"/>
                    <a:pt x="14" y="72"/>
                  </a:cubicBezTo>
                  <a:cubicBezTo>
                    <a:pt x="16" y="70"/>
                    <a:pt x="16" y="66"/>
                    <a:pt x="16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31" y="65"/>
                    <a:pt x="31" y="65"/>
                    <a:pt x="31" y="65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31" y="59"/>
                    <a:pt x="36" y="53"/>
                    <a:pt x="40" y="53"/>
                  </a:cubicBezTo>
                  <a:cubicBezTo>
                    <a:pt x="44" y="53"/>
                    <a:pt x="47" y="57"/>
                    <a:pt x="47" y="57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60"/>
                    <a:pt x="64" y="56"/>
                    <a:pt x="65" y="55"/>
                  </a:cubicBezTo>
                  <a:cubicBezTo>
                    <a:pt x="67" y="54"/>
                    <a:pt x="70" y="56"/>
                    <a:pt x="72" y="55"/>
                  </a:cubicBezTo>
                  <a:cubicBezTo>
                    <a:pt x="74" y="54"/>
                    <a:pt x="77" y="52"/>
                    <a:pt x="81" y="52"/>
                  </a:cubicBezTo>
                  <a:cubicBezTo>
                    <a:pt x="85" y="52"/>
                    <a:pt x="86" y="54"/>
                    <a:pt x="88" y="51"/>
                  </a:cubicBezTo>
                  <a:cubicBezTo>
                    <a:pt x="89" y="48"/>
                    <a:pt x="97" y="52"/>
                    <a:pt x="97" y="52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101" y="46"/>
                    <a:pt x="95" y="43"/>
                    <a:pt x="95" y="4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5843766" y="3787801"/>
              <a:ext cx="366468" cy="303600"/>
            </a:xfrm>
            <a:custGeom>
              <a:avLst/>
              <a:gdLst/>
              <a:ahLst/>
              <a:cxnLst/>
              <a:rect l="l" t="t" r="r" b="b"/>
              <a:pathLst>
                <a:path w="101" h="84" extrusionOk="0">
                  <a:moveTo>
                    <a:pt x="62" y="61"/>
                  </a:moveTo>
                  <a:cubicBezTo>
                    <a:pt x="63" y="61"/>
                    <a:pt x="65" y="62"/>
                    <a:pt x="67" y="60"/>
                  </a:cubicBezTo>
                  <a:cubicBezTo>
                    <a:pt x="69" y="59"/>
                    <a:pt x="73" y="62"/>
                    <a:pt x="73" y="65"/>
                  </a:cubicBezTo>
                  <a:cubicBezTo>
                    <a:pt x="74" y="67"/>
                    <a:pt x="75" y="64"/>
                    <a:pt x="77" y="61"/>
                  </a:cubicBezTo>
                  <a:cubicBezTo>
                    <a:pt x="78" y="58"/>
                    <a:pt x="83" y="50"/>
                    <a:pt x="83" y="48"/>
                  </a:cubicBezTo>
                  <a:cubicBezTo>
                    <a:pt x="83" y="46"/>
                    <a:pt x="87" y="44"/>
                    <a:pt x="87" y="43"/>
                  </a:cubicBezTo>
                  <a:cubicBezTo>
                    <a:pt x="87" y="42"/>
                    <a:pt x="87" y="39"/>
                    <a:pt x="88" y="38"/>
                  </a:cubicBezTo>
                  <a:cubicBezTo>
                    <a:pt x="89" y="38"/>
                    <a:pt x="90" y="34"/>
                    <a:pt x="90" y="33"/>
                  </a:cubicBezTo>
                  <a:cubicBezTo>
                    <a:pt x="90" y="32"/>
                    <a:pt x="94" y="25"/>
                    <a:pt x="95" y="24"/>
                  </a:cubicBezTo>
                  <a:cubicBezTo>
                    <a:pt x="96" y="23"/>
                    <a:pt x="99" y="23"/>
                    <a:pt x="100" y="21"/>
                  </a:cubicBezTo>
                  <a:cubicBezTo>
                    <a:pt x="100" y="19"/>
                    <a:pt x="101" y="16"/>
                    <a:pt x="99" y="16"/>
                  </a:cubicBezTo>
                  <a:cubicBezTo>
                    <a:pt x="98" y="15"/>
                    <a:pt x="96" y="14"/>
                    <a:pt x="96" y="12"/>
                  </a:cubicBezTo>
                  <a:cubicBezTo>
                    <a:pt x="96" y="12"/>
                    <a:pt x="96" y="10"/>
                    <a:pt x="96" y="8"/>
                  </a:cubicBezTo>
                  <a:cubicBezTo>
                    <a:pt x="94" y="8"/>
                    <a:pt x="94" y="6"/>
                    <a:pt x="93" y="4"/>
                  </a:cubicBezTo>
                  <a:cubicBezTo>
                    <a:pt x="92" y="3"/>
                    <a:pt x="92" y="2"/>
                    <a:pt x="90" y="3"/>
                  </a:cubicBezTo>
                  <a:cubicBezTo>
                    <a:pt x="88" y="3"/>
                    <a:pt x="86" y="7"/>
                    <a:pt x="84" y="8"/>
                  </a:cubicBezTo>
                  <a:cubicBezTo>
                    <a:pt x="82" y="9"/>
                    <a:pt x="79" y="7"/>
                    <a:pt x="77" y="6"/>
                  </a:cubicBezTo>
                  <a:cubicBezTo>
                    <a:pt x="76" y="6"/>
                    <a:pt x="69" y="6"/>
                    <a:pt x="66" y="6"/>
                  </a:cubicBezTo>
                  <a:cubicBezTo>
                    <a:pt x="64" y="6"/>
                    <a:pt x="62" y="9"/>
                    <a:pt x="60" y="10"/>
                  </a:cubicBezTo>
                  <a:cubicBezTo>
                    <a:pt x="58" y="11"/>
                    <a:pt x="53" y="11"/>
                    <a:pt x="52" y="10"/>
                  </a:cubicBezTo>
                  <a:cubicBezTo>
                    <a:pt x="50" y="10"/>
                    <a:pt x="47" y="7"/>
                    <a:pt x="45" y="7"/>
                  </a:cubicBezTo>
                  <a:cubicBezTo>
                    <a:pt x="44" y="7"/>
                    <a:pt x="41" y="7"/>
                    <a:pt x="38" y="9"/>
                  </a:cubicBezTo>
                  <a:cubicBezTo>
                    <a:pt x="36" y="10"/>
                    <a:pt x="35" y="6"/>
                    <a:pt x="34" y="4"/>
                  </a:cubicBezTo>
                  <a:cubicBezTo>
                    <a:pt x="32" y="2"/>
                    <a:pt x="29" y="4"/>
                    <a:pt x="27" y="2"/>
                  </a:cubicBezTo>
                  <a:cubicBezTo>
                    <a:pt x="25" y="0"/>
                    <a:pt x="24" y="4"/>
                    <a:pt x="22" y="4"/>
                  </a:cubicBezTo>
                  <a:cubicBezTo>
                    <a:pt x="20" y="4"/>
                    <a:pt x="16" y="3"/>
                    <a:pt x="14" y="4"/>
                  </a:cubicBezTo>
                  <a:cubicBezTo>
                    <a:pt x="13" y="5"/>
                    <a:pt x="13" y="10"/>
                    <a:pt x="12" y="11"/>
                  </a:cubicBezTo>
                  <a:cubicBezTo>
                    <a:pt x="12" y="11"/>
                    <a:pt x="9" y="15"/>
                    <a:pt x="9" y="17"/>
                  </a:cubicBezTo>
                  <a:cubicBezTo>
                    <a:pt x="9" y="17"/>
                    <a:pt x="8" y="18"/>
                    <a:pt x="8" y="18"/>
                  </a:cubicBezTo>
                  <a:cubicBezTo>
                    <a:pt x="8" y="20"/>
                    <a:pt x="9" y="23"/>
                    <a:pt x="9" y="24"/>
                  </a:cubicBezTo>
                  <a:cubicBezTo>
                    <a:pt x="9" y="26"/>
                    <a:pt x="10" y="34"/>
                    <a:pt x="8" y="36"/>
                  </a:cubicBezTo>
                  <a:cubicBezTo>
                    <a:pt x="6" y="38"/>
                    <a:pt x="5" y="41"/>
                    <a:pt x="5" y="41"/>
                  </a:cubicBezTo>
                  <a:cubicBezTo>
                    <a:pt x="5" y="41"/>
                    <a:pt x="2" y="43"/>
                    <a:pt x="1" y="47"/>
                  </a:cubicBezTo>
                  <a:cubicBezTo>
                    <a:pt x="0" y="51"/>
                    <a:pt x="1" y="54"/>
                    <a:pt x="1" y="57"/>
                  </a:cubicBezTo>
                  <a:cubicBezTo>
                    <a:pt x="1" y="59"/>
                    <a:pt x="3" y="61"/>
                    <a:pt x="4" y="63"/>
                  </a:cubicBezTo>
                  <a:cubicBezTo>
                    <a:pt x="4" y="63"/>
                    <a:pt x="4" y="63"/>
                    <a:pt x="4" y="64"/>
                  </a:cubicBezTo>
                  <a:cubicBezTo>
                    <a:pt x="5" y="66"/>
                    <a:pt x="12" y="66"/>
                    <a:pt x="16" y="67"/>
                  </a:cubicBezTo>
                  <a:cubicBezTo>
                    <a:pt x="20" y="68"/>
                    <a:pt x="25" y="73"/>
                    <a:pt x="24" y="75"/>
                  </a:cubicBezTo>
                  <a:cubicBezTo>
                    <a:pt x="24" y="77"/>
                    <a:pt x="27" y="82"/>
                    <a:pt x="29" y="83"/>
                  </a:cubicBezTo>
                  <a:cubicBezTo>
                    <a:pt x="31" y="84"/>
                    <a:pt x="35" y="81"/>
                    <a:pt x="37" y="81"/>
                  </a:cubicBezTo>
                  <a:cubicBezTo>
                    <a:pt x="40" y="81"/>
                    <a:pt x="47" y="81"/>
                    <a:pt x="49" y="79"/>
                  </a:cubicBezTo>
                  <a:cubicBezTo>
                    <a:pt x="49" y="79"/>
                    <a:pt x="50" y="79"/>
                    <a:pt x="50" y="79"/>
                  </a:cubicBezTo>
                  <a:cubicBezTo>
                    <a:pt x="52" y="75"/>
                    <a:pt x="52" y="70"/>
                    <a:pt x="52" y="70"/>
                  </a:cubicBezTo>
                  <a:cubicBezTo>
                    <a:pt x="52" y="70"/>
                    <a:pt x="61" y="61"/>
                    <a:pt x="62" y="6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5785500" y="3833801"/>
              <a:ext cx="95066" cy="193200"/>
            </a:xfrm>
            <a:custGeom>
              <a:avLst/>
              <a:gdLst/>
              <a:ahLst/>
              <a:cxnLst/>
              <a:rect l="l" t="t" r="r" b="b"/>
              <a:pathLst>
                <a:path w="26" h="53" extrusionOk="0">
                  <a:moveTo>
                    <a:pt x="17" y="34"/>
                  </a:moveTo>
                  <a:cubicBezTo>
                    <a:pt x="18" y="30"/>
                    <a:pt x="21" y="28"/>
                    <a:pt x="21" y="28"/>
                  </a:cubicBezTo>
                  <a:cubicBezTo>
                    <a:pt x="21" y="28"/>
                    <a:pt x="22" y="25"/>
                    <a:pt x="24" y="23"/>
                  </a:cubicBezTo>
                  <a:cubicBezTo>
                    <a:pt x="26" y="21"/>
                    <a:pt x="25" y="13"/>
                    <a:pt x="25" y="11"/>
                  </a:cubicBezTo>
                  <a:cubicBezTo>
                    <a:pt x="25" y="10"/>
                    <a:pt x="24" y="7"/>
                    <a:pt x="24" y="5"/>
                  </a:cubicBezTo>
                  <a:cubicBezTo>
                    <a:pt x="23" y="6"/>
                    <a:pt x="22" y="6"/>
                    <a:pt x="21" y="5"/>
                  </a:cubicBezTo>
                  <a:cubicBezTo>
                    <a:pt x="19" y="4"/>
                    <a:pt x="21" y="2"/>
                    <a:pt x="18" y="1"/>
                  </a:cubicBezTo>
                  <a:cubicBezTo>
                    <a:pt x="16" y="0"/>
                    <a:pt x="15" y="3"/>
                    <a:pt x="15" y="5"/>
                  </a:cubicBezTo>
                  <a:cubicBezTo>
                    <a:pt x="16" y="7"/>
                    <a:pt x="14" y="7"/>
                    <a:pt x="13" y="8"/>
                  </a:cubicBezTo>
                  <a:cubicBezTo>
                    <a:pt x="12" y="10"/>
                    <a:pt x="8" y="10"/>
                    <a:pt x="6" y="10"/>
                  </a:cubicBezTo>
                  <a:cubicBezTo>
                    <a:pt x="5" y="10"/>
                    <a:pt x="3" y="13"/>
                    <a:pt x="1" y="13"/>
                  </a:cubicBezTo>
                  <a:cubicBezTo>
                    <a:pt x="1" y="13"/>
                    <a:pt x="1" y="13"/>
                    <a:pt x="0" y="13"/>
                  </a:cubicBezTo>
                  <a:cubicBezTo>
                    <a:pt x="0" y="20"/>
                    <a:pt x="2" y="19"/>
                    <a:pt x="5" y="21"/>
                  </a:cubicBezTo>
                  <a:cubicBezTo>
                    <a:pt x="8" y="23"/>
                    <a:pt x="5" y="26"/>
                    <a:pt x="6" y="27"/>
                  </a:cubicBezTo>
                  <a:cubicBezTo>
                    <a:pt x="8" y="29"/>
                    <a:pt x="7" y="33"/>
                    <a:pt x="8" y="37"/>
                  </a:cubicBezTo>
                  <a:cubicBezTo>
                    <a:pt x="8" y="40"/>
                    <a:pt x="8" y="47"/>
                    <a:pt x="8" y="53"/>
                  </a:cubicBezTo>
                  <a:cubicBezTo>
                    <a:pt x="10" y="52"/>
                    <a:pt x="13" y="52"/>
                    <a:pt x="14" y="52"/>
                  </a:cubicBezTo>
                  <a:cubicBezTo>
                    <a:pt x="17" y="52"/>
                    <a:pt x="18" y="49"/>
                    <a:pt x="20" y="50"/>
                  </a:cubicBezTo>
                  <a:cubicBezTo>
                    <a:pt x="19" y="48"/>
                    <a:pt x="17" y="46"/>
                    <a:pt x="17" y="44"/>
                  </a:cubicBezTo>
                  <a:cubicBezTo>
                    <a:pt x="17" y="41"/>
                    <a:pt x="16" y="38"/>
                    <a:pt x="17" y="3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5760966" y="3878267"/>
              <a:ext cx="53666" cy="159468"/>
            </a:xfrm>
            <a:custGeom>
              <a:avLst/>
              <a:gdLst/>
              <a:ahLst/>
              <a:cxnLst/>
              <a:rect l="l" t="t" r="r" b="b"/>
              <a:pathLst>
                <a:path w="15" h="44" extrusionOk="0">
                  <a:moveTo>
                    <a:pt x="13" y="15"/>
                  </a:moveTo>
                  <a:cubicBezTo>
                    <a:pt x="12" y="14"/>
                    <a:pt x="15" y="11"/>
                    <a:pt x="12" y="9"/>
                  </a:cubicBezTo>
                  <a:cubicBezTo>
                    <a:pt x="9" y="7"/>
                    <a:pt x="7" y="8"/>
                    <a:pt x="7" y="1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" y="5"/>
                    <a:pt x="1" y="6"/>
                  </a:cubicBezTo>
                  <a:cubicBezTo>
                    <a:pt x="3" y="6"/>
                    <a:pt x="4" y="8"/>
                    <a:pt x="3" y="11"/>
                  </a:cubicBezTo>
                  <a:cubicBezTo>
                    <a:pt x="3" y="13"/>
                    <a:pt x="3" y="20"/>
                    <a:pt x="4" y="22"/>
                  </a:cubicBezTo>
                  <a:cubicBezTo>
                    <a:pt x="5" y="25"/>
                    <a:pt x="6" y="30"/>
                    <a:pt x="6" y="34"/>
                  </a:cubicBezTo>
                  <a:cubicBezTo>
                    <a:pt x="6" y="37"/>
                    <a:pt x="7" y="41"/>
                    <a:pt x="9" y="44"/>
                  </a:cubicBezTo>
                  <a:cubicBezTo>
                    <a:pt x="10" y="43"/>
                    <a:pt x="10" y="43"/>
                    <a:pt x="11" y="43"/>
                  </a:cubicBezTo>
                  <a:cubicBezTo>
                    <a:pt x="12" y="42"/>
                    <a:pt x="14" y="41"/>
                    <a:pt x="15" y="41"/>
                  </a:cubicBezTo>
                  <a:cubicBezTo>
                    <a:pt x="15" y="35"/>
                    <a:pt x="15" y="28"/>
                    <a:pt x="15" y="25"/>
                  </a:cubicBezTo>
                  <a:cubicBezTo>
                    <a:pt x="14" y="21"/>
                    <a:pt x="15" y="17"/>
                    <a:pt x="13" y="1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6026234" y="3816935"/>
              <a:ext cx="223868" cy="351134"/>
            </a:xfrm>
            <a:custGeom>
              <a:avLst/>
              <a:gdLst/>
              <a:ahLst/>
              <a:cxnLst/>
              <a:rect l="l" t="t" r="r" b="b"/>
              <a:pathLst>
                <a:path w="62" h="97" extrusionOk="0">
                  <a:moveTo>
                    <a:pt x="26" y="92"/>
                  </a:moveTo>
                  <a:cubicBezTo>
                    <a:pt x="26" y="92"/>
                    <a:pt x="46" y="93"/>
                    <a:pt x="48" y="93"/>
                  </a:cubicBezTo>
                  <a:cubicBezTo>
                    <a:pt x="51" y="92"/>
                    <a:pt x="60" y="97"/>
                    <a:pt x="60" y="97"/>
                  </a:cubicBezTo>
                  <a:cubicBezTo>
                    <a:pt x="60" y="97"/>
                    <a:pt x="61" y="92"/>
                    <a:pt x="62" y="89"/>
                  </a:cubicBezTo>
                  <a:cubicBezTo>
                    <a:pt x="62" y="89"/>
                    <a:pt x="61" y="88"/>
                    <a:pt x="61" y="88"/>
                  </a:cubicBezTo>
                  <a:cubicBezTo>
                    <a:pt x="61" y="86"/>
                    <a:pt x="57" y="84"/>
                    <a:pt x="56" y="82"/>
                  </a:cubicBezTo>
                  <a:cubicBezTo>
                    <a:pt x="54" y="81"/>
                    <a:pt x="54" y="80"/>
                    <a:pt x="54" y="80"/>
                  </a:cubicBezTo>
                  <a:cubicBezTo>
                    <a:pt x="54" y="80"/>
                    <a:pt x="54" y="77"/>
                    <a:pt x="52" y="75"/>
                  </a:cubicBezTo>
                  <a:cubicBezTo>
                    <a:pt x="51" y="72"/>
                    <a:pt x="50" y="71"/>
                    <a:pt x="50" y="68"/>
                  </a:cubicBezTo>
                  <a:cubicBezTo>
                    <a:pt x="50" y="65"/>
                    <a:pt x="49" y="63"/>
                    <a:pt x="49" y="61"/>
                  </a:cubicBezTo>
                  <a:cubicBezTo>
                    <a:pt x="49" y="59"/>
                    <a:pt x="52" y="56"/>
                    <a:pt x="53" y="53"/>
                  </a:cubicBezTo>
                  <a:cubicBezTo>
                    <a:pt x="54" y="50"/>
                    <a:pt x="56" y="49"/>
                    <a:pt x="57" y="47"/>
                  </a:cubicBezTo>
                  <a:cubicBezTo>
                    <a:pt x="56" y="46"/>
                    <a:pt x="55" y="44"/>
                    <a:pt x="55" y="41"/>
                  </a:cubicBezTo>
                  <a:cubicBezTo>
                    <a:pt x="54" y="38"/>
                    <a:pt x="51" y="37"/>
                    <a:pt x="48" y="34"/>
                  </a:cubicBezTo>
                  <a:cubicBezTo>
                    <a:pt x="45" y="31"/>
                    <a:pt x="46" y="29"/>
                    <a:pt x="46" y="28"/>
                  </a:cubicBezTo>
                  <a:cubicBezTo>
                    <a:pt x="46" y="27"/>
                    <a:pt x="50" y="27"/>
                    <a:pt x="53" y="27"/>
                  </a:cubicBezTo>
                  <a:cubicBezTo>
                    <a:pt x="56" y="27"/>
                    <a:pt x="58" y="27"/>
                    <a:pt x="56" y="26"/>
                  </a:cubicBezTo>
                  <a:cubicBezTo>
                    <a:pt x="55" y="25"/>
                    <a:pt x="53" y="19"/>
                    <a:pt x="53" y="15"/>
                  </a:cubicBezTo>
                  <a:cubicBezTo>
                    <a:pt x="53" y="11"/>
                    <a:pt x="52" y="10"/>
                    <a:pt x="52" y="8"/>
                  </a:cubicBezTo>
                  <a:cubicBezTo>
                    <a:pt x="52" y="6"/>
                    <a:pt x="49" y="0"/>
                    <a:pt x="47" y="0"/>
                  </a:cubicBezTo>
                  <a:cubicBezTo>
                    <a:pt x="47" y="0"/>
                    <a:pt x="46" y="0"/>
                    <a:pt x="46" y="0"/>
                  </a:cubicBezTo>
                  <a:cubicBezTo>
                    <a:pt x="46" y="2"/>
                    <a:pt x="46" y="4"/>
                    <a:pt x="46" y="4"/>
                  </a:cubicBezTo>
                  <a:cubicBezTo>
                    <a:pt x="46" y="6"/>
                    <a:pt x="48" y="7"/>
                    <a:pt x="49" y="8"/>
                  </a:cubicBezTo>
                  <a:cubicBezTo>
                    <a:pt x="51" y="8"/>
                    <a:pt x="50" y="11"/>
                    <a:pt x="50" y="13"/>
                  </a:cubicBezTo>
                  <a:cubicBezTo>
                    <a:pt x="49" y="15"/>
                    <a:pt x="46" y="15"/>
                    <a:pt x="45" y="16"/>
                  </a:cubicBezTo>
                  <a:cubicBezTo>
                    <a:pt x="44" y="17"/>
                    <a:pt x="40" y="24"/>
                    <a:pt x="40" y="25"/>
                  </a:cubicBezTo>
                  <a:cubicBezTo>
                    <a:pt x="40" y="26"/>
                    <a:pt x="39" y="30"/>
                    <a:pt x="38" y="30"/>
                  </a:cubicBezTo>
                  <a:cubicBezTo>
                    <a:pt x="37" y="31"/>
                    <a:pt x="37" y="34"/>
                    <a:pt x="37" y="35"/>
                  </a:cubicBezTo>
                  <a:cubicBezTo>
                    <a:pt x="37" y="36"/>
                    <a:pt x="33" y="38"/>
                    <a:pt x="33" y="40"/>
                  </a:cubicBezTo>
                  <a:cubicBezTo>
                    <a:pt x="33" y="42"/>
                    <a:pt x="28" y="50"/>
                    <a:pt x="27" y="53"/>
                  </a:cubicBezTo>
                  <a:cubicBezTo>
                    <a:pt x="25" y="56"/>
                    <a:pt x="24" y="59"/>
                    <a:pt x="23" y="57"/>
                  </a:cubicBezTo>
                  <a:cubicBezTo>
                    <a:pt x="23" y="54"/>
                    <a:pt x="19" y="51"/>
                    <a:pt x="17" y="52"/>
                  </a:cubicBezTo>
                  <a:cubicBezTo>
                    <a:pt x="15" y="54"/>
                    <a:pt x="13" y="53"/>
                    <a:pt x="12" y="53"/>
                  </a:cubicBezTo>
                  <a:cubicBezTo>
                    <a:pt x="11" y="53"/>
                    <a:pt x="2" y="62"/>
                    <a:pt x="2" y="62"/>
                  </a:cubicBezTo>
                  <a:cubicBezTo>
                    <a:pt x="2" y="62"/>
                    <a:pt x="2" y="67"/>
                    <a:pt x="0" y="71"/>
                  </a:cubicBezTo>
                  <a:cubicBezTo>
                    <a:pt x="1" y="72"/>
                    <a:pt x="2" y="74"/>
                    <a:pt x="4" y="76"/>
                  </a:cubicBezTo>
                  <a:cubicBezTo>
                    <a:pt x="5" y="79"/>
                    <a:pt x="9" y="77"/>
                    <a:pt x="10" y="77"/>
                  </a:cubicBezTo>
                  <a:cubicBezTo>
                    <a:pt x="11" y="78"/>
                    <a:pt x="13" y="84"/>
                    <a:pt x="12" y="86"/>
                  </a:cubicBezTo>
                  <a:cubicBezTo>
                    <a:pt x="12" y="87"/>
                    <a:pt x="10" y="91"/>
                    <a:pt x="11" y="93"/>
                  </a:cubicBezTo>
                  <a:cubicBezTo>
                    <a:pt x="22" y="93"/>
                    <a:pt x="22" y="93"/>
                    <a:pt x="22" y="93"/>
                  </a:cubicBezTo>
                  <a:lnTo>
                    <a:pt x="26" y="92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5495699" y="3889001"/>
              <a:ext cx="193200" cy="196268"/>
            </a:xfrm>
            <a:custGeom>
              <a:avLst/>
              <a:gdLst/>
              <a:ahLst/>
              <a:cxnLst/>
              <a:rect l="l" t="t" r="r" b="b"/>
              <a:pathLst>
                <a:path w="53" h="54" extrusionOk="0">
                  <a:moveTo>
                    <a:pt x="50" y="45"/>
                  </a:moveTo>
                  <a:cubicBezTo>
                    <a:pt x="49" y="44"/>
                    <a:pt x="46" y="37"/>
                    <a:pt x="46" y="36"/>
                  </a:cubicBezTo>
                  <a:cubicBezTo>
                    <a:pt x="46" y="34"/>
                    <a:pt x="50" y="30"/>
                    <a:pt x="49" y="27"/>
                  </a:cubicBezTo>
                  <a:cubicBezTo>
                    <a:pt x="49" y="25"/>
                    <a:pt x="53" y="24"/>
                    <a:pt x="53" y="22"/>
                  </a:cubicBezTo>
                  <a:cubicBezTo>
                    <a:pt x="53" y="20"/>
                    <a:pt x="52" y="13"/>
                    <a:pt x="50" y="9"/>
                  </a:cubicBezTo>
                  <a:cubicBezTo>
                    <a:pt x="49" y="9"/>
                    <a:pt x="49" y="9"/>
                    <a:pt x="48" y="8"/>
                  </a:cubicBezTo>
                  <a:cubicBezTo>
                    <a:pt x="47" y="7"/>
                    <a:pt x="40" y="7"/>
                    <a:pt x="38" y="9"/>
                  </a:cubicBezTo>
                  <a:cubicBezTo>
                    <a:pt x="36" y="12"/>
                    <a:pt x="31" y="7"/>
                    <a:pt x="31" y="6"/>
                  </a:cubicBezTo>
                  <a:cubicBezTo>
                    <a:pt x="30" y="5"/>
                    <a:pt x="27" y="2"/>
                    <a:pt x="24" y="4"/>
                  </a:cubicBezTo>
                  <a:cubicBezTo>
                    <a:pt x="22" y="5"/>
                    <a:pt x="21" y="5"/>
                    <a:pt x="21" y="3"/>
                  </a:cubicBezTo>
                  <a:cubicBezTo>
                    <a:pt x="21" y="0"/>
                    <a:pt x="17" y="1"/>
                    <a:pt x="17" y="3"/>
                  </a:cubicBezTo>
                  <a:cubicBezTo>
                    <a:pt x="16" y="5"/>
                    <a:pt x="13" y="7"/>
                    <a:pt x="12" y="5"/>
                  </a:cubicBezTo>
                  <a:cubicBezTo>
                    <a:pt x="11" y="4"/>
                    <a:pt x="9" y="2"/>
                    <a:pt x="8" y="4"/>
                  </a:cubicBezTo>
                  <a:cubicBezTo>
                    <a:pt x="7" y="6"/>
                    <a:pt x="6" y="5"/>
                    <a:pt x="5" y="5"/>
                  </a:cubicBezTo>
                  <a:cubicBezTo>
                    <a:pt x="5" y="7"/>
                    <a:pt x="4" y="11"/>
                    <a:pt x="5" y="11"/>
                  </a:cubicBezTo>
                  <a:cubicBezTo>
                    <a:pt x="7" y="12"/>
                    <a:pt x="7" y="14"/>
                    <a:pt x="7" y="15"/>
                  </a:cubicBezTo>
                  <a:cubicBezTo>
                    <a:pt x="6" y="16"/>
                    <a:pt x="9" y="19"/>
                    <a:pt x="8" y="21"/>
                  </a:cubicBezTo>
                  <a:cubicBezTo>
                    <a:pt x="7" y="22"/>
                    <a:pt x="5" y="19"/>
                    <a:pt x="4" y="21"/>
                  </a:cubicBezTo>
                  <a:cubicBezTo>
                    <a:pt x="3" y="23"/>
                    <a:pt x="6" y="25"/>
                    <a:pt x="5" y="26"/>
                  </a:cubicBezTo>
                  <a:cubicBezTo>
                    <a:pt x="4" y="28"/>
                    <a:pt x="2" y="28"/>
                    <a:pt x="3" y="31"/>
                  </a:cubicBezTo>
                  <a:cubicBezTo>
                    <a:pt x="3" y="34"/>
                    <a:pt x="3" y="36"/>
                    <a:pt x="2" y="37"/>
                  </a:cubicBezTo>
                  <a:cubicBezTo>
                    <a:pt x="0" y="38"/>
                    <a:pt x="2" y="38"/>
                    <a:pt x="4" y="39"/>
                  </a:cubicBezTo>
                  <a:cubicBezTo>
                    <a:pt x="7" y="41"/>
                    <a:pt x="11" y="43"/>
                    <a:pt x="11" y="46"/>
                  </a:cubicBezTo>
                  <a:cubicBezTo>
                    <a:pt x="11" y="48"/>
                    <a:pt x="9" y="49"/>
                    <a:pt x="8" y="54"/>
                  </a:cubicBezTo>
                  <a:cubicBezTo>
                    <a:pt x="14" y="54"/>
                    <a:pt x="23" y="50"/>
                    <a:pt x="33" y="48"/>
                  </a:cubicBezTo>
                  <a:cubicBezTo>
                    <a:pt x="40" y="47"/>
                    <a:pt x="46" y="48"/>
                    <a:pt x="50" y="49"/>
                  </a:cubicBezTo>
                  <a:cubicBezTo>
                    <a:pt x="50" y="48"/>
                    <a:pt x="50" y="46"/>
                    <a:pt x="50" y="4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5662832" y="3878267"/>
              <a:ext cx="130334" cy="199334"/>
            </a:xfrm>
            <a:custGeom>
              <a:avLst/>
              <a:gdLst/>
              <a:ahLst/>
              <a:cxnLst/>
              <a:rect l="l" t="t" r="r" b="b"/>
              <a:pathLst>
                <a:path w="36" h="55" extrusionOk="0">
                  <a:moveTo>
                    <a:pt x="31" y="22"/>
                  </a:moveTo>
                  <a:cubicBezTo>
                    <a:pt x="30" y="20"/>
                    <a:pt x="30" y="13"/>
                    <a:pt x="30" y="11"/>
                  </a:cubicBezTo>
                  <a:cubicBezTo>
                    <a:pt x="31" y="8"/>
                    <a:pt x="30" y="6"/>
                    <a:pt x="28" y="6"/>
                  </a:cubicBezTo>
                  <a:cubicBezTo>
                    <a:pt x="28" y="5"/>
                    <a:pt x="27" y="3"/>
                    <a:pt x="27" y="0"/>
                  </a:cubicBezTo>
                  <a:cubicBezTo>
                    <a:pt x="25" y="1"/>
                    <a:pt x="25" y="3"/>
                    <a:pt x="25" y="2"/>
                  </a:cubicBezTo>
                  <a:cubicBezTo>
                    <a:pt x="24" y="1"/>
                    <a:pt x="4" y="0"/>
                    <a:pt x="3" y="2"/>
                  </a:cubicBezTo>
                  <a:cubicBezTo>
                    <a:pt x="2" y="3"/>
                    <a:pt x="5" y="9"/>
                    <a:pt x="5" y="10"/>
                  </a:cubicBezTo>
                  <a:cubicBezTo>
                    <a:pt x="5" y="11"/>
                    <a:pt x="4" y="12"/>
                    <a:pt x="4" y="12"/>
                  </a:cubicBezTo>
                  <a:cubicBezTo>
                    <a:pt x="6" y="16"/>
                    <a:pt x="7" y="23"/>
                    <a:pt x="7" y="25"/>
                  </a:cubicBezTo>
                  <a:cubicBezTo>
                    <a:pt x="7" y="27"/>
                    <a:pt x="3" y="28"/>
                    <a:pt x="3" y="30"/>
                  </a:cubicBezTo>
                  <a:cubicBezTo>
                    <a:pt x="4" y="33"/>
                    <a:pt x="0" y="37"/>
                    <a:pt x="0" y="39"/>
                  </a:cubicBezTo>
                  <a:cubicBezTo>
                    <a:pt x="0" y="40"/>
                    <a:pt x="3" y="47"/>
                    <a:pt x="4" y="48"/>
                  </a:cubicBezTo>
                  <a:cubicBezTo>
                    <a:pt x="4" y="49"/>
                    <a:pt x="4" y="51"/>
                    <a:pt x="4" y="52"/>
                  </a:cubicBezTo>
                  <a:cubicBezTo>
                    <a:pt x="7" y="53"/>
                    <a:pt x="9" y="54"/>
                    <a:pt x="10" y="54"/>
                  </a:cubicBezTo>
                  <a:cubicBezTo>
                    <a:pt x="11" y="55"/>
                    <a:pt x="22" y="50"/>
                    <a:pt x="26" y="48"/>
                  </a:cubicBezTo>
                  <a:cubicBezTo>
                    <a:pt x="30" y="46"/>
                    <a:pt x="33" y="45"/>
                    <a:pt x="36" y="44"/>
                  </a:cubicBezTo>
                  <a:cubicBezTo>
                    <a:pt x="34" y="41"/>
                    <a:pt x="33" y="37"/>
                    <a:pt x="33" y="34"/>
                  </a:cubicBezTo>
                  <a:cubicBezTo>
                    <a:pt x="33" y="30"/>
                    <a:pt x="32" y="25"/>
                    <a:pt x="31" y="2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5300965" y="3830735"/>
              <a:ext cx="228468" cy="174800"/>
            </a:xfrm>
            <a:custGeom>
              <a:avLst/>
              <a:gdLst/>
              <a:ahLst/>
              <a:cxnLst/>
              <a:rect l="l" t="t" r="r" b="b"/>
              <a:pathLst>
                <a:path w="63" h="48" extrusionOk="0">
                  <a:moveTo>
                    <a:pt x="21" y="25"/>
                  </a:moveTo>
                  <a:cubicBezTo>
                    <a:pt x="21" y="23"/>
                    <a:pt x="23" y="24"/>
                    <a:pt x="25" y="24"/>
                  </a:cubicBezTo>
                  <a:cubicBezTo>
                    <a:pt x="27" y="25"/>
                    <a:pt x="29" y="23"/>
                    <a:pt x="31" y="23"/>
                  </a:cubicBezTo>
                  <a:cubicBezTo>
                    <a:pt x="33" y="23"/>
                    <a:pt x="38" y="29"/>
                    <a:pt x="38" y="31"/>
                  </a:cubicBezTo>
                  <a:cubicBezTo>
                    <a:pt x="38" y="33"/>
                    <a:pt x="38" y="35"/>
                    <a:pt x="39" y="36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42" y="36"/>
                    <a:pt x="45" y="36"/>
                    <a:pt x="45" y="36"/>
                  </a:cubicBezTo>
                  <a:cubicBezTo>
                    <a:pt x="46" y="36"/>
                    <a:pt x="48" y="40"/>
                    <a:pt x="48" y="43"/>
                  </a:cubicBezTo>
                  <a:cubicBezTo>
                    <a:pt x="47" y="46"/>
                    <a:pt x="50" y="48"/>
                    <a:pt x="52" y="46"/>
                  </a:cubicBezTo>
                  <a:cubicBezTo>
                    <a:pt x="53" y="44"/>
                    <a:pt x="55" y="42"/>
                    <a:pt x="55" y="43"/>
                  </a:cubicBezTo>
                  <a:cubicBezTo>
                    <a:pt x="55" y="44"/>
                    <a:pt x="56" y="44"/>
                    <a:pt x="57" y="45"/>
                  </a:cubicBezTo>
                  <a:cubicBezTo>
                    <a:pt x="57" y="44"/>
                    <a:pt x="58" y="43"/>
                    <a:pt x="59" y="42"/>
                  </a:cubicBezTo>
                  <a:cubicBezTo>
                    <a:pt x="60" y="41"/>
                    <a:pt x="57" y="39"/>
                    <a:pt x="58" y="37"/>
                  </a:cubicBezTo>
                  <a:cubicBezTo>
                    <a:pt x="59" y="35"/>
                    <a:pt x="61" y="38"/>
                    <a:pt x="62" y="37"/>
                  </a:cubicBezTo>
                  <a:cubicBezTo>
                    <a:pt x="63" y="35"/>
                    <a:pt x="60" y="32"/>
                    <a:pt x="61" y="31"/>
                  </a:cubicBezTo>
                  <a:cubicBezTo>
                    <a:pt x="61" y="30"/>
                    <a:pt x="61" y="28"/>
                    <a:pt x="59" y="27"/>
                  </a:cubicBezTo>
                  <a:cubicBezTo>
                    <a:pt x="58" y="27"/>
                    <a:pt x="59" y="23"/>
                    <a:pt x="59" y="21"/>
                  </a:cubicBezTo>
                  <a:cubicBezTo>
                    <a:pt x="59" y="20"/>
                    <a:pt x="58" y="20"/>
                    <a:pt x="58" y="20"/>
                  </a:cubicBezTo>
                  <a:cubicBezTo>
                    <a:pt x="57" y="18"/>
                    <a:pt x="58" y="15"/>
                    <a:pt x="56" y="15"/>
                  </a:cubicBezTo>
                  <a:cubicBezTo>
                    <a:pt x="54" y="15"/>
                    <a:pt x="55" y="12"/>
                    <a:pt x="56" y="12"/>
                  </a:cubicBezTo>
                  <a:cubicBezTo>
                    <a:pt x="58" y="11"/>
                    <a:pt x="53" y="10"/>
                    <a:pt x="53" y="8"/>
                  </a:cubicBezTo>
                  <a:cubicBezTo>
                    <a:pt x="53" y="6"/>
                    <a:pt x="51" y="2"/>
                    <a:pt x="50" y="2"/>
                  </a:cubicBezTo>
                  <a:cubicBezTo>
                    <a:pt x="49" y="1"/>
                    <a:pt x="45" y="6"/>
                    <a:pt x="44" y="6"/>
                  </a:cubicBezTo>
                  <a:cubicBezTo>
                    <a:pt x="42" y="6"/>
                    <a:pt x="39" y="3"/>
                    <a:pt x="38" y="5"/>
                  </a:cubicBezTo>
                  <a:cubicBezTo>
                    <a:pt x="37" y="8"/>
                    <a:pt x="35" y="4"/>
                    <a:pt x="33" y="6"/>
                  </a:cubicBezTo>
                  <a:cubicBezTo>
                    <a:pt x="32" y="8"/>
                    <a:pt x="31" y="4"/>
                    <a:pt x="31" y="4"/>
                  </a:cubicBezTo>
                  <a:cubicBezTo>
                    <a:pt x="31" y="4"/>
                    <a:pt x="31" y="3"/>
                    <a:pt x="31" y="2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6" y="4"/>
                    <a:pt x="18" y="3"/>
                    <a:pt x="18" y="2"/>
                  </a:cubicBezTo>
                  <a:cubicBezTo>
                    <a:pt x="17" y="1"/>
                    <a:pt x="12" y="0"/>
                    <a:pt x="12" y="0"/>
                  </a:cubicBezTo>
                  <a:cubicBezTo>
                    <a:pt x="12" y="0"/>
                    <a:pt x="12" y="3"/>
                    <a:pt x="10" y="4"/>
                  </a:cubicBezTo>
                  <a:cubicBezTo>
                    <a:pt x="8" y="4"/>
                    <a:pt x="10" y="7"/>
                    <a:pt x="10" y="7"/>
                  </a:cubicBezTo>
                  <a:cubicBezTo>
                    <a:pt x="10" y="8"/>
                    <a:pt x="9" y="9"/>
                    <a:pt x="7" y="9"/>
                  </a:cubicBezTo>
                  <a:cubicBezTo>
                    <a:pt x="6" y="8"/>
                    <a:pt x="2" y="12"/>
                    <a:pt x="1" y="13"/>
                  </a:cubicBezTo>
                  <a:cubicBezTo>
                    <a:pt x="0" y="13"/>
                    <a:pt x="0" y="13"/>
                    <a:pt x="0" y="14"/>
                  </a:cubicBezTo>
                  <a:cubicBezTo>
                    <a:pt x="3" y="16"/>
                    <a:pt x="2" y="19"/>
                    <a:pt x="6" y="21"/>
                  </a:cubicBezTo>
                  <a:cubicBezTo>
                    <a:pt x="9" y="23"/>
                    <a:pt x="13" y="27"/>
                    <a:pt x="15" y="31"/>
                  </a:cubicBezTo>
                  <a:cubicBezTo>
                    <a:pt x="18" y="29"/>
                    <a:pt x="21" y="27"/>
                    <a:pt x="21" y="2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5409832" y="3961067"/>
              <a:ext cx="125734" cy="12420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28" y="19"/>
                  </a:moveTo>
                  <a:cubicBezTo>
                    <a:pt x="26" y="18"/>
                    <a:pt x="24" y="18"/>
                    <a:pt x="26" y="17"/>
                  </a:cubicBezTo>
                  <a:cubicBezTo>
                    <a:pt x="27" y="16"/>
                    <a:pt x="27" y="14"/>
                    <a:pt x="27" y="11"/>
                  </a:cubicBezTo>
                  <a:cubicBezTo>
                    <a:pt x="26" y="10"/>
                    <a:pt x="27" y="9"/>
                    <a:pt x="27" y="9"/>
                  </a:cubicBezTo>
                  <a:cubicBezTo>
                    <a:pt x="26" y="8"/>
                    <a:pt x="25" y="8"/>
                    <a:pt x="25" y="7"/>
                  </a:cubicBezTo>
                  <a:cubicBezTo>
                    <a:pt x="25" y="6"/>
                    <a:pt x="23" y="8"/>
                    <a:pt x="22" y="10"/>
                  </a:cubicBezTo>
                  <a:cubicBezTo>
                    <a:pt x="20" y="12"/>
                    <a:pt x="17" y="10"/>
                    <a:pt x="18" y="7"/>
                  </a:cubicBezTo>
                  <a:cubicBezTo>
                    <a:pt x="18" y="4"/>
                    <a:pt x="16" y="0"/>
                    <a:pt x="15" y="0"/>
                  </a:cubicBezTo>
                  <a:cubicBezTo>
                    <a:pt x="15" y="0"/>
                    <a:pt x="12" y="0"/>
                    <a:pt x="9" y="1"/>
                  </a:cubicBezTo>
                  <a:cubicBezTo>
                    <a:pt x="10" y="2"/>
                    <a:pt x="9" y="4"/>
                    <a:pt x="8" y="5"/>
                  </a:cubicBezTo>
                  <a:cubicBezTo>
                    <a:pt x="8" y="7"/>
                    <a:pt x="4" y="9"/>
                    <a:pt x="2" y="11"/>
                  </a:cubicBezTo>
                  <a:cubicBezTo>
                    <a:pt x="1" y="11"/>
                    <a:pt x="1" y="12"/>
                    <a:pt x="0" y="14"/>
                  </a:cubicBezTo>
                  <a:cubicBezTo>
                    <a:pt x="3" y="16"/>
                    <a:pt x="7" y="18"/>
                    <a:pt x="11" y="21"/>
                  </a:cubicBezTo>
                  <a:cubicBezTo>
                    <a:pt x="17" y="26"/>
                    <a:pt x="26" y="32"/>
                    <a:pt x="30" y="33"/>
                  </a:cubicBezTo>
                  <a:cubicBezTo>
                    <a:pt x="31" y="34"/>
                    <a:pt x="32" y="34"/>
                    <a:pt x="32" y="34"/>
                  </a:cubicBezTo>
                  <a:cubicBezTo>
                    <a:pt x="33" y="29"/>
                    <a:pt x="35" y="28"/>
                    <a:pt x="35" y="26"/>
                  </a:cubicBezTo>
                  <a:cubicBezTo>
                    <a:pt x="35" y="23"/>
                    <a:pt x="31" y="21"/>
                    <a:pt x="28" y="1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5354632" y="3913535"/>
              <a:ext cx="90466" cy="98134"/>
            </a:xfrm>
            <a:custGeom>
              <a:avLst/>
              <a:gdLst/>
              <a:ahLst/>
              <a:cxnLst/>
              <a:rect l="l" t="t" r="r" b="b"/>
              <a:pathLst>
                <a:path w="25" h="27" extrusionOk="0">
                  <a:moveTo>
                    <a:pt x="23" y="18"/>
                  </a:moveTo>
                  <a:cubicBezTo>
                    <a:pt x="24" y="17"/>
                    <a:pt x="25" y="15"/>
                    <a:pt x="24" y="13"/>
                  </a:cubicBezTo>
                  <a:cubicBezTo>
                    <a:pt x="23" y="12"/>
                    <a:pt x="23" y="10"/>
                    <a:pt x="23" y="8"/>
                  </a:cubicBezTo>
                  <a:cubicBezTo>
                    <a:pt x="23" y="6"/>
                    <a:pt x="18" y="0"/>
                    <a:pt x="16" y="0"/>
                  </a:cubicBezTo>
                  <a:cubicBezTo>
                    <a:pt x="14" y="0"/>
                    <a:pt x="12" y="2"/>
                    <a:pt x="10" y="1"/>
                  </a:cubicBezTo>
                  <a:cubicBezTo>
                    <a:pt x="8" y="1"/>
                    <a:pt x="6" y="0"/>
                    <a:pt x="6" y="2"/>
                  </a:cubicBezTo>
                  <a:cubicBezTo>
                    <a:pt x="6" y="4"/>
                    <a:pt x="3" y="6"/>
                    <a:pt x="0" y="8"/>
                  </a:cubicBezTo>
                  <a:cubicBezTo>
                    <a:pt x="1" y="9"/>
                    <a:pt x="1" y="10"/>
                    <a:pt x="1" y="12"/>
                  </a:cubicBezTo>
                  <a:cubicBezTo>
                    <a:pt x="3" y="18"/>
                    <a:pt x="5" y="20"/>
                    <a:pt x="8" y="22"/>
                  </a:cubicBezTo>
                  <a:cubicBezTo>
                    <a:pt x="9" y="23"/>
                    <a:pt x="12" y="25"/>
                    <a:pt x="15" y="27"/>
                  </a:cubicBezTo>
                  <a:cubicBezTo>
                    <a:pt x="16" y="25"/>
                    <a:pt x="16" y="24"/>
                    <a:pt x="17" y="24"/>
                  </a:cubicBezTo>
                  <a:cubicBezTo>
                    <a:pt x="19" y="22"/>
                    <a:pt x="23" y="20"/>
                    <a:pt x="23" y="1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5238098" y="3347733"/>
              <a:ext cx="257600" cy="207000"/>
            </a:xfrm>
            <a:custGeom>
              <a:avLst/>
              <a:gdLst/>
              <a:ahLst/>
              <a:cxnLst/>
              <a:rect l="l" t="t" r="r" b="b"/>
              <a:pathLst>
                <a:path w="71" h="57" extrusionOk="0">
                  <a:moveTo>
                    <a:pt x="34" y="44"/>
                  </a:moveTo>
                  <a:cubicBezTo>
                    <a:pt x="34" y="42"/>
                    <a:pt x="42" y="40"/>
                    <a:pt x="42" y="38"/>
                  </a:cubicBezTo>
                  <a:cubicBezTo>
                    <a:pt x="42" y="36"/>
                    <a:pt x="42" y="15"/>
                    <a:pt x="42" y="15"/>
                  </a:cubicBezTo>
                  <a:cubicBezTo>
                    <a:pt x="42" y="15"/>
                    <a:pt x="70" y="16"/>
                    <a:pt x="71" y="15"/>
                  </a:cubicBezTo>
                  <a:cubicBezTo>
                    <a:pt x="71" y="15"/>
                    <a:pt x="71" y="9"/>
                    <a:pt x="71" y="3"/>
                  </a:cubicBezTo>
                  <a:cubicBezTo>
                    <a:pt x="70" y="1"/>
                    <a:pt x="71" y="0"/>
                    <a:pt x="65" y="0"/>
                  </a:cubicBezTo>
                  <a:cubicBezTo>
                    <a:pt x="60" y="0"/>
                    <a:pt x="44" y="0"/>
                    <a:pt x="34" y="0"/>
                  </a:cubicBezTo>
                  <a:cubicBezTo>
                    <a:pt x="31" y="2"/>
                    <a:pt x="30" y="5"/>
                    <a:pt x="29" y="8"/>
                  </a:cubicBezTo>
                  <a:cubicBezTo>
                    <a:pt x="27" y="12"/>
                    <a:pt x="18" y="17"/>
                    <a:pt x="18" y="23"/>
                  </a:cubicBezTo>
                  <a:cubicBezTo>
                    <a:pt x="17" y="29"/>
                    <a:pt x="9" y="37"/>
                    <a:pt x="3" y="49"/>
                  </a:cubicBezTo>
                  <a:cubicBezTo>
                    <a:pt x="1" y="53"/>
                    <a:pt x="1" y="55"/>
                    <a:pt x="0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4" y="57"/>
                    <a:pt x="34" y="46"/>
                    <a:pt x="34" y="4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5238098" y="3358467"/>
              <a:ext cx="371068" cy="406334"/>
            </a:xfrm>
            <a:custGeom>
              <a:avLst/>
              <a:gdLst/>
              <a:ahLst/>
              <a:cxnLst/>
              <a:rect l="l" t="t" r="r" b="b"/>
              <a:pathLst>
                <a:path w="102" h="112" extrusionOk="0">
                  <a:moveTo>
                    <a:pt x="8" y="97"/>
                  </a:moveTo>
                  <a:cubicBezTo>
                    <a:pt x="11" y="98"/>
                    <a:pt x="16" y="97"/>
                    <a:pt x="16" y="97"/>
                  </a:cubicBezTo>
                  <a:cubicBezTo>
                    <a:pt x="16" y="97"/>
                    <a:pt x="20" y="95"/>
                    <a:pt x="22" y="96"/>
                  </a:cubicBezTo>
                  <a:cubicBezTo>
                    <a:pt x="25" y="98"/>
                    <a:pt x="27" y="100"/>
                    <a:pt x="27" y="100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0" y="100"/>
                    <a:pt x="32" y="107"/>
                    <a:pt x="36" y="108"/>
                  </a:cubicBezTo>
                  <a:cubicBezTo>
                    <a:pt x="38" y="109"/>
                    <a:pt x="39" y="111"/>
                    <a:pt x="40" y="112"/>
                  </a:cubicBezTo>
                  <a:cubicBezTo>
                    <a:pt x="42" y="112"/>
                    <a:pt x="44" y="111"/>
                    <a:pt x="44" y="109"/>
                  </a:cubicBezTo>
                  <a:cubicBezTo>
                    <a:pt x="44" y="107"/>
                    <a:pt x="46" y="104"/>
                    <a:pt x="49" y="108"/>
                  </a:cubicBezTo>
                  <a:cubicBezTo>
                    <a:pt x="53" y="111"/>
                    <a:pt x="53" y="108"/>
                    <a:pt x="54" y="107"/>
                  </a:cubicBezTo>
                  <a:cubicBezTo>
                    <a:pt x="55" y="106"/>
                    <a:pt x="57" y="107"/>
                    <a:pt x="59" y="107"/>
                  </a:cubicBezTo>
                  <a:cubicBezTo>
                    <a:pt x="62" y="107"/>
                    <a:pt x="65" y="106"/>
                    <a:pt x="65" y="106"/>
                  </a:cubicBezTo>
                  <a:cubicBezTo>
                    <a:pt x="65" y="106"/>
                    <a:pt x="96" y="106"/>
                    <a:pt x="98" y="105"/>
                  </a:cubicBezTo>
                  <a:cubicBezTo>
                    <a:pt x="99" y="105"/>
                    <a:pt x="99" y="98"/>
                    <a:pt x="99" y="98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88" y="21"/>
                    <a:pt x="88" y="21"/>
                    <a:pt x="88" y="21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87" y="11"/>
                    <a:pt x="74" y="3"/>
                    <a:pt x="73" y="2"/>
                  </a:cubicBezTo>
                  <a:cubicBezTo>
                    <a:pt x="72" y="1"/>
                    <a:pt x="71" y="1"/>
                    <a:pt x="71" y="0"/>
                  </a:cubicBezTo>
                  <a:cubicBezTo>
                    <a:pt x="71" y="6"/>
                    <a:pt x="71" y="12"/>
                    <a:pt x="71" y="12"/>
                  </a:cubicBezTo>
                  <a:cubicBezTo>
                    <a:pt x="70" y="13"/>
                    <a:pt x="42" y="12"/>
                    <a:pt x="42" y="12"/>
                  </a:cubicBezTo>
                  <a:cubicBezTo>
                    <a:pt x="42" y="12"/>
                    <a:pt x="42" y="33"/>
                    <a:pt x="42" y="35"/>
                  </a:cubicBezTo>
                  <a:cubicBezTo>
                    <a:pt x="42" y="37"/>
                    <a:pt x="34" y="39"/>
                    <a:pt x="34" y="41"/>
                  </a:cubicBezTo>
                  <a:cubicBezTo>
                    <a:pt x="34" y="43"/>
                    <a:pt x="34" y="54"/>
                    <a:pt x="34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0"/>
                    <a:pt x="3" y="62"/>
                    <a:pt x="5" y="64"/>
                  </a:cubicBezTo>
                  <a:cubicBezTo>
                    <a:pt x="8" y="67"/>
                    <a:pt x="3" y="72"/>
                    <a:pt x="7" y="77"/>
                  </a:cubicBezTo>
                  <a:cubicBezTo>
                    <a:pt x="11" y="83"/>
                    <a:pt x="6" y="91"/>
                    <a:pt x="4" y="94"/>
                  </a:cubicBezTo>
                  <a:cubicBezTo>
                    <a:pt x="3" y="96"/>
                    <a:pt x="3" y="98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6" y="100"/>
                    <a:pt x="5" y="96"/>
                    <a:pt x="8" y="9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5383765" y="3435133"/>
              <a:ext cx="510601" cy="478401"/>
            </a:xfrm>
            <a:custGeom>
              <a:avLst/>
              <a:gdLst/>
              <a:ahLst/>
              <a:cxnLst/>
              <a:rect l="l" t="t" r="r" b="b"/>
              <a:pathLst>
                <a:path w="141" h="132" extrusionOk="0">
                  <a:moveTo>
                    <a:pt x="133" y="55"/>
                  </a:moveTo>
                  <a:cubicBezTo>
                    <a:pt x="133" y="55"/>
                    <a:pt x="133" y="48"/>
                    <a:pt x="129" y="46"/>
                  </a:cubicBezTo>
                  <a:cubicBezTo>
                    <a:pt x="125" y="43"/>
                    <a:pt x="120" y="43"/>
                    <a:pt x="120" y="43"/>
                  </a:cubicBezTo>
                  <a:cubicBezTo>
                    <a:pt x="120" y="43"/>
                    <a:pt x="117" y="37"/>
                    <a:pt x="114" y="35"/>
                  </a:cubicBezTo>
                  <a:cubicBezTo>
                    <a:pt x="113" y="34"/>
                    <a:pt x="85" y="15"/>
                    <a:pt x="62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9" y="77"/>
                    <a:pt x="59" y="84"/>
                    <a:pt x="58" y="84"/>
                  </a:cubicBezTo>
                  <a:cubicBezTo>
                    <a:pt x="56" y="85"/>
                    <a:pt x="25" y="85"/>
                    <a:pt x="25" y="85"/>
                  </a:cubicBezTo>
                  <a:cubicBezTo>
                    <a:pt x="25" y="85"/>
                    <a:pt x="22" y="86"/>
                    <a:pt x="19" y="86"/>
                  </a:cubicBezTo>
                  <a:cubicBezTo>
                    <a:pt x="17" y="86"/>
                    <a:pt x="15" y="85"/>
                    <a:pt x="14" y="86"/>
                  </a:cubicBezTo>
                  <a:cubicBezTo>
                    <a:pt x="13" y="87"/>
                    <a:pt x="13" y="90"/>
                    <a:pt x="9" y="87"/>
                  </a:cubicBezTo>
                  <a:cubicBezTo>
                    <a:pt x="6" y="83"/>
                    <a:pt x="4" y="86"/>
                    <a:pt x="4" y="88"/>
                  </a:cubicBezTo>
                  <a:cubicBezTo>
                    <a:pt x="4" y="90"/>
                    <a:pt x="2" y="91"/>
                    <a:pt x="0" y="91"/>
                  </a:cubicBezTo>
                  <a:cubicBezTo>
                    <a:pt x="0" y="92"/>
                    <a:pt x="1" y="93"/>
                    <a:pt x="1" y="93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5"/>
                    <a:pt x="2" y="99"/>
                    <a:pt x="3" y="101"/>
                  </a:cubicBezTo>
                  <a:cubicBezTo>
                    <a:pt x="5" y="102"/>
                    <a:pt x="8" y="105"/>
                    <a:pt x="8" y="106"/>
                  </a:cubicBezTo>
                  <a:cubicBezTo>
                    <a:pt x="8" y="107"/>
                    <a:pt x="8" y="113"/>
                    <a:pt x="8" y="113"/>
                  </a:cubicBezTo>
                  <a:cubicBezTo>
                    <a:pt x="8" y="113"/>
                    <a:pt x="9" y="117"/>
                    <a:pt x="10" y="115"/>
                  </a:cubicBezTo>
                  <a:cubicBezTo>
                    <a:pt x="12" y="113"/>
                    <a:pt x="14" y="117"/>
                    <a:pt x="15" y="114"/>
                  </a:cubicBezTo>
                  <a:cubicBezTo>
                    <a:pt x="16" y="112"/>
                    <a:pt x="19" y="115"/>
                    <a:pt x="21" y="115"/>
                  </a:cubicBezTo>
                  <a:cubicBezTo>
                    <a:pt x="22" y="115"/>
                    <a:pt x="26" y="110"/>
                    <a:pt x="27" y="111"/>
                  </a:cubicBezTo>
                  <a:cubicBezTo>
                    <a:pt x="28" y="111"/>
                    <a:pt x="30" y="115"/>
                    <a:pt x="30" y="117"/>
                  </a:cubicBezTo>
                  <a:cubicBezTo>
                    <a:pt x="30" y="119"/>
                    <a:pt x="35" y="120"/>
                    <a:pt x="33" y="121"/>
                  </a:cubicBezTo>
                  <a:cubicBezTo>
                    <a:pt x="32" y="121"/>
                    <a:pt x="31" y="124"/>
                    <a:pt x="33" y="124"/>
                  </a:cubicBezTo>
                  <a:cubicBezTo>
                    <a:pt x="35" y="124"/>
                    <a:pt x="34" y="127"/>
                    <a:pt x="35" y="129"/>
                  </a:cubicBezTo>
                  <a:cubicBezTo>
                    <a:pt x="36" y="130"/>
                    <a:pt x="38" y="131"/>
                    <a:pt x="39" y="129"/>
                  </a:cubicBezTo>
                  <a:cubicBezTo>
                    <a:pt x="40" y="127"/>
                    <a:pt x="42" y="129"/>
                    <a:pt x="43" y="130"/>
                  </a:cubicBezTo>
                  <a:cubicBezTo>
                    <a:pt x="44" y="132"/>
                    <a:pt x="47" y="130"/>
                    <a:pt x="48" y="128"/>
                  </a:cubicBezTo>
                  <a:cubicBezTo>
                    <a:pt x="48" y="126"/>
                    <a:pt x="52" y="125"/>
                    <a:pt x="52" y="128"/>
                  </a:cubicBezTo>
                  <a:cubicBezTo>
                    <a:pt x="52" y="130"/>
                    <a:pt x="53" y="130"/>
                    <a:pt x="55" y="129"/>
                  </a:cubicBezTo>
                  <a:cubicBezTo>
                    <a:pt x="56" y="128"/>
                    <a:pt x="57" y="128"/>
                    <a:pt x="58" y="128"/>
                  </a:cubicBezTo>
                  <a:cubicBezTo>
                    <a:pt x="58" y="125"/>
                    <a:pt x="59" y="122"/>
                    <a:pt x="60" y="122"/>
                  </a:cubicBezTo>
                  <a:cubicBezTo>
                    <a:pt x="61" y="120"/>
                    <a:pt x="58" y="117"/>
                    <a:pt x="59" y="116"/>
                  </a:cubicBezTo>
                  <a:cubicBezTo>
                    <a:pt x="61" y="116"/>
                    <a:pt x="65" y="117"/>
                    <a:pt x="66" y="113"/>
                  </a:cubicBezTo>
                  <a:cubicBezTo>
                    <a:pt x="67" y="110"/>
                    <a:pt x="69" y="108"/>
                    <a:pt x="69" y="108"/>
                  </a:cubicBezTo>
                  <a:cubicBezTo>
                    <a:pt x="69" y="108"/>
                    <a:pt x="69" y="100"/>
                    <a:pt x="72" y="102"/>
                  </a:cubicBezTo>
                  <a:cubicBezTo>
                    <a:pt x="74" y="103"/>
                    <a:pt x="77" y="105"/>
                    <a:pt x="77" y="102"/>
                  </a:cubicBezTo>
                  <a:cubicBezTo>
                    <a:pt x="77" y="99"/>
                    <a:pt x="80" y="101"/>
                    <a:pt x="81" y="98"/>
                  </a:cubicBezTo>
                  <a:cubicBezTo>
                    <a:pt x="81" y="95"/>
                    <a:pt x="83" y="95"/>
                    <a:pt x="85" y="96"/>
                  </a:cubicBezTo>
                  <a:cubicBezTo>
                    <a:pt x="86" y="96"/>
                    <a:pt x="88" y="96"/>
                    <a:pt x="88" y="94"/>
                  </a:cubicBezTo>
                  <a:cubicBezTo>
                    <a:pt x="88" y="93"/>
                    <a:pt x="92" y="93"/>
                    <a:pt x="95" y="91"/>
                  </a:cubicBezTo>
                  <a:cubicBezTo>
                    <a:pt x="98" y="89"/>
                    <a:pt x="100" y="87"/>
                    <a:pt x="101" y="88"/>
                  </a:cubicBezTo>
                  <a:cubicBezTo>
                    <a:pt x="103" y="90"/>
                    <a:pt x="111" y="89"/>
                    <a:pt x="112" y="89"/>
                  </a:cubicBezTo>
                  <a:cubicBezTo>
                    <a:pt x="113" y="88"/>
                    <a:pt x="116" y="86"/>
                    <a:pt x="119" y="87"/>
                  </a:cubicBezTo>
                  <a:cubicBezTo>
                    <a:pt x="122" y="87"/>
                    <a:pt x="129" y="85"/>
                    <a:pt x="132" y="85"/>
                  </a:cubicBezTo>
                  <a:cubicBezTo>
                    <a:pt x="135" y="85"/>
                    <a:pt x="136" y="83"/>
                    <a:pt x="137" y="82"/>
                  </a:cubicBezTo>
                  <a:cubicBezTo>
                    <a:pt x="138" y="81"/>
                    <a:pt x="139" y="76"/>
                    <a:pt x="140" y="75"/>
                  </a:cubicBezTo>
                  <a:cubicBezTo>
                    <a:pt x="141" y="75"/>
                    <a:pt x="140" y="59"/>
                    <a:pt x="140" y="53"/>
                  </a:cubicBezTo>
                  <a:cubicBezTo>
                    <a:pt x="137" y="54"/>
                    <a:pt x="133" y="55"/>
                    <a:pt x="133" y="5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5593832" y="3751001"/>
              <a:ext cx="249934" cy="180934"/>
            </a:xfrm>
            <a:custGeom>
              <a:avLst/>
              <a:gdLst/>
              <a:ahLst/>
              <a:cxnLst/>
              <a:rect l="l" t="t" r="r" b="b"/>
              <a:pathLst>
                <a:path w="69" h="50" extrusionOk="0">
                  <a:moveTo>
                    <a:pt x="68" y="28"/>
                  </a:moveTo>
                  <a:cubicBezTo>
                    <a:pt x="67" y="27"/>
                    <a:pt x="65" y="26"/>
                    <a:pt x="65" y="26"/>
                  </a:cubicBezTo>
                  <a:cubicBezTo>
                    <a:pt x="64" y="26"/>
                    <a:pt x="65" y="22"/>
                    <a:pt x="64" y="22"/>
                  </a:cubicBezTo>
                  <a:cubicBezTo>
                    <a:pt x="64" y="21"/>
                    <a:pt x="62" y="23"/>
                    <a:pt x="60" y="22"/>
                  </a:cubicBezTo>
                  <a:cubicBezTo>
                    <a:pt x="59" y="22"/>
                    <a:pt x="58" y="19"/>
                    <a:pt x="57" y="19"/>
                  </a:cubicBezTo>
                  <a:cubicBezTo>
                    <a:pt x="55" y="19"/>
                    <a:pt x="55" y="18"/>
                    <a:pt x="55" y="16"/>
                  </a:cubicBezTo>
                  <a:cubicBezTo>
                    <a:pt x="55" y="14"/>
                    <a:pt x="53" y="13"/>
                    <a:pt x="51" y="12"/>
                  </a:cubicBezTo>
                  <a:cubicBezTo>
                    <a:pt x="50" y="11"/>
                    <a:pt x="49" y="7"/>
                    <a:pt x="49" y="7"/>
                  </a:cubicBezTo>
                  <a:cubicBezTo>
                    <a:pt x="48" y="7"/>
                    <a:pt x="48" y="4"/>
                    <a:pt x="48" y="2"/>
                  </a:cubicBezTo>
                  <a:cubicBezTo>
                    <a:pt x="46" y="2"/>
                    <a:pt x="44" y="2"/>
                    <a:pt x="43" y="1"/>
                  </a:cubicBezTo>
                  <a:cubicBezTo>
                    <a:pt x="42" y="0"/>
                    <a:pt x="40" y="2"/>
                    <a:pt x="37" y="4"/>
                  </a:cubicBezTo>
                  <a:cubicBezTo>
                    <a:pt x="34" y="6"/>
                    <a:pt x="30" y="6"/>
                    <a:pt x="30" y="7"/>
                  </a:cubicBezTo>
                  <a:cubicBezTo>
                    <a:pt x="30" y="9"/>
                    <a:pt x="28" y="9"/>
                    <a:pt x="27" y="9"/>
                  </a:cubicBezTo>
                  <a:cubicBezTo>
                    <a:pt x="25" y="8"/>
                    <a:pt x="23" y="8"/>
                    <a:pt x="23" y="11"/>
                  </a:cubicBezTo>
                  <a:cubicBezTo>
                    <a:pt x="22" y="14"/>
                    <a:pt x="19" y="12"/>
                    <a:pt x="19" y="15"/>
                  </a:cubicBezTo>
                  <a:cubicBezTo>
                    <a:pt x="19" y="18"/>
                    <a:pt x="16" y="16"/>
                    <a:pt x="14" y="15"/>
                  </a:cubicBezTo>
                  <a:cubicBezTo>
                    <a:pt x="11" y="13"/>
                    <a:pt x="11" y="21"/>
                    <a:pt x="11" y="21"/>
                  </a:cubicBezTo>
                  <a:cubicBezTo>
                    <a:pt x="11" y="21"/>
                    <a:pt x="9" y="23"/>
                    <a:pt x="8" y="26"/>
                  </a:cubicBezTo>
                  <a:cubicBezTo>
                    <a:pt x="7" y="30"/>
                    <a:pt x="3" y="29"/>
                    <a:pt x="1" y="29"/>
                  </a:cubicBezTo>
                  <a:cubicBezTo>
                    <a:pt x="0" y="30"/>
                    <a:pt x="3" y="33"/>
                    <a:pt x="2" y="35"/>
                  </a:cubicBezTo>
                  <a:cubicBezTo>
                    <a:pt x="1" y="35"/>
                    <a:pt x="0" y="38"/>
                    <a:pt x="0" y="41"/>
                  </a:cubicBezTo>
                  <a:cubicBezTo>
                    <a:pt x="1" y="41"/>
                    <a:pt x="3" y="43"/>
                    <a:pt x="4" y="44"/>
                  </a:cubicBezTo>
                  <a:cubicBezTo>
                    <a:pt x="4" y="45"/>
                    <a:pt x="9" y="50"/>
                    <a:pt x="11" y="47"/>
                  </a:cubicBezTo>
                  <a:cubicBezTo>
                    <a:pt x="13" y="45"/>
                    <a:pt x="20" y="45"/>
                    <a:pt x="21" y="46"/>
                  </a:cubicBezTo>
                  <a:cubicBezTo>
                    <a:pt x="23" y="47"/>
                    <a:pt x="24" y="47"/>
                    <a:pt x="24" y="45"/>
                  </a:cubicBezTo>
                  <a:cubicBezTo>
                    <a:pt x="24" y="44"/>
                    <a:pt x="21" y="38"/>
                    <a:pt x="22" y="37"/>
                  </a:cubicBezTo>
                  <a:cubicBezTo>
                    <a:pt x="23" y="35"/>
                    <a:pt x="43" y="36"/>
                    <a:pt x="44" y="37"/>
                  </a:cubicBezTo>
                  <a:cubicBezTo>
                    <a:pt x="44" y="39"/>
                    <a:pt x="44" y="35"/>
                    <a:pt x="47" y="35"/>
                  </a:cubicBezTo>
                  <a:cubicBezTo>
                    <a:pt x="49" y="35"/>
                    <a:pt x="53" y="37"/>
                    <a:pt x="54" y="36"/>
                  </a:cubicBezTo>
                  <a:cubicBezTo>
                    <a:pt x="56" y="36"/>
                    <a:pt x="58" y="33"/>
                    <a:pt x="59" y="33"/>
                  </a:cubicBezTo>
                  <a:cubicBezTo>
                    <a:pt x="61" y="33"/>
                    <a:pt x="65" y="33"/>
                    <a:pt x="66" y="31"/>
                  </a:cubicBezTo>
                  <a:cubicBezTo>
                    <a:pt x="67" y="30"/>
                    <a:pt x="69" y="30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5768632" y="3485733"/>
              <a:ext cx="473801" cy="371068"/>
            </a:xfrm>
            <a:custGeom>
              <a:avLst/>
              <a:gdLst/>
              <a:ahLst/>
              <a:cxnLst/>
              <a:rect l="l" t="t" r="r" b="b"/>
              <a:pathLst>
                <a:path w="131" h="102" extrusionOk="0">
                  <a:moveTo>
                    <a:pt x="125" y="15"/>
                  </a:moveTo>
                  <a:cubicBezTo>
                    <a:pt x="125" y="13"/>
                    <a:pt x="125" y="8"/>
                    <a:pt x="124" y="4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7"/>
                    <a:pt x="116" y="5"/>
                    <a:pt x="112" y="2"/>
                  </a:cubicBezTo>
                  <a:cubicBezTo>
                    <a:pt x="109" y="0"/>
                    <a:pt x="100" y="0"/>
                    <a:pt x="100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9" y="35"/>
                    <a:pt x="38" y="38"/>
                    <a:pt x="36" y="39"/>
                  </a:cubicBezTo>
                  <a:cubicBezTo>
                    <a:pt x="35" y="39"/>
                    <a:pt x="35" y="39"/>
                    <a:pt x="34" y="39"/>
                  </a:cubicBezTo>
                  <a:cubicBezTo>
                    <a:pt x="34" y="45"/>
                    <a:pt x="35" y="61"/>
                    <a:pt x="34" y="61"/>
                  </a:cubicBezTo>
                  <a:cubicBezTo>
                    <a:pt x="33" y="62"/>
                    <a:pt x="32" y="67"/>
                    <a:pt x="31" y="68"/>
                  </a:cubicBezTo>
                  <a:cubicBezTo>
                    <a:pt x="30" y="69"/>
                    <a:pt x="29" y="71"/>
                    <a:pt x="26" y="71"/>
                  </a:cubicBezTo>
                  <a:cubicBezTo>
                    <a:pt x="23" y="71"/>
                    <a:pt x="16" y="73"/>
                    <a:pt x="13" y="73"/>
                  </a:cubicBezTo>
                  <a:cubicBezTo>
                    <a:pt x="10" y="72"/>
                    <a:pt x="7" y="74"/>
                    <a:pt x="6" y="75"/>
                  </a:cubicBezTo>
                  <a:cubicBezTo>
                    <a:pt x="5" y="75"/>
                    <a:pt x="3" y="75"/>
                    <a:pt x="0" y="75"/>
                  </a:cubicBezTo>
                  <a:cubicBezTo>
                    <a:pt x="0" y="77"/>
                    <a:pt x="0" y="80"/>
                    <a:pt x="1" y="80"/>
                  </a:cubicBezTo>
                  <a:cubicBezTo>
                    <a:pt x="1" y="80"/>
                    <a:pt x="2" y="84"/>
                    <a:pt x="3" y="85"/>
                  </a:cubicBezTo>
                  <a:cubicBezTo>
                    <a:pt x="5" y="86"/>
                    <a:pt x="7" y="87"/>
                    <a:pt x="7" y="89"/>
                  </a:cubicBezTo>
                  <a:cubicBezTo>
                    <a:pt x="7" y="91"/>
                    <a:pt x="7" y="92"/>
                    <a:pt x="9" y="92"/>
                  </a:cubicBezTo>
                  <a:cubicBezTo>
                    <a:pt x="10" y="92"/>
                    <a:pt x="11" y="95"/>
                    <a:pt x="12" y="95"/>
                  </a:cubicBezTo>
                  <a:cubicBezTo>
                    <a:pt x="14" y="96"/>
                    <a:pt x="16" y="94"/>
                    <a:pt x="16" y="95"/>
                  </a:cubicBezTo>
                  <a:cubicBezTo>
                    <a:pt x="17" y="95"/>
                    <a:pt x="16" y="99"/>
                    <a:pt x="17" y="99"/>
                  </a:cubicBezTo>
                  <a:cubicBezTo>
                    <a:pt x="17" y="99"/>
                    <a:pt x="19" y="100"/>
                    <a:pt x="20" y="101"/>
                  </a:cubicBezTo>
                  <a:cubicBezTo>
                    <a:pt x="20" y="99"/>
                    <a:pt x="21" y="96"/>
                    <a:pt x="23" y="97"/>
                  </a:cubicBezTo>
                  <a:cubicBezTo>
                    <a:pt x="26" y="98"/>
                    <a:pt x="24" y="100"/>
                    <a:pt x="26" y="101"/>
                  </a:cubicBezTo>
                  <a:cubicBezTo>
                    <a:pt x="28" y="102"/>
                    <a:pt x="30" y="101"/>
                    <a:pt x="30" y="100"/>
                  </a:cubicBezTo>
                  <a:cubicBezTo>
                    <a:pt x="30" y="98"/>
                    <a:pt x="33" y="94"/>
                    <a:pt x="33" y="94"/>
                  </a:cubicBezTo>
                  <a:cubicBezTo>
                    <a:pt x="34" y="93"/>
                    <a:pt x="34" y="88"/>
                    <a:pt x="35" y="87"/>
                  </a:cubicBezTo>
                  <a:cubicBezTo>
                    <a:pt x="37" y="86"/>
                    <a:pt x="41" y="87"/>
                    <a:pt x="43" y="87"/>
                  </a:cubicBezTo>
                  <a:cubicBezTo>
                    <a:pt x="45" y="87"/>
                    <a:pt x="46" y="83"/>
                    <a:pt x="48" y="85"/>
                  </a:cubicBezTo>
                  <a:cubicBezTo>
                    <a:pt x="50" y="87"/>
                    <a:pt x="53" y="85"/>
                    <a:pt x="55" y="87"/>
                  </a:cubicBezTo>
                  <a:cubicBezTo>
                    <a:pt x="56" y="89"/>
                    <a:pt x="57" y="93"/>
                    <a:pt x="59" y="92"/>
                  </a:cubicBezTo>
                  <a:cubicBezTo>
                    <a:pt x="62" y="90"/>
                    <a:pt x="65" y="90"/>
                    <a:pt x="66" y="90"/>
                  </a:cubicBezTo>
                  <a:cubicBezTo>
                    <a:pt x="68" y="90"/>
                    <a:pt x="71" y="93"/>
                    <a:pt x="73" y="93"/>
                  </a:cubicBezTo>
                  <a:cubicBezTo>
                    <a:pt x="74" y="94"/>
                    <a:pt x="79" y="94"/>
                    <a:pt x="81" y="93"/>
                  </a:cubicBezTo>
                  <a:cubicBezTo>
                    <a:pt x="83" y="92"/>
                    <a:pt x="85" y="89"/>
                    <a:pt x="87" y="89"/>
                  </a:cubicBezTo>
                  <a:cubicBezTo>
                    <a:pt x="90" y="89"/>
                    <a:pt x="97" y="89"/>
                    <a:pt x="98" y="89"/>
                  </a:cubicBezTo>
                  <a:cubicBezTo>
                    <a:pt x="100" y="90"/>
                    <a:pt x="103" y="92"/>
                    <a:pt x="105" y="91"/>
                  </a:cubicBezTo>
                  <a:cubicBezTo>
                    <a:pt x="107" y="90"/>
                    <a:pt x="109" y="86"/>
                    <a:pt x="111" y="86"/>
                  </a:cubicBezTo>
                  <a:cubicBezTo>
                    <a:pt x="112" y="85"/>
                    <a:pt x="112" y="86"/>
                    <a:pt x="112" y="86"/>
                  </a:cubicBezTo>
                  <a:cubicBezTo>
                    <a:pt x="112" y="85"/>
                    <a:pt x="112" y="84"/>
                    <a:pt x="112" y="83"/>
                  </a:cubicBezTo>
                  <a:cubicBezTo>
                    <a:pt x="112" y="78"/>
                    <a:pt x="113" y="80"/>
                    <a:pt x="114" y="76"/>
                  </a:cubicBezTo>
                  <a:cubicBezTo>
                    <a:pt x="115" y="71"/>
                    <a:pt x="126" y="59"/>
                    <a:pt x="127" y="59"/>
                  </a:cubicBezTo>
                  <a:cubicBezTo>
                    <a:pt x="128" y="58"/>
                    <a:pt x="128" y="40"/>
                    <a:pt x="128" y="38"/>
                  </a:cubicBezTo>
                  <a:cubicBezTo>
                    <a:pt x="128" y="35"/>
                    <a:pt x="129" y="32"/>
                    <a:pt x="130" y="29"/>
                  </a:cubicBezTo>
                  <a:cubicBezTo>
                    <a:pt x="131" y="25"/>
                    <a:pt x="128" y="26"/>
                    <a:pt x="128" y="22"/>
                  </a:cubicBezTo>
                  <a:cubicBezTo>
                    <a:pt x="129" y="19"/>
                    <a:pt x="125" y="17"/>
                    <a:pt x="125" y="1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6173434" y="3485733"/>
              <a:ext cx="308200" cy="509068"/>
            </a:xfrm>
            <a:custGeom>
              <a:avLst/>
              <a:gdLst/>
              <a:ahLst/>
              <a:cxnLst/>
              <a:rect l="l" t="t" r="r" b="b"/>
              <a:pathLst>
                <a:path w="85" h="140" extrusionOk="0">
                  <a:moveTo>
                    <a:pt x="84" y="3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8"/>
                    <a:pt x="13" y="13"/>
                    <a:pt x="13" y="15"/>
                  </a:cubicBezTo>
                  <a:cubicBezTo>
                    <a:pt x="13" y="17"/>
                    <a:pt x="17" y="19"/>
                    <a:pt x="16" y="22"/>
                  </a:cubicBezTo>
                  <a:cubicBezTo>
                    <a:pt x="16" y="26"/>
                    <a:pt x="19" y="25"/>
                    <a:pt x="18" y="29"/>
                  </a:cubicBezTo>
                  <a:cubicBezTo>
                    <a:pt x="17" y="32"/>
                    <a:pt x="16" y="35"/>
                    <a:pt x="16" y="38"/>
                  </a:cubicBezTo>
                  <a:cubicBezTo>
                    <a:pt x="16" y="40"/>
                    <a:pt x="16" y="58"/>
                    <a:pt x="15" y="59"/>
                  </a:cubicBezTo>
                  <a:cubicBezTo>
                    <a:pt x="14" y="59"/>
                    <a:pt x="3" y="71"/>
                    <a:pt x="2" y="76"/>
                  </a:cubicBezTo>
                  <a:cubicBezTo>
                    <a:pt x="1" y="80"/>
                    <a:pt x="0" y="78"/>
                    <a:pt x="0" y="83"/>
                  </a:cubicBezTo>
                  <a:cubicBezTo>
                    <a:pt x="0" y="84"/>
                    <a:pt x="0" y="85"/>
                    <a:pt x="0" y="86"/>
                  </a:cubicBezTo>
                  <a:cubicBezTo>
                    <a:pt x="1" y="86"/>
                    <a:pt x="1" y="87"/>
                    <a:pt x="2" y="87"/>
                  </a:cubicBezTo>
                  <a:cubicBezTo>
                    <a:pt x="3" y="89"/>
                    <a:pt x="3" y="91"/>
                    <a:pt x="6" y="91"/>
                  </a:cubicBezTo>
                  <a:cubicBezTo>
                    <a:pt x="8" y="91"/>
                    <a:pt x="11" y="97"/>
                    <a:pt x="11" y="99"/>
                  </a:cubicBezTo>
                  <a:cubicBezTo>
                    <a:pt x="11" y="101"/>
                    <a:pt x="12" y="102"/>
                    <a:pt x="12" y="106"/>
                  </a:cubicBezTo>
                  <a:cubicBezTo>
                    <a:pt x="12" y="110"/>
                    <a:pt x="14" y="116"/>
                    <a:pt x="15" y="117"/>
                  </a:cubicBezTo>
                  <a:cubicBezTo>
                    <a:pt x="17" y="118"/>
                    <a:pt x="15" y="118"/>
                    <a:pt x="12" y="118"/>
                  </a:cubicBezTo>
                  <a:cubicBezTo>
                    <a:pt x="9" y="118"/>
                    <a:pt x="5" y="118"/>
                    <a:pt x="5" y="119"/>
                  </a:cubicBezTo>
                  <a:cubicBezTo>
                    <a:pt x="5" y="120"/>
                    <a:pt x="4" y="122"/>
                    <a:pt x="7" y="125"/>
                  </a:cubicBezTo>
                  <a:cubicBezTo>
                    <a:pt x="10" y="128"/>
                    <a:pt x="13" y="129"/>
                    <a:pt x="14" y="132"/>
                  </a:cubicBezTo>
                  <a:cubicBezTo>
                    <a:pt x="15" y="135"/>
                    <a:pt x="16" y="138"/>
                    <a:pt x="17" y="139"/>
                  </a:cubicBezTo>
                  <a:cubicBezTo>
                    <a:pt x="18" y="140"/>
                    <a:pt x="20" y="140"/>
                    <a:pt x="22" y="137"/>
                  </a:cubicBezTo>
                  <a:cubicBezTo>
                    <a:pt x="23" y="135"/>
                    <a:pt x="25" y="139"/>
                    <a:pt x="27" y="137"/>
                  </a:cubicBezTo>
                  <a:cubicBezTo>
                    <a:pt x="29" y="135"/>
                    <a:pt x="35" y="135"/>
                    <a:pt x="36" y="134"/>
                  </a:cubicBezTo>
                  <a:cubicBezTo>
                    <a:pt x="38" y="134"/>
                    <a:pt x="42" y="132"/>
                    <a:pt x="44" y="130"/>
                  </a:cubicBezTo>
                  <a:cubicBezTo>
                    <a:pt x="45" y="129"/>
                    <a:pt x="42" y="127"/>
                    <a:pt x="44" y="126"/>
                  </a:cubicBezTo>
                  <a:cubicBezTo>
                    <a:pt x="47" y="125"/>
                    <a:pt x="54" y="127"/>
                    <a:pt x="56" y="123"/>
                  </a:cubicBezTo>
                  <a:cubicBezTo>
                    <a:pt x="59" y="120"/>
                    <a:pt x="63" y="116"/>
                    <a:pt x="65" y="115"/>
                  </a:cubicBezTo>
                  <a:cubicBezTo>
                    <a:pt x="66" y="114"/>
                    <a:pt x="65" y="113"/>
                    <a:pt x="66" y="111"/>
                  </a:cubicBezTo>
                  <a:cubicBezTo>
                    <a:pt x="68" y="109"/>
                    <a:pt x="71" y="107"/>
                    <a:pt x="73" y="108"/>
                  </a:cubicBezTo>
                  <a:cubicBezTo>
                    <a:pt x="74" y="109"/>
                    <a:pt x="74" y="109"/>
                    <a:pt x="75" y="109"/>
                  </a:cubicBezTo>
                  <a:cubicBezTo>
                    <a:pt x="75" y="108"/>
                    <a:pt x="74" y="108"/>
                    <a:pt x="74" y="108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5"/>
                    <a:pt x="71" y="103"/>
                    <a:pt x="71" y="99"/>
                  </a:cubicBezTo>
                  <a:cubicBezTo>
                    <a:pt x="71" y="96"/>
                    <a:pt x="72" y="93"/>
                    <a:pt x="70" y="93"/>
                  </a:cubicBezTo>
                  <a:cubicBezTo>
                    <a:pt x="67" y="93"/>
                    <a:pt x="67" y="91"/>
                    <a:pt x="69" y="89"/>
                  </a:cubicBezTo>
                  <a:cubicBezTo>
                    <a:pt x="71" y="86"/>
                    <a:pt x="66" y="82"/>
                    <a:pt x="69" y="82"/>
                  </a:cubicBezTo>
                  <a:cubicBezTo>
                    <a:pt x="73" y="82"/>
                    <a:pt x="70" y="77"/>
                    <a:pt x="73" y="76"/>
                  </a:cubicBezTo>
                  <a:cubicBezTo>
                    <a:pt x="75" y="76"/>
                    <a:pt x="76" y="74"/>
                    <a:pt x="76" y="71"/>
                  </a:cubicBezTo>
                  <a:cubicBezTo>
                    <a:pt x="76" y="68"/>
                    <a:pt x="82" y="67"/>
                    <a:pt x="83" y="66"/>
                  </a:cubicBezTo>
                  <a:cubicBezTo>
                    <a:pt x="85" y="66"/>
                    <a:pt x="84" y="57"/>
                    <a:pt x="84" y="57"/>
                  </a:cubicBezTo>
                  <a:lnTo>
                    <a:pt x="84" y="34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6496968" y="3202067"/>
              <a:ext cx="337334" cy="334268"/>
            </a:xfrm>
            <a:custGeom>
              <a:avLst/>
              <a:gdLst/>
              <a:ahLst/>
              <a:cxnLst/>
              <a:rect l="l" t="t" r="r" b="b"/>
              <a:pathLst>
                <a:path w="93" h="92" extrusionOk="0">
                  <a:moveTo>
                    <a:pt x="87" y="20"/>
                  </a:moveTo>
                  <a:cubicBezTo>
                    <a:pt x="81" y="5"/>
                    <a:pt x="81" y="5"/>
                    <a:pt x="81" y="5"/>
                  </a:cubicBezTo>
                  <a:cubicBezTo>
                    <a:pt x="80" y="6"/>
                    <a:pt x="80" y="7"/>
                    <a:pt x="80" y="7"/>
                  </a:cubicBezTo>
                  <a:cubicBezTo>
                    <a:pt x="79" y="8"/>
                    <a:pt x="74" y="5"/>
                    <a:pt x="71" y="6"/>
                  </a:cubicBezTo>
                  <a:cubicBezTo>
                    <a:pt x="67" y="7"/>
                    <a:pt x="64" y="6"/>
                    <a:pt x="60" y="4"/>
                  </a:cubicBezTo>
                  <a:cubicBezTo>
                    <a:pt x="56" y="2"/>
                    <a:pt x="44" y="5"/>
                    <a:pt x="42" y="7"/>
                  </a:cubicBezTo>
                  <a:cubicBezTo>
                    <a:pt x="41" y="9"/>
                    <a:pt x="37" y="9"/>
                    <a:pt x="33" y="8"/>
                  </a:cubicBezTo>
                  <a:cubicBezTo>
                    <a:pt x="29" y="6"/>
                    <a:pt x="24" y="4"/>
                    <a:pt x="18" y="3"/>
                  </a:cubicBezTo>
                  <a:cubicBezTo>
                    <a:pt x="11" y="3"/>
                    <a:pt x="6" y="2"/>
                    <a:pt x="5" y="0"/>
                  </a:cubicBezTo>
                  <a:cubicBezTo>
                    <a:pt x="5" y="1"/>
                    <a:pt x="4" y="2"/>
                    <a:pt x="4" y="2"/>
                  </a:cubicBezTo>
                  <a:cubicBezTo>
                    <a:pt x="2" y="8"/>
                    <a:pt x="6" y="10"/>
                    <a:pt x="3" y="13"/>
                  </a:cubicBezTo>
                  <a:cubicBezTo>
                    <a:pt x="0" y="16"/>
                    <a:pt x="3" y="20"/>
                    <a:pt x="3" y="25"/>
                  </a:cubicBezTo>
                  <a:cubicBezTo>
                    <a:pt x="3" y="29"/>
                    <a:pt x="3" y="67"/>
                    <a:pt x="3" y="90"/>
                  </a:cubicBezTo>
                  <a:cubicBezTo>
                    <a:pt x="54" y="90"/>
                    <a:pt x="54" y="90"/>
                    <a:pt x="54" y="90"/>
                  </a:cubicBezTo>
                  <a:cubicBezTo>
                    <a:pt x="54" y="90"/>
                    <a:pt x="56" y="89"/>
                    <a:pt x="57" y="88"/>
                  </a:cubicBezTo>
                  <a:cubicBezTo>
                    <a:pt x="59" y="87"/>
                    <a:pt x="61" y="90"/>
                    <a:pt x="61" y="90"/>
                  </a:cubicBezTo>
                  <a:cubicBezTo>
                    <a:pt x="72" y="90"/>
                    <a:pt x="72" y="90"/>
                    <a:pt x="72" y="90"/>
                  </a:cubicBezTo>
                  <a:cubicBezTo>
                    <a:pt x="72" y="90"/>
                    <a:pt x="74" y="92"/>
                    <a:pt x="77" y="92"/>
                  </a:cubicBezTo>
                  <a:cubicBezTo>
                    <a:pt x="79" y="92"/>
                    <a:pt x="78" y="88"/>
                    <a:pt x="82" y="88"/>
                  </a:cubicBezTo>
                  <a:cubicBezTo>
                    <a:pt x="86" y="88"/>
                    <a:pt x="85" y="82"/>
                    <a:pt x="87" y="82"/>
                  </a:cubicBezTo>
                  <a:cubicBezTo>
                    <a:pt x="90" y="82"/>
                    <a:pt x="89" y="83"/>
                    <a:pt x="92" y="79"/>
                  </a:cubicBezTo>
                  <a:cubicBezTo>
                    <a:pt x="92" y="79"/>
                    <a:pt x="92" y="79"/>
                    <a:pt x="92" y="79"/>
                  </a:cubicBezTo>
                  <a:cubicBezTo>
                    <a:pt x="92" y="78"/>
                    <a:pt x="92" y="77"/>
                    <a:pt x="92" y="76"/>
                  </a:cubicBezTo>
                  <a:cubicBezTo>
                    <a:pt x="93" y="72"/>
                    <a:pt x="90" y="72"/>
                    <a:pt x="88" y="66"/>
                  </a:cubicBezTo>
                  <a:cubicBezTo>
                    <a:pt x="86" y="61"/>
                    <a:pt x="79" y="52"/>
                    <a:pt x="79" y="49"/>
                  </a:cubicBezTo>
                  <a:cubicBezTo>
                    <a:pt x="79" y="46"/>
                    <a:pt x="75" y="44"/>
                    <a:pt x="75" y="40"/>
                  </a:cubicBezTo>
                  <a:cubicBezTo>
                    <a:pt x="75" y="37"/>
                    <a:pt x="73" y="37"/>
                    <a:pt x="69" y="31"/>
                  </a:cubicBezTo>
                  <a:cubicBezTo>
                    <a:pt x="66" y="26"/>
                    <a:pt x="64" y="16"/>
                    <a:pt x="66" y="16"/>
                  </a:cubicBezTo>
                  <a:cubicBezTo>
                    <a:pt x="67" y="15"/>
                    <a:pt x="70" y="24"/>
                    <a:pt x="71" y="26"/>
                  </a:cubicBezTo>
                  <a:cubicBezTo>
                    <a:pt x="72" y="29"/>
                    <a:pt x="77" y="38"/>
                    <a:pt x="80" y="38"/>
                  </a:cubicBezTo>
                  <a:cubicBezTo>
                    <a:pt x="83" y="38"/>
                    <a:pt x="84" y="25"/>
                    <a:pt x="85" y="26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5" y="24"/>
                    <a:pt x="85" y="24"/>
                    <a:pt x="85" y="24"/>
                  </a:cubicBezTo>
                  <a:lnTo>
                    <a:pt x="87" y="20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6029300" y="4149668"/>
              <a:ext cx="173268" cy="193200"/>
            </a:xfrm>
            <a:custGeom>
              <a:avLst/>
              <a:gdLst/>
              <a:ahLst/>
              <a:cxnLst/>
              <a:rect l="l" t="t" r="r" b="b"/>
              <a:pathLst>
                <a:path w="48" h="53" extrusionOk="0">
                  <a:moveTo>
                    <a:pt x="24" y="50"/>
                  </a:moveTo>
                  <a:cubicBezTo>
                    <a:pt x="28" y="50"/>
                    <a:pt x="27" y="48"/>
                    <a:pt x="25" y="44"/>
                  </a:cubicBezTo>
                  <a:cubicBezTo>
                    <a:pt x="24" y="39"/>
                    <a:pt x="28" y="40"/>
                    <a:pt x="30" y="40"/>
                  </a:cubicBezTo>
                  <a:cubicBezTo>
                    <a:pt x="33" y="40"/>
                    <a:pt x="32" y="35"/>
                    <a:pt x="34" y="35"/>
                  </a:cubicBezTo>
                  <a:cubicBezTo>
                    <a:pt x="36" y="35"/>
                    <a:pt x="37" y="41"/>
                    <a:pt x="39" y="41"/>
                  </a:cubicBezTo>
                  <a:cubicBezTo>
                    <a:pt x="41" y="40"/>
                    <a:pt x="42" y="42"/>
                    <a:pt x="45" y="42"/>
                  </a:cubicBezTo>
                  <a:cubicBezTo>
                    <a:pt x="48" y="41"/>
                    <a:pt x="48" y="36"/>
                    <a:pt x="48" y="32"/>
                  </a:cubicBezTo>
                  <a:cubicBezTo>
                    <a:pt x="48" y="27"/>
                    <a:pt x="48" y="24"/>
                    <a:pt x="46" y="23"/>
                  </a:cubicBezTo>
                  <a:cubicBezTo>
                    <a:pt x="43" y="21"/>
                    <a:pt x="41" y="18"/>
                    <a:pt x="44" y="16"/>
                  </a:cubicBezTo>
                  <a:cubicBezTo>
                    <a:pt x="47" y="14"/>
                    <a:pt x="48" y="11"/>
                    <a:pt x="45" y="9"/>
                  </a:cubicBezTo>
                  <a:cubicBezTo>
                    <a:pt x="42" y="7"/>
                    <a:pt x="37" y="11"/>
                    <a:pt x="37" y="9"/>
                  </a:cubicBezTo>
                  <a:cubicBezTo>
                    <a:pt x="37" y="8"/>
                    <a:pt x="37" y="4"/>
                    <a:pt x="38" y="1"/>
                  </a:cubicBezTo>
                  <a:cubicBezTo>
                    <a:pt x="32" y="0"/>
                    <a:pt x="25" y="0"/>
                    <a:pt x="25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7"/>
                    <a:pt x="23" y="11"/>
                    <a:pt x="23" y="11"/>
                  </a:cubicBezTo>
                  <a:cubicBezTo>
                    <a:pt x="23" y="11"/>
                    <a:pt x="14" y="12"/>
                    <a:pt x="12" y="12"/>
                  </a:cubicBezTo>
                  <a:cubicBezTo>
                    <a:pt x="11" y="12"/>
                    <a:pt x="10" y="12"/>
                    <a:pt x="8" y="12"/>
                  </a:cubicBezTo>
                  <a:cubicBezTo>
                    <a:pt x="7" y="13"/>
                    <a:pt x="7" y="14"/>
                    <a:pt x="6" y="14"/>
                  </a:cubicBezTo>
                  <a:cubicBezTo>
                    <a:pt x="5" y="15"/>
                    <a:pt x="9" y="17"/>
                    <a:pt x="10" y="18"/>
                  </a:cubicBezTo>
                  <a:cubicBezTo>
                    <a:pt x="10" y="20"/>
                    <a:pt x="5" y="20"/>
                    <a:pt x="5" y="22"/>
                  </a:cubicBezTo>
                  <a:cubicBezTo>
                    <a:pt x="5" y="24"/>
                    <a:pt x="3" y="26"/>
                    <a:pt x="2" y="27"/>
                  </a:cubicBezTo>
                  <a:cubicBezTo>
                    <a:pt x="0" y="28"/>
                    <a:pt x="6" y="33"/>
                    <a:pt x="6" y="35"/>
                  </a:cubicBezTo>
                  <a:cubicBezTo>
                    <a:pt x="6" y="36"/>
                    <a:pt x="7" y="38"/>
                    <a:pt x="12" y="42"/>
                  </a:cubicBezTo>
                  <a:cubicBezTo>
                    <a:pt x="16" y="47"/>
                    <a:pt x="14" y="48"/>
                    <a:pt x="20" y="53"/>
                  </a:cubicBezTo>
                  <a:cubicBezTo>
                    <a:pt x="21" y="52"/>
                    <a:pt x="22" y="50"/>
                    <a:pt x="24" y="5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6047700" y="4154268"/>
              <a:ext cx="69000" cy="39866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8" y="10"/>
                  </a:moveTo>
                  <a:cubicBezTo>
                    <a:pt x="18" y="10"/>
                    <a:pt x="19" y="6"/>
                    <a:pt x="1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2"/>
                    <a:pt x="6" y="5"/>
                    <a:pt x="3" y="6"/>
                  </a:cubicBezTo>
                  <a:cubicBezTo>
                    <a:pt x="0" y="7"/>
                    <a:pt x="0" y="9"/>
                    <a:pt x="3" y="9"/>
                  </a:cubicBezTo>
                  <a:cubicBezTo>
                    <a:pt x="4" y="9"/>
                    <a:pt x="4" y="10"/>
                    <a:pt x="3" y="11"/>
                  </a:cubicBezTo>
                  <a:cubicBezTo>
                    <a:pt x="5" y="11"/>
                    <a:pt x="6" y="11"/>
                    <a:pt x="7" y="11"/>
                  </a:cubicBezTo>
                  <a:cubicBezTo>
                    <a:pt x="9" y="11"/>
                    <a:pt x="18" y="10"/>
                    <a:pt x="18" y="1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6101366" y="4106735"/>
              <a:ext cx="217734" cy="268334"/>
            </a:xfrm>
            <a:custGeom>
              <a:avLst/>
              <a:gdLst/>
              <a:ahLst/>
              <a:cxnLst/>
              <a:rect l="l" t="t" r="r" b="b"/>
              <a:pathLst>
                <a:path w="60" h="74" extrusionOk="0">
                  <a:moveTo>
                    <a:pt x="16" y="70"/>
                  </a:moveTo>
                  <a:cubicBezTo>
                    <a:pt x="18" y="71"/>
                    <a:pt x="19" y="73"/>
                    <a:pt x="22" y="71"/>
                  </a:cubicBezTo>
                  <a:cubicBezTo>
                    <a:pt x="25" y="68"/>
                    <a:pt x="29" y="69"/>
                    <a:pt x="29" y="71"/>
                  </a:cubicBezTo>
                  <a:cubicBezTo>
                    <a:pt x="29" y="74"/>
                    <a:pt x="30" y="73"/>
                    <a:pt x="32" y="71"/>
                  </a:cubicBezTo>
                  <a:cubicBezTo>
                    <a:pt x="35" y="68"/>
                    <a:pt x="38" y="71"/>
                    <a:pt x="38" y="66"/>
                  </a:cubicBezTo>
                  <a:cubicBezTo>
                    <a:pt x="38" y="61"/>
                    <a:pt x="41" y="66"/>
                    <a:pt x="41" y="60"/>
                  </a:cubicBezTo>
                  <a:cubicBezTo>
                    <a:pt x="41" y="54"/>
                    <a:pt x="41" y="48"/>
                    <a:pt x="41" y="46"/>
                  </a:cubicBezTo>
                  <a:cubicBezTo>
                    <a:pt x="41" y="43"/>
                    <a:pt x="48" y="41"/>
                    <a:pt x="48" y="36"/>
                  </a:cubicBezTo>
                  <a:cubicBezTo>
                    <a:pt x="48" y="32"/>
                    <a:pt x="55" y="24"/>
                    <a:pt x="55" y="19"/>
                  </a:cubicBezTo>
                  <a:cubicBezTo>
                    <a:pt x="55" y="13"/>
                    <a:pt x="56" y="12"/>
                    <a:pt x="58" y="10"/>
                  </a:cubicBezTo>
                  <a:cubicBezTo>
                    <a:pt x="59" y="8"/>
                    <a:pt x="60" y="4"/>
                    <a:pt x="59" y="1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4" y="2"/>
                    <a:pt x="44" y="6"/>
                    <a:pt x="42" y="8"/>
                  </a:cubicBezTo>
                  <a:cubicBezTo>
                    <a:pt x="40" y="11"/>
                    <a:pt x="39" y="17"/>
                    <a:pt x="39" y="17"/>
                  </a:cubicBezTo>
                  <a:cubicBezTo>
                    <a:pt x="39" y="17"/>
                    <a:pt x="30" y="12"/>
                    <a:pt x="27" y="13"/>
                  </a:cubicBezTo>
                  <a:cubicBezTo>
                    <a:pt x="26" y="13"/>
                    <a:pt x="22" y="13"/>
                    <a:pt x="18" y="13"/>
                  </a:cubicBezTo>
                  <a:cubicBezTo>
                    <a:pt x="17" y="16"/>
                    <a:pt x="17" y="20"/>
                    <a:pt x="17" y="21"/>
                  </a:cubicBezTo>
                  <a:cubicBezTo>
                    <a:pt x="17" y="23"/>
                    <a:pt x="22" y="19"/>
                    <a:pt x="25" y="21"/>
                  </a:cubicBezTo>
                  <a:cubicBezTo>
                    <a:pt x="28" y="23"/>
                    <a:pt x="27" y="26"/>
                    <a:pt x="24" y="28"/>
                  </a:cubicBezTo>
                  <a:cubicBezTo>
                    <a:pt x="21" y="30"/>
                    <a:pt x="23" y="33"/>
                    <a:pt x="26" y="35"/>
                  </a:cubicBezTo>
                  <a:cubicBezTo>
                    <a:pt x="28" y="36"/>
                    <a:pt x="28" y="39"/>
                    <a:pt x="28" y="44"/>
                  </a:cubicBezTo>
                  <a:cubicBezTo>
                    <a:pt x="28" y="48"/>
                    <a:pt x="28" y="53"/>
                    <a:pt x="25" y="54"/>
                  </a:cubicBezTo>
                  <a:cubicBezTo>
                    <a:pt x="22" y="54"/>
                    <a:pt x="21" y="52"/>
                    <a:pt x="19" y="53"/>
                  </a:cubicBezTo>
                  <a:cubicBezTo>
                    <a:pt x="17" y="53"/>
                    <a:pt x="16" y="47"/>
                    <a:pt x="14" y="47"/>
                  </a:cubicBezTo>
                  <a:cubicBezTo>
                    <a:pt x="12" y="47"/>
                    <a:pt x="13" y="52"/>
                    <a:pt x="10" y="52"/>
                  </a:cubicBezTo>
                  <a:cubicBezTo>
                    <a:pt x="8" y="52"/>
                    <a:pt x="4" y="51"/>
                    <a:pt x="5" y="56"/>
                  </a:cubicBezTo>
                  <a:cubicBezTo>
                    <a:pt x="7" y="60"/>
                    <a:pt x="8" y="62"/>
                    <a:pt x="4" y="62"/>
                  </a:cubicBezTo>
                  <a:cubicBezTo>
                    <a:pt x="2" y="62"/>
                    <a:pt x="1" y="64"/>
                    <a:pt x="0" y="65"/>
                  </a:cubicBezTo>
                  <a:cubicBezTo>
                    <a:pt x="0" y="65"/>
                    <a:pt x="1" y="65"/>
                    <a:pt x="1" y="66"/>
                  </a:cubicBezTo>
                  <a:cubicBezTo>
                    <a:pt x="5" y="68"/>
                    <a:pt x="7" y="71"/>
                    <a:pt x="8" y="74"/>
                  </a:cubicBezTo>
                  <a:cubicBezTo>
                    <a:pt x="12" y="72"/>
                    <a:pt x="15" y="70"/>
                    <a:pt x="16" y="7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6414168" y="3490333"/>
              <a:ext cx="502934" cy="624068"/>
            </a:xfrm>
            <a:custGeom>
              <a:avLst/>
              <a:gdLst/>
              <a:ahLst/>
              <a:cxnLst/>
              <a:rect l="l" t="t" r="r" b="b"/>
              <a:pathLst>
                <a:path w="139" h="172" extrusionOk="0">
                  <a:moveTo>
                    <a:pt x="110" y="3"/>
                  </a:moveTo>
                  <a:cubicBezTo>
                    <a:pt x="108" y="3"/>
                    <a:pt x="109" y="9"/>
                    <a:pt x="105" y="9"/>
                  </a:cubicBezTo>
                  <a:cubicBezTo>
                    <a:pt x="101" y="9"/>
                    <a:pt x="102" y="13"/>
                    <a:pt x="100" y="13"/>
                  </a:cubicBezTo>
                  <a:cubicBezTo>
                    <a:pt x="97" y="13"/>
                    <a:pt x="95" y="11"/>
                    <a:pt x="95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2" y="8"/>
                    <a:pt x="80" y="9"/>
                  </a:cubicBezTo>
                  <a:cubicBezTo>
                    <a:pt x="79" y="10"/>
                    <a:pt x="77" y="11"/>
                    <a:pt x="77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22"/>
                    <a:pt x="26" y="29"/>
                    <a:pt x="26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8" y="56"/>
                    <a:pt x="19" y="65"/>
                    <a:pt x="17" y="65"/>
                  </a:cubicBezTo>
                  <a:cubicBezTo>
                    <a:pt x="16" y="66"/>
                    <a:pt x="10" y="67"/>
                    <a:pt x="10" y="70"/>
                  </a:cubicBezTo>
                  <a:cubicBezTo>
                    <a:pt x="10" y="73"/>
                    <a:pt x="9" y="75"/>
                    <a:pt x="7" y="75"/>
                  </a:cubicBezTo>
                  <a:cubicBezTo>
                    <a:pt x="4" y="76"/>
                    <a:pt x="7" y="81"/>
                    <a:pt x="3" y="81"/>
                  </a:cubicBezTo>
                  <a:cubicBezTo>
                    <a:pt x="0" y="81"/>
                    <a:pt x="5" y="85"/>
                    <a:pt x="3" y="88"/>
                  </a:cubicBezTo>
                  <a:cubicBezTo>
                    <a:pt x="1" y="90"/>
                    <a:pt x="1" y="92"/>
                    <a:pt x="4" y="92"/>
                  </a:cubicBezTo>
                  <a:cubicBezTo>
                    <a:pt x="6" y="92"/>
                    <a:pt x="5" y="95"/>
                    <a:pt x="5" y="98"/>
                  </a:cubicBezTo>
                  <a:cubicBezTo>
                    <a:pt x="5" y="102"/>
                    <a:pt x="9" y="104"/>
                    <a:pt x="9" y="104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8" y="107"/>
                    <a:pt x="14" y="114"/>
                    <a:pt x="15" y="116"/>
                  </a:cubicBezTo>
                  <a:cubicBezTo>
                    <a:pt x="15" y="117"/>
                    <a:pt x="18" y="121"/>
                    <a:pt x="15" y="123"/>
                  </a:cubicBezTo>
                  <a:cubicBezTo>
                    <a:pt x="12" y="124"/>
                    <a:pt x="14" y="126"/>
                    <a:pt x="14" y="126"/>
                  </a:cubicBezTo>
                  <a:cubicBezTo>
                    <a:pt x="18" y="127"/>
                    <a:pt x="18" y="127"/>
                    <a:pt x="18" y="127"/>
                  </a:cubicBezTo>
                  <a:cubicBezTo>
                    <a:pt x="19" y="129"/>
                    <a:pt x="19" y="129"/>
                    <a:pt x="19" y="129"/>
                  </a:cubicBezTo>
                  <a:cubicBezTo>
                    <a:pt x="19" y="129"/>
                    <a:pt x="23" y="129"/>
                    <a:pt x="26" y="132"/>
                  </a:cubicBezTo>
                  <a:cubicBezTo>
                    <a:pt x="28" y="135"/>
                    <a:pt x="29" y="136"/>
                    <a:pt x="29" y="137"/>
                  </a:cubicBezTo>
                  <a:cubicBezTo>
                    <a:pt x="29" y="139"/>
                    <a:pt x="31" y="139"/>
                    <a:pt x="34" y="142"/>
                  </a:cubicBezTo>
                  <a:cubicBezTo>
                    <a:pt x="37" y="145"/>
                    <a:pt x="37" y="146"/>
                    <a:pt x="37" y="148"/>
                  </a:cubicBezTo>
                  <a:cubicBezTo>
                    <a:pt x="37" y="149"/>
                    <a:pt x="43" y="152"/>
                    <a:pt x="43" y="152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46" y="157"/>
                    <a:pt x="47" y="158"/>
                    <a:pt x="47" y="159"/>
                  </a:cubicBezTo>
                  <a:cubicBezTo>
                    <a:pt x="48" y="162"/>
                    <a:pt x="51" y="163"/>
                    <a:pt x="51" y="163"/>
                  </a:cubicBezTo>
                  <a:cubicBezTo>
                    <a:pt x="51" y="163"/>
                    <a:pt x="54" y="165"/>
                    <a:pt x="56" y="163"/>
                  </a:cubicBezTo>
                  <a:cubicBezTo>
                    <a:pt x="58" y="161"/>
                    <a:pt x="61" y="164"/>
                    <a:pt x="61" y="164"/>
                  </a:cubicBezTo>
                  <a:cubicBezTo>
                    <a:pt x="61" y="164"/>
                    <a:pt x="63" y="162"/>
                    <a:pt x="65" y="163"/>
                  </a:cubicBezTo>
                  <a:cubicBezTo>
                    <a:pt x="66" y="163"/>
                    <a:pt x="71" y="167"/>
                    <a:pt x="75" y="171"/>
                  </a:cubicBezTo>
                  <a:cubicBezTo>
                    <a:pt x="75" y="171"/>
                    <a:pt x="79" y="169"/>
                    <a:pt x="81" y="169"/>
                  </a:cubicBezTo>
                  <a:cubicBezTo>
                    <a:pt x="83" y="169"/>
                    <a:pt x="85" y="172"/>
                    <a:pt x="86" y="171"/>
                  </a:cubicBezTo>
                  <a:cubicBezTo>
                    <a:pt x="87" y="170"/>
                    <a:pt x="91" y="168"/>
                    <a:pt x="92" y="169"/>
                  </a:cubicBezTo>
                  <a:cubicBezTo>
                    <a:pt x="94" y="170"/>
                    <a:pt x="97" y="170"/>
                    <a:pt x="98" y="168"/>
                  </a:cubicBezTo>
                  <a:cubicBezTo>
                    <a:pt x="98" y="168"/>
                    <a:pt x="99" y="167"/>
                    <a:pt x="100" y="166"/>
                  </a:cubicBezTo>
                  <a:cubicBezTo>
                    <a:pt x="101" y="165"/>
                    <a:pt x="101" y="165"/>
                    <a:pt x="102" y="164"/>
                  </a:cubicBezTo>
                  <a:cubicBezTo>
                    <a:pt x="102" y="163"/>
                    <a:pt x="106" y="160"/>
                    <a:pt x="108" y="160"/>
                  </a:cubicBezTo>
                  <a:cubicBezTo>
                    <a:pt x="110" y="160"/>
                    <a:pt x="112" y="159"/>
                    <a:pt x="113" y="160"/>
                  </a:cubicBezTo>
                  <a:cubicBezTo>
                    <a:pt x="114" y="161"/>
                    <a:pt x="115" y="161"/>
                    <a:pt x="115" y="162"/>
                  </a:cubicBezTo>
                  <a:cubicBezTo>
                    <a:pt x="116" y="157"/>
                    <a:pt x="117" y="154"/>
                    <a:pt x="116" y="154"/>
                  </a:cubicBezTo>
                  <a:cubicBezTo>
                    <a:pt x="113" y="154"/>
                    <a:pt x="109" y="152"/>
                    <a:pt x="108" y="148"/>
                  </a:cubicBezTo>
                  <a:cubicBezTo>
                    <a:pt x="106" y="144"/>
                    <a:pt x="101" y="141"/>
                    <a:pt x="100" y="139"/>
                  </a:cubicBezTo>
                  <a:cubicBezTo>
                    <a:pt x="99" y="136"/>
                    <a:pt x="94" y="137"/>
                    <a:pt x="93" y="135"/>
                  </a:cubicBezTo>
                  <a:cubicBezTo>
                    <a:pt x="92" y="132"/>
                    <a:pt x="94" y="132"/>
                    <a:pt x="94" y="130"/>
                  </a:cubicBezTo>
                  <a:cubicBezTo>
                    <a:pt x="94" y="127"/>
                    <a:pt x="100" y="129"/>
                    <a:pt x="101" y="128"/>
                  </a:cubicBezTo>
                  <a:cubicBezTo>
                    <a:pt x="101" y="128"/>
                    <a:pt x="102" y="122"/>
                    <a:pt x="102" y="119"/>
                  </a:cubicBezTo>
                  <a:cubicBezTo>
                    <a:pt x="102" y="116"/>
                    <a:pt x="106" y="113"/>
                    <a:pt x="105" y="111"/>
                  </a:cubicBezTo>
                  <a:cubicBezTo>
                    <a:pt x="103" y="110"/>
                    <a:pt x="106" y="109"/>
                    <a:pt x="108" y="107"/>
                  </a:cubicBezTo>
                  <a:cubicBezTo>
                    <a:pt x="110" y="106"/>
                    <a:pt x="109" y="101"/>
                    <a:pt x="111" y="99"/>
                  </a:cubicBezTo>
                  <a:cubicBezTo>
                    <a:pt x="113" y="97"/>
                    <a:pt x="114" y="93"/>
                    <a:pt x="116" y="93"/>
                  </a:cubicBezTo>
                  <a:cubicBezTo>
                    <a:pt x="118" y="93"/>
                    <a:pt x="120" y="91"/>
                    <a:pt x="120" y="89"/>
                  </a:cubicBezTo>
                  <a:cubicBezTo>
                    <a:pt x="120" y="87"/>
                    <a:pt x="123" y="82"/>
                    <a:pt x="123" y="79"/>
                  </a:cubicBezTo>
                  <a:cubicBezTo>
                    <a:pt x="122" y="75"/>
                    <a:pt x="121" y="71"/>
                    <a:pt x="123" y="67"/>
                  </a:cubicBezTo>
                  <a:cubicBezTo>
                    <a:pt x="126" y="64"/>
                    <a:pt x="127" y="62"/>
                    <a:pt x="126" y="59"/>
                  </a:cubicBezTo>
                  <a:cubicBezTo>
                    <a:pt x="126" y="56"/>
                    <a:pt x="130" y="56"/>
                    <a:pt x="131" y="54"/>
                  </a:cubicBezTo>
                  <a:cubicBezTo>
                    <a:pt x="132" y="53"/>
                    <a:pt x="136" y="52"/>
                    <a:pt x="139" y="47"/>
                  </a:cubicBezTo>
                  <a:cubicBezTo>
                    <a:pt x="137" y="45"/>
                    <a:pt x="135" y="43"/>
                    <a:pt x="134" y="42"/>
                  </a:cubicBezTo>
                  <a:cubicBezTo>
                    <a:pt x="131" y="41"/>
                    <a:pt x="129" y="35"/>
                    <a:pt x="129" y="29"/>
                  </a:cubicBezTo>
                  <a:cubicBezTo>
                    <a:pt x="129" y="22"/>
                    <a:pt x="127" y="17"/>
                    <a:pt x="127" y="15"/>
                  </a:cubicBezTo>
                  <a:cubicBezTo>
                    <a:pt x="127" y="13"/>
                    <a:pt x="124" y="8"/>
                    <a:pt x="120" y="6"/>
                  </a:cubicBezTo>
                  <a:cubicBezTo>
                    <a:pt x="117" y="5"/>
                    <a:pt x="115" y="2"/>
                    <a:pt x="115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4"/>
                    <a:pt x="113" y="3"/>
                    <a:pt x="110" y="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7015235" y="3827667"/>
              <a:ext cx="58266" cy="58266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5" y="2"/>
                  </a:moveTo>
                  <a:cubicBezTo>
                    <a:pt x="5" y="3"/>
                    <a:pt x="3" y="6"/>
                    <a:pt x="1" y="8"/>
                  </a:cubicBezTo>
                  <a:cubicBezTo>
                    <a:pt x="0" y="10"/>
                    <a:pt x="1" y="14"/>
                    <a:pt x="1" y="15"/>
                  </a:cubicBezTo>
                  <a:cubicBezTo>
                    <a:pt x="2" y="16"/>
                    <a:pt x="4" y="16"/>
                    <a:pt x="6" y="15"/>
                  </a:cubicBezTo>
                  <a:cubicBezTo>
                    <a:pt x="7" y="14"/>
                    <a:pt x="8" y="14"/>
                    <a:pt x="10" y="16"/>
                  </a:cubicBezTo>
                  <a:cubicBezTo>
                    <a:pt x="11" y="15"/>
                    <a:pt x="12" y="13"/>
                    <a:pt x="13" y="12"/>
                  </a:cubicBezTo>
                  <a:cubicBezTo>
                    <a:pt x="11" y="11"/>
                    <a:pt x="9" y="11"/>
                    <a:pt x="9" y="10"/>
                  </a:cubicBezTo>
                  <a:cubicBezTo>
                    <a:pt x="8" y="9"/>
                    <a:pt x="11" y="7"/>
                    <a:pt x="14" y="6"/>
                  </a:cubicBezTo>
                  <a:cubicBezTo>
                    <a:pt x="16" y="6"/>
                    <a:pt x="15" y="3"/>
                    <a:pt x="13" y="1"/>
                  </a:cubicBezTo>
                  <a:cubicBezTo>
                    <a:pt x="13" y="1"/>
                    <a:pt x="12" y="1"/>
                    <a:pt x="12" y="0"/>
                  </a:cubicBezTo>
                  <a:cubicBezTo>
                    <a:pt x="11" y="1"/>
                    <a:pt x="10" y="1"/>
                    <a:pt x="9" y="2"/>
                  </a:cubicBezTo>
                  <a:cubicBezTo>
                    <a:pt x="9" y="3"/>
                    <a:pt x="7" y="2"/>
                    <a:pt x="5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6852702" y="3660533"/>
              <a:ext cx="205468" cy="177868"/>
            </a:xfrm>
            <a:custGeom>
              <a:avLst/>
              <a:gdLst/>
              <a:ahLst/>
              <a:cxnLst/>
              <a:rect l="l" t="t" r="r" b="b"/>
              <a:pathLst>
                <a:path w="57" h="49" extrusionOk="0">
                  <a:moveTo>
                    <a:pt x="10" y="7"/>
                  </a:moveTo>
                  <a:cubicBezTo>
                    <a:pt x="9" y="9"/>
                    <a:pt x="5" y="9"/>
                    <a:pt x="5" y="12"/>
                  </a:cubicBezTo>
                  <a:cubicBezTo>
                    <a:pt x="6" y="15"/>
                    <a:pt x="5" y="17"/>
                    <a:pt x="2" y="20"/>
                  </a:cubicBezTo>
                  <a:cubicBezTo>
                    <a:pt x="0" y="24"/>
                    <a:pt x="1" y="28"/>
                    <a:pt x="2" y="32"/>
                  </a:cubicBezTo>
                  <a:cubicBezTo>
                    <a:pt x="5" y="32"/>
                    <a:pt x="8" y="32"/>
                    <a:pt x="9" y="32"/>
                  </a:cubicBezTo>
                  <a:cubicBezTo>
                    <a:pt x="10" y="33"/>
                    <a:pt x="11" y="32"/>
                    <a:pt x="11" y="30"/>
                  </a:cubicBezTo>
                  <a:cubicBezTo>
                    <a:pt x="12" y="27"/>
                    <a:pt x="14" y="27"/>
                    <a:pt x="15" y="28"/>
                  </a:cubicBezTo>
                  <a:cubicBezTo>
                    <a:pt x="17" y="30"/>
                    <a:pt x="18" y="32"/>
                    <a:pt x="21" y="31"/>
                  </a:cubicBezTo>
                  <a:cubicBezTo>
                    <a:pt x="23" y="29"/>
                    <a:pt x="23" y="30"/>
                    <a:pt x="24" y="31"/>
                  </a:cubicBezTo>
                  <a:cubicBezTo>
                    <a:pt x="26" y="31"/>
                    <a:pt x="31" y="30"/>
                    <a:pt x="33" y="31"/>
                  </a:cubicBezTo>
                  <a:cubicBezTo>
                    <a:pt x="35" y="31"/>
                    <a:pt x="51" y="48"/>
                    <a:pt x="51" y="48"/>
                  </a:cubicBezTo>
                  <a:cubicBezTo>
                    <a:pt x="51" y="48"/>
                    <a:pt x="51" y="48"/>
                    <a:pt x="50" y="48"/>
                  </a:cubicBezTo>
                  <a:cubicBezTo>
                    <a:pt x="52" y="48"/>
                    <a:pt x="54" y="49"/>
                    <a:pt x="54" y="48"/>
                  </a:cubicBezTo>
                  <a:cubicBezTo>
                    <a:pt x="55" y="47"/>
                    <a:pt x="56" y="47"/>
                    <a:pt x="57" y="46"/>
                  </a:cubicBezTo>
                  <a:cubicBezTo>
                    <a:pt x="55" y="44"/>
                    <a:pt x="52" y="41"/>
                    <a:pt x="48" y="36"/>
                  </a:cubicBezTo>
                  <a:cubicBezTo>
                    <a:pt x="43" y="30"/>
                    <a:pt x="37" y="27"/>
                    <a:pt x="34" y="27"/>
                  </a:cubicBezTo>
                  <a:cubicBezTo>
                    <a:pt x="31" y="27"/>
                    <a:pt x="31" y="22"/>
                    <a:pt x="29" y="22"/>
                  </a:cubicBezTo>
                  <a:cubicBezTo>
                    <a:pt x="27" y="21"/>
                    <a:pt x="23" y="14"/>
                    <a:pt x="23" y="9"/>
                  </a:cubicBezTo>
                  <a:cubicBezTo>
                    <a:pt x="23" y="7"/>
                    <a:pt x="21" y="3"/>
                    <a:pt x="18" y="0"/>
                  </a:cubicBezTo>
                  <a:cubicBezTo>
                    <a:pt x="15" y="5"/>
                    <a:pt x="11" y="6"/>
                    <a:pt x="10" y="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6746901" y="3758667"/>
              <a:ext cx="460001" cy="358800"/>
            </a:xfrm>
            <a:custGeom>
              <a:avLst/>
              <a:gdLst/>
              <a:ahLst/>
              <a:cxnLst/>
              <a:rect l="l" t="t" r="r" b="b"/>
              <a:pathLst>
                <a:path w="127" h="99" extrusionOk="0">
                  <a:moveTo>
                    <a:pt x="8" y="65"/>
                  </a:moveTo>
                  <a:cubicBezTo>
                    <a:pt x="9" y="67"/>
                    <a:pt x="14" y="70"/>
                    <a:pt x="16" y="74"/>
                  </a:cubicBezTo>
                  <a:cubicBezTo>
                    <a:pt x="17" y="78"/>
                    <a:pt x="21" y="80"/>
                    <a:pt x="24" y="80"/>
                  </a:cubicBezTo>
                  <a:cubicBezTo>
                    <a:pt x="25" y="80"/>
                    <a:pt x="24" y="83"/>
                    <a:pt x="23" y="88"/>
                  </a:cubicBezTo>
                  <a:cubicBezTo>
                    <a:pt x="24" y="88"/>
                    <a:pt x="25" y="88"/>
                    <a:pt x="26" y="89"/>
                  </a:cubicBezTo>
                  <a:cubicBezTo>
                    <a:pt x="27" y="90"/>
                    <a:pt x="33" y="89"/>
                    <a:pt x="35" y="91"/>
                  </a:cubicBezTo>
                  <a:cubicBezTo>
                    <a:pt x="37" y="92"/>
                    <a:pt x="43" y="96"/>
                    <a:pt x="44" y="96"/>
                  </a:cubicBezTo>
                  <a:cubicBezTo>
                    <a:pt x="46" y="96"/>
                    <a:pt x="53" y="97"/>
                    <a:pt x="54" y="98"/>
                  </a:cubicBezTo>
                  <a:cubicBezTo>
                    <a:pt x="55" y="99"/>
                    <a:pt x="57" y="95"/>
                    <a:pt x="60" y="93"/>
                  </a:cubicBezTo>
                  <a:cubicBezTo>
                    <a:pt x="63" y="92"/>
                    <a:pt x="66" y="91"/>
                    <a:pt x="67" y="92"/>
                  </a:cubicBezTo>
                  <a:cubicBezTo>
                    <a:pt x="68" y="93"/>
                    <a:pt x="70" y="94"/>
                    <a:pt x="71" y="94"/>
                  </a:cubicBezTo>
                  <a:cubicBezTo>
                    <a:pt x="72" y="93"/>
                    <a:pt x="73" y="93"/>
                    <a:pt x="75" y="92"/>
                  </a:cubicBezTo>
                  <a:cubicBezTo>
                    <a:pt x="78" y="92"/>
                    <a:pt x="81" y="91"/>
                    <a:pt x="82" y="91"/>
                  </a:cubicBezTo>
                  <a:cubicBezTo>
                    <a:pt x="84" y="91"/>
                    <a:pt x="88" y="86"/>
                    <a:pt x="93" y="86"/>
                  </a:cubicBezTo>
                  <a:cubicBezTo>
                    <a:pt x="99" y="86"/>
                    <a:pt x="100" y="86"/>
                    <a:pt x="102" y="84"/>
                  </a:cubicBezTo>
                  <a:cubicBezTo>
                    <a:pt x="105" y="81"/>
                    <a:pt x="123" y="63"/>
                    <a:pt x="125" y="61"/>
                  </a:cubicBezTo>
                  <a:cubicBezTo>
                    <a:pt x="127" y="60"/>
                    <a:pt x="124" y="60"/>
                    <a:pt x="122" y="60"/>
                  </a:cubicBezTo>
                  <a:cubicBezTo>
                    <a:pt x="120" y="60"/>
                    <a:pt x="116" y="59"/>
                    <a:pt x="110" y="57"/>
                  </a:cubicBezTo>
                  <a:cubicBezTo>
                    <a:pt x="104" y="55"/>
                    <a:pt x="95" y="51"/>
                    <a:pt x="93" y="51"/>
                  </a:cubicBezTo>
                  <a:cubicBezTo>
                    <a:pt x="92" y="51"/>
                    <a:pt x="89" y="47"/>
                    <a:pt x="88" y="46"/>
                  </a:cubicBezTo>
                  <a:cubicBezTo>
                    <a:pt x="86" y="45"/>
                    <a:pt x="83" y="40"/>
                    <a:pt x="83" y="38"/>
                  </a:cubicBezTo>
                  <a:cubicBezTo>
                    <a:pt x="82" y="38"/>
                    <a:pt x="83" y="36"/>
                    <a:pt x="84" y="35"/>
                  </a:cubicBezTo>
                  <a:cubicBezTo>
                    <a:pt x="82" y="33"/>
                    <a:pt x="81" y="33"/>
                    <a:pt x="80" y="34"/>
                  </a:cubicBezTo>
                  <a:cubicBezTo>
                    <a:pt x="78" y="35"/>
                    <a:pt x="76" y="35"/>
                    <a:pt x="75" y="34"/>
                  </a:cubicBezTo>
                  <a:cubicBezTo>
                    <a:pt x="75" y="33"/>
                    <a:pt x="74" y="29"/>
                    <a:pt x="75" y="27"/>
                  </a:cubicBezTo>
                  <a:cubicBezTo>
                    <a:pt x="77" y="25"/>
                    <a:pt x="80" y="21"/>
                    <a:pt x="80" y="21"/>
                  </a:cubicBezTo>
                  <a:cubicBezTo>
                    <a:pt x="80" y="21"/>
                    <a:pt x="64" y="4"/>
                    <a:pt x="62" y="4"/>
                  </a:cubicBezTo>
                  <a:cubicBezTo>
                    <a:pt x="60" y="3"/>
                    <a:pt x="55" y="4"/>
                    <a:pt x="53" y="4"/>
                  </a:cubicBezTo>
                  <a:cubicBezTo>
                    <a:pt x="52" y="3"/>
                    <a:pt x="52" y="2"/>
                    <a:pt x="50" y="4"/>
                  </a:cubicBezTo>
                  <a:cubicBezTo>
                    <a:pt x="47" y="5"/>
                    <a:pt x="46" y="3"/>
                    <a:pt x="44" y="1"/>
                  </a:cubicBezTo>
                  <a:cubicBezTo>
                    <a:pt x="43" y="0"/>
                    <a:pt x="41" y="0"/>
                    <a:pt x="40" y="3"/>
                  </a:cubicBezTo>
                  <a:cubicBezTo>
                    <a:pt x="40" y="5"/>
                    <a:pt x="39" y="6"/>
                    <a:pt x="38" y="5"/>
                  </a:cubicBezTo>
                  <a:cubicBezTo>
                    <a:pt x="37" y="5"/>
                    <a:pt x="34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8"/>
                    <a:pt x="28" y="13"/>
                    <a:pt x="28" y="15"/>
                  </a:cubicBezTo>
                  <a:cubicBezTo>
                    <a:pt x="28" y="17"/>
                    <a:pt x="26" y="19"/>
                    <a:pt x="24" y="19"/>
                  </a:cubicBezTo>
                  <a:cubicBezTo>
                    <a:pt x="22" y="19"/>
                    <a:pt x="21" y="23"/>
                    <a:pt x="19" y="25"/>
                  </a:cubicBezTo>
                  <a:cubicBezTo>
                    <a:pt x="17" y="27"/>
                    <a:pt x="18" y="32"/>
                    <a:pt x="16" y="33"/>
                  </a:cubicBezTo>
                  <a:cubicBezTo>
                    <a:pt x="14" y="35"/>
                    <a:pt x="11" y="36"/>
                    <a:pt x="13" y="37"/>
                  </a:cubicBezTo>
                  <a:cubicBezTo>
                    <a:pt x="14" y="39"/>
                    <a:pt x="10" y="42"/>
                    <a:pt x="10" y="45"/>
                  </a:cubicBezTo>
                  <a:cubicBezTo>
                    <a:pt x="10" y="48"/>
                    <a:pt x="9" y="54"/>
                    <a:pt x="9" y="54"/>
                  </a:cubicBezTo>
                  <a:cubicBezTo>
                    <a:pt x="8" y="55"/>
                    <a:pt x="2" y="53"/>
                    <a:pt x="2" y="56"/>
                  </a:cubicBezTo>
                  <a:cubicBezTo>
                    <a:pt x="2" y="58"/>
                    <a:pt x="0" y="58"/>
                    <a:pt x="1" y="61"/>
                  </a:cubicBezTo>
                  <a:cubicBezTo>
                    <a:pt x="2" y="63"/>
                    <a:pt x="7" y="62"/>
                    <a:pt x="8" y="6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6818968" y="3105465"/>
              <a:ext cx="44466" cy="53666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10" y="6"/>
                  </a:moveTo>
                  <a:cubicBezTo>
                    <a:pt x="12" y="5"/>
                    <a:pt x="12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6" y="3"/>
                    <a:pt x="2" y="9"/>
                    <a:pt x="0" y="14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6" y="12"/>
                    <a:pt x="9" y="7"/>
                    <a:pt x="10" y="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6829702" y="3018065"/>
              <a:ext cx="211600" cy="167134"/>
            </a:xfrm>
            <a:custGeom>
              <a:avLst/>
              <a:gdLst/>
              <a:ahLst/>
              <a:cxnLst/>
              <a:rect l="l" t="t" r="r" b="b"/>
              <a:pathLst>
                <a:path w="58" h="46" extrusionOk="0">
                  <a:moveTo>
                    <a:pt x="7" y="30"/>
                  </a:moveTo>
                  <a:cubicBezTo>
                    <a:pt x="6" y="31"/>
                    <a:pt x="3" y="36"/>
                    <a:pt x="0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15" y="42"/>
                    <a:pt x="17" y="42"/>
                  </a:cubicBezTo>
                  <a:cubicBezTo>
                    <a:pt x="20" y="42"/>
                    <a:pt x="46" y="27"/>
                    <a:pt x="46" y="27"/>
                  </a:cubicBezTo>
                  <a:cubicBezTo>
                    <a:pt x="46" y="27"/>
                    <a:pt x="48" y="24"/>
                    <a:pt x="48" y="22"/>
                  </a:cubicBezTo>
                  <a:cubicBezTo>
                    <a:pt x="48" y="21"/>
                    <a:pt x="47" y="17"/>
                    <a:pt x="49" y="16"/>
                  </a:cubicBezTo>
                  <a:cubicBezTo>
                    <a:pt x="50" y="14"/>
                    <a:pt x="47" y="11"/>
                    <a:pt x="48" y="9"/>
                  </a:cubicBezTo>
                  <a:cubicBezTo>
                    <a:pt x="49" y="6"/>
                    <a:pt x="53" y="5"/>
                    <a:pt x="53" y="5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1" y="2"/>
                    <a:pt x="46" y="2"/>
                  </a:cubicBezTo>
                  <a:cubicBezTo>
                    <a:pt x="41" y="1"/>
                    <a:pt x="40" y="5"/>
                    <a:pt x="34" y="5"/>
                  </a:cubicBezTo>
                  <a:cubicBezTo>
                    <a:pt x="29" y="5"/>
                    <a:pt x="26" y="6"/>
                    <a:pt x="25" y="5"/>
                  </a:cubicBezTo>
                  <a:cubicBezTo>
                    <a:pt x="24" y="3"/>
                    <a:pt x="23" y="4"/>
                    <a:pt x="20" y="6"/>
                  </a:cubicBezTo>
                  <a:cubicBezTo>
                    <a:pt x="16" y="7"/>
                    <a:pt x="14" y="7"/>
                    <a:pt x="12" y="6"/>
                  </a:cubicBezTo>
                  <a:cubicBezTo>
                    <a:pt x="10" y="4"/>
                    <a:pt x="9" y="6"/>
                    <a:pt x="9" y="8"/>
                  </a:cubicBezTo>
                  <a:cubicBezTo>
                    <a:pt x="8" y="9"/>
                    <a:pt x="9" y="13"/>
                    <a:pt x="4" y="13"/>
                  </a:cubicBezTo>
                  <a:cubicBezTo>
                    <a:pt x="3" y="15"/>
                    <a:pt x="3" y="16"/>
                    <a:pt x="3" y="18"/>
                  </a:cubicBezTo>
                  <a:cubicBezTo>
                    <a:pt x="5" y="19"/>
                    <a:pt x="3" y="21"/>
                    <a:pt x="3" y="24"/>
                  </a:cubicBezTo>
                  <a:cubicBezTo>
                    <a:pt x="9" y="24"/>
                    <a:pt x="9" y="29"/>
                    <a:pt x="7" y="3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9578974" y="2981265"/>
              <a:ext cx="116534" cy="145668"/>
            </a:xfrm>
            <a:custGeom>
              <a:avLst/>
              <a:gdLst/>
              <a:ahLst/>
              <a:cxnLst/>
              <a:rect l="l" t="t" r="r" b="b"/>
              <a:pathLst>
                <a:path w="32" h="40" extrusionOk="0">
                  <a:moveTo>
                    <a:pt x="8" y="3"/>
                  </a:moveTo>
                  <a:cubicBezTo>
                    <a:pt x="7" y="4"/>
                    <a:pt x="5" y="5"/>
                    <a:pt x="3" y="7"/>
                  </a:cubicBezTo>
                  <a:cubicBezTo>
                    <a:pt x="4" y="9"/>
                    <a:pt x="4" y="11"/>
                    <a:pt x="6" y="11"/>
                  </a:cubicBezTo>
                  <a:cubicBezTo>
                    <a:pt x="8" y="12"/>
                    <a:pt x="8" y="16"/>
                    <a:pt x="5" y="15"/>
                  </a:cubicBezTo>
                  <a:cubicBezTo>
                    <a:pt x="2" y="14"/>
                    <a:pt x="2" y="19"/>
                    <a:pt x="5" y="23"/>
                  </a:cubicBezTo>
                  <a:cubicBezTo>
                    <a:pt x="7" y="27"/>
                    <a:pt x="0" y="31"/>
                    <a:pt x="2" y="33"/>
                  </a:cubicBezTo>
                  <a:cubicBezTo>
                    <a:pt x="4" y="35"/>
                    <a:pt x="3" y="37"/>
                    <a:pt x="3" y="39"/>
                  </a:cubicBezTo>
                  <a:cubicBezTo>
                    <a:pt x="4" y="40"/>
                    <a:pt x="15" y="38"/>
                    <a:pt x="20" y="33"/>
                  </a:cubicBezTo>
                  <a:cubicBezTo>
                    <a:pt x="24" y="29"/>
                    <a:pt x="25" y="29"/>
                    <a:pt x="28" y="30"/>
                  </a:cubicBezTo>
                  <a:cubicBezTo>
                    <a:pt x="30" y="30"/>
                    <a:pt x="32" y="28"/>
                    <a:pt x="31" y="26"/>
                  </a:cubicBezTo>
                  <a:cubicBezTo>
                    <a:pt x="30" y="24"/>
                    <a:pt x="29" y="20"/>
                    <a:pt x="29" y="14"/>
                  </a:cubicBezTo>
                  <a:cubicBezTo>
                    <a:pt x="29" y="11"/>
                    <a:pt x="25" y="5"/>
                    <a:pt x="20" y="0"/>
                  </a:cubicBezTo>
                  <a:cubicBezTo>
                    <a:pt x="19" y="1"/>
                    <a:pt x="18" y="2"/>
                    <a:pt x="16" y="2"/>
                  </a:cubicBezTo>
                  <a:cubicBezTo>
                    <a:pt x="13" y="2"/>
                    <a:pt x="9" y="2"/>
                    <a:pt x="8" y="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8428971" y="3387599"/>
              <a:ext cx="138000" cy="182468"/>
            </a:xfrm>
            <a:custGeom>
              <a:avLst/>
              <a:gdLst/>
              <a:ahLst/>
              <a:cxnLst/>
              <a:rect l="l" t="t" r="r" b="b"/>
              <a:pathLst>
                <a:path w="38" h="50" extrusionOk="0">
                  <a:moveTo>
                    <a:pt x="38" y="42"/>
                  </a:moveTo>
                  <a:cubicBezTo>
                    <a:pt x="37" y="34"/>
                    <a:pt x="36" y="26"/>
                    <a:pt x="35" y="26"/>
                  </a:cubicBezTo>
                  <a:cubicBezTo>
                    <a:pt x="33" y="26"/>
                    <a:pt x="31" y="33"/>
                    <a:pt x="29" y="32"/>
                  </a:cubicBezTo>
                  <a:cubicBezTo>
                    <a:pt x="26" y="32"/>
                    <a:pt x="26" y="23"/>
                    <a:pt x="29" y="23"/>
                  </a:cubicBezTo>
                  <a:cubicBezTo>
                    <a:pt x="32" y="23"/>
                    <a:pt x="36" y="17"/>
                    <a:pt x="36" y="15"/>
                  </a:cubicBezTo>
                  <a:cubicBezTo>
                    <a:pt x="36" y="13"/>
                    <a:pt x="33" y="13"/>
                    <a:pt x="30" y="13"/>
                  </a:cubicBezTo>
                  <a:cubicBezTo>
                    <a:pt x="27" y="13"/>
                    <a:pt x="20" y="13"/>
                    <a:pt x="20" y="13"/>
                  </a:cubicBezTo>
                  <a:cubicBezTo>
                    <a:pt x="20" y="13"/>
                    <a:pt x="16" y="12"/>
                    <a:pt x="16" y="9"/>
                  </a:cubicBezTo>
                  <a:cubicBezTo>
                    <a:pt x="16" y="7"/>
                    <a:pt x="14" y="4"/>
                    <a:pt x="10" y="4"/>
                  </a:cubicBezTo>
                  <a:cubicBezTo>
                    <a:pt x="6" y="4"/>
                    <a:pt x="6" y="0"/>
                    <a:pt x="3" y="4"/>
                  </a:cubicBezTo>
                  <a:cubicBezTo>
                    <a:pt x="0" y="9"/>
                    <a:pt x="10" y="9"/>
                    <a:pt x="9" y="12"/>
                  </a:cubicBezTo>
                  <a:cubicBezTo>
                    <a:pt x="8" y="15"/>
                    <a:pt x="5" y="13"/>
                    <a:pt x="4" y="15"/>
                  </a:cubicBezTo>
                  <a:cubicBezTo>
                    <a:pt x="4" y="18"/>
                    <a:pt x="5" y="24"/>
                    <a:pt x="6" y="28"/>
                  </a:cubicBezTo>
                  <a:cubicBezTo>
                    <a:pt x="8" y="30"/>
                    <a:pt x="9" y="37"/>
                    <a:pt x="9" y="43"/>
                  </a:cubicBezTo>
                  <a:cubicBezTo>
                    <a:pt x="12" y="43"/>
                    <a:pt x="13" y="42"/>
                    <a:pt x="15" y="42"/>
                  </a:cubicBezTo>
                  <a:cubicBezTo>
                    <a:pt x="18" y="42"/>
                    <a:pt x="21" y="41"/>
                    <a:pt x="22" y="38"/>
                  </a:cubicBezTo>
                  <a:cubicBezTo>
                    <a:pt x="22" y="35"/>
                    <a:pt x="25" y="33"/>
                    <a:pt x="27" y="34"/>
                  </a:cubicBezTo>
                  <a:cubicBezTo>
                    <a:pt x="29" y="35"/>
                    <a:pt x="31" y="42"/>
                    <a:pt x="31" y="46"/>
                  </a:cubicBezTo>
                  <a:cubicBezTo>
                    <a:pt x="31" y="47"/>
                    <a:pt x="32" y="48"/>
                    <a:pt x="33" y="50"/>
                  </a:cubicBezTo>
                  <a:cubicBezTo>
                    <a:pt x="34" y="49"/>
                    <a:pt x="36" y="47"/>
                    <a:pt x="36" y="47"/>
                  </a:cubicBezTo>
                  <a:cubicBezTo>
                    <a:pt x="36" y="47"/>
                    <a:pt x="37" y="44"/>
                    <a:pt x="38" y="4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7846303" y="3082465"/>
              <a:ext cx="851002" cy="900068"/>
            </a:xfrm>
            <a:custGeom>
              <a:avLst/>
              <a:gdLst/>
              <a:ahLst/>
              <a:cxnLst/>
              <a:rect l="l" t="t" r="r" b="b"/>
              <a:pathLst>
                <a:path w="235" h="248" extrusionOk="0">
                  <a:moveTo>
                    <a:pt x="167" y="112"/>
                  </a:moveTo>
                  <a:cubicBezTo>
                    <a:pt x="166" y="108"/>
                    <a:pt x="165" y="102"/>
                    <a:pt x="165" y="99"/>
                  </a:cubicBezTo>
                  <a:cubicBezTo>
                    <a:pt x="166" y="97"/>
                    <a:pt x="169" y="99"/>
                    <a:pt x="170" y="96"/>
                  </a:cubicBezTo>
                  <a:cubicBezTo>
                    <a:pt x="171" y="93"/>
                    <a:pt x="161" y="93"/>
                    <a:pt x="164" y="88"/>
                  </a:cubicBezTo>
                  <a:cubicBezTo>
                    <a:pt x="167" y="84"/>
                    <a:pt x="167" y="88"/>
                    <a:pt x="171" y="88"/>
                  </a:cubicBezTo>
                  <a:cubicBezTo>
                    <a:pt x="175" y="88"/>
                    <a:pt x="177" y="91"/>
                    <a:pt x="177" y="93"/>
                  </a:cubicBezTo>
                  <a:cubicBezTo>
                    <a:pt x="177" y="96"/>
                    <a:pt x="181" y="97"/>
                    <a:pt x="181" y="97"/>
                  </a:cubicBezTo>
                  <a:cubicBezTo>
                    <a:pt x="181" y="97"/>
                    <a:pt x="188" y="97"/>
                    <a:pt x="191" y="97"/>
                  </a:cubicBezTo>
                  <a:cubicBezTo>
                    <a:pt x="194" y="97"/>
                    <a:pt x="197" y="97"/>
                    <a:pt x="197" y="99"/>
                  </a:cubicBezTo>
                  <a:cubicBezTo>
                    <a:pt x="197" y="101"/>
                    <a:pt x="193" y="107"/>
                    <a:pt x="190" y="107"/>
                  </a:cubicBezTo>
                  <a:cubicBezTo>
                    <a:pt x="187" y="107"/>
                    <a:pt x="187" y="116"/>
                    <a:pt x="190" y="116"/>
                  </a:cubicBezTo>
                  <a:cubicBezTo>
                    <a:pt x="192" y="117"/>
                    <a:pt x="194" y="110"/>
                    <a:pt x="196" y="110"/>
                  </a:cubicBezTo>
                  <a:cubicBezTo>
                    <a:pt x="197" y="110"/>
                    <a:pt x="198" y="118"/>
                    <a:pt x="199" y="126"/>
                  </a:cubicBezTo>
                  <a:cubicBezTo>
                    <a:pt x="199" y="125"/>
                    <a:pt x="200" y="125"/>
                    <a:pt x="200" y="125"/>
                  </a:cubicBezTo>
                  <a:cubicBezTo>
                    <a:pt x="202" y="125"/>
                    <a:pt x="201" y="118"/>
                    <a:pt x="203" y="116"/>
                  </a:cubicBezTo>
                  <a:cubicBezTo>
                    <a:pt x="204" y="114"/>
                    <a:pt x="203" y="108"/>
                    <a:pt x="204" y="108"/>
                  </a:cubicBezTo>
                  <a:cubicBezTo>
                    <a:pt x="205" y="108"/>
                    <a:pt x="211" y="110"/>
                    <a:pt x="211" y="108"/>
                  </a:cubicBezTo>
                  <a:cubicBezTo>
                    <a:pt x="211" y="107"/>
                    <a:pt x="215" y="101"/>
                    <a:pt x="214" y="98"/>
                  </a:cubicBezTo>
                  <a:cubicBezTo>
                    <a:pt x="213" y="95"/>
                    <a:pt x="216" y="91"/>
                    <a:pt x="216" y="88"/>
                  </a:cubicBezTo>
                  <a:cubicBezTo>
                    <a:pt x="216" y="84"/>
                    <a:pt x="220" y="83"/>
                    <a:pt x="222" y="81"/>
                  </a:cubicBezTo>
                  <a:cubicBezTo>
                    <a:pt x="224" y="79"/>
                    <a:pt x="228" y="76"/>
                    <a:pt x="229" y="78"/>
                  </a:cubicBezTo>
                  <a:cubicBezTo>
                    <a:pt x="230" y="80"/>
                    <a:pt x="235" y="81"/>
                    <a:pt x="233" y="78"/>
                  </a:cubicBezTo>
                  <a:cubicBezTo>
                    <a:pt x="231" y="75"/>
                    <a:pt x="231" y="73"/>
                    <a:pt x="232" y="72"/>
                  </a:cubicBezTo>
                  <a:cubicBezTo>
                    <a:pt x="233" y="72"/>
                    <a:pt x="234" y="68"/>
                    <a:pt x="234" y="68"/>
                  </a:cubicBezTo>
                  <a:cubicBezTo>
                    <a:pt x="234" y="68"/>
                    <a:pt x="230" y="68"/>
                    <a:pt x="229" y="66"/>
                  </a:cubicBezTo>
                  <a:cubicBezTo>
                    <a:pt x="228" y="64"/>
                    <a:pt x="226" y="62"/>
                    <a:pt x="226" y="60"/>
                  </a:cubicBezTo>
                  <a:cubicBezTo>
                    <a:pt x="226" y="58"/>
                    <a:pt x="223" y="59"/>
                    <a:pt x="221" y="61"/>
                  </a:cubicBezTo>
                  <a:cubicBezTo>
                    <a:pt x="219" y="62"/>
                    <a:pt x="216" y="59"/>
                    <a:pt x="211" y="61"/>
                  </a:cubicBezTo>
                  <a:cubicBezTo>
                    <a:pt x="207" y="63"/>
                    <a:pt x="206" y="66"/>
                    <a:pt x="204" y="66"/>
                  </a:cubicBezTo>
                  <a:cubicBezTo>
                    <a:pt x="202" y="65"/>
                    <a:pt x="202" y="67"/>
                    <a:pt x="201" y="69"/>
                  </a:cubicBezTo>
                  <a:cubicBezTo>
                    <a:pt x="199" y="71"/>
                    <a:pt x="198" y="73"/>
                    <a:pt x="197" y="73"/>
                  </a:cubicBezTo>
                  <a:cubicBezTo>
                    <a:pt x="196" y="73"/>
                    <a:pt x="192" y="74"/>
                    <a:pt x="192" y="74"/>
                  </a:cubicBezTo>
                  <a:cubicBezTo>
                    <a:pt x="192" y="74"/>
                    <a:pt x="195" y="79"/>
                    <a:pt x="193" y="82"/>
                  </a:cubicBezTo>
                  <a:cubicBezTo>
                    <a:pt x="192" y="84"/>
                    <a:pt x="189" y="82"/>
                    <a:pt x="185" y="83"/>
                  </a:cubicBezTo>
                  <a:cubicBezTo>
                    <a:pt x="181" y="84"/>
                    <a:pt x="180" y="81"/>
                    <a:pt x="177" y="82"/>
                  </a:cubicBezTo>
                  <a:cubicBezTo>
                    <a:pt x="174" y="83"/>
                    <a:pt x="173" y="80"/>
                    <a:pt x="171" y="81"/>
                  </a:cubicBezTo>
                  <a:cubicBezTo>
                    <a:pt x="170" y="81"/>
                    <a:pt x="168" y="78"/>
                    <a:pt x="169" y="75"/>
                  </a:cubicBezTo>
                  <a:cubicBezTo>
                    <a:pt x="169" y="72"/>
                    <a:pt x="167" y="69"/>
                    <a:pt x="166" y="71"/>
                  </a:cubicBezTo>
                  <a:cubicBezTo>
                    <a:pt x="165" y="73"/>
                    <a:pt x="163" y="72"/>
                    <a:pt x="163" y="75"/>
                  </a:cubicBezTo>
                  <a:cubicBezTo>
                    <a:pt x="163" y="78"/>
                    <a:pt x="164" y="81"/>
                    <a:pt x="162" y="83"/>
                  </a:cubicBezTo>
                  <a:cubicBezTo>
                    <a:pt x="160" y="85"/>
                    <a:pt x="150" y="86"/>
                    <a:pt x="148" y="85"/>
                  </a:cubicBezTo>
                  <a:cubicBezTo>
                    <a:pt x="146" y="83"/>
                    <a:pt x="137" y="82"/>
                    <a:pt x="137" y="80"/>
                  </a:cubicBezTo>
                  <a:cubicBezTo>
                    <a:pt x="136" y="79"/>
                    <a:pt x="134" y="76"/>
                    <a:pt x="132" y="76"/>
                  </a:cubicBezTo>
                  <a:cubicBezTo>
                    <a:pt x="130" y="76"/>
                    <a:pt x="125" y="78"/>
                    <a:pt x="124" y="77"/>
                  </a:cubicBezTo>
                  <a:cubicBezTo>
                    <a:pt x="123" y="76"/>
                    <a:pt x="119" y="73"/>
                    <a:pt x="117" y="73"/>
                  </a:cubicBezTo>
                  <a:cubicBezTo>
                    <a:pt x="115" y="73"/>
                    <a:pt x="111" y="71"/>
                    <a:pt x="111" y="70"/>
                  </a:cubicBezTo>
                  <a:cubicBezTo>
                    <a:pt x="111" y="68"/>
                    <a:pt x="105" y="68"/>
                    <a:pt x="104" y="66"/>
                  </a:cubicBezTo>
                  <a:cubicBezTo>
                    <a:pt x="103" y="65"/>
                    <a:pt x="100" y="65"/>
                    <a:pt x="100" y="63"/>
                  </a:cubicBezTo>
                  <a:cubicBezTo>
                    <a:pt x="100" y="61"/>
                    <a:pt x="101" y="59"/>
                    <a:pt x="101" y="57"/>
                  </a:cubicBezTo>
                  <a:cubicBezTo>
                    <a:pt x="101" y="55"/>
                    <a:pt x="105" y="53"/>
                    <a:pt x="105" y="51"/>
                  </a:cubicBezTo>
                  <a:cubicBezTo>
                    <a:pt x="105" y="50"/>
                    <a:pt x="102" y="48"/>
                    <a:pt x="102" y="48"/>
                  </a:cubicBezTo>
                  <a:cubicBezTo>
                    <a:pt x="102" y="48"/>
                    <a:pt x="99" y="43"/>
                    <a:pt x="97" y="43"/>
                  </a:cubicBezTo>
                  <a:cubicBezTo>
                    <a:pt x="94" y="43"/>
                    <a:pt x="92" y="39"/>
                    <a:pt x="90" y="38"/>
                  </a:cubicBezTo>
                  <a:cubicBezTo>
                    <a:pt x="87" y="38"/>
                    <a:pt x="88" y="33"/>
                    <a:pt x="87" y="32"/>
                  </a:cubicBezTo>
                  <a:cubicBezTo>
                    <a:pt x="85" y="30"/>
                    <a:pt x="86" y="26"/>
                    <a:pt x="89" y="28"/>
                  </a:cubicBezTo>
                  <a:cubicBezTo>
                    <a:pt x="91" y="30"/>
                    <a:pt x="95" y="28"/>
                    <a:pt x="94" y="25"/>
                  </a:cubicBezTo>
                  <a:cubicBezTo>
                    <a:pt x="92" y="22"/>
                    <a:pt x="89" y="19"/>
                    <a:pt x="89" y="18"/>
                  </a:cubicBezTo>
                  <a:cubicBezTo>
                    <a:pt x="89" y="16"/>
                    <a:pt x="91" y="11"/>
                    <a:pt x="89" y="10"/>
                  </a:cubicBezTo>
                  <a:cubicBezTo>
                    <a:pt x="86" y="8"/>
                    <a:pt x="84" y="6"/>
                    <a:pt x="84" y="4"/>
                  </a:cubicBezTo>
                  <a:cubicBezTo>
                    <a:pt x="83" y="2"/>
                    <a:pt x="80" y="0"/>
                    <a:pt x="8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75" y="6"/>
                    <a:pt x="74" y="6"/>
                  </a:cubicBezTo>
                  <a:cubicBezTo>
                    <a:pt x="72" y="7"/>
                    <a:pt x="68" y="8"/>
                    <a:pt x="65" y="10"/>
                  </a:cubicBezTo>
                  <a:cubicBezTo>
                    <a:pt x="63" y="11"/>
                    <a:pt x="56" y="7"/>
                    <a:pt x="53" y="7"/>
                  </a:cubicBezTo>
                  <a:cubicBezTo>
                    <a:pt x="49" y="7"/>
                    <a:pt x="47" y="11"/>
                    <a:pt x="48" y="12"/>
                  </a:cubicBezTo>
                  <a:cubicBezTo>
                    <a:pt x="50" y="13"/>
                    <a:pt x="50" y="20"/>
                    <a:pt x="50" y="20"/>
                  </a:cubicBezTo>
                  <a:cubicBezTo>
                    <a:pt x="50" y="20"/>
                    <a:pt x="52" y="29"/>
                    <a:pt x="55" y="28"/>
                  </a:cubicBezTo>
                  <a:cubicBezTo>
                    <a:pt x="58" y="27"/>
                    <a:pt x="61" y="31"/>
                    <a:pt x="59" y="32"/>
                  </a:cubicBezTo>
                  <a:cubicBezTo>
                    <a:pt x="56" y="32"/>
                    <a:pt x="55" y="35"/>
                    <a:pt x="54" y="38"/>
                  </a:cubicBezTo>
                  <a:cubicBezTo>
                    <a:pt x="54" y="41"/>
                    <a:pt x="55" y="44"/>
                    <a:pt x="53" y="44"/>
                  </a:cubicBezTo>
                  <a:cubicBezTo>
                    <a:pt x="51" y="45"/>
                    <a:pt x="49" y="45"/>
                    <a:pt x="49" y="49"/>
                  </a:cubicBezTo>
                  <a:cubicBezTo>
                    <a:pt x="49" y="53"/>
                    <a:pt x="44" y="52"/>
                    <a:pt x="44" y="53"/>
                  </a:cubicBezTo>
                  <a:cubicBezTo>
                    <a:pt x="43" y="54"/>
                    <a:pt x="41" y="61"/>
                    <a:pt x="40" y="62"/>
                  </a:cubicBezTo>
                  <a:cubicBezTo>
                    <a:pt x="39" y="63"/>
                    <a:pt x="34" y="63"/>
                    <a:pt x="33" y="66"/>
                  </a:cubicBezTo>
                  <a:cubicBezTo>
                    <a:pt x="33" y="69"/>
                    <a:pt x="30" y="73"/>
                    <a:pt x="29" y="73"/>
                  </a:cubicBezTo>
                  <a:cubicBezTo>
                    <a:pt x="27" y="72"/>
                    <a:pt x="24" y="71"/>
                    <a:pt x="23" y="73"/>
                  </a:cubicBezTo>
                  <a:cubicBezTo>
                    <a:pt x="22" y="75"/>
                    <a:pt x="18" y="71"/>
                    <a:pt x="17" y="72"/>
                  </a:cubicBezTo>
                  <a:cubicBezTo>
                    <a:pt x="16" y="73"/>
                    <a:pt x="10" y="78"/>
                    <a:pt x="10" y="80"/>
                  </a:cubicBezTo>
                  <a:cubicBezTo>
                    <a:pt x="10" y="83"/>
                    <a:pt x="16" y="83"/>
                    <a:pt x="16" y="86"/>
                  </a:cubicBezTo>
                  <a:cubicBezTo>
                    <a:pt x="15" y="90"/>
                    <a:pt x="18" y="93"/>
                    <a:pt x="19" y="95"/>
                  </a:cubicBezTo>
                  <a:cubicBezTo>
                    <a:pt x="21" y="97"/>
                    <a:pt x="24" y="101"/>
                    <a:pt x="22" y="103"/>
                  </a:cubicBezTo>
                  <a:cubicBezTo>
                    <a:pt x="21" y="105"/>
                    <a:pt x="19" y="105"/>
                    <a:pt x="16" y="104"/>
                  </a:cubicBezTo>
                  <a:cubicBezTo>
                    <a:pt x="13" y="104"/>
                    <a:pt x="13" y="106"/>
                    <a:pt x="8" y="105"/>
                  </a:cubicBezTo>
                  <a:cubicBezTo>
                    <a:pt x="3" y="104"/>
                    <a:pt x="2" y="108"/>
                    <a:pt x="0" y="11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" y="112"/>
                    <a:pt x="4" y="116"/>
                    <a:pt x="8" y="118"/>
                  </a:cubicBezTo>
                  <a:cubicBezTo>
                    <a:pt x="13" y="119"/>
                    <a:pt x="17" y="114"/>
                    <a:pt x="17" y="118"/>
                  </a:cubicBezTo>
                  <a:cubicBezTo>
                    <a:pt x="17" y="122"/>
                    <a:pt x="5" y="121"/>
                    <a:pt x="5" y="122"/>
                  </a:cubicBezTo>
                  <a:cubicBezTo>
                    <a:pt x="5" y="123"/>
                    <a:pt x="17" y="138"/>
                    <a:pt x="23" y="137"/>
                  </a:cubicBezTo>
                  <a:cubicBezTo>
                    <a:pt x="29" y="136"/>
                    <a:pt x="34" y="129"/>
                    <a:pt x="32" y="128"/>
                  </a:cubicBezTo>
                  <a:cubicBezTo>
                    <a:pt x="30" y="127"/>
                    <a:pt x="33" y="123"/>
                    <a:pt x="35" y="124"/>
                  </a:cubicBezTo>
                  <a:cubicBezTo>
                    <a:pt x="36" y="124"/>
                    <a:pt x="35" y="131"/>
                    <a:pt x="37" y="132"/>
                  </a:cubicBezTo>
                  <a:cubicBezTo>
                    <a:pt x="39" y="134"/>
                    <a:pt x="38" y="137"/>
                    <a:pt x="37" y="140"/>
                  </a:cubicBezTo>
                  <a:cubicBezTo>
                    <a:pt x="35" y="143"/>
                    <a:pt x="38" y="150"/>
                    <a:pt x="38" y="154"/>
                  </a:cubicBezTo>
                  <a:cubicBezTo>
                    <a:pt x="39" y="158"/>
                    <a:pt x="41" y="164"/>
                    <a:pt x="42" y="169"/>
                  </a:cubicBezTo>
                  <a:cubicBezTo>
                    <a:pt x="43" y="175"/>
                    <a:pt x="47" y="186"/>
                    <a:pt x="50" y="192"/>
                  </a:cubicBezTo>
                  <a:cubicBezTo>
                    <a:pt x="53" y="198"/>
                    <a:pt x="56" y="211"/>
                    <a:pt x="58" y="214"/>
                  </a:cubicBezTo>
                  <a:cubicBezTo>
                    <a:pt x="60" y="217"/>
                    <a:pt x="66" y="226"/>
                    <a:pt x="66" y="231"/>
                  </a:cubicBezTo>
                  <a:cubicBezTo>
                    <a:pt x="66" y="237"/>
                    <a:pt x="72" y="245"/>
                    <a:pt x="74" y="246"/>
                  </a:cubicBezTo>
                  <a:cubicBezTo>
                    <a:pt x="77" y="248"/>
                    <a:pt x="81" y="245"/>
                    <a:pt x="82" y="241"/>
                  </a:cubicBezTo>
                  <a:cubicBezTo>
                    <a:pt x="83" y="238"/>
                    <a:pt x="90" y="236"/>
                    <a:pt x="90" y="233"/>
                  </a:cubicBezTo>
                  <a:cubicBezTo>
                    <a:pt x="90" y="230"/>
                    <a:pt x="91" y="228"/>
                    <a:pt x="93" y="228"/>
                  </a:cubicBezTo>
                  <a:cubicBezTo>
                    <a:pt x="96" y="227"/>
                    <a:pt x="96" y="225"/>
                    <a:pt x="96" y="222"/>
                  </a:cubicBezTo>
                  <a:cubicBezTo>
                    <a:pt x="96" y="218"/>
                    <a:pt x="96" y="214"/>
                    <a:pt x="98" y="211"/>
                  </a:cubicBezTo>
                  <a:cubicBezTo>
                    <a:pt x="100" y="208"/>
                    <a:pt x="101" y="200"/>
                    <a:pt x="99" y="197"/>
                  </a:cubicBezTo>
                  <a:cubicBezTo>
                    <a:pt x="98" y="194"/>
                    <a:pt x="99" y="190"/>
                    <a:pt x="100" y="187"/>
                  </a:cubicBezTo>
                  <a:cubicBezTo>
                    <a:pt x="101" y="183"/>
                    <a:pt x="101" y="180"/>
                    <a:pt x="103" y="180"/>
                  </a:cubicBezTo>
                  <a:cubicBezTo>
                    <a:pt x="105" y="179"/>
                    <a:pt x="109" y="177"/>
                    <a:pt x="111" y="174"/>
                  </a:cubicBezTo>
                  <a:cubicBezTo>
                    <a:pt x="114" y="170"/>
                    <a:pt x="121" y="166"/>
                    <a:pt x="124" y="164"/>
                  </a:cubicBezTo>
                  <a:cubicBezTo>
                    <a:pt x="127" y="161"/>
                    <a:pt x="135" y="154"/>
                    <a:pt x="138" y="150"/>
                  </a:cubicBezTo>
                  <a:cubicBezTo>
                    <a:pt x="140" y="146"/>
                    <a:pt x="147" y="144"/>
                    <a:pt x="151" y="141"/>
                  </a:cubicBezTo>
                  <a:cubicBezTo>
                    <a:pt x="154" y="138"/>
                    <a:pt x="153" y="136"/>
                    <a:pt x="153" y="132"/>
                  </a:cubicBezTo>
                  <a:cubicBezTo>
                    <a:pt x="154" y="129"/>
                    <a:pt x="164" y="127"/>
                    <a:pt x="168" y="127"/>
                  </a:cubicBezTo>
                  <a:cubicBezTo>
                    <a:pt x="169" y="127"/>
                    <a:pt x="170" y="127"/>
                    <a:pt x="170" y="127"/>
                  </a:cubicBezTo>
                  <a:cubicBezTo>
                    <a:pt x="170" y="121"/>
                    <a:pt x="169" y="114"/>
                    <a:pt x="167" y="11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8433571" y="2455331"/>
              <a:ext cx="959868" cy="414000"/>
            </a:xfrm>
            <a:custGeom>
              <a:avLst/>
              <a:gdLst/>
              <a:ahLst/>
              <a:cxnLst/>
              <a:rect l="l" t="t" r="r" b="b"/>
              <a:pathLst>
                <a:path w="265" h="114" extrusionOk="0">
                  <a:moveTo>
                    <a:pt x="253" y="48"/>
                  </a:moveTo>
                  <a:cubicBezTo>
                    <a:pt x="251" y="45"/>
                    <a:pt x="246" y="46"/>
                    <a:pt x="245" y="49"/>
                  </a:cubicBezTo>
                  <a:cubicBezTo>
                    <a:pt x="244" y="52"/>
                    <a:pt x="242" y="48"/>
                    <a:pt x="237" y="48"/>
                  </a:cubicBezTo>
                  <a:cubicBezTo>
                    <a:pt x="232" y="48"/>
                    <a:pt x="232" y="51"/>
                    <a:pt x="228" y="48"/>
                  </a:cubicBezTo>
                  <a:cubicBezTo>
                    <a:pt x="225" y="44"/>
                    <a:pt x="230" y="43"/>
                    <a:pt x="230" y="43"/>
                  </a:cubicBezTo>
                  <a:cubicBezTo>
                    <a:pt x="230" y="39"/>
                    <a:pt x="230" y="39"/>
                    <a:pt x="230" y="39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35" y="25"/>
                    <a:pt x="232" y="24"/>
                    <a:pt x="231" y="25"/>
                  </a:cubicBezTo>
                  <a:cubicBezTo>
                    <a:pt x="229" y="26"/>
                    <a:pt x="224" y="25"/>
                    <a:pt x="223" y="23"/>
                  </a:cubicBezTo>
                  <a:cubicBezTo>
                    <a:pt x="223" y="22"/>
                    <a:pt x="215" y="21"/>
                    <a:pt x="213" y="23"/>
                  </a:cubicBezTo>
                  <a:cubicBezTo>
                    <a:pt x="211" y="24"/>
                    <a:pt x="207" y="26"/>
                    <a:pt x="206" y="27"/>
                  </a:cubicBezTo>
                  <a:cubicBezTo>
                    <a:pt x="206" y="29"/>
                    <a:pt x="201" y="29"/>
                    <a:pt x="200" y="30"/>
                  </a:cubicBezTo>
                  <a:cubicBezTo>
                    <a:pt x="198" y="31"/>
                    <a:pt x="189" y="32"/>
                    <a:pt x="189" y="33"/>
                  </a:cubicBezTo>
                  <a:cubicBezTo>
                    <a:pt x="188" y="34"/>
                    <a:pt x="179" y="34"/>
                    <a:pt x="177" y="33"/>
                  </a:cubicBezTo>
                  <a:cubicBezTo>
                    <a:pt x="176" y="31"/>
                    <a:pt x="168" y="33"/>
                    <a:pt x="167" y="31"/>
                  </a:cubicBezTo>
                  <a:cubicBezTo>
                    <a:pt x="166" y="29"/>
                    <a:pt x="162" y="28"/>
                    <a:pt x="162" y="26"/>
                  </a:cubicBezTo>
                  <a:cubicBezTo>
                    <a:pt x="162" y="24"/>
                    <a:pt x="156" y="24"/>
                    <a:pt x="155" y="23"/>
                  </a:cubicBezTo>
                  <a:cubicBezTo>
                    <a:pt x="155" y="21"/>
                    <a:pt x="150" y="20"/>
                    <a:pt x="149" y="21"/>
                  </a:cubicBezTo>
                  <a:cubicBezTo>
                    <a:pt x="148" y="21"/>
                    <a:pt x="143" y="19"/>
                    <a:pt x="141" y="19"/>
                  </a:cubicBezTo>
                  <a:cubicBezTo>
                    <a:pt x="140" y="19"/>
                    <a:pt x="135" y="20"/>
                    <a:pt x="133" y="20"/>
                  </a:cubicBezTo>
                  <a:cubicBezTo>
                    <a:pt x="132" y="20"/>
                    <a:pt x="129" y="23"/>
                    <a:pt x="127" y="23"/>
                  </a:cubicBezTo>
                  <a:cubicBezTo>
                    <a:pt x="126" y="23"/>
                    <a:pt x="121" y="20"/>
                    <a:pt x="120" y="21"/>
                  </a:cubicBezTo>
                  <a:cubicBezTo>
                    <a:pt x="119" y="22"/>
                    <a:pt x="116" y="18"/>
                    <a:pt x="115" y="17"/>
                  </a:cubicBezTo>
                  <a:cubicBezTo>
                    <a:pt x="113" y="15"/>
                    <a:pt x="115" y="11"/>
                    <a:pt x="114" y="10"/>
                  </a:cubicBezTo>
                  <a:cubicBezTo>
                    <a:pt x="113" y="8"/>
                    <a:pt x="107" y="8"/>
                    <a:pt x="105" y="7"/>
                  </a:cubicBezTo>
                  <a:cubicBezTo>
                    <a:pt x="104" y="6"/>
                    <a:pt x="101" y="5"/>
                    <a:pt x="99" y="5"/>
                  </a:cubicBezTo>
                  <a:cubicBezTo>
                    <a:pt x="98" y="5"/>
                    <a:pt x="95" y="4"/>
                    <a:pt x="94" y="3"/>
                  </a:cubicBezTo>
                  <a:cubicBezTo>
                    <a:pt x="93" y="3"/>
                    <a:pt x="90" y="1"/>
                    <a:pt x="88" y="1"/>
                  </a:cubicBezTo>
                  <a:cubicBezTo>
                    <a:pt x="86" y="0"/>
                    <a:pt x="86" y="3"/>
                    <a:pt x="85" y="4"/>
                  </a:cubicBezTo>
                  <a:cubicBezTo>
                    <a:pt x="84" y="5"/>
                    <a:pt x="81" y="5"/>
                    <a:pt x="80" y="7"/>
                  </a:cubicBezTo>
                  <a:cubicBezTo>
                    <a:pt x="80" y="8"/>
                    <a:pt x="76" y="9"/>
                    <a:pt x="77" y="11"/>
                  </a:cubicBezTo>
                  <a:cubicBezTo>
                    <a:pt x="77" y="13"/>
                    <a:pt x="79" y="17"/>
                    <a:pt x="80" y="18"/>
                  </a:cubicBezTo>
                  <a:cubicBezTo>
                    <a:pt x="81" y="19"/>
                    <a:pt x="80" y="22"/>
                    <a:pt x="80" y="23"/>
                  </a:cubicBezTo>
                  <a:cubicBezTo>
                    <a:pt x="79" y="24"/>
                    <a:pt x="74" y="25"/>
                    <a:pt x="73" y="26"/>
                  </a:cubicBezTo>
                  <a:cubicBezTo>
                    <a:pt x="72" y="28"/>
                    <a:pt x="69" y="26"/>
                    <a:pt x="67" y="25"/>
                  </a:cubicBezTo>
                  <a:cubicBezTo>
                    <a:pt x="64" y="23"/>
                    <a:pt x="61" y="24"/>
                    <a:pt x="60" y="25"/>
                  </a:cubicBezTo>
                  <a:cubicBezTo>
                    <a:pt x="59" y="26"/>
                    <a:pt x="54" y="23"/>
                    <a:pt x="53" y="22"/>
                  </a:cubicBezTo>
                  <a:cubicBezTo>
                    <a:pt x="52" y="22"/>
                    <a:pt x="51" y="17"/>
                    <a:pt x="50" y="18"/>
                  </a:cubicBezTo>
                  <a:cubicBezTo>
                    <a:pt x="49" y="18"/>
                    <a:pt x="40" y="16"/>
                    <a:pt x="39" y="16"/>
                  </a:cubicBezTo>
                  <a:cubicBezTo>
                    <a:pt x="37" y="15"/>
                    <a:pt x="33" y="15"/>
                    <a:pt x="33" y="17"/>
                  </a:cubicBezTo>
                  <a:cubicBezTo>
                    <a:pt x="32" y="18"/>
                    <a:pt x="28" y="18"/>
                    <a:pt x="27" y="19"/>
                  </a:cubicBezTo>
                  <a:cubicBezTo>
                    <a:pt x="26" y="21"/>
                    <a:pt x="23" y="21"/>
                    <a:pt x="21" y="23"/>
                  </a:cubicBezTo>
                  <a:cubicBezTo>
                    <a:pt x="20" y="24"/>
                    <a:pt x="16" y="24"/>
                    <a:pt x="15" y="27"/>
                  </a:cubicBezTo>
                  <a:cubicBezTo>
                    <a:pt x="14" y="29"/>
                    <a:pt x="9" y="30"/>
                    <a:pt x="7" y="30"/>
                  </a:cubicBezTo>
                  <a:cubicBezTo>
                    <a:pt x="6" y="30"/>
                    <a:pt x="2" y="31"/>
                    <a:pt x="1" y="32"/>
                  </a:cubicBezTo>
                  <a:cubicBezTo>
                    <a:pt x="1" y="33"/>
                    <a:pt x="1" y="33"/>
                    <a:pt x="0" y="33"/>
                  </a:cubicBezTo>
                  <a:cubicBezTo>
                    <a:pt x="0" y="33"/>
                    <a:pt x="0" y="33"/>
                    <a:pt x="0" y="34"/>
                  </a:cubicBezTo>
                  <a:cubicBezTo>
                    <a:pt x="1" y="39"/>
                    <a:pt x="4" y="39"/>
                    <a:pt x="6" y="42"/>
                  </a:cubicBezTo>
                  <a:cubicBezTo>
                    <a:pt x="9" y="44"/>
                    <a:pt x="11" y="46"/>
                    <a:pt x="14" y="46"/>
                  </a:cubicBezTo>
                  <a:cubicBezTo>
                    <a:pt x="17" y="46"/>
                    <a:pt x="21" y="49"/>
                    <a:pt x="21" y="52"/>
                  </a:cubicBezTo>
                  <a:cubicBezTo>
                    <a:pt x="21" y="54"/>
                    <a:pt x="24" y="57"/>
                    <a:pt x="25" y="58"/>
                  </a:cubicBezTo>
                  <a:cubicBezTo>
                    <a:pt x="27" y="59"/>
                    <a:pt x="25" y="63"/>
                    <a:pt x="25" y="66"/>
                  </a:cubicBezTo>
                  <a:cubicBezTo>
                    <a:pt x="25" y="69"/>
                    <a:pt x="21" y="70"/>
                    <a:pt x="23" y="73"/>
                  </a:cubicBezTo>
                  <a:cubicBezTo>
                    <a:pt x="25" y="76"/>
                    <a:pt x="38" y="78"/>
                    <a:pt x="42" y="78"/>
                  </a:cubicBezTo>
                  <a:cubicBezTo>
                    <a:pt x="46" y="78"/>
                    <a:pt x="47" y="82"/>
                    <a:pt x="48" y="82"/>
                  </a:cubicBezTo>
                  <a:cubicBezTo>
                    <a:pt x="51" y="82"/>
                    <a:pt x="51" y="85"/>
                    <a:pt x="54" y="86"/>
                  </a:cubicBezTo>
                  <a:cubicBezTo>
                    <a:pt x="56" y="86"/>
                    <a:pt x="59" y="88"/>
                    <a:pt x="60" y="93"/>
                  </a:cubicBezTo>
                  <a:cubicBezTo>
                    <a:pt x="61" y="97"/>
                    <a:pt x="65" y="99"/>
                    <a:pt x="65" y="101"/>
                  </a:cubicBezTo>
                  <a:cubicBezTo>
                    <a:pt x="66" y="103"/>
                    <a:pt x="72" y="102"/>
                    <a:pt x="76" y="102"/>
                  </a:cubicBezTo>
                  <a:cubicBezTo>
                    <a:pt x="80" y="103"/>
                    <a:pt x="93" y="102"/>
                    <a:pt x="96" y="103"/>
                  </a:cubicBezTo>
                  <a:cubicBezTo>
                    <a:pt x="99" y="103"/>
                    <a:pt x="107" y="103"/>
                    <a:pt x="111" y="106"/>
                  </a:cubicBezTo>
                  <a:cubicBezTo>
                    <a:pt x="116" y="109"/>
                    <a:pt x="118" y="107"/>
                    <a:pt x="120" y="108"/>
                  </a:cubicBezTo>
                  <a:cubicBezTo>
                    <a:pt x="123" y="110"/>
                    <a:pt x="125" y="111"/>
                    <a:pt x="129" y="110"/>
                  </a:cubicBezTo>
                  <a:cubicBezTo>
                    <a:pt x="133" y="110"/>
                    <a:pt x="133" y="113"/>
                    <a:pt x="136" y="114"/>
                  </a:cubicBezTo>
                  <a:cubicBezTo>
                    <a:pt x="138" y="114"/>
                    <a:pt x="143" y="109"/>
                    <a:pt x="150" y="106"/>
                  </a:cubicBezTo>
                  <a:cubicBezTo>
                    <a:pt x="157" y="103"/>
                    <a:pt x="166" y="105"/>
                    <a:pt x="169" y="106"/>
                  </a:cubicBezTo>
                  <a:cubicBezTo>
                    <a:pt x="173" y="106"/>
                    <a:pt x="180" y="104"/>
                    <a:pt x="184" y="99"/>
                  </a:cubicBezTo>
                  <a:cubicBezTo>
                    <a:pt x="189" y="94"/>
                    <a:pt x="194" y="95"/>
                    <a:pt x="195" y="91"/>
                  </a:cubicBezTo>
                  <a:cubicBezTo>
                    <a:pt x="195" y="87"/>
                    <a:pt x="190" y="85"/>
                    <a:pt x="193" y="81"/>
                  </a:cubicBezTo>
                  <a:cubicBezTo>
                    <a:pt x="195" y="77"/>
                    <a:pt x="199" y="78"/>
                    <a:pt x="201" y="79"/>
                  </a:cubicBezTo>
                  <a:cubicBezTo>
                    <a:pt x="203" y="80"/>
                    <a:pt x="209" y="82"/>
                    <a:pt x="214" y="78"/>
                  </a:cubicBezTo>
                  <a:cubicBezTo>
                    <a:pt x="220" y="74"/>
                    <a:pt x="222" y="75"/>
                    <a:pt x="227" y="74"/>
                  </a:cubicBezTo>
                  <a:cubicBezTo>
                    <a:pt x="232" y="74"/>
                    <a:pt x="231" y="70"/>
                    <a:pt x="234" y="67"/>
                  </a:cubicBezTo>
                  <a:cubicBezTo>
                    <a:pt x="238" y="64"/>
                    <a:pt x="241" y="63"/>
                    <a:pt x="245" y="63"/>
                  </a:cubicBezTo>
                  <a:cubicBezTo>
                    <a:pt x="248" y="63"/>
                    <a:pt x="252" y="59"/>
                    <a:pt x="256" y="61"/>
                  </a:cubicBezTo>
                  <a:cubicBezTo>
                    <a:pt x="259" y="62"/>
                    <a:pt x="264" y="62"/>
                    <a:pt x="264" y="59"/>
                  </a:cubicBezTo>
                  <a:cubicBezTo>
                    <a:pt x="265" y="57"/>
                    <a:pt x="256" y="51"/>
                    <a:pt x="253" y="4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6815902" y="3180599"/>
              <a:ext cx="13800" cy="39866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2" y="0"/>
                  </a:moveTo>
                  <a:cubicBezTo>
                    <a:pt x="0" y="1"/>
                    <a:pt x="0" y="5"/>
                    <a:pt x="0" y="6"/>
                  </a:cubicBezTo>
                  <a:cubicBezTo>
                    <a:pt x="0" y="7"/>
                    <a:pt x="1" y="9"/>
                    <a:pt x="3" y="11"/>
                  </a:cubicBezTo>
                  <a:cubicBezTo>
                    <a:pt x="3" y="8"/>
                    <a:pt x="3" y="3"/>
                    <a:pt x="4" y="2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6789835" y="3156067"/>
              <a:ext cx="44466" cy="127266"/>
            </a:xfrm>
            <a:custGeom>
              <a:avLst/>
              <a:gdLst/>
              <a:ahLst/>
              <a:cxnLst/>
              <a:rect l="l" t="t" r="r" b="b"/>
              <a:pathLst>
                <a:path w="12" h="35" extrusionOk="0">
                  <a:moveTo>
                    <a:pt x="5" y="34"/>
                  </a:moveTo>
                  <a:cubicBezTo>
                    <a:pt x="5" y="34"/>
                    <a:pt x="6" y="35"/>
                    <a:pt x="6" y="35"/>
                  </a:cubicBezTo>
                  <a:cubicBezTo>
                    <a:pt x="7" y="30"/>
                    <a:pt x="8" y="24"/>
                    <a:pt x="9" y="23"/>
                  </a:cubicBezTo>
                  <a:cubicBezTo>
                    <a:pt x="9" y="22"/>
                    <a:pt x="10" y="20"/>
                    <a:pt x="10" y="18"/>
                  </a:cubicBezTo>
                  <a:cubicBezTo>
                    <a:pt x="8" y="16"/>
                    <a:pt x="7" y="14"/>
                    <a:pt x="7" y="13"/>
                  </a:cubicBezTo>
                  <a:cubicBezTo>
                    <a:pt x="7" y="12"/>
                    <a:pt x="7" y="8"/>
                    <a:pt x="9" y="7"/>
                  </a:cubicBezTo>
                  <a:cubicBezTo>
                    <a:pt x="9" y="7"/>
                    <a:pt x="10" y="7"/>
                    <a:pt x="11" y="7"/>
                  </a:cubicBezTo>
                  <a:cubicBezTo>
                    <a:pt x="11" y="5"/>
                    <a:pt x="12" y="3"/>
                    <a:pt x="12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1"/>
                    <a:pt x="6" y="2"/>
                    <a:pt x="6" y="3"/>
                  </a:cubicBezTo>
                  <a:cubicBezTo>
                    <a:pt x="5" y="8"/>
                    <a:pt x="1" y="15"/>
                    <a:pt x="0" y="18"/>
                  </a:cubicBezTo>
                  <a:cubicBezTo>
                    <a:pt x="6" y="33"/>
                    <a:pt x="6" y="33"/>
                    <a:pt x="6" y="33"/>
                  </a:cubicBezTo>
                  <a:lnTo>
                    <a:pt x="5" y="34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6812835" y="3151467"/>
              <a:ext cx="130334" cy="142600"/>
            </a:xfrm>
            <a:custGeom>
              <a:avLst/>
              <a:gdLst/>
              <a:ahLst/>
              <a:cxnLst/>
              <a:rect l="l" t="t" r="r" b="b"/>
              <a:pathLst>
                <a:path w="36" h="39" extrusionOk="0">
                  <a:moveTo>
                    <a:pt x="33" y="0"/>
                  </a:moveTo>
                  <a:cubicBezTo>
                    <a:pt x="28" y="3"/>
                    <a:pt x="23" y="5"/>
                    <a:pt x="22" y="5"/>
                  </a:cubicBezTo>
                  <a:cubicBezTo>
                    <a:pt x="20" y="5"/>
                    <a:pt x="14" y="9"/>
                    <a:pt x="14" y="9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5"/>
                    <a:pt x="5" y="9"/>
                    <a:pt x="5" y="10"/>
                  </a:cubicBezTo>
                  <a:cubicBezTo>
                    <a:pt x="4" y="12"/>
                    <a:pt x="4" y="22"/>
                    <a:pt x="3" y="24"/>
                  </a:cubicBezTo>
                  <a:cubicBezTo>
                    <a:pt x="2" y="25"/>
                    <a:pt x="1" y="31"/>
                    <a:pt x="0" y="36"/>
                  </a:cubicBezTo>
                  <a:cubicBezTo>
                    <a:pt x="3" y="37"/>
                    <a:pt x="6" y="39"/>
                    <a:pt x="8" y="39"/>
                  </a:cubicBezTo>
                  <a:cubicBezTo>
                    <a:pt x="11" y="39"/>
                    <a:pt x="14" y="36"/>
                    <a:pt x="14" y="34"/>
                  </a:cubicBezTo>
                  <a:cubicBezTo>
                    <a:pt x="14" y="32"/>
                    <a:pt x="17" y="32"/>
                    <a:pt x="20" y="32"/>
                  </a:cubicBezTo>
                  <a:cubicBezTo>
                    <a:pt x="22" y="32"/>
                    <a:pt x="23" y="29"/>
                    <a:pt x="25" y="28"/>
                  </a:cubicBezTo>
                  <a:cubicBezTo>
                    <a:pt x="27" y="27"/>
                    <a:pt x="20" y="21"/>
                    <a:pt x="18" y="20"/>
                  </a:cubicBezTo>
                  <a:cubicBezTo>
                    <a:pt x="16" y="20"/>
                    <a:pt x="20" y="15"/>
                    <a:pt x="27" y="15"/>
                  </a:cubicBezTo>
                  <a:cubicBezTo>
                    <a:pt x="33" y="15"/>
                    <a:pt x="32" y="12"/>
                    <a:pt x="35" y="12"/>
                  </a:cubicBezTo>
                  <a:cubicBezTo>
                    <a:pt x="35" y="12"/>
                    <a:pt x="35" y="12"/>
                    <a:pt x="36" y="12"/>
                  </a:cubicBezTo>
                  <a:cubicBezTo>
                    <a:pt x="35" y="9"/>
                    <a:pt x="34" y="6"/>
                    <a:pt x="34" y="4"/>
                  </a:cubicBezTo>
                  <a:cubicBezTo>
                    <a:pt x="33" y="3"/>
                    <a:pt x="33" y="2"/>
                    <a:pt x="33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7878503" y="2803399"/>
              <a:ext cx="332734" cy="145668"/>
            </a:xfrm>
            <a:custGeom>
              <a:avLst/>
              <a:gdLst/>
              <a:ahLst/>
              <a:cxnLst/>
              <a:rect l="l" t="t" r="r" b="b"/>
              <a:pathLst>
                <a:path w="92" h="40" extrusionOk="0">
                  <a:moveTo>
                    <a:pt x="85" y="8"/>
                  </a:moveTo>
                  <a:cubicBezTo>
                    <a:pt x="82" y="4"/>
                    <a:pt x="81" y="6"/>
                    <a:pt x="77" y="5"/>
                  </a:cubicBezTo>
                  <a:cubicBezTo>
                    <a:pt x="73" y="4"/>
                    <a:pt x="59" y="3"/>
                    <a:pt x="56" y="4"/>
                  </a:cubicBezTo>
                  <a:cubicBezTo>
                    <a:pt x="53" y="5"/>
                    <a:pt x="46" y="2"/>
                    <a:pt x="44" y="1"/>
                  </a:cubicBezTo>
                  <a:cubicBezTo>
                    <a:pt x="42" y="0"/>
                    <a:pt x="36" y="1"/>
                    <a:pt x="36" y="4"/>
                  </a:cubicBezTo>
                  <a:cubicBezTo>
                    <a:pt x="35" y="8"/>
                    <a:pt x="33" y="8"/>
                    <a:pt x="28" y="6"/>
                  </a:cubicBezTo>
                  <a:cubicBezTo>
                    <a:pt x="24" y="3"/>
                    <a:pt x="17" y="3"/>
                    <a:pt x="17" y="6"/>
                  </a:cubicBezTo>
                  <a:cubicBezTo>
                    <a:pt x="16" y="8"/>
                    <a:pt x="13" y="11"/>
                    <a:pt x="12" y="11"/>
                  </a:cubicBezTo>
                  <a:cubicBezTo>
                    <a:pt x="11" y="12"/>
                    <a:pt x="10" y="14"/>
                    <a:pt x="9" y="16"/>
                  </a:cubicBezTo>
                  <a:cubicBezTo>
                    <a:pt x="10" y="17"/>
                    <a:pt x="11" y="18"/>
                    <a:pt x="12" y="19"/>
                  </a:cubicBezTo>
                  <a:cubicBezTo>
                    <a:pt x="14" y="21"/>
                    <a:pt x="18" y="21"/>
                    <a:pt x="19" y="19"/>
                  </a:cubicBezTo>
                  <a:cubicBezTo>
                    <a:pt x="19" y="17"/>
                    <a:pt x="26" y="21"/>
                    <a:pt x="30" y="24"/>
                  </a:cubicBezTo>
                  <a:cubicBezTo>
                    <a:pt x="34" y="27"/>
                    <a:pt x="28" y="25"/>
                    <a:pt x="27" y="28"/>
                  </a:cubicBezTo>
                  <a:cubicBezTo>
                    <a:pt x="25" y="32"/>
                    <a:pt x="20" y="28"/>
                    <a:pt x="19" y="30"/>
                  </a:cubicBezTo>
                  <a:cubicBezTo>
                    <a:pt x="17" y="31"/>
                    <a:pt x="9" y="32"/>
                    <a:pt x="6" y="31"/>
                  </a:cubicBezTo>
                  <a:cubicBezTo>
                    <a:pt x="4" y="31"/>
                    <a:pt x="0" y="35"/>
                    <a:pt x="0" y="36"/>
                  </a:cubicBezTo>
                  <a:cubicBezTo>
                    <a:pt x="1" y="38"/>
                    <a:pt x="9" y="35"/>
                    <a:pt x="12" y="37"/>
                  </a:cubicBezTo>
                  <a:cubicBezTo>
                    <a:pt x="15" y="39"/>
                    <a:pt x="18" y="35"/>
                    <a:pt x="20" y="38"/>
                  </a:cubicBezTo>
                  <a:cubicBezTo>
                    <a:pt x="22" y="40"/>
                    <a:pt x="25" y="38"/>
                    <a:pt x="27" y="39"/>
                  </a:cubicBezTo>
                  <a:cubicBezTo>
                    <a:pt x="29" y="40"/>
                    <a:pt x="38" y="38"/>
                    <a:pt x="38" y="38"/>
                  </a:cubicBezTo>
                  <a:cubicBezTo>
                    <a:pt x="39" y="37"/>
                    <a:pt x="39" y="35"/>
                    <a:pt x="39" y="34"/>
                  </a:cubicBezTo>
                  <a:cubicBezTo>
                    <a:pt x="39" y="32"/>
                    <a:pt x="41" y="32"/>
                    <a:pt x="43" y="32"/>
                  </a:cubicBezTo>
                  <a:cubicBezTo>
                    <a:pt x="45" y="31"/>
                    <a:pt x="46" y="29"/>
                    <a:pt x="48" y="29"/>
                  </a:cubicBezTo>
                  <a:cubicBezTo>
                    <a:pt x="49" y="29"/>
                    <a:pt x="51" y="27"/>
                    <a:pt x="53" y="27"/>
                  </a:cubicBezTo>
                  <a:cubicBezTo>
                    <a:pt x="54" y="28"/>
                    <a:pt x="56" y="30"/>
                    <a:pt x="58" y="29"/>
                  </a:cubicBezTo>
                  <a:cubicBezTo>
                    <a:pt x="60" y="27"/>
                    <a:pt x="60" y="29"/>
                    <a:pt x="63" y="25"/>
                  </a:cubicBezTo>
                  <a:cubicBezTo>
                    <a:pt x="66" y="22"/>
                    <a:pt x="67" y="23"/>
                    <a:pt x="71" y="23"/>
                  </a:cubicBezTo>
                  <a:cubicBezTo>
                    <a:pt x="75" y="24"/>
                    <a:pt x="76" y="22"/>
                    <a:pt x="77" y="20"/>
                  </a:cubicBezTo>
                  <a:cubicBezTo>
                    <a:pt x="79" y="17"/>
                    <a:pt x="82" y="17"/>
                    <a:pt x="84" y="16"/>
                  </a:cubicBezTo>
                  <a:cubicBezTo>
                    <a:pt x="86" y="14"/>
                    <a:pt x="90" y="13"/>
                    <a:pt x="91" y="12"/>
                  </a:cubicBezTo>
                  <a:cubicBezTo>
                    <a:pt x="92" y="12"/>
                    <a:pt x="92" y="11"/>
                    <a:pt x="92" y="10"/>
                  </a:cubicBezTo>
                  <a:cubicBezTo>
                    <a:pt x="89" y="8"/>
                    <a:pt x="88" y="11"/>
                    <a:pt x="85" y="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6964635" y="2784999"/>
              <a:ext cx="210068" cy="95066"/>
            </a:xfrm>
            <a:custGeom>
              <a:avLst/>
              <a:gdLst/>
              <a:ahLst/>
              <a:cxnLst/>
              <a:rect l="l" t="t" r="r" b="b"/>
              <a:pathLst>
                <a:path w="58" h="26" extrusionOk="0">
                  <a:moveTo>
                    <a:pt x="23" y="20"/>
                  </a:moveTo>
                  <a:cubicBezTo>
                    <a:pt x="26" y="19"/>
                    <a:pt x="27" y="22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32" y="25"/>
                    <a:pt x="35" y="24"/>
                    <a:pt x="38" y="24"/>
                  </a:cubicBezTo>
                  <a:cubicBezTo>
                    <a:pt x="40" y="24"/>
                    <a:pt x="43" y="24"/>
                    <a:pt x="45" y="25"/>
                  </a:cubicBezTo>
                  <a:cubicBezTo>
                    <a:pt x="45" y="24"/>
                    <a:pt x="45" y="23"/>
                    <a:pt x="45" y="23"/>
                  </a:cubicBezTo>
                  <a:cubicBezTo>
                    <a:pt x="46" y="21"/>
                    <a:pt x="49" y="23"/>
                    <a:pt x="51" y="25"/>
                  </a:cubicBezTo>
                  <a:cubicBezTo>
                    <a:pt x="52" y="26"/>
                    <a:pt x="56" y="26"/>
                    <a:pt x="57" y="25"/>
                  </a:cubicBezTo>
                  <a:cubicBezTo>
                    <a:pt x="58" y="24"/>
                    <a:pt x="55" y="23"/>
                    <a:pt x="54" y="21"/>
                  </a:cubicBezTo>
                  <a:cubicBezTo>
                    <a:pt x="54" y="21"/>
                    <a:pt x="55" y="20"/>
                    <a:pt x="56" y="18"/>
                  </a:cubicBezTo>
                  <a:cubicBezTo>
                    <a:pt x="54" y="17"/>
                    <a:pt x="52" y="15"/>
                    <a:pt x="51" y="16"/>
                  </a:cubicBezTo>
                  <a:cubicBezTo>
                    <a:pt x="50" y="16"/>
                    <a:pt x="50" y="11"/>
                    <a:pt x="48" y="11"/>
                  </a:cubicBezTo>
                  <a:cubicBezTo>
                    <a:pt x="47" y="11"/>
                    <a:pt x="47" y="9"/>
                    <a:pt x="45" y="9"/>
                  </a:cubicBezTo>
                  <a:cubicBezTo>
                    <a:pt x="44" y="9"/>
                    <a:pt x="38" y="9"/>
                    <a:pt x="37" y="11"/>
                  </a:cubicBezTo>
                  <a:cubicBezTo>
                    <a:pt x="35" y="12"/>
                    <a:pt x="33" y="8"/>
                    <a:pt x="31" y="8"/>
                  </a:cubicBezTo>
                  <a:cubicBezTo>
                    <a:pt x="30" y="8"/>
                    <a:pt x="27" y="6"/>
                    <a:pt x="26" y="5"/>
                  </a:cubicBezTo>
                  <a:cubicBezTo>
                    <a:pt x="25" y="3"/>
                    <a:pt x="16" y="5"/>
                    <a:pt x="13" y="3"/>
                  </a:cubicBezTo>
                  <a:cubicBezTo>
                    <a:pt x="11" y="2"/>
                    <a:pt x="6" y="0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5" y="5"/>
                    <a:pt x="12" y="4"/>
                    <a:pt x="13" y="9"/>
                  </a:cubicBezTo>
                  <a:cubicBezTo>
                    <a:pt x="14" y="15"/>
                    <a:pt x="17" y="13"/>
                    <a:pt x="16" y="18"/>
                  </a:cubicBezTo>
                  <a:cubicBezTo>
                    <a:pt x="16" y="19"/>
                    <a:pt x="15" y="20"/>
                    <a:pt x="14" y="21"/>
                  </a:cubicBezTo>
                  <a:cubicBezTo>
                    <a:pt x="18" y="21"/>
                    <a:pt x="22" y="21"/>
                    <a:pt x="23" y="2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6539901" y="2840199"/>
              <a:ext cx="576534" cy="225400"/>
            </a:xfrm>
            <a:custGeom>
              <a:avLst/>
              <a:gdLst/>
              <a:ahLst/>
              <a:cxnLst/>
              <a:rect l="l" t="t" r="r" b="b"/>
              <a:pathLst>
                <a:path w="159" h="62" extrusionOk="0">
                  <a:moveTo>
                    <a:pt x="154" y="44"/>
                  </a:moveTo>
                  <a:cubicBezTo>
                    <a:pt x="153" y="43"/>
                    <a:pt x="155" y="36"/>
                    <a:pt x="154" y="35"/>
                  </a:cubicBezTo>
                  <a:cubicBezTo>
                    <a:pt x="154" y="33"/>
                    <a:pt x="152" y="28"/>
                    <a:pt x="154" y="28"/>
                  </a:cubicBezTo>
                  <a:cubicBezTo>
                    <a:pt x="156" y="28"/>
                    <a:pt x="154" y="23"/>
                    <a:pt x="156" y="23"/>
                  </a:cubicBezTo>
                  <a:cubicBezTo>
                    <a:pt x="156" y="22"/>
                    <a:pt x="155" y="21"/>
                    <a:pt x="155" y="20"/>
                  </a:cubicBezTo>
                  <a:cubicBezTo>
                    <a:pt x="153" y="19"/>
                    <a:pt x="150" y="21"/>
                    <a:pt x="148" y="17"/>
                  </a:cubicBezTo>
                  <a:cubicBezTo>
                    <a:pt x="147" y="14"/>
                    <a:pt x="148" y="13"/>
                    <a:pt x="146" y="10"/>
                  </a:cubicBezTo>
                  <a:cubicBezTo>
                    <a:pt x="144" y="7"/>
                    <a:pt x="143" y="4"/>
                    <a:pt x="140" y="5"/>
                  </a:cubicBezTo>
                  <a:cubicBezTo>
                    <a:pt x="139" y="6"/>
                    <a:pt x="135" y="6"/>
                    <a:pt x="131" y="6"/>
                  </a:cubicBezTo>
                  <a:cubicBezTo>
                    <a:pt x="127" y="9"/>
                    <a:pt x="118" y="12"/>
                    <a:pt x="116" y="11"/>
                  </a:cubicBezTo>
                  <a:cubicBezTo>
                    <a:pt x="112" y="10"/>
                    <a:pt x="106" y="11"/>
                    <a:pt x="101" y="11"/>
                  </a:cubicBezTo>
                  <a:cubicBezTo>
                    <a:pt x="96" y="11"/>
                    <a:pt x="95" y="8"/>
                    <a:pt x="91" y="8"/>
                  </a:cubicBezTo>
                  <a:cubicBezTo>
                    <a:pt x="87" y="8"/>
                    <a:pt x="87" y="5"/>
                    <a:pt x="83" y="5"/>
                  </a:cubicBezTo>
                  <a:cubicBezTo>
                    <a:pt x="80" y="5"/>
                    <a:pt x="83" y="3"/>
                    <a:pt x="71" y="1"/>
                  </a:cubicBezTo>
                  <a:cubicBezTo>
                    <a:pt x="59" y="0"/>
                    <a:pt x="49" y="6"/>
                    <a:pt x="45" y="9"/>
                  </a:cubicBezTo>
                  <a:cubicBezTo>
                    <a:pt x="42" y="12"/>
                    <a:pt x="28" y="9"/>
                    <a:pt x="27" y="10"/>
                  </a:cubicBezTo>
                  <a:cubicBezTo>
                    <a:pt x="26" y="11"/>
                    <a:pt x="27" y="15"/>
                    <a:pt x="23" y="17"/>
                  </a:cubicBezTo>
                  <a:cubicBezTo>
                    <a:pt x="18" y="18"/>
                    <a:pt x="8" y="17"/>
                    <a:pt x="5" y="18"/>
                  </a:cubicBezTo>
                  <a:cubicBezTo>
                    <a:pt x="2" y="20"/>
                    <a:pt x="0" y="25"/>
                    <a:pt x="3" y="24"/>
                  </a:cubicBezTo>
                  <a:cubicBezTo>
                    <a:pt x="6" y="24"/>
                    <a:pt x="8" y="26"/>
                    <a:pt x="7" y="27"/>
                  </a:cubicBezTo>
                  <a:cubicBezTo>
                    <a:pt x="6" y="28"/>
                    <a:pt x="9" y="31"/>
                    <a:pt x="8" y="33"/>
                  </a:cubicBezTo>
                  <a:cubicBezTo>
                    <a:pt x="6" y="34"/>
                    <a:pt x="6" y="37"/>
                    <a:pt x="8" y="39"/>
                  </a:cubicBezTo>
                  <a:cubicBezTo>
                    <a:pt x="10" y="40"/>
                    <a:pt x="10" y="43"/>
                    <a:pt x="8" y="43"/>
                  </a:cubicBezTo>
                  <a:cubicBezTo>
                    <a:pt x="5" y="44"/>
                    <a:pt x="12" y="47"/>
                    <a:pt x="12" y="48"/>
                  </a:cubicBezTo>
                  <a:cubicBezTo>
                    <a:pt x="12" y="49"/>
                    <a:pt x="18" y="50"/>
                    <a:pt x="18" y="51"/>
                  </a:cubicBezTo>
                  <a:cubicBezTo>
                    <a:pt x="18" y="53"/>
                    <a:pt x="19" y="53"/>
                    <a:pt x="22" y="52"/>
                  </a:cubicBezTo>
                  <a:cubicBezTo>
                    <a:pt x="24" y="52"/>
                    <a:pt x="25" y="55"/>
                    <a:pt x="27" y="58"/>
                  </a:cubicBezTo>
                  <a:cubicBezTo>
                    <a:pt x="29" y="60"/>
                    <a:pt x="38" y="58"/>
                    <a:pt x="38" y="56"/>
                  </a:cubicBezTo>
                  <a:cubicBezTo>
                    <a:pt x="38" y="53"/>
                    <a:pt x="41" y="52"/>
                    <a:pt x="45" y="53"/>
                  </a:cubicBezTo>
                  <a:cubicBezTo>
                    <a:pt x="49" y="53"/>
                    <a:pt x="54" y="59"/>
                    <a:pt x="56" y="59"/>
                  </a:cubicBezTo>
                  <a:cubicBezTo>
                    <a:pt x="58" y="60"/>
                    <a:pt x="62" y="58"/>
                    <a:pt x="65" y="58"/>
                  </a:cubicBezTo>
                  <a:cubicBezTo>
                    <a:pt x="67" y="58"/>
                    <a:pt x="71" y="54"/>
                    <a:pt x="73" y="53"/>
                  </a:cubicBezTo>
                  <a:cubicBezTo>
                    <a:pt x="74" y="52"/>
                    <a:pt x="77" y="56"/>
                    <a:pt x="79" y="55"/>
                  </a:cubicBezTo>
                  <a:cubicBezTo>
                    <a:pt x="82" y="53"/>
                    <a:pt x="84" y="52"/>
                    <a:pt x="86" y="53"/>
                  </a:cubicBezTo>
                  <a:cubicBezTo>
                    <a:pt x="87" y="54"/>
                    <a:pt x="82" y="57"/>
                    <a:pt x="83" y="59"/>
                  </a:cubicBezTo>
                  <a:cubicBezTo>
                    <a:pt x="84" y="60"/>
                    <a:pt x="84" y="61"/>
                    <a:pt x="84" y="62"/>
                  </a:cubicBezTo>
                  <a:cubicBezTo>
                    <a:pt x="89" y="62"/>
                    <a:pt x="88" y="58"/>
                    <a:pt x="89" y="57"/>
                  </a:cubicBezTo>
                  <a:cubicBezTo>
                    <a:pt x="89" y="55"/>
                    <a:pt x="90" y="53"/>
                    <a:pt x="92" y="55"/>
                  </a:cubicBezTo>
                  <a:cubicBezTo>
                    <a:pt x="94" y="56"/>
                    <a:pt x="96" y="56"/>
                    <a:pt x="100" y="55"/>
                  </a:cubicBezTo>
                  <a:cubicBezTo>
                    <a:pt x="103" y="53"/>
                    <a:pt x="104" y="52"/>
                    <a:pt x="105" y="54"/>
                  </a:cubicBezTo>
                  <a:cubicBezTo>
                    <a:pt x="106" y="55"/>
                    <a:pt x="109" y="54"/>
                    <a:pt x="114" y="54"/>
                  </a:cubicBezTo>
                  <a:cubicBezTo>
                    <a:pt x="120" y="54"/>
                    <a:pt x="121" y="50"/>
                    <a:pt x="126" y="51"/>
                  </a:cubicBezTo>
                  <a:cubicBezTo>
                    <a:pt x="131" y="51"/>
                    <a:pt x="135" y="49"/>
                    <a:pt x="135" y="49"/>
                  </a:cubicBezTo>
                  <a:cubicBezTo>
                    <a:pt x="138" y="50"/>
                    <a:pt x="138" y="50"/>
                    <a:pt x="138" y="50"/>
                  </a:cubicBezTo>
                  <a:cubicBezTo>
                    <a:pt x="140" y="49"/>
                    <a:pt x="139" y="48"/>
                    <a:pt x="142" y="47"/>
                  </a:cubicBezTo>
                  <a:cubicBezTo>
                    <a:pt x="146" y="47"/>
                    <a:pt x="147" y="50"/>
                    <a:pt x="149" y="49"/>
                  </a:cubicBezTo>
                  <a:cubicBezTo>
                    <a:pt x="151" y="48"/>
                    <a:pt x="158" y="55"/>
                    <a:pt x="158" y="50"/>
                  </a:cubicBezTo>
                  <a:cubicBezTo>
                    <a:pt x="159" y="49"/>
                    <a:pt x="156" y="44"/>
                    <a:pt x="154" y="44"/>
                  </a:cubicBezTo>
                  <a:close/>
                  <a:moveTo>
                    <a:pt x="14" y="11"/>
                  </a:moveTo>
                  <a:cubicBezTo>
                    <a:pt x="17" y="10"/>
                    <a:pt x="24" y="12"/>
                    <a:pt x="25" y="10"/>
                  </a:cubicBezTo>
                  <a:cubicBezTo>
                    <a:pt x="27" y="9"/>
                    <a:pt x="21" y="7"/>
                    <a:pt x="19" y="5"/>
                  </a:cubicBezTo>
                  <a:cubicBezTo>
                    <a:pt x="18" y="4"/>
                    <a:pt x="17" y="2"/>
                    <a:pt x="17" y="1"/>
                  </a:cubicBezTo>
                  <a:cubicBezTo>
                    <a:pt x="16" y="2"/>
                    <a:pt x="15" y="2"/>
                    <a:pt x="14" y="1"/>
                  </a:cubicBezTo>
                  <a:cubicBezTo>
                    <a:pt x="11" y="0"/>
                    <a:pt x="6" y="1"/>
                    <a:pt x="5" y="1"/>
                  </a:cubicBezTo>
                  <a:cubicBezTo>
                    <a:pt x="4" y="2"/>
                    <a:pt x="6" y="5"/>
                    <a:pt x="6" y="7"/>
                  </a:cubicBezTo>
                  <a:cubicBezTo>
                    <a:pt x="6" y="9"/>
                    <a:pt x="3" y="10"/>
                    <a:pt x="3" y="11"/>
                  </a:cubicBezTo>
                  <a:cubicBezTo>
                    <a:pt x="3" y="12"/>
                    <a:pt x="3" y="13"/>
                    <a:pt x="1" y="14"/>
                  </a:cubicBezTo>
                  <a:cubicBezTo>
                    <a:pt x="3" y="15"/>
                    <a:pt x="5" y="16"/>
                    <a:pt x="6" y="16"/>
                  </a:cubicBezTo>
                  <a:cubicBezTo>
                    <a:pt x="10" y="16"/>
                    <a:pt x="11" y="13"/>
                    <a:pt x="14" y="1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8142237" y="3068665"/>
              <a:ext cx="73600" cy="69000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10" y="0"/>
                  </a:moveTo>
                  <a:cubicBezTo>
                    <a:pt x="7" y="0"/>
                    <a:pt x="1" y="3"/>
                    <a:pt x="0" y="6"/>
                  </a:cubicBezTo>
                  <a:cubicBezTo>
                    <a:pt x="1" y="6"/>
                    <a:pt x="1" y="7"/>
                    <a:pt x="2" y="8"/>
                  </a:cubicBezTo>
                  <a:cubicBezTo>
                    <a:pt x="2" y="10"/>
                    <a:pt x="4" y="12"/>
                    <a:pt x="7" y="14"/>
                  </a:cubicBezTo>
                  <a:cubicBezTo>
                    <a:pt x="8" y="15"/>
                    <a:pt x="8" y="17"/>
                    <a:pt x="7" y="19"/>
                  </a:cubicBezTo>
                  <a:cubicBezTo>
                    <a:pt x="9" y="19"/>
                    <a:pt x="10" y="19"/>
                    <a:pt x="11" y="18"/>
                  </a:cubicBezTo>
                  <a:cubicBezTo>
                    <a:pt x="13" y="18"/>
                    <a:pt x="19" y="10"/>
                    <a:pt x="19" y="8"/>
                  </a:cubicBezTo>
                  <a:cubicBezTo>
                    <a:pt x="20" y="6"/>
                    <a:pt x="13" y="0"/>
                    <a:pt x="10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9520706" y="2814132"/>
              <a:ext cx="210068" cy="199334"/>
            </a:xfrm>
            <a:custGeom>
              <a:avLst/>
              <a:gdLst/>
              <a:ahLst/>
              <a:cxnLst/>
              <a:rect l="l" t="t" r="r" b="b"/>
              <a:pathLst>
                <a:path w="58" h="55" extrusionOk="0">
                  <a:moveTo>
                    <a:pt x="56" y="3"/>
                  </a:moveTo>
                  <a:cubicBezTo>
                    <a:pt x="53" y="4"/>
                    <a:pt x="52" y="0"/>
                    <a:pt x="49" y="0"/>
                  </a:cubicBezTo>
                  <a:cubicBezTo>
                    <a:pt x="46" y="0"/>
                    <a:pt x="47" y="7"/>
                    <a:pt x="44" y="7"/>
                  </a:cubicBezTo>
                  <a:cubicBezTo>
                    <a:pt x="41" y="7"/>
                    <a:pt x="42" y="10"/>
                    <a:pt x="38" y="11"/>
                  </a:cubicBezTo>
                  <a:cubicBezTo>
                    <a:pt x="34" y="11"/>
                    <a:pt x="33" y="11"/>
                    <a:pt x="35" y="14"/>
                  </a:cubicBezTo>
                  <a:cubicBezTo>
                    <a:pt x="36" y="17"/>
                    <a:pt x="33" y="16"/>
                    <a:pt x="29" y="16"/>
                  </a:cubicBezTo>
                  <a:cubicBezTo>
                    <a:pt x="26" y="16"/>
                    <a:pt x="26" y="14"/>
                    <a:pt x="24" y="14"/>
                  </a:cubicBezTo>
                  <a:cubicBezTo>
                    <a:pt x="22" y="14"/>
                    <a:pt x="20" y="17"/>
                    <a:pt x="18" y="20"/>
                  </a:cubicBezTo>
                  <a:cubicBezTo>
                    <a:pt x="17" y="22"/>
                    <a:pt x="6" y="27"/>
                    <a:pt x="3" y="28"/>
                  </a:cubicBezTo>
                  <a:cubicBezTo>
                    <a:pt x="2" y="29"/>
                    <a:pt x="1" y="30"/>
                    <a:pt x="0" y="32"/>
                  </a:cubicBezTo>
                  <a:cubicBezTo>
                    <a:pt x="4" y="32"/>
                    <a:pt x="8" y="35"/>
                    <a:pt x="10" y="37"/>
                  </a:cubicBezTo>
                  <a:cubicBezTo>
                    <a:pt x="12" y="40"/>
                    <a:pt x="7" y="43"/>
                    <a:pt x="5" y="46"/>
                  </a:cubicBezTo>
                  <a:cubicBezTo>
                    <a:pt x="3" y="49"/>
                    <a:pt x="6" y="49"/>
                    <a:pt x="7" y="51"/>
                  </a:cubicBezTo>
                  <a:cubicBezTo>
                    <a:pt x="7" y="53"/>
                    <a:pt x="10" y="55"/>
                    <a:pt x="11" y="53"/>
                  </a:cubicBezTo>
                  <a:cubicBezTo>
                    <a:pt x="12" y="51"/>
                    <a:pt x="14" y="52"/>
                    <a:pt x="17" y="52"/>
                  </a:cubicBezTo>
                  <a:cubicBezTo>
                    <a:pt x="18" y="52"/>
                    <a:pt x="19" y="52"/>
                    <a:pt x="19" y="53"/>
                  </a:cubicBezTo>
                  <a:cubicBezTo>
                    <a:pt x="21" y="51"/>
                    <a:pt x="23" y="50"/>
                    <a:pt x="24" y="49"/>
                  </a:cubicBezTo>
                  <a:cubicBezTo>
                    <a:pt x="25" y="48"/>
                    <a:pt x="29" y="48"/>
                    <a:pt x="32" y="48"/>
                  </a:cubicBezTo>
                  <a:cubicBezTo>
                    <a:pt x="34" y="48"/>
                    <a:pt x="35" y="47"/>
                    <a:pt x="36" y="46"/>
                  </a:cubicBezTo>
                  <a:cubicBezTo>
                    <a:pt x="33" y="42"/>
                    <a:pt x="30" y="40"/>
                    <a:pt x="29" y="39"/>
                  </a:cubicBezTo>
                  <a:cubicBezTo>
                    <a:pt x="26" y="37"/>
                    <a:pt x="28" y="32"/>
                    <a:pt x="31" y="31"/>
                  </a:cubicBezTo>
                  <a:cubicBezTo>
                    <a:pt x="35" y="31"/>
                    <a:pt x="43" y="24"/>
                    <a:pt x="46" y="22"/>
                  </a:cubicBezTo>
                  <a:cubicBezTo>
                    <a:pt x="48" y="21"/>
                    <a:pt x="47" y="16"/>
                    <a:pt x="49" y="12"/>
                  </a:cubicBezTo>
                  <a:cubicBezTo>
                    <a:pt x="50" y="10"/>
                    <a:pt x="54" y="6"/>
                    <a:pt x="58" y="3"/>
                  </a:cubicBezTo>
                  <a:cubicBezTo>
                    <a:pt x="57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8208171" y="3260333"/>
              <a:ext cx="231534" cy="134934"/>
            </a:xfrm>
            <a:custGeom>
              <a:avLst/>
              <a:gdLst/>
              <a:ahLst/>
              <a:cxnLst/>
              <a:rect l="l" t="t" r="r" b="b"/>
              <a:pathLst>
                <a:path w="64" h="37" extrusionOk="0">
                  <a:moveTo>
                    <a:pt x="63" y="24"/>
                  </a:moveTo>
                  <a:cubicBezTo>
                    <a:pt x="63" y="24"/>
                    <a:pt x="62" y="24"/>
                    <a:pt x="61" y="24"/>
                  </a:cubicBezTo>
                  <a:cubicBezTo>
                    <a:pt x="56" y="24"/>
                    <a:pt x="54" y="21"/>
                    <a:pt x="50" y="22"/>
                  </a:cubicBezTo>
                  <a:cubicBezTo>
                    <a:pt x="47" y="22"/>
                    <a:pt x="38" y="18"/>
                    <a:pt x="34" y="15"/>
                  </a:cubicBezTo>
                  <a:cubicBezTo>
                    <a:pt x="30" y="12"/>
                    <a:pt x="20" y="5"/>
                    <a:pt x="17" y="3"/>
                  </a:cubicBezTo>
                  <a:cubicBezTo>
                    <a:pt x="14" y="0"/>
                    <a:pt x="11" y="0"/>
                    <a:pt x="10" y="1"/>
                  </a:cubicBezTo>
                  <a:cubicBezTo>
                    <a:pt x="10" y="2"/>
                    <a:pt x="8" y="3"/>
                    <a:pt x="5" y="3"/>
                  </a:cubicBezTo>
                  <a:cubicBezTo>
                    <a:pt x="4" y="4"/>
                    <a:pt x="1" y="6"/>
                    <a:pt x="1" y="8"/>
                  </a:cubicBezTo>
                  <a:cubicBezTo>
                    <a:pt x="1" y="10"/>
                    <a:pt x="0" y="12"/>
                    <a:pt x="0" y="14"/>
                  </a:cubicBezTo>
                  <a:cubicBezTo>
                    <a:pt x="0" y="16"/>
                    <a:pt x="3" y="16"/>
                    <a:pt x="4" y="17"/>
                  </a:cubicBezTo>
                  <a:cubicBezTo>
                    <a:pt x="5" y="19"/>
                    <a:pt x="11" y="19"/>
                    <a:pt x="11" y="21"/>
                  </a:cubicBezTo>
                  <a:cubicBezTo>
                    <a:pt x="11" y="22"/>
                    <a:pt x="15" y="24"/>
                    <a:pt x="17" y="24"/>
                  </a:cubicBezTo>
                  <a:cubicBezTo>
                    <a:pt x="19" y="24"/>
                    <a:pt x="23" y="27"/>
                    <a:pt x="24" y="28"/>
                  </a:cubicBezTo>
                  <a:cubicBezTo>
                    <a:pt x="25" y="29"/>
                    <a:pt x="30" y="27"/>
                    <a:pt x="32" y="27"/>
                  </a:cubicBezTo>
                  <a:cubicBezTo>
                    <a:pt x="34" y="27"/>
                    <a:pt x="36" y="30"/>
                    <a:pt x="37" y="31"/>
                  </a:cubicBezTo>
                  <a:cubicBezTo>
                    <a:pt x="37" y="33"/>
                    <a:pt x="46" y="34"/>
                    <a:pt x="48" y="36"/>
                  </a:cubicBezTo>
                  <a:cubicBezTo>
                    <a:pt x="50" y="37"/>
                    <a:pt x="60" y="36"/>
                    <a:pt x="62" y="34"/>
                  </a:cubicBezTo>
                  <a:cubicBezTo>
                    <a:pt x="64" y="32"/>
                    <a:pt x="63" y="29"/>
                    <a:pt x="63" y="26"/>
                  </a:cubicBezTo>
                  <a:cubicBezTo>
                    <a:pt x="63" y="25"/>
                    <a:pt x="63" y="24"/>
                    <a:pt x="63" y="2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8548571" y="3323199"/>
              <a:ext cx="262200" cy="576534"/>
            </a:xfrm>
            <a:custGeom>
              <a:avLst/>
              <a:gdLst/>
              <a:ahLst/>
              <a:cxnLst/>
              <a:rect l="l" t="t" r="r" b="b"/>
              <a:pathLst>
                <a:path w="72" h="159" extrusionOk="0">
                  <a:moveTo>
                    <a:pt x="58" y="145"/>
                  </a:moveTo>
                  <a:cubicBezTo>
                    <a:pt x="58" y="141"/>
                    <a:pt x="55" y="141"/>
                    <a:pt x="55" y="138"/>
                  </a:cubicBezTo>
                  <a:cubicBezTo>
                    <a:pt x="55" y="136"/>
                    <a:pt x="55" y="131"/>
                    <a:pt x="52" y="128"/>
                  </a:cubicBezTo>
                  <a:cubicBezTo>
                    <a:pt x="48" y="125"/>
                    <a:pt x="47" y="121"/>
                    <a:pt x="49" y="119"/>
                  </a:cubicBezTo>
                  <a:cubicBezTo>
                    <a:pt x="51" y="117"/>
                    <a:pt x="49" y="113"/>
                    <a:pt x="50" y="113"/>
                  </a:cubicBezTo>
                  <a:cubicBezTo>
                    <a:pt x="51" y="113"/>
                    <a:pt x="52" y="110"/>
                    <a:pt x="50" y="109"/>
                  </a:cubicBezTo>
                  <a:cubicBezTo>
                    <a:pt x="48" y="108"/>
                    <a:pt x="50" y="104"/>
                    <a:pt x="49" y="103"/>
                  </a:cubicBezTo>
                  <a:cubicBezTo>
                    <a:pt x="47" y="103"/>
                    <a:pt x="43" y="97"/>
                    <a:pt x="43" y="96"/>
                  </a:cubicBezTo>
                  <a:cubicBezTo>
                    <a:pt x="43" y="94"/>
                    <a:pt x="44" y="85"/>
                    <a:pt x="44" y="82"/>
                  </a:cubicBezTo>
                  <a:cubicBezTo>
                    <a:pt x="44" y="80"/>
                    <a:pt x="48" y="80"/>
                    <a:pt x="49" y="80"/>
                  </a:cubicBezTo>
                  <a:cubicBezTo>
                    <a:pt x="50" y="80"/>
                    <a:pt x="54" y="80"/>
                    <a:pt x="55" y="78"/>
                  </a:cubicBezTo>
                  <a:cubicBezTo>
                    <a:pt x="56" y="75"/>
                    <a:pt x="62" y="75"/>
                    <a:pt x="63" y="73"/>
                  </a:cubicBezTo>
                  <a:cubicBezTo>
                    <a:pt x="63" y="72"/>
                    <a:pt x="67" y="72"/>
                    <a:pt x="67" y="70"/>
                  </a:cubicBezTo>
                  <a:cubicBezTo>
                    <a:pt x="67" y="68"/>
                    <a:pt x="71" y="63"/>
                    <a:pt x="71" y="63"/>
                  </a:cubicBezTo>
                  <a:cubicBezTo>
                    <a:pt x="71" y="63"/>
                    <a:pt x="72" y="63"/>
                    <a:pt x="72" y="63"/>
                  </a:cubicBezTo>
                  <a:cubicBezTo>
                    <a:pt x="71" y="62"/>
                    <a:pt x="70" y="63"/>
                    <a:pt x="68" y="64"/>
                  </a:cubicBezTo>
                  <a:cubicBezTo>
                    <a:pt x="64" y="65"/>
                    <a:pt x="62" y="63"/>
                    <a:pt x="63" y="61"/>
                  </a:cubicBezTo>
                  <a:cubicBezTo>
                    <a:pt x="63" y="59"/>
                    <a:pt x="60" y="59"/>
                    <a:pt x="58" y="59"/>
                  </a:cubicBezTo>
                  <a:cubicBezTo>
                    <a:pt x="56" y="59"/>
                    <a:pt x="57" y="55"/>
                    <a:pt x="58" y="53"/>
                  </a:cubicBezTo>
                  <a:cubicBezTo>
                    <a:pt x="59" y="51"/>
                    <a:pt x="57" y="49"/>
                    <a:pt x="55" y="49"/>
                  </a:cubicBezTo>
                  <a:cubicBezTo>
                    <a:pt x="52" y="49"/>
                    <a:pt x="51" y="44"/>
                    <a:pt x="52" y="42"/>
                  </a:cubicBezTo>
                  <a:cubicBezTo>
                    <a:pt x="53" y="41"/>
                    <a:pt x="47" y="40"/>
                    <a:pt x="44" y="41"/>
                  </a:cubicBezTo>
                  <a:cubicBezTo>
                    <a:pt x="42" y="42"/>
                    <a:pt x="44" y="39"/>
                    <a:pt x="43" y="37"/>
                  </a:cubicBezTo>
                  <a:cubicBezTo>
                    <a:pt x="42" y="35"/>
                    <a:pt x="46" y="28"/>
                    <a:pt x="50" y="25"/>
                  </a:cubicBezTo>
                  <a:cubicBezTo>
                    <a:pt x="53" y="21"/>
                    <a:pt x="52" y="17"/>
                    <a:pt x="52" y="13"/>
                  </a:cubicBezTo>
                  <a:cubicBezTo>
                    <a:pt x="52" y="9"/>
                    <a:pt x="50" y="9"/>
                    <a:pt x="49" y="9"/>
                  </a:cubicBezTo>
                  <a:cubicBezTo>
                    <a:pt x="47" y="9"/>
                    <a:pt x="47" y="6"/>
                    <a:pt x="47" y="4"/>
                  </a:cubicBezTo>
                  <a:cubicBezTo>
                    <a:pt x="47" y="2"/>
                    <a:pt x="43" y="0"/>
                    <a:pt x="41" y="1"/>
                  </a:cubicBezTo>
                  <a:cubicBezTo>
                    <a:pt x="41" y="2"/>
                    <a:pt x="40" y="2"/>
                    <a:pt x="40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2"/>
                    <a:pt x="39" y="6"/>
                    <a:pt x="38" y="6"/>
                  </a:cubicBezTo>
                  <a:cubicBezTo>
                    <a:pt x="37" y="7"/>
                    <a:pt x="37" y="9"/>
                    <a:pt x="39" y="12"/>
                  </a:cubicBezTo>
                  <a:cubicBezTo>
                    <a:pt x="41" y="15"/>
                    <a:pt x="36" y="14"/>
                    <a:pt x="35" y="12"/>
                  </a:cubicBezTo>
                  <a:cubicBezTo>
                    <a:pt x="34" y="10"/>
                    <a:pt x="30" y="13"/>
                    <a:pt x="28" y="15"/>
                  </a:cubicBezTo>
                  <a:cubicBezTo>
                    <a:pt x="26" y="17"/>
                    <a:pt x="22" y="18"/>
                    <a:pt x="22" y="22"/>
                  </a:cubicBezTo>
                  <a:cubicBezTo>
                    <a:pt x="22" y="25"/>
                    <a:pt x="19" y="29"/>
                    <a:pt x="20" y="32"/>
                  </a:cubicBezTo>
                  <a:cubicBezTo>
                    <a:pt x="21" y="35"/>
                    <a:pt x="17" y="41"/>
                    <a:pt x="17" y="42"/>
                  </a:cubicBezTo>
                  <a:cubicBezTo>
                    <a:pt x="17" y="44"/>
                    <a:pt x="11" y="42"/>
                    <a:pt x="10" y="42"/>
                  </a:cubicBezTo>
                  <a:cubicBezTo>
                    <a:pt x="9" y="42"/>
                    <a:pt x="10" y="48"/>
                    <a:pt x="9" y="50"/>
                  </a:cubicBezTo>
                  <a:cubicBezTo>
                    <a:pt x="7" y="52"/>
                    <a:pt x="8" y="59"/>
                    <a:pt x="6" y="59"/>
                  </a:cubicBezTo>
                  <a:cubicBezTo>
                    <a:pt x="4" y="59"/>
                    <a:pt x="3" y="65"/>
                    <a:pt x="3" y="65"/>
                  </a:cubicBezTo>
                  <a:cubicBezTo>
                    <a:pt x="3" y="65"/>
                    <a:pt x="1" y="67"/>
                    <a:pt x="0" y="68"/>
                  </a:cubicBezTo>
                  <a:cubicBezTo>
                    <a:pt x="1" y="71"/>
                    <a:pt x="4" y="75"/>
                    <a:pt x="7" y="76"/>
                  </a:cubicBezTo>
                  <a:cubicBezTo>
                    <a:pt x="12" y="78"/>
                    <a:pt x="16" y="88"/>
                    <a:pt x="17" y="93"/>
                  </a:cubicBezTo>
                  <a:cubicBezTo>
                    <a:pt x="19" y="99"/>
                    <a:pt x="18" y="104"/>
                    <a:pt x="16" y="107"/>
                  </a:cubicBezTo>
                  <a:cubicBezTo>
                    <a:pt x="14" y="110"/>
                    <a:pt x="16" y="110"/>
                    <a:pt x="19" y="111"/>
                  </a:cubicBezTo>
                  <a:cubicBezTo>
                    <a:pt x="22" y="113"/>
                    <a:pt x="25" y="113"/>
                    <a:pt x="28" y="110"/>
                  </a:cubicBezTo>
                  <a:cubicBezTo>
                    <a:pt x="30" y="107"/>
                    <a:pt x="34" y="105"/>
                    <a:pt x="35" y="102"/>
                  </a:cubicBezTo>
                  <a:cubicBezTo>
                    <a:pt x="35" y="99"/>
                    <a:pt x="37" y="104"/>
                    <a:pt x="39" y="105"/>
                  </a:cubicBezTo>
                  <a:cubicBezTo>
                    <a:pt x="41" y="107"/>
                    <a:pt x="42" y="110"/>
                    <a:pt x="42" y="115"/>
                  </a:cubicBezTo>
                  <a:cubicBezTo>
                    <a:pt x="43" y="119"/>
                    <a:pt x="43" y="130"/>
                    <a:pt x="47" y="133"/>
                  </a:cubicBezTo>
                  <a:cubicBezTo>
                    <a:pt x="50" y="136"/>
                    <a:pt x="51" y="144"/>
                    <a:pt x="50" y="146"/>
                  </a:cubicBezTo>
                  <a:cubicBezTo>
                    <a:pt x="49" y="149"/>
                    <a:pt x="52" y="153"/>
                    <a:pt x="51" y="156"/>
                  </a:cubicBezTo>
                  <a:cubicBezTo>
                    <a:pt x="51" y="157"/>
                    <a:pt x="51" y="158"/>
                    <a:pt x="51" y="158"/>
                  </a:cubicBezTo>
                  <a:cubicBezTo>
                    <a:pt x="54" y="159"/>
                    <a:pt x="58" y="145"/>
                    <a:pt x="58" y="14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8458105" y="3333933"/>
              <a:ext cx="95066" cy="53666"/>
            </a:xfrm>
            <a:custGeom>
              <a:avLst/>
              <a:gdLst/>
              <a:ahLst/>
              <a:cxnLst/>
              <a:rect l="l" t="t" r="r" b="b"/>
              <a:pathLst>
                <a:path w="26" h="15" extrusionOk="0">
                  <a:moveTo>
                    <a:pt x="25" y="5"/>
                  </a:moveTo>
                  <a:cubicBezTo>
                    <a:pt x="20" y="0"/>
                    <a:pt x="18" y="4"/>
                    <a:pt x="15" y="2"/>
                  </a:cubicBezTo>
                  <a:cubicBezTo>
                    <a:pt x="11" y="0"/>
                    <a:pt x="10" y="0"/>
                    <a:pt x="8" y="1"/>
                  </a:cubicBezTo>
                  <a:cubicBezTo>
                    <a:pt x="6" y="2"/>
                    <a:pt x="4" y="2"/>
                    <a:pt x="2" y="6"/>
                  </a:cubicBezTo>
                  <a:cubicBezTo>
                    <a:pt x="2" y="7"/>
                    <a:pt x="1" y="9"/>
                    <a:pt x="0" y="10"/>
                  </a:cubicBezTo>
                  <a:cubicBezTo>
                    <a:pt x="1" y="11"/>
                    <a:pt x="2" y="12"/>
                    <a:pt x="2" y="12"/>
                  </a:cubicBezTo>
                  <a:cubicBezTo>
                    <a:pt x="4" y="11"/>
                    <a:pt x="5" y="14"/>
                    <a:pt x="8" y="13"/>
                  </a:cubicBezTo>
                  <a:cubicBezTo>
                    <a:pt x="11" y="12"/>
                    <a:pt x="12" y="15"/>
                    <a:pt x="16" y="14"/>
                  </a:cubicBezTo>
                  <a:cubicBezTo>
                    <a:pt x="20" y="13"/>
                    <a:pt x="23" y="15"/>
                    <a:pt x="24" y="13"/>
                  </a:cubicBezTo>
                  <a:cubicBezTo>
                    <a:pt x="26" y="10"/>
                    <a:pt x="23" y="5"/>
                    <a:pt x="23" y="5"/>
                  </a:cubicBezTo>
                  <a:cubicBezTo>
                    <a:pt x="23" y="5"/>
                    <a:pt x="24" y="5"/>
                    <a:pt x="25" y="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8842972" y="3493401"/>
              <a:ext cx="223868" cy="467668"/>
            </a:xfrm>
            <a:custGeom>
              <a:avLst/>
              <a:gdLst/>
              <a:ahLst/>
              <a:cxnLst/>
              <a:rect l="l" t="t" r="r" b="b"/>
              <a:pathLst>
                <a:path w="62" h="129" extrusionOk="0">
                  <a:moveTo>
                    <a:pt x="46" y="16"/>
                  </a:moveTo>
                  <a:cubicBezTo>
                    <a:pt x="43" y="15"/>
                    <a:pt x="37" y="11"/>
                    <a:pt x="37" y="9"/>
                  </a:cubicBezTo>
                  <a:cubicBezTo>
                    <a:pt x="37" y="8"/>
                    <a:pt x="40" y="5"/>
                    <a:pt x="35" y="4"/>
                  </a:cubicBezTo>
                  <a:cubicBezTo>
                    <a:pt x="30" y="4"/>
                    <a:pt x="29" y="2"/>
                    <a:pt x="28" y="1"/>
                  </a:cubicBezTo>
                  <a:cubicBezTo>
                    <a:pt x="27" y="0"/>
                    <a:pt x="23" y="3"/>
                    <a:pt x="21" y="5"/>
                  </a:cubicBezTo>
                  <a:cubicBezTo>
                    <a:pt x="20" y="7"/>
                    <a:pt x="19" y="4"/>
                    <a:pt x="16" y="6"/>
                  </a:cubicBezTo>
                  <a:cubicBezTo>
                    <a:pt x="13" y="8"/>
                    <a:pt x="10" y="4"/>
                    <a:pt x="8" y="6"/>
                  </a:cubicBezTo>
                  <a:cubicBezTo>
                    <a:pt x="7" y="8"/>
                    <a:pt x="4" y="5"/>
                    <a:pt x="2" y="7"/>
                  </a:cubicBezTo>
                  <a:cubicBezTo>
                    <a:pt x="1" y="8"/>
                    <a:pt x="1" y="8"/>
                    <a:pt x="0" y="9"/>
                  </a:cubicBezTo>
                  <a:cubicBezTo>
                    <a:pt x="1" y="10"/>
                    <a:pt x="3" y="12"/>
                    <a:pt x="3" y="13"/>
                  </a:cubicBezTo>
                  <a:cubicBezTo>
                    <a:pt x="3" y="15"/>
                    <a:pt x="7" y="17"/>
                    <a:pt x="7" y="19"/>
                  </a:cubicBezTo>
                  <a:cubicBezTo>
                    <a:pt x="7" y="22"/>
                    <a:pt x="12" y="24"/>
                    <a:pt x="14" y="23"/>
                  </a:cubicBezTo>
                  <a:cubicBezTo>
                    <a:pt x="16" y="22"/>
                    <a:pt x="19" y="21"/>
                    <a:pt x="20" y="25"/>
                  </a:cubicBezTo>
                  <a:cubicBezTo>
                    <a:pt x="20" y="29"/>
                    <a:pt x="23" y="29"/>
                    <a:pt x="23" y="31"/>
                  </a:cubicBezTo>
                  <a:cubicBezTo>
                    <a:pt x="23" y="34"/>
                    <a:pt x="17" y="32"/>
                    <a:pt x="16" y="35"/>
                  </a:cubicBezTo>
                  <a:cubicBezTo>
                    <a:pt x="15" y="38"/>
                    <a:pt x="25" y="41"/>
                    <a:pt x="25" y="43"/>
                  </a:cubicBezTo>
                  <a:cubicBezTo>
                    <a:pt x="25" y="45"/>
                    <a:pt x="28" y="48"/>
                    <a:pt x="29" y="50"/>
                  </a:cubicBezTo>
                  <a:cubicBezTo>
                    <a:pt x="31" y="53"/>
                    <a:pt x="35" y="56"/>
                    <a:pt x="36" y="59"/>
                  </a:cubicBezTo>
                  <a:cubicBezTo>
                    <a:pt x="37" y="63"/>
                    <a:pt x="42" y="64"/>
                    <a:pt x="43" y="66"/>
                  </a:cubicBezTo>
                  <a:cubicBezTo>
                    <a:pt x="45" y="67"/>
                    <a:pt x="45" y="71"/>
                    <a:pt x="45" y="74"/>
                  </a:cubicBezTo>
                  <a:cubicBezTo>
                    <a:pt x="44" y="78"/>
                    <a:pt x="44" y="83"/>
                    <a:pt x="48" y="88"/>
                  </a:cubicBezTo>
                  <a:cubicBezTo>
                    <a:pt x="51" y="93"/>
                    <a:pt x="44" y="95"/>
                    <a:pt x="42" y="98"/>
                  </a:cubicBezTo>
                  <a:cubicBezTo>
                    <a:pt x="40" y="101"/>
                    <a:pt x="41" y="104"/>
                    <a:pt x="34" y="103"/>
                  </a:cubicBezTo>
                  <a:cubicBezTo>
                    <a:pt x="28" y="101"/>
                    <a:pt x="35" y="108"/>
                    <a:pt x="34" y="110"/>
                  </a:cubicBezTo>
                  <a:cubicBezTo>
                    <a:pt x="33" y="112"/>
                    <a:pt x="25" y="108"/>
                    <a:pt x="25" y="110"/>
                  </a:cubicBezTo>
                  <a:cubicBezTo>
                    <a:pt x="25" y="111"/>
                    <a:pt x="22" y="113"/>
                    <a:pt x="19" y="114"/>
                  </a:cubicBezTo>
                  <a:cubicBezTo>
                    <a:pt x="20" y="115"/>
                    <a:pt x="22" y="116"/>
                    <a:pt x="23" y="117"/>
                  </a:cubicBezTo>
                  <a:cubicBezTo>
                    <a:pt x="25" y="118"/>
                    <a:pt x="21" y="120"/>
                    <a:pt x="21" y="124"/>
                  </a:cubicBezTo>
                  <a:cubicBezTo>
                    <a:pt x="21" y="128"/>
                    <a:pt x="24" y="129"/>
                    <a:pt x="25" y="128"/>
                  </a:cubicBezTo>
                  <a:cubicBezTo>
                    <a:pt x="26" y="126"/>
                    <a:pt x="31" y="122"/>
                    <a:pt x="33" y="122"/>
                  </a:cubicBezTo>
                  <a:cubicBezTo>
                    <a:pt x="35" y="121"/>
                    <a:pt x="33" y="118"/>
                    <a:pt x="35" y="119"/>
                  </a:cubicBezTo>
                  <a:cubicBezTo>
                    <a:pt x="37" y="119"/>
                    <a:pt x="36" y="116"/>
                    <a:pt x="37" y="114"/>
                  </a:cubicBezTo>
                  <a:cubicBezTo>
                    <a:pt x="38" y="113"/>
                    <a:pt x="39" y="113"/>
                    <a:pt x="42" y="113"/>
                  </a:cubicBezTo>
                  <a:cubicBezTo>
                    <a:pt x="45" y="113"/>
                    <a:pt x="49" y="111"/>
                    <a:pt x="54" y="108"/>
                  </a:cubicBezTo>
                  <a:cubicBezTo>
                    <a:pt x="58" y="105"/>
                    <a:pt x="59" y="104"/>
                    <a:pt x="60" y="97"/>
                  </a:cubicBezTo>
                  <a:cubicBezTo>
                    <a:pt x="62" y="89"/>
                    <a:pt x="58" y="79"/>
                    <a:pt x="58" y="77"/>
                  </a:cubicBezTo>
                  <a:cubicBezTo>
                    <a:pt x="58" y="75"/>
                    <a:pt x="52" y="64"/>
                    <a:pt x="50" y="64"/>
                  </a:cubicBezTo>
                  <a:cubicBezTo>
                    <a:pt x="48" y="64"/>
                    <a:pt x="38" y="54"/>
                    <a:pt x="37" y="52"/>
                  </a:cubicBezTo>
                  <a:cubicBezTo>
                    <a:pt x="35" y="51"/>
                    <a:pt x="35" y="48"/>
                    <a:pt x="33" y="46"/>
                  </a:cubicBezTo>
                  <a:cubicBezTo>
                    <a:pt x="30" y="44"/>
                    <a:pt x="30" y="38"/>
                    <a:pt x="31" y="34"/>
                  </a:cubicBezTo>
                  <a:cubicBezTo>
                    <a:pt x="31" y="31"/>
                    <a:pt x="37" y="30"/>
                    <a:pt x="37" y="27"/>
                  </a:cubicBezTo>
                  <a:cubicBezTo>
                    <a:pt x="37" y="25"/>
                    <a:pt x="37" y="22"/>
                    <a:pt x="40" y="22"/>
                  </a:cubicBezTo>
                  <a:cubicBezTo>
                    <a:pt x="43" y="22"/>
                    <a:pt x="45" y="20"/>
                    <a:pt x="47" y="18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7" y="16"/>
                    <a:pt x="46" y="16"/>
                    <a:pt x="46" y="1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8842972" y="3777067"/>
              <a:ext cx="184000" cy="130334"/>
            </a:xfrm>
            <a:custGeom>
              <a:avLst/>
              <a:gdLst/>
              <a:ahLst/>
              <a:cxnLst/>
              <a:rect l="l" t="t" r="r" b="b"/>
              <a:pathLst>
                <a:path w="51" h="36" extrusionOk="0">
                  <a:moveTo>
                    <a:pt x="25" y="32"/>
                  </a:moveTo>
                  <a:cubicBezTo>
                    <a:pt x="25" y="30"/>
                    <a:pt x="33" y="34"/>
                    <a:pt x="34" y="32"/>
                  </a:cubicBezTo>
                  <a:cubicBezTo>
                    <a:pt x="35" y="30"/>
                    <a:pt x="28" y="23"/>
                    <a:pt x="34" y="25"/>
                  </a:cubicBezTo>
                  <a:cubicBezTo>
                    <a:pt x="41" y="26"/>
                    <a:pt x="40" y="23"/>
                    <a:pt x="42" y="20"/>
                  </a:cubicBezTo>
                  <a:cubicBezTo>
                    <a:pt x="44" y="17"/>
                    <a:pt x="51" y="15"/>
                    <a:pt x="48" y="10"/>
                  </a:cubicBezTo>
                  <a:cubicBezTo>
                    <a:pt x="45" y="7"/>
                    <a:pt x="45" y="3"/>
                    <a:pt x="45" y="0"/>
                  </a:cubicBezTo>
                  <a:cubicBezTo>
                    <a:pt x="43" y="1"/>
                    <a:pt x="40" y="2"/>
                    <a:pt x="39" y="1"/>
                  </a:cubicBezTo>
                  <a:cubicBezTo>
                    <a:pt x="37" y="0"/>
                    <a:pt x="33" y="0"/>
                    <a:pt x="33" y="3"/>
                  </a:cubicBezTo>
                  <a:cubicBezTo>
                    <a:pt x="33" y="6"/>
                    <a:pt x="30" y="6"/>
                    <a:pt x="30" y="5"/>
                  </a:cubicBezTo>
                  <a:cubicBezTo>
                    <a:pt x="31" y="3"/>
                    <a:pt x="28" y="4"/>
                    <a:pt x="26" y="2"/>
                  </a:cubicBezTo>
                  <a:cubicBezTo>
                    <a:pt x="24" y="0"/>
                    <a:pt x="18" y="2"/>
                    <a:pt x="14" y="1"/>
                  </a:cubicBezTo>
                  <a:cubicBezTo>
                    <a:pt x="11" y="0"/>
                    <a:pt x="6" y="3"/>
                    <a:pt x="3" y="7"/>
                  </a:cubicBezTo>
                  <a:cubicBezTo>
                    <a:pt x="0" y="11"/>
                    <a:pt x="3" y="11"/>
                    <a:pt x="3" y="15"/>
                  </a:cubicBezTo>
                  <a:cubicBezTo>
                    <a:pt x="3" y="18"/>
                    <a:pt x="5" y="18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7" y="23"/>
                    <a:pt x="6" y="27"/>
                    <a:pt x="6" y="29"/>
                  </a:cubicBezTo>
                  <a:cubicBezTo>
                    <a:pt x="7" y="31"/>
                    <a:pt x="10" y="30"/>
                    <a:pt x="12" y="30"/>
                  </a:cubicBezTo>
                  <a:cubicBezTo>
                    <a:pt x="13" y="30"/>
                    <a:pt x="11" y="33"/>
                    <a:pt x="12" y="34"/>
                  </a:cubicBezTo>
                  <a:cubicBezTo>
                    <a:pt x="14" y="36"/>
                    <a:pt x="18" y="33"/>
                    <a:pt x="19" y="35"/>
                  </a:cubicBezTo>
                  <a:cubicBezTo>
                    <a:pt x="19" y="35"/>
                    <a:pt x="19" y="36"/>
                    <a:pt x="19" y="36"/>
                  </a:cubicBezTo>
                  <a:cubicBezTo>
                    <a:pt x="22" y="35"/>
                    <a:pt x="25" y="33"/>
                    <a:pt x="25" y="3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8781638" y="3522533"/>
              <a:ext cx="223868" cy="276000"/>
            </a:xfrm>
            <a:custGeom>
              <a:avLst/>
              <a:gdLst/>
              <a:ahLst/>
              <a:cxnLst/>
              <a:rect l="l" t="t" r="r" b="b"/>
              <a:pathLst>
                <a:path w="62" h="76" extrusionOk="0">
                  <a:moveTo>
                    <a:pt x="42" y="35"/>
                  </a:moveTo>
                  <a:cubicBezTo>
                    <a:pt x="42" y="33"/>
                    <a:pt x="32" y="30"/>
                    <a:pt x="33" y="27"/>
                  </a:cubicBezTo>
                  <a:cubicBezTo>
                    <a:pt x="34" y="24"/>
                    <a:pt x="40" y="26"/>
                    <a:pt x="40" y="23"/>
                  </a:cubicBezTo>
                  <a:cubicBezTo>
                    <a:pt x="40" y="21"/>
                    <a:pt x="37" y="21"/>
                    <a:pt x="37" y="17"/>
                  </a:cubicBezTo>
                  <a:cubicBezTo>
                    <a:pt x="36" y="13"/>
                    <a:pt x="33" y="14"/>
                    <a:pt x="31" y="15"/>
                  </a:cubicBezTo>
                  <a:cubicBezTo>
                    <a:pt x="29" y="16"/>
                    <a:pt x="24" y="14"/>
                    <a:pt x="24" y="11"/>
                  </a:cubicBezTo>
                  <a:cubicBezTo>
                    <a:pt x="24" y="9"/>
                    <a:pt x="20" y="7"/>
                    <a:pt x="20" y="5"/>
                  </a:cubicBezTo>
                  <a:cubicBezTo>
                    <a:pt x="20" y="4"/>
                    <a:pt x="18" y="2"/>
                    <a:pt x="17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2" y="0"/>
                    <a:pt x="11" y="4"/>
                    <a:pt x="12" y="5"/>
                  </a:cubicBezTo>
                  <a:cubicBezTo>
                    <a:pt x="13" y="6"/>
                    <a:pt x="14" y="12"/>
                    <a:pt x="12" y="12"/>
                  </a:cubicBezTo>
                  <a:cubicBezTo>
                    <a:pt x="9" y="11"/>
                    <a:pt x="9" y="7"/>
                    <a:pt x="7" y="8"/>
                  </a:cubicBezTo>
                  <a:cubicBezTo>
                    <a:pt x="7" y="8"/>
                    <a:pt x="3" y="13"/>
                    <a:pt x="3" y="15"/>
                  </a:cubicBezTo>
                  <a:cubicBezTo>
                    <a:pt x="3" y="16"/>
                    <a:pt x="1" y="17"/>
                    <a:pt x="0" y="17"/>
                  </a:cubicBezTo>
                  <a:cubicBezTo>
                    <a:pt x="1" y="18"/>
                    <a:pt x="2" y="19"/>
                    <a:pt x="2" y="19"/>
                  </a:cubicBezTo>
                  <a:cubicBezTo>
                    <a:pt x="3" y="20"/>
                    <a:pt x="1" y="23"/>
                    <a:pt x="3" y="25"/>
                  </a:cubicBezTo>
                  <a:cubicBezTo>
                    <a:pt x="4" y="28"/>
                    <a:pt x="7" y="24"/>
                    <a:pt x="8" y="27"/>
                  </a:cubicBezTo>
                  <a:cubicBezTo>
                    <a:pt x="9" y="31"/>
                    <a:pt x="8" y="33"/>
                    <a:pt x="8" y="36"/>
                  </a:cubicBezTo>
                  <a:cubicBezTo>
                    <a:pt x="8" y="40"/>
                    <a:pt x="5" y="40"/>
                    <a:pt x="5" y="43"/>
                  </a:cubicBezTo>
                  <a:cubicBezTo>
                    <a:pt x="6" y="46"/>
                    <a:pt x="10" y="42"/>
                    <a:pt x="13" y="40"/>
                  </a:cubicBezTo>
                  <a:cubicBezTo>
                    <a:pt x="16" y="38"/>
                    <a:pt x="18" y="38"/>
                    <a:pt x="19" y="40"/>
                  </a:cubicBezTo>
                  <a:cubicBezTo>
                    <a:pt x="20" y="41"/>
                    <a:pt x="24" y="40"/>
                    <a:pt x="24" y="38"/>
                  </a:cubicBezTo>
                  <a:cubicBezTo>
                    <a:pt x="25" y="36"/>
                    <a:pt x="31" y="36"/>
                    <a:pt x="32" y="38"/>
                  </a:cubicBezTo>
                  <a:cubicBezTo>
                    <a:pt x="34" y="40"/>
                    <a:pt x="36" y="43"/>
                    <a:pt x="38" y="44"/>
                  </a:cubicBezTo>
                  <a:cubicBezTo>
                    <a:pt x="41" y="45"/>
                    <a:pt x="37" y="53"/>
                    <a:pt x="39" y="54"/>
                  </a:cubicBezTo>
                  <a:cubicBezTo>
                    <a:pt x="42" y="55"/>
                    <a:pt x="45" y="59"/>
                    <a:pt x="45" y="63"/>
                  </a:cubicBezTo>
                  <a:cubicBezTo>
                    <a:pt x="45" y="67"/>
                    <a:pt x="47" y="69"/>
                    <a:pt x="44" y="73"/>
                  </a:cubicBezTo>
                  <a:cubicBezTo>
                    <a:pt x="46" y="74"/>
                    <a:pt x="48" y="74"/>
                    <a:pt x="47" y="75"/>
                  </a:cubicBezTo>
                  <a:cubicBezTo>
                    <a:pt x="47" y="76"/>
                    <a:pt x="50" y="76"/>
                    <a:pt x="50" y="73"/>
                  </a:cubicBezTo>
                  <a:cubicBezTo>
                    <a:pt x="50" y="70"/>
                    <a:pt x="54" y="70"/>
                    <a:pt x="56" y="71"/>
                  </a:cubicBezTo>
                  <a:cubicBezTo>
                    <a:pt x="57" y="72"/>
                    <a:pt x="60" y="71"/>
                    <a:pt x="62" y="70"/>
                  </a:cubicBezTo>
                  <a:cubicBezTo>
                    <a:pt x="62" y="68"/>
                    <a:pt x="62" y="67"/>
                    <a:pt x="62" y="66"/>
                  </a:cubicBezTo>
                  <a:cubicBezTo>
                    <a:pt x="62" y="63"/>
                    <a:pt x="62" y="59"/>
                    <a:pt x="60" y="58"/>
                  </a:cubicBezTo>
                  <a:cubicBezTo>
                    <a:pt x="59" y="56"/>
                    <a:pt x="54" y="55"/>
                    <a:pt x="53" y="51"/>
                  </a:cubicBezTo>
                  <a:cubicBezTo>
                    <a:pt x="52" y="48"/>
                    <a:pt x="48" y="45"/>
                    <a:pt x="46" y="42"/>
                  </a:cubicBezTo>
                  <a:cubicBezTo>
                    <a:pt x="45" y="40"/>
                    <a:pt x="42" y="37"/>
                    <a:pt x="42" y="3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8704971" y="3583867"/>
              <a:ext cx="246868" cy="464601"/>
            </a:xfrm>
            <a:custGeom>
              <a:avLst/>
              <a:gdLst/>
              <a:ahLst/>
              <a:cxnLst/>
              <a:rect l="l" t="t" r="r" b="b"/>
              <a:pathLst>
                <a:path w="68" h="128" extrusionOk="0">
                  <a:moveTo>
                    <a:pt x="41" y="68"/>
                  </a:moveTo>
                  <a:cubicBezTo>
                    <a:pt x="41" y="64"/>
                    <a:pt x="38" y="64"/>
                    <a:pt x="41" y="60"/>
                  </a:cubicBezTo>
                  <a:cubicBezTo>
                    <a:pt x="44" y="56"/>
                    <a:pt x="49" y="53"/>
                    <a:pt x="52" y="54"/>
                  </a:cubicBezTo>
                  <a:cubicBezTo>
                    <a:pt x="56" y="55"/>
                    <a:pt x="62" y="53"/>
                    <a:pt x="64" y="55"/>
                  </a:cubicBezTo>
                  <a:cubicBezTo>
                    <a:pt x="64" y="55"/>
                    <a:pt x="64" y="55"/>
                    <a:pt x="65" y="56"/>
                  </a:cubicBezTo>
                  <a:cubicBezTo>
                    <a:pt x="68" y="52"/>
                    <a:pt x="66" y="50"/>
                    <a:pt x="66" y="46"/>
                  </a:cubicBezTo>
                  <a:cubicBezTo>
                    <a:pt x="66" y="42"/>
                    <a:pt x="63" y="38"/>
                    <a:pt x="60" y="37"/>
                  </a:cubicBezTo>
                  <a:cubicBezTo>
                    <a:pt x="58" y="36"/>
                    <a:pt x="62" y="28"/>
                    <a:pt x="59" y="27"/>
                  </a:cubicBezTo>
                  <a:cubicBezTo>
                    <a:pt x="57" y="26"/>
                    <a:pt x="55" y="23"/>
                    <a:pt x="53" y="21"/>
                  </a:cubicBezTo>
                  <a:cubicBezTo>
                    <a:pt x="52" y="19"/>
                    <a:pt x="46" y="19"/>
                    <a:pt x="45" y="21"/>
                  </a:cubicBezTo>
                  <a:cubicBezTo>
                    <a:pt x="45" y="23"/>
                    <a:pt x="41" y="24"/>
                    <a:pt x="40" y="23"/>
                  </a:cubicBezTo>
                  <a:cubicBezTo>
                    <a:pt x="39" y="21"/>
                    <a:pt x="37" y="21"/>
                    <a:pt x="34" y="23"/>
                  </a:cubicBezTo>
                  <a:cubicBezTo>
                    <a:pt x="31" y="25"/>
                    <a:pt x="27" y="29"/>
                    <a:pt x="26" y="26"/>
                  </a:cubicBezTo>
                  <a:cubicBezTo>
                    <a:pt x="26" y="23"/>
                    <a:pt x="29" y="23"/>
                    <a:pt x="29" y="19"/>
                  </a:cubicBezTo>
                  <a:cubicBezTo>
                    <a:pt x="29" y="16"/>
                    <a:pt x="30" y="14"/>
                    <a:pt x="29" y="10"/>
                  </a:cubicBezTo>
                  <a:cubicBezTo>
                    <a:pt x="28" y="7"/>
                    <a:pt x="25" y="11"/>
                    <a:pt x="24" y="8"/>
                  </a:cubicBezTo>
                  <a:cubicBezTo>
                    <a:pt x="22" y="6"/>
                    <a:pt x="24" y="3"/>
                    <a:pt x="23" y="2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21" y="1"/>
                    <a:pt x="20" y="1"/>
                    <a:pt x="20" y="1"/>
                  </a:cubicBezTo>
                  <a:cubicBezTo>
                    <a:pt x="19" y="3"/>
                    <a:pt x="13" y="3"/>
                    <a:pt x="12" y="6"/>
                  </a:cubicBezTo>
                  <a:cubicBezTo>
                    <a:pt x="11" y="8"/>
                    <a:pt x="7" y="8"/>
                    <a:pt x="6" y="8"/>
                  </a:cubicBezTo>
                  <a:cubicBezTo>
                    <a:pt x="5" y="8"/>
                    <a:pt x="1" y="8"/>
                    <a:pt x="1" y="10"/>
                  </a:cubicBezTo>
                  <a:cubicBezTo>
                    <a:pt x="1" y="13"/>
                    <a:pt x="0" y="22"/>
                    <a:pt x="0" y="24"/>
                  </a:cubicBezTo>
                  <a:cubicBezTo>
                    <a:pt x="0" y="25"/>
                    <a:pt x="4" y="31"/>
                    <a:pt x="6" y="31"/>
                  </a:cubicBezTo>
                  <a:cubicBezTo>
                    <a:pt x="7" y="32"/>
                    <a:pt x="5" y="36"/>
                    <a:pt x="7" y="37"/>
                  </a:cubicBezTo>
                  <a:cubicBezTo>
                    <a:pt x="9" y="38"/>
                    <a:pt x="8" y="41"/>
                    <a:pt x="7" y="41"/>
                  </a:cubicBezTo>
                  <a:cubicBezTo>
                    <a:pt x="6" y="41"/>
                    <a:pt x="8" y="45"/>
                    <a:pt x="6" y="47"/>
                  </a:cubicBezTo>
                  <a:cubicBezTo>
                    <a:pt x="4" y="49"/>
                    <a:pt x="5" y="53"/>
                    <a:pt x="9" y="56"/>
                  </a:cubicBezTo>
                  <a:cubicBezTo>
                    <a:pt x="12" y="59"/>
                    <a:pt x="12" y="64"/>
                    <a:pt x="12" y="66"/>
                  </a:cubicBezTo>
                  <a:cubicBezTo>
                    <a:pt x="12" y="69"/>
                    <a:pt x="15" y="69"/>
                    <a:pt x="15" y="73"/>
                  </a:cubicBezTo>
                  <a:cubicBezTo>
                    <a:pt x="15" y="73"/>
                    <a:pt x="11" y="87"/>
                    <a:pt x="8" y="86"/>
                  </a:cubicBezTo>
                  <a:cubicBezTo>
                    <a:pt x="7" y="90"/>
                    <a:pt x="6" y="96"/>
                    <a:pt x="5" y="99"/>
                  </a:cubicBezTo>
                  <a:cubicBezTo>
                    <a:pt x="4" y="103"/>
                    <a:pt x="3" y="106"/>
                    <a:pt x="6" y="106"/>
                  </a:cubicBezTo>
                  <a:cubicBezTo>
                    <a:pt x="8" y="107"/>
                    <a:pt x="12" y="112"/>
                    <a:pt x="17" y="117"/>
                  </a:cubicBezTo>
                  <a:cubicBezTo>
                    <a:pt x="18" y="118"/>
                    <a:pt x="19" y="120"/>
                    <a:pt x="19" y="121"/>
                  </a:cubicBezTo>
                  <a:cubicBezTo>
                    <a:pt x="21" y="121"/>
                    <a:pt x="22" y="121"/>
                    <a:pt x="24" y="122"/>
                  </a:cubicBezTo>
                  <a:cubicBezTo>
                    <a:pt x="27" y="122"/>
                    <a:pt x="28" y="125"/>
                    <a:pt x="28" y="127"/>
                  </a:cubicBezTo>
                  <a:cubicBezTo>
                    <a:pt x="28" y="128"/>
                    <a:pt x="34" y="128"/>
                    <a:pt x="35" y="127"/>
                  </a:cubicBezTo>
                  <a:cubicBezTo>
                    <a:pt x="36" y="127"/>
                    <a:pt x="35" y="125"/>
                    <a:pt x="38" y="124"/>
                  </a:cubicBezTo>
                  <a:cubicBezTo>
                    <a:pt x="36" y="122"/>
                    <a:pt x="31" y="119"/>
                    <a:pt x="28" y="118"/>
                  </a:cubicBezTo>
                  <a:cubicBezTo>
                    <a:pt x="24" y="118"/>
                    <a:pt x="22" y="112"/>
                    <a:pt x="22" y="109"/>
                  </a:cubicBezTo>
                  <a:cubicBezTo>
                    <a:pt x="22" y="106"/>
                    <a:pt x="19" y="103"/>
                    <a:pt x="19" y="101"/>
                  </a:cubicBezTo>
                  <a:cubicBezTo>
                    <a:pt x="19" y="98"/>
                    <a:pt x="16" y="98"/>
                    <a:pt x="14" y="97"/>
                  </a:cubicBezTo>
                  <a:cubicBezTo>
                    <a:pt x="11" y="96"/>
                    <a:pt x="14" y="87"/>
                    <a:pt x="15" y="84"/>
                  </a:cubicBezTo>
                  <a:cubicBezTo>
                    <a:pt x="15" y="80"/>
                    <a:pt x="21" y="70"/>
                    <a:pt x="19" y="66"/>
                  </a:cubicBezTo>
                  <a:cubicBezTo>
                    <a:pt x="17" y="63"/>
                    <a:pt x="25" y="61"/>
                    <a:pt x="26" y="64"/>
                  </a:cubicBezTo>
                  <a:cubicBezTo>
                    <a:pt x="27" y="68"/>
                    <a:pt x="28" y="70"/>
                    <a:pt x="33" y="69"/>
                  </a:cubicBezTo>
                  <a:cubicBezTo>
                    <a:pt x="38" y="69"/>
                    <a:pt x="38" y="73"/>
                    <a:pt x="42" y="74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3" y="71"/>
                    <a:pt x="41" y="71"/>
                    <a:pt x="41" y="6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>
              <a:off x="6191834" y="2328065"/>
              <a:ext cx="297468" cy="243800"/>
            </a:xfrm>
            <a:custGeom>
              <a:avLst/>
              <a:gdLst/>
              <a:ahLst/>
              <a:cxnLst/>
              <a:rect l="l" t="t" r="r" b="b"/>
              <a:pathLst>
                <a:path w="82" h="67" extrusionOk="0">
                  <a:moveTo>
                    <a:pt x="2" y="15"/>
                  </a:moveTo>
                  <a:cubicBezTo>
                    <a:pt x="2" y="16"/>
                    <a:pt x="3" y="21"/>
                    <a:pt x="2" y="23"/>
                  </a:cubicBezTo>
                  <a:cubicBezTo>
                    <a:pt x="0" y="25"/>
                    <a:pt x="1" y="26"/>
                    <a:pt x="2" y="27"/>
                  </a:cubicBezTo>
                  <a:cubicBezTo>
                    <a:pt x="3" y="27"/>
                    <a:pt x="4" y="29"/>
                    <a:pt x="4" y="31"/>
                  </a:cubicBezTo>
                  <a:cubicBezTo>
                    <a:pt x="4" y="32"/>
                    <a:pt x="5" y="32"/>
                    <a:pt x="5" y="35"/>
                  </a:cubicBezTo>
                  <a:cubicBezTo>
                    <a:pt x="5" y="38"/>
                    <a:pt x="6" y="41"/>
                    <a:pt x="7" y="42"/>
                  </a:cubicBezTo>
                  <a:cubicBezTo>
                    <a:pt x="8" y="43"/>
                    <a:pt x="8" y="45"/>
                    <a:pt x="7" y="46"/>
                  </a:cubicBezTo>
                  <a:cubicBezTo>
                    <a:pt x="9" y="47"/>
                    <a:pt x="11" y="48"/>
                    <a:pt x="12" y="49"/>
                  </a:cubicBezTo>
                  <a:cubicBezTo>
                    <a:pt x="16" y="50"/>
                    <a:pt x="18" y="51"/>
                    <a:pt x="18" y="53"/>
                  </a:cubicBezTo>
                  <a:cubicBezTo>
                    <a:pt x="18" y="54"/>
                    <a:pt x="21" y="56"/>
                    <a:pt x="22" y="54"/>
                  </a:cubicBezTo>
                  <a:cubicBezTo>
                    <a:pt x="23" y="53"/>
                    <a:pt x="25" y="54"/>
                    <a:pt x="27" y="54"/>
                  </a:cubicBezTo>
                  <a:cubicBezTo>
                    <a:pt x="29" y="54"/>
                    <a:pt x="29" y="56"/>
                    <a:pt x="29" y="57"/>
                  </a:cubicBezTo>
                  <a:cubicBezTo>
                    <a:pt x="30" y="58"/>
                    <a:pt x="33" y="57"/>
                    <a:pt x="35" y="58"/>
                  </a:cubicBezTo>
                  <a:cubicBezTo>
                    <a:pt x="36" y="59"/>
                    <a:pt x="37" y="62"/>
                    <a:pt x="39" y="63"/>
                  </a:cubicBezTo>
                  <a:cubicBezTo>
                    <a:pt x="41" y="64"/>
                    <a:pt x="42" y="62"/>
                    <a:pt x="44" y="63"/>
                  </a:cubicBezTo>
                  <a:cubicBezTo>
                    <a:pt x="45" y="63"/>
                    <a:pt x="49" y="64"/>
                    <a:pt x="51" y="63"/>
                  </a:cubicBezTo>
                  <a:cubicBezTo>
                    <a:pt x="53" y="63"/>
                    <a:pt x="55" y="64"/>
                    <a:pt x="57" y="64"/>
                  </a:cubicBezTo>
                  <a:cubicBezTo>
                    <a:pt x="60" y="64"/>
                    <a:pt x="64" y="65"/>
                    <a:pt x="65" y="66"/>
                  </a:cubicBezTo>
                  <a:cubicBezTo>
                    <a:pt x="65" y="66"/>
                    <a:pt x="67" y="66"/>
                    <a:pt x="69" y="67"/>
                  </a:cubicBezTo>
                  <a:cubicBezTo>
                    <a:pt x="70" y="66"/>
                    <a:pt x="69" y="62"/>
                    <a:pt x="69" y="61"/>
                  </a:cubicBezTo>
                  <a:cubicBezTo>
                    <a:pt x="69" y="60"/>
                    <a:pt x="76" y="55"/>
                    <a:pt x="77" y="53"/>
                  </a:cubicBezTo>
                  <a:cubicBezTo>
                    <a:pt x="78" y="52"/>
                    <a:pt x="80" y="52"/>
                    <a:pt x="81" y="50"/>
                  </a:cubicBezTo>
                  <a:cubicBezTo>
                    <a:pt x="82" y="49"/>
                    <a:pt x="78" y="43"/>
                    <a:pt x="77" y="42"/>
                  </a:cubicBezTo>
                  <a:cubicBezTo>
                    <a:pt x="77" y="41"/>
                    <a:pt x="76" y="36"/>
                    <a:pt x="77" y="35"/>
                  </a:cubicBezTo>
                  <a:cubicBezTo>
                    <a:pt x="77" y="33"/>
                    <a:pt x="74" y="32"/>
                    <a:pt x="74" y="30"/>
                  </a:cubicBezTo>
                  <a:cubicBezTo>
                    <a:pt x="74" y="29"/>
                    <a:pt x="77" y="27"/>
                    <a:pt x="79" y="26"/>
                  </a:cubicBezTo>
                  <a:cubicBezTo>
                    <a:pt x="81" y="25"/>
                    <a:pt x="80" y="20"/>
                    <a:pt x="78" y="19"/>
                  </a:cubicBezTo>
                  <a:cubicBezTo>
                    <a:pt x="77" y="17"/>
                    <a:pt x="76" y="15"/>
                    <a:pt x="77" y="12"/>
                  </a:cubicBezTo>
                  <a:cubicBezTo>
                    <a:pt x="78" y="10"/>
                    <a:pt x="72" y="8"/>
                    <a:pt x="71" y="8"/>
                  </a:cubicBezTo>
                  <a:cubicBezTo>
                    <a:pt x="70" y="8"/>
                    <a:pt x="70" y="8"/>
                    <a:pt x="70" y="7"/>
                  </a:cubicBezTo>
                  <a:cubicBezTo>
                    <a:pt x="64" y="8"/>
                    <a:pt x="50" y="7"/>
                    <a:pt x="48" y="6"/>
                  </a:cubicBezTo>
                  <a:cubicBezTo>
                    <a:pt x="48" y="6"/>
                    <a:pt x="46" y="5"/>
                    <a:pt x="44" y="5"/>
                  </a:cubicBezTo>
                  <a:cubicBezTo>
                    <a:pt x="43" y="6"/>
                    <a:pt x="42" y="7"/>
                    <a:pt x="40" y="7"/>
                  </a:cubicBezTo>
                  <a:cubicBezTo>
                    <a:pt x="36" y="7"/>
                    <a:pt x="36" y="4"/>
                    <a:pt x="36" y="2"/>
                  </a:cubicBezTo>
                  <a:cubicBezTo>
                    <a:pt x="35" y="0"/>
                    <a:pt x="21" y="3"/>
                    <a:pt x="17" y="7"/>
                  </a:cubicBezTo>
                  <a:cubicBezTo>
                    <a:pt x="13" y="11"/>
                    <a:pt x="4" y="10"/>
                    <a:pt x="4" y="12"/>
                  </a:cubicBezTo>
                  <a:cubicBezTo>
                    <a:pt x="4" y="13"/>
                    <a:pt x="3" y="14"/>
                    <a:pt x="2" y="14"/>
                  </a:cubicBezTo>
                  <a:cubicBezTo>
                    <a:pt x="2" y="14"/>
                    <a:pt x="2" y="14"/>
                    <a:pt x="2" y="1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6236300" y="2720599"/>
              <a:ext cx="111934" cy="104266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23" y="27"/>
                  </a:moveTo>
                  <a:cubicBezTo>
                    <a:pt x="22" y="25"/>
                    <a:pt x="28" y="17"/>
                    <a:pt x="29" y="17"/>
                  </a:cubicBezTo>
                  <a:cubicBezTo>
                    <a:pt x="30" y="17"/>
                    <a:pt x="31" y="10"/>
                    <a:pt x="30" y="6"/>
                  </a:cubicBezTo>
                  <a:cubicBezTo>
                    <a:pt x="26" y="3"/>
                    <a:pt x="23" y="2"/>
                    <a:pt x="23" y="2"/>
                  </a:cubicBezTo>
                  <a:cubicBezTo>
                    <a:pt x="23" y="2"/>
                    <a:pt x="11" y="2"/>
                    <a:pt x="10" y="1"/>
                  </a:cubicBezTo>
                  <a:cubicBezTo>
                    <a:pt x="8" y="0"/>
                    <a:pt x="6" y="3"/>
                    <a:pt x="4" y="2"/>
                  </a:cubicBezTo>
                  <a:cubicBezTo>
                    <a:pt x="2" y="1"/>
                    <a:pt x="0" y="2"/>
                    <a:pt x="0" y="4"/>
                  </a:cubicBezTo>
                  <a:cubicBezTo>
                    <a:pt x="1" y="6"/>
                    <a:pt x="4" y="7"/>
                    <a:pt x="4" y="10"/>
                  </a:cubicBezTo>
                  <a:cubicBezTo>
                    <a:pt x="4" y="13"/>
                    <a:pt x="11" y="17"/>
                    <a:pt x="11" y="18"/>
                  </a:cubicBezTo>
                  <a:cubicBezTo>
                    <a:pt x="11" y="19"/>
                    <a:pt x="15" y="22"/>
                    <a:pt x="18" y="26"/>
                  </a:cubicBezTo>
                  <a:cubicBezTo>
                    <a:pt x="19" y="27"/>
                    <a:pt x="21" y="28"/>
                    <a:pt x="22" y="29"/>
                  </a:cubicBezTo>
                  <a:cubicBezTo>
                    <a:pt x="23" y="28"/>
                    <a:pt x="23" y="27"/>
                    <a:pt x="23" y="2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6181100" y="2673065"/>
              <a:ext cx="164068" cy="141066"/>
            </a:xfrm>
            <a:custGeom>
              <a:avLst/>
              <a:gdLst/>
              <a:ahLst/>
              <a:cxnLst/>
              <a:rect l="l" t="t" r="r" b="b"/>
              <a:pathLst>
                <a:path w="45" h="39" extrusionOk="0">
                  <a:moveTo>
                    <a:pt x="26" y="31"/>
                  </a:moveTo>
                  <a:cubicBezTo>
                    <a:pt x="26" y="30"/>
                    <a:pt x="19" y="26"/>
                    <a:pt x="19" y="23"/>
                  </a:cubicBezTo>
                  <a:cubicBezTo>
                    <a:pt x="19" y="20"/>
                    <a:pt x="16" y="19"/>
                    <a:pt x="15" y="17"/>
                  </a:cubicBezTo>
                  <a:cubicBezTo>
                    <a:pt x="15" y="15"/>
                    <a:pt x="17" y="14"/>
                    <a:pt x="19" y="15"/>
                  </a:cubicBezTo>
                  <a:cubicBezTo>
                    <a:pt x="21" y="16"/>
                    <a:pt x="23" y="13"/>
                    <a:pt x="25" y="14"/>
                  </a:cubicBezTo>
                  <a:cubicBezTo>
                    <a:pt x="26" y="15"/>
                    <a:pt x="38" y="15"/>
                    <a:pt x="38" y="15"/>
                  </a:cubicBezTo>
                  <a:cubicBezTo>
                    <a:pt x="38" y="15"/>
                    <a:pt x="41" y="16"/>
                    <a:pt x="45" y="19"/>
                  </a:cubicBezTo>
                  <a:cubicBezTo>
                    <a:pt x="45" y="18"/>
                    <a:pt x="45" y="18"/>
                    <a:pt x="45" y="17"/>
                  </a:cubicBezTo>
                  <a:cubicBezTo>
                    <a:pt x="44" y="15"/>
                    <a:pt x="45" y="12"/>
                    <a:pt x="42" y="11"/>
                  </a:cubicBezTo>
                  <a:cubicBezTo>
                    <a:pt x="41" y="11"/>
                    <a:pt x="40" y="8"/>
                    <a:pt x="40" y="6"/>
                  </a:cubicBezTo>
                  <a:cubicBezTo>
                    <a:pt x="39" y="7"/>
                    <a:pt x="38" y="7"/>
                    <a:pt x="37" y="7"/>
                  </a:cubicBezTo>
                  <a:cubicBezTo>
                    <a:pt x="35" y="8"/>
                    <a:pt x="30" y="7"/>
                    <a:pt x="28" y="5"/>
                  </a:cubicBezTo>
                  <a:cubicBezTo>
                    <a:pt x="27" y="3"/>
                    <a:pt x="23" y="1"/>
                    <a:pt x="21" y="0"/>
                  </a:cubicBezTo>
                  <a:cubicBezTo>
                    <a:pt x="21" y="1"/>
                    <a:pt x="18" y="3"/>
                    <a:pt x="16" y="3"/>
                  </a:cubicBezTo>
                  <a:cubicBezTo>
                    <a:pt x="15" y="3"/>
                    <a:pt x="16" y="7"/>
                    <a:pt x="14" y="7"/>
                  </a:cubicBezTo>
                  <a:cubicBezTo>
                    <a:pt x="13" y="7"/>
                    <a:pt x="12" y="10"/>
                    <a:pt x="11" y="11"/>
                  </a:cubicBezTo>
                  <a:cubicBezTo>
                    <a:pt x="11" y="12"/>
                    <a:pt x="8" y="10"/>
                    <a:pt x="6" y="11"/>
                  </a:cubicBezTo>
                  <a:cubicBezTo>
                    <a:pt x="5" y="11"/>
                    <a:pt x="2" y="12"/>
                    <a:pt x="0" y="12"/>
                  </a:cubicBezTo>
                  <a:cubicBezTo>
                    <a:pt x="0" y="14"/>
                    <a:pt x="0" y="16"/>
                    <a:pt x="2" y="16"/>
                  </a:cubicBezTo>
                  <a:cubicBezTo>
                    <a:pt x="4" y="16"/>
                    <a:pt x="8" y="15"/>
                    <a:pt x="8" y="18"/>
                  </a:cubicBezTo>
                  <a:cubicBezTo>
                    <a:pt x="8" y="21"/>
                    <a:pt x="14" y="28"/>
                    <a:pt x="16" y="30"/>
                  </a:cubicBezTo>
                  <a:cubicBezTo>
                    <a:pt x="18" y="32"/>
                    <a:pt x="22" y="32"/>
                    <a:pt x="22" y="34"/>
                  </a:cubicBezTo>
                  <a:cubicBezTo>
                    <a:pt x="23" y="36"/>
                    <a:pt x="26" y="37"/>
                    <a:pt x="30" y="38"/>
                  </a:cubicBezTo>
                  <a:cubicBezTo>
                    <a:pt x="31" y="38"/>
                    <a:pt x="32" y="38"/>
                    <a:pt x="33" y="39"/>
                  </a:cubicBezTo>
                  <a:cubicBezTo>
                    <a:pt x="30" y="35"/>
                    <a:pt x="26" y="32"/>
                    <a:pt x="26" y="3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6337500" y="2821799"/>
              <a:ext cx="58266" cy="111934"/>
            </a:xfrm>
            <a:custGeom>
              <a:avLst/>
              <a:gdLst/>
              <a:ahLst/>
              <a:cxnLst/>
              <a:rect l="l" t="t" r="r" b="b"/>
              <a:pathLst>
                <a:path w="16" h="31" extrusionOk="0">
                  <a:moveTo>
                    <a:pt x="11" y="26"/>
                  </a:moveTo>
                  <a:cubicBezTo>
                    <a:pt x="13" y="26"/>
                    <a:pt x="12" y="24"/>
                    <a:pt x="13" y="23"/>
                  </a:cubicBezTo>
                  <a:cubicBezTo>
                    <a:pt x="14" y="22"/>
                    <a:pt x="16" y="19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6"/>
                    <a:pt x="12" y="15"/>
                    <a:pt x="11" y="13"/>
                  </a:cubicBezTo>
                  <a:cubicBezTo>
                    <a:pt x="11" y="11"/>
                    <a:pt x="11" y="7"/>
                    <a:pt x="12" y="4"/>
                  </a:cubicBezTo>
                  <a:cubicBezTo>
                    <a:pt x="11" y="3"/>
                    <a:pt x="6" y="0"/>
                    <a:pt x="5" y="0"/>
                  </a:cubicBezTo>
                  <a:cubicBezTo>
                    <a:pt x="3" y="0"/>
                    <a:pt x="1" y="3"/>
                    <a:pt x="1" y="6"/>
                  </a:cubicBezTo>
                  <a:cubicBezTo>
                    <a:pt x="4" y="8"/>
                    <a:pt x="5" y="9"/>
                    <a:pt x="3" y="11"/>
                  </a:cubicBezTo>
                  <a:cubicBezTo>
                    <a:pt x="1" y="14"/>
                    <a:pt x="0" y="22"/>
                    <a:pt x="3" y="24"/>
                  </a:cubicBezTo>
                  <a:cubicBezTo>
                    <a:pt x="5" y="26"/>
                    <a:pt x="6" y="30"/>
                    <a:pt x="8" y="31"/>
                  </a:cubicBezTo>
                  <a:cubicBezTo>
                    <a:pt x="9" y="29"/>
                    <a:pt x="10" y="27"/>
                    <a:pt x="11" y="2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6058434" y="2574931"/>
              <a:ext cx="223868" cy="101200"/>
            </a:xfrm>
            <a:custGeom>
              <a:avLst/>
              <a:gdLst/>
              <a:ahLst/>
              <a:cxnLst/>
              <a:rect l="l" t="t" r="r" b="b"/>
              <a:pathLst>
                <a:path w="62" h="28" extrusionOk="0">
                  <a:moveTo>
                    <a:pt x="52" y="2"/>
                  </a:moveTo>
                  <a:cubicBezTo>
                    <a:pt x="50" y="0"/>
                    <a:pt x="45" y="0"/>
                    <a:pt x="45" y="0"/>
                  </a:cubicBezTo>
                  <a:cubicBezTo>
                    <a:pt x="45" y="0"/>
                    <a:pt x="44" y="2"/>
                    <a:pt x="43" y="4"/>
                  </a:cubicBezTo>
                  <a:cubicBezTo>
                    <a:pt x="42" y="5"/>
                    <a:pt x="38" y="5"/>
                    <a:pt x="36" y="4"/>
                  </a:cubicBezTo>
                  <a:cubicBezTo>
                    <a:pt x="35" y="5"/>
                    <a:pt x="32" y="6"/>
                    <a:pt x="31" y="7"/>
                  </a:cubicBezTo>
                  <a:cubicBezTo>
                    <a:pt x="31" y="9"/>
                    <a:pt x="27" y="8"/>
                    <a:pt x="28" y="12"/>
                  </a:cubicBezTo>
                  <a:cubicBezTo>
                    <a:pt x="29" y="17"/>
                    <a:pt x="26" y="15"/>
                    <a:pt x="25" y="15"/>
                  </a:cubicBezTo>
                  <a:cubicBezTo>
                    <a:pt x="23" y="14"/>
                    <a:pt x="17" y="15"/>
                    <a:pt x="16" y="17"/>
                  </a:cubicBezTo>
                  <a:cubicBezTo>
                    <a:pt x="14" y="18"/>
                    <a:pt x="12" y="18"/>
                    <a:pt x="11" y="17"/>
                  </a:cubicBezTo>
                  <a:cubicBezTo>
                    <a:pt x="10" y="16"/>
                    <a:pt x="7" y="16"/>
                    <a:pt x="6" y="18"/>
                  </a:cubicBezTo>
                  <a:cubicBezTo>
                    <a:pt x="5" y="20"/>
                    <a:pt x="3" y="16"/>
                    <a:pt x="1" y="16"/>
                  </a:cubicBezTo>
                  <a:cubicBezTo>
                    <a:pt x="0" y="17"/>
                    <a:pt x="0" y="20"/>
                    <a:pt x="0" y="21"/>
                  </a:cubicBezTo>
                  <a:cubicBezTo>
                    <a:pt x="0" y="22"/>
                    <a:pt x="3" y="24"/>
                    <a:pt x="5" y="23"/>
                  </a:cubicBezTo>
                  <a:cubicBezTo>
                    <a:pt x="6" y="22"/>
                    <a:pt x="8" y="23"/>
                    <a:pt x="10" y="24"/>
                  </a:cubicBezTo>
                  <a:cubicBezTo>
                    <a:pt x="11" y="25"/>
                    <a:pt x="14" y="24"/>
                    <a:pt x="15" y="23"/>
                  </a:cubicBezTo>
                  <a:cubicBezTo>
                    <a:pt x="16" y="22"/>
                    <a:pt x="21" y="22"/>
                    <a:pt x="22" y="22"/>
                  </a:cubicBezTo>
                  <a:cubicBezTo>
                    <a:pt x="22" y="22"/>
                    <a:pt x="22" y="25"/>
                    <a:pt x="23" y="25"/>
                  </a:cubicBezTo>
                  <a:cubicBezTo>
                    <a:pt x="24" y="26"/>
                    <a:pt x="28" y="26"/>
                    <a:pt x="31" y="26"/>
                  </a:cubicBezTo>
                  <a:cubicBezTo>
                    <a:pt x="34" y="26"/>
                    <a:pt x="39" y="28"/>
                    <a:pt x="40" y="28"/>
                  </a:cubicBezTo>
                  <a:cubicBezTo>
                    <a:pt x="42" y="28"/>
                    <a:pt x="44" y="25"/>
                    <a:pt x="48" y="25"/>
                  </a:cubicBezTo>
                  <a:cubicBezTo>
                    <a:pt x="51" y="25"/>
                    <a:pt x="53" y="23"/>
                    <a:pt x="53" y="24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4" y="22"/>
                    <a:pt x="54" y="22"/>
                    <a:pt x="55" y="22"/>
                  </a:cubicBezTo>
                  <a:cubicBezTo>
                    <a:pt x="56" y="21"/>
                    <a:pt x="55" y="19"/>
                    <a:pt x="56" y="18"/>
                  </a:cubicBezTo>
                  <a:cubicBezTo>
                    <a:pt x="57" y="17"/>
                    <a:pt x="55" y="14"/>
                    <a:pt x="57" y="15"/>
                  </a:cubicBezTo>
                  <a:cubicBezTo>
                    <a:pt x="59" y="15"/>
                    <a:pt x="61" y="15"/>
                    <a:pt x="61" y="12"/>
                  </a:cubicBezTo>
                  <a:cubicBezTo>
                    <a:pt x="61" y="12"/>
                    <a:pt x="61" y="11"/>
                    <a:pt x="62" y="10"/>
                  </a:cubicBezTo>
                  <a:cubicBezTo>
                    <a:pt x="60" y="7"/>
                    <a:pt x="59" y="3"/>
                    <a:pt x="59" y="3"/>
                  </a:cubicBezTo>
                  <a:cubicBezTo>
                    <a:pt x="59" y="3"/>
                    <a:pt x="55" y="5"/>
                    <a:pt x="52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6254700" y="2585665"/>
              <a:ext cx="194734" cy="116534"/>
            </a:xfrm>
            <a:custGeom>
              <a:avLst/>
              <a:gdLst/>
              <a:ahLst/>
              <a:cxnLst/>
              <a:rect l="l" t="t" r="r" b="b"/>
              <a:pathLst>
                <a:path w="54" h="32" extrusionOk="0">
                  <a:moveTo>
                    <a:pt x="52" y="6"/>
                  </a:moveTo>
                  <a:cubicBezTo>
                    <a:pt x="52" y="6"/>
                    <a:pt x="51" y="6"/>
                    <a:pt x="50" y="5"/>
                  </a:cubicBezTo>
                  <a:cubicBezTo>
                    <a:pt x="48" y="5"/>
                    <a:pt x="46" y="4"/>
                    <a:pt x="45" y="3"/>
                  </a:cubicBezTo>
                  <a:cubicBezTo>
                    <a:pt x="44" y="2"/>
                    <a:pt x="38" y="1"/>
                    <a:pt x="37" y="1"/>
                  </a:cubicBezTo>
                  <a:cubicBezTo>
                    <a:pt x="36" y="0"/>
                    <a:pt x="31" y="6"/>
                    <a:pt x="29" y="6"/>
                  </a:cubicBezTo>
                  <a:cubicBezTo>
                    <a:pt x="28" y="6"/>
                    <a:pt x="21" y="7"/>
                    <a:pt x="21" y="8"/>
                  </a:cubicBezTo>
                  <a:cubicBezTo>
                    <a:pt x="21" y="10"/>
                    <a:pt x="12" y="11"/>
                    <a:pt x="9" y="8"/>
                  </a:cubicBezTo>
                  <a:cubicBezTo>
                    <a:pt x="9" y="8"/>
                    <a:pt x="8" y="8"/>
                    <a:pt x="8" y="7"/>
                  </a:cubicBezTo>
                  <a:cubicBezTo>
                    <a:pt x="7" y="8"/>
                    <a:pt x="7" y="9"/>
                    <a:pt x="7" y="9"/>
                  </a:cubicBezTo>
                  <a:cubicBezTo>
                    <a:pt x="7" y="12"/>
                    <a:pt x="5" y="12"/>
                    <a:pt x="3" y="12"/>
                  </a:cubicBezTo>
                  <a:cubicBezTo>
                    <a:pt x="1" y="11"/>
                    <a:pt x="3" y="14"/>
                    <a:pt x="2" y="15"/>
                  </a:cubicBezTo>
                  <a:cubicBezTo>
                    <a:pt x="1" y="16"/>
                    <a:pt x="2" y="18"/>
                    <a:pt x="1" y="19"/>
                  </a:cubicBezTo>
                  <a:cubicBezTo>
                    <a:pt x="0" y="19"/>
                    <a:pt x="0" y="19"/>
                    <a:pt x="0" y="21"/>
                  </a:cubicBezTo>
                  <a:cubicBezTo>
                    <a:pt x="0" y="21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3" y="25"/>
                    <a:pt x="7" y="27"/>
                    <a:pt x="8" y="29"/>
                  </a:cubicBezTo>
                  <a:cubicBezTo>
                    <a:pt x="10" y="31"/>
                    <a:pt x="15" y="32"/>
                    <a:pt x="17" y="31"/>
                  </a:cubicBezTo>
                  <a:cubicBezTo>
                    <a:pt x="19" y="30"/>
                    <a:pt x="29" y="27"/>
                    <a:pt x="29" y="27"/>
                  </a:cubicBezTo>
                  <a:cubicBezTo>
                    <a:pt x="29" y="27"/>
                    <a:pt x="31" y="28"/>
                    <a:pt x="32" y="29"/>
                  </a:cubicBezTo>
                  <a:cubicBezTo>
                    <a:pt x="33" y="29"/>
                    <a:pt x="33" y="29"/>
                    <a:pt x="35" y="29"/>
                  </a:cubicBezTo>
                  <a:cubicBezTo>
                    <a:pt x="35" y="28"/>
                    <a:pt x="37" y="28"/>
                    <a:pt x="40" y="25"/>
                  </a:cubicBezTo>
                  <a:cubicBezTo>
                    <a:pt x="42" y="23"/>
                    <a:pt x="46" y="13"/>
                    <a:pt x="47" y="13"/>
                  </a:cubicBezTo>
                  <a:cubicBezTo>
                    <a:pt x="48" y="12"/>
                    <a:pt x="51" y="10"/>
                    <a:pt x="53" y="9"/>
                  </a:cubicBezTo>
                  <a:cubicBezTo>
                    <a:pt x="54" y="8"/>
                    <a:pt x="54" y="7"/>
                    <a:pt x="52" y="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6133566" y="2495198"/>
              <a:ext cx="196268" cy="98134"/>
            </a:xfrm>
            <a:custGeom>
              <a:avLst/>
              <a:gdLst/>
              <a:ahLst/>
              <a:cxnLst/>
              <a:rect l="l" t="t" r="r" b="b"/>
              <a:pathLst>
                <a:path w="54" h="27" extrusionOk="0">
                  <a:moveTo>
                    <a:pt x="51" y="12"/>
                  </a:moveTo>
                  <a:cubicBezTo>
                    <a:pt x="49" y="11"/>
                    <a:pt x="46" y="12"/>
                    <a:pt x="45" y="11"/>
                  </a:cubicBezTo>
                  <a:cubicBezTo>
                    <a:pt x="45" y="10"/>
                    <a:pt x="45" y="8"/>
                    <a:pt x="43" y="8"/>
                  </a:cubicBezTo>
                  <a:cubicBezTo>
                    <a:pt x="41" y="8"/>
                    <a:pt x="39" y="7"/>
                    <a:pt x="38" y="8"/>
                  </a:cubicBezTo>
                  <a:cubicBezTo>
                    <a:pt x="37" y="10"/>
                    <a:pt x="34" y="8"/>
                    <a:pt x="34" y="7"/>
                  </a:cubicBezTo>
                  <a:cubicBezTo>
                    <a:pt x="34" y="5"/>
                    <a:pt x="32" y="4"/>
                    <a:pt x="28" y="3"/>
                  </a:cubicBezTo>
                  <a:cubicBezTo>
                    <a:pt x="27" y="2"/>
                    <a:pt x="25" y="1"/>
                    <a:pt x="23" y="0"/>
                  </a:cubicBezTo>
                  <a:cubicBezTo>
                    <a:pt x="23" y="0"/>
                    <a:pt x="23" y="0"/>
                    <a:pt x="23" y="1"/>
                  </a:cubicBezTo>
                  <a:cubicBezTo>
                    <a:pt x="22" y="2"/>
                    <a:pt x="20" y="0"/>
                    <a:pt x="18" y="1"/>
                  </a:cubicBezTo>
                  <a:cubicBezTo>
                    <a:pt x="17" y="2"/>
                    <a:pt x="14" y="2"/>
                    <a:pt x="12" y="4"/>
                  </a:cubicBezTo>
                  <a:cubicBezTo>
                    <a:pt x="10" y="6"/>
                    <a:pt x="5" y="7"/>
                    <a:pt x="3" y="7"/>
                  </a:cubicBezTo>
                  <a:cubicBezTo>
                    <a:pt x="0" y="8"/>
                    <a:pt x="2" y="10"/>
                    <a:pt x="3" y="12"/>
                  </a:cubicBezTo>
                  <a:cubicBezTo>
                    <a:pt x="4" y="14"/>
                    <a:pt x="4" y="18"/>
                    <a:pt x="6" y="19"/>
                  </a:cubicBezTo>
                  <a:cubicBezTo>
                    <a:pt x="8" y="20"/>
                    <a:pt x="14" y="24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7" y="27"/>
                    <a:pt x="21" y="27"/>
                    <a:pt x="22" y="26"/>
                  </a:cubicBezTo>
                  <a:cubicBezTo>
                    <a:pt x="23" y="24"/>
                    <a:pt x="24" y="22"/>
                    <a:pt x="24" y="22"/>
                  </a:cubicBezTo>
                  <a:cubicBezTo>
                    <a:pt x="24" y="22"/>
                    <a:pt x="29" y="22"/>
                    <a:pt x="31" y="24"/>
                  </a:cubicBezTo>
                  <a:cubicBezTo>
                    <a:pt x="34" y="27"/>
                    <a:pt x="38" y="25"/>
                    <a:pt x="38" y="25"/>
                  </a:cubicBezTo>
                  <a:cubicBezTo>
                    <a:pt x="38" y="25"/>
                    <a:pt x="38" y="26"/>
                    <a:pt x="38" y="27"/>
                  </a:cubicBezTo>
                  <a:cubicBezTo>
                    <a:pt x="39" y="25"/>
                    <a:pt x="40" y="24"/>
                    <a:pt x="41" y="24"/>
                  </a:cubicBezTo>
                  <a:cubicBezTo>
                    <a:pt x="43" y="24"/>
                    <a:pt x="46" y="23"/>
                    <a:pt x="49" y="20"/>
                  </a:cubicBezTo>
                  <a:cubicBezTo>
                    <a:pt x="50" y="18"/>
                    <a:pt x="52" y="17"/>
                    <a:pt x="54" y="16"/>
                  </a:cubicBezTo>
                  <a:cubicBezTo>
                    <a:pt x="52" y="15"/>
                    <a:pt x="52" y="13"/>
                    <a:pt x="51" y="1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>
              <a:off x="6271568" y="2553465"/>
              <a:ext cx="170200" cy="72066"/>
            </a:xfrm>
            <a:custGeom>
              <a:avLst/>
              <a:gdLst/>
              <a:ahLst/>
              <a:cxnLst/>
              <a:rect l="l" t="t" r="r" b="b"/>
              <a:pathLst>
                <a:path w="47" h="20" extrusionOk="0">
                  <a:moveTo>
                    <a:pt x="35" y="2"/>
                  </a:moveTo>
                  <a:cubicBezTo>
                    <a:pt x="33" y="2"/>
                    <a:pt x="31" y="1"/>
                    <a:pt x="29" y="1"/>
                  </a:cubicBezTo>
                  <a:cubicBezTo>
                    <a:pt x="27" y="2"/>
                    <a:pt x="23" y="1"/>
                    <a:pt x="22" y="1"/>
                  </a:cubicBezTo>
                  <a:cubicBezTo>
                    <a:pt x="20" y="0"/>
                    <a:pt x="19" y="2"/>
                    <a:pt x="17" y="1"/>
                  </a:cubicBezTo>
                  <a:cubicBezTo>
                    <a:pt x="16" y="1"/>
                    <a:pt x="16" y="0"/>
                    <a:pt x="16" y="0"/>
                  </a:cubicBezTo>
                  <a:cubicBezTo>
                    <a:pt x="14" y="1"/>
                    <a:pt x="12" y="2"/>
                    <a:pt x="11" y="4"/>
                  </a:cubicBezTo>
                  <a:cubicBezTo>
                    <a:pt x="8" y="7"/>
                    <a:pt x="5" y="8"/>
                    <a:pt x="3" y="8"/>
                  </a:cubicBezTo>
                  <a:cubicBezTo>
                    <a:pt x="2" y="8"/>
                    <a:pt x="1" y="9"/>
                    <a:pt x="0" y="11"/>
                  </a:cubicBezTo>
                  <a:cubicBezTo>
                    <a:pt x="1" y="13"/>
                    <a:pt x="3" y="16"/>
                    <a:pt x="4" y="17"/>
                  </a:cubicBezTo>
                  <a:cubicBezTo>
                    <a:pt x="7" y="20"/>
                    <a:pt x="16" y="19"/>
                    <a:pt x="16" y="17"/>
                  </a:cubicBezTo>
                  <a:cubicBezTo>
                    <a:pt x="16" y="16"/>
                    <a:pt x="23" y="15"/>
                    <a:pt x="24" y="15"/>
                  </a:cubicBezTo>
                  <a:cubicBezTo>
                    <a:pt x="26" y="15"/>
                    <a:pt x="31" y="9"/>
                    <a:pt x="32" y="10"/>
                  </a:cubicBezTo>
                  <a:cubicBezTo>
                    <a:pt x="33" y="10"/>
                    <a:pt x="39" y="11"/>
                    <a:pt x="40" y="12"/>
                  </a:cubicBezTo>
                  <a:cubicBezTo>
                    <a:pt x="41" y="13"/>
                    <a:pt x="43" y="14"/>
                    <a:pt x="45" y="14"/>
                  </a:cubicBezTo>
                  <a:cubicBezTo>
                    <a:pt x="44" y="13"/>
                    <a:pt x="44" y="12"/>
                    <a:pt x="44" y="11"/>
                  </a:cubicBezTo>
                  <a:cubicBezTo>
                    <a:pt x="44" y="10"/>
                    <a:pt x="46" y="6"/>
                    <a:pt x="47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5" y="4"/>
                    <a:pt x="43" y="4"/>
                    <a:pt x="43" y="4"/>
                  </a:cubicBezTo>
                  <a:cubicBezTo>
                    <a:pt x="42" y="3"/>
                    <a:pt x="38" y="2"/>
                    <a:pt x="35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8" name="Google Shape;318;p1"/>
            <p:cNvSpPr/>
            <p:nvPr/>
          </p:nvSpPr>
          <p:spPr>
            <a:xfrm>
              <a:off x="5463499" y="2840199"/>
              <a:ext cx="111934" cy="188600"/>
            </a:xfrm>
            <a:custGeom>
              <a:avLst/>
              <a:gdLst/>
              <a:ahLst/>
              <a:cxnLst/>
              <a:rect l="l" t="t" r="r" b="b"/>
              <a:pathLst>
                <a:path w="31" h="52" extrusionOk="0">
                  <a:moveTo>
                    <a:pt x="23" y="42"/>
                  </a:moveTo>
                  <a:cubicBezTo>
                    <a:pt x="26" y="42"/>
                    <a:pt x="22" y="39"/>
                    <a:pt x="21" y="38"/>
                  </a:cubicBezTo>
                  <a:cubicBezTo>
                    <a:pt x="20" y="37"/>
                    <a:pt x="21" y="34"/>
                    <a:pt x="23" y="34"/>
                  </a:cubicBezTo>
                  <a:cubicBezTo>
                    <a:pt x="25" y="34"/>
                    <a:pt x="23" y="31"/>
                    <a:pt x="20" y="29"/>
                  </a:cubicBezTo>
                  <a:cubicBezTo>
                    <a:pt x="18" y="27"/>
                    <a:pt x="20" y="26"/>
                    <a:pt x="23" y="26"/>
                  </a:cubicBezTo>
                  <a:cubicBezTo>
                    <a:pt x="25" y="26"/>
                    <a:pt x="22" y="22"/>
                    <a:pt x="24" y="20"/>
                  </a:cubicBezTo>
                  <a:cubicBezTo>
                    <a:pt x="26" y="18"/>
                    <a:pt x="24" y="14"/>
                    <a:pt x="24" y="12"/>
                  </a:cubicBezTo>
                  <a:cubicBezTo>
                    <a:pt x="24" y="10"/>
                    <a:pt x="27" y="10"/>
                    <a:pt x="29" y="7"/>
                  </a:cubicBezTo>
                  <a:cubicBezTo>
                    <a:pt x="31" y="5"/>
                    <a:pt x="27" y="6"/>
                    <a:pt x="27" y="4"/>
                  </a:cubicBezTo>
                  <a:cubicBezTo>
                    <a:pt x="27" y="2"/>
                    <a:pt x="24" y="1"/>
                    <a:pt x="22" y="3"/>
                  </a:cubicBezTo>
                  <a:cubicBezTo>
                    <a:pt x="20" y="4"/>
                    <a:pt x="20" y="3"/>
                    <a:pt x="18" y="3"/>
                  </a:cubicBezTo>
                  <a:cubicBezTo>
                    <a:pt x="17" y="3"/>
                    <a:pt x="13" y="4"/>
                    <a:pt x="13" y="2"/>
                  </a:cubicBezTo>
                  <a:cubicBezTo>
                    <a:pt x="13" y="0"/>
                    <a:pt x="12" y="0"/>
                    <a:pt x="10" y="1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8" y="5"/>
                    <a:pt x="7" y="7"/>
                    <a:pt x="8" y="8"/>
                  </a:cubicBezTo>
                  <a:cubicBezTo>
                    <a:pt x="10" y="11"/>
                    <a:pt x="6" y="25"/>
                    <a:pt x="3" y="28"/>
                  </a:cubicBezTo>
                  <a:cubicBezTo>
                    <a:pt x="0" y="32"/>
                    <a:pt x="3" y="33"/>
                    <a:pt x="6" y="36"/>
                  </a:cubicBezTo>
                  <a:cubicBezTo>
                    <a:pt x="10" y="38"/>
                    <a:pt x="7" y="48"/>
                    <a:pt x="7" y="50"/>
                  </a:cubicBezTo>
                  <a:cubicBezTo>
                    <a:pt x="7" y="52"/>
                    <a:pt x="10" y="52"/>
                    <a:pt x="14" y="52"/>
                  </a:cubicBezTo>
                  <a:cubicBezTo>
                    <a:pt x="16" y="52"/>
                    <a:pt x="18" y="51"/>
                    <a:pt x="21" y="50"/>
                  </a:cubicBezTo>
                  <a:cubicBezTo>
                    <a:pt x="20" y="49"/>
                    <a:pt x="19" y="48"/>
                    <a:pt x="19" y="47"/>
                  </a:cubicBezTo>
                  <a:cubicBezTo>
                    <a:pt x="19" y="46"/>
                    <a:pt x="19" y="43"/>
                    <a:pt x="23" y="4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>
              <a:off x="5859100" y="2393998"/>
              <a:ext cx="127266" cy="108866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11" y="24"/>
                  </a:moveTo>
                  <a:cubicBezTo>
                    <a:pt x="13" y="22"/>
                    <a:pt x="16" y="23"/>
                    <a:pt x="17" y="24"/>
                  </a:cubicBezTo>
                  <a:cubicBezTo>
                    <a:pt x="19" y="26"/>
                    <a:pt x="21" y="26"/>
                    <a:pt x="23" y="29"/>
                  </a:cubicBezTo>
                  <a:cubicBezTo>
                    <a:pt x="24" y="29"/>
                    <a:pt x="24" y="30"/>
                    <a:pt x="25" y="30"/>
                  </a:cubicBezTo>
                  <a:cubicBezTo>
                    <a:pt x="25" y="29"/>
                    <a:pt x="25" y="25"/>
                    <a:pt x="26" y="24"/>
                  </a:cubicBezTo>
                  <a:cubicBezTo>
                    <a:pt x="27" y="22"/>
                    <a:pt x="25" y="20"/>
                    <a:pt x="27" y="20"/>
                  </a:cubicBezTo>
                  <a:cubicBezTo>
                    <a:pt x="28" y="20"/>
                    <a:pt x="31" y="20"/>
                    <a:pt x="31" y="17"/>
                  </a:cubicBezTo>
                  <a:cubicBezTo>
                    <a:pt x="31" y="15"/>
                    <a:pt x="32" y="16"/>
                    <a:pt x="33" y="15"/>
                  </a:cubicBezTo>
                  <a:cubicBezTo>
                    <a:pt x="34" y="13"/>
                    <a:pt x="31" y="11"/>
                    <a:pt x="30" y="10"/>
                  </a:cubicBezTo>
                  <a:cubicBezTo>
                    <a:pt x="30" y="9"/>
                    <a:pt x="32" y="9"/>
                    <a:pt x="34" y="6"/>
                  </a:cubicBezTo>
                  <a:cubicBezTo>
                    <a:pt x="35" y="5"/>
                    <a:pt x="35" y="3"/>
                    <a:pt x="34" y="1"/>
                  </a:cubicBezTo>
                  <a:cubicBezTo>
                    <a:pt x="34" y="1"/>
                    <a:pt x="33" y="2"/>
                    <a:pt x="32" y="1"/>
                  </a:cubicBezTo>
                  <a:cubicBezTo>
                    <a:pt x="30" y="0"/>
                    <a:pt x="27" y="1"/>
                    <a:pt x="24" y="2"/>
                  </a:cubicBezTo>
                  <a:cubicBezTo>
                    <a:pt x="20" y="2"/>
                    <a:pt x="19" y="6"/>
                    <a:pt x="20" y="7"/>
                  </a:cubicBezTo>
                  <a:cubicBezTo>
                    <a:pt x="22" y="9"/>
                    <a:pt x="17" y="10"/>
                    <a:pt x="16" y="8"/>
                  </a:cubicBezTo>
                  <a:cubicBezTo>
                    <a:pt x="16" y="6"/>
                    <a:pt x="12" y="7"/>
                    <a:pt x="12" y="10"/>
                  </a:cubicBezTo>
                  <a:cubicBezTo>
                    <a:pt x="13" y="12"/>
                    <a:pt x="8" y="13"/>
                    <a:pt x="8" y="17"/>
                  </a:cubicBezTo>
                  <a:cubicBezTo>
                    <a:pt x="9" y="20"/>
                    <a:pt x="4" y="23"/>
                    <a:pt x="2" y="24"/>
                  </a:cubicBezTo>
                  <a:cubicBezTo>
                    <a:pt x="1" y="25"/>
                    <a:pt x="1" y="25"/>
                    <a:pt x="0" y="25"/>
                  </a:cubicBezTo>
                  <a:cubicBezTo>
                    <a:pt x="2" y="26"/>
                    <a:pt x="3" y="26"/>
                    <a:pt x="3" y="26"/>
                  </a:cubicBezTo>
                  <a:cubicBezTo>
                    <a:pt x="6" y="26"/>
                    <a:pt x="10" y="25"/>
                    <a:pt x="11" y="2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>
              <a:off x="5938832" y="2531998"/>
              <a:ext cx="21466" cy="27600"/>
            </a:xfrm>
            <a:custGeom>
              <a:avLst/>
              <a:gdLst/>
              <a:ahLst/>
              <a:cxnLst/>
              <a:rect l="l" t="t" r="r" b="b"/>
              <a:pathLst>
                <a:path w="6" h="8" extrusionOk="0">
                  <a:moveTo>
                    <a:pt x="4" y="0"/>
                  </a:moveTo>
                  <a:cubicBezTo>
                    <a:pt x="2" y="1"/>
                    <a:pt x="0" y="3"/>
                    <a:pt x="1" y="7"/>
                  </a:cubicBezTo>
                  <a:cubicBezTo>
                    <a:pt x="2" y="7"/>
                    <a:pt x="5" y="7"/>
                    <a:pt x="6" y="8"/>
                  </a:cubicBezTo>
                  <a:cubicBezTo>
                    <a:pt x="6" y="3"/>
                    <a:pt x="4" y="2"/>
                    <a:pt x="4" y="1"/>
                  </a:cubicBezTo>
                  <a:cubicBezTo>
                    <a:pt x="3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>
              <a:off x="5840700" y="2473731"/>
              <a:ext cx="119600" cy="85866"/>
            </a:xfrm>
            <a:custGeom>
              <a:avLst/>
              <a:gdLst/>
              <a:ahLst/>
              <a:cxnLst/>
              <a:rect l="l" t="t" r="r" b="b"/>
              <a:pathLst>
                <a:path w="33" h="24" extrusionOk="0">
                  <a:moveTo>
                    <a:pt x="1" y="7"/>
                  </a:moveTo>
                  <a:cubicBezTo>
                    <a:pt x="1" y="8"/>
                    <a:pt x="3" y="11"/>
                    <a:pt x="4" y="10"/>
                  </a:cubicBezTo>
                  <a:cubicBezTo>
                    <a:pt x="5" y="9"/>
                    <a:pt x="7" y="12"/>
                    <a:pt x="8" y="12"/>
                  </a:cubicBezTo>
                  <a:cubicBezTo>
                    <a:pt x="10" y="13"/>
                    <a:pt x="13" y="15"/>
                    <a:pt x="13" y="16"/>
                  </a:cubicBezTo>
                  <a:cubicBezTo>
                    <a:pt x="14" y="17"/>
                    <a:pt x="14" y="19"/>
                    <a:pt x="16" y="18"/>
                  </a:cubicBezTo>
                  <a:cubicBezTo>
                    <a:pt x="18" y="18"/>
                    <a:pt x="20" y="15"/>
                    <a:pt x="20" y="17"/>
                  </a:cubicBezTo>
                  <a:cubicBezTo>
                    <a:pt x="20" y="18"/>
                    <a:pt x="20" y="21"/>
                    <a:pt x="22" y="21"/>
                  </a:cubicBezTo>
                  <a:cubicBezTo>
                    <a:pt x="24" y="20"/>
                    <a:pt x="24" y="24"/>
                    <a:pt x="26" y="23"/>
                  </a:cubicBezTo>
                  <a:cubicBezTo>
                    <a:pt x="27" y="23"/>
                    <a:pt x="27" y="23"/>
                    <a:pt x="28" y="23"/>
                  </a:cubicBezTo>
                  <a:cubicBezTo>
                    <a:pt x="27" y="19"/>
                    <a:pt x="29" y="17"/>
                    <a:pt x="31" y="16"/>
                  </a:cubicBezTo>
                  <a:cubicBezTo>
                    <a:pt x="31" y="15"/>
                    <a:pt x="32" y="15"/>
                    <a:pt x="32" y="14"/>
                  </a:cubicBezTo>
                  <a:cubicBezTo>
                    <a:pt x="33" y="12"/>
                    <a:pt x="30" y="10"/>
                    <a:pt x="3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9" y="8"/>
                    <a:pt x="29" y="7"/>
                    <a:pt x="28" y="7"/>
                  </a:cubicBezTo>
                  <a:cubicBezTo>
                    <a:pt x="26" y="4"/>
                    <a:pt x="24" y="4"/>
                    <a:pt x="22" y="2"/>
                  </a:cubicBezTo>
                  <a:cubicBezTo>
                    <a:pt x="21" y="1"/>
                    <a:pt x="18" y="0"/>
                    <a:pt x="16" y="2"/>
                  </a:cubicBezTo>
                  <a:cubicBezTo>
                    <a:pt x="15" y="3"/>
                    <a:pt x="11" y="4"/>
                    <a:pt x="8" y="4"/>
                  </a:cubicBezTo>
                  <a:cubicBezTo>
                    <a:pt x="8" y="4"/>
                    <a:pt x="7" y="4"/>
                    <a:pt x="5" y="3"/>
                  </a:cubicBezTo>
                  <a:cubicBezTo>
                    <a:pt x="4" y="4"/>
                    <a:pt x="2" y="5"/>
                    <a:pt x="0" y="6"/>
                  </a:cubicBezTo>
                  <a:cubicBezTo>
                    <a:pt x="0" y="6"/>
                    <a:pt x="1" y="6"/>
                    <a:pt x="1" y="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2" name="Google Shape;322;p1"/>
            <p:cNvSpPr/>
            <p:nvPr/>
          </p:nvSpPr>
          <p:spPr>
            <a:xfrm>
              <a:off x="6377368" y="2600999"/>
              <a:ext cx="279068" cy="180934"/>
            </a:xfrm>
            <a:custGeom>
              <a:avLst/>
              <a:gdLst/>
              <a:ahLst/>
              <a:cxnLst/>
              <a:rect l="l" t="t" r="r" b="b"/>
              <a:pathLst>
                <a:path w="77" h="50" extrusionOk="0">
                  <a:moveTo>
                    <a:pt x="69" y="33"/>
                  </a:moveTo>
                  <a:cubicBezTo>
                    <a:pt x="67" y="33"/>
                    <a:pt x="65" y="32"/>
                    <a:pt x="65" y="31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3" y="29"/>
                    <a:pt x="63" y="23"/>
                    <a:pt x="64" y="21"/>
                  </a:cubicBezTo>
                  <a:cubicBezTo>
                    <a:pt x="66" y="19"/>
                    <a:pt x="61" y="12"/>
                    <a:pt x="59" y="10"/>
                  </a:cubicBezTo>
                  <a:cubicBezTo>
                    <a:pt x="58" y="8"/>
                    <a:pt x="55" y="4"/>
                    <a:pt x="53" y="0"/>
                  </a:cubicBezTo>
                  <a:cubicBezTo>
                    <a:pt x="51" y="1"/>
                    <a:pt x="49" y="1"/>
                    <a:pt x="49" y="2"/>
                  </a:cubicBezTo>
                  <a:cubicBezTo>
                    <a:pt x="48" y="3"/>
                    <a:pt x="46" y="5"/>
                    <a:pt x="44" y="5"/>
                  </a:cubicBezTo>
                  <a:cubicBezTo>
                    <a:pt x="43" y="5"/>
                    <a:pt x="41" y="4"/>
                    <a:pt x="40" y="5"/>
                  </a:cubicBezTo>
                  <a:cubicBezTo>
                    <a:pt x="39" y="6"/>
                    <a:pt x="37" y="7"/>
                    <a:pt x="36" y="6"/>
                  </a:cubicBezTo>
                  <a:cubicBezTo>
                    <a:pt x="36" y="5"/>
                    <a:pt x="33" y="5"/>
                    <a:pt x="31" y="5"/>
                  </a:cubicBezTo>
                  <a:cubicBezTo>
                    <a:pt x="30" y="5"/>
                    <a:pt x="24" y="3"/>
                    <a:pt x="23" y="3"/>
                  </a:cubicBezTo>
                  <a:cubicBezTo>
                    <a:pt x="22" y="3"/>
                    <a:pt x="21" y="3"/>
                    <a:pt x="20" y="3"/>
                  </a:cubicBezTo>
                  <a:cubicBezTo>
                    <a:pt x="20" y="4"/>
                    <a:pt x="20" y="4"/>
                    <a:pt x="19" y="5"/>
                  </a:cubicBezTo>
                  <a:cubicBezTo>
                    <a:pt x="17" y="6"/>
                    <a:pt x="14" y="8"/>
                    <a:pt x="13" y="9"/>
                  </a:cubicBezTo>
                  <a:cubicBezTo>
                    <a:pt x="12" y="9"/>
                    <a:pt x="8" y="19"/>
                    <a:pt x="6" y="21"/>
                  </a:cubicBezTo>
                  <a:cubicBezTo>
                    <a:pt x="3" y="24"/>
                    <a:pt x="1" y="24"/>
                    <a:pt x="0" y="25"/>
                  </a:cubicBezTo>
                  <a:cubicBezTo>
                    <a:pt x="0" y="26"/>
                    <a:pt x="3" y="29"/>
                    <a:pt x="3" y="30"/>
                  </a:cubicBezTo>
                  <a:cubicBezTo>
                    <a:pt x="3" y="32"/>
                    <a:pt x="4" y="33"/>
                    <a:pt x="6" y="33"/>
                  </a:cubicBezTo>
                  <a:cubicBezTo>
                    <a:pt x="8" y="33"/>
                    <a:pt x="6" y="38"/>
                    <a:pt x="7" y="38"/>
                  </a:cubicBezTo>
                  <a:cubicBezTo>
                    <a:pt x="9" y="39"/>
                    <a:pt x="17" y="39"/>
                    <a:pt x="17" y="41"/>
                  </a:cubicBezTo>
                  <a:cubicBezTo>
                    <a:pt x="17" y="43"/>
                    <a:pt x="18" y="44"/>
                    <a:pt x="17" y="45"/>
                  </a:cubicBezTo>
                  <a:cubicBezTo>
                    <a:pt x="19" y="45"/>
                    <a:pt x="21" y="48"/>
                    <a:pt x="22" y="48"/>
                  </a:cubicBezTo>
                  <a:cubicBezTo>
                    <a:pt x="23" y="48"/>
                    <a:pt x="30" y="49"/>
                    <a:pt x="31" y="49"/>
                  </a:cubicBezTo>
                  <a:cubicBezTo>
                    <a:pt x="32" y="49"/>
                    <a:pt x="38" y="49"/>
                    <a:pt x="40" y="49"/>
                  </a:cubicBezTo>
                  <a:cubicBezTo>
                    <a:pt x="42" y="50"/>
                    <a:pt x="44" y="49"/>
                    <a:pt x="46" y="47"/>
                  </a:cubicBezTo>
                  <a:cubicBezTo>
                    <a:pt x="48" y="45"/>
                    <a:pt x="54" y="45"/>
                    <a:pt x="56" y="45"/>
                  </a:cubicBezTo>
                  <a:cubicBezTo>
                    <a:pt x="58" y="45"/>
                    <a:pt x="62" y="46"/>
                    <a:pt x="63" y="47"/>
                  </a:cubicBezTo>
                  <a:cubicBezTo>
                    <a:pt x="63" y="48"/>
                    <a:pt x="65" y="49"/>
                    <a:pt x="68" y="49"/>
                  </a:cubicBezTo>
                  <a:cubicBezTo>
                    <a:pt x="68" y="48"/>
                    <a:pt x="68" y="47"/>
                    <a:pt x="68" y="45"/>
                  </a:cubicBezTo>
                  <a:cubicBezTo>
                    <a:pt x="68" y="42"/>
                    <a:pt x="69" y="38"/>
                    <a:pt x="72" y="38"/>
                  </a:cubicBezTo>
                  <a:cubicBezTo>
                    <a:pt x="74" y="38"/>
                    <a:pt x="77" y="38"/>
                    <a:pt x="76" y="34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5" y="32"/>
                    <a:pt x="74" y="31"/>
                    <a:pt x="73" y="31"/>
                  </a:cubicBezTo>
                  <a:cubicBezTo>
                    <a:pt x="72" y="31"/>
                    <a:pt x="69" y="33"/>
                    <a:pt x="69" y="3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6569034" y="2593331"/>
              <a:ext cx="95066" cy="119600"/>
            </a:xfrm>
            <a:custGeom>
              <a:avLst/>
              <a:gdLst/>
              <a:ahLst/>
              <a:cxnLst/>
              <a:rect l="l" t="t" r="r" b="b"/>
              <a:pathLst>
                <a:path w="26" h="33" extrusionOk="0">
                  <a:moveTo>
                    <a:pt x="19" y="9"/>
                  </a:moveTo>
                  <a:cubicBezTo>
                    <a:pt x="18" y="6"/>
                    <a:pt x="15" y="4"/>
                    <a:pt x="13" y="4"/>
                  </a:cubicBezTo>
                  <a:cubicBezTo>
                    <a:pt x="11" y="4"/>
                    <a:pt x="8" y="0"/>
                    <a:pt x="6" y="1"/>
                  </a:cubicBezTo>
                  <a:cubicBezTo>
                    <a:pt x="5" y="1"/>
                    <a:pt x="3" y="1"/>
                    <a:pt x="0" y="2"/>
                  </a:cubicBezTo>
                  <a:cubicBezTo>
                    <a:pt x="2" y="6"/>
                    <a:pt x="5" y="10"/>
                    <a:pt x="6" y="12"/>
                  </a:cubicBezTo>
                  <a:cubicBezTo>
                    <a:pt x="8" y="14"/>
                    <a:pt x="13" y="21"/>
                    <a:pt x="11" y="23"/>
                  </a:cubicBezTo>
                  <a:cubicBezTo>
                    <a:pt x="10" y="25"/>
                    <a:pt x="10" y="31"/>
                    <a:pt x="12" y="33"/>
                  </a:cubicBezTo>
                  <a:cubicBezTo>
                    <a:pt x="14" y="31"/>
                    <a:pt x="17" y="27"/>
                    <a:pt x="17" y="25"/>
                  </a:cubicBezTo>
                  <a:cubicBezTo>
                    <a:pt x="17" y="24"/>
                    <a:pt x="17" y="21"/>
                    <a:pt x="20" y="22"/>
                  </a:cubicBezTo>
                  <a:cubicBezTo>
                    <a:pt x="23" y="22"/>
                    <a:pt x="26" y="24"/>
                    <a:pt x="26" y="23"/>
                  </a:cubicBezTo>
                  <a:cubicBezTo>
                    <a:pt x="26" y="22"/>
                    <a:pt x="25" y="18"/>
                    <a:pt x="24" y="17"/>
                  </a:cubicBezTo>
                  <a:cubicBezTo>
                    <a:pt x="23" y="16"/>
                    <a:pt x="20" y="12"/>
                    <a:pt x="19" y="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6431034" y="2763532"/>
              <a:ext cx="193200" cy="105800"/>
            </a:xfrm>
            <a:custGeom>
              <a:avLst/>
              <a:gdLst/>
              <a:ahLst/>
              <a:cxnLst/>
              <a:rect l="l" t="t" r="r" b="b"/>
              <a:pathLst>
                <a:path w="53" h="29" extrusionOk="0">
                  <a:moveTo>
                    <a:pt x="41" y="0"/>
                  </a:moveTo>
                  <a:cubicBezTo>
                    <a:pt x="39" y="0"/>
                    <a:pt x="33" y="0"/>
                    <a:pt x="31" y="2"/>
                  </a:cubicBezTo>
                  <a:cubicBezTo>
                    <a:pt x="29" y="4"/>
                    <a:pt x="27" y="5"/>
                    <a:pt x="25" y="4"/>
                  </a:cubicBezTo>
                  <a:cubicBezTo>
                    <a:pt x="23" y="4"/>
                    <a:pt x="17" y="4"/>
                    <a:pt x="16" y="4"/>
                  </a:cubicBezTo>
                  <a:cubicBezTo>
                    <a:pt x="15" y="4"/>
                    <a:pt x="8" y="3"/>
                    <a:pt x="7" y="3"/>
                  </a:cubicBezTo>
                  <a:cubicBezTo>
                    <a:pt x="6" y="3"/>
                    <a:pt x="4" y="0"/>
                    <a:pt x="2" y="0"/>
                  </a:cubicBezTo>
                  <a:cubicBezTo>
                    <a:pt x="2" y="0"/>
                    <a:pt x="2" y="0"/>
                    <a:pt x="1" y="1"/>
                  </a:cubicBezTo>
                  <a:cubicBezTo>
                    <a:pt x="0" y="2"/>
                    <a:pt x="0" y="5"/>
                    <a:pt x="1" y="6"/>
                  </a:cubicBezTo>
                  <a:cubicBezTo>
                    <a:pt x="3" y="8"/>
                    <a:pt x="6" y="12"/>
                    <a:pt x="4" y="12"/>
                  </a:cubicBezTo>
                  <a:cubicBezTo>
                    <a:pt x="2" y="12"/>
                    <a:pt x="1" y="14"/>
                    <a:pt x="1" y="15"/>
                  </a:cubicBezTo>
                  <a:cubicBezTo>
                    <a:pt x="1" y="16"/>
                    <a:pt x="1" y="19"/>
                    <a:pt x="1" y="19"/>
                  </a:cubicBezTo>
                  <a:cubicBezTo>
                    <a:pt x="2" y="20"/>
                    <a:pt x="6" y="24"/>
                    <a:pt x="6" y="25"/>
                  </a:cubicBezTo>
                  <a:cubicBezTo>
                    <a:pt x="6" y="26"/>
                    <a:pt x="8" y="26"/>
                    <a:pt x="8" y="27"/>
                  </a:cubicBezTo>
                  <a:cubicBezTo>
                    <a:pt x="11" y="27"/>
                    <a:pt x="17" y="26"/>
                    <a:pt x="19" y="27"/>
                  </a:cubicBezTo>
                  <a:cubicBezTo>
                    <a:pt x="21" y="28"/>
                    <a:pt x="28" y="29"/>
                    <a:pt x="28" y="29"/>
                  </a:cubicBezTo>
                  <a:cubicBezTo>
                    <a:pt x="30" y="29"/>
                    <a:pt x="32" y="28"/>
                    <a:pt x="31" y="27"/>
                  </a:cubicBezTo>
                  <a:cubicBezTo>
                    <a:pt x="31" y="26"/>
                    <a:pt x="33" y="25"/>
                    <a:pt x="35" y="25"/>
                  </a:cubicBezTo>
                  <a:cubicBezTo>
                    <a:pt x="35" y="24"/>
                    <a:pt x="35" y="23"/>
                    <a:pt x="35" y="22"/>
                  </a:cubicBezTo>
                  <a:cubicBezTo>
                    <a:pt x="36" y="22"/>
                    <a:pt x="41" y="21"/>
                    <a:pt x="44" y="22"/>
                  </a:cubicBezTo>
                  <a:cubicBezTo>
                    <a:pt x="45" y="23"/>
                    <a:pt x="46" y="23"/>
                    <a:pt x="47" y="22"/>
                  </a:cubicBezTo>
                  <a:cubicBezTo>
                    <a:pt x="47" y="21"/>
                    <a:pt x="46" y="20"/>
                    <a:pt x="46" y="20"/>
                  </a:cubicBezTo>
                  <a:cubicBezTo>
                    <a:pt x="45" y="20"/>
                    <a:pt x="42" y="14"/>
                    <a:pt x="44" y="14"/>
                  </a:cubicBezTo>
                  <a:cubicBezTo>
                    <a:pt x="46" y="13"/>
                    <a:pt x="48" y="7"/>
                    <a:pt x="51" y="6"/>
                  </a:cubicBezTo>
                  <a:cubicBezTo>
                    <a:pt x="52" y="6"/>
                    <a:pt x="52" y="5"/>
                    <a:pt x="53" y="4"/>
                  </a:cubicBezTo>
                  <a:cubicBezTo>
                    <a:pt x="50" y="4"/>
                    <a:pt x="48" y="3"/>
                    <a:pt x="48" y="2"/>
                  </a:cubicBezTo>
                  <a:cubicBezTo>
                    <a:pt x="47" y="1"/>
                    <a:pt x="43" y="0"/>
                    <a:pt x="41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6377368" y="2829465"/>
              <a:ext cx="82800" cy="58266"/>
            </a:xfrm>
            <a:custGeom>
              <a:avLst/>
              <a:gdLst/>
              <a:ahLst/>
              <a:cxnLst/>
              <a:rect l="l" t="t" r="r" b="b"/>
              <a:pathLst>
                <a:path w="23" h="16" extrusionOk="0">
                  <a:moveTo>
                    <a:pt x="5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6"/>
                    <a:pt x="8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3" y="15"/>
                    <a:pt x="13" y="13"/>
                    <a:pt x="15" y="13"/>
                  </a:cubicBezTo>
                  <a:cubicBezTo>
                    <a:pt x="16" y="14"/>
                    <a:pt x="22" y="11"/>
                    <a:pt x="22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8"/>
                    <a:pt x="21" y="8"/>
                    <a:pt x="21" y="7"/>
                  </a:cubicBezTo>
                  <a:cubicBezTo>
                    <a:pt x="21" y="6"/>
                    <a:pt x="17" y="2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"/>
                    <a:pt x="2" y="2"/>
                    <a:pt x="2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5"/>
                    <a:pt x="0" y="9"/>
                    <a:pt x="0" y="11"/>
                  </a:cubicBezTo>
                  <a:cubicBezTo>
                    <a:pt x="1" y="13"/>
                    <a:pt x="3" y="14"/>
                    <a:pt x="5" y="1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6" name="Google Shape;326;p1"/>
            <p:cNvSpPr/>
            <p:nvPr/>
          </p:nvSpPr>
          <p:spPr>
            <a:xfrm>
              <a:off x="6431034" y="2436931"/>
              <a:ext cx="544334" cy="315868"/>
            </a:xfrm>
            <a:custGeom>
              <a:avLst/>
              <a:gdLst/>
              <a:ahLst/>
              <a:cxnLst/>
              <a:rect l="l" t="t" r="r" b="b"/>
              <a:pathLst>
                <a:path w="150" h="87" extrusionOk="0">
                  <a:moveTo>
                    <a:pt x="133" y="54"/>
                  </a:moveTo>
                  <a:cubicBezTo>
                    <a:pt x="134" y="54"/>
                    <a:pt x="138" y="50"/>
                    <a:pt x="140" y="50"/>
                  </a:cubicBezTo>
                  <a:cubicBezTo>
                    <a:pt x="141" y="50"/>
                    <a:pt x="147" y="51"/>
                    <a:pt x="147" y="50"/>
                  </a:cubicBezTo>
                  <a:cubicBezTo>
                    <a:pt x="147" y="49"/>
                    <a:pt x="148" y="46"/>
                    <a:pt x="148" y="45"/>
                  </a:cubicBezTo>
                  <a:cubicBezTo>
                    <a:pt x="148" y="44"/>
                    <a:pt x="146" y="43"/>
                    <a:pt x="146" y="42"/>
                  </a:cubicBezTo>
                  <a:cubicBezTo>
                    <a:pt x="147" y="41"/>
                    <a:pt x="149" y="41"/>
                    <a:pt x="149" y="40"/>
                  </a:cubicBezTo>
                  <a:cubicBezTo>
                    <a:pt x="149" y="39"/>
                    <a:pt x="147" y="38"/>
                    <a:pt x="147" y="37"/>
                  </a:cubicBezTo>
                  <a:cubicBezTo>
                    <a:pt x="147" y="37"/>
                    <a:pt x="150" y="35"/>
                    <a:pt x="150" y="34"/>
                  </a:cubicBezTo>
                  <a:cubicBezTo>
                    <a:pt x="149" y="32"/>
                    <a:pt x="147" y="32"/>
                    <a:pt x="145" y="31"/>
                  </a:cubicBezTo>
                  <a:cubicBezTo>
                    <a:pt x="142" y="30"/>
                    <a:pt x="140" y="30"/>
                    <a:pt x="138" y="29"/>
                  </a:cubicBezTo>
                  <a:cubicBezTo>
                    <a:pt x="135" y="28"/>
                    <a:pt x="131" y="29"/>
                    <a:pt x="131" y="28"/>
                  </a:cubicBezTo>
                  <a:cubicBezTo>
                    <a:pt x="131" y="27"/>
                    <a:pt x="128" y="25"/>
                    <a:pt x="127" y="23"/>
                  </a:cubicBezTo>
                  <a:cubicBezTo>
                    <a:pt x="126" y="22"/>
                    <a:pt x="124" y="23"/>
                    <a:pt x="122" y="24"/>
                  </a:cubicBezTo>
                  <a:cubicBezTo>
                    <a:pt x="121" y="25"/>
                    <a:pt x="119" y="25"/>
                    <a:pt x="118" y="24"/>
                  </a:cubicBezTo>
                  <a:cubicBezTo>
                    <a:pt x="116" y="23"/>
                    <a:pt x="115" y="22"/>
                    <a:pt x="114" y="22"/>
                  </a:cubicBezTo>
                  <a:cubicBezTo>
                    <a:pt x="113" y="23"/>
                    <a:pt x="110" y="22"/>
                    <a:pt x="111" y="21"/>
                  </a:cubicBezTo>
                  <a:cubicBezTo>
                    <a:pt x="111" y="19"/>
                    <a:pt x="108" y="15"/>
                    <a:pt x="107" y="14"/>
                  </a:cubicBezTo>
                  <a:cubicBezTo>
                    <a:pt x="106" y="14"/>
                    <a:pt x="102" y="14"/>
                    <a:pt x="101" y="13"/>
                  </a:cubicBezTo>
                  <a:cubicBezTo>
                    <a:pt x="100" y="11"/>
                    <a:pt x="98" y="9"/>
                    <a:pt x="99" y="8"/>
                  </a:cubicBezTo>
                  <a:cubicBezTo>
                    <a:pt x="100" y="7"/>
                    <a:pt x="99" y="3"/>
                    <a:pt x="98" y="2"/>
                  </a:cubicBezTo>
                  <a:cubicBezTo>
                    <a:pt x="97" y="0"/>
                    <a:pt x="92" y="0"/>
                    <a:pt x="91" y="1"/>
                  </a:cubicBezTo>
                  <a:cubicBezTo>
                    <a:pt x="90" y="1"/>
                    <a:pt x="87" y="0"/>
                    <a:pt x="85" y="1"/>
                  </a:cubicBezTo>
                  <a:cubicBezTo>
                    <a:pt x="84" y="2"/>
                    <a:pt x="83" y="3"/>
                    <a:pt x="81" y="3"/>
                  </a:cubicBezTo>
                  <a:cubicBezTo>
                    <a:pt x="80" y="3"/>
                    <a:pt x="80" y="3"/>
                    <a:pt x="79" y="2"/>
                  </a:cubicBezTo>
                  <a:cubicBezTo>
                    <a:pt x="77" y="3"/>
                    <a:pt x="74" y="3"/>
                    <a:pt x="74" y="3"/>
                  </a:cubicBezTo>
                  <a:cubicBezTo>
                    <a:pt x="74" y="3"/>
                    <a:pt x="69" y="7"/>
                    <a:pt x="69" y="9"/>
                  </a:cubicBezTo>
                  <a:cubicBezTo>
                    <a:pt x="69" y="10"/>
                    <a:pt x="68" y="13"/>
                    <a:pt x="67" y="11"/>
                  </a:cubicBezTo>
                  <a:cubicBezTo>
                    <a:pt x="66" y="10"/>
                    <a:pt x="61" y="10"/>
                    <a:pt x="59" y="11"/>
                  </a:cubicBezTo>
                  <a:cubicBezTo>
                    <a:pt x="58" y="12"/>
                    <a:pt x="56" y="8"/>
                    <a:pt x="54" y="9"/>
                  </a:cubicBezTo>
                  <a:cubicBezTo>
                    <a:pt x="52" y="10"/>
                    <a:pt x="49" y="7"/>
                    <a:pt x="49" y="9"/>
                  </a:cubicBezTo>
                  <a:cubicBezTo>
                    <a:pt x="48" y="10"/>
                    <a:pt x="45" y="9"/>
                    <a:pt x="43" y="8"/>
                  </a:cubicBezTo>
                  <a:cubicBezTo>
                    <a:pt x="41" y="7"/>
                    <a:pt x="37" y="8"/>
                    <a:pt x="35" y="7"/>
                  </a:cubicBezTo>
                  <a:cubicBezTo>
                    <a:pt x="34" y="5"/>
                    <a:pt x="24" y="5"/>
                    <a:pt x="21" y="5"/>
                  </a:cubicBezTo>
                  <a:cubicBezTo>
                    <a:pt x="17" y="5"/>
                    <a:pt x="17" y="7"/>
                    <a:pt x="15" y="8"/>
                  </a:cubicBezTo>
                  <a:cubicBezTo>
                    <a:pt x="14" y="10"/>
                    <a:pt x="12" y="9"/>
                    <a:pt x="11" y="9"/>
                  </a:cubicBezTo>
                  <a:cubicBezTo>
                    <a:pt x="11" y="10"/>
                    <a:pt x="11" y="12"/>
                    <a:pt x="11" y="12"/>
                  </a:cubicBezTo>
                  <a:cubicBezTo>
                    <a:pt x="12" y="13"/>
                    <a:pt x="16" y="19"/>
                    <a:pt x="15" y="20"/>
                  </a:cubicBezTo>
                  <a:cubicBezTo>
                    <a:pt x="14" y="22"/>
                    <a:pt x="12" y="22"/>
                    <a:pt x="11" y="23"/>
                  </a:cubicBezTo>
                  <a:cubicBezTo>
                    <a:pt x="10" y="25"/>
                    <a:pt x="3" y="30"/>
                    <a:pt x="3" y="31"/>
                  </a:cubicBezTo>
                  <a:cubicBezTo>
                    <a:pt x="3" y="32"/>
                    <a:pt x="4" y="36"/>
                    <a:pt x="3" y="37"/>
                  </a:cubicBezTo>
                  <a:cubicBezTo>
                    <a:pt x="2" y="38"/>
                    <a:pt x="0" y="42"/>
                    <a:pt x="0" y="43"/>
                  </a:cubicBezTo>
                  <a:cubicBezTo>
                    <a:pt x="0" y="45"/>
                    <a:pt x="2" y="47"/>
                    <a:pt x="3" y="47"/>
                  </a:cubicBezTo>
                  <a:cubicBezTo>
                    <a:pt x="4" y="48"/>
                    <a:pt x="4" y="48"/>
                    <a:pt x="5" y="48"/>
                  </a:cubicBezTo>
                  <a:cubicBezTo>
                    <a:pt x="6" y="48"/>
                    <a:pt x="7" y="48"/>
                    <a:pt x="8" y="48"/>
                  </a:cubicBezTo>
                  <a:cubicBezTo>
                    <a:pt x="9" y="48"/>
                    <a:pt x="15" y="50"/>
                    <a:pt x="16" y="50"/>
                  </a:cubicBezTo>
                  <a:cubicBezTo>
                    <a:pt x="18" y="50"/>
                    <a:pt x="21" y="50"/>
                    <a:pt x="21" y="51"/>
                  </a:cubicBezTo>
                  <a:cubicBezTo>
                    <a:pt x="22" y="52"/>
                    <a:pt x="24" y="51"/>
                    <a:pt x="25" y="50"/>
                  </a:cubicBezTo>
                  <a:cubicBezTo>
                    <a:pt x="26" y="49"/>
                    <a:pt x="28" y="50"/>
                    <a:pt x="29" y="50"/>
                  </a:cubicBezTo>
                  <a:cubicBezTo>
                    <a:pt x="31" y="50"/>
                    <a:pt x="33" y="48"/>
                    <a:pt x="34" y="47"/>
                  </a:cubicBezTo>
                  <a:cubicBezTo>
                    <a:pt x="35" y="46"/>
                    <a:pt x="42" y="44"/>
                    <a:pt x="44" y="44"/>
                  </a:cubicBezTo>
                  <a:cubicBezTo>
                    <a:pt x="46" y="43"/>
                    <a:pt x="49" y="47"/>
                    <a:pt x="51" y="47"/>
                  </a:cubicBezTo>
                  <a:cubicBezTo>
                    <a:pt x="53" y="47"/>
                    <a:pt x="56" y="49"/>
                    <a:pt x="57" y="52"/>
                  </a:cubicBezTo>
                  <a:cubicBezTo>
                    <a:pt x="58" y="55"/>
                    <a:pt x="61" y="59"/>
                    <a:pt x="62" y="60"/>
                  </a:cubicBezTo>
                  <a:cubicBezTo>
                    <a:pt x="63" y="61"/>
                    <a:pt x="64" y="65"/>
                    <a:pt x="64" y="66"/>
                  </a:cubicBezTo>
                  <a:cubicBezTo>
                    <a:pt x="64" y="67"/>
                    <a:pt x="61" y="65"/>
                    <a:pt x="58" y="65"/>
                  </a:cubicBezTo>
                  <a:cubicBezTo>
                    <a:pt x="55" y="64"/>
                    <a:pt x="55" y="67"/>
                    <a:pt x="55" y="68"/>
                  </a:cubicBezTo>
                  <a:cubicBezTo>
                    <a:pt x="55" y="70"/>
                    <a:pt x="51" y="75"/>
                    <a:pt x="50" y="76"/>
                  </a:cubicBezTo>
                  <a:cubicBezTo>
                    <a:pt x="50" y="77"/>
                    <a:pt x="52" y="78"/>
                    <a:pt x="54" y="78"/>
                  </a:cubicBezTo>
                  <a:cubicBezTo>
                    <a:pt x="54" y="78"/>
                    <a:pt x="57" y="76"/>
                    <a:pt x="58" y="76"/>
                  </a:cubicBezTo>
                  <a:cubicBezTo>
                    <a:pt x="59" y="76"/>
                    <a:pt x="60" y="77"/>
                    <a:pt x="61" y="78"/>
                  </a:cubicBezTo>
                  <a:cubicBezTo>
                    <a:pt x="61" y="74"/>
                    <a:pt x="62" y="75"/>
                    <a:pt x="65" y="72"/>
                  </a:cubicBezTo>
                  <a:cubicBezTo>
                    <a:pt x="69" y="69"/>
                    <a:pt x="69" y="64"/>
                    <a:pt x="72" y="63"/>
                  </a:cubicBezTo>
                  <a:cubicBezTo>
                    <a:pt x="76" y="63"/>
                    <a:pt x="77" y="61"/>
                    <a:pt x="82" y="62"/>
                  </a:cubicBezTo>
                  <a:cubicBezTo>
                    <a:pt x="86" y="63"/>
                    <a:pt x="79" y="66"/>
                    <a:pt x="83" y="68"/>
                  </a:cubicBezTo>
                  <a:cubicBezTo>
                    <a:pt x="86" y="69"/>
                    <a:pt x="96" y="67"/>
                    <a:pt x="96" y="70"/>
                  </a:cubicBezTo>
                  <a:cubicBezTo>
                    <a:pt x="97" y="72"/>
                    <a:pt x="85" y="75"/>
                    <a:pt x="85" y="76"/>
                  </a:cubicBezTo>
                  <a:cubicBezTo>
                    <a:pt x="85" y="77"/>
                    <a:pt x="91" y="78"/>
                    <a:pt x="94" y="80"/>
                  </a:cubicBezTo>
                  <a:cubicBezTo>
                    <a:pt x="96" y="81"/>
                    <a:pt x="93" y="85"/>
                    <a:pt x="94" y="86"/>
                  </a:cubicBezTo>
                  <a:cubicBezTo>
                    <a:pt x="95" y="87"/>
                    <a:pt x="98" y="86"/>
                    <a:pt x="101" y="84"/>
                  </a:cubicBezTo>
                  <a:cubicBezTo>
                    <a:pt x="103" y="83"/>
                    <a:pt x="106" y="83"/>
                    <a:pt x="109" y="81"/>
                  </a:cubicBezTo>
                  <a:cubicBezTo>
                    <a:pt x="112" y="79"/>
                    <a:pt x="119" y="81"/>
                    <a:pt x="120" y="79"/>
                  </a:cubicBezTo>
                  <a:cubicBezTo>
                    <a:pt x="121" y="78"/>
                    <a:pt x="118" y="77"/>
                    <a:pt x="112" y="77"/>
                  </a:cubicBezTo>
                  <a:cubicBezTo>
                    <a:pt x="105" y="78"/>
                    <a:pt x="105" y="72"/>
                    <a:pt x="105" y="70"/>
                  </a:cubicBezTo>
                  <a:cubicBezTo>
                    <a:pt x="105" y="69"/>
                    <a:pt x="112" y="64"/>
                    <a:pt x="115" y="64"/>
                  </a:cubicBezTo>
                  <a:cubicBezTo>
                    <a:pt x="119" y="63"/>
                    <a:pt x="122" y="62"/>
                    <a:pt x="126" y="60"/>
                  </a:cubicBezTo>
                  <a:cubicBezTo>
                    <a:pt x="128" y="60"/>
                    <a:pt x="130" y="59"/>
                    <a:pt x="133" y="58"/>
                  </a:cubicBezTo>
                  <a:cubicBezTo>
                    <a:pt x="133" y="57"/>
                    <a:pt x="132" y="55"/>
                    <a:pt x="133" y="5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6460168" y="2277464"/>
              <a:ext cx="286734" cy="207000"/>
            </a:xfrm>
            <a:custGeom>
              <a:avLst/>
              <a:gdLst/>
              <a:ahLst/>
              <a:cxnLst/>
              <a:rect l="l" t="t" r="r" b="b"/>
              <a:pathLst>
                <a:path w="79" h="57" extrusionOk="0">
                  <a:moveTo>
                    <a:pt x="74" y="27"/>
                  </a:moveTo>
                  <a:cubicBezTo>
                    <a:pt x="73" y="27"/>
                    <a:pt x="72" y="24"/>
                    <a:pt x="69" y="23"/>
                  </a:cubicBezTo>
                  <a:cubicBezTo>
                    <a:pt x="67" y="22"/>
                    <a:pt x="67" y="19"/>
                    <a:pt x="65" y="18"/>
                  </a:cubicBezTo>
                  <a:cubicBezTo>
                    <a:pt x="63" y="16"/>
                    <a:pt x="65" y="14"/>
                    <a:pt x="64" y="12"/>
                  </a:cubicBezTo>
                  <a:cubicBezTo>
                    <a:pt x="64" y="10"/>
                    <a:pt x="65" y="6"/>
                    <a:pt x="64" y="6"/>
                  </a:cubicBezTo>
                  <a:cubicBezTo>
                    <a:pt x="63" y="5"/>
                    <a:pt x="58" y="3"/>
                    <a:pt x="56" y="4"/>
                  </a:cubicBezTo>
                  <a:cubicBezTo>
                    <a:pt x="54" y="4"/>
                    <a:pt x="52" y="5"/>
                    <a:pt x="51" y="4"/>
                  </a:cubicBezTo>
                  <a:cubicBezTo>
                    <a:pt x="50" y="2"/>
                    <a:pt x="49" y="1"/>
                    <a:pt x="47" y="2"/>
                  </a:cubicBezTo>
                  <a:cubicBezTo>
                    <a:pt x="45" y="2"/>
                    <a:pt x="44" y="1"/>
                    <a:pt x="4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40" y="1"/>
                  </a:cubicBezTo>
                  <a:cubicBezTo>
                    <a:pt x="38" y="2"/>
                    <a:pt x="38" y="4"/>
                    <a:pt x="36" y="4"/>
                  </a:cubicBezTo>
                  <a:cubicBezTo>
                    <a:pt x="35" y="4"/>
                    <a:pt x="33" y="3"/>
                    <a:pt x="31" y="4"/>
                  </a:cubicBezTo>
                  <a:cubicBezTo>
                    <a:pt x="29" y="6"/>
                    <a:pt x="28" y="8"/>
                    <a:pt x="28" y="9"/>
                  </a:cubicBezTo>
                  <a:cubicBezTo>
                    <a:pt x="29" y="10"/>
                    <a:pt x="29" y="12"/>
                    <a:pt x="27" y="12"/>
                  </a:cubicBezTo>
                  <a:cubicBezTo>
                    <a:pt x="26" y="12"/>
                    <a:pt x="26" y="14"/>
                    <a:pt x="25" y="14"/>
                  </a:cubicBezTo>
                  <a:cubicBezTo>
                    <a:pt x="23" y="15"/>
                    <a:pt x="21" y="17"/>
                    <a:pt x="20" y="18"/>
                  </a:cubicBezTo>
                  <a:cubicBezTo>
                    <a:pt x="20" y="20"/>
                    <a:pt x="20" y="22"/>
                    <a:pt x="19" y="22"/>
                  </a:cubicBezTo>
                  <a:cubicBezTo>
                    <a:pt x="18" y="22"/>
                    <a:pt x="15" y="23"/>
                    <a:pt x="14" y="24"/>
                  </a:cubicBezTo>
                  <a:cubicBezTo>
                    <a:pt x="13" y="25"/>
                    <a:pt x="11" y="27"/>
                    <a:pt x="9" y="26"/>
                  </a:cubicBezTo>
                  <a:cubicBezTo>
                    <a:pt x="8" y="26"/>
                    <a:pt x="6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2" y="29"/>
                    <a:pt x="3" y="31"/>
                    <a:pt x="4" y="33"/>
                  </a:cubicBezTo>
                  <a:cubicBezTo>
                    <a:pt x="6" y="34"/>
                    <a:pt x="7" y="39"/>
                    <a:pt x="5" y="40"/>
                  </a:cubicBezTo>
                  <a:cubicBezTo>
                    <a:pt x="3" y="41"/>
                    <a:pt x="0" y="43"/>
                    <a:pt x="0" y="44"/>
                  </a:cubicBezTo>
                  <a:cubicBezTo>
                    <a:pt x="0" y="46"/>
                    <a:pt x="3" y="47"/>
                    <a:pt x="3" y="49"/>
                  </a:cubicBezTo>
                  <a:cubicBezTo>
                    <a:pt x="2" y="50"/>
                    <a:pt x="2" y="52"/>
                    <a:pt x="3" y="53"/>
                  </a:cubicBezTo>
                  <a:cubicBezTo>
                    <a:pt x="4" y="53"/>
                    <a:pt x="6" y="54"/>
                    <a:pt x="7" y="52"/>
                  </a:cubicBezTo>
                  <a:cubicBezTo>
                    <a:pt x="9" y="51"/>
                    <a:pt x="9" y="49"/>
                    <a:pt x="13" y="49"/>
                  </a:cubicBezTo>
                  <a:cubicBezTo>
                    <a:pt x="16" y="49"/>
                    <a:pt x="26" y="49"/>
                    <a:pt x="27" y="51"/>
                  </a:cubicBezTo>
                  <a:cubicBezTo>
                    <a:pt x="29" y="52"/>
                    <a:pt x="33" y="51"/>
                    <a:pt x="35" y="52"/>
                  </a:cubicBezTo>
                  <a:cubicBezTo>
                    <a:pt x="37" y="53"/>
                    <a:pt x="40" y="54"/>
                    <a:pt x="41" y="53"/>
                  </a:cubicBezTo>
                  <a:cubicBezTo>
                    <a:pt x="41" y="51"/>
                    <a:pt x="44" y="54"/>
                    <a:pt x="46" y="53"/>
                  </a:cubicBezTo>
                  <a:cubicBezTo>
                    <a:pt x="48" y="52"/>
                    <a:pt x="50" y="56"/>
                    <a:pt x="51" y="55"/>
                  </a:cubicBezTo>
                  <a:cubicBezTo>
                    <a:pt x="53" y="54"/>
                    <a:pt x="58" y="54"/>
                    <a:pt x="59" y="55"/>
                  </a:cubicBezTo>
                  <a:cubicBezTo>
                    <a:pt x="60" y="57"/>
                    <a:pt x="61" y="54"/>
                    <a:pt x="61" y="53"/>
                  </a:cubicBezTo>
                  <a:cubicBezTo>
                    <a:pt x="61" y="51"/>
                    <a:pt x="66" y="47"/>
                    <a:pt x="66" y="47"/>
                  </a:cubicBezTo>
                  <a:cubicBezTo>
                    <a:pt x="66" y="47"/>
                    <a:pt x="69" y="47"/>
                    <a:pt x="71" y="46"/>
                  </a:cubicBezTo>
                  <a:cubicBezTo>
                    <a:pt x="71" y="45"/>
                    <a:pt x="70" y="44"/>
                    <a:pt x="70" y="43"/>
                  </a:cubicBezTo>
                  <a:cubicBezTo>
                    <a:pt x="69" y="38"/>
                    <a:pt x="67" y="36"/>
                    <a:pt x="69" y="35"/>
                  </a:cubicBezTo>
                  <a:cubicBezTo>
                    <a:pt x="70" y="33"/>
                    <a:pt x="73" y="36"/>
                    <a:pt x="74" y="36"/>
                  </a:cubicBezTo>
                  <a:cubicBezTo>
                    <a:pt x="76" y="35"/>
                    <a:pt x="79" y="33"/>
                    <a:pt x="79" y="32"/>
                  </a:cubicBezTo>
                  <a:cubicBezTo>
                    <a:pt x="78" y="30"/>
                    <a:pt x="76" y="28"/>
                    <a:pt x="74" y="2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6388100" y="2193131"/>
              <a:ext cx="225400" cy="105800"/>
            </a:xfrm>
            <a:custGeom>
              <a:avLst/>
              <a:gdLst/>
              <a:ahLst/>
              <a:cxnLst/>
              <a:rect l="l" t="t" r="r" b="b"/>
              <a:pathLst>
                <a:path w="62" h="29" extrusionOk="0">
                  <a:moveTo>
                    <a:pt x="21" y="20"/>
                  </a:moveTo>
                  <a:cubicBezTo>
                    <a:pt x="23" y="20"/>
                    <a:pt x="29" y="21"/>
                    <a:pt x="32" y="20"/>
                  </a:cubicBezTo>
                  <a:cubicBezTo>
                    <a:pt x="35" y="19"/>
                    <a:pt x="35" y="23"/>
                    <a:pt x="37" y="22"/>
                  </a:cubicBezTo>
                  <a:cubicBezTo>
                    <a:pt x="39" y="22"/>
                    <a:pt x="42" y="25"/>
                    <a:pt x="45" y="26"/>
                  </a:cubicBezTo>
                  <a:cubicBezTo>
                    <a:pt x="46" y="27"/>
                    <a:pt x="47" y="28"/>
                    <a:pt x="49" y="29"/>
                  </a:cubicBezTo>
                  <a:cubicBezTo>
                    <a:pt x="49" y="29"/>
                    <a:pt x="50" y="28"/>
                    <a:pt x="51" y="27"/>
                  </a:cubicBezTo>
                  <a:cubicBezTo>
                    <a:pt x="53" y="26"/>
                    <a:pt x="55" y="27"/>
                    <a:pt x="56" y="27"/>
                  </a:cubicBezTo>
                  <a:cubicBezTo>
                    <a:pt x="58" y="27"/>
                    <a:pt x="58" y="25"/>
                    <a:pt x="60" y="24"/>
                  </a:cubicBezTo>
                  <a:cubicBezTo>
                    <a:pt x="60" y="23"/>
                    <a:pt x="61" y="23"/>
                    <a:pt x="62" y="23"/>
                  </a:cubicBezTo>
                  <a:cubicBezTo>
                    <a:pt x="61" y="21"/>
                    <a:pt x="61" y="19"/>
                    <a:pt x="60" y="17"/>
                  </a:cubicBezTo>
                  <a:cubicBezTo>
                    <a:pt x="59" y="16"/>
                    <a:pt x="57" y="14"/>
                    <a:pt x="58" y="13"/>
                  </a:cubicBezTo>
                  <a:cubicBezTo>
                    <a:pt x="58" y="11"/>
                    <a:pt x="58" y="9"/>
                    <a:pt x="57" y="8"/>
                  </a:cubicBezTo>
                  <a:cubicBezTo>
                    <a:pt x="56" y="7"/>
                    <a:pt x="56" y="6"/>
                    <a:pt x="55" y="6"/>
                  </a:cubicBezTo>
                  <a:cubicBezTo>
                    <a:pt x="52" y="5"/>
                    <a:pt x="48" y="5"/>
                    <a:pt x="47" y="5"/>
                  </a:cubicBezTo>
                  <a:cubicBezTo>
                    <a:pt x="46" y="6"/>
                    <a:pt x="40" y="1"/>
                    <a:pt x="39" y="0"/>
                  </a:cubicBezTo>
                  <a:cubicBezTo>
                    <a:pt x="38" y="0"/>
                    <a:pt x="34" y="0"/>
                    <a:pt x="30" y="0"/>
                  </a:cubicBezTo>
                  <a:cubicBezTo>
                    <a:pt x="27" y="3"/>
                    <a:pt x="29" y="5"/>
                    <a:pt x="29" y="9"/>
                  </a:cubicBezTo>
                  <a:cubicBezTo>
                    <a:pt x="29" y="13"/>
                    <a:pt x="25" y="12"/>
                    <a:pt x="22" y="12"/>
                  </a:cubicBezTo>
                  <a:cubicBezTo>
                    <a:pt x="20" y="12"/>
                    <a:pt x="16" y="5"/>
                    <a:pt x="15" y="3"/>
                  </a:cubicBezTo>
                  <a:cubicBezTo>
                    <a:pt x="13" y="2"/>
                    <a:pt x="9" y="5"/>
                    <a:pt x="7" y="7"/>
                  </a:cubicBezTo>
                  <a:cubicBezTo>
                    <a:pt x="4" y="9"/>
                    <a:pt x="5" y="12"/>
                    <a:pt x="3" y="14"/>
                  </a:cubicBezTo>
                  <a:cubicBezTo>
                    <a:pt x="1" y="15"/>
                    <a:pt x="0" y="18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5" y="22"/>
                    <a:pt x="7" y="21"/>
                    <a:pt x="9" y="20"/>
                  </a:cubicBezTo>
                  <a:cubicBezTo>
                    <a:pt x="12" y="18"/>
                    <a:pt x="19" y="20"/>
                    <a:pt x="21" y="2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6388100" y="2259064"/>
              <a:ext cx="177868" cy="116534"/>
            </a:xfrm>
            <a:custGeom>
              <a:avLst/>
              <a:gdLst/>
              <a:ahLst/>
              <a:cxnLst/>
              <a:rect l="l" t="t" r="r" b="b"/>
              <a:pathLst>
                <a:path w="49" h="32" extrusionOk="0">
                  <a:moveTo>
                    <a:pt x="7" y="16"/>
                  </a:moveTo>
                  <a:cubicBezTo>
                    <a:pt x="8" y="17"/>
                    <a:pt x="11" y="18"/>
                    <a:pt x="12" y="18"/>
                  </a:cubicBezTo>
                  <a:cubicBezTo>
                    <a:pt x="13" y="17"/>
                    <a:pt x="17" y="19"/>
                    <a:pt x="17" y="21"/>
                  </a:cubicBezTo>
                  <a:cubicBezTo>
                    <a:pt x="17" y="22"/>
                    <a:pt x="16" y="27"/>
                    <a:pt x="17" y="27"/>
                  </a:cubicBezTo>
                  <a:cubicBezTo>
                    <a:pt x="17" y="27"/>
                    <a:pt x="23" y="28"/>
                    <a:pt x="23" y="31"/>
                  </a:cubicBezTo>
                  <a:cubicBezTo>
                    <a:pt x="26" y="31"/>
                    <a:pt x="28" y="31"/>
                    <a:pt x="29" y="31"/>
                  </a:cubicBezTo>
                  <a:cubicBezTo>
                    <a:pt x="31" y="32"/>
                    <a:pt x="33" y="30"/>
                    <a:pt x="34" y="29"/>
                  </a:cubicBezTo>
                  <a:cubicBezTo>
                    <a:pt x="35" y="28"/>
                    <a:pt x="38" y="27"/>
                    <a:pt x="39" y="27"/>
                  </a:cubicBezTo>
                  <a:cubicBezTo>
                    <a:pt x="40" y="27"/>
                    <a:pt x="40" y="25"/>
                    <a:pt x="40" y="23"/>
                  </a:cubicBezTo>
                  <a:cubicBezTo>
                    <a:pt x="41" y="22"/>
                    <a:pt x="43" y="20"/>
                    <a:pt x="45" y="19"/>
                  </a:cubicBezTo>
                  <a:cubicBezTo>
                    <a:pt x="46" y="19"/>
                    <a:pt x="46" y="17"/>
                    <a:pt x="47" y="17"/>
                  </a:cubicBezTo>
                  <a:cubicBezTo>
                    <a:pt x="49" y="17"/>
                    <a:pt x="49" y="15"/>
                    <a:pt x="48" y="14"/>
                  </a:cubicBezTo>
                  <a:cubicBezTo>
                    <a:pt x="48" y="13"/>
                    <a:pt x="48" y="12"/>
                    <a:pt x="49" y="11"/>
                  </a:cubicBezTo>
                  <a:cubicBezTo>
                    <a:pt x="47" y="10"/>
                    <a:pt x="46" y="9"/>
                    <a:pt x="45" y="8"/>
                  </a:cubicBezTo>
                  <a:cubicBezTo>
                    <a:pt x="42" y="7"/>
                    <a:pt x="39" y="4"/>
                    <a:pt x="37" y="4"/>
                  </a:cubicBezTo>
                  <a:cubicBezTo>
                    <a:pt x="35" y="5"/>
                    <a:pt x="35" y="1"/>
                    <a:pt x="32" y="2"/>
                  </a:cubicBezTo>
                  <a:cubicBezTo>
                    <a:pt x="29" y="3"/>
                    <a:pt x="23" y="2"/>
                    <a:pt x="21" y="2"/>
                  </a:cubicBezTo>
                  <a:cubicBezTo>
                    <a:pt x="19" y="2"/>
                    <a:pt x="12" y="0"/>
                    <a:pt x="9" y="2"/>
                  </a:cubicBezTo>
                  <a:cubicBezTo>
                    <a:pt x="7" y="3"/>
                    <a:pt x="5" y="4"/>
                    <a:pt x="2" y="4"/>
                  </a:cubicBezTo>
                  <a:cubicBezTo>
                    <a:pt x="4" y="8"/>
                    <a:pt x="3" y="11"/>
                    <a:pt x="1" y="13"/>
                  </a:cubicBezTo>
                  <a:cubicBezTo>
                    <a:pt x="0" y="15"/>
                    <a:pt x="1" y="15"/>
                    <a:pt x="2" y="16"/>
                  </a:cubicBezTo>
                  <a:cubicBezTo>
                    <a:pt x="4" y="15"/>
                    <a:pt x="6" y="15"/>
                    <a:pt x="7" y="1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5952632" y="2625531"/>
              <a:ext cx="138000" cy="79734"/>
            </a:xfrm>
            <a:custGeom>
              <a:avLst/>
              <a:gdLst/>
              <a:ahLst/>
              <a:cxnLst/>
              <a:rect l="l" t="t" r="r" b="b"/>
              <a:pathLst>
                <a:path w="38" h="22" extrusionOk="0">
                  <a:moveTo>
                    <a:pt x="34" y="9"/>
                  </a:moveTo>
                  <a:cubicBezTo>
                    <a:pt x="32" y="10"/>
                    <a:pt x="29" y="8"/>
                    <a:pt x="29" y="7"/>
                  </a:cubicBezTo>
                  <a:cubicBezTo>
                    <a:pt x="29" y="6"/>
                    <a:pt x="29" y="5"/>
                    <a:pt x="29" y="3"/>
                  </a:cubicBezTo>
                  <a:cubicBezTo>
                    <a:pt x="28" y="3"/>
                    <a:pt x="26" y="2"/>
                    <a:pt x="24" y="1"/>
                  </a:cubicBezTo>
                  <a:cubicBezTo>
                    <a:pt x="22" y="0"/>
                    <a:pt x="21" y="0"/>
                    <a:pt x="19" y="1"/>
                  </a:cubicBezTo>
                  <a:cubicBezTo>
                    <a:pt x="17" y="2"/>
                    <a:pt x="14" y="2"/>
                    <a:pt x="12" y="2"/>
                  </a:cubicBezTo>
                  <a:cubicBezTo>
                    <a:pt x="11" y="2"/>
                    <a:pt x="11" y="3"/>
                    <a:pt x="10" y="3"/>
                  </a:cubicBezTo>
                  <a:cubicBezTo>
                    <a:pt x="9" y="3"/>
                    <a:pt x="6" y="5"/>
                    <a:pt x="6" y="7"/>
                  </a:cubicBezTo>
                  <a:cubicBezTo>
                    <a:pt x="6" y="8"/>
                    <a:pt x="2" y="10"/>
                    <a:pt x="1" y="13"/>
                  </a:cubicBezTo>
                  <a:cubicBezTo>
                    <a:pt x="0" y="17"/>
                    <a:pt x="0" y="18"/>
                    <a:pt x="2" y="16"/>
                  </a:cubicBezTo>
                  <a:cubicBezTo>
                    <a:pt x="4" y="14"/>
                    <a:pt x="6" y="15"/>
                    <a:pt x="6" y="16"/>
                  </a:cubicBezTo>
                  <a:cubicBezTo>
                    <a:pt x="6" y="18"/>
                    <a:pt x="8" y="18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0" y="20"/>
                    <a:pt x="13" y="20"/>
                    <a:pt x="14" y="20"/>
                  </a:cubicBezTo>
                  <a:cubicBezTo>
                    <a:pt x="16" y="20"/>
                    <a:pt x="18" y="15"/>
                    <a:pt x="18" y="14"/>
                  </a:cubicBezTo>
                  <a:cubicBezTo>
                    <a:pt x="19" y="14"/>
                    <a:pt x="21" y="18"/>
                    <a:pt x="23" y="20"/>
                  </a:cubicBezTo>
                  <a:cubicBezTo>
                    <a:pt x="25" y="22"/>
                    <a:pt x="25" y="18"/>
                    <a:pt x="25" y="17"/>
                  </a:cubicBezTo>
                  <a:cubicBezTo>
                    <a:pt x="25" y="15"/>
                    <a:pt x="27" y="15"/>
                    <a:pt x="28" y="15"/>
                  </a:cubicBezTo>
                  <a:cubicBezTo>
                    <a:pt x="30" y="15"/>
                    <a:pt x="32" y="16"/>
                    <a:pt x="32" y="14"/>
                  </a:cubicBezTo>
                  <a:cubicBezTo>
                    <a:pt x="32" y="12"/>
                    <a:pt x="34" y="13"/>
                    <a:pt x="35" y="13"/>
                  </a:cubicBezTo>
                  <a:cubicBezTo>
                    <a:pt x="36" y="13"/>
                    <a:pt x="36" y="11"/>
                    <a:pt x="36" y="11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6" y="9"/>
                    <a:pt x="35" y="9"/>
                    <a:pt x="34" y="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5949566" y="2335731"/>
              <a:ext cx="271400" cy="311268"/>
            </a:xfrm>
            <a:custGeom>
              <a:avLst/>
              <a:gdLst/>
              <a:ahLst/>
              <a:cxnLst/>
              <a:rect l="l" t="t" r="r" b="b"/>
              <a:pathLst>
                <a:path w="75" h="86" extrusionOk="0">
                  <a:moveTo>
                    <a:pt x="9" y="22"/>
                  </a:moveTo>
                  <a:cubicBezTo>
                    <a:pt x="7" y="25"/>
                    <a:pt x="5" y="25"/>
                    <a:pt x="5" y="26"/>
                  </a:cubicBezTo>
                  <a:cubicBezTo>
                    <a:pt x="6" y="27"/>
                    <a:pt x="9" y="29"/>
                    <a:pt x="8" y="31"/>
                  </a:cubicBezTo>
                  <a:cubicBezTo>
                    <a:pt x="7" y="32"/>
                    <a:pt x="6" y="31"/>
                    <a:pt x="6" y="33"/>
                  </a:cubicBezTo>
                  <a:cubicBezTo>
                    <a:pt x="6" y="36"/>
                    <a:pt x="3" y="36"/>
                    <a:pt x="2" y="36"/>
                  </a:cubicBezTo>
                  <a:cubicBezTo>
                    <a:pt x="0" y="36"/>
                    <a:pt x="2" y="38"/>
                    <a:pt x="1" y="40"/>
                  </a:cubicBezTo>
                  <a:cubicBezTo>
                    <a:pt x="0" y="41"/>
                    <a:pt x="0" y="45"/>
                    <a:pt x="0" y="46"/>
                  </a:cubicBezTo>
                  <a:cubicBezTo>
                    <a:pt x="0" y="48"/>
                    <a:pt x="3" y="50"/>
                    <a:pt x="2" y="52"/>
                  </a:cubicBezTo>
                  <a:cubicBezTo>
                    <a:pt x="2" y="53"/>
                    <a:pt x="0" y="54"/>
                    <a:pt x="1" y="55"/>
                  </a:cubicBezTo>
                  <a:cubicBezTo>
                    <a:pt x="1" y="56"/>
                    <a:pt x="3" y="57"/>
                    <a:pt x="3" y="62"/>
                  </a:cubicBezTo>
                  <a:cubicBezTo>
                    <a:pt x="4" y="62"/>
                    <a:pt x="5" y="62"/>
                    <a:pt x="5" y="63"/>
                  </a:cubicBezTo>
                  <a:cubicBezTo>
                    <a:pt x="6" y="64"/>
                    <a:pt x="8" y="65"/>
                    <a:pt x="10" y="65"/>
                  </a:cubicBezTo>
                  <a:cubicBezTo>
                    <a:pt x="13" y="65"/>
                    <a:pt x="14" y="67"/>
                    <a:pt x="15" y="67"/>
                  </a:cubicBezTo>
                  <a:cubicBezTo>
                    <a:pt x="16" y="67"/>
                    <a:pt x="19" y="68"/>
                    <a:pt x="17" y="70"/>
                  </a:cubicBezTo>
                  <a:cubicBezTo>
                    <a:pt x="14" y="72"/>
                    <a:pt x="14" y="74"/>
                    <a:pt x="13" y="77"/>
                  </a:cubicBezTo>
                  <a:cubicBezTo>
                    <a:pt x="13" y="78"/>
                    <a:pt x="13" y="80"/>
                    <a:pt x="13" y="82"/>
                  </a:cubicBezTo>
                  <a:cubicBezTo>
                    <a:pt x="15" y="82"/>
                    <a:pt x="18" y="82"/>
                    <a:pt x="20" y="81"/>
                  </a:cubicBezTo>
                  <a:cubicBezTo>
                    <a:pt x="22" y="80"/>
                    <a:pt x="23" y="80"/>
                    <a:pt x="25" y="81"/>
                  </a:cubicBezTo>
                  <a:cubicBezTo>
                    <a:pt x="27" y="82"/>
                    <a:pt x="29" y="83"/>
                    <a:pt x="30" y="83"/>
                  </a:cubicBezTo>
                  <a:cubicBezTo>
                    <a:pt x="30" y="83"/>
                    <a:pt x="31" y="82"/>
                    <a:pt x="31" y="82"/>
                  </a:cubicBezTo>
                  <a:cubicBezTo>
                    <a:pt x="33" y="82"/>
                    <a:pt x="35" y="86"/>
                    <a:pt x="36" y="84"/>
                  </a:cubicBezTo>
                  <a:cubicBezTo>
                    <a:pt x="37" y="82"/>
                    <a:pt x="40" y="82"/>
                    <a:pt x="41" y="83"/>
                  </a:cubicBezTo>
                  <a:cubicBezTo>
                    <a:pt x="42" y="84"/>
                    <a:pt x="44" y="84"/>
                    <a:pt x="46" y="83"/>
                  </a:cubicBezTo>
                  <a:cubicBezTo>
                    <a:pt x="47" y="81"/>
                    <a:pt x="53" y="80"/>
                    <a:pt x="55" y="81"/>
                  </a:cubicBezTo>
                  <a:cubicBezTo>
                    <a:pt x="56" y="81"/>
                    <a:pt x="59" y="83"/>
                    <a:pt x="58" y="78"/>
                  </a:cubicBezTo>
                  <a:cubicBezTo>
                    <a:pt x="57" y="74"/>
                    <a:pt x="61" y="75"/>
                    <a:pt x="61" y="73"/>
                  </a:cubicBezTo>
                  <a:cubicBezTo>
                    <a:pt x="62" y="72"/>
                    <a:pt x="67" y="71"/>
                    <a:pt x="66" y="70"/>
                  </a:cubicBezTo>
                  <a:cubicBezTo>
                    <a:pt x="65" y="68"/>
                    <a:pt x="59" y="64"/>
                    <a:pt x="57" y="63"/>
                  </a:cubicBezTo>
                  <a:cubicBezTo>
                    <a:pt x="55" y="62"/>
                    <a:pt x="55" y="58"/>
                    <a:pt x="54" y="56"/>
                  </a:cubicBezTo>
                  <a:cubicBezTo>
                    <a:pt x="53" y="54"/>
                    <a:pt x="51" y="52"/>
                    <a:pt x="54" y="51"/>
                  </a:cubicBezTo>
                  <a:cubicBezTo>
                    <a:pt x="56" y="51"/>
                    <a:pt x="61" y="50"/>
                    <a:pt x="63" y="48"/>
                  </a:cubicBezTo>
                  <a:cubicBezTo>
                    <a:pt x="65" y="46"/>
                    <a:pt x="68" y="46"/>
                    <a:pt x="69" y="45"/>
                  </a:cubicBezTo>
                  <a:cubicBezTo>
                    <a:pt x="71" y="44"/>
                    <a:pt x="73" y="46"/>
                    <a:pt x="74" y="45"/>
                  </a:cubicBezTo>
                  <a:cubicBezTo>
                    <a:pt x="75" y="44"/>
                    <a:pt x="75" y="41"/>
                    <a:pt x="74" y="40"/>
                  </a:cubicBezTo>
                  <a:cubicBezTo>
                    <a:pt x="73" y="39"/>
                    <a:pt x="72" y="36"/>
                    <a:pt x="72" y="33"/>
                  </a:cubicBezTo>
                  <a:cubicBezTo>
                    <a:pt x="72" y="30"/>
                    <a:pt x="71" y="30"/>
                    <a:pt x="71" y="29"/>
                  </a:cubicBezTo>
                  <a:cubicBezTo>
                    <a:pt x="71" y="27"/>
                    <a:pt x="70" y="25"/>
                    <a:pt x="69" y="25"/>
                  </a:cubicBezTo>
                  <a:cubicBezTo>
                    <a:pt x="68" y="24"/>
                    <a:pt x="67" y="23"/>
                    <a:pt x="69" y="21"/>
                  </a:cubicBezTo>
                  <a:cubicBezTo>
                    <a:pt x="70" y="19"/>
                    <a:pt x="69" y="14"/>
                    <a:pt x="69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9"/>
                    <a:pt x="66" y="8"/>
                    <a:pt x="63" y="8"/>
                  </a:cubicBezTo>
                  <a:cubicBezTo>
                    <a:pt x="60" y="8"/>
                    <a:pt x="65" y="5"/>
                    <a:pt x="64" y="3"/>
                  </a:cubicBezTo>
                  <a:cubicBezTo>
                    <a:pt x="63" y="1"/>
                    <a:pt x="59" y="6"/>
                    <a:pt x="56" y="5"/>
                  </a:cubicBezTo>
                  <a:cubicBezTo>
                    <a:pt x="53" y="4"/>
                    <a:pt x="49" y="8"/>
                    <a:pt x="47" y="10"/>
                  </a:cubicBezTo>
                  <a:cubicBezTo>
                    <a:pt x="44" y="12"/>
                    <a:pt x="40" y="10"/>
                    <a:pt x="42" y="7"/>
                  </a:cubicBezTo>
                  <a:cubicBezTo>
                    <a:pt x="44" y="4"/>
                    <a:pt x="42" y="5"/>
                    <a:pt x="39" y="6"/>
                  </a:cubicBezTo>
                  <a:cubicBezTo>
                    <a:pt x="37" y="7"/>
                    <a:pt x="33" y="5"/>
                    <a:pt x="33" y="3"/>
                  </a:cubicBezTo>
                  <a:cubicBezTo>
                    <a:pt x="33" y="2"/>
                    <a:pt x="33" y="1"/>
                    <a:pt x="33" y="1"/>
                  </a:cubicBezTo>
                  <a:cubicBezTo>
                    <a:pt x="31" y="1"/>
                    <a:pt x="30" y="1"/>
                    <a:pt x="30" y="1"/>
                  </a:cubicBezTo>
                  <a:cubicBezTo>
                    <a:pt x="28" y="0"/>
                    <a:pt x="25" y="0"/>
                    <a:pt x="22" y="0"/>
                  </a:cubicBezTo>
                  <a:cubicBezTo>
                    <a:pt x="23" y="2"/>
                    <a:pt x="24" y="3"/>
                    <a:pt x="23" y="4"/>
                  </a:cubicBezTo>
                  <a:cubicBezTo>
                    <a:pt x="22" y="6"/>
                    <a:pt x="24" y="8"/>
                    <a:pt x="26" y="11"/>
                  </a:cubicBezTo>
                  <a:cubicBezTo>
                    <a:pt x="27" y="14"/>
                    <a:pt x="22" y="13"/>
                    <a:pt x="22" y="15"/>
                  </a:cubicBezTo>
                  <a:cubicBezTo>
                    <a:pt x="22" y="17"/>
                    <a:pt x="17" y="15"/>
                    <a:pt x="16" y="14"/>
                  </a:cubicBezTo>
                  <a:cubicBezTo>
                    <a:pt x="14" y="13"/>
                    <a:pt x="9" y="14"/>
                    <a:pt x="9" y="15"/>
                  </a:cubicBezTo>
                  <a:cubicBezTo>
                    <a:pt x="10" y="15"/>
                    <a:pt x="9" y="16"/>
                    <a:pt x="9" y="17"/>
                  </a:cubicBezTo>
                  <a:cubicBezTo>
                    <a:pt x="10" y="19"/>
                    <a:pt x="10" y="21"/>
                    <a:pt x="9" y="2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6395768" y="1595130"/>
              <a:ext cx="318934" cy="512134"/>
            </a:xfrm>
            <a:custGeom>
              <a:avLst/>
              <a:gdLst/>
              <a:ahLst/>
              <a:cxnLst/>
              <a:rect l="l" t="t" r="r" b="b"/>
              <a:pathLst>
                <a:path w="88" h="141" extrusionOk="0">
                  <a:moveTo>
                    <a:pt x="75" y="118"/>
                  </a:moveTo>
                  <a:cubicBezTo>
                    <a:pt x="77" y="113"/>
                    <a:pt x="86" y="110"/>
                    <a:pt x="87" y="106"/>
                  </a:cubicBezTo>
                  <a:cubicBezTo>
                    <a:pt x="88" y="104"/>
                    <a:pt x="88" y="103"/>
                    <a:pt x="85" y="99"/>
                  </a:cubicBezTo>
                  <a:cubicBezTo>
                    <a:pt x="82" y="96"/>
                    <a:pt x="75" y="93"/>
                    <a:pt x="74" y="91"/>
                  </a:cubicBezTo>
                  <a:cubicBezTo>
                    <a:pt x="74" y="89"/>
                    <a:pt x="80" y="89"/>
                    <a:pt x="80" y="86"/>
                  </a:cubicBezTo>
                  <a:cubicBezTo>
                    <a:pt x="79" y="84"/>
                    <a:pt x="76" y="84"/>
                    <a:pt x="75" y="82"/>
                  </a:cubicBezTo>
                  <a:cubicBezTo>
                    <a:pt x="74" y="80"/>
                    <a:pt x="77" y="79"/>
                    <a:pt x="76" y="78"/>
                  </a:cubicBezTo>
                  <a:cubicBezTo>
                    <a:pt x="76" y="77"/>
                    <a:pt x="72" y="76"/>
                    <a:pt x="72" y="75"/>
                  </a:cubicBezTo>
                  <a:cubicBezTo>
                    <a:pt x="72" y="74"/>
                    <a:pt x="75" y="74"/>
                    <a:pt x="74" y="72"/>
                  </a:cubicBezTo>
                  <a:cubicBezTo>
                    <a:pt x="74" y="71"/>
                    <a:pt x="71" y="68"/>
                    <a:pt x="73" y="66"/>
                  </a:cubicBezTo>
                  <a:cubicBezTo>
                    <a:pt x="75" y="64"/>
                    <a:pt x="78" y="66"/>
                    <a:pt x="76" y="61"/>
                  </a:cubicBezTo>
                  <a:cubicBezTo>
                    <a:pt x="73" y="56"/>
                    <a:pt x="69" y="50"/>
                    <a:pt x="68" y="48"/>
                  </a:cubicBezTo>
                  <a:cubicBezTo>
                    <a:pt x="67" y="47"/>
                    <a:pt x="69" y="44"/>
                    <a:pt x="70" y="43"/>
                  </a:cubicBezTo>
                  <a:cubicBezTo>
                    <a:pt x="72" y="42"/>
                    <a:pt x="75" y="39"/>
                    <a:pt x="75" y="37"/>
                  </a:cubicBezTo>
                  <a:cubicBezTo>
                    <a:pt x="75" y="36"/>
                    <a:pt x="71" y="32"/>
                    <a:pt x="69" y="31"/>
                  </a:cubicBezTo>
                  <a:cubicBezTo>
                    <a:pt x="68" y="30"/>
                    <a:pt x="65" y="30"/>
                    <a:pt x="64" y="28"/>
                  </a:cubicBezTo>
                  <a:cubicBezTo>
                    <a:pt x="63" y="25"/>
                    <a:pt x="62" y="25"/>
                    <a:pt x="63" y="23"/>
                  </a:cubicBezTo>
                  <a:cubicBezTo>
                    <a:pt x="64" y="22"/>
                    <a:pt x="64" y="20"/>
                    <a:pt x="64" y="19"/>
                  </a:cubicBezTo>
                  <a:cubicBezTo>
                    <a:pt x="64" y="17"/>
                    <a:pt x="67" y="18"/>
                    <a:pt x="67" y="16"/>
                  </a:cubicBezTo>
                  <a:cubicBezTo>
                    <a:pt x="68" y="15"/>
                    <a:pt x="68" y="14"/>
                    <a:pt x="69" y="13"/>
                  </a:cubicBezTo>
                  <a:cubicBezTo>
                    <a:pt x="69" y="11"/>
                    <a:pt x="70" y="10"/>
                    <a:pt x="69" y="8"/>
                  </a:cubicBezTo>
                  <a:cubicBezTo>
                    <a:pt x="69" y="6"/>
                    <a:pt x="62" y="5"/>
                    <a:pt x="61" y="2"/>
                  </a:cubicBezTo>
                  <a:cubicBezTo>
                    <a:pt x="59" y="0"/>
                    <a:pt x="55" y="1"/>
                    <a:pt x="54" y="2"/>
                  </a:cubicBezTo>
                  <a:cubicBezTo>
                    <a:pt x="53" y="4"/>
                    <a:pt x="45" y="2"/>
                    <a:pt x="45" y="4"/>
                  </a:cubicBezTo>
                  <a:cubicBezTo>
                    <a:pt x="45" y="7"/>
                    <a:pt x="40" y="7"/>
                    <a:pt x="40" y="10"/>
                  </a:cubicBezTo>
                  <a:cubicBezTo>
                    <a:pt x="40" y="13"/>
                    <a:pt x="43" y="18"/>
                    <a:pt x="39" y="17"/>
                  </a:cubicBezTo>
                  <a:cubicBezTo>
                    <a:pt x="35" y="17"/>
                    <a:pt x="37" y="19"/>
                    <a:pt x="35" y="22"/>
                  </a:cubicBezTo>
                  <a:cubicBezTo>
                    <a:pt x="33" y="25"/>
                    <a:pt x="33" y="20"/>
                    <a:pt x="30" y="21"/>
                  </a:cubicBezTo>
                  <a:cubicBezTo>
                    <a:pt x="28" y="22"/>
                    <a:pt x="25" y="18"/>
                    <a:pt x="24" y="20"/>
                  </a:cubicBezTo>
                  <a:cubicBezTo>
                    <a:pt x="23" y="22"/>
                    <a:pt x="19" y="21"/>
                    <a:pt x="15" y="20"/>
                  </a:cubicBezTo>
                  <a:cubicBezTo>
                    <a:pt x="11" y="19"/>
                    <a:pt x="9" y="14"/>
                    <a:pt x="5" y="13"/>
                  </a:cubicBezTo>
                  <a:cubicBezTo>
                    <a:pt x="3" y="13"/>
                    <a:pt x="1" y="15"/>
                    <a:pt x="0" y="17"/>
                  </a:cubicBezTo>
                  <a:cubicBezTo>
                    <a:pt x="3" y="19"/>
                    <a:pt x="5" y="22"/>
                    <a:pt x="9" y="24"/>
                  </a:cubicBezTo>
                  <a:cubicBezTo>
                    <a:pt x="13" y="26"/>
                    <a:pt x="21" y="28"/>
                    <a:pt x="21" y="31"/>
                  </a:cubicBezTo>
                  <a:cubicBezTo>
                    <a:pt x="21" y="34"/>
                    <a:pt x="19" y="38"/>
                    <a:pt x="21" y="39"/>
                  </a:cubicBezTo>
                  <a:cubicBezTo>
                    <a:pt x="23" y="40"/>
                    <a:pt x="21" y="46"/>
                    <a:pt x="23" y="47"/>
                  </a:cubicBezTo>
                  <a:cubicBezTo>
                    <a:pt x="26" y="48"/>
                    <a:pt x="25" y="54"/>
                    <a:pt x="23" y="54"/>
                  </a:cubicBezTo>
                  <a:cubicBezTo>
                    <a:pt x="21" y="54"/>
                    <a:pt x="23" y="57"/>
                    <a:pt x="25" y="58"/>
                  </a:cubicBezTo>
                  <a:cubicBezTo>
                    <a:pt x="25" y="59"/>
                    <a:pt x="26" y="61"/>
                    <a:pt x="26" y="62"/>
                  </a:cubicBezTo>
                  <a:cubicBezTo>
                    <a:pt x="28" y="63"/>
                    <a:pt x="30" y="64"/>
                    <a:pt x="33" y="65"/>
                  </a:cubicBezTo>
                  <a:cubicBezTo>
                    <a:pt x="36" y="67"/>
                    <a:pt x="35" y="69"/>
                    <a:pt x="35" y="72"/>
                  </a:cubicBezTo>
                  <a:cubicBezTo>
                    <a:pt x="36" y="74"/>
                    <a:pt x="36" y="76"/>
                    <a:pt x="34" y="75"/>
                  </a:cubicBezTo>
                  <a:cubicBezTo>
                    <a:pt x="32" y="74"/>
                    <a:pt x="30" y="75"/>
                    <a:pt x="29" y="78"/>
                  </a:cubicBezTo>
                  <a:cubicBezTo>
                    <a:pt x="28" y="82"/>
                    <a:pt x="24" y="87"/>
                    <a:pt x="21" y="87"/>
                  </a:cubicBezTo>
                  <a:cubicBezTo>
                    <a:pt x="18" y="87"/>
                    <a:pt x="18" y="90"/>
                    <a:pt x="16" y="91"/>
                  </a:cubicBezTo>
                  <a:cubicBezTo>
                    <a:pt x="13" y="91"/>
                    <a:pt x="11" y="93"/>
                    <a:pt x="11" y="95"/>
                  </a:cubicBezTo>
                  <a:cubicBezTo>
                    <a:pt x="11" y="98"/>
                    <a:pt x="8" y="98"/>
                    <a:pt x="5" y="98"/>
                  </a:cubicBezTo>
                  <a:cubicBezTo>
                    <a:pt x="3" y="98"/>
                    <a:pt x="4" y="102"/>
                    <a:pt x="2" y="104"/>
                  </a:cubicBezTo>
                  <a:cubicBezTo>
                    <a:pt x="0" y="105"/>
                    <a:pt x="0" y="106"/>
                    <a:pt x="2" y="108"/>
                  </a:cubicBezTo>
                  <a:cubicBezTo>
                    <a:pt x="4" y="111"/>
                    <a:pt x="2" y="113"/>
                    <a:pt x="3" y="114"/>
                  </a:cubicBezTo>
                  <a:cubicBezTo>
                    <a:pt x="4" y="116"/>
                    <a:pt x="6" y="120"/>
                    <a:pt x="4" y="124"/>
                  </a:cubicBezTo>
                  <a:cubicBezTo>
                    <a:pt x="3" y="128"/>
                    <a:pt x="1" y="133"/>
                    <a:pt x="2" y="132"/>
                  </a:cubicBezTo>
                  <a:cubicBezTo>
                    <a:pt x="4" y="132"/>
                    <a:pt x="7" y="136"/>
                    <a:pt x="10" y="136"/>
                  </a:cubicBezTo>
                  <a:cubicBezTo>
                    <a:pt x="12" y="135"/>
                    <a:pt x="13" y="139"/>
                    <a:pt x="15" y="138"/>
                  </a:cubicBezTo>
                  <a:cubicBezTo>
                    <a:pt x="17" y="138"/>
                    <a:pt x="17" y="141"/>
                    <a:pt x="24" y="140"/>
                  </a:cubicBezTo>
                  <a:cubicBezTo>
                    <a:pt x="31" y="140"/>
                    <a:pt x="45" y="134"/>
                    <a:pt x="50" y="134"/>
                  </a:cubicBezTo>
                  <a:cubicBezTo>
                    <a:pt x="54" y="134"/>
                    <a:pt x="56" y="134"/>
                    <a:pt x="58" y="134"/>
                  </a:cubicBezTo>
                  <a:cubicBezTo>
                    <a:pt x="59" y="132"/>
                    <a:pt x="61" y="130"/>
                    <a:pt x="62" y="128"/>
                  </a:cubicBezTo>
                  <a:cubicBezTo>
                    <a:pt x="65" y="125"/>
                    <a:pt x="73" y="122"/>
                    <a:pt x="75" y="11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6805168" y="3195933"/>
              <a:ext cx="640934" cy="515202"/>
            </a:xfrm>
            <a:custGeom>
              <a:avLst/>
              <a:gdLst/>
              <a:ahLst/>
              <a:cxnLst/>
              <a:rect l="l" t="t" r="r" b="b"/>
              <a:pathLst>
                <a:path w="177" h="142" extrusionOk="0">
                  <a:moveTo>
                    <a:pt x="106" y="30"/>
                  </a:moveTo>
                  <a:cubicBezTo>
                    <a:pt x="106" y="30"/>
                    <a:pt x="93" y="28"/>
                    <a:pt x="91" y="28"/>
                  </a:cubicBezTo>
                  <a:cubicBezTo>
                    <a:pt x="89" y="28"/>
                    <a:pt x="84" y="28"/>
                    <a:pt x="81" y="25"/>
                  </a:cubicBezTo>
                  <a:cubicBezTo>
                    <a:pt x="78" y="22"/>
                    <a:pt x="63" y="11"/>
                    <a:pt x="61" y="10"/>
                  </a:cubicBezTo>
                  <a:cubicBezTo>
                    <a:pt x="58" y="9"/>
                    <a:pt x="47" y="1"/>
                    <a:pt x="44" y="0"/>
                  </a:cubicBezTo>
                  <a:cubicBezTo>
                    <a:pt x="41" y="0"/>
                    <a:pt x="41" y="0"/>
                    <a:pt x="37" y="0"/>
                  </a:cubicBezTo>
                  <a:cubicBezTo>
                    <a:pt x="34" y="0"/>
                    <a:pt x="35" y="3"/>
                    <a:pt x="29" y="3"/>
                  </a:cubicBezTo>
                  <a:cubicBezTo>
                    <a:pt x="22" y="3"/>
                    <a:pt x="18" y="8"/>
                    <a:pt x="20" y="8"/>
                  </a:cubicBezTo>
                  <a:cubicBezTo>
                    <a:pt x="22" y="9"/>
                    <a:pt x="29" y="15"/>
                    <a:pt x="27" y="16"/>
                  </a:cubicBezTo>
                  <a:cubicBezTo>
                    <a:pt x="25" y="17"/>
                    <a:pt x="24" y="20"/>
                    <a:pt x="22" y="20"/>
                  </a:cubicBezTo>
                  <a:cubicBezTo>
                    <a:pt x="19" y="20"/>
                    <a:pt x="16" y="20"/>
                    <a:pt x="16" y="22"/>
                  </a:cubicBezTo>
                  <a:cubicBezTo>
                    <a:pt x="16" y="24"/>
                    <a:pt x="13" y="27"/>
                    <a:pt x="10" y="27"/>
                  </a:cubicBezTo>
                  <a:cubicBezTo>
                    <a:pt x="8" y="27"/>
                    <a:pt x="4" y="25"/>
                    <a:pt x="1" y="23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0"/>
                    <a:pt x="0" y="37"/>
                    <a:pt x="1" y="38"/>
                  </a:cubicBezTo>
                  <a:cubicBezTo>
                    <a:pt x="3" y="38"/>
                    <a:pt x="4" y="42"/>
                    <a:pt x="8" y="46"/>
                  </a:cubicBezTo>
                  <a:cubicBezTo>
                    <a:pt x="12" y="50"/>
                    <a:pt x="20" y="62"/>
                    <a:pt x="20" y="65"/>
                  </a:cubicBezTo>
                  <a:cubicBezTo>
                    <a:pt x="21" y="68"/>
                    <a:pt x="22" y="71"/>
                    <a:pt x="27" y="74"/>
                  </a:cubicBezTo>
                  <a:cubicBezTo>
                    <a:pt x="32" y="78"/>
                    <a:pt x="32" y="82"/>
                    <a:pt x="35" y="84"/>
                  </a:cubicBezTo>
                  <a:cubicBezTo>
                    <a:pt x="37" y="86"/>
                    <a:pt x="37" y="88"/>
                    <a:pt x="37" y="93"/>
                  </a:cubicBezTo>
                  <a:cubicBezTo>
                    <a:pt x="37" y="98"/>
                    <a:pt x="39" y="104"/>
                    <a:pt x="43" y="107"/>
                  </a:cubicBezTo>
                  <a:cubicBezTo>
                    <a:pt x="48" y="110"/>
                    <a:pt x="51" y="113"/>
                    <a:pt x="53" y="118"/>
                  </a:cubicBezTo>
                  <a:cubicBezTo>
                    <a:pt x="55" y="124"/>
                    <a:pt x="58" y="128"/>
                    <a:pt x="61" y="131"/>
                  </a:cubicBezTo>
                  <a:cubicBezTo>
                    <a:pt x="64" y="134"/>
                    <a:pt x="62" y="135"/>
                    <a:pt x="64" y="138"/>
                  </a:cubicBezTo>
                  <a:cubicBezTo>
                    <a:pt x="65" y="139"/>
                    <a:pt x="66" y="140"/>
                    <a:pt x="67" y="142"/>
                  </a:cubicBezTo>
                  <a:cubicBezTo>
                    <a:pt x="69" y="141"/>
                    <a:pt x="70" y="141"/>
                    <a:pt x="70" y="140"/>
                  </a:cubicBezTo>
                  <a:cubicBezTo>
                    <a:pt x="71" y="139"/>
                    <a:pt x="69" y="137"/>
                    <a:pt x="70" y="136"/>
                  </a:cubicBezTo>
                  <a:cubicBezTo>
                    <a:pt x="71" y="135"/>
                    <a:pt x="72" y="133"/>
                    <a:pt x="74" y="133"/>
                  </a:cubicBezTo>
                  <a:cubicBezTo>
                    <a:pt x="75" y="132"/>
                    <a:pt x="77" y="134"/>
                    <a:pt x="80" y="134"/>
                  </a:cubicBezTo>
                  <a:cubicBezTo>
                    <a:pt x="83" y="133"/>
                    <a:pt x="90" y="134"/>
                    <a:pt x="90" y="134"/>
                  </a:cubicBezTo>
                  <a:cubicBezTo>
                    <a:pt x="91" y="135"/>
                    <a:pt x="100" y="135"/>
                    <a:pt x="102" y="136"/>
                  </a:cubicBezTo>
                  <a:cubicBezTo>
                    <a:pt x="104" y="138"/>
                    <a:pt x="107" y="138"/>
                    <a:pt x="108" y="134"/>
                  </a:cubicBezTo>
                  <a:cubicBezTo>
                    <a:pt x="109" y="131"/>
                    <a:pt x="120" y="124"/>
                    <a:pt x="121" y="123"/>
                  </a:cubicBezTo>
                  <a:cubicBezTo>
                    <a:pt x="122" y="122"/>
                    <a:pt x="133" y="123"/>
                    <a:pt x="138" y="122"/>
                  </a:cubicBezTo>
                  <a:cubicBezTo>
                    <a:pt x="142" y="121"/>
                    <a:pt x="170" y="112"/>
                    <a:pt x="171" y="111"/>
                  </a:cubicBezTo>
                  <a:cubicBezTo>
                    <a:pt x="173" y="110"/>
                    <a:pt x="177" y="95"/>
                    <a:pt x="177" y="93"/>
                  </a:cubicBezTo>
                  <a:cubicBezTo>
                    <a:pt x="177" y="92"/>
                    <a:pt x="175" y="87"/>
                    <a:pt x="173" y="87"/>
                  </a:cubicBezTo>
                  <a:cubicBezTo>
                    <a:pt x="171" y="88"/>
                    <a:pt x="153" y="86"/>
                    <a:pt x="152" y="85"/>
                  </a:cubicBezTo>
                  <a:cubicBezTo>
                    <a:pt x="151" y="84"/>
                    <a:pt x="146" y="81"/>
                    <a:pt x="145" y="76"/>
                  </a:cubicBezTo>
                  <a:cubicBezTo>
                    <a:pt x="144" y="75"/>
                    <a:pt x="142" y="73"/>
                    <a:pt x="142" y="71"/>
                  </a:cubicBezTo>
                  <a:cubicBezTo>
                    <a:pt x="140" y="71"/>
                    <a:pt x="137" y="70"/>
                    <a:pt x="135" y="66"/>
                  </a:cubicBezTo>
                  <a:cubicBezTo>
                    <a:pt x="133" y="65"/>
                    <a:pt x="129" y="58"/>
                    <a:pt x="130" y="57"/>
                  </a:cubicBezTo>
                  <a:cubicBezTo>
                    <a:pt x="132" y="54"/>
                    <a:pt x="129" y="50"/>
                    <a:pt x="127" y="48"/>
                  </a:cubicBezTo>
                  <a:cubicBezTo>
                    <a:pt x="124" y="45"/>
                    <a:pt x="118" y="40"/>
                    <a:pt x="118" y="38"/>
                  </a:cubicBezTo>
                  <a:cubicBezTo>
                    <a:pt x="118" y="37"/>
                    <a:pt x="118" y="35"/>
                    <a:pt x="117" y="34"/>
                  </a:cubicBezTo>
                  <a:cubicBezTo>
                    <a:pt x="110" y="34"/>
                    <a:pt x="110" y="34"/>
                    <a:pt x="110" y="34"/>
                  </a:cubicBezTo>
                  <a:lnTo>
                    <a:pt x="106" y="30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7334169" y="3432067"/>
              <a:ext cx="246868" cy="276000"/>
            </a:xfrm>
            <a:custGeom>
              <a:avLst/>
              <a:gdLst/>
              <a:ahLst/>
              <a:cxnLst/>
              <a:rect l="l" t="t" r="r" b="b"/>
              <a:pathLst>
                <a:path w="68" h="76" extrusionOk="0">
                  <a:moveTo>
                    <a:pt x="33" y="2"/>
                  </a:moveTo>
                  <a:cubicBezTo>
                    <a:pt x="33" y="8"/>
                    <a:pt x="33" y="8"/>
                    <a:pt x="33" y="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9" y="22"/>
                    <a:pt x="31" y="27"/>
                    <a:pt x="31" y="28"/>
                  </a:cubicBezTo>
                  <a:cubicBezTo>
                    <a:pt x="31" y="30"/>
                    <a:pt x="27" y="45"/>
                    <a:pt x="25" y="46"/>
                  </a:cubicBezTo>
                  <a:cubicBezTo>
                    <a:pt x="25" y="47"/>
                    <a:pt x="10" y="52"/>
                    <a:pt x="0" y="55"/>
                  </a:cubicBezTo>
                  <a:cubicBezTo>
                    <a:pt x="2" y="59"/>
                    <a:pt x="6" y="68"/>
                    <a:pt x="10" y="76"/>
                  </a:cubicBezTo>
                  <a:cubicBezTo>
                    <a:pt x="11" y="76"/>
                    <a:pt x="11" y="75"/>
                    <a:pt x="12" y="75"/>
                  </a:cubicBezTo>
                  <a:cubicBezTo>
                    <a:pt x="17" y="72"/>
                    <a:pt x="22" y="74"/>
                    <a:pt x="26" y="73"/>
                  </a:cubicBezTo>
                  <a:cubicBezTo>
                    <a:pt x="29" y="72"/>
                    <a:pt x="26" y="69"/>
                    <a:pt x="29" y="66"/>
                  </a:cubicBezTo>
                  <a:cubicBezTo>
                    <a:pt x="32" y="63"/>
                    <a:pt x="37" y="65"/>
                    <a:pt x="38" y="64"/>
                  </a:cubicBezTo>
                  <a:cubicBezTo>
                    <a:pt x="40" y="64"/>
                    <a:pt x="41" y="58"/>
                    <a:pt x="44" y="57"/>
                  </a:cubicBezTo>
                  <a:cubicBezTo>
                    <a:pt x="46" y="56"/>
                    <a:pt x="49" y="56"/>
                    <a:pt x="49" y="54"/>
                  </a:cubicBezTo>
                  <a:cubicBezTo>
                    <a:pt x="49" y="52"/>
                    <a:pt x="49" y="43"/>
                    <a:pt x="52" y="43"/>
                  </a:cubicBezTo>
                  <a:cubicBezTo>
                    <a:pt x="55" y="42"/>
                    <a:pt x="59" y="39"/>
                    <a:pt x="59" y="38"/>
                  </a:cubicBezTo>
                  <a:cubicBezTo>
                    <a:pt x="59" y="36"/>
                    <a:pt x="64" y="31"/>
                    <a:pt x="66" y="28"/>
                  </a:cubicBezTo>
                  <a:cubicBezTo>
                    <a:pt x="67" y="25"/>
                    <a:pt x="68" y="24"/>
                    <a:pt x="65" y="23"/>
                  </a:cubicBezTo>
                  <a:cubicBezTo>
                    <a:pt x="63" y="23"/>
                    <a:pt x="59" y="16"/>
                    <a:pt x="58" y="15"/>
                  </a:cubicBezTo>
                  <a:cubicBezTo>
                    <a:pt x="57" y="13"/>
                    <a:pt x="50" y="14"/>
                    <a:pt x="44" y="9"/>
                  </a:cubicBezTo>
                  <a:cubicBezTo>
                    <a:pt x="42" y="8"/>
                    <a:pt x="40" y="4"/>
                    <a:pt x="39" y="0"/>
                  </a:cubicBezTo>
                  <a:cubicBezTo>
                    <a:pt x="37" y="2"/>
                    <a:pt x="37" y="2"/>
                    <a:pt x="37" y="2"/>
                  </a:cubicBezTo>
                  <a:lnTo>
                    <a:pt x="33" y="2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>
              <a:off x="7294302" y="3398333"/>
              <a:ext cx="36800" cy="55200"/>
            </a:xfrm>
            <a:custGeom>
              <a:avLst/>
              <a:gdLst/>
              <a:ahLst/>
              <a:cxnLst/>
              <a:rect l="l" t="t" r="r" b="b"/>
              <a:pathLst>
                <a:path w="10" h="15" extrusionOk="0">
                  <a:moveTo>
                    <a:pt x="7" y="15"/>
                  </a:moveTo>
                  <a:cubicBezTo>
                    <a:pt x="7" y="14"/>
                    <a:pt x="7" y="13"/>
                    <a:pt x="7" y="12"/>
                  </a:cubicBezTo>
                  <a:cubicBezTo>
                    <a:pt x="9" y="9"/>
                    <a:pt x="10" y="2"/>
                    <a:pt x="6" y="1"/>
                  </a:cubicBezTo>
                  <a:cubicBezTo>
                    <a:pt x="2" y="0"/>
                    <a:pt x="0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4"/>
                    <a:pt x="5" y="15"/>
                    <a:pt x="7" y="1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7331102" y="3395267"/>
              <a:ext cx="144134" cy="116534"/>
            </a:xfrm>
            <a:custGeom>
              <a:avLst/>
              <a:gdLst/>
              <a:ahLst/>
              <a:cxnLst/>
              <a:rect l="l" t="t" r="r" b="b"/>
              <a:pathLst>
                <a:path w="40" h="32" extrusionOk="0">
                  <a:moveTo>
                    <a:pt x="7" y="30"/>
                  </a:moveTo>
                  <a:cubicBezTo>
                    <a:pt x="8" y="31"/>
                    <a:pt x="21" y="32"/>
                    <a:pt x="26" y="32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9" y="5"/>
                    <a:pt x="39" y="0"/>
                    <a:pt x="38" y="0"/>
                  </a:cubicBezTo>
                  <a:cubicBezTo>
                    <a:pt x="37" y="0"/>
                    <a:pt x="31" y="6"/>
                    <a:pt x="28" y="11"/>
                  </a:cubicBezTo>
                  <a:cubicBezTo>
                    <a:pt x="26" y="16"/>
                    <a:pt x="18" y="20"/>
                    <a:pt x="12" y="19"/>
                  </a:cubicBezTo>
                  <a:cubicBezTo>
                    <a:pt x="6" y="18"/>
                    <a:pt x="4" y="20"/>
                    <a:pt x="2" y="21"/>
                  </a:cubicBezTo>
                  <a:cubicBezTo>
                    <a:pt x="2" y="22"/>
                    <a:pt x="1" y="21"/>
                    <a:pt x="0" y="21"/>
                  </a:cubicBezTo>
                  <a:cubicBezTo>
                    <a:pt x="1" y="26"/>
                    <a:pt x="6" y="29"/>
                    <a:pt x="7" y="3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8773972" y="4019335"/>
              <a:ext cx="594934" cy="185534"/>
            </a:xfrm>
            <a:custGeom>
              <a:avLst/>
              <a:gdLst/>
              <a:ahLst/>
              <a:cxnLst/>
              <a:rect l="l" t="t" r="r" b="b"/>
              <a:pathLst>
                <a:path w="164" h="51" extrusionOk="0">
                  <a:moveTo>
                    <a:pt x="30" y="18"/>
                  </a:moveTo>
                  <a:cubicBezTo>
                    <a:pt x="30" y="13"/>
                    <a:pt x="25" y="13"/>
                    <a:pt x="23" y="9"/>
                  </a:cubicBezTo>
                  <a:cubicBezTo>
                    <a:pt x="22" y="5"/>
                    <a:pt x="20" y="8"/>
                    <a:pt x="19" y="5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6" y="5"/>
                    <a:pt x="17" y="7"/>
                    <a:pt x="16" y="7"/>
                  </a:cubicBezTo>
                  <a:cubicBezTo>
                    <a:pt x="15" y="8"/>
                    <a:pt x="9" y="8"/>
                    <a:pt x="9" y="7"/>
                  </a:cubicBezTo>
                  <a:cubicBezTo>
                    <a:pt x="9" y="5"/>
                    <a:pt x="8" y="2"/>
                    <a:pt x="5" y="2"/>
                  </a:cubicBezTo>
                  <a:cubicBezTo>
                    <a:pt x="3" y="1"/>
                    <a:pt x="2" y="1"/>
                    <a:pt x="0" y="1"/>
                  </a:cubicBezTo>
                  <a:cubicBezTo>
                    <a:pt x="2" y="6"/>
                    <a:pt x="3" y="10"/>
                    <a:pt x="3" y="14"/>
                  </a:cubicBezTo>
                  <a:cubicBezTo>
                    <a:pt x="3" y="19"/>
                    <a:pt x="10" y="27"/>
                    <a:pt x="11" y="30"/>
                  </a:cubicBezTo>
                  <a:cubicBezTo>
                    <a:pt x="12" y="34"/>
                    <a:pt x="14" y="35"/>
                    <a:pt x="19" y="38"/>
                  </a:cubicBezTo>
                  <a:cubicBezTo>
                    <a:pt x="24" y="42"/>
                    <a:pt x="34" y="47"/>
                    <a:pt x="35" y="46"/>
                  </a:cubicBezTo>
                  <a:cubicBezTo>
                    <a:pt x="37" y="45"/>
                    <a:pt x="33" y="37"/>
                    <a:pt x="30" y="34"/>
                  </a:cubicBezTo>
                  <a:cubicBezTo>
                    <a:pt x="27" y="31"/>
                    <a:pt x="30" y="24"/>
                    <a:pt x="30" y="18"/>
                  </a:cubicBezTo>
                  <a:close/>
                  <a:moveTo>
                    <a:pt x="157" y="9"/>
                  </a:moveTo>
                  <a:cubicBezTo>
                    <a:pt x="155" y="9"/>
                    <a:pt x="150" y="9"/>
                    <a:pt x="150" y="7"/>
                  </a:cubicBezTo>
                  <a:cubicBezTo>
                    <a:pt x="150" y="4"/>
                    <a:pt x="145" y="0"/>
                    <a:pt x="142" y="0"/>
                  </a:cubicBezTo>
                  <a:cubicBezTo>
                    <a:pt x="139" y="0"/>
                    <a:pt x="135" y="6"/>
                    <a:pt x="135" y="9"/>
                  </a:cubicBezTo>
                  <a:cubicBezTo>
                    <a:pt x="135" y="11"/>
                    <a:pt x="130" y="11"/>
                    <a:pt x="131" y="14"/>
                  </a:cubicBezTo>
                  <a:cubicBezTo>
                    <a:pt x="131" y="16"/>
                    <a:pt x="130" y="16"/>
                    <a:pt x="129" y="17"/>
                  </a:cubicBezTo>
                  <a:cubicBezTo>
                    <a:pt x="130" y="20"/>
                    <a:pt x="130" y="22"/>
                    <a:pt x="129" y="22"/>
                  </a:cubicBezTo>
                  <a:cubicBezTo>
                    <a:pt x="127" y="21"/>
                    <a:pt x="126" y="24"/>
                    <a:pt x="124" y="24"/>
                  </a:cubicBezTo>
                  <a:cubicBezTo>
                    <a:pt x="122" y="24"/>
                    <a:pt x="121" y="21"/>
                    <a:pt x="119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7" y="18"/>
                    <a:pt x="112" y="25"/>
                    <a:pt x="111" y="29"/>
                  </a:cubicBezTo>
                  <a:cubicBezTo>
                    <a:pt x="110" y="34"/>
                    <a:pt x="106" y="32"/>
                    <a:pt x="99" y="33"/>
                  </a:cubicBezTo>
                  <a:cubicBezTo>
                    <a:pt x="92" y="33"/>
                    <a:pt x="95" y="40"/>
                    <a:pt x="94" y="44"/>
                  </a:cubicBezTo>
                  <a:cubicBezTo>
                    <a:pt x="92" y="47"/>
                    <a:pt x="85" y="41"/>
                    <a:pt x="81" y="41"/>
                  </a:cubicBezTo>
                  <a:cubicBezTo>
                    <a:pt x="82" y="43"/>
                    <a:pt x="83" y="46"/>
                    <a:pt x="84" y="46"/>
                  </a:cubicBezTo>
                  <a:cubicBezTo>
                    <a:pt x="86" y="46"/>
                    <a:pt x="89" y="51"/>
                    <a:pt x="91" y="49"/>
                  </a:cubicBezTo>
                  <a:cubicBezTo>
                    <a:pt x="93" y="48"/>
                    <a:pt x="99" y="49"/>
                    <a:pt x="102" y="48"/>
                  </a:cubicBezTo>
                  <a:cubicBezTo>
                    <a:pt x="105" y="47"/>
                    <a:pt x="105" y="45"/>
                    <a:pt x="110" y="45"/>
                  </a:cubicBezTo>
                  <a:cubicBezTo>
                    <a:pt x="115" y="45"/>
                    <a:pt x="113" y="49"/>
                    <a:pt x="118" y="46"/>
                  </a:cubicBezTo>
                  <a:cubicBezTo>
                    <a:pt x="123" y="44"/>
                    <a:pt x="126" y="46"/>
                    <a:pt x="125" y="41"/>
                  </a:cubicBezTo>
                  <a:cubicBezTo>
                    <a:pt x="125" y="37"/>
                    <a:pt x="128" y="37"/>
                    <a:pt x="128" y="33"/>
                  </a:cubicBezTo>
                  <a:cubicBezTo>
                    <a:pt x="127" y="30"/>
                    <a:pt x="133" y="32"/>
                    <a:pt x="133" y="26"/>
                  </a:cubicBezTo>
                  <a:cubicBezTo>
                    <a:pt x="132" y="20"/>
                    <a:pt x="142" y="21"/>
                    <a:pt x="146" y="21"/>
                  </a:cubicBezTo>
                  <a:cubicBezTo>
                    <a:pt x="147" y="21"/>
                    <a:pt x="148" y="21"/>
                    <a:pt x="150" y="22"/>
                  </a:cubicBezTo>
                  <a:cubicBezTo>
                    <a:pt x="153" y="20"/>
                    <a:pt x="157" y="19"/>
                    <a:pt x="155" y="17"/>
                  </a:cubicBezTo>
                  <a:cubicBezTo>
                    <a:pt x="153" y="15"/>
                    <a:pt x="162" y="17"/>
                    <a:pt x="163" y="14"/>
                  </a:cubicBezTo>
                  <a:cubicBezTo>
                    <a:pt x="164" y="11"/>
                    <a:pt x="159" y="8"/>
                    <a:pt x="157" y="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9204839" y="4080668"/>
              <a:ext cx="39866" cy="26066"/>
            </a:xfrm>
            <a:custGeom>
              <a:avLst/>
              <a:gdLst/>
              <a:ahLst/>
              <a:cxnLst/>
              <a:rect l="l" t="t" r="r" b="b"/>
              <a:pathLst>
                <a:path w="11" h="7" extrusionOk="0">
                  <a:moveTo>
                    <a:pt x="5" y="7"/>
                  </a:moveTo>
                  <a:cubicBezTo>
                    <a:pt x="7" y="7"/>
                    <a:pt x="8" y="4"/>
                    <a:pt x="10" y="5"/>
                  </a:cubicBezTo>
                  <a:cubicBezTo>
                    <a:pt x="11" y="5"/>
                    <a:pt x="11" y="3"/>
                    <a:pt x="10" y="0"/>
                  </a:cubicBezTo>
                  <a:cubicBezTo>
                    <a:pt x="8" y="0"/>
                    <a:pt x="6" y="0"/>
                    <a:pt x="6" y="2"/>
                  </a:cubicBezTo>
                  <a:cubicBezTo>
                    <a:pt x="6" y="4"/>
                    <a:pt x="2" y="1"/>
                    <a:pt x="0" y="1"/>
                  </a:cubicBezTo>
                  <a:cubicBezTo>
                    <a:pt x="2" y="4"/>
                    <a:pt x="3" y="7"/>
                    <a:pt x="5" y="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6932435" y="3010399"/>
              <a:ext cx="297468" cy="289800"/>
            </a:xfrm>
            <a:custGeom>
              <a:avLst/>
              <a:gdLst/>
              <a:ahLst/>
              <a:cxnLst/>
              <a:rect l="l" t="t" r="r" b="b"/>
              <a:pathLst>
                <a:path w="82" h="80" extrusionOk="0">
                  <a:moveTo>
                    <a:pt x="69" y="73"/>
                  </a:moveTo>
                  <a:cubicBezTo>
                    <a:pt x="70" y="72"/>
                    <a:pt x="71" y="70"/>
                    <a:pt x="73" y="70"/>
                  </a:cubicBezTo>
                  <a:cubicBezTo>
                    <a:pt x="75" y="70"/>
                    <a:pt x="76" y="71"/>
                    <a:pt x="79" y="73"/>
                  </a:cubicBezTo>
                  <a:cubicBezTo>
                    <a:pt x="80" y="72"/>
                    <a:pt x="81" y="71"/>
                    <a:pt x="82" y="71"/>
                  </a:cubicBezTo>
                  <a:cubicBezTo>
                    <a:pt x="80" y="69"/>
                    <a:pt x="77" y="66"/>
                    <a:pt x="78" y="64"/>
                  </a:cubicBezTo>
                  <a:cubicBezTo>
                    <a:pt x="78" y="62"/>
                    <a:pt x="75" y="60"/>
                    <a:pt x="75" y="59"/>
                  </a:cubicBezTo>
                  <a:cubicBezTo>
                    <a:pt x="74" y="57"/>
                    <a:pt x="77" y="54"/>
                    <a:pt x="75" y="53"/>
                  </a:cubicBezTo>
                  <a:cubicBezTo>
                    <a:pt x="74" y="52"/>
                    <a:pt x="74" y="48"/>
                    <a:pt x="71" y="48"/>
                  </a:cubicBezTo>
                  <a:cubicBezTo>
                    <a:pt x="69" y="48"/>
                    <a:pt x="62" y="44"/>
                    <a:pt x="62" y="42"/>
                  </a:cubicBezTo>
                  <a:cubicBezTo>
                    <a:pt x="62" y="39"/>
                    <a:pt x="59" y="38"/>
                    <a:pt x="58" y="37"/>
                  </a:cubicBezTo>
                  <a:cubicBezTo>
                    <a:pt x="57" y="36"/>
                    <a:pt x="55" y="30"/>
                    <a:pt x="57" y="29"/>
                  </a:cubicBezTo>
                  <a:cubicBezTo>
                    <a:pt x="59" y="28"/>
                    <a:pt x="58" y="23"/>
                    <a:pt x="60" y="23"/>
                  </a:cubicBezTo>
                  <a:cubicBezTo>
                    <a:pt x="62" y="23"/>
                    <a:pt x="61" y="20"/>
                    <a:pt x="61" y="18"/>
                  </a:cubicBezTo>
                  <a:cubicBezTo>
                    <a:pt x="62" y="16"/>
                    <a:pt x="60" y="15"/>
                    <a:pt x="58" y="15"/>
                  </a:cubicBezTo>
                  <a:cubicBezTo>
                    <a:pt x="56" y="15"/>
                    <a:pt x="53" y="12"/>
                    <a:pt x="53" y="10"/>
                  </a:cubicBezTo>
                  <a:cubicBezTo>
                    <a:pt x="53" y="8"/>
                    <a:pt x="50" y="4"/>
                    <a:pt x="50" y="3"/>
                  </a:cubicBezTo>
                  <a:cubicBezTo>
                    <a:pt x="50" y="8"/>
                    <a:pt x="43" y="1"/>
                    <a:pt x="41" y="2"/>
                  </a:cubicBezTo>
                  <a:cubicBezTo>
                    <a:pt x="39" y="3"/>
                    <a:pt x="38" y="0"/>
                    <a:pt x="34" y="0"/>
                  </a:cubicBezTo>
                  <a:cubicBezTo>
                    <a:pt x="31" y="1"/>
                    <a:pt x="32" y="2"/>
                    <a:pt x="3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1" y="8"/>
                    <a:pt x="20" y="11"/>
                  </a:cubicBezTo>
                  <a:cubicBezTo>
                    <a:pt x="19" y="13"/>
                    <a:pt x="22" y="16"/>
                    <a:pt x="21" y="18"/>
                  </a:cubicBezTo>
                  <a:cubicBezTo>
                    <a:pt x="19" y="19"/>
                    <a:pt x="20" y="23"/>
                    <a:pt x="20" y="24"/>
                  </a:cubicBezTo>
                  <a:cubicBezTo>
                    <a:pt x="20" y="26"/>
                    <a:pt x="18" y="29"/>
                    <a:pt x="18" y="29"/>
                  </a:cubicBezTo>
                  <a:cubicBezTo>
                    <a:pt x="18" y="29"/>
                    <a:pt x="8" y="35"/>
                    <a:pt x="0" y="39"/>
                  </a:cubicBezTo>
                  <a:cubicBezTo>
                    <a:pt x="0" y="41"/>
                    <a:pt x="0" y="42"/>
                    <a:pt x="1" y="43"/>
                  </a:cubicBezTo>
                  <a:cubicBezTo>
                    <a:pt x="1" y="45"/>
                    <a:pt x="2" y="48"/>
                    <a:pt x="3" y="51"/>
                  </a:cubicBezTo>
                  <a:cubicBezTo>
                    <a:pt x="6" y="51"/>
                    <a:pt x="6" y="51"/>
                    <a:pt x="9" y="51"/>
                  </a:cubicBezTo>
                  <a:cubicBezTo>
                    <a:pt x="12" y="52"/>
                    <a:pt x="23" y="60"/>
                    <a:pt x="26" y="61"/>
                  </a:cubicBezTo>
                  <a:cubicBezTo>
                    <a:pt x="28" y="62"/>
                    <a:pt x="43" y="73"/>
                    <a:pt x="46" y="76"/>
                  </a:cubicBezTo>
                  <a:cubicBezTo>
                    <a:pt x="49" y="79"/>
                    <a:pt x="54" y="79"/>
                    <a:pt x="56" y="79"/>
                  </a:cubicBezTo>
                  <a:cubicBezTo>
                    <a:pt x="57" y="79"/>
                    <a:pt x="62" y="80"/>
                    <a:pt x="66" y="80"/>
                  </a:cubicBezTo>
                  <a:cubicBezTo>
                    <a:pt x="67" y="77"/>
                    <a:pt x="69" y="74"/>
                    <a:pt x="69" y="7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7171635" y="3264933"/>
              <a:ext cx="58266" cy="53666"/>
            </a:xfrm>
            <a:custGeom>
              <a:avLst/>
              <a:gdLst/>
              <a:ahLst/>
              <a:cxnLst/>
              <a:rect l="l" t="t" r="r" b="b"/>
              <a:pathLst>
                <a:path w="16" h="15" extrusionOk="0">
                  <a:moveTo>
                    <a:pt x="5" y="11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4" y="11"/>
                    <a:pt x="12" y="6"/>
                    <a:pt x="12" y="4"/>
                  </a:cubicBezTo>
                  <a:cubicBezTo>
                    <a:pt x="12" y="4"/>
                    <a:pt x="12" y="3"/>
                    <a:pt x="13" y="3"/>
                  </a:cubicBezTo>
                  <a:cubicBezTo>
                    <a:pt x="10" y="1"/>
                    <a:pt x="9" y="0"/>
                    <a:pt x="7" y="0"/>
                  </a:cubicBezTo>
                  <a:cubicBezTo>
                    <a:pt x="5" y="0"/>
                    <a:pt x="4" y="2"/>
                    <a:pt x="3" y="3"/>
                  </a:cubicBezTo>
                  <a:cubicBezTo>
                    <a:pt x="3" y="4"/>
                    <a:pt x="1" y="7"/>
                    <a:pt x="0" y="10"/>
                  </a:cubicBezTo>
                  <a:cubicBezTo>
                    <a:pt x="3" y="11"/>
                    <a:pt x="5" y="11"/>
                    <a:pt x="5" y="1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1" name="Google Shape;341;p1"/>
            <p:cNvSpPr/>
            <p:nvPr/>
          </p:nvSpPr>
          <p:spPr>
            <a:xfrm>
              <a:off x="5612232" y="2495198"/>
              <a:ext cx="446201" cy="369534"/>
            </a:xfrm>
            <a:custGeom>
              <a:avLst/>
              <a:gdLst/>
              <a:ahLst/>
              <a:cxnLst/>
              <a:rect l="l" t="t" r="r" b="b"/>
              <a:pathLst>
                <a:path w="123" h="102" extrusionOk="0">
                  <a:moveTo>
                    <a:pt x="108" y="23"/>
                  </a:moveTo>
                  <a:cubicBezTo>
                    <a:pt x="107" y="23"/>
                    <a:pt x="106" y="21"/>
                    <a:pt x="103" y="21"/>
                  </a:cubicBezTo>
                  <a:cubicBezTo>
                    <a:pt x="101" y="21"/>
                    <a:pt x="99" y="20"/>
                    <a:pt x="98" y="19"/>
                  </a:cubicBezTo>
                  <a:cubicBezTo>
                    <a:pt x="97" y="17"/>
                    <a:pt x="91" y="17"/>
                    <a:pt x="89" y="17"/>
                  </a:cubicBezTo>
                  <a:cubicBezTo>
                    <a:pt x="87" y="18"/>
                    <a:pt x="87" y="14"/>
                    <a:pt x="85" y="15"/>
                  </a:cubicBezTo>
                  <a:cubicBezTo>
                    <a:pt x="83" y="15"/>
                    <a:pt x="83" y="12"/>
                    <a:pt x="83" y="11"/>
                  </a:cubicBezTo>
                  <a:cubicBezTo>
                    <a:pt x="83" y="9"/>
                    <a:pt x="81" y="12"/>
                    <a:pt x="79" y="12"/>
                  </a:cubicBezTo>
                  <a:cubicBezTo>
                    <a:pt x="77" y="13"/>
                    <a:pt x="77" y="11"/>
                    <a:pt x="76" y="10"/>
                  </a:cubicBezTo>
                  <a:cubicBezTo>
                    <a:pt x="76" y="9"/>
                    <a:pt x="73" y="7"/>
                    <a:pt x="71" y="6"/>
                  </a:cubicBezTo>
                  <a:cubicBezTo>
                    <a:pt x="70" y="6"/>
                    <a:pt x="68" y="3"/>
                    <a:pt x="67" y="4"/>
                  </a:cubicBezTo>
                  <a:cubicBezTo>
                    <a:pt x="66" y="5"/>
                    <a:pt x="64" y="2"/>
                    <a:pt x="64" y="1"/>
                  </a:cubicBezTo>
                  <a:cubicBezTo>
                    <a:pt x="64" y="0"/>
                    <a:pt x="63" y="0"/>
                    <a:pt x="63" y="0"/>
                  </a:cubicBezTo>
                  <a:cubicBezTo>
                    <a:pt x="62" y="0"/>
                    <a:pt x="62" y="0"/>
                    <a:pt x="61" y="0"/>
                  </a:cubicBezTo>
                  <a:cubicBezTo>
                    <a:pt x="58" y="0"/>
                    <a:pt x="55" y="2"/>
                    <a:pt x="56" y="7"/>
                  </a:cubicBezTo>
                  <a:cubicBezTo>
                    <a:pt x="56" y="12"/>
                    <a:pt x="52" y="12"/>
                    <a:pt x="47" y="13"/>
                  </a:cubicBezTo>
                  <a:cubicBezTo>
                    <a:pt x="42" y="13"/>
                    <a:pt x="44" y="17"/>
                    <a:pt x="42" y="19"/>
                  </a:cubicBezTo>
                  <a:cubicBezTo>
                    <a:pt x="40" y="20"/>
                    <a:pt x="32" y="18"/>
                    <a:pt x="31" y="15"/>
                  </a:cubicBezTo>
                  <a:cubicBezTo>
                    <a:pt x="30" y="12"/>
                    <a:pt x="23" y="15"/>
                    <a:pt x="26" y="18"/>
                  </a:cubicBezTo>
                  <a:cubicBezTo>
                    <a:pt x="29" y="22"/>
                    <a:pt x="29" y="26"/>
                    <a:pt x="27" y="27"/>
                  </a:cubicBezTo>
                  <a:cubicBezTo>
                    <a:pt x="26" y="29"/>
                    <a:pt x="22" y="25"/>
                    <a:pt x="20" y="27"/>
                  </a:cubicBezTo>
                  <a:cubicBezTo>
                    <a:pt x="18" y="29"/>
                    <a:pt x="18" y="26"/>
                    <a:pt x="15" y="25"/>
                  </a:cubicBezTo>
                  <a:cubicBezTo>
                    <a:pt x="12" y="24"/>
                    <a:pt x="11" y="26"/>
                    <a:pt x="7" y="25"/>
                  </a:cubicBezTo>
                  <a:cubicBezTo>
                    <a:pt x="2" y="25"/>
                    <a:pt x="0" y="28"/>
                    <a:pt x="1" y="29"/>
                  </a:cubicBezTo>
                  <a:cubicBezTo>
                    <a:pt x="3" y="31"/>
                    <a:pt x="1" y="33"/>
                    <a:pt x="2" y="35"/>
                  </a:cubicBezTo>
                  <a:cubicBezTo>
                    <a:pt x="4" y="36"/>
                    <a:pt x="9" y="36"/>
                    <a:pt x="14" y="38"/>
                  </a:cubicBezTo>
                  <a:cubicBezTo>
                    <a:pt x="18" y="40"/>
                    <a:pt x="19" y="39"/>
                    <a:pt x="21" y="40"/>
                  </a:cubicBezTo>
                  <a:cubicBezTo>
                    <a:pt x="23" y="42"/>
                    <a:pt x="24" y="41"/>
                    <a:pt x="24" y="44"/>
                  </a:cubicBezTo>
                  <a:cubicBezTo>
                    <a:pt x="24" y="47"/>
                    <a:pt x="26" y="50"/>
                    <a:pt x="30" y="51"/>
                  </a:cubicBezTo>
                  <a:cubicBezTo>
                    <a:pt x="34" y="52"/>
                    <a:pt x="31" y="55"/>
                    <a:pt x="33" y="58"/>
                  </a:cubicBezTo>
                  <a:cubicBezTo>
                    <a:pt x="34" y="61"/>
                    <a:pt x="31" y="64"/>
                    <a:pt x="31" y="68"/>
                  </a:cubicBezTo>
                  <a:cubicBezTo>
                    <a:pt x="32" y="71"/>
                    <a:pt x="29" y="82"/>
                    <a:pt x="27" y="83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9" y="84"/>
                    <a:pt x="31" y="85"/>
                    <a:pt x="32" y="86"/>
                  </a:cubicBezTo>
                  <a:cubicBezTo>
                    <a:pt x="33" y="87"/>
                    <a:pt x="37" y="88"/>
                    <a:pt x="40" y="89"/>
                  </a:cubicBezTo>
                  <a:cubicBezTo>
                    <a:pt x="42" y="91"/>
                    <a:pt x="46" y="91"/>
                    <a:pt x="46" y="89"/>
                  </a:cubicBezTo>
                  <a:cubicBezTo>
                    <a:pt x="46" y="87"/>
                    <a:pt x="49" y="88"/>
                    <a:pt x="50" y="90"/>
                  </a:cubicBezTo>
                  <a:cubicBezTo>
                    <a:pt x="52" y="91"/>
                    <a:pt x="58" y="92"/>
                    <a:pt x="60" y="92"/>
                  </a:cubicBezTo>
                  <a:cubicBezTo>
                    <a:pt x="63" y="93"/>
                    <a:pt x="66" y="92"/>
                    <a:pt x="69" y="92"/>
                  </a:cubicBezTo>
                  <a:cubicBezTo>
                    <a:pt x="69" y="92"/>
                    <a:pt x="69" y="91"/>
                    <a:pt x="69" y="90"/>
                  </a:cubicBezTo>
                  <a:cubicBezTo>
                    <a:pt x="67" y="85"/>
                    <a:pt x="71" y="83"/>
                    <a:pt x="75" y="82"/>
                  </a:cubicBezTo>
                  <a:cubicBezTo>
                    <a:pt x="80" y="81"/>
                    <a:pt x="89" y="84"/>
                    <a:pt x="91" y="85"/>
                  </a:cubicBezTo>
                  <a:cubicBezTo>
                    <a:pt x="93" y="87"/>
                    <a:pt x="97" y="86"/>
                    <a:pt x="101" y="82"/>
                  </a:cubicBezTo>
                  <a:cubicBezTo>
                    <a:pt x="103" y="80"/>
                    <a:pt x="104" y="79"/>
                    <a:pt x="106" y="79"/>
                  </a:cubicBezTo>
                  <a:cubicBezTo>
                    <a:pt x="106" y="78"/>
                    <a:pt x="107" y="77"/>
                    <a:pt x="107" y="76"/>
                  </a:cubicBezTo>
                  <a:cubicBezTo>
                    <a:pt x="107" y="74"/>
                    <a:pt x="105" y="75"/>
                    <a:pt x="103" y="74"/>
                  </a:cubicBezTo>
                  <a:cubicBezTo>
                    <a:pt x="101" y="74"/>
                    <a:pt x="100" y="72"/>
                    <a:pt x="101" y="70"/>
                  </a:cubicBezTo>
                  <a:cubicBezTo>
                    <a:pt x="102" y="68"/>
                    <a:pt x="100" y="68"/>
                    <a:pt x="99" y="66"/>
                  </a:cubicBezTo>
                  <a:cubicBezTo>
                    <a:pt x="97" y="64"/>
                    <a:pt x="99" y="65"/>
                    <a:pt x="100" y="64"/>
                  </a:cubicBezTo>
                  <a:cubicBezTo>
                    <a:pt x="101" y="63"/>
                    <a:pt x="103" y="61"/>
                    <a:pt x="102" y="61"/>
                  </a:cubicBezTo>
                  <a:cubicBezTo>
                    <a:pt x="101" y="60"/>
                    <a:pt x="100" y="59"/>
                    <a:pt x="101" y="57"/>
                  </a:cubicBezTo>
                  <a:cubicBezTo>
                    <a:pt x="102" y="54"/>
                    <a:pt x="100" y="54"/>
                    <a:pt x="100" y="52"/>
                  </a:cubicBezTo>
                  <a:cubicBezTo>
                    <a:pt x="100" y="51"/>
                    <a:pt x="98" y="50"/>
                    <a:pt x="96" y="52"/>
                  </a:cubicBezTo>
                  <a:cubicBezTo>
                    <a:pt x="94" y="54"/>
                    <a:pt x="94" y="53"/>
                    <a:pt x="95" y="49"/>
                  </a:cubicBezTo>
                  <a:cubicBezTo>
                    <a:pt x="96" y="46"/>
                    <a:pt x="100" y="44"/>
                    <a:pt x="100" y="43"/>
                  </a:cubicBezTo>
                  <a:cubicBezTo>
                    <a:pt x="100" y="41"/>
                    <a:pt x="103" y="39"/>
                    <a:pt x="104" y="39"/>
                  </a:cubicBezTo>
                  <a:cubicBezTo>
                    <a:pt x="106" y="39"/>
                    <a:pt x="106" y="35"/>
                    <a:pt x="106" y="33"/>
                  </a:cubicBezTo>
                  <a:cubicBezTo>
                    <a:pt x="107" y="30"/>
                    <a:pt x="107" y="28"/>
                    <a:pt x="110" y="26"/>
                  </a:cubicBezTo>
                  <a:cubicBezTo>
                    <a:pt x="112" y="24"/>
                    <a:pt x="109" y="23"/>
                    <a:pt x="108" y="23"/>
                  </a:cubicBezTo>
                  <a:close/>
                  <a:moveTo>
                    <a:pt x="121" y="86"/>
                  </a:moveTo>
                  <a:cubicBezTo>
                    <a:pt x="120" y="86"/>
                    <a:pt x="120" y="89"/>
                    <a:pt x="116" y="91"/>
                  </a:cubicBezTo>
                  <a:cubicBezTo>
                    <a:pt x="113" y="93"/>
                    <a:pt x="116" y="102"/>
                    <a:pt x="120" y="102"/>
                  </a:cubicBezTo>
                  <a:cubicBezTo>
                    <a:pt x="123" y="101"/>
                    <a:pt x="123" y="86"/>
                    <a:pt x="121" y="8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2990228" y="3777067"/>
              <a:ext cx="69000" cy="39866"/>
            </a:xfrm>
            <a:custGeom>
              <a:avLst/>
              <a:gdLst/>
              <a:ahLst/>
              <a:cxnLst/>
              <a:rect l="l" t="t" r="r" b="b"/>
              <a:pathLst>
                <a:path w="19" h="11" extrusionOk="0">
                  <a:moveTo>
                    <a:pt x="19" y="4"/>
                  </a:moveTo>
                  <a:cubicBezTo>
                    <a:pt x="17" y="2"/>
                    <a:pt x="14" y="4"/>
                    <a:pt x="10" y="2"/>
                  </a:cubicBezTo>
                  <a:cubicBezTo>
                    <a:pt x="9" y="1"/>
                    <a:pt x="7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2" y="3"/>
                    <a:pt x="0" y="5"/>
                  </a:cubicBezTo>
                  <a:cubicBezTo>
                    <a:pt x="2" y="7"/>
                    <a:pt x="13" y="11"/>
                    <a:pt x="16" y="11"/>
                  </a:cubicBezTo>
                  <a:cubicBezTo>
                    <a:pt x="17" y="11"/>
                    <a:pt x="18" y="10"/>
                    <a:pt x="19" y="10"/>
                  </a:cubicBezTo>
                  <a:cubicBezTo>
                    <a:pt x="19" y="7"/>
                    <a:pt x="19" y="5"/>
                    <a:pt x="19" y="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3013228" y="3718801"/>
              <a:ext cx="184000" cy="104266"/>
            </a:xfrm>
            <a:custGeom>
              <a:avLst/>
              <a:gdLst/>
              <a:ahLst/>
              <a:cxnLst/>
              <a:rect l="l" t="t" r="r" b="b"/>
              <a:pathLst>
                <a:path w="51" h="29" extrusionOk="0">
                  <a:moveTo>
                    <a:pt x="22" y="26"/>
                  </a:moveTo>
                  <a:cubicBezTo>
                    <a:pt x="22" y="25"/>
                    <a:pt x="19" y="21"/>
                    <a:pt x="24" y="20"/>
                  </a:cubicBezTo>
                  <a:cubicBezTo>
                    <a:pt x="29" y="20"/>
                    <a:pt x="33" y="20"/>
                    <a:pt x="33" y="16"/>
                  </a:cubicBezTo>
                  <a:cubicBezTo>
                    <a:pt x="34" y="13"/>
                    <a:pt x="40" y="15"/>
                    <a:pt x="42" y="15"/>
                  </a:cubicBezTo>
                  <a:cubicBezTo>
                    <a:pt x="43" y="15"/>
                    <a:pt x="47" y="11"/>
                    <a:pt x="51" y="11"/>
                  </a:cubicBezTo>
                  <a:cubicBezTo>
                    <a:pt x="51" y="7"/>
                    <a:pt x="46" y="8"/>
                    <a:pt x="42" y="4"/>
                  </a:cubicBezTo>
                  <a:cubicBezTo>
                    <a:pt x="38" y="0"/>
                    <a:pt x="29" y="2"/>
                    <a:pt x="24" y="4"/>
                  </a:cubicBezTo>
                  <a:cubicBezTo>
                    <a:pt x="19" y="6"/>
                    <a:pt x="14" y="2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6"/>
                    <a:pt x="6" y="8"/>
                    <a:pt x="4" y="9"/>
                  </a:cubicBezTo>
                  <a:cubicBezTo>
                    <a:pt x="0" y="12"/>
                    <a:pt x="1" y="15"/>
                    <a:pt x="0" y="16"/>
                  </a:cubicBezTo>
                  <a:cubicBezTo>
                    <a:pt x="1" y="16"/>
                    <a:pt x="3" y="17"/>
                    <a:pt x="4" y="18"/>
                  </a:cubicBezTo>
                  <a:cubicBezTo>
                    <a:pt x="8" y="20"/>
                    <a:pt x="11" y="18"/>
                    <a:pt x="13" y="20"/>
                  </a:cubicBezTo>
                  <a:cubicBezTo>
                    <a:pt x="13" y="21"/>
                    <a:pt x="13" y="23"/>
                    <a:pt x="13" y="26"/>
                  </a:cubicBezTo>
                  <a:cubicBezTo>
                    <a:pt x="13" y="25"/>
                    <a:pt x="14" y="25"/>
                    <a:pt x="15" y="26"/>
                  </a:cubicBezTo>
                  <a:cubicBezTo>
                    <a:pt x="16" y="26"/>
                    <a:pt x="16" y="28"/>
                    <a:pt x="16" y="29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21" y="26"/>
                    <a:pt x="22" y="2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2163760" y="3180599"/>
              <a:ext cx="929202" cy="578068"/>
            </a:xfrm>
            <a:custGeom>
              <a:avLst/>
              <a:gdLst/>
              <a:ahLst/>
              <a:cxnLst/>
              <a:rect l="l" t="t" r="r" b="b"/>
              <a:pathLst>
                <a:path w="256" h="159" extrusionOk="0">
                  <a:moveTo>
                    <a:pt x="213" y="150"/>
                  </a:moveTo>
                  <a:cubicBezTo>
                    <a:pt x="214" y="150"/>
                    <a:pt x="223" y="151"/>
                    <a:pt x="224" y="149"/>
                  </a:cubicBezTo>
                  <a:cubicBezTo>
                    <a:pt x="225" y="146"/>
                    <a:pt x="217" y="141"/>
                    <a:pt x="218" y="140"/>
                  </a:cubicBezTo>
                  <a:cubicBezTo>
                    <a:pt x="219" y="140"/>
                    <a:pt x="220" y="134"/>
                    <a:pt x="221" y="134"/>
                  </a:cubicBezTo>
                  <a:cubicBezTo>
                    <a:pt x="222" y="134"/>
                    <a:pt x="236" y="135"/>
                    <a:pt x="236" y="134"/>
                  </a:cubicBezTo>
                  <a:cubicBezTo>
                    <a:pt x="237" y="134"/>
                    <a:pt x="240" y="129"/>
                    <a:pt x="242" y="129"/>
                  </a:cubicBezTo>
                  <a:cubicBezTo>
                    <a:pt x="243" y="129"/>
                    <a:pt x="244" y="130"/>
                    <a:pt x="246" y="131"/>
                  </a:cubicBezTo>
                  <a:cubicBezTo>
                    <a:pt x="248" y="129"/>
                    <a:pt x="249" y="124"/>
                    <a:pt x="249" y="120"/>
                  </a:cubicBezTo>
                  <a:cubicBezTo>
                    <a:pt x="250" y="115"/>
                    <a:pt x="248" y="113"/>
                    <a:pt x="251" y="110"/>
                  </a:cubicBezTo>
                  <a:cubicBezTo>
                    <a:pt x="253" y="108"/>
                    <a:pt x="256" y="107"/>
                    <a:pt x="256" y="104"/>
                  </a:cubicBezTo>
                  <a:cubicBezTo>
                    <a:pt x="255" y="100"/>
                    <a:pt x="251" y="104"/>
                    <a:pt x="248" y="102"/>
                  </a:cubicBezTo>
                  <a:cubicBezTo>
                    <a:pt x="245" y="100"/>
                    <a:pt x="243" y="101"/>
                    <a:pt x="235" y="102"/>
                  </a:cubicBezTo>
                  <a:cubicBezTo>
                    <a:pt x="227" y="103"/>
                    <a:pt x="224" y="107"/>
                    <a:pt x="224" y="112"/>
                  </a:cubicBezTo>
                  <a:cubicBezTo>
                    <a:pt x="225" y="117"/>
                    <a:pt x="222" y="115"/>
                    <a:pt x="222" y="120"/>
                  </a:cubicBezTo>
                  <a:cubicBezTo>
                    <a:pt x="222" y="124"/>
                    <a:pt x="216" y="124"/>
                    <a:pt x="216" y="127"/>
                  </a:cubicBezTo>
                  <a:cubicBezTo>
                    <a:pt x="216" y="130"/>
                    <a:pt x="211" y="127"/>
                    <a:pt x="210" y="126"/>
                  </a:cubicBezTo>
                  <a:cubicBezTo>
                    <a:pt x="208" y="125"/>
                    <a:pt x="192" y="130"/>
                    <a:pt x="190" y="131"/>
                  </a:cubicBezTo>
                  <a:cubicBezTo>
                    <a:pt x="188" y="131"/>
                    <a:pt x="184" y="126"/>
                    <a:pt x="180" y="126"/>
                  </a:cubicBezTo>
                  <a:cubicBezTo>
                    <a:pt x="177" y="126"/>
                    <a:pt x="176" y="121"/>
                    <a:pt x="176" y="118"/>
                  </a:cubicBezTo>
                  <a:cubicBezTo>
                    <a:pt x="175" y="114"/>
                    <a:pt x="169" y="110"/>
                    <a:pt x="167" y="107"/>
                  </a:cubicBezTo>
                  <a:cubicBezTo>
                    <a:pt x="164" y="103"/>
                    <a:pt x="164" y="95"/>
                    <a:pt x="163" y="90"/>
                  </a:cubicBezTo>
                  <a:cubicBezTo>
                    <a:pt x="163" y="85"/>
                    <a:pt x="163" y="76"/>
                    <a:pt x="166" y="67"/>
                  </a:cubicBezTo>
                  <a:cubicBezTo>
                    <a:pt x="167" y="65"/>
                    <a:pt x="167" y="64"/>
                    <a:pt x="167" y="63"/>
                  </a:cubicBezTo>
                  <a:cubicBezTo>
                    <a:pt x="166" y="62"/>
                    <a:pt x="164" y="62"/>
                    <a:pt x="164" y="62"/>
                  </a:cubicBezTo>
                  <a:cubicBezTo>
                    <a:pt x="160" y="62"/>
                    <a:pt x="153" y="58"/>
                    <a:pt x="152" y="58"/>
                  </a:cubicBezTo>
                  <a:cubicBezTo>
                    <a:pt x="150" y="58"/>
                    <a:pt x="151" y="54"/>
                    <a:pt x="149" y="52"/>
                  </a:cubicBezTo>
                  <a:cubicBezTo>
                    <a:pt x="148" y="51"/>
                    <a:pt x="149" y="47"/>
                    <a:pt x="147" y="46"/>
                  </a:cubicBezTo>
                  <a:cubicBezTo>
                    <a:pt x="146" y="45"/>
                    <a:pt x="141" y="40"/>
                    <a:pt x="139" y="35"/>
                  </a:cubicBezTo>
                  <a:cubicBezTo>
                    <a:pt x="138" y="29"/>
                    <a:pt x="128" y="26"/>
                    <a:pt x="124" y="26"/>
                  </a:cubicBezTo>
                  <a:cubicBezTo>
                    <a:pt x="121" y="26"/>
                    <a:pt x="119" y="33"/>
                    <a:pt x="118" y="34"/>
                  </a:cubicBezTo>
                  <a:cubicBezTo>
                    <a:pt x="117" y="34"/>
                    <a:pt x="110" y="30"/>
                    <a:pt x="108" y="29"/>
                  </a:cubicBezTo>
                  <a:cubicBezTo>
                    <a:pt x="106" y="28"/>
                    <a:pt x="105" y="26"/>
                    <a:pt x="105" y="23"/>
                  </a:cubicBezTo>
                  <a:cubicBezTo>
                    <a:pt x="105" y="21"/>
                    <a:pt x="101" y="17"/>
                    <a:pt x="100" y="17"/>
                  </a:cubicBezTo>
                  <a:cubicBezTo>
                    <a:pt x="98" y="16"/>
                    <a:pt x="90" y="8"/>
                    <a:pt x="90" y="8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32" y="5"/>
                    <a:pt x="28" y="4"/>
                  </a:cubicBezTo>
                  <a:cubicBezTo>
                    <a:pt x="25" y="4"/>
                    <a:pt x="19" y="0"/>
                    <a:pt x="1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2" y="6"/>
                    <a:pt x="4" y="9"/>
                  </a:cubicBezTo>
                  <a:cubicBezTo>
                    <a:pt x="8" y="14"/>
                    <a:pt x="11" y="23"/>
                    <a:pt x="11" y="25"/>
                  </a:cubicBezTo>
                  <a:cubicBezTo>
                    <a:pt x="12" y="28"/>
                    <a:pt x="17" y="31"/>
                    <a:pt x="22" y="34"/>
                  </a:cubicBezTo>
                  <a:cubicBezTo>
                    <a:pt x="26" y="37"/>
                    <a:pt x="26" y="43"/>
                    <a:pt x="26" y="45"/>
                  </a:cubicBezTo>
                  <a:cubicBezTo>
                    <a:pt x="25" y="47"/>
                    <a:pt x="20" y="44"/>
                    <a:pt x="19" y="46"/>
                  </a:cubicBezTo>
                  <a:cubicBezTo>
                    <a:pt x="19" y="47"/>
                    <a:pt x="27" y="54"/>
                    <a:pt x="30" y="54"/>
                  </a:cubicBezTo>
                  <a:cubicBezTo>
                    <a:pt x="33" y="53"/>
                    <a:pt x="34" y="55"/>
                    <a:pt x="39" y="59"/>
                  </a:cubicBezTo>
                  <a:cubicBezTo>
                    <a:pt x="43" y="63"/>
                    <a:pt x="43" y="68"/>
                    <a:pt x="41" y="70"/>
                  </a:cubicBezTo>
                  <a:cubicBezTo>
                    <a:pt x="39" y="71"/>
                    <a:pt x="45" y="74"/>
                    <a:pt x="51" y="78"/>
                  </a:cubicBezTo>
                  <a:cubicBezTo>
                    <a:pt x="57" y="82"/>
                    <a:pt x="59" y="87"/>
                    <a:pt x="60" y="89"/>
                  </a:cubicBezTo>
                  <a:cubicBezTo>
                    <a:pt x="60" y="91"/>
                    <a:pt x="63" y="89"/>
                    <a:pt x="64" y="86"/>
                  </a:cubicBezTo>
                  <a:cubicBezTo>
                    <a:pt x="65" y="84"/>
                    <a:pt x="62" y="83"/>
                    <a:pt x="62" y="80"/>
                  </a:cubicBezTo>
                  <a:cubicBezTo>
                    <a:pt x="62" y="76"/>
                    <a:pt x="57" y="77"/>
                    <a:pt x="55" y="77"/>
                  </a:cubicBezTo>
                  <a:cubicBezTo>
                    <a:pt x="53" y="76"/>
                    <a:pt x="55" y="71"/>
                    <a:pt x="53" y="69"/>
                  </a:cubicBezTo>
                  <a:cubicBezTo>
                    <a:pt x="51" y="67"/>
                    <a:pt x="49" y="61"/>
                    <a:pt x="48" y="57"/>
                  </a:cubicBezTo>
                  <a:cubicBezTo>
                    <a:pt x="46" y="53"/>
                    <a:pt x="41" y="49"/>
                    <a:pt x="38" y="45"/>
                  </a:cubicBezTo>
                  <a:cubicBezTo>
                    <a:pt x="36" y="40"/>
                    <a:pt x="33" y="37"/>
                    <a:pt x="31" y="35"/>
                  </a:cubicBezTo>
                  <a:cubicBezTo>
                    <a:pt x="30" y="34"/>
                    <a:pt x="34" y="33"/>
                    <a:pt x="32" y="31"/>
                  </a:cubicBezTo>
                  <a:cubicBezTo>
                    <a:pt x="31" y="29"/>
                    <a:pt x="29" y="29"/>
                    <a:pt x="26" y="28"/>
                  </a:cubicBezTo>
                  <a:cubicBezTo>
                    <a:pt x="23" y="27"/>
                    <a:pt x="21" y="25"/>
                    <a:pt x="21" y="22"/>
                  </a:cubicBezTo>
                  <a:cubicBezTo>
                    <a:pt x="21" y="19"/>
                    <a:pt x="19" y="11"/>
                    <a:pt x="18" y="9"/>
                  </a:cubicBezTo>
                  <a:cubicBezTo>
                    <a:pt x="17" y="7"/>
                    <a:pt x="20" y="7"/>
                    <a:pt x="21" y="8"/>
                  </a:cubicBezTo>
                  <a:cubicBezTo>
                    <a:pt x="22" y="9"/>
                    <a:pt x="23" y="10"/>
                    <a:pt x="24" y="10"/>
                  </a:cubicBezTo>
                  <a:cubicBezTo>
                    <a:pt x="26" y="9"/>
                    <a:pt x="28" y="9"/>
                    <a:pt x="29" y="11"/>
                  </a:cubicBezTo>
                  <a:cubicBezTo>
                    <a:pt x="30" y="14"/>
                    <a:pt x="33" y="12"/>
                    <a:pt x="34" y="13"/>
                  </a:cubicBezTo>
                  <a:cubicBezTo>
                    <a:pt x="36" y="14"/>
                    <a:pt x="31" y="15"/>
                    <a:pt x="36" y="23"/>
                  </a:cubicBezTo>
                  <a:cubicBezTo>
                    <a:pt x="41" y="32"/>
                    <a:pt x="37" y="27"/>
                    <a:pt x="37" y="33"/>
                  </a:cubicBezTo>
                  <a:cubicBezTo>
                    <a:pt x="37" y="39"/>
                    <a:pt x="40" y="36"/>
                    <a:pt x="41" y="35"/>
                  </a:cubicBezTo>
                  <a:cubicBezTo>
                    <a:pt x="42" y="34"/>
                    <a:pt x="45" y="37"/>
                    <a:pt x="47" y="40"/>
                  </a:cubicBezTo>
                  <a:cubicBezTo>
                    <a:pt x="50" y="43"/>
                    <a:pt x="54" y="43"/>
                    <a:pt x="54" y="45"/>
                  </a:cubicBezTo>
                  <a:cubicBezTo>
                    <a:pt x="54" y="46"/>
                    <a:pt x="55" y="50"/>
                    <a:pt x="59" y="50"/>
                  </a:cubicBezTo>
                  <a:cubicBezTo>
                    <a:pt x="62" y="51"/>
                    <a:pt x="62" y="54"/>
                    <a:pt x="64" y="55"/>
                  </a:cubicBezTo>
                  <a:cubicBezTo>
                    <a:pt x="66" y="55"/>
                    <a:pt x="67" y="57"/>
                    <a:pt x="66" y="60"/>
                  </a:cubicBezTo>
                  <a:cubicBezTo>
                    <a:pt x="65" y="62"/>
                    <a:pt x="66" y="64"/>
                    <a:pt x="71" y="66"/>
                  </a:cubicBezTo>
                  <a:cubicBezTo>
                    <a:pt x="76" y="68"/>
                    <a:pt x="74" y="69"/>
                    <a:pt x="78" y="73"/>
                  </a:cubicBezTo>
                  <a:cubicBezTo>
                    <a:pt x="82" y="77"/>
                    <a:pt x="93" y="89"/>
                    <a:pt x="96" y="93"/>
                  </a:cubicBezTo>
                  <a:cubicBezTo>
                    <a:pt x="98" y="96"/>
                    <a:pt x="99" y="99"/>
                    <a:pt x="100" y="102"/>
                  </a:cubicBezTo>
                  <a:cubicBezTo>
                    <a:pt x="101" y="105"/>
                    <a:pt x="98" y="106"/>
                    <a:pt x="100" y="108"/>
                  </a:cubicBezTo>
                  <a:cubicBezTo>
                    <a:pt x="101" y="110"/>
                    <a:pt x="97" y="110"/>
                    <a:pt x="97" y="111"/>
                  </a:cubicBezTo>
                  <a:cubicBezTo>
                    <a:pt x="97" y="113"/>
                    <a:pt x="100" y="121"/>
                    <a:pt x="104" y="122"/>
                  </a:cubicBezTo>
                  <a:cubicBezTo>
                    <a:pt x="108" y="122"/>
                    <a:pt x="112" y="127"/>
                    <a:pt x="116" y="130"/>
                  </a:cubicBezTo>
                  <a:cubicBezTo>
                    <a:pt x="119" y="133"/>
                    <a:pt x="124" y="132"/>
                    <a:pt x="129" y="134"/>
                  </a:cubicBezTo>
                  <a:cubicBezTo>
                    <a:pt x="134" y="136"/>
                    <a:pt x="139" y="140"/>
                    <a:pt x="146" y="142"/>
                  </a:cubicBezTo>
                  <a:cubicBezTo>
                    <a:pt x="153" y="144"/>
                    <a:pt x="160" y="148"/>
                    <a:pt x="165" y="151"/>
                  </a:cubicBezTo>
                  <a:cubicBezTo>
                    <a:pt x="170" y="154"/>
                    <a:pt x="175" y="152"/>
                    <a:pt x="182" y="150"/>
                  </a:cubicBezTo>
                  <a:cubicBezTo>
                    <a:pt x="188" y="147"/>
                    <a:pt x="194" y="150"/>
                    <a:pt x="197" y="152"/>
                  </a:cubicBezTo>
                  <a:cubicBezTo>
                    <a:pt x="199" y="153"/>
                    <a:pt x="203" y="156"/>
                    <a:pt x="206" y="159"/>
                  </a:cubicBezTo>
                  <a:cubicBezTo>
                    <a:pt x="210" y="154"/>
                    <a:pt x="213" y="150"/>
                    <a:pt x="213" y="15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2910494" y="3668201"/>
              <a:ext cx="130334" cy="125734"/>
            </a:xfrm>
            <a:custGeom>
              <a:avLst/>
              <a:gdLst/>
              <a:ahLst/>
              <a:cxnLst/>
              <a:rect l="l" t="t" r="r" b="b"/>
              <a:pathLst>
                <a:path w="36" h="35" extrusionOk="0">
                  <a:moveTo>
                    <a:pt x="32" y="23"/>
                  </a:moveTo>
                  <a:cubicBezTo>
                    <a:pt x="34" y="22"/>
                    <a:pt x="35" y="20"/>
                    <a:pt x="36" y="19"/>
                  </a:cubicBezTo>
                  <a:cubicBezTo>
                    <a:pt x="33" y="20"/>
                    <a:pt x="32" y="19"/>
                    <a:pt x="33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6" y="0"/>
                    <a:pt x="16" y="0"/>
                    <a:pt x="15" y="0"/>
                  </a:cubicBezTo>
                  <a:cubicBezTo>
                    <a:pt x="14" y="0"/>
                    <a:pt x="13" y="6"/>
                    <a:pt x="12" y="6"/>
                  </a:cubicBezTo>
                  <a:cubicBezTo>
                    <a:pt x="11" y="7"/>
                    <a:pt x="19" y="12"/>
                    <a:pt x="18" y="15"/>
                  </a:cubicBezTo>
                  <a:cubicBezTo>
                    <a:pt x="17" y="17"/>
                    <a:pt x="8" y="16"/>
                    <a:pt x="7" y="16"/>
                  </a:cubicBezTo>
                  <a:cubicBezTo>
                    <a:pt x="7" y="16"/>
                    <a:pt x="4" y="20"/>
                    <a:pt x="0" y="25"/>
                  </a:cubicBezTo>
                  <a:cubicBezTo>
                    <a:pt x="4" y="28"/>
                    <a:pt x="8" y="32"/>
                    <a:pt x="10" y="33"/>
                  </a:cubicBezTo>
                  <a:cubicBezTo>
                    <a:pt x="13" y="35"/>
                    <a:pt x="19" y="33"/>
                    <a:pt x="21" y="35"/>
                  </a:cubicBezTo>
                  <a:cubicBezTo>
                    <a:pt x="21" y="35"/>
                    <a:pt x="22" y="35"/>
                    <a:pt x="22" y="35"/>
                  </a:cubicBezTo>
                  <a:cubicBezTo>
                    <a:pt x="24" y="33"/>
                    <a:pt x="27" y="30"/>
                    <a:pt x="28" y="30"/>
                  </a:cubicBezTo>
                  <a:cubicBezTo>
                    <a:pt x="29" y="30"/>
                    <a:pt x="28" y="26"/>
                    <a:pt x="32" y="2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3016294" y="3649801"/>
              <a:ext cx="39866" cy="79734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1" y="5"/>
                  </a:moveTo>
                  <a:cubicBezTo>
                    <a:pt x="1" y="5"/>
                    <a:pt x="1" y="5"/>
                    <a:pt x="0" y="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0"/>
                    <a:pt x="5" y="19"/>
                    <a:pt x="7" y="17"/>
                  </a:cubicBezTo>
                  <a:cubicBezTo>
                    <a:pt x="10" y="15"/>
                    <a:pt x="5" y="4"/>
                    <a:pt x="9" y="3"/>
                  </a:cubicBezTo>
                  <a:cubicBezTo>
                    <a:pt x="9" y="3"/>
                    <a:pt x="10" y="3"/>
                    <a:pt x="11" y="2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5" y="0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3462495" y="3591533"/>
              <a:ext cx="90466" cy="76666"/>
            </a:xfrm>
            <a:custGeom>
              <a:avLst/>
              <a:gdLst/>
              <a:ahLst/>
              <a:cxnLst/>
              <a:rect l="l" t="t" r="r" b="b"/>
              <a:pathLst>
                <a:path w="25" h="21" extrusionOk="0">
                  <a:moveTo>
                    <a:pt x="12" y="2"/>
                  </a:moveTo>
                  <a:cubicBezTo>
                    <a:pt x="8" y="4"/>
                    <a:pt x="18" y="10"/>
                    <a:pt x="18" y="13"/>
                  </a:cubicBezTo>
                  <a:cubicBezTo>
                    <a:pt x="18" y="17"/>
                    <a:pt x="3" y="13"/>
                    <a:pt x="1" y="16"/>
                  </a:cubicBezTo>
                  <a:cubicBezTo>
                    <a:pt x="0" y="18"/>
                    <a:pt x="6" y="21"/>
                    <a:pt x="12" y="19"/>
                  </a:cubicBezTo>
                  <a:cubicBezTo>
                    <a:pt x="17" y="17"/>
                    <a:pt x="21" y="19"/>
                    <a:pt x="24" y="20"/>
                  </a:cubicBezTo>
                  <a:cubicBezTo>
                    <a:pt x="24" y="15"/>
                    <a:pt x="25" y="8"/>
                    <a:pt x="25" y="4"/>
                  </a:cubicBezTo>
                  <a:cubicBezTo>
                    <a:pt x="21" y="3"/>
                    <a:pt x="15" y="0"/>
                    <a:pt x="12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3548362" y="3602267"/>
              <a:ext cx="102734" cy="69000"/>
            </a:xfrm>
            <a:custGeom>
              <a:avLst/>
              <a:gdLst/>
              <a:ahLst/>
              <a:cxnLst/>
              <a:rect l="l" t="t" r="r" b="b"/>
              <a:pathLst>
                <a:path w="28" h="19" extrusionOk="0">
                  <a:moveTo>
                    <a:pt x="11" y="14"/>
                  </a:moveTo>
                  <a:cubicBezTo>
                    <a:pt x="17" y="12"/>
                    <a:pt x="28" y="16"/>
                    <a:pt x="28" y="11"/>
                  </a:cubicBezTo>
                  <a:cubicBezTo>
                    <a:pt x="28" y="5"/>
                    <a:pt x="10" y="0"/>
                    <a:pt x="6" y="1"/>
                  </a:cubicBezTo>
                  <a:cubicBezTo>
                    <a:pt x="5" y="2"/>
                    <a:pt x="3" y="2"/>
                    <a:pt x="1" y="1"/>
                  </a:cubicBezTo>
                  <a:cubicBezTo>
                    <a:pt x="1" y="5"/>
                    <a:pt x="0" y="12"/>
                    <a:pt x="0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9"/>
                    <a:pt x="4" y="16"/>
                    <a:pt x="11" y="1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3069961" y="3758667"/>
              <a:ext cx="130334" cy="133400"/>
            </a:xfrm>
            <a:custGeom>
              <a:avLst/>
              <a:gdLst/>
              <a:ahLst/>
              <a:cxnLst/>
              <a:rect l="l" t="t" r="r" b="b"/>
              <a:pathLst>
                <a:path w="36" h="37" extrusionOk="0">
                  <a:moveTo>
                    <a:pt x="19" y="34"/>
                  </a:moveTo>
                  <a:cubicBezTo>
                    <a:pt x="21" y="35"/>
                    <a:pt x="25" y="34"/>
                    <a:pt x="27" y="36"/>
                  </a:cubicBezTo>
                  <a:cubicBezTo>
                    <a:pt x="28" y="37"/>
                    <a:pt x="30" y="37"/>
                    <a:pt x="32" y="36"/>
                  </a:cubicBezTo>
                  <a:cubicBezTo>
                    <a:pt x="31" y="36"/>
                    <a:pt x="31" y="35"/>
                    <a:pt x="30" y="35"/>
                  </a:cubicBezTo>
                  <a:cubicBezTo>
                    <a:pt x="29" y="32"/>
                    <a:pt x="31" y="27"/>
                    <a:pt x="32" y="24"/>
                  </a:cubicBezTo>
                  <a:cubicBezTo>
                    <a:pt x="34" y="20"/>
                    <a:pt x="31" y="12"/>
                    <a:pt x="34" y="9"/>
                  </a:cubicBezTo>
                  <a:cubicBezTo>
                    <a:pt x="36" y="7"/>
                    <a:pt x="34" y="6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27" y="4"/>
                    <a:pt x="26" y="4"/>
                  </a:cubicBezTo>
                  <a:cubicBezTo>
                    <a:pt x="24" y="4"/>
                    <a:pt x="18" y="2"/>
                    <a:pt x="17" y="5"/>
                  </a:cubicBezTo>
                  <a:cubicBezTo>
                    <a:pt x="17" y="9"/>
                    <a:pt x="13" y="9"/>
                    <a:pt x="8" y="9"/>
                  </a:cubicBezTo>
                  <a:cubicBezTo>
                    <a:pt x="3" y="10"/>
                    <a:pt x="6" y="14"/>
                    <a:pt x="6" y="15"/>
                  </a:cubicBezTo>
                  <a:cubicBezTo>
                    <a:pt x="5" y="15"/>
                    <a:pt x="3" y="17"/>
                    <a:pt x="3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20"/>
                    <a:pt x="1" y="21"/>
                  </a:cubicBezTo>
                  <a:cubicBezTo>
                    <a:pt x="4" y="23"/>
                    <a:pt x="8" y="29"/>
                    <a:pt x="11" y="31"/>
                  </a:cubicBezTo>
                  <a:cubicBezTo>
                    <a:pt x="13" y="32"/>
                    <a:pt x="14" y="33"/>
                    <a:pt x="14" y="34"/>
                  </a:cubicBezTo>
                  <a:cubicBezTo>
                    <a:pt x="16" y="34"/>
                    <a:pt x="18" y="34"/>
                    <a:pt x="19" y="3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3480895" y="4063801"/>
              <a:ext cx="1217469" cy="1245069"/>
            </a:xfrm>
            <a:custGeom>
              <a:avLst/>
              <a:gdLst/>
              <a:ahLst/>
              <a:cxnLst/>
              <a:rect l="l" t="t" r="r" b="b"/>
              <a:pathLst>
                <a:path w="336" h="343" extrusionOk="0">
                  <a:moveTo>
                    <a:pt x="178" y="339"/>
                  </a:moveTo>
                  <a:cubicBezTo>
                    <a:pt x="184" y="335"/>
                    <a:pt x="182" y="333"/>
                    <a:pt x="185" y="328"/>
                  </a:cubicBezTo>
                  <a:cubicBezTo>
                    <a:pt x="187" y="324"/>
                    <a:pt x="185" y="322"/>
                    <a:pt x="189" y="318"/>
                  </a:cubicBezTo>
                  <a:cubicBezTo>
                    <a:pt x="193" y="314"/>
                    <a:pt x="188" y="312"/>
                    <a:pt x="194" y="309"/>
                  </a:cubicBezTo>
                  <a:cubicBezTo>
                    <a:pt x="199" y="307"/>
                    <a:pt x="198" y="311"/>
                    <a:pt x="194" y="317"/>
                  </a:cubicBezTo>
                  <a:cubicBezTo>
                    <a:pt x="190" y="322"/>
                    <a:pt x="189" y="324"/>
                    <a:pt x="194" y="320"/>
                  </a:cubicBezTo>
                  <a:cubicBezTo>
                    <a:pt x="200" y="316"/>
                    <a:pt x="202" y="310"/>
                    <a:pt x="205" y="303"/>
                  </a:cubicBezTo>
                  <a:cubicBezTo>
                    <a:pt x="208" y="297"/>
                    <a:pt x="211" y="295"/>
                    <a:pt x="214" y="294"/>
                  </a:cubicBezTo>
                  <a:cubicBezTo>
                    <a:pt x="216" y="294"/>
                    <a:pt x="216" y="287"/>
                    <a:pt x="216" y="282"/>
                  </a:cubicBezTo>
                  <a:cubicBezTo>
                    <a:pt x="216" y="277"/>
                    <a:pt x="214" y="273"/>
                    <a:pt x="216" y="270"/>
                  </a:cubicBezTo>
                  <a:cubicBezTo>
                    <a:pt x="218" y="266"/>
                    <a:pt x="216" y="263"/>
                    <a:pt x="219" y="263"/>
                  </a:cubicBezTo>
                  <a:cubicBezTo>
                    <a:pt x="222" y="263"/>
                    <a:pt x="225" y="260"/>
                    <a:pt x="230" y="255"/>
                  </a:cubicBezTo>
                  <a:cubicBezTo>
                    <a:pt x="234" y="251"/>
                    <a:pt x="236" y="251"/>
                    <a:pt x="241" y="251"/>
                  </a:cubicBezTo>
                  <a:cubicBezTo>
                    <a:pt x="245" y="250"/>
                    <a:pt x="242" y="249"/>
                    <a:pt x="245" y="248"/>
                  </a:cubicBezTo>
                  <a:cubicBezTo>
                    <a:pt x="248" y="247"/>
                    <a:pt x="250" y="245"/>
                    <a:pt x="252" y="243"/>
                  </a:cubicBezTo>
                  <a:cubicBezTo>
                    <a:pt x="254" y="241"/>
                    <a:pt x="261" y="243"/>
                    <a:pt x="266" y="243"/>
                  </a:cubicBezTo>
                  <a:cubicBezTo>
                    <a:pt x="270" y="243"/>
                    <a:pt x="273" y="243"/>
                    <a:pt x="273" y="241"/>
                  </a:cubicBezTo>
                  <a:cubicBezTo>
                    <a:pt x="273" y="238"/>
                    <a:pt x="275" y="236"/>
                    <a:pt x="278" y="236"/>
                  </a:cubicBezTo>
                  <a:cubicBezTo>
                    <a:pt x="281" y="236"/>
                    <a:pt x="282" y="235"/>
                    <a:pt x="282" y="231"/>
                  </a:cubicBezTo>
                  <a:cubicBezTo>
                    <a:pt x="282" y="227"/>
                    <a:pt x="283" y="225"/>
                    <a:pt x="285" y="224"/>
                  </a:cubicBezTo>
                  <a:cubicBezTo>
                    <a:pt x="287" y="222"/>
                    <a:pt x="288" y="218"/>
                    <a:pt x="288" y="216"/>
                  </a:cubicBezTo>
                  <a:cubicBezTo>
                    <a:pt x="289" y="213"/>
                    <a:pt x="292" y="215"/>
                    <a:pt x="292" y="211"/>
                  </a:cubicBezTo>
                  <a:cubicBezTo>
                    <a:pt x="292" y="208"/>
                    <a:pt x="293" y="204"/>
                    <a:pt x="293" y="201"/>
                  </a:cubicBezTo>
                  <a:cubicBezTo>
                    <a:pt x="293" y="198"/>
                    <a:pt x="296" y="198"/>
                    <a:pt x="297" y="196"/>
                  </a:cubicBezTo>
                  <a:cubicBezTo>
                    <a:pt x="298" y="194"/>
                    <a:pt x="296" y="192"/>
                    <a:pt x="298" y="186"/>
                  </a:cubicBezTo>
                  <a:cubicBezTo>
                    <a:pt x="300" y="180"/>
                    <a:pt x="298" y="175"/>
                    <a:pt x="298" y="170"/>
                  </a:cubicBezTo>
                  <a:cubicBezTo>
                    <a:pt x="298" y="164"/>
                    <a:pt x="298" y="159"/>
                    <a:pt x="300" y="157"/>
                  </a:cubicBezTo>
                  <a:cubicBezTo>
                    <a:pt x="302" y="156"/>
                    <a:pt x="301" y="155"/>
                    <a:pt x="299" y="154"/>
                  </a:cubicBezTo>
                  <a:cubicBezTo>
                    <a:pt x="298" y="153"/>
                    <a:pt x="300" y="151"/>
                    <a:pt x="301" y="151"/>
                  </a:cubicBezTo>
                  <a:cubicBezTo>
                    <a:pt x="302" y="152"/>
                    <a:pt x="304" y="155"/>
                    <a:pt x="306" y="153"/>
                  </a:cubicBezTo>
                  <a:cubicBezTo>
                    <a:pt x="309" y="152"/>
                    <a:pt x="311" y="145"/>
                    <a:pt x="313" y="140"/>
                  </a:cubicBezTo>
                  <a:cubicBezTo>
                    <a:pt x="315" y="135"/>
                    <a:pt x="318" y="135"/>
                    <a:pt x="321" y="134"/>
                  </a:cubicBezTo>
                  <a:cubicBezTo>
                    <a:pt x="323" y="133"/>
                    <a:pt x="329" y="126"/>
                    <a:pt x="333" y="117"/>
                  </a:cubicBezTo>
                  <a:cubicBezTo>
                    <a:pt x="336" y="108"/>
                    <a:pt x="332" y="99"/>
                    <a:pt x="331" y="93"/>
                  </a:cubicBezTo>
                  <a:cubicBezTo>
                    <a:pt x="329" y="86"/>
                    <a:pt x="327" y="88"/>
                    <a:pt x="324" y="88"/>
                  </a:cubicBezTo>
                  <a:cubicBezTo>
                    <a:pt x="320" y="88"/>
                    <a:pt x="313" y="87"/>
                    <a:pt x="303" y="77"/>
                  </a:cubicBezTo>
                  <a:cubicBezTo>
                    <a:pt x="294" y="67"/>
                    <a:pt x="285" y="68"/>
                    <a:pt x="279" y="69"/>
                  </a:cubicBezTo>
                  <a:cubicBezTo>
                    <a:pt x="273" y="71"/>
                    <a:pt x="266" y="66"/>
                    <a:pt x="262" y="66"/>
                  </a:cubicBezTo>
                  <a:cubicBezTo>
                    <a:pt x="258" y="65"/>
                    <a:pt x="254" y="70"/>
                    <a:pt x="251" y="71"/>
                  </a:cubicBezTo>
                  <a:cubicBezTo>
                    <a:pt x="248" y="72"/>
                    <a:pt x="253" y="66"/>
                    <a:pt x="253" y="63"/>
                  </a:cubicBezTo>
                  <a:cubicBezTo>
                    <a:pt x="253" y="59"/>
                    <a:pt x="242" y="54"/>
                    <a:pt x="233" y="51"/>
                  </a:cubicBezTo>
                  <a:cubicBezTo>
                    <a:pt x="225" y="48"/>
                    <a:pt x="221" y="49"/>
                    <a:pt x="221" y="55"/>
                  </a:cubicBezTo>
                  <a:cubicBezTo>
                    <a:pt x="221" y="60"/>
                    <a:pt x="217" y="53"/>
                    <a:pt x="215" y="59"/>
                  </a:cubicBezTo>
                  <a:cubicBezTo>
                    <a:pt x="212" y="65"/>
                    <a:pt x="207" y="61"/>
                    <a:pt x="211" y="59"/>
                  </a:cubicBezTo>
                  <a:cubicBezTo>
                    <a:pt x="214" y="57"/>
                    <a:pt x="217" y="53"/>
                    <a:pt x="218" y="49"/>
                  </a:cubicBezTo>
                  <a:cubicBezTo>
                    <a:pt x="219" y="46"/>
                    <a:pt x="205" y="43"/>
                    <a:pt x="201" y="45"/>
                  </a:cubicBezTo>
                  <a:cubicBezTo>
                    <a:pt x="196" y="47"/>
                    <a:pt x="199" y="53"/>
                    <a:pt x="195" y="51"/>
                  </a:cubicBezTo>
                  <a:cubicBezTo>
                    <a:pt x="192" y="49"/>
                    <a:pt x="195" y="44"/>
                    <a:pt x="198" y="44"/>
                  </a:cubicBezTo>
                  <a:cubicBezTo>
                    <a:pt x="201" y="45"/>
                    <a:pt x="204" y="38"/>
                    <a:pt x="206" y="34"/>
                  </a:cubicBezTo>
                  <a:cubicBezTo>
                    <a:pt x="208" y="30"/>
                    <a:pt x="202" y="29"/>
                    <a:pt x="199" y="25"/>
                  </a:cubicBezTo>
                  <a:cubicBezTo>
                    <a:pt x="196" y="21"/>
                    <a:pt x="196" y="11"/>
                    <a:pt x="193" y="9"/>
                  </a:cubicBezTo>
                  <a:cubicBezTo>
                    <a:pt x="189" y="12"/>
                    <a:pt x="185" y="18"/>
                    <a:pt x="183" y="22"/>
                  </a:cubicBezTo>
                  <a:cubicBezTo>
                    <a:pt x="181" y="28"/>
                    <a:pt x="179" y="25"/>
                    <a:pt x="174" y="26"/>
                  </a:cubicBezTo>
                  <a:cubicBezTo>
                    <a:pt x="169" y="28"/>
                    <a:pt x="167" y="26"/>
                    <a:pt x="166" y="24"/>
                  </a:cubicBezTo>
                  <a:cubicBezTo>
                    <a:pt x="165" y="22"/>
                    <a:pt x="160" y="24"/>
                    <a:pt x="157" y="23"/>
                  </a:cubicBezTo>
                  <a:cubicBezTo>
                    <a:pt x="153" y="23"/>
                    <a:pt x="155" y="27"/>
                    <a:pt x="153" y="29"/>
                  </a:cubicBezTo>
                  <a:cubicBezTo>
                    <a:pt x="151" y="30"/>
                    <a:pt x="145" y="26"/>
                    <a:pt x="143" y="28"/>
                  </a:cubicBezTo>
                  <a:cubicBezTo>
                    <a:pt x="141" y="31"/>
                    <a:pt x="140" y="28"/>
                    <a:pt x="139" y="30"/>
                  </a:cubicBezTo>
                  <a:cubicBezTo>
                    <a:pt x="138" y="32"/>
                    <a:pt x="134" y="31"/>
                    <a:pt x="133" y="32"/>
                  </a:cubicBezTo>
                  <a:cubicBezTo>
                    <a:pt x="132" y="34"/>
                    <a:pt x="129" y="34"/>
                    <a:pt x="124" y="29"/>
                  </a:cubicBezTo>
                  <a:cubicBezTo>
                    <a:pt x="119" y="24"/>
                    <a:pt x="120" y="16"/>
                    <a:pt x="122" y="14"/>
                  </a:cubicBezTo>
                  <a:cubicBezTo>
                    <a:pt x="124" y="13"/>
                    <a:pt x="124" y="9"/>
                    <a:pt x="121" y="7"/>
                  </a:cubicBezTo>
                  <a:cubicBezTo>
                    <a:pt x="119" y="6"/>
                    <a:pt x="121" y="1"/>
                    <a:pt x="118" y="0"/>
                  </a:cubicBezTo>
                  <a:cubicBezTo>
                    <a:pt x="114" y="0"/>
                    <a:pt x="115" y="4"/>
                    <a:pt x="113" y="5"/>
                  </a:cubicBezTo>
                  <a:cubicBezTo>
                    <a:pt x="110" y="6"/>
                    <a:pt x="105" y="10"/>
                    <a:pt x="102" y="9"/>
                  </a:cubicBezTo>
                  <a:cubicBezTo>
                    <a:pt x="100" y="9"/>
                    <a:pt x="96" y="10"/>
                    <a:pt x="96" y="12"/>
                  </a:cubicBezTo>
                  <a:cubicBezTo>
                    <a:pt x="96" y="15"/>
                    <a:pt x="94" y="14"/>
                    <a:pt x="93" y="12"/>
                  </a:cubicBezTo>
                  <a:cubicBezTo>
                    <a:pt x="93" y="10"/>
                    <a:pt x="87" y="11"/>
                    <a:pt x="86" y="10"/>
                  </a:cubicBezTo>
                  <a:cubicBezTo>
                    <a:pt x="84" y="8"/>
                    <a:pt x="77" y="9"/>
                    <a:pt x="80" y="11"/>
                  </a:cubicBezTo>
                  <a:cubicBezTo>
                    <a:pt x="83" y="12"/>
                    <a:pt x="84" y="14"/>
                    <a:pt x="84" y="17"/>
                  </a:cubicBezTo>
                  <a:cubicBezTo>
                    <a:pt x="84" y="20"/>
                    <a:pt x="86" y="19"/>
                    <a:pt x="86" y="22"/>
                  </a:cubicBezTo>
                  <a:cubicBezTo>
                    <a:pt x="86" y="26"/>
                    <a:pt x="88" y="23"/>
                    <a:pt x="90" y="23"/>
                  </a:cubicBezTo>
                  <a:cubicBezTo>
                    <a:pt x="92" y="23"/>
                    <a:pt x="92" y="26"/>
                    <a:pt x="89" y="27"/>
                  </a:cubicBezTo>
                  <a:cubicBezTo>
                    <a:pt x="86" y="27"/>
                    <a:pt x="85" y="29"/>
                    <a:pt x="84" y="31"/>
                  </a:cubicBezTo>
                  <a:cubicBezTo>
                    <a:pt x="84" y="34"/>
                    <a:pt x="81" y="32"/>
                    <a:pt x="79" y="34"/>
                  </a:cubicBezTo>
                  <a:cubicBezTo>
                    <a:pt x="76" y="36"/>
                    <a:pt x="74" y="38"/>
                    <a:pt x="73" y="37"/>
                  </a:cubicBezTo>
                  <a:cubicBezTo>
                    <a:pt x="71" y="36"/>
                    <a:pt x="70" y="37"/>
                    <a:pt x="68" y="38"/>
                  </a:cubicBezTo>
                  <a:cubicBezTo>
                    <a:pt x="67" y="39"/>
                    <a:pt x="66" y="38"/>
                    <a:pt x="63" y="36"/>
                  </a:cubicBezTo>
                  <a:cubicBezTo>
                    <a:pt x="61" y="34"/>
                    <a:pt x="60" y="31"/>
                    <a:pt x="57" y="27"/>
                  </a:cubicBezTo>
                  <a:cubicBezTo>
                    <a:pt x="55" y="28"/>
                    <a:pt x="51" y="30"/>
                    <a:pt x="49" y="30"/>
                  </a:cubicBezTo>
                  <a:cubicBezTo>
                    <a:pt x="46" y="30"/>
                    <a:pt x="36" y="29"/>
                    <a:pt x="36" y="31"/>
                  </a:cubicBezTo>
                  <a:cubicBezTo>
                    <a:pt x="35" y="32"/>
                    <a:pt x="37" y="35"/>
                    <a:pt x="38" y="35"/>
                  </a:cubicBezTo>
                  <a:cubicBezTo>
                    <a:pt x="40" y="36"/>
                    <a:pt x="43" y="37"/>
                    <a:pt x="40" y="39"/>
                  </a:cubicBezTo>
                  <a:cubicBezTo>
                    <a:pt x="37" y="41"/>
                    <a:pt x="34" y="38"/>
                    <a:pt x="34" y="43"/>
                  </a:cubicBezTo>
                  <a:cubicBezTo>
                    <a:pt x="34" y="49"/>
                    <a:pt x="41" y="52"/>
                    <a:pt x="39" y="57"/>
                  </a:cubicBezTo>
                  <a:cubicBezTo>
                    <a:pt x="39" y="60"/>
                    <a:pt x="38" y="66"/>
                    <a:pt x="38" y="69"/>
                  </a:cubicBezTo>
                  <a:cubicBezTo>
                    <a:pt x="38" y="71"/>
                    <a:pt x="37" y="79"/>
                    <a:pt x="34" y="80"/>
                  </a:cubicBezTo>
                  <a:cubicBezTo>
                    <a:pt x="32" y="80"/>
                    <a:pt x="30" y="78"/>
                    <a:pt x="27" y="80"/>
                  </a:cubicBezTo>
                  <a:cubicBezTo>
                    <a:pt x="24" y="83"/>
                    <a:pt x="21" y="81"/>
                    <a:pt x="17" y="84"/>
                  </a:cubicBezTo>
                  <a:cubicBezTo>
                    <a:pt x="14" y="87"/>
                    <a:pt x="10" y="86"/>
                    <a:pt x="10" y="89"/>
                  </a:cubicBezTo>
                  <a:cubicBezTo>
                    <a:pt x="9" y="92"/>
                    <a:pt x="6" y="94"/>
                    <a:pt x="7" y="97"/>
                  </a:cubicBezTo>
                  <a:cubicBezTo>
                    <a:pt x="8" y="100"/>
                    <a:pt x="5" y="99"/>
                    <a:pt x="3" y="102"/>
                  </a:cubicBezTo>
                  <a:cubicBezTo>
                    <a:pt x="1" y="104"/>
                    <a:pt x="3" y="105"/>
                    <a:pt x="2" y="107"/>
                  </a:cubicBezTo>
                  <a:cubicBezTo>
                    <a:pt x="0" y="109"/>
                    <a:pt x="2" y="112"/>
                    <a:pt x="4" y="114"/>
                  </a:cubicBezTo>
                  <a:cubicBezTo>
                    <a:pt x="6" y="117"/>
                    <a:pt x="8" y="119"/>
                    <a:pt x="8" y="122"/>
                  </a:cubicBezTo>
                  <a:cubicBezTo>
                    <a:pt x="7" y="124"/>
                    <a:pt x="9" y="125"/>
                    <a:pt x="12" y="125"/>
                  </a:cubicBezTo>
                  <a:cubicBezTo>
                    <a:pt x="14" y="125"/>
                    <a:pt x="12" y="130"/>
                    <a:pt x="16" y="130"/>
                  </a:cubicBezTo>
                  <a:cubicBezTo>
                    <a:pt x="20" y="130"/>
                    <a:pt x="24" y="131"/>
                    <a:pt x="25" y="128"/>
                  </a:cubicBezTo>
                  <a:cubicBezTo>
                    <a:pt x="26" y="126"/>
                    <a:pt x="29" y="124"/>
                    <a:pt x="29" y="128"/>
                  </a:cubicBezTo>
                  <a:cubicBezTo>
                    <a:pt x="29" y="131"/>
                    <a:pt x="28" y="140"/>
                    <a:pt x="31" y="139"/>
                  </a:cubicBezTo>
                  <a:cubicBezTo>
                    <a:pt x="34" y="138"/>
                    <a:pt x="39" y="138"/>
                    <a:pt x="42" y="139"/>
                  </a:cubicBezTo>
                  <a:cubicBezTo>
                    <a:pt x="45" y="140"/>
                    <a:pt x="47" y="139"/>
                    <a:pt x="49" y="137"/>
                  </a:cubicBezTo>
                  <a:cubicBezTo>
                    <a:pt x="51" y="135"/>
                    <a:pt x="53" y="135"/>
                    <a:pt x="56" y="133"/>
                  </a:cubicBezTo>
                  <a:cubicBezTo>
                    <a:pt x="60" y="131"/>
                    <a:pt x="63" y="129"/>
                    <a:pt x="66" y="129"/>
                  </a:cubicBezTo>
                  <a:cubicBezTo>
                    <a:pt x="70" y="129"/>
                    <a:pt x="75" y="127"/>
                    <a:pt x="74" y="129"/>
                  </a:cubicBezTo>
                  <a:cubicBezTo>
                    <a:pt x="74" y="132"/>
                    <a:pt x="73" y="141"/>
                    <a:pt x="77" y="146"/>
                  </a:cubicBezTo>
                  <a:cubicBezTo>
                    <a:pt x="81" y="150"/>
                    <a:pt x="83" y="152"/>
                    <a:pt x="87" y="152"/>
                  </a:cubicBezTo>
                  <a:cubicBezTo>
                    <a:pt x="91" y="151"/>
                    <a:pt x="90" y="153"/>
                    <a:pt x="93" y="153"/>
                  </a:cubicBezTo>
                  <a:cubicBezTo>
                    <a:pt x="96" y="153"/>
                    <a:pt x="94" y="156"/>
                    <a:pt x="96" y="156"/>
                  </a:cubicBezTo>
                  <a:cubicBezTo>
                    <a:pt x="99" y="156"/>
                    <a:pt x="103" y="156"/>
                    <a:pt x="103" y="159"/>
                  </a:cubicBezTo>
                  <a:cubicBezTo>
                    <a:pt x="103" y="162"/>
                    <a:pt x="111" y="160"/>
                    <a:pt x="113" y="161"/>
                  </a:cubicBezTo>
                  <a:cubicBezTo>
                    <a:pt x="114" y="163"/>
                    <a:pt x="116" y="164"/>
                    <a:pt x="116" y="167"/>
                  </a:cubicBezTo>
                  <a:cubicBezTo>
                    <a:pt x="115" y="170"/>
                    <a:pt x="120" y="172"/>
                    <a:pt x="117" y="173"/>
                  </a:cubicBezTo>
                  <a:cubicBezTo>
                    <a:pt x="115" y="175"/>
                    <a:pt x="118" y="177"/>
                    <a:pt x="118" y="180"/>
                  </a:cubicBezTo>
                  <a:cubicBezTo>
                    <a:pt x="118" y="184"/>
                    <a:pt x="122" y="185"/>
                    <a:pt x="127" y="185"/>
                  </a:cubicBezTo>
                  <a:cubicBezTo>
                    <a:pt x="133" y="184"/>
                    <a:pt x="134" y="185"/>
                    <a:pt x="134" y="189"/>
                  </a:cubicBezTo>
                  <a:cubicBezTo>
                    <a:pt x="134" y="193"/>
                    <a:pt x="138" y="193"/>
                    <a:pt x="139" y="197"/>
                  </a:cubicBezTo>
                  <a:cubicBezTo>
                    <a:pt x="141" y="201"/>
                    <a:pt x="138" y="205"/>
                    <a:pt x="138" y="208"/>
                  </a:cubicBezTo>
                  <a:cubicBezTo>
                    <a:pt x="139" y="210"/>
                    <a:pt x="137" y="213"/>
                    <a:pt x="136" y="214"/>
                  </a:cubicBezTo>
                  <a:cubicBezTo>
                    <a:pt x="138" y="216"/>
                    <a:pt x="138" y="217"/>
                    <a:pt x="136" y="218"/>
                  </a:cubicBezTo>
                  <a:cubicBezTo>
                    <a:pt x="134" y="219"/>
                    <a:pt x="139" y="223"/>
                    <a:pt x="138" y="229"/>
                  </a:cubicBezTo>
                  <a:cubicBezTo>
                    <a:pt x="136" y="234"/>
                    <a:pt x="136" y="235"/>
                    <a:pt x="142" y="235"/>
                  </a:cubicBezTo>
                  <a:cubicBezTo>
                    <a:pt x="148" y="236"/>
                    <a:pt x="147" y="237"/>
                    <a:pt x="149" y="236"/>
                  </a:cubicBezTo>
                  <a:cubicBezTo>
                    <a:pt x="151" y="235"/>
                    <a:pt x="154" y="240"/>
                    <a:pt x="155" y="243"/>
                  </a:cubicBezTo>
                  <a:cubicBezTo>
                    <a:pt x="156" y="246"/>
                    <a:pt x="158" y="253"/>
                    <a:pt x="159" y="253"/>
                  </a:cubicBezTo>
                  <a:cubicBezTo>
                    <a:pt x="160" y="253"/>
                    <a:pt x="163" y="250"/>
                    <a:pt x="166" y="251"/>
                  </a:cubicBezTo>
                  <a:cubicBezTo>
                    <a:pt x="169" y="252"/>
                    <a:pt x="165" y="262"/>
                    <a:pt x="165" y="266"/>
                  </a:cubicBezTo>
                  <a:cubicBezTo>
                    <a:pt x="167" y="266"/>
                    <a:pt x="170" y="266"/>
                    <a:pt x="171" y="266"/>
                  </a:cubicBezTo>
                  <a:cubicBezTo>
                    <a:pt x="172" y="267"/>
                    <a:pt x="173" y="277"/>
                    <a:pt x="172" y="279"/>
                  </a:cubicBezTo>
                  <a:cubicBezTo>
                    <a:pt x="172" y="281"/>
                    <a:pt x="165" y="283"/>
                    <a:pt x="162" y="285"/>
                  </a:cubicBezTo>
                  <a:cubicBezTo>
                    <a:pt x="159" y="287"/>
                    <a:pt x="151" y="294"/>
                    <a:pt x="148" y="300"/>
                  </a:cubicBezTo>
                  <a:cubicBezTo>
                    <a:pt x="146" y="304"/>
                    <a:pt x="142" y="307"/>
                    <a:pt x="140" y="309"/>
                  </a:cubicBezTo>
                  <a:cubicBezTo>
                    <a:pt x="141" y="309"/>
                    <a:pt x="142" y="309"/>
                    <a:pt x="143" y="309"/>
                  </a:cubicBezTo>
                  <a:cubicBezTo>
                    <a:pt x="144" y="308"/>
                    <a:pt x="147" y="308"/>
                    <a:pt x="150" y="312"/>
                  </a:cubicBezTo>
                  <a:cubicBezTo>
                    <a:pt x="153" y="315"/>
                    <a:pt x="153" y="318"/>
                    <a:pt x="154" y="318"/>
                  </a:cubicBezTo>
                  <a:cubicBezTo>
                    <a:pt x="155" y="317"/>
                    <a:pt x="156" y="313"/>
                    <a:pt x="158" y="316"/>
                  </a:cubicBezTo>
                  <a:cubicBezTo>
                    <a:pt x="161" y="319"/>
                    <a:pt x="167" y="322"/>
                    <a:pt x="168" y="323"/>
                  </a:cubicBezTo>
                  <a:cubicBezTo>
                    <a:pt x="169" y="325"/>
                    <a:pt x="174" y="326"/>
                    <a:pt x="174" y="330"/>
                  </a:cubicBezTo>
                  <a:cubicBezTo>
                    <a:pt x="174" y="333"/>
                    <a:pt x="172" y="338"/>
                    <a:pt x="174" y="343"/>
                  </a:cubicBezTo>
                  <a:cubicBezTo>
                    <a:pt x="176" y="341"/>
                    <a:pt x="177" y="340"/>
                    <a:pt x="178" y="33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3959295" y="5181604"/>
              <a:ext cx="151800" cy="167134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42" y="22"/>
                  </a:moveTo>
                  <a:cubicBezTo>
                    <a:pt x="42" y="18"/>
                    <a:pt x="37" y="17"/>
                    <a:pt x="36" y="15"/>
                  </a:cubicBezTo>
                  <a:cubicBezTo>
                    <a:pt x="35" y="14"/>
                    <a:pt x="29" y="11"/>
                    <a:pt x="26" y="8"/>
                  </a:cubicBezTo>
                  <a:cubicBezTo>
                    <a:pt x="24" y="5"/>
                    <a:pt x="23" y="9"/>
                    <a:pt x="22" y="10"/>
                  </a:cubicBezTo>
                  <a:cubicBezTo>
                    <a:pt x="21" y="10"/>
                    <a:pt x="21" y="7"/>
                    <a:pt x="18" y="4"/>
                  </a:cubicBezTo>
                  <a:cubicBezTo>
                    <a:pt x="15" y="0"/>
                    <a:pt x="12" y="0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7" y="3"/>
                    <a:pt x="6" y="4"/>
                    <a:pt x="6" y="6"/>
                  </a:cubicBezTo>
                  <a:cubicBezTo>
                    <a:pt x="6" y="10"/>
                    <a:pt x="3" y="14"/>
                    <a:pt x="3" y="20"/>
                  </a:cubicBezTo>
                  <a:cubicBezTo>
                    <a:pt x="3" y="27"/>
                    <a:pt x="1" y="26"/>
                    <a:pt x="1" y="31"/>
                  </a:cubicBezTo>
                  <a:cubicBezTo>
                    <a:pt x="0" y="37"/>
                    <a:pt x="2" y="36"/>
                    <a:pt x="3" y="36"/>
                  </a:cubicBezTo>
                  <a:cubicBezTo>
                    <a:pt x="3" y="37"/>
                    <a:pt x="3" y="39"/>
                    <a:pt x="2" y="40"/>
                  </a:cubicBezTo>
                  <a:cubicBezTo>
                    <a:pt x="3" y="41"/>
                    <a:pt x="4" y="42"/>
                    <a:pt x="6" y="42"/>
                  </a:cubicBezTo>
                  <a:cubicBezTo>
                    <a:pt x="9" y="41"/>
                    <a:pt x="12" y="42"/>
                    <a:pt x="17" y="44"/>
                  </a:cubicBezTo>
                  <a:cubicBezTo>
                    <a:pt x="21" y="46"/>
                    <a:pt x="19" y="44"/>
                    <a:pt x="23" y="44"/>
                  </a:cubicBezTo>
                  <a:cubicBezTo>
                    <a:pt x="27" y="45"/>
                    <a:pt x="31" y="45"/>
                    <a:pt x="36" y="43"/>
                  </a:cubicBezTo>
                  <a:cubicBezTo>
                    <a:pt x="39" y="41"/>
                    <a:pt x="40" y="38"/>
                    <a:pt x="42" y="35"/>
                  </a:cubicBezTo>
                  <a:cubicBezTo>
                    <a:pt x="40" y="30"/>
                    <a:pt x="42" y="25"/>
                    <a:pt x="42" y="2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3487029" y="4901003"/>
              <a:ext cx="621001" cy="1223602"/>
            </a:xfrm>
            <a:custGeom>
              <a:avLst/>
              <a:gdLst/>
              <a:ahLst/>
              <a:cxnLst/>
              <a:rect l="l" t="t" r="r" b="b"/>
              <a:pathLst>
                <a:path w="171" h="337" extrusionOk="0">
                  <a:moveTo>
                    <a:pt x="65" y="330"/>
                  </a:moveTo>
                  <a:cubicBezTo>
                    <a:pt x="61" y="330"/>
                    <a:pt x="52" y="322"/>
                    <a:pt x="49" y="319"/>
                  </a:cubicBezTo>
                  <a:cubicBezTo>
                    <a:pt x="46" y="317"/>
                    <a:pt x="48" y="315"/>
                    <a:pt x="45" y="315"/>
                  </a:cubicBezTo>
                  <a:cubicBezTo>
                    <a:pt x="41" y="316"/>
                    <a:pt x="44" y="313"/>
                    <a:pt x="45" y="312"/>
                  </a:cubicBezTo>
                  <a:cubicBezTo>
                    <a:pt x="47" y="311"/>
                    <a:pt x="45" y="308"/>
                    <a:pt x="43" y="307"/>
                  </a:cubicBezTo>
                  <a:cubicBezTo>
                    <a:pt x="42" y="312"/>
                    <a:pt x="41" y="335"/>
                    <a:pt x="43" y="335"/>
                  </a:cubicBezTo>
                  <a:cubicBezTo>
                    <a:pt x="44" y="335"/>
                    <a:pt x="54" y="334"/>
                    <a:pt x="57" y="336"/>
                  </a:cubicBezTo>
                  <a:cubicBezTo>
                    <a:pt x="58" y="336"/>
                    <a:pt x="59" y="337"/>
                    <a:pt x="61" y="336"/>
                  </a:cubicBezTo>
                  <a:cubicBezTo>
                    <a:pt x="62" y="334"/>
                    <a:pt x="68" y="335"/>
                    <a:pt x="71" y="333"/>
                  </a:cubicBezTo>
                  <a:cubicBezTo>
                    <a:pt x="74" y="331"/>
                    <a:pt x="70" y="330"/>
                    <a:pt x="65" y="330"/>
                  </a:cubicBezTo>
                  <a:close/>
                  <a:moveTo>
                    <a:pt x="169" y="35"/>
                  </a:moveTo>
                  <a:cubicBezTo>
                    <a:pt x="168" y="35"/>
                    <a:pt x="165" y="35"/>
                    <a:pt x="163" y="35"/>
                  </a:cubicBezTo>
                  <a:cubicBezTo>
                    <a:pt x="163" y="35"/>
                    <a:pt x="163" y="36"/>
                    <a:pt x="163" y="36"/>
                  </a:cubicBezTo>
                  <a:cubicBezTo>
                    <a:pt x="164" y="40"/>
                    <a:pt x="162" y="49"/>
                    <a:pt x="159" y="48"/>
                  </a:cubicBezTo>
                  <a:cubicBezTo>
                    <a:pt x="157" y="48"/>
                    <a:pt x="155" y="52"/>
                    <a:pt x="153" y="52"/>
                  </a:cubicBezTo>
                  <a:cubicBezTo>
                    <a:pt x="151" y="51"/>
                    <a:pt x="148" y="55"/>
                    <a:pt x="145" y="53"/>
                  </a:cubicBezTo>
                  <a:cubicBezTo>
                    <a:pt x="143" y="52"/>
                    <a:pt x="139" y="54"/>
                    <a:pt x="137" y="52"/>
                  </a:cubicBezTo>
                  <a:cubicBezTo>
                    <a:pt x="135" y="51"/>
                    <a:pt x="129" y="52"/>
                    <a:pt x="129" y="51"/>
                  </a:cubicBezTo>
                  <a:cubicBezTo>
                    <a:pt x="129" y="49"/>
                    <a:pt x="132" y="50"/>
                    <a:pt x="132" y="45"/>
                  </a:cubicBezTo>
                  <a:cubicBezTo>
                    <a:pt x="132" y="41"/>
                    <a:pt x="140" y="35"/>
                    <a:pt x="139" y="34"/>
                  </a:cubicBezTo>
                  <a:cubicBezTo>
                    <a:pt x="138" y="32"/>
                    <a:pt x="125" y="28"/>
                    <a:pt x="123" y="26"/>
                  </a:cubicBezTo>
                  <a:cubicBezTo>
                    <a:pt x="121" y="24"/>
                    <a:pt x="119" y="22"/>
                    <a:pt x="114" y="21"/>
                  </a:cubicBezTo>
                  <a:cubicBezTo>
                    <a:pt x="109" y="21"/>
                    <a:pt x="109" y="18"/>
                    <a:pt x="104" y="15"/>
                  </a:cubicBezTo>
                  <a:cubicBezTo>
                    <a:pt x="100" y="13"/>
                    <a:pt x="95" y="7"/>
                    <a:pt x="93" y="3"/>
                  </a:cubicBezTo>
                  <a:cubicBezTo>
                    <a:pt x="90" y="3"/>
                    <a:pt x="85" y="2"/>
                    <a:pt x="84" y="3"/>
                  </a:cubicBezTo>
                  <a:cubicBezTo>
                    <a:pt x="83" y="5"/>
                    <a:pt x="81" y="12"/>
                    <a:pt x="79" y="8"/>
                  </a:cubicBezTo>
                  <a:cubicBezTo>
                    <a:pt x="78" y="5"/>
                    <a:pt x="73" y="5"/>
                    <a:pt x="70" y="4"/>
                  </a:cubicBezTo>
                  <a:cubicBezTo>
                    <a:pt x="66" y="4"/>
                    <a:pt x="66" y="0"/>
                    <a:pt x="62" y="5"/>
                  </a:cubicBezTo>
                  <a:cubicBezTo>
                    <a:pt x="60" y="6"/>
                    <a:pt x="58" y="8"/>
                    <a:pt x="56" y="10"/>
                  </a:cubicBezTo>
                  <a:cubicBezTo>
                    <a:pt x="56" y="14"/>
                    <a:pt x="55" y="18"/>
                    <a:pt x="54" y="20"/>
                  </a:cubicBezTo>
                  <a:cubicBezTo>
                    <a:pt x="53" y="21"/>
                    <a:pt x="45" y="25"/>
                    <a:pt x="45" y="27"/>
                  </a:cubicBezTo>
                  <a:cubicBezTo>
                    <a:pt x="44" y="29"/>
                    <a:pt x="46" y="32"/>
                    <a:pt x="44" y="33"/>
                  </a:cubicBezTo>
                  <a:cubicBezTo>
                    <a:pt x="43" y="34"/>
                    <a:pt x="48" y="41"/>
                    <a:pt x="45" y="42"/>
                  </a:cubicBezTo>
                  <a:cubicBezTo>
                    <a:pt x="42" y="44"/>
                    <a:pt x="47" y="46"/>
                    <a:pt x="45" y="48"/>
                  </a:cubicBezTo>
                  <a:cubicBezTo>
                    <a:pt x="43" y="49"/>
                    <a:pt x="40" y="50"/>
                    <a:pt x="40" y="52"/>
                  </a:cubicBezTo>
                  <a:cubicBezTo>
                    <a:pt x="40" y="54"/>
                    <a:pt x="40" y="58"/>
                    <a:pt x="38" y="59"/>
                  </a:cubicBezTo>
                  <a:cubicBezTo>
                    <a:pt x="35" y="60"/>
                    <a:pt x="34" y="64"/>
                    <a:pt x="34" y="67"/>
                  </a:cubicBezTo>
                  <a:cubicBezTo>
                    <a:pt x="34" y="69"/>
                    <a:pt x="30" y="68"/>
                    <a:pt x="31" y="71"/>
                  </a:cubicBezTo>
                  <a:cubicBezTo>
                    <a:pt x="33" y="75"/>
                    <a:pt x="34" y="79"/>
                    <a:pt x="31" y="80"/>
                  </a:cubicBezTo>
                  <a:cubicBezTo>
                    <a:pt x="29" y="80"/>
                    <a:pt x="29" y="86"/>
                    <a:pt x="28" y="86"/>
                  </a:cubicBezTo>
                  <a:cubicBezTo>
                    <a:pt x="26" y="86"/>
                    <a:pt x="26" y="92"/>
                    <a:pt x="28" y="95"/>
                  </a:cubicBezTo>
                  <a:cubicBezTo>
                    <a:pt x="30" y="98"/>
                    <a:pt x="31" y="101"/>
                    <a:pt x="31" y="104"/>
                  </a:cubicBezTo>
                  <a:cubicBezTo>
                    <a:pt x="31" y="106"/>
                    <a:pt x="34" y="108"/>
                    <a:pt x="33" y="111"/>
                  </a:cubicBezTo>
                  <a:cubicBezTo>
                    <a:pt x="32" y="114"/>
                    <a:pt x="32" y="117"/>
                    <a:pt x="30" y="118"/>
                  </a:cubicBezTo>
                  <a:cubicBezTo>
                    <a:pt x="29" y="119"/>
                    <a:pt x="30" y="123"/>
                    <a:pt x="28" y="124"/>
                  </a:cubicBezTo>
                  <a:cubicBezTo>
                    <a:pt x="26" y="125"/>
                    <a:pt x="30" y="133"/>
                    <a:pt x="28" y="135"/>
                  </a:cubicBezTo>
                  <a:cubicBezTo>
                    <a:pt x="26" y="136"/>
                    <a:pt x="22" y="138"/>
                    <a:pt x="22" y="143"/>
                  </a:cubicBezTo>
                  <a:cubicBezTo>
                    <a:pt x="22" y="149"/>
                    <a:pt x="22" y="152"/>
                    <a:pt x="22" y="154"/>
                  </a:cubicBezTo>
                  <a:cubicBezTo>
                    <a:pt x="21" y="156"/>
                    <a:pt x="24" y="156"/>
                    <a:pt x="24" y="159"/>
                  </a:cubicBezTo>
                  <a:cubicBezTo>
                    <a:pt x="23" y="162"/>
                    <a:pt x="19" y="160"/>
                    <a:pt x="19" y="162"/>
                  </a:cubicBezTo>
                  <a:cubicBezTo>
                    <a:pt x="19" y="164"/>
                    <a:pt x="20" y="168"/>
                    <a:pt x="19" y="169"/>
                  </a:cubicBezTo>
                  <a:cubicBezTo>
                    <a:pt x="17" y="169"/>
                    <a:pt x="16" y="170"/>
                    <a:pt x="16" y="174"/>
                  </a:cubicBezTo>
                  <a:cubicBezTo>
                    <a:pt x="16" y="178"/>
                    <a:pt x="14" y="178"/>
                    <a:pt x="14" y="180"/>
                  </a:cubicBezTo>
                  <a:cubicBezTo>
                    <a:pt x="14" y="182"/>
                    <a:pt x="16" y="184"/>
                    <a:pt x="16" y="186"/>
                  </a:cubicBezTo>
                  <a:cubicBezTo>
                    <a:pt x="16" y="188"/>
                    <a:pt x="17" y="194"/>
                    <a:pt x="15" y="195"/>
                  </a:cubicBezTo>
                  <a:cubicBezTo>
                    <a:pt x="14" y="195"/>
                    <a:pt x="13" y="203"/>
                    <a:pt x="14" y="204"/>
                  </a:cubicBezTo>
                  <a:cubicBezTo>
                    <a:pt x="16" y="205"/>
                    <a:pt x="16" y="207"/>
                    <a:pt x="15" y="208"/>
                  </a:cubicBezTo>
                  <a:cubicBezTo>
                    <a:pt x="14" y="210"/>
                    <a:pt x="18" y="211"/>
                    <a:pt x="16" y="213"/>
                  </a:cubicBezTo>
                  <a:cubicBezTo>
                    <a:pt x="14" y="216"/>
                    <a:pt x="16" y="219"/>
                    <a:pt x="19" y="218"/>
                  </a:cubicBezTo>
                  <a:cubicBezTo>
                    <a:pt x="21" y="217"/>
                    <a:pt x="23" y="221"/>
                    <a:pt x="20" y="221"/>
                  </a:cubicBezTo>
                  <a:cubicBezTo>
                    <a:pt x="17" y="221"/>
                    <a:pt x="14" y="221"/>
                    <a:pt x="17" y="223"/>
                  </a:cubicBezTo>
                  <a:cubicBezTo>
                    <a:pt x="19" y="225"/>
                    <a:pt x="21" y="228"/>
                    <a:pt x="18" y="229"/>
                  </a:cubicBezTo>
                  <a:cubicBezTo>
                    <a:pt x="15" y="230"/>
                    <a:pt x="17" y="232"/>
                    <a:pt x="17" y="235"/>
                  </a:cubicBezTo>
                  <a:cubicBezTo>
                    <a:pt x="16" y="238"/>
                    <a:pt x="19" y="241"/>
                    <a:pt x="16" y="242"/>
                  </a:cubicBezTo>
                  <a:cubicBezTo>
                    <a:pt x="14" y="243"/>
                    <a:pt x="17" y="247"/>
                    <a:pt x="14" y="248"/>
                  </a:cubicBezTo>
                  <a:cubicBezTo>
                    <a:pt x="10" y="248"/>
                    <a:pt x="13" y="252"/>
                    <a:pt x="10" y="253"/>
                  </a:cubicBezTo>
                  <a:cubicBezTo>
                    <a:pt x="8" y="255"/>
                    <a:pt x="13" y="258"/>
                    <a:pt x="10" y="260"/>
                  </a:cubicBezTo>
                  <a:cubicBezTo>
                    <a:pt x="8" y="262"/>
                    <a:pt x="10" y="266"/>
                    <a:pt x="7" y="266"/>
                  </a:cubicBezTo>
                  <a:cubicBezTo>
                    <a:pt x="4" y="266"/>
                    <a:pt x="3" y="270"/>
                    <a:pt x="2" y="271"/>
                  </a:cubicBezTo>
                  <a:cubicBezTo>
                    <a:pt x="2" y="273"/>
                    <a:pt x="0" y="277"/>
                    <a:pt x="3" y="279"/>
                  </a:cubicBezTo>
                  <a:cubicBezTo>
                    <a:pt x="5" y="282"/>
                    <a:pt x="2" y="284"/>
                    <a:pt x="4" y="285"/>
                  </a:cubicBezTo>
                  <a:cubicBezTo>
                    <a:pt x="6" y="286"/>
                    <a:pt x="13" y="284"/>
                    <a:pt x="12" y="287"/>
                  </a:cubicBezTo>
                  <a:cubicBezTo>
                    <a:pt x="11" y="290"/>
                    <a:pt x="11" y="297"/>
                    <a:pt x="13" y="297"/>
                  </a:cubicBezTo>
                  <a:cubicBezTo>
                    <a:pt x="14" y="297"/>
                    <a:pt x="15" y="301"/>
                    <a:pt x="17" y="300"/>
                  </a:cubicBezTo>
                  <a:cubicBezTo>
                    <a:pt x="19" y="300"/>
                    <a:pt x="28" y="299"/>
                    <a:pt x="31" y="300"/>
                  </a:cubicBezTo>
                  <a:cubicBezTo>
                    <a:pt x="33" y="301"/>
                    <a:pt x="35" y="302"/>
                    <a:pt x="36" y="303"/>
                  </a:cubicBezTo>
                  <a:cubicBezTo>
                    <a:pt x="38" y="302"/>
                    <a:pt x="43" y="305"/>
                    <a:pt x="44" y="304"/>
                  </a:cubicBezTo>
                  <a:cubicBezTo>
                    <a:pt x="45" y="302"/>
                    <a:pt x="39" y="298"/>
                    <a:pt x="40" y="296"/>
                  </a:cubicBezTo>
                  <a:cubicBezTo>
                    <a:pt x="40" y="294"/>
                    <a:pt x="39" y="291"/>
                    <a:pt x="39" y="290"/>
                  </a:cubicBezTo>
                  <a:cubicBezTo>
                    <a:pt x="39" y="288"/>
                    <a:pt x="38" y="284"/>
                    <a:pt x="40" y="282"/>
                  </a:cubicBezTo>
                  <a:cubicBezTo>
                    <a:pt x="43" y="280"/>
                    <a:pt x="43" y="278"/>
                    <a:pt x="45" y="278"/>
                  </a:cubicBezTo>
                  <a:cubicBezTo>
                    <a:pt x="46" y="279"/>
                    <a:pt x="50" y="277"/>
                    <a:pt x="50" y="272"/>
                  </a:cubicBezTo>
                  <a:cubicBezTo>
                    <a:pt x="50" y="268"/>
                    <a:pt x="52" y="266"/>
                    <a:pt x="56" y="263"/>
                  </a:cubicBezTo>
                  <a:cubicBezTo>
                    <a:pt x="60" y="260"/>
                    <a:pt x="67" y="256"/>
                    <a:pt x="66" y="255"/>
                  </a:cubicBezTo>
                  <a:cubicBezTo>
                    <a:pt x="65" y="253"/>
                    <a:pt x="67" y="249"/>
                    <a:pt x="67" y="247"/>
                  </a:cubicBezTo>
                  <a:cubicBezTo>
                    <a:pt x="67" y="245"/>
                    <a:pt x="61" y="245"/>
                    <a:pt x="59" y="244"/>
                  </a:cubicBezTo>
                  <a:cubicBezTo>
                    <a:pt x="57" y="244"/>
                    <a:pt x="49" y="238"/>
                    <a:pt x="53" y="232"/>
                  </a:cubicBezTo>
                  <a:cubicBezTo>
                    <a:pt x="57" y="225"/>
                    <a:pt x="65" y="224"/>
                    <a:pt x="67" y="224"/>
                  </a:cubicBezTo>
                  <a:cubicBezTo>
                    <a:pt x="69" y="223"/>
                    <a:pt x="67" y="220"/>
                    <a:pt x="69" y="219"/>
                  </a:cubicBezTo>
                  <a:cubicBezTo>
                    <a:pt x="71" y="218"/>
                    <a:pt x="71" y="216"/>
                    <a:pt x="71" y="213"/>
                  </a:cubicBezTo>
                  <a:cubicBezTo>
                    <a:pt x="71" y="210"/>
                    <a:pt x="71" y="205"/>
                    <a:pt x="75" y="205"/>
                  </a:cubicBezTo>
                  <a:cubicBezTo>
                    <a:pt x="78" y="204"/>
                    <a:pt x="79" y="203"/>
                    <a:pt x="77" y="202"/>
                  </a:cubicBezTo>
                  <a:cubicBezTo>
                    <a:pt x="75" y="201"/>
                    <a:pt x="74" y="199"/>
                    <a:pt x="77" y="199"/>
                  </a:cubicBezTo>
                  <a:cubicBezTo>
                    <a:pt x="81" y="198"/>
                    <a:pt x="79" y="201"/>
                    <a:pt x="82" y="201"/>
                  </a:cubicBezTo>
                  <a:cubicBezTo>
                    <a:pt x="84" y="201"/>
                    <a:pt x="88" y="197"/>
                    <a:pt x="85" y="195"/>
                  </a:cubicBezTo>
                  <a:cubicBezTo>
                    <a:pt x="82" y="192"/>
                    <a:pt x="81" y="196"/>
                    <a:pt x="79" y="196"/>
                  </a:cubicBezTo>
                  <a:cubicBezTo>
                    <a:pt x="78" y="197"/>
                    <a:pt x="76" y="194"/>
                    <a:pt x="75" y="194"/>
                  </a:cubicBezTo>
                  <a:cubicBezTo>
                    <a:pt x="73" y="194"/>
                    <a:pt x="74" y="190"/>
                    <a:pt x="74" y="188"/>
                  </a:cubicBezTo>
                  <a:cubicBezTo>
                    <a:pt x="73" y="186"/>
                    <a:pt x="72" y="182"/>
                    <a:pt x="73" y="180"/>
                  </a:cubicBezTo>
                  <a:cubicBezTo>
                    <a:pt x="75" y="178"/>
                    <a:pt x="81" y="183"/>
                    <a:pt x="87" y="184"/>
                  </a:cubicBezTo>
                  <a:cubicBezTo>
                    <a:pt x="92" y="184"/>
                    <a:pt x="96" y="181"/>
                    <a:pt x="96" y="179"/>
                  </a:cubicBezTo>
                  <a:cubicBezTo>
                    <a:pt x="96" y="177"/>
                    <a:pt x="94" y="173"/>
                    <a:pt x="97" y="171"/>
                  </a:cubicBezTo>
                  <a:cubicBezTo>
                    <a:pt x="100" y="168"/>
                    <a:pt x="98" y="168"/>
                    <a:pt x="97" y="165"/>
                  </a:cubicBezTo>
                  <a:cubicBezTo>
                    <a:pt x="96" y="162"/>
                    <a:pt x="98" y="160"/>
                    <a:pt x="100" y="161"/>
                  </a:cubicBezTo>
                  <a:cubicBezTo>
                    <a:pt x="101" y="163"/>
                    <a:pt x="112" y="162"/>
                    <a:pt x="121" y="160"/>
                  </a:cubicBezTo>
                  <a:cubicBezTo>
                    <a:pt x="130" y="158"/>
                    <a:pt x="137" y="155"/>
                    <a:pt x="137" y="152"/>
                  </a:cubicBezTo>
                  <a:cubicBezTo>
                    <a:pt x="138" y="150"/>
                    <a:pt x="144" y="143"/>
                    <a:pt x="145" y="141"/>
                  </a:cubicBezTo>
                  <a:cubicBezTo>
                    <a:pt x="146" y="139"/>
                    <a:pt x="145" y="136"/>
                    <a:pt x="141" y="136"/>
                  </a:cubicBezTo>
                  <a:cubicBezTo>
                    <a:pt x="138" y="135"/>
                    <a:pt x="138" y="131"/>
                    <a:pt x="140" y="128"/>
                  </a:cubicBezTo>
                  <a:cubicBezTo>
                    <a:pt x="142" y="126"/>
                    <a:pt x="139" y="124"/>
                    <a:pt x="135" y="123"/>
                  </a:cubicBezTo>
                  <a:cubicBezTo>
                    <a:pt x="132" y="123"/>
                    <a:pt x="126" y="120"/>
                    <a:pt x="129" y="117"/>
                  </a:cubicBezTo>
                  <a:cubicBezTo>
                    <a:pt x="131" y="116"/>
                    <a:pt x="132" y="116"/>
                    <a:pt x="132" y="117"/>
                  </a:cubicBezTo>
                  <a:cubicBezTo>
                    <a:pt x="133" y="116"/>
                    <a:pt x="133" y="114"/>
                    <a:pt x="133" y="113"/>
                  </a:cubicBezTo>
                  <a:cubicBezTo>
                    <a:pt x="132" y="113"/>
                    <a:pt x="130" y="114"/>
                    <a:pt x="131" y="108"/>
                  </a:cubicBezTo>
                  <a:cubicBezTo>
                    <a:pt x="131" y="103"/>
                    <a:pt x="133" y="104"/>
                    <a:pt x="133" y="97"/>
                  </a:cubicBezTo>
                  <a:cubicBezTo>
                    <a:pt x="133" y="91"/>
                    <a:pt x="136" y="87"/>
                    <a:pt x="136" y="83"/>
                  </a:cubicBezTo>
                  <a:cubicBezTo>
                    <a:pt x="136" y="79"/>
                    <a:pt x="142" y="75"/>
                    <a:pt x="146" y="69"/>
                  </a:cubicBezTo>
                  <a:cubicBezTo>
                    <a:pt x="149" y="63"/>
                    <a:pt x="157" y="56"/>
                    <a:pt x="160" y="54"/>
                  </a:cubicBezTo>
                  <a:cubicBezTo>
                    <a:pt x="163" y="52"/>
                    <a:pt x="170" y="50"/>
                    <a:pt x="170" y="48"/>
                  </a:cubicBezTo>
                  <a:cubicBezTo>
                    <a:pt x="171" y="46"/>
                    <a:pt x="170" y="36"/>
                    <a:pt x="169" y="3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3422628" y="4767603"/>
              <a:ext cx="271400" cy="1378469"/>
            </a:xfrm>
            <a:custGeom>
              <a:avLst/>
              <a:gdLst/>
              <a:ahLst/>
              <a:cxnLst/>
              <a:rect l="l" t="t" r="r" b="b"/>
              <a:pathLst>
                <a:path w="75" h="380" extrusionOk="0">
                  <a:moveTo>
                    <a:pt x="35" y="337"/>
                  </a:moveTo>
                  <a:cubicBezTo>
                    <a:pt x="33" y="338"/>
                    <a:pt x="32" y="334"/>
                    <a:pt x="31" y="334"/>
                  </a:cubicBezTo>
                  <a:cubicBezTo>
                    <a:pt x="29" y="334"/>
                    <a:pt x="29" y="327"/>
                    <a:pt x="30" y="324"/>
                  </a:cubicBezTo>
                  <a:cubicBezTo>
                    <a:pt x="31" y="321"/>
                    <a:pt x="24" y="323"/>
                    <a:pt x="22" y="322"/>
                  </a:cubicBezTo>
                  <a:cubicBezTo>
                    <a:pt x="20" y="321"/>
                    <a:pt x="23" y="319"/>
                    <a:pt x="21" y="316"/>
                  </a:cubicBezTo>
                  <a:cubicBezTo>
                    <a:pt x="18" y="314"/>
                    <a:pt x="20" y="310"/>
                    <a:pt x="20" y="308"/>
                  </a:cubicBezTo>
                  <a:cubicBezTo>
                    <a:pt x="21" y="307"/>
                    <a:pt x="22" y="303"/>
                    <a:pt x="25" y="303"/>
                  </a:cubicBezTo>
                  <a:cubicBezTo>
                    <a:pt x="28" y="303"/>
                    <a:pt x="26" y="299"/>
                    <a:pt x="28" y="297"/>
                  </a:cubicBezTo>
                  <a:cubicBezTo>
                    <a:pt x="31" y="295"/>
                    <a:pt x="26" y="292"/>
                    <a:pt x="28" y="290"/>
                  </a:cubicBezTo>
                  <a:cubicBezTo>
                    <a:pt x="31" y="289"/>
                    <a:pt x="28" y="285"/>
                    <a:pt x="32" y="285"/>
                  </a:cubicBezTo>
                  <a:cubicBezTo>
                    <a:pt x="35" y="284"/>
                    <a:pt x="32" y="280"/>
                    <a:pt x="34" y="279"/>
                  </a:cubicBezTo>
                  <a:cubicBezTo>
                    <a:pt x="37" y="278"/>
                    <a:pt x="34" y="275"/>
                    <a:pt x="35" y="272"/>
                  </a:cubicBezTo>
                  <a:cubicBezTo>
                    <a:pt x="35" y="269"/>
                    <a:pt x="33" y="267"/>
                    <a:pt x="36" y="266"/>
                  </a:cubicBezTo>
                  <a:cubicBezTo>
                    <a:pt x="39" y="265"/>
                    <a:pt x="37" y="262"/>
                    <a:pt x="35" y="260"/>
                  </a:cubicBezTo>
                  <a:cubicBezTo>
                    <a:pt x="32" y="258"/>
                    <a:pt x="35" y="258"/>
                    <a:pt x="38" y="258"/>
                  </a:cubicBezTo>
                  <a:cubicBezTo>
                    <a:pt x="41" y="258"/>
                    <a:pt x="39" y="254"/>
                    <a:pt x="37" y="255"/>
                  </a:cubicBezTo>
                  <a:cubicBezTo>
                    <a:pt x="34" y="256"/>
                    <a:pt x="32" y="253"/>
                    <a:pt x="34" y="250"/>
                  </a:cubicBezTo>
                  <a:cubicBezTo>
                    <a:pt x="36" y="248"/>
                    <a:pt x="32" y="247"/>
                    <a:pt x="33" y="245"/>
                  </a:cubicBezTo>
                  <a:cubicBezTo>
                    <a:pt x="34" y="244"/>
                    <a:pt x="34" y="242"/>
                    <a:pt x="32" y="241"/>
                  </a:cubicBezTo>
                  <a:cubicBezTo>
                    <a:pt x="31" y="240"/>
                    <a:pt x="32" y="232"/>
                    <a:pt x="33" y="232"/>
                  </a:cubicBezTo>
                  <a:cubicBezTo>
                    <a:pt x="35" y="231"/>
                    <a:pt x="34" y="225"/>
                    <a:pt x="34" y="223"/>
                  </a:cubicBezTo>
                  <a:cubicBezTo>
                    <a:pt x="34" y="221"/>
                    <a:pt x="32" y="219"/>
                    <a:pt x="32" y="217"/>
                  </a:cubicBezTo>
                  <a:cubicBezTo>
                    <a:pt x="32" y="215"/>
                    <a:pt x="34" y="215"/>
                    <a:pt x="34" y="211"/>
                  </a:cubicBezTo>
                  <a:cubicBezTo>
                    <a:pt x="34" y="207"/>
                    <a:pt x="35" y="206"/>
                    <a:pt x="37" y="206"/>
                  </a:cubicBezTo>
                  <a:cubicBezTo>
                    <a:pt x="38" y="205"/>
                    <a:pt x="37" y="201"/>
                    <a:pt x="37" y="199"/>
                  </a:cubicBezTo>
                  <a:cubicBezTo>
                    <a:pt x="37" y="197"/>
                    <a:pt x="41" y="199"/>
                    <a:pt x="42" y="196"/>
                  </a:cubicBezTo>
                  <a:cubicBezTo>
                    <a:pt x="42" y="193"/>
                    <a:pt x="39" y="193"/>
                    <a:pt x="40" y="191"/>
                  </a:cubicBezTo>
                  <a:cubicBezTo>
                    <a:pt x="40" y="189"/>
                    <a:pt x="40" y="186"/>
                    <a:pt x="40" y="180"/>
                  </a:cubicBezTo>
                  <a:cubicBezTo>
                    <a:pt x="40" y="175"/>
                    <a:pt x="44" y="173"/>
                    <a:pt x="46" y="172"/>
                  </a:cubicBezTo>
                  <a:cubicBezTo>
                    <a:pt x="48" y="170"/>
                    <a:pt x="44" y="162"/>
                    <a:pt x="46" y="161"/>
                  </a:cubicBezTo>
                  <a:cubicBezTo>
                    <a:pt x="48" y="160"/>
                    <a:pt x="47" y="156"/>
                    <a:pt x="48" y="155"/>
                  </a:cubicBezTo>
                  <a:cubicBezTo>
                    <a:pt x="50" y="154"/>
                    <a:pt x="50" y="151"/>
                    <a:pt x="51" y="148"/>
                  </a:cubicBezTo>
                  <a:cubicBezTo>
                    <a:pt x="52" y="145"/>
                    <a:pt x="49" y="143"/>
                    <a:pt x="49" y="141"/>
                  </a:cubicBezTo>
                  <a:cubicBezTo>
                    <a:pt x="49" y="138"/>
                    <a:pt x="48" y="135"/>
                    <a:pt x="46" y="132"/>
                  </a:cubicBezTo>
                  <a:cubicBezTo>
                    <a:pt x="44" y="129"/>
                    <a:pt x="44" y="123"/>
                    <a:pt x="46" y="123"/>
                  </a:cubicBezTo>
                  <a:cubicBezTo>
                    <a:pt x="47" y="123"/>
                    <a:pt x="47" y="117"/>
                    <a:pt x="49" y="117"/>
                  </a:cubicBezTo>
                  <a:cubicBezTo>
                    <a:pt x="52" y="116"/>
                    <a:pt x="51" y="112"/>
                    <a:pt x="49" y="108"/>
                  </a:cubicBezTo>
                  <a:cubicBezTo>
                    <a:pt x="48" y="105"/>
                    <a:pt x="52" y="106"/>
                    <a:pt x="52" y="104"/>
                  </a:cubicBezTo>
                  <a:cubicBezTo>
                    <a:pt x="52" y="101"/>
                    <a:pt x="53" y="97"/>
                    <a:pt x="56" y="96"/>
                  </a:cubicBezTo>
                  <a:cubicBezTo>
                    <a:pt x="58" y="95"/>
                    <a:pt x="58" y="91"/>
                    <a:pt x="58" y="89"/>
                  </a:cubicBezTo>
                  <a:cubicBezTo>
                    <a:pt x="58" y="87"/>
                    <a:pt x="61" y="86"/>
                    <a:pt x="63" y="85"/>
                  </a:cubicBezTo>
                  <a:cubicBezTo>
                    <a:pt x="65" y="83"/>
                    <a:pt x="60" y="81"/>
                    <a:pt x="63" y="79"/>
                  </a:cubicBezTo>
                  <a:cubicBezTo>
                    <a:pt x="66" y="78"/>
                    <a:pt x="61" y="71"/>
                    <a:pt x="62" y="70"/>
                  </a:cubicBezTo>
                  <a:cubicBezTo>
                    <a:pt x="64" y="69"/>
                    <a:pt x="62" y="66"/>
                    <a:pt x="63" y="64"/>
                  </a:cubicBezTo>
                  <a:cubicBezTo>
                    <a:pt x="63" y="62"/>
                    <a:pt x="71" y="58"/>
                    <a:pt x="72" y="57"/>
                  </a:cubicBezTo>
                  <a:cubicBezTo>
                    <a:pt x="73" y="55"/>
                    <a:pt x="74" y="51"/>
                    <a:pt x="74" y="47"/>
                  </a:cubicBezTo>
                  <a:cubicBezTo>
                    <a:pt x="71" y="48"/>
                    <a:pt x="69" y="49"/>
                    <a:pt x="69" y="48"/>
                  </a:cubicBezTo>
                  <a:cubicBezTo>
                    <a:pt x="68" y="47"/>
                    <a:pt x="69" y="41"/>
                    <a:pt x="67" y="39"/>
                  </a:cubicBezTo>
                  <a:cubicBezTo>
                    <a:pt x="64" y="37"/>
                    <a:pt x="66" y="32"/>
                    <a:pt x="64" y="31"/>
                  </a:cubicBezTo>
                  <a:cubicBezTo>
                    <a:pt x="61" y="30"/>
                    <a:pt x="59" y="26"/>
                    <a:pt x="61" y="24"/>
                  </a:cubicBezTo>
                  <a:cubicBezTo>
                    <a:pt x="63" y="23"/>
                    <a:pt x="61" y="20"/>
                    <a:pt x="62" y="18"/>
                  </a:cubicBezTo>
                  <a:cubicBezTo>
                    <a:pt x="64" y="17"/>
                    <a:pt x="61" y="17"/>
                    <a:pt x="59" y="14"/>
                  </a:cubicBezTo>
                  <a:cubicBezTo>
                    <a:pt x="56" y="11"/>
                    <a:pt x="60" y="7"/>
                    <a:pt x="57" y="5"/>
                  </a:cubicBezTo>
                  <a:cubicBezTo>
                    <a:pt x="54" y="3"/>
                    <a:pt x="54" y="0"/>
                    <a:pt x="53" y="1"/>
                  </a:cubicBezTo>
                  <a:cubicBezTo>
                    <a:pt x="52" y="2"/>
                    <a:pt x="52" y="6"/>
                    <a:pt x="50" y="8"/>
                  </a:cubicBezTo>
                  <a:cubicBezTo>
                    <a:pt x="49" y="8"/>
                    <a:pt x="49" y="8"/>
                    <a:pt x="48" y="9"/>
                  </a:cubicBezTo>
                  <a:cubicBezTo>
                    <a:pt x="48" y="11"/>
                    <a:pt x="47" y="15"/>
                    <a:pt x="48" y="17"/>
                  </a:cubicBezTo>
                  <a:cubicBezTo>
                    <a:pt x="49" y="19"/>
                    <a:pt x="50" y="33"/>
                    <a:pt x="49" y="38"/>
                  </a:cubicBezTo>
                  <a:cubicBezTo>
                    <a:pt x="47" y="44"/>
                    <a:pt x="46" y="48"/>
                    <a:pt x="45" y="51"/>
                  </a:cubicBezTo>
                  <a:cubicBezTo>
                    <a:pt x="44" y="54"/>
                    <a:pt x="48" y="54"/>
                    <a:pt x="46" y="56"/>
                  </a:cubicBezTo>
                  <a:cubicBezTo>
                    <a:pt x="45" y="57"/>
                    <a:pt x="45" y="61"/>
                    <a:pt x="45" y="67"/>
                  </a:cubicBezTo>
                  <a:cubicBezTo>
                    <a:pt x="45" y="73"/>
                    <a:pt x="42" y="83"/>
                    <a:pt x="42" y="86"/>
                  </a:cubicBezTo>
                  <a:cubicBezTo>
                    <a:pt x="41" y="89"/>
                    <a:pt x="39" y="92"/>
                    <a:pt x="39" y="95"/>
                  </a:cubicBezTo>
                  <a:cubicBezTo>
                    <a:pt x="40" y="99"/>
                    <a:pt x="38" y="101"/>
                    <a:pt x="36" y="102"/>
                  </a:cubicBezTo>
                  <a:cubicBezTo>
                    <a:pt x="34" y="104"/>
                    <a:pt x="39" y="109"/>
                    <a:pt x="39" y="112"/>
                  </a:cubicBezTo>
                  <a:cubicBezTo>
                    <a:pt x="39" y="115"/>
                    <a:pt x="35" y="117"/>
                    <a:pt x="36" y="122"/>
                  </a:cubicBezTo>
                  <a:cubicBezTo>
                    <a:pt x="37" y="128"/>
                    <a:pt x="36" y="138"/>
                    <a:pt x="36" y="140"/>
                  </a:cubicBezTo>
                  <a:cubicBezTo>
                    <a:pt x="36" y="142"/>
                    <a:pt x="33" y="142"/>
                    <a:pt x="34" y="146"/>
                  </a:cubicBezTo>
                  <a:cubicBezTo>
                    <a:pt x="34" y="150"/>
                    <a:pt x="31" y="151"/>
                    <a:pt x="31" y="156"/>
                  </a:cubicBezTo>
                  <a:cubicBezTo>
                    <a:pt x="30" y="162"/>
                    <a:pt x="26" y="170"/>
                    <a:pt x="24" y="174"/>
                  </a:cubicBezTo>
                  <a:cubicBezTo>
                    <a:pt x="23" y="179"/>
                    <a:pt x="23" y="181"/>
                    <a:pt x="20" y="181"/>
                  </a:cubicBezTo>
                  <a:cubicBezTo>
                    <a:pt x="18" y="181"/>
                    <a:pt x="18" y="183"/>
                    <a:pt x="19" y="187"/>
                  </a:cubicBezTo>
                  <a:cubicBezTo>
                    <a:pt x="21" y="191"/>
                    <a:pt x="18" y="194"/>
                    <a:pt x="20" y="198"/>
                  </a:cubicBezTo>
                  <a:cubicBezTo>
                    <a:pt x="23" y="201"/>
                    <a:pt x="22" y="203"/>
                    <a:pt x="21" y="206"/>
                  </a:cubicBezTo>
                  <a:cubicBezTo>
                    <a:pt x="20" y="210"/>
                    <a:pt x="18" y="210"/>
                    <a:pt x="18" y="213"/>
                  </a:cubicBezTo>
                  <a:cubicBezTo>
                    <a:pt x="18" y="217"/>
                    <a:pt x="16" y="220"/>
                    <a:pt x="17" y="223"/>
                  </a:cubicBezTo>
                  <a:cubicBezTo>
                    <a:pt x="18" y="227"/>
                    <a:pt x="18" y="228"/>
                    <a:pt x="16" y="228"/>
                  </a:cubicBezTo>
                  <a:cubicBezTo>
                    <a:pt x="14" y="228"/>
                    <a:pt x="13" y="231"/>
                    <a:pt x="13" y="238"/>
                  </a:cubicBezTo>
                  <a:cubicBezTo>
                    <a:pt x="12" y="244"/>
                    <a:pt x="12" y="244"/>
                    <a:pt x="17" y="243"/>
                  </a:cubicBezTo>
                  <a:cubicBezTo>
                    <a:pt x="21" y="243"/>
                    <a:pt x="18" y="228"/>
                    <a:pt x="20" y="228"/>
                  </a:cubicBezTo>
                  <a:cubicBezTo>
                    <a:pt x="23" y="228"/>
                    <a:pt x="21" y="226"/>
                    <a:pt x="24" y="225"/>
                  </a:cubicBezTo>
                  <a:cubicBezTo>
                    <a:pt x="26" y="224"/>
                    <a:pt x="24" y="227"/>
                    <a:pt x="26" y="228"/>
                  </a:cubicBezTo>
                  <a:cubicBezTo>
                    <a:pt x="28" y="229"/>
                    <a:pt x="29" y="230"/>
                    <a:pt x="26" y="232"/>
                  </a:cubicBezTo>
                  <a:cubicBezTo>
                    <a:pt x="24" y="233"/>
                    <a:pt x="27" y="237"/>
                    <a:pt x="26" y="239"/>
                  </a:cubicBezTo>
                  <a:cubicBezTo>
                    <a:pt x="24" y="241"/>
                    <a:pt x="22" y="243"/>
                    <a:pt x="24" y="246"/>
                  </a:cubicBezTo>
                  <a:cubicBezTo>
                    <a:pt x="25" y="248"/>
                    <a:pt x="22" y="248"/>
                    <a:pt x="22" y="251"/>
                  </a:cubicBezTo>
                  <a:cubicBezTo>
                    <a:pt x="22" y="254"/>
                    <a:pt x="24" y="254"/>
                    <a:pt x="22" y="255"/>
                  </a:cubicBezTo>
                  <a:cubicBezTo>
                    <a:pt x="21" y="256"/>
                    <a:pt x="24" y="258"/>
                    <a:pt x="22" y="259"/>
                  </a:cubicBezTo>
                  <a:cubicBezTo>
                    <a:pt x="20" y="259"/>
                    <a:pt x="21" y="261"/>
                    <a:pt x="23" y="264"/>
                  </a:cubicBezTo>
                  <a:cubicBezTo>
                    <a:pt x="24" y="266"/>
                    <a:pt x="20" y="265"/>
                    <a:pt x="18" y="266"/>
                  </a:cubicBezTo>
                  <a:cubicBezTo>
                    <a:pt x="16" y="268"/>
                    <a:pt x="20" y="270"/>
                    <a:pt x="19" y="272"/>
                  </a:cubicBezTo>
                  <a:cubicBezTo>
                    <a:pt x="18" y="274"/>
                    <a:pt x="15" y="271"/>
                    <a:pt x="14" y="269"/>
                  </a:cubicBezTo>
                  <a:cubicBezTo>
                    <a:pt x="12" y="268"/>
                    <a:pt x="16" y="266"/>
                    <a:pt x="17" y="264"/>
                  </a:cubicBezTo>
                  <a:cubicBezTo>
                    <a:pt x="19" y="262"/>
                    <a:pt x="16" y="257"/>
                    <a:pt x="13" y="258"/>
                  </a:cubicBezTo>
                  <a:cubicBezTo>
                    <a:pt x="10" y="259"/>
                    <a:pt x="16" y="262"/>
                    <a:pt x="16" y="264"/>
                  </a:cubicBezTo>
                  <a:cubicBezTo>
                    <a:pt x="16" y="267"/>
                    <a:pt x="11" y="264"/>
                    <a:pt x="11" y="266"/>
                  </a:cubicBezTo>
                  <a:cubicBezTo>
                    <a:pt x="11" y="269"/>
                    <a:pt x="8" y="268"/>
                    <a:pt x="6" y="270"/>
                  </a:cubicBezTo>
                  <a:cubicBezTo>
                    <a:pt x="5" y="272"/>
                    <a:pt x="9" y="274"/>
                    <a:pt x="7" y="274"/>
                  </a:cubicBezTo>
                  <a:cubicBezTo>
                    <a:pt x="5" y="275"/>
                    <a:pt x="2" y="277"/>
                    <a:pt x="2" y="279"/>
                  </a:cubicBezTo>
                  <a:cubicBezTo>
                    <a:pt x="1" y="281"/>
                    <a:pt x="4" y="281"/>
                    <a:pt x="4" y="280"/>
                  </a:cubicBezTo>
                  <a:cubicBezTo>
                    <a:pt x="4" y="278"/>
                    <a:pt x="7" y="277"/>
                    <a:pt x="7" y="280"/>
                  </a:cubicBezTo>
                  <a:cubicBezTo>
                    <a:pt x="8" y="282"/>
                    <a:pt x="10" y="280"/>
                    <a:pt x="12" y="280"/>
                  </a:cubicBezTo>
                  <a:cubicBezTo>
                    <a:pt x="15" y="281"/>
                    <a:pt x="15" y="285"/>
                    <a:pt x="13" y="284"/>
                  </a:cubicBezTo>
                  <a:cubicBezTo>
                    <a:pt x="12" y="284"/>
                    <a:pt x="10" y="287"/>
                    <a:pt x="10" y="290"/>
                  </a:cubicBezTo>
                  <a:cubicBezTo>
                    <a:pt x="11" y="292"/>
                    <a:pt x="16" y="290"/>
                    <a:pt x="18" y="290"/>
                  </a:cubicBezTo>
                  <a:cubicBezTo>
                    <a:pt x="21" y="291"/>
                    <a:pt x="20" y="295"/>
                    <a:pt x="18" y="294"/>
                  </a:cubicBezTo>
                  <a:cubicBezTo>
                    <a:pt x="17" y="292"/>
                    <a:pt x="14" y="290"/>
                    <a:pt x="13" y="292"/>
                  </a:cubicBezTo>
                  <a:cubicBezTo>
                    <a:pt x="12" y="295"/>
                    <a:pt x="10" y="294"/>
                    <a:pt x="8" y="293"/>
                  </a:cubicBezTo>
                  <a:cubicBezTo>
                    <a:pt x="6" y="292"/>
                    <a:pt x="0" y="296"/>
                    <a:pt x="2" y="297"/>
                  </a:cubicBezTo>
                  <a:cubicBezTo>
                    <a:pt x="4" y="299"/>
                    <a:pt x="4" y="301"/>
                    <a:pt x="5" y="301"/>
                  </a:cubicBezTo>
                  <a:cubicBezTo>
                    <a:pt x="7" y="301"/>
                    <a:pt x="9" y="300"/>
                    <a:pt x="10" y="299"/>
                  </a:cubicBezTo>
                  <a:cubicBezTo>
                    <a:pt x="10" y="297"/>
                    <a:pt x="13" y="296"/>
                    <a:pt x="13" y="299"/>
                  </a:cubicBezTo>
                  <a:cubicBezTo>
                    <a:pt x="13" y="302"/>
                    <a:pt x="10" y="301"/>
                    <a:pt x="9" y="303"/>
                  </a:cubicBezTo>
                  <a:cubicBezTo>
                    <a:pt x="8" y="304"/>
                    <a:pt x="7" y="306"/>
                    <a:pt x="4" y="308"/>
                  </a:cubicBezTo>
                  <a:cubicBezTo>
                    <a:pt x="2" y="309"/>
                    <a:pt x="4" y="312"/>
                    <a:pt x="6" y="311"/>
                  </a:cubicBezTo>
                  <a:cubicBezTo>
                    <a:pt x="8" y="310"/>
                    <a:pt x="6" y="313"/>
                    <a:pt x="8" y="314"/>
                  </a:cubicBezTo>
                  <a:cubicBezTo>
                    <a:pt x="11" y="314"/>
                    <a:pt x="11" y="312"/>
                    <a:pt x="11" y="310"/>
                  </a:cubicBezTo>
                  <a:cubicBezTo>
                    <a:pt x="10" y="308"/>
                    <a:pt x="12" y="304"/>
                    <a:pt x="14" y="306"/>
                  </a:cubicBezTo>
                  <a:cubicBezTo>
                    <a:pt x="17" y="308"/>
                    <a:pt x="13" y="311"/>
                    <a:pt x="13" y="312"/>
                  </a:cubicBezTo>
                  <a:cubicBezTo>
                    <a:pt x="13" y="314"/>
                    <a:pt x="12" y="317"/>
                    <a:pt x="12" y="319"/>
                  </a:cubicBezTo>
                  <a:cubicBezTo>
                    <a:pt x="12" y="321"/>
                    <a:pt x="10" y="320"/>
                    <a:pt x="10" y="322"/>
                  </a:cubicBezTo>
                  <a:cubicBezTo>
                    <a:pt x="10" y="324"/>
                    <a:pt x="4" y="323"/>
                    <a:pt x="7" y="324"/>
                  </a:cubicBezTo>
                  <a:cubicBezTo>
                    <a:pt x="9" y="326"/>
                    <a:pt x="5" y="328"/>
                    <a:pt x="7" y="329"/>
                  </a:cubicBezTo>
                  <a:cubicBezTo>
                    <a:pt x="8" y="331"/>
                    <a:pt x="9" y="327"/>
                    <a:pt x="11" y="328"/>
                  </a:cubicBezTo>
                  <a:cubicBezTo>
                    <a:pt x="13" y="329"/>
                    <a:pt x="13" y="329"/>
                    <a:pt x="16" y="328"/>
                  </a:cubicBezTo>
                  <a:cubicBezTo>
                    <a:pt x="18" y="327"/>
                    <a:pt x="20" y="330"/>
                    <a:pt x="17" y="331"/>
                  </a:cubicBezTo>
                  <a:cubicBezTo>
                    <a:pt x="15" y="332"/>
                    <a:pt x="12" y="334"/>
                    <a:pt x="13" y="335"/>
                  </a:cubicBezTo>
                  <a:cubicBezTo>
                    <a:pt x="14" y="335"/>
                    <a:pt x="18" y="333"/>
                    <a:pt x="18" y="335"/>
                  </a:cubicBezTo>
                  <a:cubicBezTo>
                    <a:pt x="19" y="338"/>
                    <a:pt x="21" y="337"/>
                    <a:pt x="21" y="334"/>
                  </a:cubicBezTo>
                  <a:cubicBezTo>
                    <a:pt x="21" y="332"/>
                    <a:pt x="26" y="334"/>
                    <a:pt x="27" y="336"/>
                  </a:cubicBezTo>
                  <a:cubicBezTo>
                    <a:pt x="27" y="339"/>
                    <a:pt x="22" y="340"/>
                    <a:pt x="19" y="339"/>
                  </a:cubicBezTo>
                  <a:cubicBezTo>
                    <a:pt x="16" y="339"/>
                    <a:pt x="15" y="342"/>
                    <a:pt x="17" y="344"/>
                  </a:cubicBezTo>
                  <a:cubicBezTo>
                    <a:pt x="18" y="347"/>
                    <a:pt x="21" y="344"/>
                    <a:pt x="23" y="342"/>
                  </a:cubicBezTo>
                  <a:cubicBezTo>
                    <a:pt x="25" y="340"/>
                    <a:pt x="35" y="341"/>
                    <a:pt x="36" y="343"/>
                  </a:cubicBezTo>
                  <a:cubicBezTo>
                    <a:pt x="36" y="345"/>
                    <a:pt x="31" y="343"/>
                    <a:pt x="30" y="345"/>
                  </a:cubicBezTo>
                  <a:cubicBezTo>
                    <a:pt x="30" y="346"/>
                    <a:pt x="26" y="347"/>
                    <a:pt x="25" y="346"/>
                  </a:cubicBezTo>
                  <a:cubicBezTo>
                    <a:pt x="25" y="344"/>
                    <a:pt x="21" y="346"/>
                    <a:pt x="21" y="349"/>
                  </a:cubicBezTo>
                  <a:cubicBezTo>
                    <a:pt x="20" y="351"/>
                    <a:pt x="17" y="351"/>
                    <a:pt x="21" y="352"/>
                  </a:cubicBezTo>
                  <a:cubicBezTo>
                    <a:pt x="24" y="353"/>
                    <a:pt x="23" y="348"/>
                    <a:pt x="28" y="349"/>
                  </a:cubicBezTo>
                  <a:cubicBezTo>
                    <a:pt x="34" y="349"/>
                    <a:pt x="36" y="344"/>
                    <a:pt x="38" y="347"/>
                  </a:cubicBezTo>
                  <a:cubicBezTo>
                    <a:pt x="39" y="350"/>
                    <a:pt x="34" y="352"/>
                    <a:pt x="32" y="350"/>
                  </a:cubicBezTo>
                  <a:cubicBezTo>
                    <a:pt x="30" y="349"/>
                    <a:pt x="27" y="352"/>
                    <a:pt x="27" y="355"/>
                  </a:cubicBezTo>
                  <a:cubicBezTo>
                    <a:pt x="27" y="357"/>
                    <a:pt x="21" y="354"/>
                    <a:pt x="18" y="353"/>
                  </a:cubicBezTo>
                  <a:cubicBezTo>
                    <a:pt x="15" y="353"/>
                    <a:pt x="17" y="356"/>
                    <a:pt x="19" y="359"/>
                  </a:cubicBezTo>
                  <a:cubicBezTo>
                    <a:pt x="22" y="362"/>
                    <a:pt x="23" y="359"/>
                    <a:pt x="27" y="361"/>
                  </a:cubicBezTo>
                  <a:cubicBezTo>
                    <a:pt x="30" y="363"/>
                    <a:pt x="30" y="365"/>
                    <a:pt x="32" y="363"/>
                  </a:cubicBezTo>
                  <a:cubicBezTo>
                    <a:pt x="34" y="361"/>
                    <a:pt x="32" y="361"/>
                    <a:pt x="30" y="360"/>
                  </a:cubicBezTo>
                  <a:cubicBezTo>
                    <a:pt x="29" y="359"/>
                    <a:pt x="30" y="356"/>
                    <a:pt x="34" y="358"/>
                  </a:cubicBezTo>
                  <a:cubicBezTo>
                    <a:pt x="37" y="359"/>
                    <a:pt x="41" y="356"/>
                    <a:pt x="40" y="352"/>
                  </a:cubicBezTo>
                  <a:cubicBezTo>
                    <a:pt x="39" y="347"/>
                    <a:pt x="44" y="345"/>
                    <a:pt x="48" y="344"/>
                  </a:cubicBezTo>
                  <a:cubicBezTo>
                    <a:pt x="52" y="342"/>
                    <a:pt x="50" y="347"/>
                    <a:pt x="47" y="348"/>
                  </a:cubicBezTo>
                  <a:cubicBezTo>
                    <a:pt x="44" y="349"/>
                    <a:pt x="43" y="350"/>
                    <a:pt x="45" y="353"/>
                  </a:cubicBezTo>
                  <a:cubicBezTo>
                    <a:pt x="48" y="355"/>
                    <a:pt x="51" y="351"/>
                    <a:pt x="53" y="353"/>
                  </a:cubicBezTo>
                  <a:cubicBezTo>
                    <a:pt x="55" y="355"/>
                    <a:pt x="49" y="355"/>
                    <a:pt x="48" y="357"/>
                  </a:cubicBezTo>
                  <a:cubicBezTo>
                    <a:pt x="47" y="359"/>
                    <a:pt x="52" y="361"/>
                    <a:pt x="49" y="363"/>
                  </a:cubicBezTo>
                  <a:cubicBezTo>
                    <a:pt x="46" y="364"/>
                    <a:pt x="47" y="357"/>
                    <a:pt x="45" y="356"/>
                  </a:cubicBezTo>
                  <a:cubicBezTo>
                    <a:pt x="43" y="355"/>
                    <a:pt x="42" y="357"/>
                    <a:pt x="44" y="361"/>
                  </a:cubicBezTo>
                  <a:cubicBezTo>
                    <a:pt x="45" y="365"/>
                    <a:pt x="41" y="362"/>
                    <a:pt x="39" y="360"/>
                  </a:cubicBezTo>
                  <a:cubicBezTo>
                    <a:pt x="38" y="358"/>
                    <a:pt x="35" y="361"/>
                    <a:pt x="37" y="363"/>
                  </a:cubicBezTo>
                  <a:cubicBezTo>
                    <a:pt x="39" y="365"/>
                    <a:pt x="33" y="363"/>
                    <a:pt x="33" y="366"/>
                  </a:cubicBezTo>
                  <a:cubicBezTo>
                    <a:pt x="33" y="370"/>
                    <a:pt x="36" y="367"/>
                    <a:pt x="39" y="367"/>
                  </a:cubicBezTo>
                  <a:cubicBezTo>
                    <a:pt x="42" y="368"/>
                    <a:pt x="41" y="373"/>
                    <a:pt x="43" y="375"/>
                  </a:cubicBezTo>
                  <a:cubicBezTo>
                    <a:pt x="46" y="377"/>
                    <a:pt x="44" y="369"/>
                    <a:pt x="46" y="368"/>
                  </a:cubicBezTo>
                  <a:cubicBezTo>
                    <a:pt x="49" y="368"/>
                    <a:pt x="47" y="374"/>
                    <a:pt x="52" y="376"/>
                  </a:cubicBezTo>
                  <a:cubicBezTo>
                    <a:pt x="58" y="378"/>
                    <a:pt x="53" y="375"/>
                    <a:pt x="55" y="373"/>
                  </a:cubicBezTo>
                  <a:cubicBezTo>
                    <a:pt x="58" y="371"/>
                    <a:pt x="61" y="379"/>
                    <a:pt x="64" y="380"/>
                  </a:cubicBezTo>
                  <a:cubicBezTo>
                    <a:pt x="67" y="380"/>
                    <a:pt x="65" y="376"/>
                    <a:pt x="63" y="374"/>
                  </a:cubicBezTo>
                  <a:cubicBezTo>
                    <a:pt x="61" y="372"/>
                    <a:pt x="65" y="373"/>
                    <a:pt x="68" y="374"/>
                  </a:cubicBezTo>
                  <a:cubicBezTo>
                    <a:pt x="71" y="375"/>
                    <a:pt x="73" y="375"/>
                    <a:pt x="73" y="373"/>
                  </a:cubicBezTo>
                  <a:cubicBezTo>
                    <a:pt x="74" y="372"/>
                    <a:pt x="74" y="373"/>
                    <a:pt x="75" y="373"/>
                  </a:cubicBezTo>
                  <a:cubicBezTo>
                    <a:pt x="72" y="371"/>
                    <a:pt x="62" y="372"/>
                    <a:pt x="61" y="372"/>
                  </a:cubicBezTo>
                  <a:cubicBezTo>
                    <a:pt x="59" y="372"/>
                    <a:pt x="60" y="349"/>
                    <a:pt x="61" y="344"/>
                  </a:cubicBezTo>
                  <a:cubicBezTo>
                    <a:pt x="60" y="344"/>
                    <a:pt x="60" y="344"/>
                    <a:pt x="60" y="344"/>
                  </a:cubicBezTo>
                  <a:cubicBezTo>
                    <a:pt x="58" y="344"/>
                    <a:pt x="52" y="345"/>
                    <a:pt x="53" y="341"/>
                  </a:cubicBezTo>
                  <a:cubicBezTo>
                    <a:pt x="53" y="340"/>
                    <a:pt x="54" y="340"/>
                    <a:pt x="54" y="340"/>
                  </a:cubicBezTo>
                  <a:cubicBezTo>
                    <a:pt x="53" y="339"/>
                    <a:pt x="51" y="338"/>
                    <a:pt x="49" y="337"/>
                  </a:cubicBezTo>
                  <a:cubicBezTo>
                    <a:pt x="46" y="336"/>
                    <a:pt x="37" y="337"/>
                    <a:pt x="35" y="33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3824363" y="4825869"/>
              <a:ext cx="268334" cy="276000"/>
            </a:xfrm>
            <a:custGeom>
              <a:avLst/>
              <a:gdLst/>
              <a:ahLst/>
              <a:cxnLst/>
              <a:rect l="l" t="t" r="r" b="b"/>
              <a:pathLst>
                <a:path w="74" h="76" extrusionOk="0">
                  <a:moveTo>
                    <a:pt x="71" y="41"/>
                  </a:moveTo>
                  <a:cubicBezTo>
                    <a:pt x="68" y="40"/>
                    <a:pt x="65" y="43"/>
                    <a:pt x="64" y="43"/>
                  </a:cubicBezTo>
                  <a:cubicBezTo>
                    <a:pt x="63" y="43"/>
                    <a:pt x="61" y="36"/>
                    <a:pt x="60" y="33"/>
                  </a:cubicBezTo>
                  <a:cubicBezTo>
                    <a:pt x="59" y="30"/>
                    <a:pt x="56" y="25"/>
                    <a:pt x="54" y="26"/>
                  </a:cubicBezTo>
                  <a:cubicBezTo>
                    <a:pt x="52" y="27"/>
                    <a:pt x="53" y="26"/>
                    <a:pt x="47" y="25"/>
                  </a:cubicBezTo>
                  <a:cubicBezTo>
                    <a:pt x="41" y="25"/>
                    <a:pt x="41" y="24"/>
                    <a:pt x="43" y="19"/>
                  </a:cubicBezTo>
                  <a:cubicBezTo>
                    <a:pt x="44" y="13"/>
                    <a:pt x="39" y="9"/>
                    <a:pt x="41" y="8"/>
                  </a:cubicBezTo>
                  <a:cubicBezTo>
                    <a:pt x="43" y="7"/>
                    <a:pt x="43" y="6"/>
                    <a:pt x="41" y="4"/>
                  </a:cubicBezTo>
                  <a:cubicBezTo>
                    <a:pt x="40" y="4"/>
                    <a:pt x="40" y="4"/>
                    <a:pt x="39" y="4"/>
                  </a:cubicBezTo>
                  <a:cubicBezTo>
                    <a:pt x="37" y="4"/>
                    <a:pt x="35" y="1"/>
                    <a:pt x="31" y="1"/>
                  </a:cubicBezTo>
                  <a:cubicBezTo>
                    <a:pt x="28" y="1"/>
                    <a:pt x="24" y="0"/>
                    <a:pt x="22" y="2"/>
                  </a:cubicBezTo>
                  <a:cubicBezTo>
                    <a:pt x="19" y="3"/>
                    <a:pt x="14" y="1"/>
                    <a:pt x="11" y="3"/>
                  </a:cubicBezTo>
                  <a:cubicBezTo>
                    <a:pt x="8" y="5"/>
                    <a:pt x="5" y="10"/>
                    <a:pt x="5" y="11"/>
                  </a:cubicBezTo>
                  <a:cubicBezTo>
                    <a:pt x="5" y="13"/>
                    <a:pt x="4" y="24"/>
                    <a:pt x="2" y="24"/>
                  </a:cubicBezTo>
                  <a:cubicBezTo>
                    <a:pt x="2" y="24"/>
                    <a:pt x="1" y="24"/>
                    <a:pt x="0" y="24"/>
                  </a:cubicBezTo>
                  <a:cubicBezTo>
                    <a:pt x="2" y="28"/>
                    <a:pt x="7" y="34"/>
                    <a:pt x="11" y="36"/>
                  </a:cubicBezTo>
                  <a:cubicBezTo>
                    <a:pt x="16" y="39"/>
                    <a:pt x="16" y="42"/>
                    <a:pt x="21" y="42"/>
                  </a:cubicBezTo>
                  <a:cubicBezTo>
                    <a:pt x="26" y="43"/>
                    <a:pt x="28" y="45"/>
                    <a:pt x="30" y="47"/>
                  </a:cubicBezTo>
                  <a:cubicBezTo>
                    <a:pt x="32" y="49"/>
                    <a:pt x="45" y="53"/>
                    <a:pt x="46" y="55"/>
                  </a:cubicBezTo>
                  <a:cubicBezTo>
                    <a:pt x="47" y="56"/>
                    <a:pt x="39" y="62"/>
                    <a:pt x="39" y="66"/>
                  </a:cubicBezTo>
                  <a:cubicBezTo>
                    <a:pt x="39" y="71"/>
                    <a:pt x="36" y="70"/>
                    <a:pt x="36" y="72"/>
                  </a:cubicBezTo>
                  <a:cubicBezTo>
                    <a:pt x="36" y="73"/>
                    <a:pt x="42" y="72"/>
                    <a:pt x="44" y="73"/>
                  </a:cubicBezTo>
                  <a:cubicBezTo>
                    <a:pt x="46" y="75"/>
                    <a:pt x="50" y="73"/>
                    <a:pt x="52" y="74"/>
                  </a:cubicBezTo>
                  <a:cubicBezTo>
                    <a:pt x="55" y="76"/>
                    <a:pt x="58" y="72"/>
                    <a:pt x="60" y="73"/>
                  </a:cubicBezTo>
                  <a:cubicBezTo>
                    <a:pt x="62" y="73"/>
                    <a:pt x="64" y="69"/>
                    <a:pt x="66" y="69"/>
                  </a:cubicBezTo>
                  <a:cubicBezTo>
                    <a:pt x="69" y="70"/>
                    <a:pt x="71" y="61"/>
                    <a:pt x="70" y="57"/>
                  </a:cubicBezTo>
                  <a:cubicBezTo>
                    <a:pt x="70" y="53"/>
                    <a:pt x="74" y="43"/>
                    <a:pt x="71" y="4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3114428" y="3881335"/>
              <a:ext cx="101200" cy="84334"/>
            </a:xfrm>
            <a:custGeom>
              <a:avLst/>
              <a:gdLst/>
              <a:ahLst/>
              <a:cxnLst/>
              <a:rect l="l" t="t" r="r" b="b"/>
              <a:pathLst>
                <a:path w="28" h="23" extrusionOk="0">
                  <a:moveTo>
                    <a:pt x="27" y="18"/>
                  </a:moveTo>
                  <a:cubicBezTo>
                    <a:pt x="26" y="17"/>
                    <a:pt x="26" y="15"/>
                    <a:pt x="28" y="13"/>
                  </a:cubicBezTo>
                  <a:cubicBezTo>
                    <a:pt x="25" y="9"/>
                    <a:pt x="21" y="5"/>
                    <a:pt x="20" y="2"/>
                  </a:cubicBezTo>
                  <a:cubicBezTo>
                    <a:pt x="18" y="3"/>
                    <a:pt x="16" y="3"/>
                    <a:pt x="15" y="2"/>
                  </a:cubicBezTo>
                  <a:cubicBezTo>
                    <a:pt x="13" y="0"/>
                    <a:pt x="9" y="1"/>
                    <a:pt x="7" y="0"/>
                  </a:cubicBezTo>
                  <a:cubicBezTo>
                    <a:pt x="6" y="0"/>
                    <a:pt x="4" y="0"/>
                    <a:pt x="2" y="0"/>
                  </a:cubicBezTo>
                  <a:cubicBezTo>
                    <a:pt x="3" y="2"/>
                    <a:pt x="3" y="3"/>
                    <a:pt x="2" y="4"/>
                  </a:cubicBezTo>
                  <a:cubicBezTo>
                    <a:pt x="0" y="5"/>
                    <a:pt x="0" y="9"/>
                    <a:pt x="4" y="11"/>
                  </a:cubicBezTo>
                  <a:cubicBezTo>
                    <a:pt x="8" y="12"/>
                    <a:pt x="7" y="10"/>
                    <a:pt x="9" y="10"/>
                  </a:cubicBezTo>
                  <a:cubicBezTo>
                    <a:pt x="11" y="10"/>
                    <a:pt x="11" y="13"/>
                    <a:pt x="13" y="13"/>
                  </a:cubicBezTo>
                  <a:cubicBezTo>
                    <a:pt x="14" y="13"/>
                    <a:pt x="19" y="15"/>
                    <a:pt x="19" y="18"/>
                  </a:cubicBezTo>
                  <a:cubicBezTo>
                    <a:pt x="18" y="21"/>
                    <a:pt x="20" y="23"/>
                    <a:pt x="23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6" y="21"/>
                    <a:pt x="27" y="19"/>
                    <a:pt x="27" y="1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3204894" y="3921201"/>
              <a:ext cx="180934" cy="87400"/>
            </a:xfrm>
            <a:custGeom>
              <a:avLst/>
              <a:gdLst/>
              <a:ahLst/>
              <a:cxnLst/>
              <a:rect l="l" t="t" r="r" b="b"/>
              <a:pathLst>
                <a:path w="50" h="24" extrusionOk="0">
                  <a:moveTo>
                    <a:pt x="44" y="7"/>
                  </a:moveTo>
                  <a:cubicBezTo>
                    <a:pt x="41" y="3"/>
                    <a:pt x="36" y="3"/>
                    <a:pt x="33" y="1"/>
                  </a:cubicBezTo>
                  <a:cubicBezTo>
                    <a:pt x="29" y="0"/>
                    <a:pt x="25" y="2"/>
                    <a:pt x="21" y="6"/>
                  </a:cubicBezTo>
                  <a:cubicBezTo>
                    <a:pt x="16" y="10"/>
                    <a:pt x="11" y="8"/>
                    <a:pt x="7" y="6"/>
                  </a:cubicBezTo>
                  <a:cubicBezTo>
                    <a:pt x="6" y="5"/>
                    <a:pt x="5" y="4"/>
                    <a:pt x="3" y="2"/>
                  </a:cubicBezTo>
                  <a:cubicBezTo>
                    <a:pt x="1" y="4"/>
                    <a:pt x="1" y="6"/>
                    <a:pt x="2" y="7"/>
                  </a:cubicBezTo>
                  <a:cubicBezTo>
                    <a:pt x="2" y="8"/>
                    <a:pt x="1" y="10"/>
                    <a:pt x="0" y="12"/>
                  </a:cubicBezTo>
                  <a:cubicBezTo>
                    <a:pt x="4" y="12"/>
                    <a:pt x="9" y="14"/>
                    <a:pt x="11" y="17"/>
                  </a:cubicBezTo>
                  <a:cubicBezTo>
                    <a:pt x="14" y="20"/>
                    <a:pt x="16" y="18"/>
                    <a:pt x="17" y="21"/>
                  </a:cubicBezTo>
                  <a:cubicBezTo>
                    <a:pt x="19" y="24"/>
                    <a:pt x="23" y="21"/>
                    <a:pt x="24" y="19"/>
                  </a:cubicBezTo>
                  <a:cubicBezTo>
                    <a:pt x="25" y="17"/>
                    <a:pt x="22" y="16"/>
                    <a:pt x="22" y="14"/>
                  </a:cubicBezTo>
                  <a:cubicBezTo>
                    <a:pt x="21" y="12"/>
                    <a:pt x="25" y="13"/>
                    <a:pt x="26" y="10"/>
                  </a:cubicBezTo>
                  <a:cubicBezTo>
                    <a:pt x="27" y="7"/>
                    <a:pt x="33" y="6"/>
                    <a:pt x="35" y="7"/>
                  </a:cubicBezTo>
                  <a:cubicBezTo>
                    <a:pt x="38" y="8"/>
                    <a:pt x="40" y="10"/>
                    <a:pt x="38" y="13"/>
                  </a:cubicBezTo>
                  <a:cubicBezTo>
                    <a:pt x="36" y="15"/>
                    <a:pt x="40" y="19"/>
                    <a:pt x="43" y="22"/>
                  </a:cubicBezTo>
                  <a:cubicBezTo>
                    <a:pt x="45" y="20"/>
                    <a:pt x="47" y="17"/>
                    <a:pt x="48" y="16"/>
                  </a:cubicBezTo>
                  <a:cubicBezTo>
                    <a:pt x="49" y="16"/>
                    <a:pt x="49" y="15"/>
                    <a:pt x="50" y="14"/>
                  </a:cubicBezTo>
                  <a:cubicBezTo>
                    <a:pt x="48" y="13"/>
                    <a:pt x="46" y="10"/>
                    <a:pt x="44" y="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3327561" y="3833801"/>
              <a:ext cx="366468" cy="519802"/>
            </a:xfrm>
            <a:custGeom>
              <a:avLst/>
              <a:gdLst/>
              <a:ahLst/>
              <a:cxnLst/>
              <a:rect l="l" t="t" r="r" b="b"/>
              <a:pathLst>
                <a:path w="101" h="143" extrusionOk="0">
                  <a:moveTo>
                    <a:pt x="16" y="104"/>
                  </a:moveTo>
                  <a:cubicBezTo>
                    <a:pt x="18" y="106"/>
                    <a:pt x="21" y="105"/>
                    <a:pt x="22" y="104"/>
                  </a:cubicBezTo>
                  <a:cubicBezTo>
                    <a:pt x="23" y="103"/>
                    <a:pt x="25" y="105"/>
                    <a:pt x="28" y="109"/>
                  </a:cubicBezTo>
                  <a:cubicBezTo>
                    <a:pt x="28" y="109"/>
                    <a:pt x="28" y="109"/>
                    <a:pt x="28" y="109"/>
                  </a:cubicBezTo>
                  <a:cubicBezTo>
                    <a:pt x="31" y="109"/>
                    <a:pt x="34" y="108"/>
                    <a:pt x="36" y="109"/>
                  </a:cubicBezTo>
                  <a:cubicBezTo>
                    <a:pt x="38" y="111"/>
                    <a:pt x="37" y="116"/>
                    <a:pt x="41" y="116"/>
                  </a:cubicBezTo>
                  <a:cubicBezTo>
                    <a:pt x="44" y="116"/>
                    <a:pt x="46" y="120"/>
                    <a:pt x="46" y="121"/>
                  </a:cubicBezTo>
                  <a:cubicBezTo>
                    <a:pt x="46" y="123"/>
                    <a:pt x="49" y="124"/>
                    <a:pt x="49" y="127"/>
                  </a:cubicBezTo>
                  <a:cubicBezTo>
                    <a:pt x="49" y="129"/>
                    <a:pt x="58" y="129"/>
                    <a:pt x="59" y="128"/>
                  </a:cubicBezTo>
                  <a:cubicBezTo>
                    <a:pt x="60" y="127"/>
                    <a:pt x="62" y="126"/>
                    <a:pt x="64" y="127"/>
                  </a:cubicBezTo>
                  <a:cubicBezTo>
                    <a:pt x="65" y="128"/>
                    <a:pt x="68" y="126"/>
                    <a:pt x="69" y="127"/>
                  </a:cubicBezTo>
                  <a:cubicBezTo>
                    <a:pt x="71" y="128"/>
                    <a:pt x="77" y="130"/>
                    <a:pt x="75" y="132"/>
                  </a:cubicBezTo>
                  <a:cubicBezTo>
                    <a:pt x="74" y="134"/>
                    <a:pt x="70" y="137"/>
                    <a:pt x="71" y="139"/>
                  </a:cubicBezTo>
                  <a:cubicBezTo>
                    <a:pt x="72" y="140"/>
                    <a:pt x="75" y="141"/>
                    <a:pt x="76" y="143"/>
                  </a:cubicBezTo>
                  <a:cubicBezTo>
                    <a:pt x="76" y="143"/>
                    <a:pt x="76" y="143"/>
                    <a:pt x="76" y="143"/>
                  </a:cubicBezTo>
                  <a:cubicBezTo>
                    <a:pt x="79" y="142"/>
                    <a:pt x="80" y="134"/>
                    <a:pt x="80" y="132"/>
                  </a:cubicBezTo>
                  <a:cubicBezTo>
                    <a:pt x="80" y="129"/>
                    <a:pt x="81" y="123"/>
                    <a:pt x="81" y="120"/>
                  </a:cubicBezTo>
                  <a:cubicBezTo>
                    <a:pt x="83" y="115"/>
                    <a:pt x="76" y="112"/>
                    <a:pt x="76" y="106"/>
                  </a:cubicBezTo>
                  <a:cubicBezTo>
                    <a:pt x="76" y="101"/>
                    <a:pt x="79" y="104"/>
                    <a:pt x="82" y="102"/>
                  </a:cubicBezTo>
                  <a:cubicBezTo>
                    <a:pt x="85" y="100"/>
                    <a:pt x="82" y="99"/>
                    <a:pt x="80" y="98"/>
                  </a:cubicBezTo>
                  <a:cubicBezTo>
                    <a:pt x="79" y="98"/>
                    <a:pt x="77" y="95"/>
                    <a:pt x="78" y="94"/>
                  </a:cubicBezTo>
                  <a:cubicBezTo>
                    <a:pt x="78" y="92"/>
                    <a:pt x="88" y="93"/>
                    <a:pt x="91" y="93"/>
                  </a:cubicBezTo>
                  <a:cubicBezTo>
                    <a:pt x="94" y="93"/>
                    <a:pt x="100" y="90"/>
                    <a:pt x="100" y="90"/>
                  </a:cubicBezTo>
                  <a:cubicBezTo>
                    <a:pt x="100" y="89"/>
                    <a:pt x="101" y="87"/>
                    <a:pt x="99" y="85"/>
                  </a:cubicBezTo>
                  <a:cubicBezTo>
                    <a:pt x="96" y="84"/>
                    <a:pt x="97" y="81"/>
                    <a:pt x="99" y="79"/>
                  </a:cubicBezTo>
                  <a:cubicBezTo>
                    <a:pt x="101" y="77"/>
                    <a:pt x="98" y="75"/>
                    <a:pt x="96" y="73"/>
                  </a:cubicBezTo>
                  <a:cubicBezTo>
                    <a:pt x="93" y="70"/>
                    <a:pt x="95" y="61"/>
                    <a:pt x="98" y="57"/>
                  </a:cubicBezTo>
                  <a:cubicBezTo>
                    <a:pt x="100" y="53"/>
                    <a:pt x="92" y="54"/>
                    <a:pt x="88" y="55"/>
                  </a:cubicBezTo>
                  <a:cubicBezTo>
                    <a:pt x="83" y="55"/>
                    <a:pt x="79" y="53"/>
                    <a:pt x="76" y="49"/>
                  </a:cubicBezTo>
                  <a:cubicBezTo>
                    <a:pt x="73" y="46"/>
                    <a:pt x="69" y="48"/>
                    <a:pt x="62" y="48"/>
                  </a:cubicBezTo>
                  <a:cubicBezTo>
                    <a:pt x="54" y="48"/>
                    <a:pt x="56" y="40"/>
                    <a:pt x="56" y="37"/>
                  </a:cubicBezTo>
                  <a:cubicBezTo>
                    <a:pt x="56" y="34"/>
                    <a:pt x="52" y="34"/>
                    <a:pt x="52" y="32"/>
                  </a:cubicBezTo>
                  <a:cubicBezTo>
                    <a:pt x="52" y="30"/>
                    <a:pt x="50" y="30"/>
                    <a:pt x="48" y="30"/>
                  </a:cubicBezTo>
                  <a:cubicBezTo>
                    <a:pt x="47" y="30"/>
                    <a:pt x="48" y="27"/>
                    <a:pt x="50" y="26"/>
                  </a:cubicBezTo>
                  <a:cubicBezTo>
                    <a:pt x="51" y="24"/>
                    <a:pt x="51" y="23"/>
                    <a:pt x="51" y="20"/>
                  </a:cubicBezTo>
                  <a:cubicBezTo>
                    <a:pt x="51" y="16"/>
                    <a:pt x="56" y="13"/>
                    <a:pt x="58" y="10"/>
                  </a:cubicBezTo>
                  <a:cubicBezTo>
                    <a:pt x="59" y="9"/>
                    <a:pt x="60" y="9"/>
                    <a:pt x="61" y="8"/>
                  </a:cubicBezTo>
                  <a:cubicBezTo>
                    <a:pt x="61" y="8"/>
                    <a:pt x="62" y="7"/>
                    <a:pt x="63" y="7"/>
                  </a:cubicBezTo>
                  <a:cubicBezTo>
                    <a:pt x="67" y="6"/>
                    <a:pt x="69" y="4"/>
                    <a:pt x="65" y="2"/>
                  </a:cubicBezTo>
                  <a:cubicBezTo>
                    <a:pt x="61" y="0"/>
                    <a:pt x="59" y="6"/>
                    <a:pt x="56" y="6"/>
                  </a:cubicBezTo>
                  <a:cubicBezTo>
                    <a:pt x="52" y="7"/>
                    <a:pt x="51" y="9"/>
                    <a:pt x="48" y="10"/>
                  </a:cubicBezTo>
                  <a:cubicBezTo>
                    <a:pt x="46" y="12"/>
                    <a:pt x="41" y="11"/>
                    <a:pt x="41" y="13"/>
                  </a:cubicBezTo>
                  <a:cubicBezTo>
                    <a:pt x="40" y="15"/>
                    <a:pt x="39" y="13"/>
                    <a:pt x="37" y="12"/>
                  </a:cubicBezTo>
                  <a:cubicBezTo>
                    <a:pt x="34" y="12"/>
                    <a:pt x="29" y="17"/>
                    <a:pt x="29" y="20"/>
                  </a:cubicBezTo>
                  <a:cubicBezTo>
                    <a:pt x="29" y="22"/>
                    <a:pt x="30" y="25"/>
                    <a:pt x="26" y="28"/>
                  </a:cubicBezTo>
                  <a:cubicBezTo>
                    <a:pt x="22" y="30"/>
                    <a:pt x="19" y="35"/>
                    <a:pt x="17" y="37"/>
                  </a:cubicBezTo>
                  <a:cubicBezTo>
                    <a:pt x="17" y="38"/>
                    <a:pt x="16" y="38"/>
                    <a:pt x="16" y="38"/>
                  </a:cubicBezTo>
                  <a:cubicBezTo>
                    <a:pt x="15" y="39"/>
                    <a:pt x="15" y="40"/>
                    <a:pt x="14" y="40"/>
                  </a:cubicBezTo>
                  <a:cubicBezTo>
                    <a:pt x="13" y="41"/>
                    <a:pt x="11" y="44"/>
                    <a:pt x="9" y="46"/>
                  </a:cubicBezTo>
                  <a:cubicBezTo>
                    <a:pt x="10" y="47"/>
                    <a:pt x="11" y="48"/>
                    <a:pt x="11" y="48"/>
                  </a:cubicBezTo>
                  <a:cubicBezTo>
                    <a:pt x="14" y="51"/>
                    <a:pt x="12" y="53"/>
                    <a:pt x="13" y="55"/>
                  </a:cubicBezTo>
                  <a:cubicBezTo>
                    <a:pt x="14" y="56"/>
                    <a:pt x="15" y="59"/>
                    <a:pt x="13" y="60"/>
                  </a:cubicBezTo>
                  <a:cubicBezTo>
                    <a:pt x="12" y="61"/>
                    <a:pt x="13" y="71"/>
                    <a:pt x="15" y="73"/>
                  </a:cubicBezTo>
                  <a:cubicBezTo>
                    <a:pt x="16" y="75"/>
                    <a:pt x="15" y="76"/>
                    <a:pt x="13" y="80"/>
                  </a:cubicBezTo>
                  <a:cubicBezTo>
                    <a:pt x="11" y="84"/>
                    <a:pt x="9" y="85"/>
                    <a:pt x="6" y="86"/>
                  </a:cubicBezTo>
                  <a:cubicBezTo>
                    <a:pt x="2" y="86"/>
                    <a:pt x="3" y="91"/>
                    <a:pt x="2" y="91"/>
                  </a:cubicBezTo>
                  <a:cubicBezTo>
                    <a:pt x="1" y="91"/>
                    <a:pt x="0" y="93"/>
                    <a:pt x="0" y="95"/>
                  </a:cubicBezTo>
                  <a:cubicBezTo>
                    <a:pt x="3" y="97"/>
                    <a:pt x="9" y="100"/>
                    <a:pt x="10" y="100"/>
                  </a:cubicBezTo>
                  <a:cubicBezTo>
                    <a:pt x="12" y="100"/>
                    <a:pt x="13" y="103"/>
                    <a:pt x="16" y="10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3614295" y="4523802"/>
              <a:ext cx="377200" cy="424734"/>
            </a:xfrm>
            <a:custGeom>
              <a:avLst/>
              <a:gdLst/>
              <a:ahLst/>
              <a:cxnLst/>
              <a:rect l="l" t="t" r="r" b="b"/>
              <a:pathLst>
                <a:path w="104" h="117" extrusionOk="0">
                  <a:moveTo>
                    <a:pt x="102" y="70"/>
                  </a:moveTo>
                  <a:cubicBezTo>
                    <a:pt x="101" y="66"/>
                    <a:pt x="97" y="66"/>
                    <a:pt x="97" y="62"/>
                  </a:cubicBezTo>
                  <a:cubicBezTo>
                    <a:pt x="97" y="58"/>
                    <a:pt x="96" y="57"/>
                    <a:pt x="90" y="58"/>
                  </a:cubicBezTo>
                  <a:cubicBezTo>
                    <a:pt x="85" y="58"/>
                    <a:pt x="81" y="57"/>
                    <a:pt x="81" y="53"/>
                  </a:cubicBezTo>
                  <a:cubicBezTo>
                    <a:pt x="81" y="50"/>
                    <a:pt x="78" y="48"/>
                    <a:pt x="80" y="46"/>
                  </a:cubicBezTo>
                  <a:cubicBezTo>
                    <a:pt x="83" y="45"/>
                    <a:pt x="78" y="43"/>
                    <a:pt x="79" y="40"/>
                  </a:cubicBezTo>
                  <a:cubicBezTo>
                    <a:pt x="79" y="37"/>
                    <a:pt x="77" y="36"/>
                    <a:pt x="76" y="34"/>
                  </a:cubicBezTo>
                  <a:cubicBezTo>
                    <a:pt x="74" y="33"/>
                    <a:pt x="66" y="35"/>
                    <a:pt x="66" y="32"/>
                  </a:cubicBezTo>
                  <a:cubicBezTo>
                    <a:pt x="66" y="29"/>
                    <a:pt x="62" y="29"/>
                    <a:pt x="59" y="29"/>
                  </a:cubicBezTo>
                  <a:cubicBezTo>
                    <a:pt x="57" y="29"/>
                    <a:pt x="59" y="26"/>
                    <a:pt x="56" y="26"/>
                  </a:cubicBezTo>
                  <a:cubicBezTo>
                    <a:pt x="53" y="26"/>
                    <a:pt x="54" y="24"/>
                    <a:pt x="50" y="25"/>
                  </a:cubicBezTo>
                  <a:cubicBezTo>
                    <a:pt x="46" y="25"/>
                    <a:pt x="44" y="23"/>
                    <a:pt x="40" y="19"/>
                  </a:cubicBezTo>
                  <a:cubicBezTo>
                    <a:pt x="36" y="14"/>
                    <a:pt x="37" y="5"/>
                    <a:pt x="37" y="2"/>
                  </a:cubicBezTo>
                  <a:cubicBezTo>
                    <a:pt x="38" y="0"/>
                    <a:pt x="33" y="2"/>
                    <a:pt x="29" y="2"/>
                  </a:cubicBezTo>
                  <a:cubicBezTo>
                    <a:pt x="26" y="2"/>
                    <a:pt x="23" y="4"/>
                    <a:pt x="19" y="6"/>
                  </a:cubicBezTo>
                  <a:cubicBezTo>
                    <a:pt x="16" y="8"/>
                    <a:pt x="14" y="8"/>
                    <a:pt x="12" y="10"/>
                  </a:cubicBezTo>
                  <a:cubicBezTo>
                    <a:pt x="10" y="12"/>
                    <a:pt x="8" y="13"/>
                    <a:pt x="5" y="12"/>
                  </a:cubicBezTo>
                  <a:cubicBezTo>
                    <a:pt x="4" y="11"/>
                    <a:pt x="3" y="11"/>
                    <a:pt x="2" y="11"/>
                  </a:cubicBezTo>
                  <a:cubicBezTo>
                    <a:pt x="4" y="15"/>
                    <a:pt x="7" y="21"/>
                    <a:pt x="8" y="23"/>
                  </a:cubicBezTo>
                  <a:cubicBezTo>
                    <a:pt x="9" y="26"/>
                    <a:pt x="7" y="26"/>
                    <a:pt x="6" y="27"/>
                  </a:cubicBezTo>
                  <a:cubicBezTo>
                    <a:pt x="5" y="28"/>
                    <a:pt x="6" y="37"/>
                    <a:pt x="6" y="39"/>
                  </a:cubicBezTo>
                  <a:cubicBezTo>
                    <a:pt x="7" y="41"/>
                    <a:pt x="3" y="45"/>
                    <a:pt x="4" y="46"/>
                  </a:cubicBezTo>
                  <a:cubicBezTo>
                    <a:pt x="6" y="48"/>
                    <a:pt x="2" y="51"/>
                    <a:pt x="2" y="54"/>
                  </a:cubicBezTo>
                  <a:cubicBezTo>
                    <a:pt x="2" y="56"/>
                    <a:pt x="6" y="56"/>
                    <a:pt x="6" y="58"/>
                  </a:cubicBezTo>
                  <a:cubicBezTo>
                    <a:pt x="6" y="59"/>
                    <a:pt x="3" y="63"/>
                    <a:pt x="1" y="64"/>
                  </a:cubicBezTo>
                  <a:cubicBezTo>
                    <a:pt x="0" y="65"/>
                    <a:pt x="0" y="66"/>
                    <a:pt x="1" y="68"/>
                  </a:cubicBezTo>
                  <a:cubicBezTo>
                    <a:pt x="1" y="68"/>
                    <a:pt x="1" y="70"/>
                    <a:pt x="4" y="72"/>
                  </a:cubicBezTo>
                  <a:cubicBezTo>
                    <a:pt x="7" y="74"/>
                    <a:pt x="3" y="78"/>
                    <a:pt x="6" y="81"/>
                  </a:cubicBezTo>
                  <a:cubicBezTo>
                    <a:pt x="8" y="84"/>
                    <a:pt x="11" y="84"/>
                    <a:pt x="9" y="85"/>
                  </a:cubicBezTo>
                  <a:cubicBezTo>
                    <a:pt x="8" y="87"/>
                    <a:pt x="10" y="90"/>
                    <a:pt x="8" y="91"/>
                  </a:cubicBezTo>
                  <a:cubicBezTo>
                    <a:pt x="6" y="93"/>
                    <a:pt x="8" y="97"/>
                    <a:pt x="11" y="98"/>
                  </a:cubicBezTo>
                  <a:cubicBezTo>
                    <a:pt x="13" y="99"/>
                    <a:pt x="11" y="104"/>
                    <a:pt x="14" y="106"/>
                  </a:cubicBezTo>
                  <a:cubicBezTo>
                    <a:pt x="16" y="108"/>
                    <a:pt x="15" y="114"/>
                    <a:pt x="16" y="115"/>
                  </a:cubicBezTo>
                  <a:cubicBezTo>
                    <a:pt x="16" y="117"/>
                    <a:pt x="23" y="113"/>
                    <a:pt x="27" y="109"/>
                  </a:cubicBezTo>
                  <a:cubicBezTo>
                    <a:pt x="31" y="104"/>
                    <a:pt x="31" y="108"/>
                    <a:pt x="35" y="108"/>
                  </a:cubicBezTo>
                  <a:cubicBezTo>
                    <a:pt x="38" y="109"/>
                    <a:pt x="43" y="109"/>
                    <a:pt x="44" y="112"/>
                  </a:cubicBezTo>
                  <a:cubicBezTo>
                    <a:pt x="46" y="116"/>
                    <a:pt x="48" y="109"/>
                    <a:pt x="49" y="107"/>
                  </a:cubicBezTo>
                  <a:cubicBezTo>
                    <a:pt x="51" y="106"/>
                    <a:pt x="59" y="108"/>
                    <a:pt x="60" y="107"/>
                  </a:cubicBezTo>
                  <a:cubicBezTo>
                    <a:pt x="62" y="107"/>
                    <a:pt x="63" y="96"/>
                    <a:pt x="63" y="94"/>
                  </a:cubicBezTo>
                  <a:cubicBezTo>
                    <a:pt x="63" y="93"/>
                    <a:pt x="66" y="88"/>
                    <a:pt x="69" y="86"/>
                  </a:cubicBezTo>
                  <a:cubicBezTo>
                    <a:pt x="72" y="84"/>
                    <a:pt x="77" y="86"/>
                    <a:pt x="80" y="85"/>
                  </a:cubicBezTo>
                  <a:cubicBezTo>
                    <a:pt x="82" y="83"/>
                    <a:pt x="86" y="84"/>
                    <a:pt x="89" y="84"/>
                  </a:cubicBezTo>
                  <a:cubicBezTo>
                    <a:pt x="93" y="84"/>
                    <a:pt x="95" y="87"/>
                    <a:pt x="97" y="87"/>
                  </a:cubicBezTo>
                  <a:cubicBezTo>
                    <a:pt x="99" y="87"/>
                    <a:pt x="102" y="84"/>
                    <a:pt x="101" y="81"/>
                  </a:cubicBezTo>
                  <a:cubicBezTo>
                    <a:pt x="101" y="78"/>
                    <a:pt x="104" y="74"/>
                    <a:pt x="102" y="7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3252428" y="4226335"/>
              <a:ext cx="394068" cy="573468"/>
            </a:xfrm>
            <a:custGeom>
              <a:avLst/>
              <a:gdLst/>
              <a:ahLst/>
              <a:cxnLst/>
              <a:rect l="l" t="t" r="r" b="b"/>
              <a:pathLst>
                <a:path w="109" h="158" extrusionOk="0">
                  <a:moveTo>
                    <a:pt x="100" y="150"/>
                  </a:moveTo>
                  <a:cubicBezTo>
                    <a:pt x="100" y="150"/>
                    <a:pt x="100" y="150"/>
                    <a:pt x="101" y="150"/>
                  </a:cubicBezTo>
                  <a:cubicBezTo>
                    <a:pt x="100" y="148"/>
                    <a:pt x="100" y="147"/>
                    <a:pt x="101" y="146"/>
                  </a:cubicBezTo>
                  <a:cubicBezTo>
                    <a:pt x="103" y="145"/>
                    <a:pt x="106" y="141"/>
                    <a:pt x="106" y="140"/>
                  </a:cubicBezTo>
                  <a:cubicBezTo>
                    <a:pt x="106" y="138"/>
                    <a:pt x="102" y="138"/>
                    <a:pt x="102" y="136"/>
                  </a:cubicBezTo>
                  <a:cubicBezTo>
                    <a:pt x="102" y="133"/>
                    <a:pt x="106" y="130"/>
                    <a:pt x="104" y="128"/>
                  </a:cubicBezTo>
                  <a:cubicBezTo>
                    <a:pt x="103" y="127"/>
                    <a:pt x="107" y="123"/>
                    <a:pt x="106" y="121"/>
                  </a:cubicBezTo>
                  <a:cubicBezTo>
                    <a:pt x="106" y="119"/>
                    <a:pt x="105" y="110"/>
                    <a:pt x="106" y="109"/>
                  </a:cubicBezTo>
                  <a:cubicBezTo>
                    <a:pt x="107" y="108"/>
                    <a:pt x="109" y="108"/>
                    <a:pt x="108" y="105"/>
                  </a:cubicBezTo>
                  <a:cubicBezTo>
                    <a:pt x="107" y="103"/>
                    <a:pt x="104" y="97"/>
                    <a:pt x="102" y="93"/>
                  </a:cubicBezTo>
                  <a:cubicBezTo>
                    <a:pt x="99" y="93"/>
                    <a:pt x="96" y="93"/>
                    <a:pt x="94" y="94"/>
                  </a:cubicBezTo>
                  <a:cubicBezTo>
                    <a:pt x="91" y="95"/>
                    <a:pt x="92" y="86"/>
                    <a:pt x="92" y="83"/>
                  </a:cubicBezTo>
                  <a:cubicBezTo>
                    <a:pt x="92" y="79"/>
                    <a:pt x="89" y="81"/>
                    <a:pt x="88" y="83"/>
                  </a:cubicBezTo>
                  <a:cubicBezTo>
                    <a:pt x="87" y="86"/>
                    <a:pt x="83" y="85"/>
                    <a:pt x="79" y="85"/>
                  </a:cubicBezTo>
                  <a:cubicBezTo>
                    <a:pt x="75" y="85"/>
                    <a:pt x="77" y="80"/>
                    <a:pt x="75" y="80"/>
                  </a:cubicBezTo>
                  <a:cubicBezTo>
                    <a:pt x="72" y="80"/>
                    <a:pt x="70" y="79"/>
                    <a:pt x="71" y="77"/>
                  </a:cubicBezTo>
                  <a:cubicBezTo>
                    <a:pt x="71" y="74"/>
                    <a:pt x="69" y="72"/>
                    <a:pt x="67" y="69"/>
                  </a:cubicBezTo>
                  <a:cubicBezTo>
                    <a:pt x="65" y="67"/>
                    <a:pt x="63" y="64"/>
                    <a:pt x="65" y="62"/>
                  </a:cubicBezTo>
                  <a:cubicBezTo>
                    <a:pt x="66" y="60"/>
                    <a:pt x="64" y="59"/>
                    <a:pt x="66" y="57"/>
                  </a:cubicBezTo>
                  <a:cubicBezTo>
                    <a:pt x="68" y="54"/>
                    <a:pt x="71" y="55"/>
                    <a:pt x="70" y="52"/>
                  </a:cubicBezTo>
                  <a:cubicBezTo>
                    <a:pt x="69" y="49"/>
                    <a:pt x="72" y="47"/>
                    <a:pt x="73" y="44"/>
                  </a:cubicBezTo>
                  <a:cubicBezTo>
                    <a:pt x="73" y="41"/>
                    <a:pt x="77" y="42"/>
                    <a:pt x="80" y="39"/>
                  </a:cubicBezTo>
                  <a:cubicBezTo>
                    <a:pt x="84" y="36"/>
                    <a:pt x="87" y="38"/>
                    <a:pt x="90" y="35"/>
                  </a:cubicBezTo>
                  <a:cubicBezTo>
                    <a:pt x="93" y="33"/>
                    <a:pt x="95" y="35"/>
                    <a:pt x="97" y="35"/>
                  </a:cubicBezTo>
                  <a:cubicBezTo>
                    <a:pt x="96" y="33"/>
                    <a:pt x="93" y="32"/>
                    <a:pt x="92" y="31"/>
                  </a:cubicBezTo>
                  <a:cubicBezTo>
                    <a:pt x="91" y="29"/>
                    <a:pt x="95" y="26"/>
                    <a:pt x="96" y="24"/>
                  </a:cubicBezTo>
                  <a:cubicBezTo>
                    <a:pt x="98" y="22"/>
                    <a:pt x="92" y="20"/>
                    <a:pt x="90" y="19"/>
                  </a:cubicBezTo>
                  <a:cubicBezTo>
                    <a:pt x="89" y="18"/>
                    <a:pt x="86" y="20"/>
                    <a:pt x="85" y="19"/>
                  </a:cubicBezTo>
                  <a:cubicBezTo>
                    <a:pt x="83" y="18"/>
                    <a:pt x="81" y="19"/>
                    <a:pt x="80" y="20"/>
                  </a:cubicBezTo>
                  <a:cubicBezTo>
                    <a:pt x="79" y="21"/>
                    <a:pt x="70" y="21"/>
                    <a:pt x="70" y="19"/>
                  </a:cubicBezTo>
                  <a:cubicBezTo>
                    <a:pt x="70" y="16"/>
                    <a:pt x="67" y="15"/>
                    <a:pt x="67" y="13"/>
                  </a:cubicBezTo>
                  <a:cubicBezTo>
                    <a:pt x="67" y="12"/>
                    <a:pt x="65" y="8"/>
                    <a:pt x="62" y="8"/>
                  </a:cubicBezTo>
                  <a:cubicBezTo>
                    <a:pt x="58" y="8"/>
                    <a:pt x="59" y="3"/>
                    <a:pt x="57" y="1"/>
                  </a:cubicBezTo>
                  <a:cubicBezTo>
                    <a:pt x="55" y="0"/>
                    <a:pt x="52" y="1"/>
                    <a:pt x="49" y="1"/>
                  </a:cubicBezTo>
                  <a:cubicBezTo>
                    <a:pt x="52" y="5"/>
                    <a:pt x="53" y="6"/>
                    <a:pt x="51" y="7"/>
                  </a:cubicBezTo>
                  <a:cubicBezTo>
                    <a:pt x="49" y="9"/>
                    <a:pt x="51" y="10"/>
                    <a:pt x="47" y="16"/>
                  </a:cubicBezTo>
                  <a:cubicBezTo>
                    <a:pt x="42" y="22"/>
                    <a:pt x="34" y="24"/>
                    <a:pt x="30" y="25"/>
                  </a:cubicBezTo>
                  <a:cubicBezTo>
                    <a:pt x="26" y="26"/>
                    <a:pt x="25" y="33"/>
                    <a:pt x="23" y="38"/>
                  </a:cubicBezTo>
                  <a:cubicBezTo>
                    <a:pt x="20" y="43"/>
                    <a:pt x="19" y="42"/>
                    <a:pt x="16" y="39"/>
                  </a:cubicBezTo>
                  <a:cubicBezTo>
                    <a:pt x="14" y="36"/>
                    <a:pt x="13" y="39"/>
                    <a:pt x="10" y="37"/>
                  </a:cubicBezTo>
                  <a:cubicBezTo>
                    <a:pt x="8" y="35"/>
                    <a:pt x="9" y="35"/>
                    <a:pt x="10" y="33"/>
                  </a:cubicBezTo>
                  <a:cubicBezTo>
                    <a:pt x="11" y="32"/>
                    <a:pt x="10" y="30"/>
                    <a:pt x="8" y="28"/>
                  </a:cubicBezTo>
                  <a:cubicBezTo>
                    <a:pt x="6" y="29"/>
                    <a:pt x="3" y="33"/>
                    <a:pt x="1" y="36"/>
                  </a:cubicBezTo>
                  <a:cubicBezTo>
                    <a:pt x="0" y="39"/>
                    <a:pt x="4" y="45"/>
                    <a:pt x="5" y="47"/>
                  </a:cubicBezTo>
                  <a:cubicBezTo>
                    <a:pt x="5" y="49"/>
                    <a:pt x="2" y="47"/>
                    <a:pt x="2" y="49"/>
                  </a:cubicBezTo>
                  <a:cubicBezTo>
                    <a:pt x="2" y="52"/>
                    <a:pt x="8" y="55"/>
                    <a:pt x="11" y="57"/>
                  </a:cubicBezTo>
                  <a:cubicBezTo>
                    <a:pt x="14" y="59"/>
                    <a:pt x="17" y="65"/>
                    <a:pt x="20" y="68"/>
                  </a:cubicBezTo>
                  <a:cubicBezTo>
                    <a:pt x="22" y="71"/>
                    <a:pt x="23" y="74"/>
                    <a:pt x="26" y="81"/>
                  </a:cubicBezTo>
                  <a:cubicBezTo>
                    <a:pt x="29" y="89"/>
                    <a:pt x="35" y="101"/>
                    <a:pt x="39" y="106"/>
                  </a:cubicBezTo>
                  <a:cubicBezTo>
                    <a:pt x="43" y="111"/>
                    <a:pt x="45" y="115"/>
                    <a:pt x="44" y="117"/>
                  </a:cubicBezTo>
                  <a:cubicBezTo>
                    <a:pt x="43" y="118"/>
                    <a:pt x="44" y="123"/>
                    <a:pt x="47" y="125"/>
                  </a:cubicBezTo>
                  <a:cubicBezTo>
                    <a:pt x="50" y="127"/>
                    <a:pt x="52" y="130"/>
                    <a:pt x="60" y="134"/>
                  </a:cubicBezTo>
                  <a:cubicBezTo>
                    <a:pt x="68" y="138"/>
                    <a:pt x="82" y="145"/>
                    <a:pt x="84" y="149"/>
                  </a:cubicBezTo>
                  <a:cubicBezTo>
                    <a:pt x="86" y="152"/>
                    <a:pt x="93" y="156"/>
                    <a:pt x="94" y="156"/>
                  </a:cubicBezTo>
                  <a:cubicBezTo>
                    <a:pt x="95" y="157"/>
                    <a:pt x="95" y="157"/>
                    <a:pt x="95" y="158"/>
                  </a:cubicBezTo>
                  <a:cubicBezTo>
                    <a:pt x="96" y="157"/>
                    <a:pt x="96" y="157"/>
                    <a:pt x="97" y="157"/>
                  </a:cubicBezTo>
                  <a:cubicBezTo>
                    <a:pt x="99" y="155"/>
                    <a:pt x="99" y="151"/>
                    <a:pt x="100" y="15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3497762" y="3849135"/>
              <a:ext cx="424734" cy="355734"/>
            </a:xfrm>
            <a:custGeom>
              <a:avLst/>
              <a:gdLst/>
              <a:ahLst/>
              <a:cxnLst/>
              <a:rect l="l" t="t" r="r" b="b"/>
              <a:pathLst>
                <a:path w="117" h="98" extrusionOk="0">
                  <a:moveTo>
                    <a:pt x="11" y="6"/>
                  </a:moveTo>
                  <a:cubicBezTo>
                    <a:pt x="9" y="9"/>
                    <a:pt x="4" y="12"/>
                    <a:pt x="4" y="16"/>
                  </a:cubicBezTo>
                  <a:cubicBezTo>
                    <a:pt x="4" y="19"/>
                    <a:pt x="4" y="20"/>
                    <a:pt x="3" y="22"/>
                  </a:cubicBezTo>
                  <a:cubicBezTo>
                    <a:pt x="1" y="23"/>
                    <a:pt x="0" y="26"/>
                    <a:pt x="1" y="26"/>
                  </a:cubicBezTo>
                  <a:cubicBezTo>
                    <a:pt x="3" y="26"/>
                    <a:pt x="5" y="26"/>
                    <a:pt x="5" y="28"/>
                  </a:cubicBezTo>
                  <a:cubicBezTo>
                    <a:pt x="5" y="30"/>
                    <a:pt x="9" y="30"/>
                    <a:pt x="9" y="33"/>
                  </a:cubicBezTo>
                  <a:cubicBezTo>
                    <a:pt x="9" y="36"/>
                    <a:pt x="7" y="44"/>
                    <a:pt x="15" y="44"/>
                  </a:cubicBezTo>
                  <a:cubicBezTo>
                    <a:pt x="22" y="44"/>
                    <a:pt x="26" y="42"/>
                    <a:pt x="29" y="45"/>
                  </a:cubicBezTo>
                  <a:cubicBezTo>
                    <a:pt x="32" y="49"/>
                    <a:pt x="36" y="51"/>
                    <a:pt x="41" y="51"/>
                  </a:cubicBezTo>
                  <a:cubicBezTo>
                    <a:pt x="45" y="50"/>
                    <a:pt x="53" y="49"/>
                    <a:pt x="51" y="53"/>
                  </a:cubicBezTo>
                  <a:cubicBezTo>
                    <a:pt x="48" y="57"/>
                    <a:pt x="46" y="66"/>
                    <a:pt x="49" y="69"/>
                  </a:cubicBezTo>
                  <a:cubicBezTo>
                    <a:pt x="51" y="71"/>
                    <a:pt x="54" y="73"/>
                    <a:pt x="52" y="75"/>
                  </a:cubicBezTo>
                  <a:cubicBezTo>
                    <a:pt x="50" y="77"/>
                    <a:pt x="49" y="80"/>
                    <a:pt x="52" y="81"/>
                  </a:cubicBezTo>
                  <a:cubicBezTo>
                    <a:pt x="54" y="83"/>
                    <a:pt x="53" y="85"/>
                    <a:pt x="53" y="86"/>
                  </a:cubicBezTo>
                  <a:cubicBezTo>
                    <a:pt x="53" y="86"/>
                    <a:pt x="53" y="86"/>
                    <a:pt x="52" y="86"/>
                  </a:cubicBezTo>
                  <a:cubicBezTo>
                    <a:pt x="55" y="90"/>
                    <a:pt x="56" y="93"/>
                    <a:pt x="58" y="95"/>
                  </a:cubicBezTo>
                  <a:cubicBezTo>
                    <a:pt x="61" y="97"/>
                    <a:pt x="62" y="98"/>
                    <a:pt x="63" y="97"/>
                  </a:cubicBezTo>
                  <a:cubicBezTo>
                    <a:pt x="65" y="96"/>
                    <a:pt x="66" y="95"/>
                    <a:pt x="68" y="96"/>
                  </a:cubicBezTo>
                  <a:cubicBezTo>
                    <a:pt x="69" y="97"/>
                    <a:pt x="71" y="95"/>
                    <a:pt x="74" y="93"/>
                  </a:cubicBezTo>
                  <a:cubicBezTo>
                    <a:pt x="76" y="91"/>
                    <a:pt x="79" y="93"/>
                    <a:pt x="79" y="90"/>
                  </a:cubicBezTo>
                  <a:cubicBezTo>
                    <a:pt x="80" y="88"/>
                    <a:pt x="81" y="86"/>
                    <a:pt x="84" y="86"/>
                  </a:cubicBezTo>
                  <a:cubicBezTo>
                    <a:pt x="87" y="85"/>
                    <a:pt x="87" y="82"/>
                    <a:pt x="85" y="82"/>
                  </a:cubicBezTo>
                  <a:cubicBezTo>
                    <a:pt x="83" y="82"/>
                    <a:pt x="81" y="85"/>
                    <a:pt x="81" y="81"/>
                  </a:cubicBezTo>
                  <a:cubicBezTo>
                    <a:pt x="81" y="78"/>
                    <a:pt x="79" y="79"/>
                    <a:pt x="79" y="76"/>
                  </a:cubicBezTo>
                  <a:cubicBezTo>
                    <a:pt x="79" y="73"/>
                    <a:pt x="78" y="71"/>
                    <a:pt x="75" y="70"/>
                  </a:cubicBezTo>
                  <a:cubicBezTo>
                    <a:pt x="72" y="68"/>
                    <a:pt x="79" y="67"/>
                    <a:pt x="81" y="69"/>
                  </a:cubicBezTo>
                  <a:cubicBezTo>
                    <a:pt x="82" y="70"/>
                    <a:pt x="88" y="69"/>
                    <a:pt x="88" y="71"/>
                  </a:cubicBezTo>
                  <a:cubicBezTo>
                    <a:pt x="89" y="73"/>
                    <a:pt x="91" y="74"/>
                    <a:pt x="91" y="71"/>
                  </a:cubicBezTo>
                  <a:cubicBezTo>
                    <a:pt x="91" y="69"/>
                    <a:pt x="95" y="68"/>
                    <a:pt x="97" y="68"/>
                  </a:cubicBezTo>
                  <a:cubicBezTo>
                    <a:pt x="100" y="69"/>
                    <a:pt x="105" y="65"/>
                    <a:pt x="108" y="64"/>
                  </a:cubicBezTo>
                  <a:cubicBezTo>
                    <a:pt x="109" y="64"/>
                    <a:pt x="109" y="62"/>
                    <a:pt x="110" y="61"/>
                  </a:cubicBezTo>
                  <a:cubicBezTo>
                    <a:pt x="108" y="59"/>
                    <a:pt x="106" y="55"/>
                    <a:pt x="104" y="54"/>
                  </a:cubicBezTo>
                  <a:cubicBezTo>
                    <a:pt x="103" y="53"/>
                    <a:pt x="106" y="52"/>
                    <a:pt x="105" y="50"/>
                  </a:cubicBezTo>
                  <a:cubicBezTo>
                    <a:pt x="105" y="48"/>
                    <a:pt x="105" y="46"/>
                    <a:pt x="109" y="46"/>
                  </a:cubicBezTo>
                  <a:cubicBezTo>
                    <a:pt x="113" y="46"/>
                    <a:pt x="113" y="42"/>
                    <a:pt x="110" y="41"/>
                  </a:cubicBezTo>
                  <a:cubicBezTo>
                    <a:pt x="108" y="40"/>
                    <a:pt x="111" y="37"/>
                    <a:pt x="113" y="36"/>
                  </a:cubicBezTo>
                  <a:cubicBezTo>
                    <a:pt x="114" y="35"/>
                    <a:pt x="115" y="34"/>
                    <a:pt x="117" y="32"/>
                  </a:cubicBezTo>
                  <a:cubicBezTo>
                    <a:pt x="112" y="30"/>
                    <a:pt x="107" y="30"/>
                    <a:pt x="104" y="30"/>
                  </a:cubicBezTo>
                  <a:cubicBezTo>
                    <a:pt x="101" y="30"/>
                    <a:pt x="106" y="27"/>
                    <a:pt x="107" y="23"/>
                  </a:cubicBezTo>
                  <a:cubicBezTo>
                    <a:pt x="107" y="20"/>
                    <a:pt x="98" y="19"/>
                    <a:pt x="94" y="19"/>
                  </a:cubicBezTo>
                  <a:cubicBezTo>
                    <a:pt x="90" y="18"/>
                    <a:pt x="91" y="14"/>
                    <a:pt x="95" y="14"/>
                  </a:cubicBezTo>
                  <a:cubicBezTo>
                    <a:pt x="99" y="14"/>
                    <a:pt x="93" y="11"/>
                    <a:pt x="88" y="12"/>
                  </a:cubicBezTo>
                  <a:cubicBezTo>
                    <a:pt x="83" y="13"/>
                    <a:pt x="76" y="16"/>
                    <a:pt x="72" y="18"/>
                  </a:cubicBezTo>
                  <a:cubicBezTo>
                    <a:pt x="68" y="20"/>
                    <a:pt x="61" y="11"/>
                    <a:pt x="56" y="13"/>
                  </a:cubicBezTo>
                  <a:cubicBezTo>
                    <a:pt x="51" y="15"/>
                    <a:pt x="45" y="15"/>
                    <a:pt x="45" y="11"/>
                  </a:cubicBezTo>
                  <a:cubicBezTo>
                    <a:pt x="45" y="7"/>
                    <a:pt x="43" y="4"/>
                    <a:pt x="38" y="5"/>
                  </a:cubicBezTo>
                  <a:cubicBezTo>
                    <a:pt x="34" y="5"/>
                    <a:pt x="35" y="0"/>
                    <a:pt x="31" y="0"/>
                  </a:cubicBezTo>
                  <a:cubicBezTo>
                    <a:pt x="28" y="0"/>
                    <a:pt x="31" y="4"/>
                    <a:pt x="29" y="5"/>
                  </a:cubicBezTo>
                  <a:cubicBezTo>
                    <a:pt x="26" y="7"/>
                    <a:pt x="18" y="9"/>
                    <a:pt x="17" y="12"/>
                  </a:cubicBezTo>
                  <a:cubicBezTo>
                    <a:pt x="17" y="15"/>
                    <a:pt x="22" y="21"/>
                    <a:pt x="20" y="24"/>
                  </a:cubicBezTo>
                  <a:cubicBezTo>
                    <a:pt x="19" y="28"/>
                    <a:pt x="13" y="25"/>
                    <a:pt x="11" y="21"/>
                  </a:cubicBezTo>
                  <a:cubicBezTo>
                    <a:pt x="10" y="18"/>
                    <a:pt x="16" y="12"/>
                    <a:pt x="15" y="10"/>
                  </a:cubicBezTo>
                  <a:cubicBezTo>
                    <a:pt x="14" y="9"/>
                    <a:pt x="13" y="6"/>
                    <a:pt x="14" y="4"/>
                  </a:cubicBezTo>
                  <a:cubicBezTo>
                    <a:pt x="13" y="5"/>
                    <a:pt x="12" y="5"/>
                    <a:pt x="11" y="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3970029" y="4030068"/>
              <a:ext cx="130334" cy="138000"/>
            </a:xfrm>
            <a:custGeom>
              <a:avLst/>
              <a:gdLst/>
              <a:ahLst/>
              <a:cxnLst/>
              <a:rect l="l" t="t" r="r" b="b"/>
              <a:pathLst>
                <a:path w="36" h="38" extrusionOk="0">
                  <a:moveTo>
                    <a:pt x="9" y="8"/>
                  </a:moveTo>
                  <a:cubicBezTo>
                    <a:pt x="10" y="10"/>
                    <a:pt x="8" y="12"/>
                    <a:pt x="5" y="12"/>
                  </a:cubicBezTo>
                  <a:cubicBezTo>
                    <a:pt x="3" y="12"/>
                    <a:pt x="3" y="18"/>
                    <a:pt x="2" y="19"/>
                  </a:cubicBezTo>
                  <a:cubicBezTo>
                    <a:pt x="0" y="21"/>
                    <a:pt x="8" y="25"/>
                    <a:pt x="9" y="28"/>
                  </a:cubicBezTo>
                  <a:cubicBezTo>
                    <a:pt x="10" y="30"/>
                    <a:pt x="12" y="34"/>
                    <a:pt x="14" y="37"/>
                  </a:cubicBezTo>
                  <a:cubicBezTo>
                    <a:pt x="15" y="38"/>
                    <a:pt x="17" y="38"/>
                    <a:pt x="18" y="38"/>
                  </a:cubicBezTo>
                  <a:cubicBezTo>
                    <a:pt x="20" y="36"/>
                    <a:pt x="18" y="32"/>
                    <a:pt x="22" y="32"/>
                  </a:cubicBezTo>
                  <a:cubicBezTo>
                    <a:pt x="25" y="33"/>
                    <a:pt x="30" y="31"/>
                    <a:pt x="31" y="33"/>
                  </a:cubicBezTo>
                  <a:cubicBezTo>
                    <a:pt x="31" y="33"/>
                    <a:pt x="31" y="33"/>
                    <a:pt x="32" y="34"/>
                  </a:cubicBezTo>
                  <a:cubicBezTo>
                    <a:pt x="33" y="32"/>
                    <a:pt x="34" y="30"/>
                    <a:pt x="34" y="30"/>
                  </a:cubicBezTo>
                  <a:cubicBezTo>
                    <a:pt x="35" y="28"/>
                    <a:pt x="35" y="22"/>
                    <a:pt x="33" y="19"/>
                  </a:cubicBezTo>
                  <a:cubicBezTo>
                    <a:pt x="32" y="15"/>
                    <a:pt x="33" y="10"/>
                    <a:pt x="35" y="9"/>
                  </a:cubicBezTo>
                  <a:cubicBezTo>
                    <a:pt x="35" y="8"/>
                    <a:pt x="36" y="7"/>
                    <a:pt x="36" y="4"/>
                  </a:cubicBezTo>
                  <a:cubicBezTo>
                    <a:pt x="33" y="3"/>
                    <a:pt x="31" y="2"/>
                    <a:pt x="28" y="2"/>
                  </a:cubicBezTo>
                  <a:cubicBezTo>
                    <a:pt x="24" y="3"/>
                    <a:pt x="19" y="5"/>
                    <a:pt x="17" y="2"/>
                  </a:cubicBezTo>
                  <a:cubicBezTo>
                    <a:pt x="16" y="0"/>
                    <a:pt x="13" y="0"/>
                    <a:pt x="11" y="2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9" y="5"/>
                    <a:pt x="9" y="7"/>
                    <a:pt x="9" y="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3871895" y="3965667"/>
              <a:ext cx="148734" cy="220800"/>
            </a:xfrm>
            <a:custGeom>
              <a:avLst/>
              <a:gdLst/>
              <a:ahLst/>
              <a:cxnLst/>
              <a:rect l="l" t="t" r="r" b="b"/>
              <a:pathLst>
                <a:path w="41" h="61" extrusionOk="0">
                  <a:moveTo>
                    <a:pt x="10" y="4"/>
                  </a:moveTo>
                  <a:cubicBezTo>
                    <a:pt x="8" y="5"/>
                    <a:pt x="5" y="8"/>
                    <a:pt x="7" y="9"/>
                  </a:cubicBezTo>
                  <a:cubicBezTo>
                    <a:pt x="10" y="10"/>
                    <a:pt x="10" y="14"/>
                    <a:pt x="6" y="14"/>
                  </a:cubicBezTo>
                  <a:cubicBezTo>
                    <a:pt x="2" y="14"/>
                    <a:pt x="2" y="16"/>
                    <a:pt x="2" y="18"/>
                  </a:cubicBezTo>
                  <a:cubicBezTo>
                    <a:pt x="3" y="20"/>
                    <a:pt x="0" y="21"/>
                    <a:pt x="1" y="22"/>
                  </a:cubicBezTo>
                  <a:cubicBezTo>
                    <a:pt x="3" y="23"/>
                    <a:pt x="5" y="27"/>
                    <a:pt x="7" y="29"/>
                  </a:cubicBezTo>
                  <a:cubicBezTo>
                    <a:pt x="7" y="28"/>
                    <a:pt x="8" y="27"/>
                    <a:pt x="10" y="27"/>
                  </a:cubicBezTo>
                  <a:cubicBezTo>
                    <a:pt x="13" y="28"/>
                    <a:pt x="11" y="33"/>
                    <a:pt x="13" y="34"/>
                  </a:cubicBezTo>
                  <a:cubicBezTo>
                    <a:pt x="16" y="36"/>
                    <a:pt x="16" y="40"/>
                    <a:pt x="14" y="41"/>
                  </a:cubicBezTo>
                  <a:cubicBezTo>
                    <a:pt x="12" y="43"/>
                    <a:pt x="11" y="51"/>
                    <a:pt x="16" y="56"/>
                  </a:cubicBezTo>
                  <a:cubicBezTo>
                    <a:pt x="21" y="61"/>
                    <a:pt x="24" y="61"/>
                    <a:pt x="25" y="59"/>
                  </a:cubicBezTo>
                  <a:cubicBezTo>
                    <a:pt x="26" y="58"/>
                    <a:pt x="30" y="59"/>
                    <a:pt x="31" y="57"/>
                  </a:cubicBezTo>
                  <a:cubicBezTo>
                    <a:pt x="32" y="55"/>
                    <a:pt x="33" y="58"/>
                    <a:pt x="35" y="55"/>
                  </a:cubicBezTo>
                  <a:cubicBezTo>
                    <a:pt x="36" y="54"/>
                    <a:pt x="39" y="55"/>
                    <a:pt x="41" y="55"/>
                  </a:cubicBezTo>
                  <a:cubicBezTo>
                    <a:pt x="39" y="52"/>
                    <a:pt x="37" y="48"/>
                    <a:pt x="36" y="46"/>
                  </a:cubicBezTo>
                  <a:cubicBezTo>
                    <a:pt x="35" y="43"/>
                    <a:pt x="27" y="39"/>
                    <a:pt x="29" y="37"/>
                  </a:cubicBezTo>
                  <a:cubicBezTo>
                    <a:pt x="30" y="36"/>
                    <a:pt x="30" y="30"/>
                    <a:pt x="32" y="30"/>
                  </a:cubicBezTo>
                  <a:cubicBezTo>
                    <a:pt x="35" y="30"/>
                    <a:pt x="37" y="28"/>
                    <a:pt x="36" y="26"/>
                  </a:cubicBezTo>
                  <a:cubicBezTo>
                    <a:pt x="36" y="25"/>
                    <a:pt x="36" y="23"/>
                    <a:pt x="37" y="21"/>
                  </a:cubicBezTo>
                  <a:cubicBezTo>
                    <a:pt x="35" y="20"/>
                    <a:pt x="31" y="14"/>
                    <a:pt x="29" y="14"/>
                  </a:cubicBezTo>
                  <a:cubicBezTo>
                    <a:pt x="27" y="14"/>
                    <a:pt x="24" y="12"/>
                    <a:pt x="25" y="9"/>
                  </a:cubicBezTo>
                  <a:cubicBezTo>
                    <a:pt x="26" y="5"/>
                    <a:pt x="20" y="5"/>
                    <a:pt x="17" y="1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12" y="2"/>
                    <a:pt x="11" y="3"/>
                    <a:pt x="10" y="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4085029" y="4045401"/>
              <a:ext cx="95066" cy="119600"/>
            </a:xfrm>
            <a:custGeom>
              <a:avLst/>
              <a:gdLst/>
              <a:ahLst/>
              <a:cxnLst/>
              <a:rect l="l" t="t" r="r" b="b"/>
              <a:pathLst>
                <a:path w="26" h="33" extrusionOk="0">
                  <a:moveTo>
                    <a:pt x="1" y="15"/>
                  </a:moveTo>
                  <a:cubicBezTo>
                    <a:pt x="3" y="18"/>
                    <a:pt x="3" y="24"/>
                    <a:pt x="2" y="26"/>
                  </a:cubicBezTo>
                  <a:cubicBezTo>
                    <a:pt x="2" y="26"/>
                    <a:pt x="1" y="28"/>
                    <a:pt x="0" y="30"/>
                  </a:cubicBezTo>
                  <a:cubicBezTo>
                    <a:pt x="1" y="31"/>
                    <a:pt x="3" y="32"/>
                    <a:pt x="7" y="31"/>
                  </a:cubicBezTo>
                  <a:cubicBezTo>
                    <a:pt x="12" y="30"/>
                    <a:pt x="14" y="33"/>
                    <a:pt x="16" y="27"/>
                  </a:cubicBezTo>
                  <a:cubicBezTo>
                    <a:pt x="18" y="23"/>
                    <a:pt x="22" y="17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2"/>
                    <a:pt x="17" y="4"/>
                    <a:pt x="12" y="3"/>
                  </a:cubicBezTo>
                  <a:cubicBezTo>
                    <a:pt x="9" y="2"/>
                    <a:pt x="7" y="1"/>
                    <a:pt x="4" y="0"/>
                  </a:cubicBezTo>
                  <a:cubicBezTo>
                    <a:pt x="4" y="3"/>
                    <a:pt x="3" y="4"/>
                    <a:pt x="3" y="5"/>
                  </a:cubicBezTo>
                  <a:cubicBezTo>
                    <a:pt x="1" y="6"/>
                    <a:pt x="0" y="11"/>
                    <a:pt x="1" y="1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3154294" y="3485733"/>
              <a:ext cx="322000" cy="116534"/>
            </a:xfrm>
            <a:custGeom>
              <a:avLst/>
              <a:gdLst/>
              <a:ahLst/>
              <a:cxnLst/>
              <a:rect l="l" t="t" r="r" b="b"/>
              <a:pathLst>
                <a:path w="89" h="32" extrusionOk="0">
                  <a:moveTo>
                    <a:pt x="72" y="20"/>
                  </a:moveTo>
                  <a:cubicBezTo>
                    <a:pt x="66" y="20"/>
                    <a:pt x="48" y="8"/>
                    <a:pt x="31" y="4"/>
                  </a:cubicBezTo>
                  <a:cubicBezTo>
                    <a:pt x="14" y="0"/>
                    <a:pt x="0" y="12"/>
                    <a:pt x="1" y="14"/>
                  </a:cubicBezTo>
                  <a:cubicBezTo>
                    <a:pt x="4" y="17"/>
                    <a:pt x="12" y="11"/>
                    <a:pt x="16" y="8"/>
                  </a:cubicBezTo>
                  <a:cubicBezTo>
                    <a:pt x="20" y="5"/>
                    <a:pt x="24" y="9"/>
                    <a:pt x="24" y="11"/>
                  </a:cubicBezTo>
                  <a:cubicBezTo>
                    <a:pt x="25" y="13"/>
                    <a:pt x="30" y="14"/>
                    <a:pt x="38" y="14"/>
                  </a:cubicBezTo>
                  <a:cubicBezTo>
                    <a:pt x="47" y="15"/>
                    <a:pt x="48" y="22"/>
                    <a:pt x="56" y="24"/>
                  </a:cubicBezTo>
                  <a:cubicBezTo>
                    <a:pt x="64" y="26"/>
                    <a:pt x="56" y="29"/>
                    <a:pt x="60" y="30"/>
                  </a:cubicBezTo>
                  <a:cubicBezTo>
                    <a:pt x="64" y="32"/>
                    <a:pt x="86" y="31"/>
                    <a:pt x="88" y="30"/>
                  </a:cubicBezTo>
                  <a:cubicBezTo>
                    <a:pt x="89" y="28"/>
                    <a:pt x="78" y="20"/>
                    <a:pt x="72" y="2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3338295" y="3642133"/>
              <a:ext cx="76666" cy="32200"/>
            </a:xfrm>
            <a:custGeom>
              <a:avLst/>
              <a:gdLst/>
              <a:ahLst/>
              <a:cxnLst/>
              <a:rect l="l" t="t" r="r" b="b"/>
              <a:pathLst>
                <a:path w="21" h="9" extrusionOk="0">
                  <a:moveTo>
                    <a:pt x="2" y="3"/>
                  </a:moveTo>
                  <a:cubicBezTo>
                    <a:pt x="3" y="6"/>
                    <a:pt x="18" y="9"/>
                    <a:pt x="19" y="6"/>
                  </a:cubicBezTo>
                  <a:cubicBezTo>
                    <a:pt x="21" y="3"/>
                    <a:pt x="0" y="0"/>
                    <a:pt x="2" y="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3683295" y="3639067"/>
              <a:ext cx="65934" cy="35266"/>
            </a:xfrm>
            <a:custGeom>
              <a:avLst/>
              <a:gdLst/>
              <a:ahLst/>
              <a:cxnLst/>
              <a:rect l="l" t="t" r="r" b="b"/>
              <a:pathLst>
                <a:path w="18" h="10" extrusionOk="0">
                  <a:moveTo>
                    <a:pt x="3" y="5"/>
                  </a:moveTo>
                  <a:cubicBezTo>
                    <a:pt x="6" y="10"/>
                    <a:pt x="16" y="7"/>
                    <a:pt x="17" y="5"/>
                  </a:cubicBezTo>
                  <a:cubicBezTo>
                    <a:pt x="18" y="1"/>
                    <a:pt x="0" y="0"/>
                    <a:pt x="3" y="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3523829" y="711928"/>
              <a:ext cx="1867603" cy="1401469"/>
            </a:xfrm>
            <a:custGeom>
              <a:avLst/>
              <a:gdLst/>
              <a:ahLst/>
              <a:cxnLst/>
              <a:rect l="l" t="t" r="r" b="b"/>
              <a:pathLst>
                <a:path w="515" h="386" extrusionOk="0">
                  <a:moveTo>
                    <a:pt x="487" y="36"/>
                  </a:moveTo>
                  <a:cubicBezTo>
                    <a:pt x="477" y="36"/>
                    <a:pt x="470" y="38"/>
                    <a:pt x="469" y="44"/>
                  </a:cubicBezTo>
                  <a:cubicBezTo>
                    <a:pt x="469" y="50"/>
                    <a:pt x="457" y="43"/>
                    <a:pt x="452" y="45"/>
                  </a:cubicBezTo>
                  <a:cubicBezTo>
                    <a:pt x="447" y="47"/>
                    <a:pt x="450" y="40"/>
                    <a:pt x="445" y="42"/>
                  </a:cubicBezTo>
                  <a:cubicBezTo>
                    <a:pt x="440" y="45"/>
                    <a:pt x="434" y="51"/>
                    <a:pt x="428" y="53"/>
                  </a:cubicBezTo>
                  <a:cubicBezTo>
                    <a:pt x="422" y="56"/>
                    <a:pt x="418" y="62"/>
                    <a:pt x="414" y="62"/>
                  </a:cubicBezTo>
                  <a:cubicBezTo>
                    <a:pt x="410" y="63"/>
                    <a:pt x="422" y="51"/>
                    <a:pt x="428" y="45"/>
                  </a:cubicBezTo>
                  <a:cubicBezTo>
                    <a:pt x="434" y="39"/>
                    <a:pt x="431" y="32"/>
                    <a:pt x="423" y="33"/>
                  </a:cubicBezTo>
                  <a:cubicBezTo>
                    <a:pt x="415" y="34"/>
                    <a:pt x="417" y="39"/>
                    <a:pt x="412" y="40"/>
                  </a:cubicBezTo>
                  <a:cubicBezTo>
                    <a:pt x="408" y="41"/>
                    <a:pt x="386" y="51"/>
                    <a:pt x="385" y="48"/>
                  </a:cubicBezTo>
                  <a:cubicBezTo>
                    <a:pt x="384" y="45"/>
                    <a:pt x="403" y="39"/>
                    <a:pt x="403" y="37"/>
                  </a:cubicBezTo>
                  <a:cubicBezTo>
                    <a:pt x="402" y="35"/>
                    <a:pt x="379" y="35"/>
                    <a:pt x="369" y="36"/>
                  </a:cubicBezTo>
                  <a:cubicBezTo>
                    <a:pt x="358" y="38"/>
                    <a:pt x="340" y="44"/>
                    <a:pt x="339" y="41"/>
                  </a:cubicBezTo>
                  <a:cubicBezTo>
                    <a:pt x="339" y="38"/>
                    <a:pt x="361" y="33"/>
                    <a:pt x="372" y="32"/>
                  </a:cubicBezTo>
                  <a:cubicBezTo>
                    <a:pt x="383" y="31"/>
                    <a:pt x="403" y="33"/>
                    <a:pt x="411" y="29"/>
                  </a:cubicBezTo>
                  <a:cubicBezTo>
                    <a:pt x="420" y="26"/>
                    <a:pt x="433" y="26"/>
                    <a:pt x="435" y="23"/>
                  </a:cubicBezTo>
                  <a:cubicBezTo>
                    <a:pt x="437" y="20"/>
                    <a:pt x="425" y="16"/>
                    <a:pt x="419" y="17"/>
                  </a:cubicBezTo>
                  <a:cubicBezTo>
                    <a:pt x="413" y="17"/>
                    <a:pt x="407" y="16"/>
                    <a:pt x="408" y="13"/>
                  </a:cubicBezTo>
                  <a:cubicBezTo>
                    <a:pt x="408" y="10"/>
                    <a:pt x="398" y="9"/>
                    <a:pt x="397" y="7"/>
                  </a:cubicBezTo>
                  <a:cubicBezTo>
                    <a:pt x="396" y="5"/>
                    <a:pt x="378" y="7"/>
                    <a:pt x="374" y="4"/>
                  </a:cubicBezTo>
                  <a:cubicBezTo>
                    <a:pt x="370" y="2"/>
                    <a:pt x="358" y="0"/>
                    <a:pt x="348" y="1"/>
                  </a:cubicBezTo>
                  <a:cubicBezTo>
                    <a:pt x="338" y="2"/>
                    <a:pt x="318" y="2"/>
                    <a:pt x="313" y="2"/>
                  </a:cubicBezTo>
                  <a:cubicBezTo>
                    <a:pt x="308" y="3"/>
                    <a:pt x="305" y="4"/>
                    <a:pt x="301" y="4"/>
                  </a:cubicBezTo>
                  <a:cubicBezTo>
                    <a:pt x="297" y="4"/>
                    <a:pt x="290" y="5"/>
                    <a:pt x="293" y="8"/>
                  </a:cubicBezTo>
                  <a:cubicBezTo>
                    <a:pt x="297" y="13"/>
                    <a:pt x="286" y="15"/>
                    <a:pt x="287" y="11"/>
                  </a:cubicBezTo>
                  <a:cubicBezTo>
                    <a:pt x="288" y="8"/>
                    <a:pt x="277" y="6"/>
                    <a:pt x="274" y="9"/>
                  </a:cubicBezTo>
                  <a:cubicBezTo>
                    <a:pt x="270" y="12"/>
                    <a:pt x="254" y="5"/>
                    <a:pt x="251" y="9"/>
                  </a:cubicBezTo>
                  <a:cubicBezTo>
                    <a:pt x="249" y="12"/>
                    <a:pt x="229" y="11"/>
                    <a:pt x="223" y="12"/>
                  </a:cubicBezTo>
                  <a:cubicBezTo>
                    <a:pt x="217" y="13"/>
                    <a:pt x="232" y="17"/>
                    <a:pt x="232" y="20"/>
                  </a:cubicBezTo>
                  <a:cubicBezTo>
                    <a:pt x="231" y="22"/>
                    <a:pt x="213" y="20"/>
                    <a:pt x="217" y="24"/>
                  </a:cubicBezTo>
                  <a:cubicBezTo>
                    <a:pt x="220" y="29"/>
                    <a:pt x="232" y="32"/>
                    <a:pt x="238" y="38"/>
                  </a:cubicBezTo>
                  <a:cubicBezTo>
                    <a:pt x="244" y="43"/>
                    <a:pt x="234" y="40"/>
                    <a:pt x="227" y="36"/>
                  </a:cubicBezTo>
                  <a:cubicBezTo>
                    <a:pt x="221" y="31"/>
                    <a:pt x="212" y="33"/>
                    <a:pt x="208" y="29"/>
                  </a:cubicBezTo>
                  <a:cubicBezTo>
                    <a:pt x="204" y="24"/>
                    <a:pt x="190" y="21"/>
                    <a:pt x="186" y="24"/>
                  </a:cubicBezTo>
                  <a:cubicBezTo>
                    <a:pt x="181" y="27"/>
                    <a:pt x="196" y="32"/>
                    <a:pt x="196" y="35"/>
                  </a:cubicBezTo>
                  <a:cubicBezTo>
                    <a:pt x="196" y="39"/>
                    <a:pt x="186" y="35"/>
                    <a:pt x="184" y="36"/>
                  </a:cubicBezTo>
                  <a:cubicBezTo>
                    <a:pt x="183" y="37"/>
                    <a:pt x="174" y="27"/>
                    <a:pt x="169" y="27"/>
                  </a:cubicBezTo>
                  <a:cubicBezTo>
                    <a:pt x="164" y="27"/>
                    <a:pt x="168" y="32"/>
                    <a:pt x="168" y="38"/>
                  </a:cubicBezTo>
                  <a:cubicBezTo>
                    <a:pt x="168" y="44"/>
                    <a:pt x="158" y="48"/>
                    <a:pt x="161" y="44"/>
                  </a:cubicBezTo>
                  <a:cubicBezTo>
                    <a:pt x="164" y="40"/>
                    <a:pt x="162" y="29"/>
                    <a:pt x="157" y="27"/>
                  </a:cubicBezTo>
                  <a:cubicBezTo>
                    <a:pt x="151" y="25"/>
                    <a:pt x="138" y="31"/>
                    <a:pt x="131" y="31"/>
                  </a:cubicBezTo>
                  <a:cubicBezTo>
                    <a:pt x="124" y="30"/>
                    <a:pt x="115" y="33"/>
                    <a:pt x="121" y="36"/>
                  </a:cubicBezTo>
                  <a:cubicBezTo>
                    <a:pt x="127" y="40"/>
                    <a:pt x="121" y="42"/>
                    <a:pt x="115" y="38"/>
                  </a:cubicBezTo>
                  <a:cubicBezTo>
                    <a:pt x="110" y="34"/>
                    <a:pt x="93" y="38"/>
                    <a:pt x="96" y="40"/>
                  </a:cubicBezTo>
                  <a:cubicBezTo>
                    <a:pt x="100" y="43"/>
                    <a:pt x="101" y="50"/>
                    <a:pt x="99" y="53"/>
                  </a:cubicBezTo>
                  <a:cubicBezTo>
                    <a:pt x="97" y="56"/>
                    <a:pt x="89" y="50"/>
                    <a:pt x="83" y="50"/>
                  </a:cubicBezTo>
                  <a:cubicBezTo>
                    <a:pt x="76" y="51"/>
                    <a:pt x="43" y="67"/>
                    <a:pt x="45" y="71"/>
                  </a:cubicBezTo>
                  <a:cubicBezTo>
                    <a:pt x="47" y="75"/>
                    <a:pt x="61" y="72"/>
                    <a:pt x="65" y="74"/>
                  </a:cubicBezTo>
                  <a:cubicBezTo>
                    <a:pt x="70" y="77"/>
                    <a:pt x="64" y="86"/>
                    <a:pt x="58" y="90"/>
                  </a:cubicBezTo>
                  <a:cubicBezTo>
                    <a:pt x="53" y="94"/>
                    <a:pt x="32" y="90"/>
                    <a:pt x="32" y="95"/>
                  </a:cubicBezTo>
                  <a:cubicBezTo>
                    <a:pt x="31" y="99"/>
                    <a:pt x="0" y="100"/>
                    <a:pt x="0" y="107"/>
                  </a:cubicBezTo>
                  <a:cubicBezTo>
                    <a:pt x="0" y="110"/>
                    <a:pt x="1" y="112"/>
                    <a:pt x="5" y="113"/>
                  </a:cubicBezTo>
                  <a:cubicBezTo>
                    <a:pt x="9" y="114"/>
                    <a:pt x="15" y="113"/>
                    <a:pt x="19" y="117"/>
                  </a:cubicBezTo>
                  <a:cubicBezTo>
                    <a:pt x="23" y="122"/>
                    <a:pt x="34" y="122"/>
                    <a:pt x="42" y="119"/>
                  </a:cubicBezTo>
                  <a:cubicBezTo>
                    <a:pt x="49" y="116"/>
                    <a:pt x="55" y="119"/>
                    <a:pt x="55" y="124"/>
                  </a:cubicBezTo>
                  <a:cubicBezTo>
                    <a:pt x="55" y="128"/>
                    <a:pt x="37" y="122"/>
                    <a:pt x="32" y="125"/>
                  </a:cubicBezTo>
                  <a:cubicBezTo>
                    <a:pt x="27" y="129"/>
                    <a:pt x="11" y="126"/>
                    <a:pt x="12" y="129"/>
                  </a:cubicBezTo>
                  <a:cubicBezTo>
                    <a:pt x="12" y="133"/>
                    <a:pt x="20" y="132"/>
                    <a:pt x="27" y="133"/>
                  </a:cubicBezTo>
                  <a:cubicBezTo>
                    <a:pt x="33" y="135"/>
                    <a:pt x="27" y="137"/>
                    <a:pt x="27" y="140"/>
                  </a:cubicBezTo>
                  <a:cubicBezTo>
                    <a:pt x="27" y="143"/>
                    <a:pt x="30" y="142"/>
                    <a:pt x="37" y="146"/>
                  </a:cubicBezTo>
                  <a:cubicBezTo>
                    <a:pt x="43" y="149"/>
                    <a:pt x="54" y="151"/>
                    <a:pt x="51" y="147"/>
                  </a:cubicBezTo>
                  <a:cubicBezTo>
                    <a:pt x="47" y="143"/>
                    <a:pt x="57" y="144"/>
                    <a:pt x="59" y="146"/>
                  </a:cubicBezTo>
                  <a:cubicBezTo>
                    <a:pt x="61" y="148"/>
                    <a:pt x="66" y="143"/>
                    <a:pt x="70" y="144"/>
                  </a:cubicBezTo>
                  <a:cubicBezTo>
                    <a:pt x="75" y="145"/>
                    <a:pt x="77" y="140"/>
                    <a:pt x="80" y="142"/>
                  </a:cubicBezTo>
                  <a:cubicBezTo>
                    <a:pt x="84" y="145"/>
                    <a:pt x="102" y="146"/>
                    <a:pt x="108" y="149"/>
                  </a:cubicBezTo>
                  <a:cubicBezTo>
                    <a:pt x="114" y="153"/>
                    <a:pt x="122" y="153"/>
                    <a:pt x="121" y="158"/>
                  </a:cubicBezTo>
                  <a:cubicBezTo>
                    <a:pt x="120" y="163"/>
                    <a:pt x="126" y="166"/>
                    <a:pt x="133" y="169"/>
                  </a:cubicBezTo>
                  <a:cubicBezTo>
                    <a:pt x="139" y="172"/>
                    <a:pt x="141" y="179"/>
                    <a:pt x="140" y="183"/>
                  </a:cubicBezTo>
                  <a:cubicBezTo>
                    <a:pt x="140" y="187"/>
                    <a:pt x="148" y="190"/>
                    <a:pt x="146" y="192"/>
                  </a:cubicBezTo>
                  <a:cubicBezTo>
                    <a:pt x="145" y="194"/>
                    <a:pt x="146" y="197"/>
                    <a:pt x="151" y="201"/>
                  </a:cubicBezTo>
                  <a:cubicBezTo>
                    <a:pt x="155" y="205"/>
                    <a:pt x="144" y="208"/>
                    <a:pt x="146" y="211"/>
                  </a:cubicBezTo>
                  <a:cubicBezTo>
                    <a:pt x="149" y="215"/>
                    <a:pt x="142" y="222"/>
                    <a:pt x="150" y="223"/>
                  </a:cubicBezTo>
                  <a:cubicBezTo>
                    <a:pt x="158" y="224"/>
                    <a:pt x="157" y="217"/>
                    <a:pt x="163" y="217"/>
                  </a:cubicBezTo>
                  <a:cubicBezTo>
                    <a:pt x="169" y="217"/>
                    <a:pt x="163" y="223"/>
                    <a:pt x="166" y="226"/>
                  </a:cubicBezTo>
                  <a:cubicBezTo>
                    <a:pt x="169" y="229"/>
                    <a:pt x="176" y="228"/>
                    <a:pt x="182" y="233"/>
                  </a:cubicBezTo>
                  <a:cubicBezTo>
                    <a:pt x="189" y="239"/>
                    <a:pt x="185" y="241"/>
                    <a:pt x="179" y="237"/>
                  </a:cubicBezTo>
                  <a:cubicBezTo>
                    <a:pt x="173" y="233"/>
                    <a:pt x="156" y="234"/>
                    <a:pt x="156" y="235"/>
                  </a:cubicBezTo>
                  <a:cubicBezTo>
                    <a:pt x="156" y="237"/>
                    <a:pt x="175" y="247"/>
                    <a:pt x="179" y="246"/>
                  </a:cubicBezTo>
                  <a:cubicBezTo>
                    <a:pt x="183" y="244"/>
                    <a:pt x="189" y="252"/>
                    <a:pt x="187" y="254"/>
                  </a:cubicBezTo>
                  <a:cubicBezTo>
                    <a:pt x="184" y="257"/>
                    <a:pt x="185" y="263"/>
                    <a:pt x="185" y="266"/>
                  </a:cubicBezTo>
                  <a:cubicBezTo>
                    <a:pt x="184" y="269"/>
                    <a:pt x="178" y="266"/>
                    <a:pt x="174" y="267"/>
                  </a:cubicBezTo>
                  <a:cubicBezTo>
                    <a:pt x="170" y="267"/>
                    <a:pt x="167" y="268"/>
                    <a:pt x="167" y="273"/>
                  </a:cubicBezTo>
                  <a:cubicBezTo>
                    <a:pt x="167" y="277"/>
                    <a:pt x="161" y="280"/>
                    <a:pt x="160" y="285"/>
                  </a:cubicBezTo>
                  <a:cubicBezTo>
                    <a:pt x="160" y="290"/>
                    <a:pt x="165" y="290"/>
                    <a:pt x="169" y="292"/>
                  </a:cubicBezTo>
                  <a:cubicBezTo>
                    <a:pt x="172" y="294"/>
                    <a:pt x="163" y="296"/>
                    <a:pt x="162" y="300"/>
                  </a:cubicBezTo>
                  <a:cubicBezTo>
                    <a:pt x="162" y="303"/>
                    <a:pt x="171" y="310"/>
                    <a:pt x="174" y="312"/>
                  </a:cubicBezTo>
                  <a:cubicBezTo>
                    <a:pt x="177" y="314"/>
                    <a:pt x="174" y="322"/>
                    <a:pt x="175" y="326"/>
                  </a:cubicBezTo>
                  <a:cubicBezTo>
                    <a:pt x="177" y="331"/>
                    <a:pt x="181" y="325"/>
                    <a:pt x="180" y="331"/>
                  </a:cubicBezTo>
                  <a:cubicBezTo>
                    <a:pt x="180" y="336"/>
                    <a:pt x="184" y="336"/>
                    <a:pt x="185" y="339"/>
                  </a:cubicBezTo>
                  <a:cubicBezTo>
                    <a:pt x="185" y="343"/>
                    <a:pt x="193" y="342"/>
                    <a:pt x="191" y="346"/>
                  </a:cubicBezTo>
                  <a:cubicBezTo>
                    <a:pt x="190" y="351"/>
                    <a:pt x="193" y="354"/>
                    <a:pt x="195" y="357"/>
                  </a:cubicBezTo>
                  <a:cubicBezTo>
                    <a:pt x="197" y="359"/>
                    <a:pt x="203" y="363"/>
                    <a:pt x="204" y="367"/>
                  </a:cubicBezTo>
                  <a:cubicBezTo>
                    <a:pt x="206" y="370"/>
                    <a:pt x="209" y="374"/>
                    <a:pt x="214" y="373"/>
                  </a:cubicBezTo>
                  <a:cubicBezTo>
                    <a:pt x="218" y="372"/>
                    <a:pt x="219" y="376"/>
                    <a:pt x="222" y="375"/>
                  </a:cubicBezTo>
                  <a:cubicBezTo>
                    <a:pt x="226" y="375"/>
                    <a:pt x="231" y="377"/>
                    <a:pt x="232" y="380"/>
                  </a:cubicBezTo>
                  <a:cubicBezTo>
                    <a:pt x="233" y="382"/>
                    <a:pt x="244" y="385"/>
                    <a:pt x="247" y="385"/>
                  </a:cubicBezTo>
                  <a:cubicBezTo>
                    <a:pt x="250" y="386"/>
                    <a:pt x="250" y="380"/>
                    <a:pt x="253" y="379"/>
                  </a:cubicBezTo>
                  <a:cubicBezTo>
                    <a:pt x="256" y="377"/>
                    <a:pt x="255" y="366"/>
                    <a:pt x="257" y="366"/>
                  </a:cubicBezTo>
                  <a:cubicBezTo>
                    <a:pt x="260" y="365"/>
                    <a:pt x="259" y="353"/>
                    <a:pt x="257" y="352"/>
                  </a:cubicBezTo>
                  <a:cubicBezTo>
                    <a:pt x="254" y="351"/>
                    <a:pt x="255" y="347"/>
                    <a:pt x="261" y="348"/>
                  </a:cubicBezTo>
                  <a:cubicBezTo>
                    <a:pt x="266" y="349"/>
                    <a:pt x="264" y="343"/>
                    <a:pt x="267" y="343"/>
                  </a:cubicBezTo>
                  <a:cubicBezTo>
                    <a:pt x="270" y="342"/>
                    <a:pt x="269" y="337"/>
                    <a:pt x="271" y="336"/>
                  </a:cubicBezTo>
                  <a:cubicBezTo>
                    <a:pt x="273" y="336"/>
                    <a:pt x="272" y="332"/>
                    <a:pt x="271" y="330"/>
                  </a:cubicBezTo>
                  <a:cubicBezTo>
                    <a:pt x="269" y="328"/>
                    <a:pt x="271" y="327"/>
                    <a:pt x="274" y="326"/>
                  </a:cubicBezTo>
                  <a:cubicBezTo>
                    <a:pt x="277" y="326"/>
                    <a:pt x="276" y="321"/>
                    <a:pt x="272" y="320"/>
                  </a:cubicBezTo>
                  <a:cubicBezTo>
                    <a:pt x="268" y="318"/>
                    <a:pt x="270" y="314"/>
                    <a:pt x="274" y="317"/>
                  </a:cubicBezTo>
                  <a:cubicBezTo>
                    <a:pt x="278" y="319"/>
                    <a:pt x="281" y="317"/>
                    <a:pt x="278" y="314"/>
                  </a:cubicBezTo>
                  <a:cubicBezTo>
                    <a:pt x="276" y="311"/>
                    <a:pt x="281" y="310"/>
                    <a:pt x="286" y="309"/>
                  </a:cubicBezTo>
                  <a:cubicBezTo>
                    <a:pt x="292" y="309"/>
                    <a:pt x="294" y="306"/>
                    <a:pt x="293" y="302"/>
                  </a:cubicBezTo>
                  <a:cubicBezTo>
                    <a:pt x="292" y="298"/>
                    <a:pt x="299" y="298"/>
                    <a:pt x="298" y="302"/>
                  </a:cubicBezTo>
                  <a:cubicBezTo>
                    <a:pt x="296" y="305"/>
                    <a:pt x="297" y="309"/>
                    <a:pt x="299" y="306"/>
                  </a:cubicBezTo>
                  <a:cubicBezTo>
                    <a:pt x="302" y="304"/>
                    <a:pt x="307" y="306"/>
                    <a:pt x="315" y="303"/>
                  </a:cubicBezTo>
                  <a:cubicBezTo>
                    <a:pt x="323" y="301"/>
                    <a:pt x="332" y="294"/>
                    <a:pt x="334" y="287"/>
                  </a:cubicBezTo>
                  <a:cubicBezTo>
                    <a:pt x="336" y="280"/>
                    <a:pt x="345" y="281"/>
                    <a:pt x="344" y="277"/>
                  </a:cubicBezTo>
                  <a:cubicBezTo>
                    <a:pt x="343" y="272"/>
                    <a:pt x="346" y="270"/>
                    <a:pt x="352" y="273"/>
                  </a:cubicBezTo>
                  <a:cubicBezTo>
                    <a:pt x="358" y="276"/>
                    <a:pt x="353" y="271"/>
                    <a:pt x="360" y="271"/>
                  </a:cubicBezTo>
                  <a:cubicBezTo>
                    <a:pt x="367" y="271"/>
                    <a:pt x="366" y="269"/>
                    <a:pt x="373" y="269"/>
                  </a:cubicBezTo>
                  <a:cubicBezTo>
                    <a:pt x="379" y="268"/>
                    <a:pt x="397" y="265"/>
                    <a:pt x="403" y="260"/>
                  </a:cubicBezTo>
                  <a:cubicBezTo>
                    <a:pt x="409" y="255"/>
                    <a:pt x="422" y="251"/>
                    <a:pt x="427" y="248"/>
                  </a:cubicBezTo>
                  <a:cubicBezTo>
                    <a:pt x="432" y="245"/>
                    <a:pt x="433" y="242"/>
                    <a:pt x="430" y="244"/>
                  </a:cubicBezTo>
                  <a:cubicBezTo>
                    <a:pt x="427" y="245"/>
                    <a:pt x="420" y="246"/>
                    <a:pt x="415" y="244"/>
                  </a:cubicBezTo>
                  <a:cubicBezTo>
                    <a:pt x="410" y="243"/>
                    <a:pt x="402" y="239"/>
                    <a:pt x="396" y="242"/>
                  </a:cubicBezTo>
                  <a:cubicBezTo>
                    <a:pt x="391" y="245"/>
                    <a:pt x="394" y="237"/>
                    <a:pt x="399" y="237"/>
                  </a:cubicBezTo>
                  <a:cubicBezTo>
                    <a:pt x="404" y="236"/>
                    <a:pt x="402" y="234"/>
                    <a:pt x="400" y="229"/>
                  </a:cubicBezTo>
                  <a:cubicBezTo>
                    <a:pt x="399" y="224"/>
                    <a:pt x="408" y="227"/>
                    <a:pt x="412" y="233"/>
                  </a:cubicBezTo>
                  <a:cubicBezTo>
                    <a:pt x="416" y="238"/>
                    <a:pt x="424" y="241"/>
                    <a:pt x="431" y="239"/>
                  </a:cubicBezTo>
                  <a:cubicBezTo>
                    <a:pt x="438" y="237"/>
                    <a:pt x="431" y="231"/>
                    <a:pt x="434" y="228"/>
                  </a:cubicBezTo>
                  <a:cubicBezTo>
                    <a:pt x="437" y="224"/>
                    <a:pt x="413" y="212"/>
                    <a:pt x="412" y="208"/>
                  </a:cubicBezTo>
                  <a:cubicBezTo>
                    <a:pt x="411" y="204"/>
                    <a:pt x="418" y="207"/>
                    <a:pt x="424" y="210"/>
                  </a:cubicBezTo>
                  <a:cubicBezTo>
                    <a:pt x="431" y="213"/>
                    <a:pt x="432" y="205"/>
                    <a:pt x="432" y="201"/>
                  </a:cubicBezTo>
                  <a:cubicBezTo>
                    <a:pt x="432" y="198"/>
                    <a:pt x="418" y="197"/>
                    <a:pt x="412" y="201"/>
                  </a:cubicBezTo>
                  <a:cubicBezTo>
                    <a:pt x="406" y="204"/>
                    <a:pt x="400" y="196"/>
                    <a:pt x="408" y="195"/>
                  </a:cubicBezTo>
                  <a:cubicBezTo>
                    <a:pt x="417" y="194"/>
                    <a:pt x="409" y="191"/>
                    <a:pt x="412" y="188"/>
                  </a:cubicBezTo>
                  <a:cubicBezTo>
                    <a:pt x="414" y="186"/>
                    <a:pt x="425" y="196"/>
                    <a:pt x="430" y="194"/>
                  </a:cubicBezTo>
                  <a:cubicBezTo>
                    <a:pt x="436" y="192"/>
                    <a:pt x="440" y="194"/>
                    <a:pt x="444" y="190"/>
                  </a:cubicBezTo>
                  <a:cubicBezTo>
                    <a:pt x="449" y="187"/>
                    <a:pt x="436" y="183"/>
                    <a:pt x="433" y="180"/>
                  </a:cubicBezTo>
                  <a:cubicBezTo>
                    <a:pt x="431" y="177"/>
                    <a:pt x="447" y="178"/>
                    <a:pt x="452" y="178"/>
                  </a:cubicBezTo>
                  <a:cubicBezTo>
                    <a:pt x="457" y="178"/>
                    <a:pt x="458" y="171"/>
                    <a:pt x="454" y="172"/>
                  </a:cubicBezTo>
                  <a:cubicBezTo>
                    <a:pt x="450" y="174"/>
                    <a:pt x="436" y="167"/>
                    <a:pt x="439" y="163"/>
                  </a:cubicBezTo>
                  <a:cubicBezTo>
                    <a:pt x="442" y="159"/>
                    <a:pt x="447" y="164"/>
                    <a:pt x="454" y="161"/>
                  </a:cubicBezTo>
                  <a:cubicBezTo>
                    <a:pt x="460" y="157"/>
                    <a:pt x="454" y="145"/>
                    <a:pt x="450" y="145"/>
                  </a:cubicBezTo>
                  <a:cubicBezTo>
                    <a:pt x="445" y="145"/>
                    <a:pt x="435" y="144"/>
                    <a:pt x="435" y="141"/>
                  </a:cubicBezTo>
                  <a:cubicBezTo>
                    <a:pt x="435" y="139"/>
                    <a:pt x="426" y="137"/>
                    <a:pt x="429" y="135"/>
                  </a:cubicBezTo>
                  <a:cubicBezTo>
                    <a:pt x="431" y="133"/>
                    <a:pt x="434" y="138"/>
                    <a:pt x="440" y="133"/>
                  </a:cubicBezTo>
                  <a:cubicBezTo>
                    <a:pt x="446" y="129"/>
                    <a:pt x="458" y="134"/>
                    <a:pt x="463" y="133"/>
                  </a:cubicBezTo>
                  <a:cubicBezTo>
                    <a:pt x="468" y="132"/>
                    <a:pt x="461" y="123"/>
                    <a:pt x="458" y="124"/>
                  </a:cubicBezTo>
                  <a:cubicBezTo>
                    <a:pt x="455" y="126"/>
                    <a:pt x="444" y="127"/>
                    <a:pt x="444" y="121"/>
                  </a:cubicBezTo>
                  <a:cubicBezTo>
                    <a:pt x="443" y="116"/>
                    <a:pt x="453" y="121"/>
                    <a:pt x="455" y="119"/>
                  </a:cubicBezTo>
                  <a:cubicBezTo>
                    <a:pt x="457" y="116"/>
                    <a:pt x="441" y="110"/>
                    <a:pt x="438" y="115"/>
                  </a:cubicBezTo>
                  <a:cubicBezTo>
                    <a:pt x="436" y="120"/>
                    <a:pt x="427" y="119"/>
                    <a:pt x="432" y="116"/>
                  </a:cubicBezTo>
                  <a:cubicBezTo>
                    <a:pt x="436" y="113"/>
                    <a:pt x="437" y="104"/>
                    <a:pt x="437" y="100"/>
                  </a:cubicBezTo>
                  <a:cubicBezTo>
                    <a:pt x="436" y="96"/>
                    <a:pt x="454" y="96"/>
                    <a:pt x="452" y="89"/>
                  </a:cubicBezTo>
                  <a:cubicBezTo>
                    <a:pt x="450" y="82"/>
                    <a:pt x="460" y="80"/>
                    <a:pt x="466" y="80"/>
                  </a:cubicBezTo>
                  <a:cubicBezTo>
                    <a:pt x="471" y="80"/>
                    <a:pt x="465" y="73"/>
                    <a:pt x="460" y="73"/>
                  </a:cubicBezTo>
                  <a:cubicBezTo>
                    <a:pt x="454" y="74"/>
                    <a:pt x="449" y="80"/>
                    <a:pt x="446" y="78"/>
                  </a:cubicBezTo>
                  <a:cubicBezTo>
                    <a:pt x="443" y="75"/>
                    <a:pt x="452" y="71"/>
                    <a:pt x="457" y="71"/>
                  </a:cubicBezTo>
                  <a:cubicBezTo>
                    <a:pt x="462" y="71"/>
                    <a:pt x="474" y="70"/>
                    <a:pt x="479" y="68"/>
                  </a:cubicBezTo>
                  <a:cubicBezTo>
                    <a:pt x="483" y="65"/>
                    <a:pt x="471" y="63"/>
                    <a:pt x="463" y="64"/>
                  </a:cubicBezTo>
                  <a:cubicBezTo>
                    <a:pt x="455" y="65"/>
                    <a:pt x="455" y="62"/>
                    <a:pt x="467" y="61"/>
                  </a:cubicBezTo>
                  <a:cubicBezTo>
                    <a:pt x="479" y="61"/>
                    <a:pt x="477" y="59"/>
                    <a:pt x="486" y="58"/>
                  </a:cubicBezTo>
                  <a:cubicBezTo>
                    <a:pt x="494" y="57"/>
                    <a:pt x="491" y="53"/>
                    <a:pt x="497" y="53"/>
                  </a:cubicBezTo>
                  <a:cubicBezTo>
                    <a:pt x="502" y="53"/>
                    <a:pt x="515" y="47"/>
                    <a:pt x="515" y="44"/>
                  </a:cubicBezTo>
                  <a:cubicBezTo>
                    <a:pt x="515" y="42"/>
                    <a:pt x="496" y="36"/>
                    <a:pt x="487" y="36"/>
                  </a:cubicBezTo>
                  <a:close/>
                  <a:moveTo>
                    <a:pt x="176" y="253"/>
                  </a:moveTo>
                  <a:cubicBezTo>
                    <a:pt x="177" y="249"/>
                    <a:pt x="172" y="251"/>
                    <a:pt x="170" y="247"/>
                  </a:cubicBezTo>
                  <a:cubicBezTo>
                    <a:pt x="167" y="242"/>
                    <a:pt x="154" y="240"/>
                    <a:pt x="153" y="244"/>
                  </a:cubicBezTo>
                  <a:cubicBezTo>
                    <a:pt x="153" y="245"/>
                    <a:pt x="149" y="247"/>
                    <a:pt x="152" y="251"/>
                  </a:cubicBezTo>
                  <a:cubicBezTo>
                    <a:pt x="155" y="254"/>
                    <a:pt x="157" y="253"/>
                    <a:pt x="161" y="256"/>
                  </a:cubicBezTo>
                  <a:cubicBezTo>
                    <a:pt x="165" y="260"/>
                    <a:pt x="176" y="257"/>
                    <a:pt x="176" y="25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1424691" y="741062"/>
              <a:ext cx="2718605" cy="2094537"/>
            </a:xfrm>
            <a:custGeom>
              <a:avLst/>
              <a:gdLst/>
              <a:ahLst/>
              <a:cxnLst/>
              <a:rect l="l" t="t" r="r" b="b"/>
              <a:pathLst>
                <a:path w="750" h="577" extrusionOk="0">
                  <a:moveTo>
                    <a:pt x="148" y="506"/>
                  </a:moveTo>
                  <a:cubicBezTo>
                    <a:pt x="145" y="503"/>
                    <a:pt x="139" y="504"/>
                    <a:pt x="138" y="502"/>
                  </a:cubicBezTo>
                  <a:cubicBezTo>
                    <a:pt x="137" y="499"/>
                    <a:pt x="131" y="490"/>
                    <a:pt x="128" y="491"/>
                  </a:cubicBezTo>
                  <a:cubicBezTo>
                    <a:pt x="125" y="491"/>
                    <a:pt x="121" y="491"/>
                    <a:pt x="117" y="488"/>
                  </a:cubicBezTo>
                  <a:cubicBezTo>
                    <a:pt x="114" y="485"/>
                    <a:pt x="111" y="485"/>
                    <a:pt x="108" y="487"/>
                  </a:cubicBezTo>
                  <a:cubicBezTo>
                    <a:pt x="106" y="489"/>
                    <a:pt x="111" y="489"/>
                    <a:pt x="111" y="491"/>
                  </a:cubicBezTo>
                  <a:cubicBezTo>
                    <a:pt x="111" y="493"/>
                    <a:pt x="113" y="494"/>
                    <a:pt x="115" y="493"/>
                  </a:cubicBezTo>
                  <a:cubicBezTo>
                    <a:pt x="117" y="493"/>
                    <a:pt x="119" y="498"/>
                    <a:pt x="121" y="498"/>
                  </a:cubicBezTo>
                  <a:cubicBezTo>
                    <a:pt x="123" y="498"/>
                    <a:pt x="124" y="502"/>
                    <a:pt x="126" y="502"/>
                  </a:cubicBezTo>
                  <a:cubicBezTo>
                    <a:pt x="129" y="502"/>
                    <a:pt x="130" y="505"/>
                    <a:pt x="131" y="506"/>
                  </a:cubicBezTo>
                  <a:cubicBezTo>
                    <a:pt x="132" y="508"/>
                    <a:pt x="135" y="506"/>
                    <a:pt x="135" y="508"/>
                  </a:cubicBezTo>
                  <a:cubicBezTo>
                    <a:pt x="135" y="510"/>
                    <a:pt x="138" y="511"/>
                    <a:pt x="139" y="513"/>
                  </a:cubicBezTo>
                  <a:cubicBezTo>
                    <a:pt x="144" y="514"/>
                    <a:pt x="148" y="514"/>
                    <a:pt x="152" y="513"/>
                  </a:cubicBezTo>
                  <a:cubicBezTo>
                    <a:pt x="152" y="512"/>
                    <a:pt x="153" y="510"/>
                    <a:pt x="153" y="509"/>
                  </a:cubicBezTo>
                  <a:cubicBezTo>
                    <a:pt x="154" y="507"/>
                    <a:pt x="150" y="509"/>
                    <a:pt x="148" y="506"/>
                  </a:cubicBezTo>
                  <a:close/>
                  <a:moveTo>
                    <a:pt x="142" y="209"/>
                  </a:moveTo>
                  <a:cubicBezTo>
                    <a:pt x="148" y="211"/>
                    <a:pt x="149" y="223"/>
                    <a:pt x="153" y="223"/>
                  </a:cubicBezTo>
                  <a:cubicBezTo>
                    <a:pt x="156" y="223"/>
                    <a:pt x="154" y="219"/>
                    <a:pt x="159" y="219"/>
                  </a:cubicBezTo>
                  <a:cubicBezTo>
                    <a:pt x="164" y="219"/>
                    <a:pt x="163" y="217"/>
                    <a:pt x="167" y="217"/>
                  </a:cubicBezTo>
                  <a:cubicBezTo>
                    <a:pt x="172" y="217"/>
                    <a:pt x="176" y="216"/>
                    <a:pt x="176" y="211"/>
                  </a:cubicBezTo>
                  <a:cubicBezTo>
                    <a:pt x="176" y="205"/>
                    <a:pt x="179" y="203"/>
                    <a:pt x="183" y="202"/>
                  </a:cubicBezTo>
                  <a:cubicBezTo>
                    <a:pt x="188" y="201"/>
                    <a:pt x="184" y="196"/>
                    <a:pt x="190" y="194"/>
                  </a:cubicBezTo>
                  <a:cubicBezTo>
                    <a:pt x="196" y="193"/>
                    <a:pt x="214" y="185"/>
                    <a:pt x="217" y="183"/>
                  </a:cubicBezTo>
                  <a:cubicBezTo>
                    <a:pt x="220" y="181"/>
                    <a:pt x="213" y="178"/>
                    <a:pt x="207" y="174"/>
                  </a:cubicBezTo>
                  <a:cubicBezTo>
                    <a:pt x="200" y="169"/>
                    <a:pt x="195" y="168"/>
                    <a:pt x="189" y="172"/>
                  </a:cubicBezTo>
                  <a:cubicBezTo>
                    <a:pt x="184" y="175"/>
                    <a:pt x="188" y="168"/>
                    <a:pt x="184" y="170"/>
                  </a:cubicBezTo>
                  <a:cubicBezTo>
                    <a:pt x="180" y="172"/>
                    <a:pt x="169" y="167"/>
                    <a:pt x="167" y="165"/>
                  </a:cubicBezTo>
                  <a:cubicBezTo>
                    <a:pt x="166" y="163"/>
                    <a:pt x="146" y="169"/>
                    <a:pt x="141" y="169"/>
                  </a:cubicBezTo>
                  <a:cubicBezTo>
                    <a:pt x="136" y="169"/>
                    <a:pt x="141" y="174"/>
                    <a:pt x="145" y="177"/>
                  </a:cubicBezTo>
                  <a:cubicBezTo>
                    <a:pt x="148" y="180"/>
                    <a:pt x="136" y="188"/>
                    <a:pt x="139" y="190"/>
                  </a:cubicBezTo>
                  <a:cubicBezTo>
                    <a:pt x="141" y="191"/>
                    <a:pt x="136" y="196"/>
                    <a:pt x="131" y="202"/>
                  </a:cubicBezTo>
                  <a:cubicBezTo>
                    <a:pt x="126" y="208"/>
                    <a:pt x="135" y="208"/>
                    <a:pt x="142" y="209"/>
                  </a:cubicBezTo>
                  <a:close/>
                  <a:moveTo>
                    <a:pt x="328" y="240"/>
                  </a:moveTo>
                  <a:cubicBezTo>
                    <a:pt x="330" y="237"/>
                    <a:pt x="340" y="245"/>
                    <a:pt x="340" y="240"/>
                  </a:cubicBezTo>
                  <a:cubicBezTo>
                    <a:pt x="341" y="234"/>
                    <a:pt x="330" y="231"/>
                    <a:pt x="325" y="228"/>
                  </a:cubicBezTo>
                  <a:cubicBezTo>
                    <a:pt x="321" y="225"/>
                    <a:pt x="319" y="227"/>
                    <a:pt x="312" y="222"/>
                  </a:cubicBezTo>
                  <a:cubicBezTo>
                    <a:pt x="305" y="217"/>
                    <a:pt x="314" y="214"/>
                    <a:pt x="308" y="210"/>
                  </a:cubicBezTo>
                  <a:cubicBezTo>
                    <a:pt x="303" y="206"/>
                    <a:pt x="301" y="194"/>
                    <a:pt x="305" y="191"/>
                  </a:cubicBezTo>
                  <a:cubicBezTo>
                    <a:pt x="309" y="187"/>
                    <a:pt x="313" y="181"/>
                    <a:pt x="306" y="179"/>
                  </a:cubicBezTo>
                  <a:cubicBezTo>
                    <a:pt x="300" y="176"/>
                    <a:pt x="289" y="181"/>
                    <a:pt x="290" y="183"/>
                  </a:cubicBezTo>
                  <a:cubicBezTo>
                    <a:pt x="291" y="184"/>
                    <a:pt x="300" y="189"/>
                    <a:pt x="300" y="191"/>
                  </a:cubicBezTo>
                  <a:cubicBezTo>
                    <a:pt x="300" y="194"/>
                    <a:pt x="292" y="185"/>
                    <a:pt x="289" y="187"/>
                  </a:cubicBezTo>
                  <a:cubicBezTo>
                    <a:pt x="286" y="189"/>
                    <a:pt x="282" y="183"/>
                    <a:pt x="280" y="187"/>
                  </a:cubicBezTo>
                  <a:cubicBezTo>
                    <a:pt x="277" y="191"/>
                    <a:pt x="283" y="204"/>
                    <a:pt x="285" y="208"/>
                  </a:cubicBezTo>
                  <a:cubicBezTo>
                    <a:pt x="288" y="211"/>
                    <a:pt x="283" y="211"/>
                    <a:pt x="280" y="212"/>
                  </a:cubicBezTo>
                  <a:cubicBezTo>
                    <a:pt x="277" y="213"/>
                    <a:pt x="277" y="202"/>
                    <a:pt x="274" y="197"/>
                  </a:cubicBezTo>
                  <a:cubicBezTo>
                    <a:pt x="271" y="193"/>
                    <a:pt x="259" y="188"/>
                    <a:pt x="258" y="191"/>
                  </a:cubicBezTo>
                  <a:cubicBezTo>
                    <a:pt x="257" y="194"/>
                    <a:pt x="266" y="194"/>
                    <a:pt x="264" y="199"/>
                  </a:cubicBezTo>
                  <a:cubicBezTo>
                    <a:pt x="263" y="203"/>
                    <a:pt x="259" y="196"/>
                    <a:pt x="255" y="199"/>
                  </a:cubicBezTo>
                  <a:cubicBezTo>
                    <a:pt x="251" y="203"/>
                    <a:pt x="251" y="200"/>
                    <a:pt x="252" y="197"/>
                  </a:cubicBezTo>
                  <a:cubicBezTo>
                    <a:pt x="253" y="194"/>
                    <a:pt x="246" y="190"/>
                    <a:pt x="239" y="191"/>
                  </a:cubicBezTo>
                  <a:cubicBezTo>
                    <a:pt x="231" y="191"/>
                    <a:pt x="235" y="197"/>
                    <a:pt x="233" y="199"/>
                  </a:cubicBezTo>
                  <a:cubicBezTo>
                    <a:pt x="231" y="200"/>
                    <a:pt x="220" y="197"/>
                    <a:pt x="227" y="196"/>
                  </a:cubicBezTo>
                  <a:cubicBezTo>
                    <a:pt x="234" y="194"/>
                    <a:pt x="231" y="190"/>
                    <a:pt x="228" y="186"/>
                  </a:cubicBezTo>
                  <a:cubicBezTo>
                    <a:pt x="226" y="182"/>
                    <a:pt x="218" y="187"/>
                    <a:pt x="207" y="191"/>
                  </a:cubicBezTo>
                  <a:cubicBezTo>
                    <a:pt x="195" y="195"/>
                    <a:pt x="190" y="200"/>
                    <a:pt x="192" y="200"/>
                  </a:cubicBezTo>
                  <a:cubicBezTo>
                    <a:pt x="193" y="200"/>
                    <a:pt x="193" y="202"/>
                    <a:pt x="189" y="206"/>
                  </a:cubicBezTo>
                  <a:cubicBezTo>
                    <a:pt x="184" y="210"/>
                    <a:pt x="189" y="213"/>
                    <a:pt x="193" y="213"/>
                  </a:cubicBezTo>
                  <a:cubicBezTo>
                    <a:pt x="197" y="213"/>
                    <a:pt x="194" y="216"/>
                    <a:pt x="196" y="217"/>
                  </a:cubicBezTo>
                  <a:cubicBezTo>
                    <a:pt x="199" y="218"/>
                    <a:pt x="212" y="212"/>
                    <a:pt x="216" y="215"/>
                  </a:cubicBezTo>
                  <a:cubicBezTo>
                    <a:pt x="220" y="217"/>
                    <a:pt x="194" y="219"/>
                    <a:pt x="194" y="223"/>
                  </a:cubicBezTo>
                  <a:cubicBezTo>
                    <a:pt x="194" y="228"/>
                    <a:pt x="208" y="230"/>
                    <a:pt x="219" y="228"/>
                  </a:cubicBezTo>
                  <a:cubicBezTo>
                    <a:pt x="229" y="227"/>
                    <a:pt x="248" y="230"/>
                    <a:pt x="248" y="233"/>
                  </a:cubicBezTo>
                  <a:cubicBezTo>
                    <a:pt x="248" y="235"/>
                    <a:pt x="235" y="234"/>
                    <a:pt x="226" y="234"/>
                  </a:cubicBezTo>
                  <a:cubicBezTo>
                    <a:pt x="217" y="234"/>
                    <a:pt x="201" y="237"/>
                    <a:pt x="201" y="240"/>
                  </a:cubicBezTo>
                  <a:cubicBezTo>
                    <a:pt x="202" y="243"/>
                    <a:pt x="203" y="243"/>
                    <a:pt x="213" y="247"/>
                  </a:cubicBezTo>
                  <a:cubicBezTo>
                    <a:pt x="223" y="252"/>
                    <a:pt x="233" y="245"/>
                    <a:pt x="232" y="252"/>
                  </a:cubicBezTo>
                  <a:cubicBezTo>
                    <a:pt x="232" y="258"/>
                    <a:pt x="238" y="259"/>
                    <a:pt x="251" y="260"/>
                  </a:cubicBezTo>
                  <a:cubicBezTo>
                    <a:pt x="264" y="260"/>
                    <a:pt x="270" y="254"/>
                    <a:pt x="276" y="254"/>
                  </a:cubicBezTo>
                  <a:cubicBezTo>
                    <a:pt x="282" y="255"/>
                    <a:pt x="285" y="253"/>
                    <a:pt x="288" y="249"/>
                  </a:cubicBezTo>
                  <a:cubicBezTo>
                    <a:pt x="291" y="245"/>
                    <a:pt x="294" y="247"/>
                    <a:pt x="295" y="249"/>
                  </a:cubicBezTo>
                  <a:cubicBezTo>
                    <a:pt x="295" y="252"/>
                    <a:pt x="304" y="251"/>
                    <a:pt x="305" y="253"/>
                  </a:cubicBezTo>
                  <a:cubicBezTo>
                    <a:pt x="310" y="258"/>
                    <a:pt x="326" y="256"/>
                    <a:pt x="332" y="253"/>
                  </a:cubicBezTo>
                  <a:cubicBezTo>
                    <a:pt x="338" y="250"/>
                    <a:pt x="329" y="242"/>
                    <a:pt x="326" y="246"/>
                  </a:cubicBezTo>
                  <a:cubicBezTo>
                    <a:pt x="323" y="250"/>
                    <a:pt x="321" y="247"/>
                    <a:pt x="320" y="246"/>
                  </a:cubicBezTo>
                  <a:cubicBezTo>
                    <a:pt x="319" y="244"/>
                    <a:pt x="326" y="243"/>
                    <a:pt x="328" y="240"/>
                  </a:cubicBezTo>
                  <a:close/>
                  <a:moveTo>
                    <a:pt x="186" y="148"/>
                  </a:moveTo>
                  <a:cubicBezTo>
                    <a:pt x="193" y="149"/>
                    <a:pt x="200" y="143"/>
                    <a:pt x="199" y="140"/>
                  </a:cubicBezTo>
                  <a:cubicBezTo>
                    <a:pt x="199" y="136"/>
                    <a:pt x="183" y="148"/>
                    <a:pt x="186" y="148"/>
                  </a:cubicBezTo>
                  <a:close/>
                  <a:moveTo>
                    <a:pt x="155" y="138"/>
                  </a:moveTo>
                  <a:cubicBezTo>
                    <a:pt x="158" y="139"/>
                    <a:pt x="155" y="144"/>
                    <a:pt x="158" y="143"/>
                  </a:cubicBezTo>
                  <a:cubicBezTo>
                    <a:pt x="161" y="141"/>
                    <a:pt x="162" y="141"/>
                    <a:pt x="164" y="141"/>
                  </a:cubicBezTo>
                  <a:cubicBezTo>
                    <a:pt x="168" y="143"/>
                    <a:pt x="169" y="139"/>
                    <a:pt x="171" y="137"/>
                  </a:cubicBezTo>
                  <a:cubicBezTo>
                    <a:pt x="173" y="135"/>
                    <a:pt x="172" y="144"/>
                    <a:pt x="177" y="144"/>
                  </a:cubicBezTo>
                  <a:cubicBezTo>
                    <a:pt x="181" y="144"/>
                    <a:pt x="180" y="135"/>
                    <a:pt x="184" y="138"/>
                  </a:cubicBezTo>
                  <a:cubicBezTo>
                    <a:pt x="188" y="140"/>
                    <a:pt x="189" y="137"/>
                    <a:pt x="190" y="134"/>
                  </a:cubicBezTo>
                  <a:cubicBezTo>
                    <a:pt x="190" y="131"/>
                    <a:pt x="190" y="127"/>
                    <a:pt x="195" y="126"/>
                  </a:cubicBezTo>
                  <a:cubicBezTo>
                    <a:pt x="199" y="125"/>
                    <a:pt x="195" y="130"/>
                    <a:pt x="197" y="134"/>
                  </a:cubicBezTo>
                  <a:cubicBezTo>
                    <a:pt x="200" y="138"/>
                    <a:pt x="205" y="134"/>
                    <a:pt x="205" y="132"/>
                  </a:cubicBezTo>
                  <a:cubicBezTo>
                    <a:pt x="205" y="129"/>
                    <a:pt x="212" y="131"/>
                    <a:pt x="212" y="128"/>
                  </a:cubicBezTo>
                  <a:cubicBezTo>
                    <a:pt x="211" y="126"/>
                    <a:pt x="214" y="125"/>
                    <a:pt x="212" y="122"/>
                  </a:cubicBezTo>
                  <a:cubicBezTo>
                    <a:pt x="210" y="119"/>
                    <a:pt x="215" y="120"/>
                    <a:pt x="217" y="118"/>
                  </a:cubicBezTo>
                  <a:cubicBezTo>
                    <a:pt x="219" y="115"/>
                    <a:pt x="214" y="117"/>
                    <a:pt x="210" y="114"/>
                  </a:cubicBezTo>
                  <a:cubicBezTo>
                    <a:pt x="207" y="110"/>
                    <a:pt x="205" y="115"/>
                    <a:pt x="205" y="117"/>
                  </a:cubicBezTo>
                  <a:cubicBezTo>
                    <a:pt x="205" y="119"/>
                    <a:pt x="198" y="118"/>
                    <a:pt x="194" y="116"/>
                  </a:cubicBezTo>
                  <a:cubicBezTo>
                    <a:pt x="190" y="115"/>
                    <a:pt x="184" y="121"/>
                    <a:pt x="179" y="124"/>
                  </a:cubicBezTo>
                  <a:cubicBezTo>
                    <a:pt x="173" y="127"/>
                    <a:pt x="172" y="132"/>
                    <a:pt x="167" y="132"/>
                  </a:cubicBezTo>
                  <a:cubicBezTo>
                    <a:pt x="161" y="131"/>
                    <a:pt x="153" y="137"/>
                    <a:pt x="155" y="138"/>
                  </a:cubicBezTo>
                  <a:close/>
                  <a:moveTo>
                    <a:pt x="214" y="136"/>
                  </a:moveTo>
                  <a:cubicBezTo>
                    <a:pt x="208" y="136"/>
                    <a:pt x="209" y="141"/>
                    <a:pt x="215" y="141"/>
                  </a:cubicBezTo>
                  <a:cubicBezTo>
                    <a:pt x="221" y="141"/>
                    <a:pt x="223" y="143"/>
                    <a:pt x="214" y="143"/>
                  </a:cubicBezTo>
                  <a:cubicBezTo>
                    <a:pt x="205" y="143"/>
                    <a:pt x="202" y="150"/>
                    <a:pt x="208" y="149"/>
                  </a:cubicBezTo>
                  <a:cubicBezTo>
                    <a:pt x="214" y="147"/>
                    <a:pt x="221" y="147"/>
                    <a:pt x="216" y="149"/>
                  </a:cubicBezTo>
                  <a:cubicBezTo>
                    <a:pt x="212" y="150"/>
                    <a:pt x="200" y="151"/>
                    <a:pt x="201" y="153"/>
                  </a:cubicBezTo>
                  <a:cubicBezTo>
                    <a:pt x="202" y="155"/>
                    <a:pt x="207" y="155"/>
                    <a:pt x="212" y="156"/>
                  </a:cubicBezTo>
                  <a:cubicBezTo>
                    <a:pt x="217" y="158"/>
                    <a:pt x="220" y="159"/>
                    <a:pt x="224" y="155"/>
                  </a:cubicBezTo>
                  <a:cubicBezTo>
                    <a:pt x="227" y="151"/>
                    <a:pt x="232" y="147"/>
                    <a:pt x="230" y="153"/>
                  </a:cubicBezTo>
                  <a:cubicBezTo>
                    <a:pt x="229" y="158"/>
                    <a:pt x="236" y="154"/>
                    <a:pt x="246" y="154"/>
                  </a:cubicBezTo>
                  <a:cubicBezTo>
                    <a:pt x="257" y="153"/>
                    <a:pt x="245" y="160"/>
                    <a:pt x="234" y="160"/>
                  </a:cubicBezTo>
                  <a:cubicBezTo>
                    <a:pt x="224" y="161"/>
                    <a:pt x="226" y="166"/>
                    <a:pt x="234" y="168"/>
                  </a:cubicBezTo>
                  <a:cubicBezTo>
                    <a:pt x="242" y="170"/>
                    <a:pt x="260" y="163"/>
                    <a:pt x="264" y="159"/>
                  </a:cubicBezTo>
                  <a:cubicBezTo>
                    <a:pt x="268" y="155"/>
                    <a:pt x="271" y="161"/>
                    <a:pt x="276" y="158"/>
                  </a:cubicBezTo>
                  <a:cubicBezTo>
                    <a:pt x="280" y="155"/>
                    <a:pt x="288" y="159"/>
                    <a:pt x="295" y="157"/>
                  </a:cubicBezTo>
                  <a:cubicBezTo>
                    <a:pt x="302" y="156"/>
                    <a:pt x="303" y="142"/>
                    <a:pt x="298" y="140"/>
                  </a:cubicBezTo>
                  <a:cubicBezTo>
                    <a:pt x="292" y="138"/>
                    <a:pt x="292" y="143"/>
                    <a:pt x="288" y="143"/>
                  </a:cubicBezTo>
                  <a:cubicBezTo>
                    <a:pt x="284" y="144"/>
                    <a:pt x="282" y="139"/>
                    <a:pt x="279" y="135"/>
                  </a:cubicBezTo>
                  <a:cubicBezTo>
                    <a:pt x="275" y="132"/>
                    <a:pt x="277" y="126"/>
                    <a:pt x="273" y="127"/>
                  </a:cubicBezTo>
                  <a:cubicBezTo>
                    <a:pt x="268" y="127"/>
                    <a:pt x="257" y="135"/>
                    <a:pt x="264" y="136"/>
                  </a:cubicBezTo>
                  <a:cubicBezTo>
                    <a:pt x="270" y="137"/>
                    <a:pt x="268" y="140"/>
                    <a:pt x="264" y="141"/>
                  </a:cubicBezTo>
                  <a:cubicBezTo>
                    <a:pt x="261" y="143"/>
                    <a:pt x="272" y="146"/>
                    <a:pt x="271" y="148"/>
                  </a:cubicBezTo>
                  <a:cubicBezTo>
                    <a:pt x="269" y="150"/>
                    <a:pt x="252" y="148"/>
                    <a:pt x="251" y="144"/>
                  </a:cubicBezTo>
                  <a:cubicBezTo>
                    <a:pt x="251" y="141"/>
                    <a:pt x="237" y="134"/>
                    <a:pt x="232" y="135"/>
                  </a:cubicBezTo>
                  <a:cubicBezTo>
                    <a:pt x="226" y="137"/>
                    <a:pt x="228" y="131"/>
                    <a:pt x="223" y="131"/>
                  </a:cubicBezTo>
                  <a:cubicBezTo>
                    <a:pt x="217" y="130"/>
                    <a:pt x="219" y="135"/>
                    <a:pt x="214" y="136"/>
                  </a:cubicBezTo>
                  <a:close/>
                  <a:moveTo>
                    <a:pt x="233" y="109"/>
                  </a:moveTo>
                  <a:cubicBezTo>
                    <a:pt x="235" y="104"/>
                    <a:pt x="221" y="105"/>
                    <a:pt x="222" y="107"/>
                  </a:cubicBezTo>
                  <a:cubicBezTo>
                    <a:pt x="224" y="110"/>
                    <a:pt x="231" y="113"/>
                    <a:pt x="233" y="109"/>
                  </a:cubicBezTo>
                  <a:close/>
                  <a:moveTo>
                    <a:pt x="264" y="107"/>
                  </a:moveTo>
                  <a:cubicBezTo>
                    <a:pt x="269" y="106"/>
                    <a:pt x="267" y="103"/>
                    <a:pt x="259" y="104"/>
                  </a:cubicBezTo>
                  <a:cubicBezTo>
                    <a:pt x="251" y="105"/>
                    <a:pt x="238" y="105"/>
                    <a:pt x="238" y="110"/>
                  </a:cubicBezTo>
                  <a:cubicBezTo>
                    <a:pt x="238" y="115"/>
                    <a:pt x="240" y="117"/>
                    <a:pt x="249" y="118"/>
                  </a:cubicBezTo>
                  <a:cubicBezTo>
                    <a:pt x="257" y="119"/>
                    <a:pt x="265" y="110"/>
                    <a:pt x="261" y="110"/>
                  </a:cubicBezTo>
                  <a:cubicBezTo>
                    <a:pt x="257" y="110"/>
                    <a:pt x="259" y="108"/>
                    <a:pt x="264" y="107"/>
                  </a:cubicBezTo>
                  <a:close/>
                  <a:moveTo>
                    <a:pt x="246" y="100"/>
                  </a:moveTo>
                  <a:cubicBezTo>
                    <a:pt x="249" y="101"/>
                    <a:pt x="253" y="97"/>
                    <a:pt x="256" y="99"/>
                  </a:cubicBezTo>
                  <a:cubicBezTo>
                    <a:pt x="258" y="101"/>
                    <a:pt x="270" y="103"/>
                    <a:pt x="270" y="97"/>
                  </a:cubicBezTo>
                  <a:cubicBezTo>
                    <a:pt x="270" y="91"/>
                    <a:pt x="255" y="90"/>
                    <a:pt x="252" y="93"/>
                  </a:cubicBezTo>
                  <a:cubicBezTo>
                    <a:pt x="248" y="95"/>
                    <a:pt x="231" y="96"/>
                    <a:pt x="236" y="99"/>
                  </a:cubicBezTo>
                  <a:cubicBezTo>
                    <a:pt x="239" y="102"/>
                    <a:pt x="242" y="98"/>
                    <a:pt x="246" y="100"/>
                  </a:cubicBezTo>
                  <a:close/>
                  <a:moveTo>
                    <a:pt x="308" y="88"/>
                  </a:moveTo>
                  <a:cubicBezTo>
                    <a:pt x="313" y="85"/>
                    <a:pt x="321" y="90"/>
                    <a:pt x="319" y="94"/>
                  </a:cubicBezTo>
                  <a:cubicBezTo>
                    <a:pt x="318" y="97"/>
                    <a:pt x="305" y="93"/>
                    <a:pt x="306" y="96"/>
                  </a:cubicBezTo>
                  <a:cubicBezTo>
                    <a:pt x="306" y="97"/>
                    <a:pt x="308" y="101"/>
                    <a:pt x="317" y="99"/>
                  </a:cubicBezTo>
                  <a:cubicBezTo>
                    <a:pt x="326" y="96"/>
                    <a:pt x="333" y="98"/>
                    <a:pt x="339" y="103"/>
                  </a:cubicBezTo>
                  <a:cubicBezTo>
                    <a:pt x="345" y="108"/>
                    <a:pt x="351" y="110"/>
                    <a:pt x="355" y="105"/>
                  </a:cubicBezTo>
                  <a:cubicBezTo>
                    <a:pt x="359" y="100"/>
                    <a:pt x="350" y="99"/>
                    <a:pt x="351" y="96"/>
                  </a:cubicBezTo>
                  <a:cubicBezTo>
                    <a:pt x="353" y="92"/>
                    <a:pt x="345" y="90"/>
                    <a:pt x="341" y="90"/>
                  </a:cubicBezTo>
                  <a:cubicBezTo>
                    <a:pt x="337" y="90"/>
                    <a:pt x="336" y="82"/>
                    <a:pt x="332" y="84"/>
                  </a:cubicBezTo>
                  <a:cubicBezTo>
                    <a:pt x="329" y="85"/>
                    <a:pt x="327" y="88"/>
                    <a:pt x="327" y="83"/>
                  </a:cubicBezTo>
                  <a:cubicBezTo>
                    <a:pt x="327" y="78"/>
                    <a:pt x="307" y="78"/>
                    <a:pt x="302" y="79"/>
                  </a:cubicBezTo>
                  <a:cubicBezTo>
                    <a:pt x="298" y="81"/>
                    <a:pt x="304" y="91"/>
                    <a:pt x="308" y="88"/>
                  </a:cubicBezTo>
                  <a:close/>
                  <a:moveTo>
                    <a:pt x="311" y="120"/>
                  </a:moveTo>
                  <a:cubicBezTo>
                    <a:pt x="314" y="116"/>
                    <a:pt x="299" y="104"/>
                    <a:pt x="298" y="110"/>
                  </a:cubicBezTo>
                  <a:cubicBezTo>
                    <a:pt x="297" y="115"/>
                    <a:pt x="308" y="124"/>
                    <a:pt x="311" y="120"/>
                  </a:cubicBezTo>
                  <a:close/>
                  <a:moveTo>
                    <a:pt x="359" y="71"/>
                  </a:moveTo>
                  <a:cubicBezTo>
                    <a:pt x="362" y="66"/>
                    <a:pt x="344" y="63"/>
                    <a:pt x="348" y="67"/>
                  </a:cubicBezTo>
                  <a:cubicBezTo>
                    <a:pt x="351" y="69"/>
                    <a:pt x="357" y="75"/>
                    <a:pt x="359" y="71"/>
                  </a:cubicBezTo>
                  <a:close/>
                  <a:moveTo>
                    <a:pt x="317" y="156"/>
                  </a:moveTo>
                  <a:cubicBezTo>
                    <a:pt x="320" y="153"/>
                    <a:pt x="311" y="146"/>
                    <a:pt x="309" y="152"/>
                  </a:cubicBezTo>
                  <a:cubicBezTo>
                    <a:pt x="307" y="157"/>
                    <a:pt x="314" y="159"/>
                    <a:pt x="317" y="156"/>
                  </a:cubicBezTo>
                  <a:close/>
                  <a:moveTo>
                    <a:pt x="359" y="129"/>
                  </a:moveTo>
                  <a:cubicBezTo>
                    <a:pt x="359" y="133"/>
                    <a:pt x="350" y="129"/>
                    <a:pt x="344" y="126"/>
                  </a:cubicBezTo>
                  <a:cubicBezTo>
                    <a:pt x="337" y="124"/>
                    <a:pt x="341" y="131"/>
                    <a:pt x="346" y="136"/>
                  </a:cubicBezTo>
                  <a:cubicBezTo>
                    <a:pt x="351" y="140"/>
                    <a:pt x="344" y="138"/>
                    <a:pt x="336" y="133"/>
                  </a:cubicBezTo>
                  <a:cubicBezTo>
                    <a:pt x="329" y="128"/>
                    <a:pt x="330" y="137"/>
                    <a:pt x="333" y="139"/>
                  </a:cubicBezTo>
                  <a:cubicBezTo>
                    <a:pt x="337" y="142"/>
                    <a:pt x="333" y="146"/>
                    <a:pt x="328" y="140"/>
                  </a:cubicBezTo>
                  <a:cubicBezTo>
                    <a:pt x="324" y="134"/>
                    <a:pt x="322" y="127"/>
                    <a:pt x="314" y="127"/>
                  </a:cubicBezTo>
                  <a:cubicBezTo>
                    <a:pt x="307" y="127"/>
                    <a:pt x="311" y="134"/>
                    <a:pt x="313" y="137"/>
                  </a:cubicBezTo>
                  <a:cubicBezTo>
                    <a:pt x="317" y="142"/>
                    <a:pt x="321" y="143"/>
                    <a:pt x="327" y="147"/>
                  </a:cubicBezTo>
                  <a:cubicBezTo>
                    <a:pt x="333" y="150"/>
                    <a:pt x="342" y="145"/>
                    <a:pt x="347" y="146"/>
                  </a:cubicBezTo>
                  <a:cubicBezTo>
                    <a:pt x="351" y="147"/>
                    <a:pt x="342" y="153"/>
                    <a:pt x="345" y="157"/>
                  </a:cubicBezTo>
                  <a:cubicBezTo>
                    <a:pt x="348" y="160"/>
                    <a:pt x="356" y="158"/>
                    <a:pt x="363" y="157"/>
                  </a:cubicBezTo>
                  <a:cubicBezTo>
                    <a:pt x="369" y="157"/>
                    <a:pt x="366" y="153"/>
                    <a:pt x="370" y="151"/>
                  </a:cubicBezTo>
                  <a:cubicBezTo>
                    <a:pt x="373" y="148"/>
                    <a:pt x="366" y="149"/>
                    <a:pt x="369" y="142"/>
                  </a:cubicBezTo>
                  <a:cubicBezTo>
                    <a:pt x="372" y="136"/>
                    <a:pt x="360" y="126"/>
                    <a:pt x="359" y="129"/>
                  </a:cubicBezTo>
                  <a:close/>
                  <a:moveTo>
                    <a:pt x="375" y="107"/>
                  </a:moveTo>
                  <a:cubicBezTo>
                    <a:pt x="381" y="107"/>
                    <a:pt x="385" y="107"/>
                    <a:pt x="390" y="105"/>
                  </a:cubicBezTo>
                  <a:cubicBezTo>
                    <a:pt x="395" y="103"/>
                    <a:pt x="387" y="103"/>
                    <a:pt x="391" y="98"/>
                  </a:cubicBezTo>
                  <a:cubicBezTo>
                    <a:pt x="394" y="94"/>
                    <a:pt x="382" y="94"/>
                    <a:pt x="382" y="95"/>
                  </a:cubicBezTo>
                  <a:cubicBezTo>
                    <a:pt x="381" y="97"/>
                    <a:pt x="366" y="86"/>
                    <a:pt x="364" y="90"/>
                  </a:cubicBezTo>
                  <a:cubicBezTo>
                    <a:pt x="362" y="93"/>
                    <a:pt x="369" y="107"/>
                    <a:pt x="375" y="107"/>
                  </a:cubicBezTo>
                  <a:close/>
                  <a:moveTo>
                    <a:pt x="405" y="109"/>
                  </a:moveTo>
                  <a:cubicBezTo>
                    <a:pt x="404" y="107"/>
                    <a:pt x="376" y="110"/>
                    <a:pt x="381" y="114"/>
                  </a:cubicBezTo>
                  <a:cubicBezTo>
                    <a:pt x="388" y="119"/>
                    <a:pt x="406" y="112"/>
                    <a:pt x="405" y="109"/>
                  </a:cubicBezTo>
                  <a:close/>
                  <a:moveTo>
                    <a:pt x="401" y="164"/>
                  </a:moveTo>
                  <a:cubicBezTo>
                    <a:pt x="408" y="163"/>
                    <a:pt x="404" y="155"/>
                    <a:pt x="397" y="150"/>
                  </a:cubicBezTo>
                  <a:cubicBezTo>
                    <a:pt x="389" y="144"/>
                    <a:pt x="373" y="156"/>
                    <a:pt x="376" y="158"/>
                  </a:cubicBezTo>
                  <a:cubicBezTo>
                    <a:pt x="379" y="160"/>
                    <a:pt x="394" y="164"/>
                    <a:pt x="401" y="164"/>
                  </a:cubicBezTo>
                  <a:close/>
                  <a:moveTo>
                    <a:pt x="353" y="216"/>
                  </a:moveTo>
                  <a:cubicBezTo>
                    <a:pt x="361" y="222"/>
                    <a:pt x="359" y="212"/>
                    <a:pt x="368" y="212"/>
                  </a:cubicBezTo>
                  <a:cubicBezTo>
                    <a:pt x="378" y="212"/>
                    <a:pt x="378" y="197"/>
                    <a:pt x="379" y="191"/>
                  </a:cubicBezTo>
                  <a:cubicBezTo>
                    <a:pt x="381" y="186"/>
                    <a:pt x="372" y="186"/>
                    <a:pt x="374" y="190"/>
                  </a:cubicBezTo>
                  <a:cubicBezTo>
                    <a:pt x="376" y="194"/>
                    <a:pt x="374" y="199"/>
                    <a:pt x="373" y="194"/>
                  </a:cubicBezTo>
                  <a:cubicBezTo>
                    <a:pt x="372" y="189"/>
                    <a:pt x="365" y="193"/>
                    <a:pt x="363" y="190"/>
                  </a:cubicBezTo>
                  <a:cubicBezTo>
                    <a:pt x="360" y="186"/>
                    <a:pt x="371" y="186"/>
                    <a:pt x="373" y="181"/>
                  </a:cubicBezTo>
                  <a:cubicBezTo>
                    <a:pt x="376" y="176"/>
                    <a:pt x="365" y="177"/>
                    <a:pt x="367" y="173"/>
                  </a:cubicBezTo>
                  <a:cubicBezTo>
                    <a:pt x="370" y="169"/>
                    <a:pt x="351" y="173"/>
                    <a:pt x="357" y="175"/>
                  </a:cubicBezTo>
                  <a:cubicBezTo>
                    <a:pt x="362" y="178"/>
                    <a:pt x="357" y="181"/>
                    <a:pt x="352" y="177"/>
                  </a:cubicBezTo>
                  <a:cubicBezTo>
                    <a:pt x="347" y="173"/>
                    <a:pt x="332" y="179"/>
                    <a:pt x="337" y="184"/>
                  </a:cubicBezTo>
                  <a:cubicBezTo>
                    <a:pt x="341" y="187"/>
                    <a:pt x="354" y="181"/>
                    <a:pt x="347" y="191"/>
                  </a:cubicBezTo>
                  <a:cubicBezTo>
                    <a:pt x="339" y="201"/>
                    <a:pt x="336" y="188"/>
                    <a:pt x="330" y="190"/>
                  </a:cubicBezTo>
                  <a:cubicBezTo>
                    <a:pt x="323" y="191"/>
                    <a:pt x="326" y="199"/>
                    <a:pt x="336" y="202"/>
                  </a:cubicBezTo>
                  <a:cubicBezTo>
                    <a:pt x="346" y="205"/>
                    <a:pt x="345" y="211"/>
                    <a:pt x="353" y="216"/>
                  </a:cubicBezTo>
                  <a:close/>
                  <a:moveTo>
                    <a:pt x="414" y="156"/>
                  </a:moveTo>
                  <a:cubicBezTo>
                    <a:pt x="417" y="164"/>
                    <a:pt x="420" y="159"/>
                    <a:pt x="424" y="162"/>
                  </a:cubicBezTo>
                  <a:cubicBezTo>
                    <a:pt x="428" y="165"/>
                    <a:pt x="434" y="166"/>
                    <a:pt x="438" y="163"/>
                  </a:cubicBezTo>
                  <a:cubicBezTo>
                    <a:pt x="441" y="160"/>
                    <a:pt x="443" y="158"/>
                    <a:pt x="444" y="161"/>
                  </a:cubicBezTo>
                  <a:cubicBezTo>
                    <a:pt x="445" y="165"/>
                    <a:pt x="454" y="166"/>
                    <a:pt x="472" y="166"/>
                  </a:cubicBezTo>
                  <a:cubicBezTo>
                    <a:pt x="490" y="166"/>
                    <a:pt x="485" y="159"/>
                    <a:pt x="490" y="162"/>
                  </a:cubicBezTo>
                  <a:cubicBezTo>
                    <a:pt x="496" y="165"/>
                    <a:pt x="508" y="165"/>
                    <a:pt x="513" y="163"/>
                  </a:cubicBezTo>
                  <a:cubicBezTo>
                    <a:pt x="518" y="162"/>
                    <a:pt x="521" y="154"/>
                    <a:pt x="520" y="150"/>
                  </a:cubicBezTo>
                  <a:cubicBezTo>
                    <a:pt x="520" y="146"/>
                    <a:pt x="480" y="143"/>
                    <a:pt x="473" y="147"/>
                  </a:cubicBezTo>
                  <a:cubicBezTo>
                    <a:pt x="466" y="151"/>
                    <a:pt x="454" y="145"/>
                    <a:pt x="449" y="148"/>
                  </a:cubicBezTo>
                  <a:cubicBezTo>
                    <a:pt x="443" y="151"/>
                    <a:pt x="445" y="144"/>
                    <a:pt x="435" y="144"/>
                  </a:cubicBezTo>
                  <a:cubicBezTo>
                    <a:pt x="425" y="143"/>
                    <a:pt x="436" y="138"/>
                    <a:pt x="438" y="136"/>
                  </a:cubicBezTo>
                  <a:cubicBezTo>
                    <a:pt x="440" y="134"/>
                    <a:pt x="422" y="128"/>
                    <a:pt x="415" y="129"/>
                  </a:cubicBezTo>
                  <a:cubicBezTo>
                    <a:pt x="408" y="131"/>
                    <a:pt x="404" y="127"/>
                    <a:pt x="397" y="124"/>
                  </a:cubicBezTo>
                  <a:cubicBezTo>
                    <a:pt x="391" y="121"/>
                    <a:pt x="372" y="122"/>
                    <a:pt x="376" y="127"/>
                  </a:cubicBezTo>
                  <a:cubicBezTo>
                    <a:pt x="379" y="131"/>
                    <a:pt x="400" y="138"/>
                    <a:pt x="403" y="135"/>
                  </a:cubicBezTo>
                  <a:cubicBezTo>
                    <a:pt x="405" y="131"/>
                    <a:pt x="410" y="139"/>
                    <a:pt x="414" y="143"/>
                  </a:cubicBezTo>
                  <a:cubicBezTo>
                    <a:pt x="417" y="147"/>
                    <a:pt x="412" y="149"/>
                    <a:pt x="414" y="156"/>
                  </a:cubicBezTo>
                  <a:close/>
                  <a:moveTo>
                    <a:pt x="433" y="112"/>
                  </a:moveTo>
                  <a:cubicBezTo>
                    <a:pt x="426" y="109"/>
                    <a:pt x="418" y="116"/>
                    <a:pt x="425" y="119"/>
                  </a:cubicBezTo>
                  <a:cubicBezTo>
                    <a:pt x="431" y="121"/>
                    <a:pt x="440" y="116"/>
                    <a:pt x="433" y="112"/>
                  </a:cubicBezTo>
                  <a:close/>
                  <a:moveTo>
                    <a:pt x="379" y="70"/>
                  </a:moveTo>
                  <a:cubicBezTo>
                    <a:pt x="385" y="73"/>
                    <a:pt x="382" y="77"/>
                    <a:pt x="388" y="79"/>
                  </a:cubicBezTo>
                  <a:cubicBezTo>
                    <a:pt x="394" y="82"/>
                    <a:pt x="411" y="76"/>
                    <a:pt x="412" y="80"/>
                  </a:cubicBezTo>
                  <a:cubicBezTo>
                    <a:pt x="414" y="84"/>
                    <a:pt x="395" y="85"/>
                    <a:pt x="397" y="87"/>
                  </a:cubicBezTo>
                  <a:cubicBezTo>
                    <a:pt x="400" y="90"/>
                    <a:pt x="411" y="94"/>
                    <a:pt x="409" y="96"/>
                  </a:cubicBezTo>
                  <a:cubicBezTo>
                    <a:pt x="408" y="98"/>
                    <a:pt x="427" y="105"/>
                    <a:pt x="429" y="102"/>
                  </a:cubicBezTo>
                  <a:cubicBezTo>
                    <a:pt x="431" y="99"/>
                    <a:pt x="436" y="100"/>
                    <a:pt x="441" y="101"/>
                  </a:cubicBezTo>
                  <a:cubicBezTo>
                    <a:pt x="446" y="103"/>
                    <a:pt x="446" y="90"/>
                    <a:pt x="450" y="92"/>
                  </a:cubicBezTo>
                  <a:cubicBezTo>
                    <a:pt x="453" y="94"/>
                    <a:pt x="453" y="87"/>
                    <a:pt x="458" y="85"/>
                  </a:cubicBezTo>
                  <a:cubicBezTo>
                    <a:pt x="464" y="83"/>
                    <a:pt x="472" y="83"/>
                    <a:pt x="472" y="80"/>
                  </a:cubicBezTo>
                  <a:cubicBezTo>
                    <a:pt x="473" y="78"/>
                    <a:pt x="471" y="76"/>
                    <a:pt x="464" y="76"/>
                  </a:cubicBezTo>
                  <a:cubicBezTo>
                    <a:pt x="457" y="77"/>
                    <a:pt x="453" y="75"/>
                    <a:pt x="456" y="71"/>
                  </a:cubicBezTo>
                  <a:cubicBezTo>
                    <a:pt x="459" y="67"/>
                    <a:pt x="449" y="66"/>
                    <a:pt x="452" y="63"/>
                  </a:cubicBezTo>
                  <a:cubicBezTo>
                    <a:pt x="456" y="60"/>
                    <a:pt x="445" y="57"/>
                    <a:pt x="446" y="62"/>
                  </a:cubicBezTo>
                  <a:cubicBezTo>
                    <a:pt x="447" y="66"/>
                    <a:pt x="440" y="62"/>
                    <a:pt x="438" y="58"/>
                  </a:cubicBezTo>
                  <a:cubicBezTo>
                    <a:pt x="437" y="54"/>
                    <a:pt x="422" y="52"/>
                    <a:pt x="412" y="43"/>
                  </a:cubicBezTo>
                  <a:cubicBezTo>
                    <a:pt x="402" y="34"/>
                    <a:pt x="391" y="40"/>
                    <a:pt x="397" y="41"/>
                  </a:cubicBezTo>
                  <a:cubicBezTo>
                    <a:pt x="403" y="42"/>
                    <a:pt x="403" y="45"/>
                    <a:pt x="398" y="45"/>
                  </a:cubicBezTo>
                  <a:cubicBezTo>
                    <a:pt x="393" y="45"/>
                    <a:pt x="385" y="45"/>
                    <a:pt x="392" y="48"/>
                  </a:cubicBezTo>
                  <a:cubicBezTo>
                    <a:pt x="400" y="51"/>
                    <a:pt x="392" y="53"/>
                    <a:pt x="385" y="53"/>
                  </a:cubicBezTo>
                  <a:cubicBezTo>
                    <a:pt x="379" y="53"/>
                    <a:pt x="379" y="61"/>
                    <a:pt x="387" y="62"/>
                  </a:cubicBezTo>
                  <a:cubicBezTo>
                    <a:pt x="395" y="63"/>
                    <a:pt x="389" y="68"/>
                    <a:pt x="382" y="66"/>
                  </a:cubicBezTo>
                  <a:cubicBezTo>
                    <a:pt x="376" y="64"/>
                    <a:pt x="373" y="68"/>
                    <a:pt x="379" y="70"/>
                  </a:cubicBezTo>
                  <a:close/>
                  <a:moveTo>
                    <a:pt x="425" y="34"/>
                  </a:moveTo>
                  <a:cubicBezTo>
                    <a:pt x="430" y="30"/>
                    <a:pt x="434" y="32"/>
                    <a:pt x="429" y="35"/>
                  </a:cubicBezTo>
                  <a:cubicBezTo>
                    <a:pt x="425" y="37"/>
                    <a:pt x="426" y="38"/>
                    <a:pt x="433" y="38"/>
                  </a:cubicBezTo>
                  <a:cubicBezTo>
                    <a:pt x="439" y="38"/>
                    <a:pt x="430" y="40"/>
                    <a:pt x="430" y="44"/>
                  </a:cubicBezTo>
                  <a:cubicBezTo>
                    <a:pt x="430" y="47"/>
                    <a:pt x="438" y="45"/>
                    <a:pt x="438" y="49"/>
                  </a:cubicBezTo>
                  <a:cubicBezTo>
                    <a:pt x="438" y="53"/>
                    <a:pt x="454" y="54"/>
                    <a:pt x="459" y="50"/>
                  </a:cubicBezTo>
                  <a:cubicBezTo>
                    <a:pt x="464" y="45"/>
                    <a:pt x="462" y="51"/>
                    <a:pt x="462" y="54"/>
                  </a:cubicBezTo>
                  <a:cubicBezTo>
                    <a:pt x="462" y="57"/>
                    <a:pt x="485" y="59"/>
                    <a:pt x="486" y="56"/>
                  </a:cubicBezTo>
                  <a:cubicBezTo>
                    <a:pt x="487" y="52"/>
                    <a:pt x="490" y="53"/>
                    <a:pt x="495" y="54"/>
                  </a:cubicBezTo>
                  <a:cubicBezTo>
                    <a:pt x="499" y="56"/>
                    <a:pt x="521" y="50"/>
                    <a:pt x="522" y="46"/>
                  </a:cubicBezTo>
                  <a:cubicBezTo>
                    <a:pt x="522" y="41"/>
                    <a:pt x="529" y="48"/>
                    <a:pt x="522" y="53"/>
                  </a:cubicBezTo>
                  <a:cubicBezTo>
                    <a:pt x="515" y="58"/>
                    <a:pt x="500" y="57"/>
                    <a:pt x="494" y="59"/>
                  </a:cubicBezTo>
                  <a:cubicBezTo>
                    <a:pt x="488" y="61"/>
                    <a:pt x="498" y="65"/>
                    <a:pt x="505" y="70"/>
                  </a:cubicBezTo>
                  <a:cubicBezTo>
                    <a:pt x="511" y="75"/>
                    <a:pt x="496" y="72"/>
                    <a:pt x="490" y="66"/>
                  </a:cubicBezTo>
                  <a:cubicBezTo>
                    <a:pt x="484" y="60"/>
                    <a:pt x="471" y="60"/>
                    <a:pt x="464" y="60"/>
                  </a:cubicBezTo>
                  <a:cubicBezTo>
                    <a:pt x="457" y="60"/>
                    <a:pt x="459" y="73"/>
                    <a:pt x="464" y="73"/>
                  </a:cubicBezTo>
                  <a:cubicBezTo>
                    <a:pt x="469" y="73"/>
                    <a:pt x="475" y="75"/>
                    <a:pt x="480" y="84"/>
                  </a:cubicBezTo>
                  <a:cubicBezTo>
                    <a:pt x="485" y="92"/>
                    <a:pt x="496" y="90"/>
                    <a:pt x="496" y="94"/>
                  </a:cubicBezTo>
                  <a:cubicBezTo>
                    <a:pt x="496" y="97"/>
                    <a:pt x="482" y="91"/>
                    <a:pt x="474" y="89"/>
                  </a:cubicBezTo>
                  <a:cubicBezTo>
                    <a:pt x="465" y="88"/>
                    <a:pt x="452" y="93"/>
                    <a:pt x="452" y="99"/>
                  </a:cubicBezTo>
                  <a:cubicBezTo>
                    <a:pt x="451" y="105"/>
                    <a:pt x="464" y="104"/>
                    <a:pt x="472" y="99"/>
                  </a:cubicBezTo>
                  <a:cubicBezTo>
                    <a:pt x="480" y="94"/>
                    <a:pt x="474" y="101"/>
                    <a:pt x="470" y="104"/>
                  </a:cubicBezTo>
                  <a:cubicBezTo>
                    <a:pt x="466" y="108"/>
                    <a:pt x="480" y="111"/>
                    <a:pt x="480" y="116"/>
                  </a:cubicBezTo>
                  <a:cubicBezTo>
                    <a:pt x="480" y="120"/>
                    <a:pt x="470" y="119"/>
                    <a:pt x="469" y="115"/>
                  </a:cubicBezTo>
                  <a:cubicBezTo>
                    <a:pt x="468" y="110"/>
                    <a:pt x="464" y="106"/>
                    <a:pt x="454" y="107"/>
                  </a:cubicBezTo>
                  <a:cubicBezTo>
                    <a:pt x="444" y="108"/>
                    <a:pt x="447" y="115"/>
                    <a:pt x="453" y="115"/>
                  </a:cubicBezTo>
                  <a:cubicBezTo>
                    <a:pt x="459" y="116"/>
                    <a:pt x="459" y="121"/>
                    <a:pt x="453" y="121"/>
                  </a:cubicBezTo>
                  <a:cubicBezTo>
                    <a:pt x="446" y="121"/>
                    <a:pt x="431" y="125"/>
                    <a:pt x="435" y="129"/>
                  </a:cubicBezTo>
                  <a:cubicBezTo>
                    <a:pt x="441" y="134"/>
                    <a:pt x="460" y="129"/>
                    <a:pt x="463" y="132"/>
                  </a:cubicBezTo>
                  <a:cubicBezTo>
                    <a:pt x="466" y="135"/>
                    <a:pt x="476" y="136"/>
                    <a:pt x="478" y="133"/>
                  </a:cubicBezTo>
                  <a:cubicBezTo>
                    <a:pt x="480" y="129"/>
                    <a:pt x="488" y="131"/>
                    <a:pt x="495" y="131"/>
                  </a:cubicBezTo>
                  <a:cubicBezTo>
                    <a:pt x="503" y="131"/>
                    <a:pt x="505" y="132"/>
                    <a:pt x="508" y="135"/>
                  </a:cubicBezTo>
                  <a:cubicBezTo>
                    <a:pt x="511" y="138"/>
                    <a:pt x="517" y="137"/>
                    <a:pt x="521" y="134"/>
                  </a:cubicBezTo>
                  <a:cubicBezTo>
                    <a:pt x="525" y="131"/>
                    <a:pt x="525" y="131"/>
                    <a:pt x="531" y="131"/>
                  </a:cubicBezTo>
                  <a:cubicBezTo>
                    <a:pt x="536" y="131"/>
                    <a:pt x="537" y="128"/>
                    <a:pt x="534" y="124"/>
                  </a:cubicBezTo>
                  <a:cubicBezTo>
                    <a:pt x="532" y="119"/>
                    <a:pt x="525" y="127"/>
                    <a:pt x="524" y="124"/>
                  </a:cubicBezTo>
                  <a:cubicBezTo>
                    <a:pt x="523" y="120"/>
                    <a:pt x="517" y="119"/>
                    <a:pt x="507" y="120"/>
                  </a:cubicBezTo>
                  <a:cubicBezTo>
                    <a:pt x="496" y="122"/>
                    <a:pt x="501" y="113"/>
                    <a:pt x="507" y="115"/>
                  </a:cubicBezTo>
                  <a:cubicBezTo>
                    <a:pt x="513" y="117"/>
                    <a:pt x="522" y="116"/>
                    <a:pt x="529" y="115"/>
                  </a:cubicBezTo>
                  <a:cubicBezTo>
                    <a:pt x="536" y="113"/>
                    <a:pt x="531" y="109"/>
                    <a:pt x="531" y="106"/>
                  </a:cubicBezTo>
                  <a:cubicBezTo>
                    <a:pt x="531" y="103"/>
                    <a:pt x="540" y="105"/>
                    <a:pt x="546" y="105"/>
                  </a:cubicBezTo>
                  <a:cubicBezTo>
                    <a:pt x="553" y="105"/>
                    <a:pt x="563" y="94"/>
                    <a:pt x="563" y="88"/>
                  </a:cubicBezTo>
                  <a:cubicBezTo>
                    <a:pt x="564" y="82"/>
                    <a:pt x="548" y="83"/>
                    <a:pt x="541" y="83"/>
                  </a:cubicBezTo>
                  <a:cubicBezTo>
                    <a:pt x="533" y="83"/>
                    <a:pt x="546" y="78"/>
                    <a:pt x="560" y="78"/>
                  </a:cubicBezTo>
                  <a:cubicBezTo>
                    <a:pt x="574" y="79"/>
                    <a:pt x="568" y="73"/>
                    <a:pt x="570" y="70"/>
                  </a:cubicBezTo>
                  <a:cubicBezTo>
                    <a:pt x="573" y="68"/>
                    <a:pt x="580" y="73"/>
                    <a:pt x="587" y="72"/>
                  </a:cubicBezTo>
                  <a:cubicBezTo>
                    <a:pt x="594" y="70"/>
                    <a:pt x="589" y="64"/>
                    <a:pt x="594" y="64"/>
                  </a:cubicBezTo>
                  <a:cubicBezTo>
                    <a:pt x="597" y="64"/>
                    <a:pt x="605" y="59"/>
                    <a:pt x="620" y="50"/>
                  </a:cubicBezTo>
                  <a:cubicBezTo>
                    <a:pt x="636" y="42"/>
                    <a:pt x="648" y="43"/>
                    <a:pt x="648" y="38"/>
                  </a:cubicBezTo>
                  <a:cubicBezTo>
                    <a:pt x="649" y="34"/>
                    <a:pt x="627" y="38"/>
                    <a:pt x="623" y="37"/>
                  </a:cubicBezTo>
                  <a:cubicBezTo>
                    <a:pt x="620" y="35"/>
                    <a:pt x="639" y="31"/>
                    <a:pt x="643" y="32"/>
                  </a:cubicBezTo>
                  <a:cubicBezTo>
                    <a:pt x="648" y="34"/>
                    <a:pt x="654" y="32"/>
                    <a:pt x="669" y="25"/>
                  </a:cubicBezTo>
                  <a:cubicBezTo>
                    <a:pt x="684" y="17"/>
                    <a:pt x="677" y="16"/>
                    <a:pt x="671" y="17"/>
                  </a:cubicBezTo>
                  <a:cubicBezTo>
                    <a:pt x="665" y="18"/>
                    <a:pt x="658" y="16"/>
                    <a:pt x="658" y="11"/>
                  </a:cubicBezTo>
                  <a:cubicBezTo>
                    <a:pt x="658" y="7"/>
                    <a:pt x="649" y="11"/>
                    <a:pt x="648" y="9"/>
                  </a:cubicBezTo>
                  <a:cubicBezTo>
                    <a:pt x="648" y="7"/>
                    <a:pt x="639" y="8"/>
                    <a:pt x="629" y="11"/>
                  </a:cubicBezTo>
                  <a:cubicBezTo>
                    <a:pt x="620" y="15"/>
                    <a:pt x="628" y="8"/>
                    <a:pt x="633" y="6"/>
                  </a:cubicBezTo>
                  <a:cubicBezTo>
                    <a:pt x="637" y="5"/>
                    <a:pt x="608" y="6"/>
                    <a:pt x="603" y="3"/>
                  </a:cubicBezTo>
                  <a:cubicBezTo>
                    <a:pt x="598" y="0"/>
                    <a:pt x="593" y="8"/>
                    <a:pt x="588" y="4"/>
                  </a:cubicBezTo>
                  <a:cubicBezTo>
                    <a:pt x="584" y="0"/>
                    <a:pt x="572" y="3"/>
                    <a:pt x="574" y="7"/>
                  </a:cubicBezTo>
                  <a:cubicBezTo>
                    <a:pt x="575" y="10"/>
                    <a:pt x="572" y="10"/>
                    <a:pt x="567" y="6"/>
                  </a:cubicBezTo>
                  <a:cubicBezTo>
                    <a:pt x="563" y="3"/>
                    <a:pt x="554" y="7"/>
                    <a:pt x="546" y="6"/>
                  </a:cubicBezTo>
                  <a:cubicBezTo>
                    <a:pt x="539" y="4"/>
                    <a:pt x="542" y="12"/>
                    <a:pt x="533" y="8"/>
                  </a:cubicBezTo>
                  <a:cubicBezTo>
                    <a:pt x="525" y="4"/>
                    <a:pt x="515" y="6"/>
                    <a:pt x="518" y="7"/>
                  </a:cubicBezTo>
                  <a:cubicBezTo>
                    <a:pt x="521" y="8"/>
                    <a:pt x="517" y="11"/>
                    <a:pt x="513" y="10"/>
                  </a:cubicBezTo>
                  <a:cubicBezTo>
                    <a:pt x="510" y="8"/>
                    <a:pt x="506" y="10"/>
                    <a:pt x="508" y="14"/>
                  </a:cubicBezTo>
                  <a:cubicBezTo>
                    <a:pt x="510" y="17"/>
                    <a:pt x="494" y="13"/>
                    <a:pt x="494" y="17"/>
                  </a:cubicBezTo>
                  <a:cubicBezTo>
                    <a:pt x="494" y="21"/>
                    <a:pt x="489" y="23"/>
                    <a:pt x="484" y="19"/>
                  </a:cubicBezTo>
                  <a:cubicBezTo>
                    <a:pt x="480" y="16"/>
                    <a:pt x="466" y="14"/>
                    <a:pt x="470" y="18"/>
                  </a:cubicBezTo>
                  <a:cubicBezTo>
                    <a:pt x="474" y="21"/>
                    <a:pt x="457" y="19"/>
                    <a:pt x="462" y="23"/>
                  </a:cubicBezTo>
                  <a:cubicBezTo>
                    <a:pt x="466" y="26"/>
                    <a:pt x="456" y="29"/>
                    <a:pt x="456" y="27"/>
                  </a:cubicBezTo>
                  <a:cubicBezTo>
                    <a:pt x="456" y="25"/>
                    <a:pt x="447" y="22"/>
                    <a:pt x="443" y="25"/>
                  </a:cubicBezTo>
                  <a:cubicBezTo>
                    <a:pt x="439" y="28"/>
                    <a:pt x="438" y="32"/>
                    <a:pt x="436" y="30"/>
                  </a:cubicBezTo>
                  <a:cubicBezTo>
                    <a:pt x="434" y="28"/>
                    <a:pt x="426" y="29"/>
                    <a:pt x="418" y="32"/>
                  </a:cubicBezTo>
                  <a:cubicBezTo>
                    <a:pt x="410" y="35"/>
                    <a:pt x="419" y="37"/>
                    <a:pt x="425" y="34"/>
                  </a:cubicBezTo>
                  <a:close/>
                  <a:moveTo>
                    <a:pt x="519" y="356"/>
                  </a:moveTo>
                  <a:cubicBezTo>
                    <a:pt x="521" y="355"/>
                    <a:pt x="527" y="346"/>
                    <a:pt x="520" y="346"/>
                  </a:cubicBezTo>
                  <a:cubicBezTo>
                    <a:pt x="513" y="347"/>
                    <a:pt x="515" y="356"/>
                    <a:pt x="519" y="356"/>
                  </a:cubicBezTo>
                  <a:close/>
                  <a:moveTo>
                    <a:pt x="486" y="348"/>
                  </a:moveTo>
                  <a:cubicBezTo>
                    <a:pt x="492" y="351"/>
                    <a:pt x="501" y="341"/>
                    <a:pt x="500" y="338"/>
                  </a:cubicBezTo>
                  <a:cubicBezTo>
                    <a:pt x="499" y="335"/>
                    <a:pt x="479" y="343"/>
                    <a:pt x="486" y="348"/>
                  </a:cubicBezTo>
                  <a:close/>
                  <a:moveTo>
                    <a:pt x="513" y="327"/>
                  </a:moveTo>
                  <a:cubicBezTo>
                    <a:pt x="513" y="323"/>
                    <a:pt x="500" y="322"/>
                    <a:pt x="501" y="318"/>
                  </a:cubicBezTo>
                  <a:cubicBezTo>
                    <a:pt x="502" y="314"/>
                    <a:pt x="489" y="310"/>
                    <a:pt x="485" y="308"/>
                  </a:cubicBezTo>
                  <a:cubicBezTo>
                    <a:pt x="481" y="306"/>
                    <a:pt x="474" y="305"/>
                    <a:pt x="474" y="300"/>
                  </a:cubicBezTo>
                  <a:cubicBezTo>
                    <a:pt x="474" y="296"/>
                    <a:pt x="465" y="299"/>
                    <a:pt x="465" y="306"/>
                  </a:cubicBezTo>
                  <a:cubicBezTo>
                    <a:pt x="465" y="312"/>
                    <a:pt x="461" y="311"/>
                    <a:pt x="463" y="317"/>
                  </a:cubicBezTo>
                  <a:cubicBezTo>
                    <a:pt x="465" y="324"/>
                    <a:pt x="454" y="325"/>
                    <a:pt x="456" y="329"/>
                  </a:cubicBezTo>
                  <a:cubicBezTo>
                    <a:pt x="457" y="332"/>
                    <a:pt x="462" y="328"/>
                    <a:pt x="466" y="328"/>
                  </a:cubicBezTo>
                  <a:cubicBezTo>
                    <a:pt x="471" y="328"/>
                    <a:pt x="465" y="334"/>
                    <a:pt x="471" y="335"/>
                  </a:cubicBezTo>
                  <a:cubicBezTo>
                    <a:pt x="475" y="335"/>
                    <a:pt x="483" y="330"/>
                    <a:pt x="485" y="327"/>
                  </a:cubicBezTo>
                  <a:cubicBezTo>
                    <a:pt x="487" y="324"/>
                    <a:pt x="490" y="323"/>
                    <a:pt x="496" y="327"/>
                  </a:cubicBezTo>
                  <a:cubicBezTo>
                    <a:pt x="501" y="330"/>
                    <a:pt x="512" y="331"/>
                    <a:pt x="513" y="327"/>
                  </a:cubicBezTo>
                  <a:close/>
                  <a:moveTo>
                    <a:pt x="635" y="294"/>
                  </a:moveTo>
                  <a:cubicBezTo>
                    <a:pt x="639" y="295"/>
                    <a:pt x="640" y="300"/>
                    <a:pt x="647" y="306"/>
                  </a:cubicBezTo>
                  <a:cubicBezTo>
                    <a:pt x="654" y="312"/>
                    <a:pt x="655" y="308"/>
                    <a:pt x="656" y="304"/>
                  </a:cubicBezTo>
                  <a:cubicBezTo>
                    <a:pt x="657" y="300"/>
                    <a:pt x="665" y="303"/>
                    <a:pt x="665" y="299"/>
                  </a:cubicBezTo>
                  <a:cubicBezTo>
                    <a:pt x="664" y="295"/>
                    <a:pt x="671" y="290"/>
                    <a:pt x="676" y="288"/>
                  </a:cubicBezTo>
                  <a:cubicBezTo>
                    <a:pt x="680" y="286"/>
                    <a:pt x="672" y="282"/>
                    <a:pt x="666" y="282"/>
                  </a:cubicBezTo>
                  <a:cubicBezTo>
                    <a:pt x="660" y="283"/>
                    <a:pt x="659" y="278"/>
                    <a:pt x="659" y="276"/>
                  </a:cubicBezTo>
                  <a:cubicBezTo>
                    <a:pt x="659" y="273"/>
                    <a:pt x="648" y="267"/>
                    <a:pt x="644" y="268"/>
                  </a:cubicBezTo>
                  <a:cubicBezTo>
                    <a:pt x="640" y="269"/>
                    <a:pt x="634" y="263"/>
                    <a:pt x="629" y="263"/>
                  </a:cubicBezTo>
                  <a:cubicBezTo>
                    <a:pt x="624" y="262"/>
                    <a:pt x="617" y="259"/>
                    <a:pt x="618" y="253"/>
                  </a:cubicBezTo>
                  <a:cubicBezTo>
                    <a:pt x="618" y="248"/>
                    <a:pt x="627" y="255"/>
                    <a:pt x="629" y="251"/>
                  </a:cubicBezTo>
                  <a:cubicBezTo>
                    <a:pt x="631" y="247"/>
                    <a:pt x="620" y="249"/>
                    <a:pt x="620" y="246"/>
                  </a:cubicBezTo>
                  <a:cubicBezTo>
                    <a:pt x="619" y="243"/>
                    <a:pt x="622" y="244"/>
                    <a:pt x="624" y="242"/>
                  </a:cubicBezTo>
                  <a:cubicBezTo>
                    <a:pt x="627" y="240"/>
                    <a:pt x="623" y="237"/>
                    <a:pt x="620" y="235"/>
                  </a:cubicBezTo>
                  <a:cubicBezTo>
                    <a:pt x="617" y="234"/>
                    <a:pt x="617" y="238"/>
                    <a:pt x="614" y="238"/>
                  </a:cubicBezTo>
                  <a:cubicBezTo>
                    <a:pt x="611" y="238"/>
                    <a:pt x="614" y="234"/>
                    <a:pt x="615" y="231"/>
                  </a:cubicBezTo>
                  <a:cubicBezTo>
                    <a:pt x="617" y="229"/>
                    <a:pt x="607" y="226"/>
                    <a:pt x="602" y="227"/>
                  </a:cubicBezTo>
                  <a:cubicBezTo>
                    <a:pt x="598" y="229"/>
                    <a:pt x="596" y="226"/>
                    <a:pt x="596" y="223"/>
                  </a:cubicBezTo>
                  <a:cubicBezTo>
                    <a:pt x="596" y="220"/>
                    <a:pt x="589" y="223"/>
                    <a:pt x="586" y="225"/>
                  </a:cubicBezTo>
                  <a:cubicBezTo>
                    <a:pt x="583" y="228"/>
                    <a:pt x="579" y="223"/>
                    <a:pt x="583" y="223"/>
                  </a:cubicBezTo>
                  <a:cubicBezTo>
                    <a:pt x="586" y="222"/>
                    <a:pt x="591" y="219"/>
                    <a:pt x="590" y="216"/>
                  </a:cubicBezTo>
                  <a:cubicBezTo>
                    <a:pt x="589" y="213"/>
                    <a:pt x="579" y="212"/>
                    <a:pt x="577" y="217"/>
                  </a:cubicBezTo>
                  <a:cubicBezTo>
                    <a:pt x="575" y="221"/>
                    <a:pt x="567" y="212"/>
                    <a:pt x="567" y="209"/>
                  </a:cubicBezTo>
                  <a:cubicBezTo>
                    <a:pt x="567" y="205"/>
                    <a:pt x="555" y="208"/>
                    <a:pt x="557" y="203"/>
                  </a:cubicBezTo>
                  <a:cubicBezTo>
                    <a:pt x="558" y="197"/>
                    <a:pt x="543" y="196"/>
                    <a:pt x="539" y="196"/>
                  </a:cubicBezTo>
                  <a:cubicBezTo>
                    <a:pt x="535" y="196"/>
                    <a:pt x="529" y="199"/>
                    <a:pt x="530" y="203"/>
                  </a:cubicBezTo>
                  <a:cubicBezTo>
                    <a:pt x="530" y="206"/>
                    <a:pt x="525" y="205"/>
                    <a:pt x="524" y="201"/>
                  </a:cubicBezTo>
                  <a:cubicBezTo>
                    <a:pt x="524" y="197"/>
                    <a:pt x="513" y="205"/>
                    <a:pt x="510" y="205"/>
                  </a:cubicBezTo>
                  <a:cubicBezTo>
                    <a:pt x="508" y="205"/>
                    <a:pt x="512" y="194"/>
                    <a:pt x="511" y="191"/>
                  </a:cubicBezTo>
                  <a:cubicBezTo>
                    <a:pt x="509" y="188"/>
                    <a:pt x="507" y="187"/>
                    <a:pt x="505" y="181"/>
                  </a:cubicBezTo>
                  <a:cubicBezTo>
                    <a:pt x="503" y="175"/>
                    <a:pt x="491" y="178"/>
                    <a:pt x="488" y="181"/>
                  </a:cubicBezTo>
                  <a:cubicBezTo>
                    <a:pt x="485" y="184"/>
                    <a:pt x="476" y="183"/>
                    <a:pt x="471" y="188"/>
                  </a:cubicBezTo>
                  <a:cubicBezTo>
                    <a:pt x="465" y="193"/>
                    <a:pt x="471" y="199"/>
                    <a:pt x="473" y="200"/>
                  </a:cubicBezTo>
                  <a:cubicBezTo>
                    <a:pt x="475" y="202"/>
                    <a:pt x="465" y="205"/>
                    <a:pt x="469" y="208"/>
                  </a:cubicBezTo>
                  <a:cubicBezTo>
                    <a:pt x="472" y="211"/>
                    <a:pt x="477" y="210"/>
                    <a:pt x="478" y="215"/>
                  </a:cubicBezTo>
                  <a:cubicBezTo>
                    <a:pt x="478" y="219"/>
                    <a:pt x="465" y="213"/>
                    <a:pt x="463" y="209"/>
                  </a:cubicBezTo>
                  <a:cubicBezTo>
                    <a:pt x="462" y="205"/>
                    <a:pt x="464" y="201"/>
                    <a:pt x="462" y="198"/>
                  </a:cubicBezTo>
                  <a:cubicBezTo>
                    <a:pt x="459" y="195"/>
                    <a:pt x="461" y="191"/>
                    <a:pt x="466" y="186"/>
                  </a:cubicBezTo>
                  <a:cubicBezTo>
                    <a:pt x="471" y="181"/>
                    <a:pt x="475" y="182"/>
                    <a:pt x="475" y="179"/>
                  </a:cubicBezTo>
                  <a:cubicBezTo>
                    <a:pt x="475" y="176"/>
                    <a:pt x="454" y="176"/>
                    <a:pt x="441" y="187"/>
                  </a:cubicBezTo>
                  <a:cubicBezTo>
                    <a:pt x="429" y="198"/>
                    <a:pt x="433" y="213"/>
                    <a:pt x="434" y="216"/>
                  </a:cubicBezTo>
                  <a:cubicBezTo>
                    <a:pt x="434" y="219"/>
                    <a:pt x="445" y="218"/>
                    <a:pt x="451" y="219"/>
                  </a:cubicBezTo>
                  <a:cubicBezTo>
                    <a:pt x="458" y="221"/>
                    <a:pt x="454" y="224"/>
                    <a:pt x="450" y="223"/>
                  </a:cubicBezTo>
                  <a:cubicBezTo>
                    <a:pt x="445" y="222"/>
                    <a:pt x="437" y="221"/>
                    <a:pt x="437" y="224"/>
                  </a:cubicBezTo>
                  <a:cubicBezTo>
                    <a:pt x="437" y="228"/>
                    <a:pt x="447" y="234"/>
                    <a:pt x="453" y="233"/>
                  </a:cubicBezTo>
                  <a:cubicBezTo>
                    <a:pt x="459" y="231"/>
                    <a:pt x="459" y="231"/>
                    <a:pt x="462" y="234"/>
                  </a:cubicBezTo>
                  <a:cubicBezTo>
                    <a:pt x="465" y="238"/>
                    <a:pt x="472" y="237"/>
                    <a:pt x="479" y="237"/>
                  </a:cubicBezTo>
                  <a:cubicBezTo>
                    <a:pt x="486" y="237"/>
                    <a:pt x="494" y="240"/>
                    <a:pt x="497" y="240"/>
                  </a:cubicBezTo>
                  <a:cubicBezTo>
                    <a:pt x="501" y="241"/>
                    <a:pt x="505" y="239"/>
                    <a:pt x="506" y="237"/>
                  </a:cubicBezTo>
                  <a:cubicBezTo>
                    <a:pt x="507" y="235"/>
                    <a:pt x="521" y="240"/>
                    <a:pt x="525" y="239"/>
                  </a:cubicBezTo>
                  <a:cubicBezTo>
                    <a:pt x="529" y="239"/>
                    <a:pt x="527" y="235"/>
                    <a:pt x="524" y="234"/>
                  </a:cubicBezTo>
                  <a:cubicBezTo>
                    <a:pt x="521" y="233"/>
                    <a:pt x="522" y="228"/>
                    <a:pt x="526" y="230"/>
                  </a:cubicBezTo>
                  <a:cubicBezTo>
                    <a:pt x="529" y="232"/>
                    <a:pt x="535" y="233"/>
                    <a:pt x="536" y="236"/>
                  </a:cubicBezTo>
                  <a:cubicBezTo>
                    <a:pt x="537" y="239"/>
                    <a:pt x="540" y="238"/>
                    <a:pt x="540" y="240"/>
                  </a:cubicBezTo>
                  <a:cubicBezTo>
                    <a:pt x="541" y="243"/>
                    <a:pt x="553" y="246"/>
                    <a:pt x="553" y="249"/>
                  </a:cubicBezTo>
                  <a:cubicBezTo>
                    <a:pt x="553" y="252"/>
                    <a:pt x="541" y="253"/>
                    <a:pt x="545" y="256"/>
                  </a:cubicBezTo>
                  <a:cubicBezTo>
                    <a:pt x="548" y="259"/>
                    <a:pt x="553" y="253"/>
                    <a:pt x="558" y="252"/>
                  </a:cubicBezTo>
                  <a:cubicBezTo>
                    <a:pt x="562" y="252"/>
                    <a:pt x="562" y="262"/>
                    <a:pt x="566" y="261"/>
                  </a:cubicBezTo>
                  <a:cubicBezTo>
                    <a:pt x="570" y="259"/>
                    <a:pt x="574" y="262"/>
                    <a:pt x="578" y="269"/>
                  </a:cubicBezTo>
                  <a:cubicBezTo>
                    <a:pt x="583" y="275"/>
                    <a:pt x="578" y="281"/>
                    <a:pt x="578" y="283"/>
                  </a:cubicBezTo>
                  <a:cubicBezTo>
                    <a:pt x="579" y="286"/>
                    <a:pt x="587" y="285"/>
                    <a:pt x="592" y="282"/>
                  </a:cubicBezTo>
                  <a:cubicBezTo>
                    <a:pt x="597" y="280"/>
                    <a:pt x="602" y="285"/>
                    <a:pt x="605" y="289"/>
                  </a:cubicBezTo>
                  <a:cubicBezTo>
                    <a:pt x="609" y="292"/>
                    <a:pt x="592" y="298"/>
                    <a:pt x="593" y="295"/>
                  </a:cubicBezTo>
                  <a:cubicBezTo>
                    <a:pt x="595" y="292"/>
                    <a:pt x="583" y="283"/>
                    <a:pt x="572" y="287"/>
                  </a:cubicBezTo>
                  <a:cubicBezTo>
                    <a:pt x="561" y="291"/>
                    <a:pt x="568" y="297"/>
                    <a:pt x="569" y="301"/>
                  </a:cubicBezTo>
                  <a:cubicBezTo>
                    <a:pt x="571" y="305"/>
                    <a:pt x="560" y="308"/>
                    <a:pt x="550" y="305"/>
                  </a:cubicBezTo>
                  <a:cubicBezTo>
                    <a:pt x="540" y="302"/>
                    <a:pt x="543" y="307"/>
                    <a:pt x="539" y="307"/>
                  </a:cubicBezTo>
                  <a:cubicBezTo>
                    <a:pt x="534" y="307"/>
                    <a:pt x="530" y="314"/>
                    <a:pt x="534" y="318"/>
                  </a:cubicBezTo>
                  <a:cubicBezTo>
                    <a:pt x="537" y="322"/>
                    <a:pt x="546" y="318"/>
                    <a:pt x="552" y="318"/>
                  </a:cubicBezTo>
                  <a:cubicBezTo>
                    <a:pt x="559" y="319"/>
                    <a:pt x="560" y="321"/>
                    <a:pt x="561" y="317"/>
                  </a:cubicBezTo>
                  <a:cubicBezTo>
                    <a:pt x="561" y="313"/>
                    <a:pt x="568" y="315"/>
                    <a:pt x="573" y="316"/>
                  </a:cubicBezTo>
                  <a:cubicBezTo>
                    <a:pt x="578" y="317"/>
                    <a:pt x="577" y="324"/>
                    <a:pt x="583" y="325"/>
                  </a:cubicBezTo>
                  <a:cubicBezTo>
                    <a:pt x="589" y="326"/>
                    <a:pt x="584" y="332"/>
                    <a:pt x="588" y="336"/>
                  </a:cubicBezTo>
                  <a:cubicBezTo>
                    <a:pt x="592" y="340"/>
                    <a:pt x="603" y="337"/>
                    <a:pt x="608" y="342"/>
                  </a:cubicBezTo>
                  <a:cubicBezTo>
                    <a:pt x="612" y="346"/>
                    <a:pt x="631" y="355"/>
                    <a:pt x="634" y="352"/>
                  </a:cubicBezTo>
                  <a:cubicBezTo>
                    <a:pt x="637" y="348"/>
                    <a:pt x="618" y="331"/>
                    <a:pt x="612" y="330"/>
                  </a:cubicBezTo>
                  <a:cubicBezTo>
                    <a:pt x="606" y="328"/>
                    <a:pt x="618" y="326"/>
                    <a:pt x="625" y="332"/>
                  </a:cubicBezTo>
                  <a:cubicBezTo>
                    <a:pt x="632" y="337"/>
                    <a:pt x="642" y="340"/>
                    <a:pt x="648" y="333"/>
                  </a:cubicBezTo>
                  <a:cubicBezTo>
                    <a:pt x="653" y="327"/>
                    <a:pt x="643" y="329"/>
                    <a:pt x="643" y="324"/>
                  </a:cubicBezTo>
                  <a:cubicBezTo>
                    <a:pt x="643" y="319"/>
                    <a:pt x="640" y="312"/>
                    <a:pt x="634" y="312"/>
                  </a:cubicBezTo>
                  <a:cubicBezTo>
                    <a:pt x="629" y="312"/>
                    <a:pt x="616" y="302"/>
                    <a:pt x="621" y="299"/>
                  </a:cubicBezTo>
                  <a:cubicBezTo>
                    <a:pt x="626" y="297"/>
                    <a:pt x="619" y="294"/>
                    <a:pt x="623" y="290"/>
                  </a:cubicBezTo>
                  <a:cubicBezTo>
                    <a:pt x="627" y="286"/>
                    <a:pt x="630" y="294"/>
                    <a:pt x="635" y="294"/>
                  </a:cubicBezTo>
                  <a:close/>
                  <a:moveTo>
                    <a:pt x="556" y="276"/>
                  </a:moveTo>
                  <a:cubicBezTo>
                    <a:pt x="561" y="276"/>
                    <a:pt x="560" y="269"/>
                    <a:pt x="557" y="265"/>
                  </a:cubicBezTo>
                  <a:cubicBezTo>
                    <a:pt x="555" y="262"/>
                    <a:pt x="550" y="262"/>
                    <a:pt x="546" y="262"/>
                  </a:cubicBezTo>
                  <a:cubicBezTo>
                    <a:pt x="542" y="263"/>
                    <a:pt x="535" y="269"/>
                    <a:pt x="539" y="276"/>
                  </a:cubicBezTo>
                  <a:cubicBezTo>
                    <a:pt x="543" y="282"/>
                    <a:pt x="552" y="277"/>
                    <a:pt x="556" y="276"/>
                  </a:cubicBezTo>
                  <a:close/>
                  <a:moveTo>
                    <a:pt x="509" y="179"/>
                  </a:moveTo>
                  <a:cubicBezTo>
                    <a:pt x="507" y="184"/>
                    <a:pt x="514" y="184"/>
                    <a:pt x="515" y="190"/>
                  </a:cubicBezTo>
                  <a:cubicBezTo>
                    <a:pt x="515" y="195"/>
                    <a:pt x="522" y="197"/>
                    <a:pt x="527" y="194"/>
                  </a:cubicBezTo>
                  <a:cubicBezTo>
                    <a:pt x="533" y="190"/>
                    <a:pt x="547" y="195"/>
                    <a:pt x="547" y="190"/>
                  </a:cubicBezTo>
                  <a:cubicBezTo>
                    <a:pt x="547" y="186"/>
                    <a:pt x="532" y="179"/>
                    <a:pt x="526" y="180"/>
                  </a:cubicBezTo>
                  <a:cubicBezTo>
                    <a:pt x="521" y="181"/>
                    <a:pt x="512" y="174"/>
                    <a:pt x="509" y="179"/>
                  </a:cubicBezTo>
                  <a:close/>
                  <a:moveTo>
                    <a:pt x="649" y="497"/>
                  </a:moveTo>
                  <a:cubicBezTo>
                    <a:pt x="650" y="500"/>
                    <a:pt x="672" y="509"/>
                    <a:pt x="673" y="505"/>
                  </a:cubicBezTo>
                  <a:cubicBezTo>
                    <a:pt x="673" y="501"/>
                    <a:pt x="649" y="494"/>
                    <a:pt x="649" y="497"/>
                  </a:cubicBezTo>
                  <a:close/>
                  <a:moveTo>
                    <a:pt x="744" y="519"/>
                  </a:moveTo>
                  <a:cubicBezTo>
                    <a:pt x="743" y="522"/>
                    <a:pt x="740" y="517"/>
                    <a:pt x="744" y="515"/>
                  </a:cubicBezTo>
                  <a:cubicBezTo>
                    <a:pt x="747" y="512"/>
                    <a:pt x="743" y="511"/>
                    <a:pt x="740" y="513"/>
                  </a:cubicBezTo>
                  <a:cubicBezTo>
                    <a:pt x="737" y="514"/>
                    <a:pt x="738" y="506"/>
                    <a:pt x="741" y="505"/>
                  </a:cubicBezTo>
                  <a:cubicBezTo>
                    <a:pt x="743" y="503"/>
                    <a:pt x="734" y="500"/>
                    <a:pt x="734" y="503"/>
                  </a:cubicBezTo>
                  <a:cubicBezTo>
                    <a:pt x="734" y="506"/>
                    <a:pt x="727" y="504"/>
                    <a:pt x="726" y="501"/>
                  </a:cubicBezTo>
                  <a:cubicBezTo>
                    <a:pt x="726" y="499"/>
                    <a:pt x="721" y="498"/>
                    <a:pt x="723" y="496"/>
                  </a:cubicBezTo>
                  <a:cubicBezTo>
                    <a:pt x="724" y="495"/>
                    <a:pt x="717" y="494"/>
                    <a:pt x="716" y="497"/>
                  </a:cubicBezTo>
                  <a:cubicBezTo>
                    <a:pt x="716" y="500"/>
                    <a:pt x="713" y="495"/>
                    <a:pt x="717" y="491"/>
                  </a:cubicBezTo>
                  <a:cubicBezTo>
                    <a:pt x="721" y="487"/>
                    <a:pt x="719" y="483"/>
                    <a:pt x="723" y="481"/>
                  </a:cubicBezTo>
                  <a:cubicBezTo>
                    <a:pt x="726" y="479"/>
                    <a:pt x="723" y="477"/>
                    <a:pt x="719" y="478"/>
                  </a:cubicBezTo>
                  <a:cubicBezTo>
                    <a:pt x="715" y="480"/>
                    <a:pt x="705" y="494"/>
                    <a:pt x="705" y="497"/>
                  </a:cubicBezTo>
                  <a:cubicBezTo>
                    <a:pt x="705" y="501"/>
                    <a:pt x="705" y="506"/>
                    <a:pt x="702" y="505"/>
                  </a:cubicBezTo>
                  <a:cubicBezTo>
                    <a:pt x="698" y="505"/>
                    <a:pt x="694" y="508"/>
                    <a:pt x="697" y="510"/>
                  </a:cubicBezTo>
                  <a:cubicBezTo>
                    <a:pt x="700" y="512"/>
                    <a:pt x="690" y="518"/>
                    <a:pt x="694" y="520"/>
                  </a:cubicBezTo>
                  <a:cubicBezTo>
                    <a:pt x="698" y="522"/>
                    <a:pt x="703" y="520"/>
                    <a:pt x="707" y="520"/>
                  </a:cubicBezTo>
                  <a:cubicBezTo>
                    <a:pt x="712" y="521"/>
                    <a:pt x="716" y="521"/>
                    <a:pt x="719" y="518"/>
                  </a:cubicBezTo>
                  <a:cubicBezTo>
                    <a:pt x="723" y="516"/>
                    <a:pt x="723" y="521"/>
                    <a:pt x="727" y="520"/>
                  </a:cubicBezTo>
                  <a:cubicBezTo>
                    <a:pt x="731" y="520"/>
                    <a:pt x="725" y="523"/>
                    <a:pt x="725" y="526"/>
                  </a:cubicBezTo>
                  <a:cubicBezTo>
                    <a:pt x="725" y="529"/>
                    <a:pt x="729" y="525"/>
                    <a:pt x="732" y="523"/>
                  </a:cubicBezTo>
                  <a:cubicBezTo>
                    <a:pt x="735" y="522"/>
                    <a:pt x="739" y="523"/>
                    <a:pt x="737" y="526"/>
                  </a:cubicBezTo>
                  <a:cubicBezTo>
                    <a:pt x="736" y="528"/>
                    <a:pt x="746" y="531"/>
                    <a:pt x="748" y="527"/>
                  </a:cubicBezTo>
                  <a:cubicBezTo>
                    <a:pt x="750" y="523"/>
                    <a:pt x="746" y="517"/>
                    <a:pt x="744" y="519"/>
                  </a:cubicBezTo>
                  <a:close/>
                  <a:moveTo>
                    <a:pt x="69" y="451"/>
                  </a:moveTo>
                  <a:cubicBezTo>
                    <a:pt x="62" y="454"/>
                    <a:pt x="79" y="471"/>
                    <a:pt x="82" y="469"/>
                  </a:cubicBezTo>
                  <a:cubicBezTo>
                    <a:pt x="84" y="468"/>
                    <a:pt x="78" y="460"/>
                    <a:pt x="78" y="456"/>
                  </a:cubicBezTo>
                  <a:cubicBezTo>
                    <a:pt x="78" y="452"/>
                    <a:pt x="76" y="447"/>
                    <a:pt x="69" y="451"/>
                  </a:cubicBezTo>
                  <a:close/>
                  <a:moveTo>
                    <a:pt x="685" y="536"/>
                  </a:moveTo>
                  <a:cubicBezTo>
                    <a:pt x="682" y="536"/>
                    <a:pt x="684" y="532"/>
                    <a:pt x="684" y="530"/>
                  </a:cubicBezTo>
                  <a:cubicBezTo>
                    <a:pt x="685" y="528"/>
                    <a:pt x="679" y="531"/>
                    <a:pt x="679" y="533"/>
                  </a:cubicBezTo>
                  <a:cubicBezTo>
                    <a:pt x="678" y="536"/>
                    <a:pt x="674" y="537"/>
                    <a:pt x="674" y="538"/>
                  </a:cubicBezTo>
                  <a:cubicBezTo>
                    <a:pt x="674" y="543"/>
                    <a:pt x="674" y="540"/>
                    <a:pt x="671" y="542"/>
                  </a:cubicBezTo>
                  <a:cubicBezTo>
                    <a:pt x="668" y="543"/>
                    <a:pt x="656" y="542"/>
                    <a:pt x="656" y="539"/>
                  </a:cubicBezTo>
                  <a:cubicBezTo>
                    <a:pt x="655" y="537"/>
                    <a:pt x="647" y="535"/>
                    <a:pt x="647" y="532"/>
                  </a:cubicBezTo>
                  <a:cubicBezTo>
                    <a:pt x="646" y="528"/>
                    <a:pt x="642" y="527"/>
                    <a:pt x="645" y="523"/>
                  </a:cubicBezTo>
                  <a:cubicBezTo>
                    <a:pt x="649" y="519"/>
                    <a:pt x="645" y="517"/>
                    <a:pt x="642" y="520"/>
                  </a:cubicBezTo>
                  <a:cubicBezTo>
                    <a:pt x="639" y="523"/>
                    <a:pt x="637" y="519"/>
                    <a:pt x="641" y="517"/>
                  </a:cubicBezTo>
                  <a:cubicBezTo>
                    <a:pt x="645" y="515"/>
                    <a:pt x="653" y="514"/>
                    <a:pt x="649" y="506"/>
                  </a:cubicBezTo>
                  <a:cubicBezTo>
                    <a:pt x="645" y="499"/>
                    <a:pt x="619" y="508"/>
                    <a:pt x="613" y="512"/>
                  </a:cubicBezTo>
                  <a:cubicBezTo>
                    <a:pt x="606" y="516"/>
                    <a:pt x="598" y="528"/>
                    <a:pt x="595" y="528"/>
                  </a:cubicBezTo>
                  <a:cubicBezTo>
                    <a:pt x="591" y="528"/>
                    <a:pt x="601" y="521"/>
                    <a:pt x="602" y="519"/>
                  </a:cubicBezTo>
                  <a:cubicBezTo>
                    <a:pt x="604" y="517"/>
                    <a:pt x="602" y="514"/>
                    <a:pt x="604" y="515"/>
                  </a:cubicBezTo>
                  <a:cubicBezTo>
                    <a:pt x="606" y="516"/>
                    <a:pt x="612" y="507"/>
                    <a:pt x="616" y="504"/>
                  </a:cubicBezTo>
                  <a:cubicBezTo>
                    <a:pt x="620" y="501"/>
                    <a:pt x="624" y="504"/>
                    <a:pt x="624" y="501"/>
                  </a:cubicBezTo>
                  <a:cubicBezTo>
                    <a:pt x="625" y="499"/>
                    <a:pt x="627" y="497"/>
                    <a:pt x="631" y="494"/>
                  </a:cubicBezTo>
                  <a:cubicBezTo>
                    <a:pt x="634" y="491"/>
                    <a:pt x="679" y="491"/>
                    <a:pt x="683" y="491"/>
                  </a:cubicBezTo>
                  <a:cubicBezTo>
                    <a:pt x="688" y="492"/>
                    <a:pt x="696" y="486"/>
                    <a:pt x="698" y="482"/>
                  </a:cubicBezTo>
                  <a:cubicBezTo>
                    <a:pt x="701" y="478"/>
                    <a:pt x="704" y="478"/>
                    <a:pt x="710" y="479"/>
                  </a:cubicBezTo>
                  <a:cubicBezTo>
                    <a:pt x="716" y="479"/>
                    <a:pt x="719" y="474"/>
                    <a:pt x="722" y="472"/>
                  </a:cubicBezTo>
                  <a:cubicBezTo>
                    <a:pt x="725" y="470"/>
                    <a:pt x="724" y="469"/>
                    <a:pt x="721" y="468"/>
                  </a:cubicBezTo>
                  <a:cubicBezTo>
                    <a:pt x="718" y="467"/>
                    <a:pt x="716" y="466"/>
                    <a:pt x="718" y="466"/>
                  </a:cubicBezTo>
                  <a:cubicBezTo>
                    <a:pt x="721" y="465"/>
                    <a:pt x="722" y="464"/>
                    <a:pt x="724" y="461"/>
                  </a:cubicBezTo>
                  <a:cubicBezTo>
                    <a:pt x="725" y="457"/>
                    <a:pt x="723" y="459"/>
                    <a:pt x="719" y="454"/>
                  </a:cubicBezTo>
                  <a:cubicBezTo>
                    <a:pt x="716" y="449"/>
                    <a:pt x="714" y="456"/>
                    <a:pt x="710" y="455"/>
                  </a:cubicBezTo>
                  <a:cubicBezTo>
                    <a:pt x="707" y="455"/>
                    <a:pt x="713" y="450"/>
                    <a:pt x="710" y="448"/>
                  </a:cubicBezTo>
                  <a:cubicBezTo>
                    <a:pt x="707" y="447"/>
                    <a:pt x="701" y="448"/>
                    <a:pt x="696" y="452"/>
                  </a:cubicBezTo>
                  <a:cubicBezTo>
                    <a:pt x="692" y="455"/>
                    <a:pt x="692" y="451"/>
                    <a:pt x="688" y="455"/>
                  </a:cubicBezTo>
                  <a:cubicBezTo>
                    <a:pt x="685" y="459"/>
                    <a:pt x="685" y="453"/>
                    <a:pt x="686" y="452"/>
                  </a:cubicBezTo>
                  <a:cubicBezTo>
                    <a:pt x="688" y="450"/>
                    <a:pt x="690" y="452"/>
                    <a:pt x="691" y="450"/>
                  </a:cubicBezTo>
                  <a:cubicBezTo>
                    <a:pt x="693" y="447"/>
                    <a:pt x="695" y="450"/>
                    <a:pt x="699" y="447"/>
                  </a:cubicBezTo>
                  <a:cubicBezTo>
                    <a:pt x="703" y="444"/>
                    <a:pt x="707" y="445"/>
                    <a:pt x="708" y="443"/>
                  </a:cubicBezTo>
                  <a:cubicBezTo>
                    <a:pt x="710" y="441"/>
                    <a:pt x="706" y="439"/>
                    <a:pt x="702" y="439"/>
                  </a:cubicBezTo>
                  <a:cubicBezTo>
                    <a:pt x="698" y="440"/>
                    <a:pt x="695" y="434"/>
                    <a:pt x="693" y="436"/>
                  </a:cubicBezTo>
                  <a:cubicBezTo>
                    <a:pt x="690" y="438"/>
                    <a:pt x="690" y="433"/>
                    <a:pt x="688" y="435"/>
                  </a:cubicBezTo>
                  <a:cubicBezTo>
                    <a:pt x="685" y="437"/>
                    <a:pt x="683" y="434"/>
                    <a:pt x="682" y="431"/>
                  </a:cubicBezTo>
                  <a:cubicBezTo>
                    <a:pt x="680" y="427"/>
                    <a:pt x="672" y="421"/>
                    <a:pt x="667" y="420"/>
                  </a:cubicBezTo>
                  <a:cubicBezTo>
                    <a:pt x="662" y="418"/>
                    <a:pt x="666" y="416"/>
                    <a:pt x="668" y="418"/>
                  </a:cubicBezTo>
                  <a:cubicBezTo>
                    <a:pt x="671" y="419"/>
                    <a:pt x="674" y="416"/>
                    <a:pt x="675" y="414"/>
                  </a:cubicBezTo>
                  <a:cubicBezTo>
                    <a:pt x="676" y="412"/>
                    <a:pt x="673" y="410"/>
                    <a:pt x="672" y="410"/>
                  </a:cubicBezTo>
                  <a:cubicBezTo>
                    <a:pt x="670" y="410"/>
                    <a:pt x="670" y="408"/>
                    <a:pt x="671" y="406"/>
                  </a:cubicBezTo>
                  <a:cubicBezTo>
                    <a:pt x="671" y="404"/>
                    <a:pt x="665" y="401"/>
                    <a:pt x="665" y="399"/>
                  </a:cubicBezTo>
                  <a:cubicBezTo>
                    <a:pt x="665" y="398"/>
                    <a:pt x="662" y="396"/>
                    <a:pt x="662" y="395"/>
                  </a:cubicBezTo>
                  <a:cubicBezTo>
                    <a:pt x="662" y="393"/>
                    <a:pt x="659" y="391"/>
                    <a:pt x="659" y="388"/>
                  </a:cubicBezTo>
                  <a:cubicBezTo>
                    <a:pt x="659" y="386"/>
                    <a:pt x="653" y="382"/>
                    <a:pt x="653" y="379"/>
                  </a:cubicBezTo>
                  <a:cubicBezTo>
                    <a:pt x="653" y="376"/>
                    <a:pt x="650" y="374"/>
                    <a:pt x="649" y="371"/>
                  </a:cubicBezTo>
                  <a:cubicBezTo>
                    <a:pt x="648" y="368"/>
                    <a:pt x="646" y="370"/>
                    <a:pt x="645" y="374"/>
                  </a:cubicBezTo>
                  <a:cubicBezTo>
                    <a:pt x="644" y="379"/>
                    <a:pt x="640" y="378"/>
                    <a:pt x="641" y="380"/>
                  </a:cubicBezTo>
                  <a:cubicBezTo>
                    <a:pt x="643" y="383"/>
                    <a:pt x="642" y="383"/>
                    <a:pt x="640" y="385"/>
                  </a:cubicBezTo>
                  <a:cubicBezTo>
                    <a:pt x="638" y="387"/>
                    <a:pt x="641" y="390"/>
                    <a:pt x="638" y="390"/>
                  </a:cubicBezTo>
                  <a:cubicBezTo>
                    <a:pt x="635" y="390"/>
                    <a:pt x="637" y="395"/>
                    <a:pt x="635" y="393"/>
                  </a:cubicBezTo>
                  <a:cubicBezTo>
                    <a:pt x="634" y="390"/>
                    <a:pt x="630" y="391"/>
                    <a:pt x="630" y="394"/>
                  </a:cubicBezTo>
                  <a:cubicBezTo>
                    <a:pt x="630" y="396"/>
                    <a:pt x="624" y="399"/>
                    <a:pt x="622" y="398"/>
                  </a:cubicBezTo>
                  <a:cubicBezTo>
                    <a:pt x="619" y="398"/>
                    <a:pt x="619" y="393"/>
                    <a:pt x="617" y="395"/>
                  </a:cubicBezTo>
                  <a:cubicBezTo>
                    <a:pt x="615" y="396"/>
                    <a:pt x="616" y="390"/>
                    <a:pt x="612" y="391"/>
                  </a:cubicBezTo>
                  <a:cubicBezTo>
                    <a:pt x="609" y="391"/>
                    <a:pt x="607" y="390"/>
                    <a:pt x="608" y="388"/>
                  </a:cubicBezTo>
                  <a:cubicBezTo>
                    <a:pt x="609" y="385"/>
                    <a:pt x="603" y="383"/>
                    <a:pt x="605" y="382"/>
                  </a:cubicBezTo>
                  <a:cubicBezTo>
                    <a:pt x="607" y="380"/>
                    <a:pt x="604" y="377"/>
                    <a:pt x="604" y="372"/>
                  </a:cubicBezTo>
                  <a:cubicBezTo>
                    <a:pt x="603" y="367"/>
                    <a:pt x="606" y="367"/>
                    <a:pt x="606" y="365"/>
                  </a:cubicBezTo>
                  <a:cubicBezTo>
                    <a:pt x="606" y="363"/>
                    <a:pt x="604" y="363"/>
                    <a:pt x="602" y="365"/>
                  </a:cubicBezTo>
                  <a:cubicBezTo>
                    <a:pt x="600" y="366"/>
                    <a:pt x="600" y="363"/>
                    <a:pt x="597" y="363"/>
                  </a:cubicBezTo>
                  <a:cubicBezTo>
                    <a:pt x="595" y="363"/>
                    <a:pt x="588" y="363"/>
                    <a:pt x="587" y="359"/>
                  </a:cubicBezTo>
                  <a:cubicBezTo>
                    <a:pt x="587" y="356"/>
                    <a:pt x="584" y="358"/>
                    <a:pt x="583" y="354"/>
                  </a:cubicBezTo>
                  <a:cubicBezTo>
                    <a:pt x="582" y="351"/>
                    <a:pt x="579" y="354"/>
                    <a:pt x="579" y="352"/>
                  </a:cubicBezTo>
                  <a:cubicBezTo>
                    <a:pt x="579" y="349"/>
                    <a:pt x="578" y="348"/>
                    <a:pt x="576" y="348"/>
                  </a:cubicBezTo>
                  <a:cubicBezTo>
                    <a:pt x="573" y="348"/>
                    <a:pt x="573" y="346"/>
                    <a:pt x="570" y="345"/>
                  </a:cubicBezTo>
                  <a:cubicBezTo>
                    <a:pt x="567" y="345"/>
                    <a:pt x="563" y="347"/>
                    <a:pt x="561" y="348"/>
                  </a:cubicBezTo>
                  <a:cubicBezTo>
                    <a:pt x="560" y="349"/>
                    <a:pt x="555" y="345"/>
                    <a:pt x="554" y="347"/>
                  </a:cubicBezTo>
                  <a:cubicBezTo>
                    <a:pt x="552" y="348"/>
                    <a:pt x="552" y="346"/>
                    <a:pt x="547" y="344"/>
                  </a:cubicBezTo>
                  <a:cubicBezTo>
                    <a:pt x="542" y="343"/>
                    <a:pt x="536" y="343"/>
                    <a:pt x="536" y="344"/>
                  </a:cubicBezTo>
                  <a:cubicBezTo>
                    <a:pt x="535" y="346"/>
                    <a:pt x="532" y="347"/>
                    <a:pt x="532" y="351"/>
                  </a:cubicBezTo>
                  <a:cubicBezTo>
                    <a:pt x="533" y="354"/>
                    <a:pt x="537" y="354"/>
                    <a:pt x="538" y="356"/>
                  </a:cubicBezTo>
                  <a:cubicBezTo>
                    <a:pt x="539" y="359"/>
                    <a:pt x="536" y="358"/>
                    <a:pt x="536" y="360"/>
                  </a:cubicBezTo>
                  <a:cubicBezTo>
                    <a:pt x="535" y="363"/>
                    <a:pt x="533" y="363"/>
                    <a:pt x="533" y="364"/>
                  </a:cubicBezTo>
                  <a:cubicBezTo>
                    <a:pt x="533" y="366"/>
                    <a:pt x="535" y="366"/>
                    <a:pt x="536" y="369"/>
                  </a:cubicBezTo>
                  <a:cubicBezTo>
                    <a:pt x="536" y="372"/>
                    <a:pt x="538" y="372"/>
                    <a:pt x="539" y="377"/>
                  </a:cubicBezTo>
                  <a:cubicBezTo>
                    <a:pt x="539" y="381"/>
                    <a:pt x="537" y="380"/>
                    <a:pt x="536" y="381"/>
                  </a:cubicBezTo>
                  <a:cubicBezTo>
                    <a:pt x="534" y="381"/>
                    <a:pt x="536" y="384"/>
                    <a:pt x="533" y="387"/>
                  </a:cubicBezTo>
                  <a:cubicBezTo>
                    <a:pt x="530" y="390"/>
                    <a:pt x="528" y="393"/>
                    <a:pt x="530" y="395"/>
                  </a:cubicBezTo>
                  <a:cubicBezTo>
                    <a:pt x="532" y="396"/>
                    <a:pt x="540" y="400"/>
                    <a:pt x="543" y="405"/>
                  </a:cubicBezTo>
                  <a:cubicBezTo>
                    <a:pt x="546" y="410"/>
                    <a:pt x="546" y="418"/>
                    <a:pt x="545" y="423"/>
                  </a:cubicBezTo>
                  <a:cubicBezTo>
                    <a:pt x="544" y="429"/>
                    <a:pt x="538" y="430"/>
                    <a:pt x="533" y="435"/>
                  </a:cubicBezTo>
                  <a:cubicBezTo>
                    <a:pt x="528" y="440"/>
                    <a:pt x="523" y="439"/>
                    <a:pt x="521" y="439"/>
                  </a:cubicBezTo>
                  <a:cubicBezTo>
                    <a:pt x="519" y="439"/>
                    <a:pt x="520" y="444"/>
                    <a:pt x="523" y="447"/>
                  </a:cubicBezTo>
                  <a:cubicBezTo>
                    <a:pt x="527" y="451"/>
                    <a:pt x="524" y="452"/>
                    <a:pt x="526" y="456"/>
                  </a:cubicBezTo>
                  <a:cubicBezTo>
                    <a:pt x="527" y="460"/>
                    <a:pt x="526" y="463"/>
                    <a:pt x="528" y="466"/>
                  </a:cubicBezTo>
                  <a:cubicBezTo>
                    <a:pt x="530" y="469"/>
                    <a:pt x="529" y="471"/>
                    <a:pt x="526" y="473"/>
                  </a:cubicBezTo>
                  <a:cubicBezTo>
                    <a:pt x="523" y="475"/>
                    <a:pt x="527" y="474"/>
                    <a:pt x="527" y="477"/>
                  </a:cubicBezTo>
                  <a:cubicBezTo>
                    <a:pt x="528" y="481"/>
                    <a:pt x="526" y="479"/>
                    <a:pt x="524" y="477"/>
                  </a:cubicBezTo>
                  <a:cubicBezTo>
                    <a:pt x="521" y="475"/>
                    <a:pt x="519" y="480"/>
                    <a:pt x="519" y="482"/>
                  </a:cubicBezTo>
                  <a:cubicBezTo>
                    <a:pt x="519" y="484"/>
                    <a:pt x="513" y="479"/>
                    <a:pt x="512" y="480"/>
                  </a:cubicBezTo>
                  <a:cubicBezTo>
                    <a:pt x="511" y="480"/>
                    <a:pt x="512" y="476"/>
                    <a:pt x="509" y="474"/>
                  </a:cubicBezTo>
                  <a:cubicBezTo>
                    <a:pt x="506" y="471"/>
                    <a:pt x="503" y="471"/>
                    <a:pt x="503" y="468"/>
                  </a:cubicBezTo>
                  <a:cubicBezTo>
                    <a:pt x="503" y="465"/>
                    <a:pt x="497" y="464"/>
                    <a:pt x="497" y="461"/>
                  </a:cubicBezTo>
                  <a:cubicBezTo>
                    <a:pt x="497" y="458"/>
                    <a:pt x="498" y="450"/>
                    <a:pt x="497" y="448"/>
                  </a:cubicBezTo>
                  <a:cubicBezTo>
                    <a:pt x="495" y="445"/>
                    <a:pt x="496" y="443"/>
                    <a:pt x="498" y="441"/>
                  </a:cubicBezTo>
                  <a:cubicBezTo>
                    <a:pt x="499" y="439"/>
                    <a:pt x="496" y="436"/>
                    <a:pt x="493" y="436"/>
                  </a:cubicBezTo>
                  <a:cubicBezTo>
                    <a:pt x="490" y="436"/>
                    <a:pt x="485" y="435"/>
                    <a:pt x="480" y="435"/>
                  </a:cubicBezTo>
                  <a:cubicBezTo>
                    <a:pt x="476" y="435"/>
                    <a:pt x="473" y="435"/>
                    <a:pt x="471" y="433"/>
                  </a:cubicBezTo>
                  <a:cubicBezTo>
                    <a:pt x="470" y="432"/>
                    <a:pt x="466" y="429"/>
                    <a:pt x="460" y="428"/>
                  </a:cubicBezTo>
                  <a:cubicBezTo>
                    <a:pt x="454" y="426"/>
                    <a:pt x="451" y="423"/>
                    <a:pt x="451" y="422"/>
                  </a:cubicBezTo>
                  <a:cubicBezTo>
                    <a:pt x="450" y="420"/>
                    <a:pt x="445" y="419"/>
                    <a:pt x="443" y="417"/>
                  </a:cubicBezTo>
                  <a:cubicBezTo>
                    <a:pt x="442" y="415"/>
                    <a:pt x="436" y="414"/>
                    <a:pt x="434" y="415"/>
                  </a:cubicBezTo>
                  <a:cubicBezTo>
                    <a:pt x="432" y="415"/>
                    <a:pt x="426" y="410"/>
                    <a:pt x="423" y="410"/>
                  </a:cubicBezTo>
                  <a:cubicBezTo>
                    <a:pt x="420" y="410"/>
                    <a:pt x="412" y="414"/>
                    <a:pt x="410" y="414"/>
                  </a:cubicBezTo>
                  <a:cubicBezTo>
                    <a:pt x="409" y="414"/>
                    <a:pt x="411" y="411"/>
                    <a:pt x="412" y="410"/>
                  </a:cubicBezTo>
                  <a:cubicBezTo>
                    <a:pt x="412" y="408"/>
                    <a:pt x="409" y="403"/>
                    <a:pt x="408" y="399"/>
                  </a:cubicBezTo>
                  <a:cubicBezTo>
                    <a:pt x="407" y="395"/>
                    <a:pt x="406" y="391"/>
                    <a:pt x="402" y="392"/>
                  </a:cubicBezTo>
                  <a:cubicBezTo>
                    <a:pt x="398" y="392"/>
                    <a:pt x="393" y="390"/>
                    <a:pt x="392" y="390"/>
                  </a:cubicBezTo>
                  <a:cubicBezTo>
                    <a:pt x="391" y="389"/>
                    <a:pt x="391" y="378"/>
                    <a:pt x="392" y="374"/>
                  </a:cubicBezTo>
                  <a:cubicBezTo>
                    <a:pt x="393" y="369"/>
                    <a:pt x="398" y="363"/>
                    <a:pt x="398" y="360"/>
                  </a:cubicBezTo>
                  <a:cubicBezTo>
                    <a:pt x="398" y="357"/>
                    <a:pt x="401" y="356"/>
                    <a:pt x="404" y="355"/>
                  </a:cubicBezTo>
                  <a:cubicBezTo>
                    <a:pt x="406" y="354"/>
                    <a:pt x="404" y="349"/>
                    <a:pt x="407" y="348"/>
                  </a:cubicBezTo>
                  <a:cubicBezTo>
                    <a:pt x="410" y="348"/>
                    <a:pt x="410" y="347"/>
                    <a:pt x="411" y="345"/>
                  </a:cubicBezTo>
                  <a:cubicBezTo>
                    <a:pt x="411" y="342"/>
                    <a:pt x="415" y="344"/>
                    <a:pt x="413" y="342"/>
                  </a:cubicBezTo>
                  <a:cubicBezTo>
                    <a:pt x="411" y="340"/>
                    <a:pt x="412" y="340"/>
                    <a:pt x="417" y="340"/>
                  </a:cubicBezTo>
                  <a:cubicBezTo>
                    <a:pt x="421" y="340"/>
                    <a:pt x="427" y="338"/>
                    <a:pt x="426" y="334"/>
                  </a:cubicBezTo>
                  <a:cubicBezTo>
                    <a:pt x="425" y="329"/>
                    <a:pt x="414" y="333"/>
                    <a:pt x="414" y="329"/>
                  </a:cubicBezTo>
                  <a:cubicBezTo>
                    <a:pt x="414" y="326"/>
                    <a:pt x="400" y="325"/>
                    <a:pt x="401" y="323"/>
                  </a:cubicBezTo>
                  <a:cubicBezTo>
                    <a:pt x="402" y="321"/>
                    <a:pt x="415" y="325"/>
                    <a:pt x="420" y="327"/>
                  </a:cubicBezTo>
                  <a:cubicBezTo>
                    <a:pt x="425" y="329"/>
                    <a:pt x="426" y="328"/>
                    <a:pt x="430" y="328"/>
                  </a:cubicBezTo>
                  <a:cubicBezTo>
                    <a:pt x="434" y="328"/>
                    <a:pt x="431" y="323"/>
                    <a:pt x="432" y="321"/>
                  </a:cubicBezTo>
                  <a:cubicBezTo>
                    <a:pt x="433" y="319"/>
                    <a:pt x="440" y="324"/>
                    <a:pt x="445" y="323"/>
                  </a:cubicBezTo>
                  <a:cubicBezTo>
                    <a:pt x="449" y="322"/>
                    <a:pt x="453" y="313"/>
                    <a:pt x="457" y="311"/>
                  </a:cubicBezTo>
                  <a:cubicBezTo>
                    <a:pt x="460" y="308"/>
                    <a:pt x="457" y="306"/>
                    <a:pt x="450" y="307"/>
                  </a:cubicBezTo>
                  <a:cubicBezTo>
                    <a:pt x="443" y="307"/>
                    <a:pt x="439" y="304"/>
                    <a:pt x="435" y="302"/>
                  </a:cubicBezTo>
                  <a:cubicBezTo>
                    <a:pt x="432" y="299"/>
                    <a:pt x="432" y="297"/>
                    <a:pt x="436" y="297"/>
                  </a:cubicBezTo>
                  <a:cubicBezTo>
                    <a:pt x="440" y="297"/>
                    <a:pt x="449" y="305"/>
                    <a:pt x="453" y="305"/>
                  </a:cubicBezTo>
                  <a:cubicBezTo>
                    <a:pt x="456" y="305"/>
                    <a:pt x="463" y="298"/>
                    <a:pt x="465" y="296"/>
                  </a:cubicBezTo>
                  <a:cubicBezTo>
                    <a:pt x="468" y="294"/>
                    <a:pt x="463" y="293"/>
                    <a:pt x="461" y="291"/>
                  </a:cubicBezTo>
                  <a:cubicBezTo>
                    <a:pt x="459" y="290"/>
                    <a:pt x="464" y="288"/>
                    <a:pt x="467" y="288"/>
                  </a:cubicBezTo>
                  <a:cubicBezTo>
                    <a:pt x="470" y="288"/>
                    <a:pt x="471" y="291"/>
                    <a:pt x="473" y="292"/>
                  </a:cubicBezTo>
                  <a:cubicBezTo>
                    <a:pt x="474" y="294"/>
                    <a:pt x="479" y="291"/>
                    <a:pt x="482" y="291"/>
                  </a:cubicBezTo>
                  <a:cubicBezTo>
                    <a:pt x="484" y="291"/>
                    <a:pt x="481" y="287"/>
                    <a:pt x="477" y="285"/>
                  </a:cubicBezTo>
                  <a:cubicBezTo>
                    <a:pt x="473" y="284"/>
                    <a:pt x="477" y="281"/>
                    <a:pt x="478" y="283"/>
                  </a:cubicBezTo>
                  <a:cubicBezTo>
                    <a:pt x="480" y="286"/>
                    <a:pt x="483" y="285"/>
                    <a:pt x="484" y="288"/>
                  </a:cubicBezTo>
                  <a:cubicBezTo>
                    <a:pt x="486" y="293"/>
                    <a:pt x="488" y="290"/>
                    <a:pt x="491" y="288"/>
                  </a:cubicBezTo>
                  <a:cubicBezTo>
                    <a:pt x="495" y="287"/>
                    <a:pt x="497" y="285"/>
                    <a:pt x="499" y="283"/>
                  </a:cubicBezTo>
                  <a:cubicBezTo>
                    <a:pt x="501" y="280"/>
                    <a:pt x="502" y="283"/>
                    <a:pt x="504" y="279"/>
                  </a:cubicBezTo>
                  <a:cubicBezTo>
                    <a:pt x="506" y="276"/>
                    <a:pt x="503" y="273"/>
                    <a:pt x="500" y="270"/>
                  </a:cubicBezTo>
                  <a:cubicBezTo>
                    <a:pt x="497" y="268"/>
                    <a:pt x="500" y="266"/>
                    <a:pt x="497" y="264"/>
                  </a:cubicBezTo>
                  <a:cubicBezTo>
                    <a:pt x="494" y="263"/>
                    <a:pt x="494" y="260"/>
                    <a:pt x="497" y="261"/>
                  </a:cubicBezTo>
                  <a:cubicBezTo>
                    <a:pt x="501" y="261"/>
                    <a:pt x="504" y="260"/>
                    <a:pt x="506" y="258"/>
                  </a:cubicBezTo>
                  <a:cubicBezTo>
                    <a:pt x="507" y="255"/>
                    <a:pt x="500" y="255"/>
                    <a:pt x="503" y="253"/>
                  </a:cubicBezTo>
                  <a:cubicBezTo>
                    <a:pt x="507" y="251"/>
                    <a:pt x="504" y="249"/>
                    <a:pt x="501" y="249"/>
                  </a:cubicBezTo>
                  <a:cubicBezTo>
                    <a:pt x="497" y="249"/>
                    <a:pt x="494" y="247"/>
                    <a:pt x="494" y="245"/>
                  </a:cubicBezTo>
                  <a:cubicBezTo>
                    <a:pt x="494" y="242"/>
                    <a:pt x="488" y="244"/>
                    <a:pt x="485" y="242"/>
                  </a:cubicBezTo>
                  <a:cubicBezTo>
                    <a:pt x="481" y="240"/>
                    <a:pt x="473" y="241"/>
                    <a:pt x="471" y="241"/>
                  </a:cubicBezTo>
                  <a:cubicBezTo>
                    <a:pt x="470" y="241"/>
                    <a:pt x="469" y="249"/>
                    <a:pt x="472" y="249"/>
                  </a:cubicBezTo>
                  <a:cubicBezTo>
                    <a:pt x="475" y="249"/>
                    <a:pt x="477" y="252"/>
                    <a:pt x="475" y="253"/>
                  </a:cubicBezTo>
                  <a:cubicBezTo>
                    <a:pt x="472" y="254"/>
                    <a:pt x="475" y="257"/>
                    <a:pt x="473" y="257"/>
                  </a:cubicBezTo>
                  <a:cubicBezTo>
                    <a:pt x="471" y="256"/>
                    <a:pt x="468" y="256"/>
                    <a:pt x="468" y="260"/>
                  </a:cubicBezTo>
                  <a:cubicBezTo>
                    <a:pt x="467" y="265"/>
                    <a:pt x="467" y="267"/>
                    <a:pt x="464" y="269"/>
                  </a:cubicBezTo>
                  <a:cubicBezTo>
                    <a:pt x="461" y="270"/>
                    <a:pt x="463" y="263"/>
                    <a:pt x="460" y="264"/>
                  </a:cubicBezTo>
                  <a:cubicBezTo>
                    <a:pt x="457" y="264"/>
                    <a:pt x="457" y="270"/>
                    <a:pt x="459" y="270"/>
                  </a:cubicBezTo>
                  <a:cubicBezTo>
                    <a:pt x="461" y="271"/>
                    <a:pt x="462" y="273"/>
                    <a:pt x="462" y="275"/>
                  </a:cubicBezTo>
                  <a:cubicBezTo>
                    <a:pt x="463" y="278"/>
                    <a:pt x="458" y="276"/>
                    <a:pt x="456" y="279"/>
                  </a:cubicBezTo>
                  <a:cubicBezTo>
                    <a:pt x="454" y="283"/>
                    <a:pt x="454" y="278"/>
                    <a:pt x="451" y="276"/>
                  </a:cubicBezTo>
                  <a:cubicBezTo>
                    <a:pt x="449" y="273"/>
                    <a:pt x="446" y="270"/>
                    <a:pt x="446" y="267"/>
                  </a:cubicBezTo>
                  <a:cubicBezTo>
                    <a:pt x="446" y="264"/>
                    <a:pt x="447" y="264"/>
                    <a:pt x="449" y="263"/>
                  </a:cubicBezTo>
                  <a:cubicBezTo>
                    <a:pt x="451" y="263"/>
                    <a:pt x="449" y="261"/>
                    <a:pt x="449" y="258"/>
                  </a:cubicBezTo>
                  <a:cubicBezTo>
                    <a:pt x="449" y="254"/>
                    <a:pt x="447" y="255"/>
                    <a:pt x="444" y="252"/>
                  </a:cubicBezTo>
                  <a:cubicBezTo>
                    <a:pt x="441" y="248"/>
                    <a:pt x="437" y="248"/>
                    <a:pt x="436" y="250"/>
                  </a:cubicBezTo>
                  <a:cubicBezTo>
                    <a:pt x="434" y="252"/>
                    <a:pt x="435" y="255"/>
                    <a:pt x="433" y="256"/>
                  </a:cubicBezTo>
                  <a:cubicBezTo>
                    <a:pt x="430" y="257"/>
                    <a:pt x="431" y="262"/>
                    <a:pt x="429" y="263"/>
                  </a:cubicBezTo>
                  <a:cubicBezTo>
                    <a:pt x="427" y="263"/>
                    <a:pt x="428" y="253"/>
                    <a:pt x="426" y="253"/>
                  </a:cubicBezTo>
                  <a:cubicBezTo>
                    <a:pt x="424" y="252"/>
                    <a:pt x="424" y="249"/>
                    <a:pt x="427" y="249"/>
                  </a:cubicBezTo>
                  <a:cubicBezTo>
                    <a:pt x="430" y="249"/>
                    <a:pt x="432" y="246"/>
                    <a:pt x="429" y="246"/>
                  </a:cubicBezTo>
                  <a:cubicBezTo>
                    <a:pt x="427" y="246"/>
                    <a:pt x="423" y="243"/>
                    <a:pt x="421" y="242"/>
                  </a:cubicBezTo>
                  <a:cubicBezTo>
                    <a:pt x="419" y="242"/>
                    <a:pt x="416" y="245"/>
                    <a:pt x="415" y="244"/>
                  </a:cubicBezTo>
                  <a:cubicBezTo>
                    <a:pt x="413" y="242"/>
                    <a:pt x="415" y="239"/>
                    <a:pt x="415" y="237"/>
                  </a:cubicBezTo>
                  <a:cubicBezTo>
                    <a:pt x="415" y="235"/>
                    <a:pt x="418" y="238"/>
                    <a:pt x="420" y="235"/>
                  </a:cubicBezTo>
                  <a:cubicBezTo>
                    <a:pt x="422" y="232"/>
                    <a:pt x="415" y="232"/>
                    <a:pt x="415" y="230"/>
                  </a:cubicBezTo>
                  <a:cubicBezTo>
                    <a:pt x="415" y="227"/>
                    <a:pt x="409" y="226"/>
                    <a:pt x="407" y="225"/>
                  </a:cubicBezTo>
                  <a:cubicBezTo>
                    <a:pt x="405" y="224"/>
                    <a:pt x="408" y="219"/>
                    <a:pt x="407" y="218"/>
                  </a:cubicBezTo>
                  <a:cubicBezTo>
                    <a:pt x="406" y="216"/>
                    <a:pt x="400" y="210"/>
                    <a:pt x="397" y="210"/>
                  </a:cubicBezTo>
                  <a:cubicBezTo>
                    <a:pt x="394" y="211"/>
                    <a:pt x="393" y="206"/>
                    <a:pt x="395" y="206"/>
                  </a:cubicBezTo>
                  <a:cubicBezTo>
                    <a:pt x="396" y="207"/>
                    <a:pt x="398" y="205"/>
                    <a:pt x="401" y="202"/>
                  </a:cubicBezTo>
                  <a:cubicBezTo>
                    <a:pt x="404" y="198"/>
                    <a:pt x="404" y="197"/>
                    <a:pt x="402" y="197"/>
                  </a:cubicBezTo>
                  <a:cubicBezTo>
                    <a:pt x="400" y="196"/>
                    <a:pt x="399" y="194"/>
                    <a:pt x="403" y="194"/>
                  </a:cubicBezTo>
                  <a:cubicBezTo>
                    <a:pt x="406" y="194"/>
                    <a:pt x="413" y="197"/>
                    <a:pt x="416" y="195"/>
                  </a:cubicBezTo>
                  <a:cubicBezTo>
                    <a:pt x="418" y="193"/>
                    <a:pt x="425" y="182"/>
                    <a:pt x="428" y="178"/>
                  </a:cubicBezTo>
                  <a:cubicBezTo>
                    <a:pt x="431" y="174"/>
                    <a:pt x="426" y="174"/>
                    <a:pt x="419" y="174"/>
                  </a:cubicBezTo>
                  <a:cubicBezTo>
                    <a:pt x="412" y="175"/>
                    <a:pt x="411" y="172"/>
                    <a:pt x="405" y="172"/>
                  </a:cubicBezTo>
                  <a:cubicBezTo>
                    <a:pt x="400" y="171"/>
                    <a:pt x="389" y="173"/>
                    <a:pt x="388" y="174"/>
                  </a:cubicBezTo>
                  <a:cubicBezTo>
                    <a:pt x="386" y="176"/>
                    <a:pt x="390" y="177"/>
                    <a:pt x="390" y="179"/>
                  </a:cubicBezTo>
                  <a:cubicBezTo>
                    <a:pt x="389" y="181"/>
                    <a:pt x="386" y="178"/>
                    <a:pt x="384" y="179"/>
                  </a:cubicBezTo>
                  <a:cubicBezTo>
                    <a:pt x="383" y="180"/>
                    <a:pt x="385" y="182"/>
                    <a:pt x="384" y="188"/>
                  </a:cubicBezTo>
                  <a:cubicBezTo>
                    <a:pt x="384" y="195"/>
                    <a:pt x="386" y="195"/>
                    <a:pt x="388" y="198"/>
                  </a:cubicBezTo>
                  <a:cubicBezTo>
                    <a:pt x="389" y="200"/>
                    <a:pt x="389" y="203"/>
                    <a:pt x="389" y="208"/>
                  </a:cubicBezTo>
                  <a:cubicBezTo>
                    <a:pt x="389" y="212"/>
                    <a:pt x="385" y="211"/>
                    <a:pt x="384" y="212"/>
                  </a:cubicBezTo>
                  <a:cubicBezTo>
                    <a:pt x="383" y="213"/>
                    <a:pt x="387" y="215"/>
                    <a:pt x="387" y="217"/>
                  </a:cubicBezTo>
                  <a:cubicBezTo>
                    <a:pt x="386" y="220"/>
                    <a:pt x="382" y="216"/>
                    <a:pt x="380" y="217"/>
                  </a:cubicBezTo>
                  <a:cubicBezTo>
                    <a:pt x="377" y="217"/>
                    <a:pt x="375" y="224"/>
                    <a:pt x="378" y="226"/>
                  </a:cubicBezTo>
                  <a:cubicBezTo>
                    <a:pt x="380" y="228"/>
                    <a:pt x="381" y="228"/>
                    <a:pt x="379" y="230"/>
                  </a:cubicBezTo>
                  <a:cubicBezTo>
                    <a:pt x="378" y="232"/>
                    <a:pt x="375" y="236"/>
                    <a:pt x="380" y="239"/>
                  </a:cubicBezTo>
                  <a:cubicBezTo>
                    <a:pt x="384" y="243"/>
                    <a:pt x="393" y="243"/>
                    <a:pt x="397" y="245"/>
                  </a:cubicBezTo>
                  <a:cubicBezTo>
                    <a:pt x="401" y="248"/>
                    <a:pt x="395" y="247"/>
                    <a:pt x="397" y="250"/>
                  </a:cubicBezTo>
                  <a:cubicBezTo>
                    <a:pt x="398" y="253"/>
                    <a:pt x="394" y="254"/>
                    <a:pt x="394" y="256"/>
                  </a:cubicBezTo>
                  <a:cubicBezTo>
                    <a:pt x="394" y="259"/>
                    <a:pt x="396" y="258"/>
                    <a:pt x="398" y="253"/>
                  </a:cubicBezTo>
                  <a:cubicBezTo>
                    <a:pt x="401" y="249"/>
                    <a:pt x="402" y="255"/>
                    <a:pt x="402" y="258"/>
                  </a:cubicBezTo>
                  <a:cubicBezTo>
                    <a:pt x="402" y="262"/>
                    <a:pt x="399" y="260"/>
                    <a:pt x="396" y="263"/>
                  </a:cubicBezTo>
                  <a:cubicBezTo>
                    <a:pt x="394" y="267"/>
                    <a:pt x="392" y="267"/>
                    <a:pt x="388" y="267"/>
                  </a:cubicBezTo>
                  <a:cubicBezTo>
                    <a:pt x="384" y="266"/>
                    <a:pt x="387" y="272"/>
                    <a:pt x="388" y="275"/>
                  </a:cubicBezTo>
                  <a:cubicBezTo>
                    <a:pt x="389" y="278"/>
                    <a:pt x="388" y="279"/>
                    <a:pt x="384" y="278"/>
                  </a:cubicBezTo>
                  <a:cubicBezTo>
                    <a:pt x="379" y="277"/>
                    <a:pt x="377" y="274"/>
                    <a:pt x="379" y="271"/>
                  </a:cubicBezTo>
                  <a:cubicBezTo>
                    <a:pt x="381" y="268"/>
                    <a:pt x="383" y="264"/>
                    <a:pt x="380" y="264"/>
                  </a:cubicBezTo>
                  <a:cubicBezTo>
                    <a:pt x="378" y="265"/>
                    <a:pt x="372" y="264"/>
                    <a:pt x="370" y="262"/>
                  </a:cubicBezTo>
                  <a:cubicBezTo>
                    <a:pt x="369" y="259"/>
                    <a:pt x="372" y="260"/>
                    <a:pt x="377" y="261"/>
                  </a:cubicBezTo>
                  <a:cubicBezTo>
                    <a:pt x="382" y="261"/>
                    <a:pt x="377" y="257"/>
                    <a:pt x="381" y="257"/>
                  </a:cubicBezTo>
                  <a:cubicBezTo>
                    <a:pt x="385" y="257"/>
                    <a:pt x="388" y="259"/>
                    <a:pt x="391" y="257"/>
                  </a:cubicBezTo>
                  <a:cubicBezTo>
                    <a:pt x="394" y="254"/>
                    <a:pt x="389" y="248"/>
                    <a:pt x="386" y="249"/>
                  </a:cubicBezTo>
                  <a:cubicBezTo>
                    <a:pt x="384" y="250"/>
                    <a:pt x="379" y="251"/>
                    <a:pt x="379" y="249"/>
                  </a:cubicBezTo>
                  <a:cubicBezTo>
                    <a:pt x="379" y="246"/>
                    <a:pt x="384" y="248"/>
                    <a:pt x="386" y="247"/>
                  </a:cubicBezTo>
                  <a:cubicBezTo>
                    <a:pt x="389" y="247"/>
                    <a:pt x="385" y="244"/>
                    <a:pt x="381" y="245"/>
                  </a:cubicBezTo>
                  <a:cubicBezTo>
                    <a:pt x="378" y="245"/>
                    <a:pt x="375" y="246"/>
                    <a:pt x="372" y="242"/>
                  </a:cubicBezTo>
                  <a:cubicBezTo>
                    <a:pt x="369" y="239"/>
                    <a:pt x="364" y="237"/>
                    <a:pt x="362" y="245"/>
                  </a:cubicBezTo>
                  <a:cubicBezTo>
                    <a:pt x="361" y="252"/>
                    <a:pt x="356" y="248"/>
                    <a:pt x="354" y="250"/>
                  </a:cubicBezTo>
                  <a:cubicBezTo>
                    <a:pt x="352" y="253"/>
                    <a:pt x="356" y="255"/>
                    <a:pt x="361" y="255"/>
                  </a:cubicBezTo>
                  <a:cubicBezTo>
                    <a:pt x="366" y="255"/>
                    <a:pt x="370" y="260"/>
                    <a:pt x="367" y="260"/>
                  </a:cubicBezTo>
                  <a:cubicBezTo>
                    <a:pt x="365" y="260"/>
                    <a:pt x="366" y="263"/>
                    <a:pt x="364" y="262"/>
                  </a:cubicBezTo>
                  <a:cubicBezTo>
                    <a:pt x="361" y="261"/>
                    <a:pt x="358" y="262"/>
                    <a:pt x="360" y="264"/>
                  </a:cubicBezTo>
                  <a:cubicBezTo>
                    <a:pt x="362" y="266"/>
                    <a:pt x="359" y="267"/>
                    <a:pt x="360" y="270"/>
                  </a:cubicBezTo>
                  <a:cubicBezTo>
                    <a:pt x="360" y="272"/>
                    <a:pt x="356" y="270"/>
                    <a:pt x="352" y="269"/>
                  </a:cubicBezTo>
                  <a:cubicBezTo>
                    <a:pt x="348" y="269"/>
                    <a:pt x="341" y="270"/>
                    <a:pt x="335" y="271"/>
                  </a:cubicBezTo>
                  <a:cubicBezTo>
                    <a:pt x="330" y="273"/>
                    <a:pt x="324" y="271"/>
                    <a:pt x="322" y="268"/>
                  </a:cubicBezTo>
                  <a:cubicBezTo>
                    <a:pt x="320" y="266"/>
                    <a:pt x="317" y="266"/>
                    <a:pt x="313" y="266"/>
                  </a:cubicBezTo>
                  <a:cubicBezTo>
                    <a:pt x="309" y="266"/>
                    <a:pt x="311" y="263"/>
                    <a:pt x="306" y="262"/>
                  </a:cubicBezTo>
                  <a:cubicBezTo>
                    <a:pt x="301" y="262"/>
                    <a:pt x="302" y="258"/>
                    <a:pt x="301" y="256"/>
                  </a:cubicBezTo>
                  <a:cubicBezTo>
                    <a:pt x="301" y="253"/>
                    <a:pt x="291" y="254"/>
                    <a:pt x="288" y="256"/>
                  </a:cubicBezTo>
                  <a:cubicBezTo>
                    <a:pt x="284" y="259"/>
                    <a:pt x="277" y="258"/>
                    <a:pt x="275" y="262"/>
                  </a:cubicBezTo>
                  <a:cubicBezTo>
                    <a:pt x="273" y="266"/>
                    <a:pt x="277" y="265"/>
                    <a:pt x="279" y="265"/>
                  </a:cubicBezTo>
                  <a:cubicBezTo>
                    <a:pt x="282" y="265"/>
                    <a:pt x="282" y="262"/>
                    <a:pt x="287" y="263"/>
                  </a:cubicBezTo>
                  <a:cubicBezTo>
                    <a:pt x="292" y="263"/>
                    <a:pt x="296" y="257"/>
                    <a:pt x="298" y="259"/>
                  </a:cubicBezTo>
                  <a:cubicBezTo>
                    <a:pt x="300" y="262"/>
                    <a:pt x="289" y="266"/>
                    <a:pt x="284" y="267"/>
                  </a:cubicBezTo>
                  <a:cubicBezTo>
                    <a:pt x="279" y="267"/>
                    <a:pt x="280" y="271"/>
                    <a:pt x="285" y="278"/>
                  </a:cubicBezTo>
                  <a:cubicBezTo>
                    <a:pt x="290" y="285"/>
                    <a:pt x="283" y="281"/>
                    <a:pt x="283" y="285"/>
                  </a:cubicBezTo>
                  <a:cubicBezTo>
                    <a:pt x="283" y="288"/>
                    <a:pt x="274" y="284"/>
                    <a:pt x="278" y="282"/>
                  </a:cubicBezTo>
                  <a:cubicBezTo>
                    <a:pt x="281" y="281"/>
                    <a:pt x="280" y="278"/>
                    <a:pt x="277" y="276"/>
                  </a:cubicBezTo>
                  <a:cubicBezTo>
                    <a:pt x="274" y="273"/>
                    <a:pt x="272" y="276"/>
                    <a:pt x="273" y="273"/>
                  </a:cubicBezTo>
                  <a:cubicBezTo>
                    <a:pt x="273" y="271"/>
                    <a:pt x="270" y="273"/>
                    <a:pt x="267" y="271"/>
                  </a:cubicBezTo>
                  <a:cubicBezTo>
                    <a:pt x="264" y="269"/>
                    <a:pt x="263" y="267"/>
                    <a:pt x="260" y="269"/>
                  </a:cubicBezTo>
                  <a:cubicBezTo>
                    <a:pt x="256" y="271"/>
                    <a:pt x="252" y="271"/>
                    <a:pt x="244" y="272"/>
                  </a:cubicBezTo>
                  <a:cubicBezTo>
                    <a:pt x="236" y="273"/>
                    <a:pt x="222" y="273"/>
                    <a:pt x="219" y="270"/>
                  </a:cubicBezTo>
                  <a:cubicBezTo>
                    <a:pt x="217" y="268"/>
                    <a:pt x="226" y="263"/>
                    <a:pt x="229" y="264"/>
                  </a:cubicBezTo>
                  <a:cubicBezTo>
                    <a:pt x="231" y="264"/>
                    <a:pt x="230" y="261"/>
                    <a:pt x="226" y="257"/>
                  </a:cubicBezTo>
                  <a:cubicBezTo>
                    <a:pt x="221" y="254"/>
                    <a:pt x="212" y="252"/>
                    <a:pt x="212" y="254"/>
                  </a:cubicBezTo>
                  <a:cubicBezTo>
                    <a:pt x="212" y="256"/>
                    <a:pt x="207" y="254"/>
                    <a:pt x="200" y="253"/>
                  </a:cubicBezTo>
                  <a:cubicBezTo>
                    <a:pt x="193" y="252"/>
                    <a:pt x="192" y="249"/>
                    <a:pt x="187" y="249"/>
                  </a:cubicBezTo>
                  <a:cubicBezTo>
                    <a:pt x="183" y="249"/>
                    <a:pt x="176" y="247"/>
                    <a:pt x="171" y="243"/>
                  </a:cubicBezTo>
                  <a:cubicBezTo>
                    <a:pt x="166" y="239"/>
                    <a:pt x="153" y="240"/>
                    <a:pt x="152" y="244"/>
                  </a:cubicBezTo>
                  <a:cubicBezTo>
                    <a:pt x="150" y="248"/>
                    <a:pt x="146" y="248"/>
                    <a:pt x="142" y="248"/>
                  </a:cubicBezTo>
                  <a:cubicBezTo>
                    <a:pt x="138" y="248"/>
                    <a:pt x="144" y="243"/>
                    <a:pt x="142" y="242"/>
                  </a:cubicBezTo>
                  <a:cubicBezTo>
                    <a:pt x="141" y="241"/>
                    <a:pt x="143" y="236"/>
                    <a:pt x="140" y="236"/>
                  </a:cubicBezTo>
                  <a:cubicBezTo>
                    <a:pt x="137" y="235"/>
                    <a:pt x="134" y="248"/>
                    <a:pt x="128" y="248"/>
                  </a:cubicBezTo>
                  <a:cubicBezTo>
                    <a:pt x="123" y="247"/>
                    <a:pt x="120" y="234"/>
                    <a:pt x="116" y="231"/>
                  </a:cubicBezTo>
                  <a:cubicBezTo>
                    <a:pt x="111" y="228"/>
                    <a:pt x="107" y="227"/>
                    <a:pt x="111" y="232"/>
                  </a:cubicBezTo>
                  <a:cubicBezTo>
                    <a:pt x="114" y="237"/>
                    <a:pt x="107" y="234"/>
                    <a:pt x="108" y="237"/>
                  </a:cubicBezTo>
                  <a:cubicBezTo>
                    <a:pt x="108" y="241"/>
                    <a:pt x="101" y="245"/>
                    <a:pt x="101" y="243"/>
                  </a:cubicBezTo>
                  <a:cubicBezTo>
                    <a:pt x="102" y="241"/>
                    <a:pt x="98" y="239"/>
                    <a:pt x="93" y="244"/>
                  </a:cubicBezTo>
                  <a:cubicBezTo>
                    <a:pt x="89" y="249"/>
                    <a:pt x="86" y="248"/>
                    <a:pt x="85" y="247"/>
                  </a:cubicBezTo>
                  <a:cubicBezTo>
                    <a:pt x="85" y="245"/>
                    <a:pt x="72" y="251"/>
                    <a:pt x="72" y="254"/>
                  </a:cubicBezTo>
                  <a:cubicBezTo>
                    <a:pt x="73" y="256"/>
                    <a:pt x="70" y="258"/>
                    <a:pt x="66" y="257"/>
                  </a:cubicBezTo>
                  <a:cubicBezTo>
                    <a:pt x="63" y="257"/>
                    <a:pt x="66" y="254"/>
                    <a:pt x="69" y="253"/>
                  </a:cubicBezTo>
                  <a:cubicBezTo>
                    <a:pt x="72" y="251"/>
                    <a:pt x="80" y="244"/>
                    <a:pt x="85" y="243"/>
                  </a:cubicBezTo>
                  <a:cubicBezTo>
                    <a:pt x="89" y="243"/>
                    <a:pt x="98" y="239"/>
                    <a:pt x="98" y="237"/>
                  </a:cubicBezTo>
                  <a:cubicBezTo>
                    <a:pt x="98" y="235"/>
                    <a:pt x="94" y="237"/>
                    <a:pt x="91" y="236"/>
                  </a:cubicBezTo>
                  <a:cubicBezTo>
                    <a:pt x="88" y="236"/>
                    <a:pt x="83" y="239"/>
                    <a:pt x="77" y="241"/>
                  </a:cubicBezTo>
                  <a:cubicBezTo>
                    <a:pt x="72" y="243"/>
                    <a:pt x="67" y="243"/>
                    <a:pt x="68" y="246"/>
                  </a:cubicBezTo>
                  <a:cubicBezTo>
                    <a:pt x="70" y="249"/>
                    <a:pt x="63" y="245"/>
                    <a:pt x="62" y="247"/>
                  </a:cubicBezTo>
                  <a:cubicBezTo>
                    <a:pt x="61" y="249"/>
                    <a:pt x="58" y="247"/>
                    <a:pt x="60" y="246"/>
                  </a:cubicBezTo>
                  <a:cubicBezTo>
                    <a:pt x="62" y="245"/>
                    <a:pt x="56" y="243"/>
                    <a:pt x="56" y="244"/>
                  </a:cubicBezTo>
                  <a:cubicBezTo>
                    <a:pt x="56" y="245"/>
                    <a:pt x="55" y="247"/>
                    <a:pt x="50" y="247"/>
                  </a:cubicBezTo>
                  <a:cubicBezTo>
                    <a:pt x="46" y="247"/>
                    <a:pt x="41" y="250"/>
                    <a:pt x="44" y="253"/>
                  </a:cubicBezTo>
                  <a:cubicBezTo>
                    <a:pt x="47" y="255"/>
                    <a:pt x="49" y="256"/>
                    <a:pt x="48" y="257"/>
                  </a:cubicBezTo>
                  <a:cubicBezTo>
                    <a:pt x="46" y="259"/>
                    <a:pt x="41" y="253"/>
                    <a:pt x="35" y="254"/>
                  </a:cubicBezTo>
                  <a:cubicBezTo>
                    <a:pt x="28" y="255"/>
                    <a:pt x="15" y="247"/>
                    <a:pt x="15" y="245"/>
                  </a:cubicBezTo>
                  <a:cubicBezTo>
                    <a:pt x="15" y="243"/>
                    <a:pt x="6" y="244"/>
                    <a:pt x="0" y="244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0" y="373"/>
                    <a:pt x="3" y="375"/>
                    <a:pt x="4" y="374"/>
                  </a:cubicBezTo>
                  <a:cubicBezTo>
                    <a:pt x="5" y="372"/>
                    <a:pt x="8" y="374"/>
                    <a:pt x="12" y="372"/>
                  </a:cubicBezTo>
                  <a:cubicBezTo>
                    <a:pt x="16" y="370"/>
                    <a:pt x="18" y="374"/>
                    <a:pt x="18" y="376"/>
                  </a:cubicBezTo>
                  <a:cubicBezTo>
                    <a:pt x="18" y="378"/>
                    <a:pt x="24" y="382"/>
                    <a:pt x="26" y="385"/>
                  </a:cubicBezTo>
                  <a:cubicBezTo>
                    <a:pt x="29" y="388"/>
                    <a:pt x="30" y="391"/>
                    <a:pt x="33" y="389"/>
                  </a:cubicBezTo>
                  <a:cubicBezTo>
                    <a:pt x="35" y="387"/>
                    <a:pt x="40" y="386"/>
                    <a:pt x="40" y="383"/>
                  </a:cubicBezTo>
                  <a:cubicBezTo>
                    <a:pt x="40" y="380"/>
                    <a:pt x="52" y="379"/>
                    <a:pt x="52" y="384"/>
                  </a:cubicBezTo>
                  <a:cubicBezTo>
                    <a:pt x="52" y="388"/>
                    <a:pt x="63" y="393"/>
                    <a:pt x="70" y="404"/>
                  </a:cubicBezTo>
                  <a:cubicBezTo>
                    <a:pt x="76" y="416"/>
                    <a:pt x="75" y="418"/>
                    <a:pt x="85" y="422"/>
                  </a:cubicBezTo>
                  <a:cubicBezTo>
                    <a:pt x="94" y="426"/>
                    <a:pt x="94" y="428"/>
                    <a:pt x="93" y="431"/>
                  </a:cubicBezTo>
                  <a:cubicBezTo>
                    <a:pt x="92" y="434"/>
                    <a:pt x="99" y="436"/>
                    <a:pt x="95" y="439"/>
                  </a:cubicBezTo>
                  <a:cubicBezTo>
                    <a:pt x="93" y="440"/>
                    <a:pt x="91" y="441"/>
                    <a:pt x="89" y="443"/>
                  </a:cubicBezTo>
                  <a:cubicBezTo>
                    <a:pt x="89" y="444"/>
                    <a:pt x="91" y="445"/>
                    <a:pt x="92" y="447"/>
                  </a:cubicBezTo>
                  <a:cubicBezTo>
                    <a:pt x="95" y="449"/>
                    <a:pt x="88" y="449"/>
                    <a:pt x="90" y="450"/>
                  </a:cubicBezTo>
                  <a:cubicBezTo>
                    <a:pt x="92" y="452"/>
                    <a:pt x="90" y="455"/>
                    <a:pt x="92" y="457"/>
                  </a:cubicBezTo>
                  <a:cubicBezTo>
                    <a:pt x="94" y="459"/>
                    <a:pt x="97" y="458"/>
                    <a:pt x="99" y="456"/>
                  </a:cubicBezTo>
                  <a:cubicBezTo>
                    <a:pt x="101" y="455"/>
                    <a:pt x="103" y="458"/>
                    <a:pt x="101" y="461"/>
                  </a:cubicBezTo>
                  <a:cubicBezTo>
                    <a:pt x="99" y="464"/>
                    <a:pt x="103" y="466"/>
                    <a:pt x="104" y="464"/>
                  </a:cubicBezTo>
                  <a:cubicBezTo>
                    <a:pt x="106" y="462"/>
                    <a:pt x="110" y="467"/>
                    <a:pt x="111" y="468"/>
                  </a:cubicBezTo>
                  <a:cubicBezTo>
                    <a:pt x="113" y="469"/>
                    <a:pt x="115" y="472"/>
                    <a:pt x="112" y="472"/>
                  </a:cubicBezTo>
                  <a:cubicBezTo>
                    <a:pt x="109" y="472"/>
                    <a:pt x="109" y="477"/>
                    <a:pt x="111" y="477"/>
                  </a:cubicBezTo>
                  <a:cubicBezTo>
                    <a:pt x="114" y="477"/>
                    <a:pt x="113" y="480"/>
                    <a:pt x="113" y="482"/>
                  </a:cubicBezTo>
                  <a:cubicBezTo>
                    <a:pt x="113" y="483"/>
                    <a:pt x="120" y="486"/>
                    <a:pt x="122" y="485"/>
                  </a:cubicBezTo>
                  <a:cubicBezTo>
                    <a:pt x="125" y="484"/>
                    <a:pt x="127" y="486"/>
                    <a:pt x="128" y="489"/>
                  </a:cubicBezTo>
                  <a:cubicBezTo>
                    <a:pt x="129" y="491"/>
                    <a:pt x="134" y="492"/>
                    <a:pt x="135" y="491"/>
                  </a:cubicBezTo>
                  <a:cubicBezTo>
                    <a:pt x="137" y="489"/>
                    <a:pt x="138" y="493"/>
                    <a:pt x="139" y="496"/>
                  </a:cubicBezTo>
                  <a:cubicBezTo>
                    <a:pt x="139" y="498"/>
                    <a:pt x="143" y="497"/>
                    <a:pt x="145" y="497"/>
                  </a:cubicBezTo>
                  <a:cubicBezTo>
                    <a:pt x="147" y="497"/>
                    <a:pt x="148" y="500"/>
                    <a:pt x="150" y="499"/>
                  </a:cubicBezTo>
                  <a:cubicBezTo>
                    <a:pt x="153" y="498"/>
                    <a:pt x="154" y="504"/>
                    <a:pt x="156" y="507"/>
                  </a:cubicBezTo>
                  <a:cubicBezTo>
                    <a:pt x="388" y="506"/>
                    <a:pt x="388" y="506"/>
                    <a:pt x="388" y="506"/>
                  </a:cubicBezTo>
                  <a:cubicBezTo>
                    <a:pt x="388" y="506"/>
                    <a:pt x="389" y="500"/>
                    <a:pt x="391" y="502"/>
                  </a:cubicBezTo>
                  <a:cubicBezTo>
                    <a:pt x="394" y="504"/>
                    <a:pt x="392" y="507"/>
                    <a:pt x="395" y="509"/>
                  </a:cubicBezTo>
                  <a:cubicBezTo>
                    <a:pt x="398" y="510"/>
                    <a:pt x="400" y="512"/>
                    <a:pt x="402" y="511"/>
                  </a:cubicBezTo>
                  <a:cubicBezTo>
                    <a:pt x="404" y="510"/>
                    <a:pt x="407" y="508"/>
                    <a:pt x="410" y="511"/>
                  </a:cubicBezTo>
                  <a:cubicBezTo>
                    <a:pt x="413" y="515"/>
                    <a:pt x="415" y="512"/>
                    <a:pt x="417" y="514"/>
                  </a:cubicBezTo>
                  <a:cubicBezTo>
                    <a:pt x="419" y="516"/>
                    <a:pt x="422" y="518"/>
                    <a:pt x="424" y="515"/>
                  </a:cubicBezTo>
                  <a:cubicBezTo>
                    <a:pt x="426" y="513"/>
                    <a:pt x="433" y="516"/>
                    <a:pt x="436" y="517"/>
                  </a:cubicBezTo>
                  <a:cubicBezTo>
                    <a:pt x="440" y="514"/>
                    <a:pt x="443" y="507"/>
                    <a:pt x="447" y="507"/>
                  </a:cubicBezTo>
                  <a:cubicBezTo>
                    <a:pt x="452" y="507"/>
                    <a:pt x="464" y="508"/>
                    <a:pt x="465" y="514"/>
                  </a:cubicBezTo>
                  <a:cubicBezTo>
                    <a:pt x="466" y="520"/>
                    <a:pt x="473" y="515"/>
                    <a:pt x="474" y="520"/>
                  </a:cubicBezTo>
                  <a:cubicBezTo>
                    <a:pt x="475" y="526"/>
                    <a:pt x="479" y="530"/>
                    <a:pt x="479" y="532"/>
                  </a:cubicBezTo>
                  <a:cubicBezTo>
                    <a:pt x="480" y="533"/>
                    <a:pt x="482" y="534"/>
                    <a:pt x="483" y="536"/>
                  </a:cubicBezTo>
                  <a:cubicBezTo>
                    <a:pt x="486" y="535"/>
                    <a:pt x="492" y="536"/>
                    <a:pt x="496" y="537"/>
                  </a:cubicBezTo>
                  <a:cubicBezTo>
                    <a:pt x="502" y="539"/>
                    <a:pt x="509" y="535"/>
                    <a:pt x="512" y="541"/>
                  </a:cubicBezTo>
                  <a:cubicBezTo>
                    <a:pt x="515" y="548"/>
                    <a:pt x="521" y="553"/>
                    <a:pt x="515" y="553"/>
                  </a:cubicBezTo>
                  <a:cubicBezTo>
                    <a:pt x="510" y="553"/>
                    <a:pt x="504" y="547"/>
                    <a:pt x="504" y="550"/>
                  </a:cubicBezTo>
                  <a:cubicBezTo>
                    <a:pt x="505" y="554"/>
                    <a:pt x="502" y="552"/>
                    <a:pt x="502" y="558"/>
                  </a:cubicBezTo>
                  <a:cubicBezTo>
                    <a:pt x="502" y="563"/>
                    <a:pt x="498" y="571"/>
                    <a:pt x="496" y="571"/>
                  </a:cubicBezTo>
                  <a:cubicBezTo>
                    <a:pt x="495" y="571"/>
                    <a:pt x="495" y="571"/>
                    <a:pt x="495" y="571"/>
                  </a:cubicBezTo>
                  <a:cubicBezTo>
                    <a:pt x="495" y="573"/>
                    <a:pt x="495" y="576"/>
                    <a:pt x="497" y="577"/>
                  </a:cubicBezTo>
                  <a:cubicBezTo>
                    <a:pt x="500" y="575"/>
                    <a:pt x="504" y="572"/>
                    <a:pt x="507" y="572"/>
                  </a:cubicBezTo>
                  <a:cubicBezTo>
                    <a:pt x="513" y="572"/>
                    <a:pt x="514" y="576"/>
                    <a:pt x="518" y="573"/>
                  </a:cubicBezTo>
                  <a:cubicBezTo>
                    <a:pt x="522" y="571"/>
                    <a:pt x="522" y="569"/>
                    <a:pt x="523" y="571"/>
                  </a:cubicBezTo>
                  <a:cubicBezTo>
                    <a:pt x="523" y="572"/>
                    <a:pt x="523" y="572"/>
                    <a:pt x="523" y="572"/>
                  </a:cubicBezTo>
                  <a:cubicBezTo>
                    <a:pt x="524" y="571"/>
                    <a:pt x="525" y="571"/>
                    <a:pt x="526" y="570"/>
                  </a:cubicBezTo>
                  <a:cubicBezTo>
                    <a:pt x="526" y="569"/>
                    <a:pt x="525" y="568"/>
                    <a:pt x="525" y="567"/>
                  </a:cubicBezTo>
                  <a:cubicBezTo>
                    <a:pt x="521" y="567"/>
                    <a:pt x="520" y="568"/>
                    <a:pt x="519" y="565"/>
                  </a:cubicBezTo>
                  <a:cubicBezTo>
                    <a:pt x="518" y="561"/>
                    <a:pt x="530" y="557"/>
                    <a:pt x="536" y="558"/>
                  </a:cubicBezTo>
                  <a:cubicBezTo>
                    <a:pt x="542" y="559"/>
                    <a:pt x="546" y="555"/>
                    <a:pt x="548" y="557"/>
                  </a:cubicBezTo>
                  <a:cubicBezTo>
                    <a:pt x="551" y="554"/>
                    <a:pt x="558" y="549"/>
                    <a:pt x="559" y="549"/>
                  </a:cubicBezTo>
                  <a:cubicBezTo>
                    <a:pt x="561" y="549"/>
                    <a:pt x="588" y="549"/>
                    <a:pt x="588" y="549"/>
                  </a:cubicBezTo>
                  <a:cubicBezTo>
                    <a:pt x="588" y="549"/>
                    <a:pt x="597" y="543"/>
                    <a:pt x="599" y="538"/>
                  </a:cubicBezTo>
                  <a:cubicBezTo>
                    <a:pt x="600" y="532"/>
                    <a:pt x="606" y="520"/>
                    <a:pt x="609" y="523"/>
                  </a:cubicBezTo>
                  <a:cubicBezTo>
                    <a:pt x="613" y="525"/>
                    <a:pt x="620" y="523"/>
                    <a:pt x="620" y="526"/>
                  </a:cubicBezTo>
                  <a:cubicBezTo>
                    <a:pt x="621" y="528"/>
                    <a:pt x="618" y="537"/>
                    <a:pt x="628" y="549"/>
                  </a:cubicBezTo>
                  <a:cubicBezTo>
                    <a:pt x="631" y="547"/>
                    <a:pt x="634" y="546"/>
                    <a:pt x="636" y="546"/>
                  </a:cubicBezTo>
                  <a:cubicBezTo>
                    <a:pt x="640" y="546"/>
                    <a:pt x="645" y="541"/>
                    <a:pt x="646" y="539"/>
                  </a:cubicBezTo>
                  <a:cubicBezTo>
                    <a:pt x="648" y="536"/>
                    <a:pt x="650" y="541"/>
                    <a:pt x="647" y="542"/>
                  </a:cubicBezTo>
                  <a:cubicBezTo>
                    <a:pt x="644" y="543"/>
                    <a:pt x="649" y="545"/>
                    <a:pt x="654" y="545"/>
                  </a:cubicBezTo>
                  <a:cubicBezTo>
                    <a:pt x="660" y="545"/>
                    <a:pt x="652" y="547"/>
                    <a:pt x="648" y="547"/>
                  </a:cubicBezTo>
                  <a:cubicBezTo>
                    <a:pt x="644" y="547"/>
                    <a:pt x="643" y="547"/>
                    <a:pt x="637" y="552"/>
                  </a:cubicBezTo>
                  <a:cubicBezTo>
                    <a:pt x="632" y="558"/>
                    <a:pt x="633" y="559"/>
                    <a:pt x="636" y="562"/>
                  </a:cubicBezTo>
                  <a:cubicBezTo>
                    <a:pt x="639" y="564"/>
                    <a:pt x="643" y="563"/>
                    <a:pt x="647" y="560"/>
                  </a:cubicBezTo>
                  <a:cubicBezTo>
                    <a:pt x="651" y="556"/>
                    <a:pt x="651" y="553"/>
                    <a:pt x="655" y="553"/>
                  </a:cubicBezTo>
                  <a:cubicBezTo>
                    <a:pt x="659" y="553"/>
                    <a:pt x="670" y="549"/>
                    <a:pt x="675" y="548"/>
                  </a:cubicBezTo>
                  <a:cubicBezTo>
                    <a:pt x="679" y="546"/>
                    <a:pt x="676" y="545"/>
                    <a:pt x="676" y="543"/>
                  </a:cubicBezTo>
                  <a:cubicBezTo>
                    <a:pt x="676" y="541"/>
                    <a:pt x="685" y="541"/>
                    <a:pt x="688" y="539"/>
                  </a:cubicBezTo>
                  <a:cubicBezTo>
                    <a:pt x="691" y="537"/>
                    <a:pt x="687" y="535"/>
                    <a:pt x="685" y="536"/>
                  </a:cubicBezTo>
                  <a:close/>
                  <a:moveTo>
                    <a:pt x="199" y="294"/>
                  </a:moveTo>
                  <a:cubicBezTo>
                    <a:pt x="194" y="300"/>
                    <a:pt x="192" y="301"/>
                    <a:pt x="187" y="300"/>
                  </a:cubicBezTo>
                  <a:cubicBezTo>
                    <a:pt x="182" y="299"/>
                    <a:pt x="179" y="302"/>
                    <a:pt x="181" y="303"/>
                  </a:cubicBezTo>
                  <a:cubicBezTo>
                    <a:pt x="184" y="305"/>
                    <a:pt x="184" y="307"/>
                    <a:pt x="179" y="308"/>
                  </a:cubicBezTo>
                  <a:cubicBezTo>
                    <a:pt x="174" y="309"/>
                    <a:pt x="170" y="313"/>
                    <a:pt x="168" y="312"/>
                  </a:cubicBezTo>
                  <a:cubicBezTo>
                    <a:pt x="166" y="312"/>
                    <a:pt x="177" y="304"/>
                    <a:pt x="174" y="302"/>
                  </a:cubicBezTo>
                  <a:cubicBezTo>
                    <a:pt x="171" y="300"/>
                    <a:pt x="164" y="306"/>
                    <a:pt x="164" y="308"/>
                  </a:cubicBezTo>
                  <a:cubicBezTo>
                    <a:pt x="164" y="311"/>
                    <a:pt x="159" y="311"/>
                    <a:pt x="157" y="311"/>
                  </a:cubicBezTo>
                  <a:cubicBezTo>
                    <a:pt x="154" y="311"/>
                    <a:pt x="150" y="308"/>
                    <a:pt x="153" y="308"/>
                  </a:cubicBezTo>
                  <a:cubicBezTo>
                    <a:pt x="156" y="307"/>
                    <a:pt x="154" y="304"/>
                    <a:pt x="158" y="303"/>
                  </a:cubicBezTo>
                  <a:cubicBezTo>
                    <a:pt x="162" y="301"/>
                    <a:pt x="157" y="299"/>
                    <a:pt x="158" y="297"/>
                  </a:cubicBezTo>
                  <a:cubicBezTo>
                    <a:pt x="159" y="296"/>
                    <a:pt x="167" y="299"/>
                    <a:pt x="167" y="296"/>
                  </a:cubicBezTo>
                  <a:cubicBezTo>
                    <a:pt x="167" y="293"/>
                    <a:pt x="159" y="291"/>
                    <a:pt x="157" y="292"/>
                  </a:cubicBezTo>
                  <a:cubicBezTo>
                    <a:pt x="154" y="294"/>
                    <a:pt x="148" y="298"/>
                    <a:pt x="140" y="295"/>
                  </a:cubicBezTo>
                  <a:cubicBezTo>
                    <a:pt x="138" y="294"/>
                    <a:pt x="159" y="292"/>
                    <a:pt x="163" y="288"/>
                  </a:cubicBezTo>
                  <a:cubicBezTo>
                    <a:pt x="166" y="285"/>
                    <a:pt x="182" y="281"/>
                    <a:pt x="184" y="284"/>
                  </a:cubicBezTo>
                  <a:cubicBezTo>
                    <a:pt x="185" y="287"/>
                    <a:pt x="175" y="289"/>
                    <a:pt x="180" y="292"/>
                  </a:cubicBezTo>
                  <a:cubicBezTo>
                    <a:pt x="184" y="295"/>
                    <a:pt x="192" y="293"/>
                    <a:pt x="194" y="290"/>
                  </a:cubicBezTo>
                  <a:cubicBezTo>
                    <a:pt x="196" y="287"/>
                    <a:pt x="203" y="288"/>
                    <a:pt x="199" y="294"/>
                  </a:cubicBezTo>
                  <a:close/>
                  <a:moveTo>
                    <a:pt x="246" y="354"/>
                  </a:moveTo>
                  <a:cubicBezTo>
                    <a:pt x="240" y="359"/>
                    <a:pt x="240" y="357"/>
                    <a:pt x="235" y="358"/>
                  </a:cubicBezTo>
                  <a:cubicBezTo>
                    <a:pt x="230" y="359"/>
                    <a:pt x="234" y="364"/>
                    <a:pt x="228" y="365"/>
                  </a:cubicBezTo>
                  <a:cubicBezTo>
                    <a:pt x="222" y="365"/>
                    <a:pt x="207" y="366"/>
                    <a:pt x="205" y="362"/>
                  </a:cubicBezTo>
                  <a:cubicBezTo>
                    <a:pt x="205" y="361"/>
                    <a:pt x="213" y="362"/>
                    <a:pt x="214" y="360"/>
                  </a:cubicBezTo>
                  <a:cubicBezTo>
                    <a:pt x="215" y="357"/>
                    <a:pt x="217" y="353"/>
                    <a:pt x="221" y="353"/>
                  </a:cubicBezTo>
                  <a:cubicBezTo>
                    <a:pt x="224" y="353"/>
                    <a:pt x="224" y="348"/>
                    <a:pt x="218" y="345"/>
                  </a:cubicBezTo>
                  <a:cubicBezTo>
                    <a:pt x="212" y="342"/>
                    <a:pt x="227" y="340"/>
                    <a:pt x="230" y="345"/>
                  </a:cubicBezTo>
                  <a:cubicBezTo>
                    <a:pt x="234" y="350"/>
                    <a:pt x="240" y="353"/>
                    <a:pt x="243" y="350"/>
                  </a:cubicBezTo>
                  <a:cubicBezTo>
                    <a:pt x="246" y="346"/>
                    <a:pt x="266" y="337"/>
                    <a:pt x="266" y="341"/>
                  </a:cubicBezTo>
                  <a:cubicBezTo>
                    <a:pt x="266" y="346"/>
                    <a:pt x="252" y="349"/>
                    <a:pt x="246" y="354"/>
                  </a:cubicBezTo>
                  <a:close/>
                  <a:moveTo>
                    <a:pt x="376" y="489"/>
                  </a:moveTo>
                  <a:cubicBezTo>
                    <a:pt x="372" y="490"/>
                    <a:pt x="376" y="479"/>
                    <a:pt x="369" y="475"/>
                  </a:cubicBezTo>
                  <a:cubicBezTo>
                    <a:pt x="360" y="470"/>
                    <a:pt x="356" y="461"/>
                    <a:pt x="356" y="456"/>
                  </a:cubicBezTo>
                  <a:cubicBezTo>
                    <a:pt x="356" y="451"/>
                    <a:pt x="363" y="449"/>
                    <a:pt x="366" y="453"/>
                  </a:cubicBezTo>
                  <a:cubicBezTo>
                    <a:pt x="369" y="456"/>
                    <a:pt x="374" y="472"/>
                    <a:pt x="376" y="476"/>
                  </a:cubicBezTo>
                  <a:cubicBezTo>
                    <a:pt x="379" y="481"/>
                    <a:pt x="379" y="489"/>
                    <a:pt x="376" y="48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593623" y="1532263"/>
              <a:ext cx="1189869" cy="82186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322" y="213"/>
                  </a:moveTo>
                  <a:cubicBezTo>
                    <a:pt x="323" y="210"/>
                    <a:pt x="323" y="208"/>
                    <a:pt x="314" y="204"/>
                  </a:cubicBezTo>
                  <a:cubicBezTo>
                    <a:pt x="304" y="200"/>
                    <a:pt x="305" y="198"/>
                    <a:pt x="299" y="186"/>
                  </a:cubicBezTo>
                  <a:cubicBezTo>
                    <a:pt x="292" y="175"/>
                    <a:pt x="281" y="170"/>
                    <a:pt x="281" y="166"/>
                  </a:cubicBezTo>
                  <a:cubicBezTo>
                    <a:pt x="281" y="161"/>
                    <a:pt x="269" y="162"/>
                    <a:pt x="269" y="165"/>
                  </a:cubicBezTo>
                  <a:cubicBezTo>
                    <a:pt x="269" y="168"/>
                    <a:pt x="264" y="169"/>
                    <a:pt x="262" y="171"/>
                  </a:cubicBezTo>
                  <a:cubicBezTo>
                    <a:pt x="259" y="173"/>
                    <a:pt x="258" y="170"/>
                    <a:pt x="255" y="167"/>
                  </a:cubicBezTo>
                  <a:cubicBezTo>
                    <a:pt x="253" y="164"/>
                    <a:pt x="247" y="160"/>
                    <a:pt x="247" y="158"/>
                  </a:cubicBezTo>
                  <a:cubicBezTo>
                    <a:pt x="247" y="156"/>
                    <a:pt x="245" y="152"/>
                    <a:pt x="241" y="154"/>
                  </a:cubicBezTo>
                  <a:cubicBezTo>
                    <a:pt x="237" y="156"/>
                    <a:pt x="234" y="154"/>
                    <a:pt x="233" y="156"/>
                  </a:cubicBezTo>
                  <a:cubicBezTo>
                    <a:pt x="232" y="157"/>
                    <a:pt x="229" y="155"/>
                    <a:pt x="229" y="155"/>
                  </a:cubicBezTo>
                  <a:cubicBezTo>
                    <a:pt x="229" y="26"/>
                    <a:pt x="229" y="26"/>
                    <a:pt x="229" y="26"/>
                  </a:cubicBezTo>
                  <a:cubicBezTo>
                    <a:pt x="227" y="25"/>
                    <a:pt x="226" y="25"/>
                    <a:pt x="225" y="25"/>
                  </a:cubicBezTo>
                  <a:cubicBezTo>
                    <a:pt x="219" y="23"/>
                    <a:pt x="211" y="19"/>
                    <a:pt x="207" y="20"/>
                  </a:cubicBezTo>
                  <a:cubicBezTo>
                    <a:pt x="203" y="21"/>
                    <a:pt x="194" y="22"/>
                    <a:pt x="191" y="21"/>
                  </a:cubicBezTo>
                  <a:cubicBezTo>
                    <a:pt x="188" y="19"/>
                    <a:pt x="184" y="18"/>
                    <a:pt x="178" y="19"/>
                  </a:cubicBezTo>
                  <a:cubicBezTo>
                    <a:pt x="172" y="20"/>
                    <a:pt x="168" y="15"/>
                    <a:pt x="160" y="13"/>
                  </a:cubicBezTo>
                  <a:cubicBezTo>
                    <a:pt x="152" y="12"/>
                    <a:pt x="141" y="14"/>
                    <a:pt x="139" y="15"/>
                  </a:cubicBezTo>
                  <a:cubicBezTo>
                    <a:pt x="136" y="16"/>
                    <a:pt x="137" y="12"/>
                    <a:pt x="133" y="13"/>
                  </a:cubicBezTo>
                  <a:cubicBezTo>
                    <a:pt x="130" y="13"/>
                    <a:pt x="132" y="11"/>
                    <a:pt x="131" y="8"/>
                  </a:cubicBezTo>
                  <a:cubicBezTo>
                    <a:pt x="129" y="5"/>
                    <a:pt x="119" y="8"/>
                    <a:pt x="116" y="8"/>
                  </a:cubicBezTo>
                  <a:cubicBezTo>
                    <a:pt x="113" y="9"/>
                    <a:pt x="112" y="7"/>
                    <a:pt x="112" y="5"/>
                  </a:cubicBezTo>
                  <a:cubicBezTo>
                    <a:pt x="112" y="3"/>
                    <a:pt x="109" y="4"/>
                    <a:pt x="108" y="6"/>
                  </a:cubicBezTo>
                  <a:cubicBezTo>
                    <a:pt x="106" y="8"/>
                    <a:pt x="103" y="9"/>
                    <a:pt x="101" y="7"/>
                  </a:cubicBezTo>
                  <a:cubicBezTo>
                    <a:pt x="100" y="6"/>
                    <a:pt x="104" y="5"/>
                    <a:pt x="104" y="4"/>
                  </a:cubicBezTo>
                  <a:cubicBezTo>
                    <a:pt x="105" y="2"/>
                    <a:pt x="100" y="1"/>
                    <a:pt x="98" y="0"/>
                  </a:cubicBezTo>
                  <a:cubicBezTo>
                    <a:pt x="96" y="0"/>
                    <a:pt x="93" y="2"/>
                    <a:pt x="89" y="6"/>
                  </a:cubicBezTo>
                  <a:cubicBezTo>
                    <a:pt x="85" y="9"/>
                    <a:pt x="79" y="9"/>
                    <a:pt x="76" y="9"/>
                  </a:cubicBezTo>
                  <a:cubicBezTo>
                    <a:pt x="72" y="8"/>
                    <a:pt x="68" y="9"/>
                    <a:pt x="68" y="11"/>
                  </a:cubicBezTo>
                  <a:cubicBezTo>
                    <a:pt x="68" y="13"/>
                    <a:pt x="72" y="13"/>
                    <a:pt x="70" y="15"/>
                  </a:cubicBezTo>
                  <a:cubicBezTo>
                    <a:pt x="67" y="18"/>
                    <a:pt x="66" y="12"/>
                    <a:pt x="64" y="15"/>
                  </a:cubicBezTo>
                  <a:cubicBezTo>
                    <a:pt x="61" y="18"/>
                    <a:pt x="53" y="17"/>
                    <a:pt x="51" y="17"/>
                  </a:cubicBezTo>
                  <a:cubicBezTo>
                    <a:pt x="49" y="17"/>
                    <a:pt x="43" y="23"/>
                    <a:pt x="41" y="25"/>
                  </a:cubicBezTo>
                  <a:cubicBezTo>
                    <a:pt x="39" y="27"/>
                    <a:pt x="43" y="29"/>
                    <a:pt x="38" y="34"/>
                  </a:cubicBezTo>
                  <a:cubicBezTo>
                    <a:pt x="33" y="40"/>
                    <a:pt x="19" y="38"/>
                    <a:pt x="17" y="38"/>
                  </a:cubicBezTo>
                  <a:cubicBezTo>
                    <a:pt x="14" y="38"/>
                    <a:pt x="16" y="42"/>
                    <a:pt x="14" y="44"/>
                  </a:cubicBezTo>
                  <a:cubicBezTo>
                    <a:pt x="13" y="46"/>
                    <a:pt x="16" y="48"/>
                    <a:pt x="24" y="50"/>
                  </a:cubicBezTo>
                  <a:cubicBezTo>
                    <a:pt x="31" y="52"/>
                    <a:pt x="37" y="62"/>
                    <a:pt x="37" y="64"/>
                  </a:cubicBezTo>
                  <a:cubicBezTo>
                    <a:pt x="38" y="67"/>
                    <a:pt x="48" y="64"/>
                    <a:pt x="52" y="65"/>
                  </a:cubicBezTo>
                  <a:cubicBezTo>
                    <a:pt x="55" y="65"/>
                    <a:pt x="51" y="70"/>
                    <a:pt x="54" y="72"/>
                  </a:cubicBezTo>
                  <a:cubicBezTo>
                    <a:pt x="58" y="73"/>
                    <a:pt x="62" y="71"/>
                    <a:pt x="63" y="74"/>
                  </a:cubicBezTo>
                  <a:cubicBezTo>
                    <a:pt x="64" y="76"/>
                    <a:pt x="57" y="74"/>
                    <a:pt x="53" y="77"/>
                  </a:cubicBezTo>
                  <a:cubicBezTo>
                    <a:pt x="50" y="79"/>
                    <a:pt x="48" y="81"/>
                    <a:pt x="46" y="79"/>
                  </a:cubicBezTo>
                  <a:cubicBezTo>
                    <a:pt x="45" y="77"/>
                    <a:pt x="39" y="78"/>
                    <a:pt x="35" y="78"/>
                  </a:cubicBezTo>
                  <a:cubicBezTo>
                    <a:pt x="32" y="79"/>
                    <a:pt x="35" y="74"/>
                    <a:pt x="35" y="72"/>
                  </a:cubicBezTo>
                  <a:cubicBezTo>
                    <a:pt x="36" y="71"/>
                    <a:pt x="31" y="69"/>
                    <a:pt x="25" y="73"/>
                  </a:cubicBezTo>
                  <a:cubicBezTo>
                    <a:pt x="19" y="76"/>
                    <a:pt x="21" y="75"/>
                    <a:pt x="20" y="78"/>
                  </a:cubicBezTo>
                  <a:cubicBezTo>
                    <a:pt x="20" y="81"/>
                    <a:pt x="17" y="76"/>
                    <a:pt x="13" y="79"/>
                  </a:cubicBezTo>
                  <a:cubicBezTo>
                    <a:pt x="9" y="81"/>
                    <a:pt x="3" y="83"/>
                    <a:pt x="2" y="85"/>
                  </a:cubicBezTo>
                  <a:cubicBezTo>
                    <a:pt x="0" y="88"/>
                    <a:pt x="10" y="89"/>
                    <a:pt x="14" y="90"/>
                  </a:cubicBezTo>
                  <a:cubicBezTo>
                    <a:pt x="17" y="91"/>
                    <a:pt x="9" y="93"/>
                    <a:pt x="12" y="94"/>
                  </a:cubicBezTo>
                  <a:cubicBezTo>
                    <a:pt x="15" y="95"/>
                    <a:pt x="14" y="98"/>
                    <a:pt x="19" y="100"/>
                  </a:cubicBezTo>
                  <a:cubicBezTo>
                    <a:pt x="23" y="103"/>
                    <a:pt x="34" y="100"/>
                    <a:pt x="37" y="100"/>
                  </a:cubicBezTo>
                  <a:cubicBezTo>
                    <a:pt x="39" y="100"/>
                    <a:pt x="42" y="104"/>
                    <a:pt x="44" y="101"/>
                  </a:cubicBezTo>
                  <a:cubicBezTo>
                    <a:pt x="46" y="99"/>
                    <a:pt x="55" y="92"/>
                    <a:pt x="59" y="96"/>
                  </a:cubicBezTo>
                  <a:cubicBezTo>
                    <a:pt x="63" y="100"/>
                    <a:pt x="54" y="99"/>
                    <a:pt x="57" y="102"/>
                  </a:cubicBezTo>
                  <a:cubicBezTo>
                    <a:pt x="59" y="104"/>
                    <a:pt x="62" y="110"/>
                    <a:pt x="58" y="113"/>
                  </a:cubicBezTo>
                  <a:cubicBezTo>
                    <a:pt x="53" y="116"/>
                    <a:pt x="50" y="114"/>
                    <a:pt x="47" y="114"/>
                  </a:cubicBezTo>
                  <a:cubicBezTo>
                    <a:pt x="45" y="114"/>
                    <a:pt x="46" y="118"/>
                    <a:pt x="43" y="121"/>
                  </a:cubicBezTo>
                  <a:cubicBezTo>
                    <a:pt x="39" y="123"/>
                    <a:pt x="37" y="118"/>
                    <a:pt x="32" y="118"/>
                  </a:cubicBezTo>
                  <a:cubicBezTo>
                    <a:pt x="28" y="118"/>
                    <a:pt x="29" y="123"/>
                    <a:pt x="29" y="126"/>
                  </a:cubicBezTo>
                  <a:cubicBezTo>
                    <a:pt x="29" y="129"/>
                    <a:pt x="22" y="126"/>
                    <a:pt x="20" y="132"/>
                  </a:cubicBezTo>
                  <a:cubicBezTo>
                    <a:pt x="19" y="139"/>
                    <a:pt x="12" y="133"/>
                    <a:pt x="16" y="140"/>
                  </a:cubicBezTo>
                  <a:cubicBezTo>
                    <a:pt x="21" y="146"/>
                    <a:pt x="20" y="142"/>
                    <a:pt x="24" y="145"/>
                  </a:cubicBezTo>
                  <a:cubicBezTo>
                    <a:pt x="28" y="148"/>
                    <a:pt x="20" y="152"/>
                    <a:pt x="24" y="153"/>
                  </a:cubicBezTo>
                  <a:cubicBezTo>
                    <a:pt x="27" y="154"/>
                    <a:pt x="31" y="160"/>
                    <a:pt x="34" y="163"/>
                  </a:cubicBezTo>
                  <a:cubicBezTo>
                    <a:pt x="37" y="165"/>
                    <a:pt x="40" y="162"/>
                    <a:pt x="44" y="161"/>
                  </a:cubicBezTo>
                  <a:cubicBezTo>
                    <a:pt x="48" y="161"/>
                    <a:pt x="46" y="156"/>
                    <a:pt x="48" y="158"/>
                  </a:cubicBezTo>
                  <a:cubicBezTo>
                    <a:pt x="51" y="160"/>
                    <a:pt x="54" y="166"/>
                    <a:pt x="52" y="167"/>
                  </a:cubicBezTo>
                  <a:cubicBezTo>
                    <a:pt x="50" y="169"/>
                    <a:pt x="51" y="173"/>
                    <a:pt x="51" y="176"/>
                  </a:cubicBezTo>
                  <a:cubicBezTo>
                    <a:pt x="51" y="178"/>
                    <a:pt x="59" y="177"/>
                    <a:pt x="60" y="175"/>
                  </a:cubicBezTo>
                  <a:cubicBezTo>
                    <a:pt x="61" y="172"/>
                    <a:pt x="68" y="171"/>
                    <a:pt x="72" y="176"/>
                  </a:cubicBezTo>
                  <a:cubicBezTo>
                    <a:pt x="76" y="180"/>
                    <a:pt x="77" y="181"/>
                    <a:pt x="77" y="177"/>
                  </a:cubicBezTo>
                  <a:cubicBezTo>
                    <a:pt x="77" y="174"/>
                    <a:pt x="80" y="170"/>
                    <a:pt x="80" y="173"/>
                  </a:cubicBezTo>
                  <a:cubicBezTo>
                    <a:pt x="81" y="176"/>
                    <a:pt x="84" y="176"/>
                    <a:pt x="90" y="174"/>
                  </a:cubicBezTo>
                  <a:cubicBezTo>
                    <a:pt x="95" y="171"/>
                    <a:pt x="93" y="174"/>
                    <a:pt x="90" y="178"/>
                  </a:cubicBezTo>
                  <a:cubicBezTo>
                    <a:pt x="86" y="183"/>
                    <a:pt x="90" y="190"/>
                    <a:pt x="87" y="191"/>
                  </a:cubicBezTo>
                  <a:cubicBezTo>
                    <a:pt x="84" y="192"/>
                    <a:pt x="81" y="200"/>
                    <a:pt x="76" y="200"/>
                  </a:cubicBezTo>
                  <a:cubicBezTo>
                    <a:pt x="72" y="201"/>
                    <a:pt x="63" y="210"/>
                    <a:pt x="62" y="211"/>
                  </a:cubicBezTo>
                  <a:cubicBezTo>
                    <a:pt x="61" y="213"/>
                    <a:pt x="51" y="208"/>
                    <a:pt x="49" y="213"/>
                  </a:cubicBezTo>
                  <a:cubicBezTo>
                    <a:pt x="48" y="217"/>
                    <a:pt x="41" y="220"/>
                    <a:pt x="43" y="222"/>
                  </a:cubicBezTo>
                  <a:cubicBezTo>
                    <a:pt x="44" y="223"/>
                    <a:pt x="53" y="219"/>
                    <a:pt x="53" y="216"/>
                  </a:cubicBezTo>
                  <a:cubicBezTo>
                    <a:pt x="53" y="214"/>
                    <a:pt x="55" y="215"/>
                    <a:pt x="56" y="216"/>
                  </a:cubicBezTo>
                  <a:cubicBezTo>
                    <a:pt x="58" y="218"/>
                    <a:pt x="61" y="215"/>
                    <a:pt x="63" y="214"/>
                  </a:cubicBezTo>
                  <a:cubicBezTo>
                    <a:pt x="65" y="212"/>
                    <a:pt x="67" y="213"/>
                    <a:pt x="69" y="213"/>
                  </a:cubicBezTo>
                  <a:cubicBezTo>
                    <a:pt x="71" y="213"/>
                    <a:pt x="72" y="211"/>
                    <a:pt x="77" y="210"/>
                  </a:cubicBezTo>
                  <a:cubicBezTo>
                    <a:pt x="82" y="209"/>
                    <a:pt x="81" y="208"/>
                    <a:pt x="82" y="205"/>
                  </a:cubicBezTo>
                  <a:cubicBezTo>
                    <a:pt x="83" y="203"/>
                    <a:pt x="95" y="197"/>
                    <a:pt x="97" y="196"/>
                  </a:cubicBezTo>
                  <a:cubicBezTo>
                    <a:pt x="99" y="196"/>
                    <a:pt x="98" y="192"/>
                    <a:pt x="100" y="192"/>
                  </a:cubicBezTo>
                  <a:cubicBezTo>
                    <a:pt x="103" y="192"/>
                    <a:pt x="107" y="189"/>
                    <a:pt x="110" y="186"/>
                  </a:cubicBezTo>
                  <a:cubicBezTo>
                    <a:pt x="113" y="184"/>
                    <a:pt x="114" y="185"/>
                    <a:pt x="116" y="184"/>
                  </a:cubicBezTo>
                  <a:cubicBezTo>
                    <a:pt x="118" y="183"/>
                    <a:pt x="117" y="178"/>
                    <a:pt x="119" y="178"/>
                  </a:cubicBezTo>
                  <a:cubicBezTo>
                    <a:pt x="121" y="177"/>
                    <a:pt x="123" y="175"/>
                    <a:pt x="123" y="173"/>
                  </a:cubicBezTo>
                  <a:cubicBezTo>
                    <a:pt x="123" y="171"/>
                    <a:pt x="117" y="171"/>
                    <a:pt x="117" y="170"/>
                  </a:cubicBezTo>
                  <a:cubicBezTo>
                    <a:pt x="116" y="169"/>
                    <a:pt x="121" y="164"/>
                    <a:pt x="124" y="164"/>
                  </a:cubicBezTo>
                  <a:cubicBezTo>
                    <a:pt x="126" y="164"/>
                    <a:pt x="129" y="162"/>
                    <a:pt x="129" y="159"/>
                  </a:cubicBezTo>
                  <a:cubicBezTo>
                    <a:pt x="129" y="156"/>
                    <a:pt x="132" y="155"/>
                    <a:pt x="135" y="153"/>
                  </a:cubicBezTo>
                  <a:cubicBezTo>
                    <a:pt x="137" y="150"/>
                    <a:pt x="137" y="148"/>
                    <a:pt x="139" y="148"/>
                  </a:cubicBezTo>
                  <a:cubicBezTo>
                    <a:pt x="141" y="148"/>
                    <a:pt x="144" y="144"/>
                    <a:pt x="146" y="143"/>
                  </a:cubicBezTo>
                  <a:cubicBezTo>
                    <a:pt x="149" y="141"/>
                    <a:pt x="146" y="145"/>
                    <a:pt x="151" y="145"/>
                  </a:cubicBezTo>
                  <a:cubicBezTo>
                    <a:pt x="156" y="145"/>
                    <a:pt x="155" y="150"/>
                    <a:pt x="152" y="148"/>
                  </a:cubicBezTo>
                  <a:cubicBezTo>
                    <a:pt x="148" y="146"/>
                    <a:pt x="146" y="146"/>
                    <a:pt x="143" y="150"/>
                  </a:cubicBezTo>
                  <a:cubicBezTo>
                    <a:pt x="139" y="153"/>
                    <a:pt x="142" y="154"/>
                    <a:pt x="139" y="157"/>
                  </a:cubicBezTo>
                  <a:cubicBezTo>
                    <a:pt x="137" y="161"/>
                    <a:pt x="137" y="163"/>
                    <a:pt x="140" y="163"/>
                  </a:cubicBezTo>
                  <a:cubicBezTo>
                    <a:pt x="143" y="164"/>
                    <a:pt x="140" y="166"/>
                    <a:pt x="137" y="167"/>
                  </a:cubicBezTo>
                  <a:cubicBezTo>
                    <a:pt x="134" y="168"/>
                    <a:pt x="136" y="170"/>
                    <a:pt x="140" y="170"/>
                  </a:cubicBezTo>
                  <a:cubicBezTo>
                    <a:pt x="145" y="170"/>
                    <a:pt x="151" y="164"/>
                    <a:pt x="157" y="161"/>
                  </a:cubicBezTo>
                  <a:cubicBezTo>
                    <a:pt x="163" y="158"/>
                    <a:pt x="167" y="161"/>
                    <a:pt x="169" y="160"/>
                  </a:cubicBezTo>
                  <a:cubicBezTo>
                    <a:pt x="171" y="160"/>
                    <a:pt x="167" y="157"/>
                    <a:pt x="169" y="156"/>
                  </a:cubicBezTo>
                  <a:cubicBezTo>
                    <a:pt x="171" y="155"/>
                    <a:pt x="167" y="154"/>
                    <a:pt x="166" y="151"/>
                  </a:cubicBezTo>
                  <a:cubicBezTo>
                    <a:pt x="164" y="147"/>
                    <a:pt x="168" y="150"/>
                    <a:pt x="168" y="147"/>
                  </a:cubicBezTo>
                  <a:cubicBezTo>
                    <a:pt x="169" y="144"/>
                    <a:pt x="171" y="145"/>
                    <a:pt x="173" y="146"/>
                  </a:cubicBezTo>
                  <a:cubicBezTo>
                    <a:pt x="175" y="148"/>
                    <a:pt x="177" y="145"/>
                    <a:pt x="179" y="149"/>
                  </a:cubicBezTo>
                  <a:cubicBezTo>
                    <a:pt x="181" y="152"/>
                    <a:pt x="183" y="148"/>
                    <a:pt x="186" y="150"/>
                  </a:cubicBezTo>
                  <a:cubicBezTo>
                    <a:pt x="189" y="153"/>
                    <a:pt x="185" y="152"/>
                    <a:pt x="182" y="153"/>
                  </a:cubicBezTo>
                  <a:cubicBezTo>
                    <a:pt x="179" y="154"/>
                    <a:pt x="180" y="158"/>
                    <a:pt x="183" y="156"/>
                  </a:cubicBezTo>
                  <a:cubicBezTo>
                    <a:pt x="185" y="154"/>
                    <a:pt x="187" y="153"/>
                    <a:pt x="190" y="155"/>
                  </a:cubicBezTo>
                  <a:cubicBezTo>
                    <a:pt x="192" y="157"/>
                    <a:pt x="193" y="156"/>
                    <a:pt x="195" y="154"/>
                  </a:cubicBezTo>
                  <a:cubicBezTo>
                    <a:pt x="197" y="152"/>
                    <a:pt x="197" y="154"/>
                    <a:pt x="197" y="156"/>
                  </a:cubicBezTo>
                  <a:cubicBezTo>
                    <a:pt x="197" y="157"/>
                    <a:pt x="200" y="158"/>
                    <a:pt x="206" y="159"/>
                  </a:cubicBezTo>
                  <a:cubicBezTo>
                    <a:pt x="212" y="159"/>
                    <a:pt x="222" y="158"/>
                    <a:pt x="224" y="158"/>
                  </a:cubicBezTo>
                  <a:cubicBezTo>
                    <a:pt x="227" y="158"/>
                    <a:pt x="226" y="162"/>
                    <a:pt x="232" y="163"/>
                  </a:cubicBezTo>
                  <a:cubicBezTo>
                    <a:pt x="238" y="164"/>
                    <a:pt x="239" y="157"/>
                    <a:pt x="242" y="160"/>
                  </a:cubicBezTo>
                  <a:cubicBezTo>
                    <a:pt x="245" y="162"/>
                    <a:pt x="242" y="163"/>
                    <a:pt x="240" y="165"/>
                  </a:cubicBezTo>
                  <a:cubicBezTo>
                    <a:pt x="239" y="167"/>
                    <a:pt x="242" y="167"/>
                    <a:pt x="245" y="168"/>
                  </a:cubicBezTo>
                  <a:cubicBezTo>
                    <a:pt x="247" y="169"/>
                    <a:pt x="252" y="170"/>
                    <a:pt x="254" y="173"/>
                  </a:cubicBezTo>
                  <a:cubicBezTo>
                    <a:pt x="257" y="175"/>
                    <a:pt x="258" y="178"/>
                    <a:pt x="264" y="181"/>
                  </a:cubicBezTo>
                  <a:cubicBezTo>
                    <a:pt x="270" y="184"/>
                    <a:pt x="264" y="173"/>
                    <a:pt x="269" y="177"/>
                  </a:cubicBezTo>
                  <a:cubicBezTo>
                    <a:pt x="274" y="180"/>
                    <a:pt x="272" y="177"/>
                    <a:pt x="276" y="180"/>
                  </a:cubicBezTo>
                  <a:cubicBezTo>
                    <a:pt x="280" y="184"/>
                    <a:pt x="278" y="179"/>
                    <a:pt x="277" y="173"/>
                  </a:cubicBezTo>
                  <a:cubicBezTo>
                    <a:pt x="275" y="167"/>
                    <a:pt x="278" y="171"/>
                    <a:pt x="280" y="174"/>
                  </a:cubicBezTo>
                  <a:cubicBezTo>
                    <a:pt x="282" y="176"/>
                    <a:pt x="282" y="181"/>
                    <a:pt x="281" y="185"/>
                  </a:cubicBezTo>
                  <a:cubicBezTo>
                    <a:pt x="279" y="188"/>
                    <a:pt x="274" y="185"/>
                    <a:pt x="274" y="184"/>
                  </a:cubicBezTo>
                  <a:cubicBezTo>
                    <a:pt x="275" y="182"/>
                    <a:pt x="269" y="182"/>
                    <a:pt x="269" y="185"/>
                  </a:cubicBezTo>
                  <a:cubicBezTo>
                    <a:pt x="268" y="188"/>
                    <a:pt x="273" y="193"/>
                    <a:pt x="276" y="193"/>
                  </a:cubicBezTo>
                  <a:cubicBezTo>
                    <a:pt x="278" y="194"/>
                    <a:pt x="276" y="198"/>
                    <a:pt x="278" y="199"/>
                  </a:cubicBezTo>
                  <a:cubicBezTo>
                    <a:pt x="281" y="200"/>
                    <a:pt x="281" y="205"/>
                    <a:pt x="282" y="204"/>
                  </a:cubicBezTo>
                  <a:cubicBezTo>
                    <a:pt x="284" y="203"/>
                    <a:pt x="283" y="197"/>
                    <a:pt x="281" y="195"/>
                  </a:cubicBezTo>
                  <a:cubicBezTo>
                    <a:pt x="280" y="192"/>
                    <a:pt x="280" y="188"/>
                    <a:pt x="283" y="189"/>
                  </a:cubicBezTo>
                  <a:cubicBezTo>
                    <a:pt x="285" y="190"/>
                    <a:pt x="283" y="194"/>
                    <a:pt x="284" y="195"/>
                  </a:cubicBezTo>
                  <a:cubicBezTo>
                    <a:pt x="285" y="196"/>
                    <a:pt x="286" y="194"/>
                    <a:pt x="289" y="192"/>
                  </a:cubicBezTo>
                  <a:cubicBezTo>
                    <a:pt x="291" y="191"/>
                    <a:pt x="288" y="187"/>
                    <a:pt x="289" y="184"/>
                  </a:cubicBezTo>
                  <a:cubicBezTo>
                    <a:pt x="290" y="182"/>
                    <a:pt x="292" y="186"/>
                    <a:pt x="294" y="190"/>
                  </a:cubicBezTo>
                  <a:cubicBezTo>
                    <a:pt x="295" y="194"/>
                    <a:pt x="291" y="194"/>
                    <a:pt x="291" y="196"/>
                  </a:cubicBezTo>
                  <a:cubicBezTo>
                    <a:pt x="291" y="198"/>
                    <a:pt x="287" y="197"/>
                    <a:pt x="286" y="198"/>
                  </a:cubicBezTo>
                  <a:cubicBezTo>
                    <a:pt x="285" y="199"/>
                    <a:pt x="286" y="207"/>
                    <a:pt x="287" y="207"/>
                  </a:cubicBezTo>
                  <a:cubicBezTo>
                    <a:pt x="289" y="207"/>
                    <a:pt x="290" y="201"/>
                    <a:pt x="290" y="204"/>
                  </a:cubicBezTo>
                  <a:cubicBezTo>
                    <a:pt x="291" y="207"/>
                    <a:pt x="295" y="200"/>
                    <a:pt x="296" y="203"/>
                  </a:cubicBezTo>
                  <a:cubicBezTo>
                    <a:pt x="297" y="206"/>
                    <a:pt x="301" y="209"/>
                    <a:pt x="303" y="208"/>
                  </a:cubicBezTo>
                  <a:cubicBezTo>
                    <a:pt x="305" y="208"/>
                    <a:pt x="302" y="204"/>
                    <a:pt x="300" y="204"/>
                  </a:cubicBezTo>
                  <a:cubicBezTo>
                    <a:pt x="297" y="204"/>
                    <a:pt x="297" y="200"/>
                    <a:pt x="300" y="200"/>
                  </a:cubicBezTo>
                  <a:cubicBezTo>
                    <a:pt x="302" y="199"/>
                    <a:pt x="306" y="206"/>
                    <a:pt x="306" y="208"/>
                  </a:cubicBezTo>
                  <a:cubicBezTo>
                    <a:pt x="306" y="210"/>
                    <a:pt x="304" y="210"/>
                    <a:pt x="302" y="212"/>
                  </a:cubicBezTo>
                  <a:cubicBezTo>
                    <a:pt x="300" y="215"/>
                    <a:pt x="297" y="209"/>
                    <a:pt x="295" y="209"/>
                  </a:cubicBezTo>
                  <a:cubicBezTo>
                    <a:pt x="292" y="209"/>
                    <a:pt x="295" y="213"/>
                    <a:pt x="296" y="215"/>
                  </a:cubicBezTo>
                  <a:cubicBezTo>
                    <a:pt x="297" y="218"/>
                    <a:pt x="293" y="221"/>
                    <a:pt x="296" y="224"/>
                  </a:cubicBezTo>
                  <a:cubicBezTo>
                    <a:pt x="299" y="226"/>
                    <a:pt x="298" y="222"/>
                    <a:pt x="299" y="221"/>
                  </a:cubicBezTo>
                  <a:cubicBezTo>
                    <a:pt x="299" y="219"/>
                    <a:pt x="302" y="221"/>
                    <a:pt x="304" y="222"/>
                  </a:cubicBezTo>
                  <a:cubicBezTo>
                    <a:pt x="305" y="224"/>
                    <a:pt x="305" y="219"/>
                    <a:pt x="305" y="218"/>
                  </a:cubicBezTo>
                  <a:cubicBezTo>
                    <a:pt x="305" y="216"/>
                    <a:pt x="308" y="217"/>
                    <a:pt x="310" y="219"/>
                  </a:cubicBezTo>
                  <a:cubicBezTo>
                    <a:pt x="311" y="221"/>
                    <a:pt x="311" y="217"/>
                    <a:pt x="314" y="217"/>
                  </a:cubicBezTo>
                  <a:cubicBezTo>
                    <a:pt x="316" y="218"/>
                    <a:pt x="314" y="221"/>
                    <a:pt x="314" y="223"/>
                  </a:cubicBezTo>
                  <a:cubicBezTo>
                    <a:pt x="314" y="225"/>
                    <a:pt x="318" y="221"/>
                    <a:pt x="318" y="224"/>
                  </a:cubicBezTo>
                  <a:cubicBezTo>
                    <a:pt x="318" y="224"/>
                    <a:pt x="318" y="224"/>
                    <a:pt x="318" y="225"/>
                  </a:cubicBezTo>
                  <a:cubicBezTo>
                    <a:pt x="320" y="223"/>
                    <a:pt x="322" y="222"/>
                    <a:pt x="324" y="221"/>
                  </a:cubicBezTo>
                  <a:cubicBezTo>
                    <a:pt x="328" y="218"/>
                    <a:pt x="321" y="216"/>
                    <a:pt x="322" y="21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604357" y="2370998"/>
              <a:ext cx="36800" cy="36800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4" y="8"/>
                  </a:moveTo>
                  <a:cubicBezTo>
                    <a:pt x="8" y="7"/>
                    <a:pt x="10" y="4"/>
                    <a:pt x="8" y="2"/>
                  </a:cubicBezTo>
                  <a:cubicBezTo>
                    <a:pt x="6" y="0"/>
                    <a:pt x="0" y="10"/>
                    <a:pt x="4" y="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681023" y="2335731"/>
              <a:ext cx="69000" cy="29134"/>
            </a:xfrm>
            <a:custGeom>
              <a:avLst/>
              <a:gdLst/>
              <a:ahLst/>
              <a:cxnLst/>
              <a:rect l="l" t="t" r="r" b="b"/>
              <a:pathLst>
                <a:path w="19" h="8" extrusionOk="0">
                  <a:moveTo>
                    <a:pt x="15" y="2"/>
                  </a:moveTo>
                  <a:cubicBezTo>
                    <a:pt x="10" y="0"/>
                    <a:pt x="0" y="7"/>
                    <a:pt x="3" y="7"/>
                  </a:cubicBezTo>
                  <a:cubicBezTo>
                    <a:pt x="6" y="8"/>
                    <a:pt x="7" y="5"/>
                    <a:pt x="10" y="5"/>
                  </a:cubicBezTo>
                  <a:cubicBezTo>
                    <a:pt x="13" y="5"/>
                    <a:pt x="19" y="3"/>
                    <a:pt x="15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>
              <a:off x="999957" y="2176264"/>
              <a:ext cx="90466" cy="82800"/>
            </a:xfrm>
            <a:custGeom>
              <a:avLst/>
              <a:gdLst/>
              <a:ahLst/>
              <a:cxnLst/>
              <a:rect l="l" t="t" r="r" b="b"/>
              <a:pathLst>
                <a:path w="25" h="23" extrusionOk="0">
                  <a:moveTo>
                    <a:pt x="21" y="2"/>
                  </a:moveTo>
                  <a:cubicBezTo>
                    <a:pt x="21" y="0"/>
                    <a:pt x="18" y="0"/>
                    <a:pt x="15" y="4"/>
                  </a:cubicBezTo>
                  <a:cubicBezTo>
                    <a:pt x="11" y="8"/>
                    <a:pt x="8" y="11"/>
                    <a:pt x="7" y="13"/>
                  </a:cubicBezTo>
                  <a:cubicBezTo>
                    <a:pt x="7" y="15"/>
                    <a:pt x="2" y="12"/>
                    <a:pt x="1" y="15"/>
                  </a:cubicBezTo>
                  <a:cubicBezTo>
                    <a:pt x="0" y="18"/>
                    <a:pt x="2" y="23"/>
                    <a:pt x="5" y="21"/>
                  </a:cubicBezTo>
                  <a:cubicBezTo>
                    <a:pt x="7" y="20"/>
                    <a:pt x="7" y="21"/>
                    <a:pt x="9" y="21"/>
                  </a:cubicBezTo>
                  <a:cubicBezTo>
                    <a:pt x="11" y="21"/>
                    <a:pt x="18" y="16"/>
                    <a:pt x="20" y="14"/>
                  </a:cubicBezTo>
                  <a:cubicBezTo>
                    <a:pt x="22" y="11"/>
                    <a:pt x="17" y="10"/>
                    <a:pt x="17" y="9"/>
                  </a:cubicBezTo>
                  <a:cubicBezTo>
                    <a:pt x="17" y="7"/>
                    <a:pt x="21" y="7"/>
                    <a:pt x="23" y="6"/>
                  </a:cubicBezTo>
                  <a:cubicBezTo>
                    <a:pt x="25" y="5"/>
                    <a:pt x="21" y="4"/>
                    <a:pt x="21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>
              <a:off x="615089" y="2091931"/>
              <a:ext cx="58266" cy="36800"/>
            </a:xfrm>
            <a:custGeom>
              <a:avLst/>
              <a:gdLst/>
              <a:ahLst/>
              <a:cxnLst/>
              <a:rect l="l" t="t" r="r" b="b"/>
              <a:pathLst>
                <a:path w="16" h="10" extrusionOk="0">
                  <a:moveTo>
                    <a:pt x="8" y="3"/>
                  </a:moveTo>
                  <a:cubicBezTo>
                    <a:pt x="8" y="0"/>
                    <a:pt x="0" y="2"/>
                    <a:pt x="1" y="5"/>
                  </a:cubicBezTo>
                  <a:cubicBezTo>
                    <a:pt x="2" y="8"/>
                    <a:pt x="9" y="10"/>
                    <a:pt x="13" y="9"/>
                  </a:cubicBezTo>
                  <a:cubicBezTo>
                    <a:pt x="15" y="8"/>
                    <a:pt x="16" y="5"/>
                    <a:pt x="14" y="3"/>
                  </a:cubicBezTo>
                  <a:cubicBezTo>
                    <a:pt x="12" y="1"/>
                    <a:pt x="9" y="6"/>
                    <a:pt x="8" y="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4" name="Google Shape;374;p1"/>
            <p:cNvSpPr/>
            <p:nvPr/>
          </p:nvSpPr>
          <p:spPr>
            <a:xfrm>
              <a:off x="1927626" y="2556531"/>
              <a:ext cx="1774069" cy="886268"/>
            </a:xfrm>
            <a:custGeom>
              <a:avLst/>
              <a:gdLst/>
              <a:ahLst/>
              <a:cxnLst/>
              <a:rect l="l" t="t" r="r" b="b"/>
              <a:pathLst>
                <a:path w="489" h="244" extrusionOk="0">
                  <a:moveTo>
                    <a:pt x="481" y="26"/>
                  </a:moveTo>
                  <a:cubicBezTo>
                    <a:pt x="481" y="23"/>
                    <a:pt x="474" y="25"/>
                    <a:pt x="470" y="23"/>
                  </a:cubicBezTo>
                  <a:cubicBezTo>
                    <a:pt x="467" y="20"/>
                    <a:pt x="461" y="32"/>
                    <a:pt x="460" y="38"/>
                  </a:cubicBezTo>
                  <a:cubicBezTo>
                    <a:pt x="458" y="43"/>
                    <a:pt x="449" y="49"/>
                    <a:pt x="449" y="49"/>
                  </a:cubicBezTo>
                  <a:cubicBezTo>
                    <a:pt x="449" y="49"/>
                    <a:pt x="422" y="49"/>
                    <a:pt x="420" y="49"/>
                  </a:cubicBezTo>
                  <a:cubicBezTo>
                    <a:pt x="419" y="49"/>
                    <a:pt x="412" y="54"/>
                    <a:pt x="409" y="57"/>
                  </a:cubicBezTo>
                  <a:cubicBezTo>
                    <a:pt x="409" y="58"/>
                    <a:pt x="409" y="58"/>
                    <a:pt x="409" y="58"/>
                  </a:cubicBezTo>
                  <a:cubicBezTo>
                    <a:pt x="412" y="63"/>
                    <a:pt x="402" y="66"/>
                    <a:pt x="393" y="66"/>
                  </a:cubicBezTo>
                  <a:cubicBezTo>
                    <a:pt x="390" y="66"/>
                    <a:pt x="388" y="66"/>
                    <a:pt x="386" y="67"/>
                  </a:cubicBezTo>
                  <a:cubicBezTo>
                    <a:pt x="386" y="68"/>
                    <a:pt x="387" y="69"/>
                    <a:pt x="387" y="70"/>
                  </a:cubicBezTo>
                  <a:cubicBezTo>
                    <a:pt x="386" y="71"/>
                    <a:pt x="385" y="71"/>
                    <a:pt x="384" y="72"/>
                  </a:cubicBezTo>
                  <a:cubicBezTo>
                    <a:pt x="383" y="75"/>
                    <a:pt x="371" y="81"/>
                    <a:pt x="365" y="84"/>
                  </a:cubicBezTo>
                  <a:cubicBezTo>
                    <a:pt x="358" y="88"/>
                    <a:pt x="348" y="86"/>
                    <a:pt x="348" y="80"/>
                  </a:cubicBezTo>
                  <a:cubicBezTo>
                    <a:pt x="348" y="75"/>
                    <a:pt x="353" y="76"/>
                    <a:pt x="354" y="78"/>
                  </a:cubicBezTo>
                  <a:cubicBezTo>
                    <a:pt x="355" y="79"/>
                    <a:pt x="356" y="79"/>
                    <a:pt x="358" y="77"/>
                  </a:cubicBezTo>
                  <a:cubicBezTo>
                    <a:pt x="356" y="76"/>
                    <a:pt x="356" y="73"/>
                    <a:pt x="356" y="71"/>
                  </a:cubicBezTo>
                  <a:cubicBezTo>
                    <a:pt x="354" y="70"/>
                    <a:pt x="358" y="62"/>
                    <a:pt x="353" y="60"/>
                  </a:cubicBezTo>
                  <a:cubicBezTo>
                    <a:pt x="349" y="59"/>
                    <a:pt x="343" y="66"/>
                    <a:pt x="344" y="62"/>
                  </a:cubicBezTo>
                  <a:cubicBezTo>
                    <a:pt x="345" y="57"/>
                    <a:pt x="352" y="53"/>
                    <a:pt x="348" y="46"/>
                  </a:cubicBezTo>
                  <a:cubicBezTo>
                    <a:pt x="343" y="40"/>
                    <a:pt x="336" y="40"/>
                    <a:pt x="335" y="45"/>
                  </a:cubicBezTo>
                  <a:cubicBezTo>
                    <a:pt x="333" y="50"/>
                    <a:pt x="328" y="47"/>
                    <a:pt x="326" y="51"/>
                  </a:cubicBezTo>
                  <a:cubicBezTo>
                    <a:pt x="324" y="55"/>
                    <a:pt x="322" y="63"/>
                    <a:pt x="324" y="69"/>
                  </a:cubicBezTo>
                  <a:cubicBezTo>
                    <a:pt x="325" y="75"/>
                    <a:pt x="323" y="78"/>
                    <a:pt x="318" y="81"/>
                  </a:cubicBezTo>
                  <a:cubicBezTo>
                    <a:pt x="312" y="85"/>
                    <a:pt x="309" y="76"/>
                    <a:pt x="311" y="65"/>
                  </a:cubicBezTo>
                  <a:cubicBezTo>
                    <a:pt x="313" y="58"/>
                    <a:pt x="317" y="51"/>
                    <a:pt x="313" y="51"/>
                  </a:cubicBezTo>
                  <a:cubicBezTo>
                    <a:pt x="310" y="51"/>
                    <a:pt x="318" y="42"/>
                    <a:pt x="326" y="40"/>
                  </a:cubicBezTo>
                  <a:cubicBezTo>
                    <a:pt x="334" y="38"/>
                    <a:pt x="343" y="39"/>
                    <a:pt x="343" y="37"/>
                  </a:cubicBezTo>
                  <a:cubicBezTo>
                    <a:pt x="343" y="36"/>
                    <a:pt x="344" y="36"/>
                    <a:pt x="344" y="36"/>
                  </a:cubicBezTo>
                  <a:cubicBezTo>
                    <a:pt x="343" y="34"/>
                    <a:pt x="341" y="33"/>
                    <a:pt x="340" y="32"/>
                  </a:cubicBezTo>
                  <a:cubicBezTo>
                    <a:pt x="339" y="33"/>
                    <a:pt x="339" y="33"/>
                    <a:pt x="339" y="34"/>
                  </a:cubicBezTo>
                  <a:cubicBezTo>
                    <a:pt x="336" y="36"/>
                    <a:pt x="336" y="30"/>
                    <a:pt x="331" y="30"/>
                  </a:cubicBezTo>
                  <a:cubicBezTo>
                    <a:pt x="325" y="30"/>
                    <a:pt x="320" y="35"/>
                    <a:pt x="315" y="33"/>
                  </a:cubicBezTo>
                  <a:cubicBezTo>
                    <a:pt x="311" y="31"/>
                    <a:pt x="313" y="28"/>
                    <a:pt x="309" y="28"/>
                  </a:cubicBezTo>
                  <a:cubicBezTo>
                    <a:pt x="305" y="28"/>
                    <a:pt x="312" y="20"/>
                    <a:pt x="306" y="23"/>
                  </a:cubicBezTo>
                  <a:cubicBezTo>
                    <a:pt x="300" y="27"/>
                    <a:pt x="291" y="35"/>
                    <a:pt x="287" y="31"/>
                  </a:cubicBezTo>
                  <a:cubicBezTo>
                    <a:pt x="283" y="28"/>
                    <a:pt x="279" y="32"/>
                    <a:pt x="276" y="29"/>
                  </a:cubicBezTo>
                  <a:cubicBezTo>
                    <a:pt x="273" y="26"/>
                    <a:pt x="286" y="18"/>
                    <a:pt x="293" y="19"/>
                  </a:cubicBezTo>
                  <a:cubicBezTo>
                    <a:pt x="294" y="19"/>
                    <a:pt x="296" y="18"/>
                    <a:pt x="297" y="17"/>
                  </a:cubicBezTo>
                  <a:cubicBezTo>
                    <a:pt x="294" y="16"/>
                    <a:pt x="287" y="13"/>
                    <a:pt x="285" y="15"/>
                  </a:cubicBezTo>
                  <a:cubicBezTo>
                    <a:pt x="283" y="18"/>
                    <a:pt x="280" y="16"/>
                    <a:pt x="278" y="14"/>
                  </a:cubicBezTo>
                  <a:cubicBezTo>
                    <a:pt x="276" y="12"/>
                    <a:pt x="274" y="15"/>
                    <a:pt x="271" y="11"/>
                  </a:cubicBezTo>
                  <a:cubicBezTo>
                    <a:pt x="268" y="8"/>
                    <a:pt x="265" y="10"/>
                    <a:pt x="263" y="11"/>
                  </a:cubicBezTo>
                  <a:cubicBezTo>
                    <a:pt x="261" y="12"/>
                    <a:pt x="259" y="10"/>
                    <a:pt x="256" y="9"/>
                  </a:cubicBezTo>
                  <a:cubicBezTo>
                    <a:pt x="253" y="7"/>
                    <a:pt x="255" y="4"/>
                    <a:pt x="252" y="2"/>
                  </a:cubicBezTo>
                  <a:cubicBezTo>
                    <a:pt x="250" y="0"/>
                    <a:pt x="249" y="6"/>
                    <a:pt x="249" y="6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21" y="11"/>
                    <a:pt x="19" y="13"/>
                    <a:pt x="20" y="17"/>
                  </a:cubicBezTo>
                  <a:cubicBezTo>
                    <a:pt x="21" y="20"/>
                    <a:pt x="20" y="26"/>
                    <a:pt x="17" y="26"/>
                  </a:cubicBezTo>
                  <a:cubicBezTo>
                    <a:pt x="14" y="26"/>
                    <a:pt x="14" y="22"/>
                    <a:pt x="16" y="21"/>
                  </a:cubicBezTo>
                  <a:cubicBezTo>
                    <a:pt x="18" y="20"/>
                    <a:pt x="17" y="16"/>
                    <a:pt x="15" y="16"/>
                  </a:cubicBezTo>
                  <a:cubicBezTo>
                    <a:pt x="14" y="16"/>
                    <a:pt x="13" y="15"/>
                    <a:pt x="13" y="13"/>
                  </a:cubicBezTo>
                  <a:cubicBezTo>
                    <a:pt x="9" y="14"/>
                    <a:pt x="5" y="14"/>
                    <a:pt x="0" y="13"/>
                  </a:cubicBezTo>
                  <a:cubicBezTo>
                    <a:pt x="0" y="13"/>
                    <a:pt x="0" y="13"/>
                    <a:pt x="0" y="14"/>
                  </a:cubicBezTo>
                  <a:cubicBezTo>
                    <a:pt x="0" y="16"/>
                    <a:pt x="1" y="21"/>
                    <a:pt x="4" y="25"/>
                  </a:cubicBezTo>
                  <a:cubicBezTo>
                    <a:pt x="7" y="29"/>
                    <a:pt x="5" y="31"/>
                    <a:pt x="8" y="33"/>
                  </a:cubicBezTo>
                  <a:cubicBezTo>
                    <a:pt x="11" y="34"/>
                    <a:pt x="11" y="36"/>
                    <a:pt x="8" y="35"/>
                  </a:cubicBezTo>
                  <a:cubicBezTo>
                    <a:pt x="6" y="35"/>
                    <a:pt x="7" y="37"/>
                    <a:pt x="6" y="43"/>
                  </a:cubicBezTo>
                  <a:cubicBezTo>
                    <a:pt x="6" y="49"/>
                    <a:pt x="6" y="60"/>
                    <a:pt x="5" y="64"/>
                  </a:cubicBezTo>
                  <a:cubicBezTo>
                    <a:pt x="5" y="67"/>
                    <a:pt x="0" y="73"/>
                    <a:pt x="3" y="77"/>
                  </a:cubicBezTo>
                  <a:cubicBezTo>
                    <a:pt x="5" y="81"/>
                    <a:pt x="7" y="86"/>
                    <a:pt x="6" y="91"/>
                  </a:cubicBezTo>
                  <a:cubicBezTo>
                    <a:pt x="4" y="95"/>
                    <a:pt x="5" y="98"/>
                    <a:pt x="7" y="102"/>
                  </a:cubicBezTo>
                  <a:cubicBezTo>
                    <a:pt x="9" y="105"/>
                    <a:pt x="7" y="111"/>
                    <a:pt x="9" y="113"/>
                  </a:cubicBezTo>
                  <a:cubicBezTo>
                    <a:pt x="12" y="114"/>
                    <a:pt x="14" y="116"/>
                    <a:pt x="16" y="120"/>
                  </a:cubicBezTo>
                  <a:cubicBezTo>
                    <a:pt x="18" y="123"/>
                    <a:pt x="20" y="121"/>
                    <a:pt x="20" y="124"/>
                  </a:cubicBezTo>
                  <a:cubicBezTo>
                    <a:pt x="20" y="128"/>
                    <a:pt x="20" y="128"/>
                    <a:pt x="23" y="130"/>
                  </a:cubicBezTo>
                  <a:cubicBezTo>
                    <a:pt x="26" y="131"/>
                    <a:pt x="24" y="134"/>
                    <a:pt x="24" y="136"/>
                  </a:cubicBezTo>
                  <a:cubicBezTo>
                    <a:pt x="24" y="138"/>
                    <a:pt x="28" y="141"/>
                    <a:pt x="33" y="146"/>
                  </a:cubicBezTo>
                  <a:cubicBezTo>
                    <a:pt x="38" y="150"/>
                    <a:pt x="34" y="154"/>
                    <a:pt x="37" y="154"/>
                  </a:cubicBezTo>
                  <a:cubicBezTo>
                    <a:pt x="41" y="154"/>
                    <a:pt x="44" y="156"/>
                    <a:pt x="48" y="158"/>
                  </a:cubicBezTo>
                  <a:cubicBezTo>
                    <a:pt x="51" y="160"/>
                    <a:pt x="53" y="159"/>
                    <a:pt x="55" y="159"/>
                  </a:cubicBezTo>
                  <a:cubicBezTo>
                    <a:pt x="57" y="160"/>
                    <a:pt x="62" y="165"/>
                    <a:pt x="63" y="169"/>
                  </a:cubicBezTo>
                  <a:cubicBezTo>
                    <a:pt x="63" y="170"/>
                    <a:pt x="64" y="172"/>
                    <a:pt x="65" y="174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172"/>
                    <a:pt x="90" y="176"/>
                    <a:pt x="93" y="176"/>
                  </a:cubicBezTo>
                  <a:cubicBezTo>
                    <a:pt x="97" y="177"/>
                    <a:pt x="115" y="184"/>
                    <a:pt x="115" y="184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42" y="180"/>
                    <a:pt x="142" y="180"/>
                    <a:pt x="142" y="180"/>
                  </a:cubicBezTo>
                  <a:cubicBezTo>
                    <a:pt x="155" y="180"/>
                    <a:pt x="155" y="180"/>
                    <a:pt x="155" y="180"/>
                  </a:cubicBezTo>
                  <a:cubicBezTo>
                    <a:pt x="155" y="180"/>
                    <a:pt x="163" y="188"/>
                    <a:pt x="165" y="189"/>
                  </a:cubicBezTo>
                  <a:cubicBezTo>
                    <a:pt x="166" y="189"/>
                    <a:pt x="170" y="193"/>
                    <a:pt x="170" y="195"/>
                  </a:cubicBezTo>
                  <a:cubicBezTo>
                    <a:pt x="170" y="198"/>
                    <a:pt x="171" y="200"/>
                    <a:pt x="173" y="201"/>
                  </a:cubicBezTo>
                  <a:cubicBezTo>
                    <a:pt x="175" y="202"/>
                    <a:pt x="182" y="206"/>
                    <a:pt x="183" y="206"/>
                  </a:cubicBezTo>
                  <a:cubicBezTo>
                    <a:pt x="184" y="205"/>
                    <a:pt x="186" y="198"/>
                    <a:pt x="189" y="198"/>
                  </a:cubicBezTo>
                  <a:cubicBezTo>
                    <a:pt x="193" y="198"/>
                    <a:pt x="203" y="201"/>
                    <a:pt x="204" y="207"/>
                  </a:cubicBezTo>
                  <a:cubicBezTo>
                    <a:pt x="206" y="212"/>
                    <a:pt x="211" y="217"/>
                    <a:pt x="212" y="218"/>
                  </a:cubicBezTo>
                  <a:cubicBezTo>
                    <a:pt x="214" y="219"/>
                    <a:pt x="213" y="223"/>
                    <a:pt x="214" y="224"/>
                  </a:cubicBezTo>
                  <a:cubicBezTo>
                    <a:pt x="216" y="226"/>
                    <a:pt x="215" y="230"/>
                    <a:pt x="217" y="230"/>
                  </a:cubicBezTo>
                  <a:cubicBezTo>
                    <a:pt x="218" y="230"/>
                    <a:pt x="225" y="234"/>
                    <a:pt x="229" y="234"/>
                  </a:cubicBezTo>
                  <a:cubicBezTo>
                    <a:pt x="229" y="234"/>
                    <a:pt x="231" y="234"/>
                    <a:pt x="232" y="235"/>
                  </a:cubicBezTo>
                  <a:cubicBezTo>
                    <a:pt x="232" y="228"/>
                    <a:pt x="226" y="227"/>
                    <a:pt x="230" y="224"/>
                  </a:cubicBezTo>
                  <a:cubicBezTo>
                    <a:pt x="234" y="221"/>
                    <a:pt x="229" y="218"/>
                    <a:pt x="232" y="216"/>
                  </a:cubicBezTo>
                  <a:cubicBezTo>
                    <a:pt x="234" y="215"/>
                    <a:pt x="238" y="213"/>
                    <a:pt x="238" y="211"/>
                  </a:cubicBezTo>
                  <a:cubicBezTo>
                    <a:pt x="238" y="209"/>
                    <a:pt x="240" y="209"/>
                    <a:pt x="243" y="209"/>
                  </a:cubicBezTo>
                  <a:cubicBezTo>
                    <a:pt x="246" y="209"/>
                    <a:pt x="251" y="204"/>
                    <a:pt x="251" y="202"/>
                  </a:cubicBezTo>
                  <a:cubicBezTo>
                    <a:pt x="251" y="200"/>
                    <a:pt x="252" y="200"/>
                    <a:pt x="255" y="200"/>
                  </a:cubicBezTo>
                  <a:cubicBezTo>
                    <a:pt x="259" y="201"/>
                    <a:pt x="258" y="196"/>
                    <a:pt x="260" y="197"/>
                  </a:cubicBezTo>
                  <a:cubicBezTo>
                    <a:pt x="263" y="198"/>
                    <a:pt x="265" y="199"/>
                    <a:pt x="265" y="197"/>
                  </a:cubicBezTo>
                  <a:cubicBezTo>
                    <a:pt x="265" y="196"/>
                    <a:pt x="267" y="196"/>
                    <a:pt x="269" y="198"/>
                  </a:cubicBezTo>
                  <a:cubicBezTo>
                    <a:pt x="270" y="201"/>
                    <a:pt x="275" y="201"/>
                    <a:pt x="276" y="199"/>
                  </a:cubicBezTo>
                  <a:cubicBezTo>
                    <a:pt x="276" y="196"/>
                    <a:pt x="279" y="199"/>
                    <a:pt x="281" y="201"/>
                  </a:cubicBezTo>
                  <a:cubicBezTo>
                    <a:pt x="284" y="204"/>
                    <a:pt x="285" y="203"/>
                    <a:pt x="288" y="203"/>
                  </a:cubicBezTo>
                  <a:cubicBezTo>
                    <a:pt x="292" y="203"/>
                    <a:pt x="292" y="203"/>
                    <a:pt x="292" y="200"/>
                  </a:cubicBezTo>
                  <a:cubicBezTo>
                    <a:pt x="292" y="198"/>
                    <a:pt x="296" y="205"/>
                    <a:pt x="300" y="206"/>
                  </a:cubicBezTo>
                  <a:cubicBezTo>
                    <a:pt x="303" y="206"/>
                    <a:pt x="300" y="203"/>
                    <a:pt x="298" y="201"/>
                  </a:cubicBezTo>
                  <a:cubicBezTo>
                    <a:pt x="295" y="199"/>
                    <a:pt x="298" y="198"/>
                    <a:pt x="296" y="197"/>
                  </a:cubicBezTo>
                  <a:cubicBezTo>
                    <a:pt x="294" y="195"/>
                    <a:pt x="299" y="193"/>
                    <a:pt x="303" y="193"/>
                  </a:cubicBezTo>
                  <a:cubicBezTo>
                    <a:pt x="308" y="193"/>
                    <a:pt x="308" y="194"/>
                    <a:pt x="309" y="192"/>
                  </a:cubicBezTo>
                  <a:cubicBezTo>
                    <a:pt x="311" y="189"/>
                    <a:pt x="313" y="192"/>
                    <a:pt x="313" y="194"/>
                  </a:cubicBezTo>
                  <a:cubicBezTo>
                    <a:pt x="313" y="196"/>
                    <a:pt x="320" y="192"/>
                    <a:pt x="324" y="192"/>
                  </a:cubicBezTo>
                  <a:cubicBezTo>
                    <a:pt x="328" y="192"/>
                    <a:pt x="331" y="196"/>
                    <a:pt x="332" y="198"/>
                  </a:cubicBezTo>
                  <a:cubicBezTo>
                    <a:pt x="332" y="200"/>
                    <a:pt x="335" y="201"/>
                    <a:pt x="338" y="199"/>
                  </a:cubicBezTo>
                  <a:cubicBezTo>
                    <a:pt x="340" y="197"/>
                    <a:pt x="343" y="194"/>
                    <a:pt x="345" y="196"/>
                  </a:cubicBezTo>
                  <a:cubicBezTo>
                    <a:pt x="348" y="199"/>
                    <a:pt x="351" y="203"/>
                    <a:pt x="354" y="206"/>
                  </a:cubicBezTo>
                  <a:cubicBezTo>
                    <a:pt x="357" y="209"/>
                    <a:pt x="352" y="213"/>
                    <a:pt x="354" y="215"/>
                  </a:cubicBezTo>
                  <a:cubicBezTo>
                    <a:pt x="356" y="218"/>
                    <a:pt x="354" y="221"/>
                    <a:pt x="357" y="224"/>
                  </a:cubicBezTo>
                  <a:cubicBezTo>
                    <a:pt x="361" y="226"/>
                    <a:pt x="358" y="232"/>
                    <a:pt x="361" y="232"/>
                  </a:cubicBezTo>
                  <a:cubicBezTo>
                    <a:pt x="364" y="233"/>
                    <a:pt x="366" y="238"/>
                    <a:pt x="367" y="240"/>
                  </a:cubicBezTo>
                  <a:cubicBezTo>
                    <a:pt x="367" y="242"/>
                    <a:pt x="373" y="244"/>
                    <a:pt x="373" y="241"/>
                  </a:cubicBezTo>
                  <a:cubicBezTo>
                    <a:pt x="373" y="238"/>
                    <a:pt x="376" y="234"/>
                    <a:pt x="377" y="231"/>
                  </a:cubicBezTo>
                  <a:cubicBezTo>
                    <a:pt x="377" y="228"/>
                    <a:pt x="374" y="217"/>
                    <a:pt x="372" y="214"/>
                  </a:cubicBezTo>
                  <a:cubicBezTo>
                    <a:pt x="370" y="211"/>
                    <a:pt x="373" y="210"/>
                    <a:pt x="370" y="206"/>
                  </a:cubicBezTo>
                  <a:cubicBezTo>
                    <a:pt x="367" y="202"/>
                    <a:pt x="365" y="195"/>
                    <a:pt x="365" y="189"/>
                  </a:cubicBezTo>
                  <a:cubicBezTo>
                    <a:pt x="365" y="184"/>
                    <a:pt x="372" y="175"/>
                    <a:pt x="375" y="172"/>
                  </a:cubicBezTo>
                  <a:cubicBezTo>
                    <a:pt x="378" y="169"/>
                    <a:pt x="382" y="171"/>
                    <a:pt x="382" y="168"/>
                  </a:cubicBezTo>
                  <a:cubicBezTo>
                    <a:pt x="383" y="165"/>
                    <a:pt x="387" y="161"/>
                    <a:pt x="389" y="161"/>
                  </a:cubicBezTo>
                  <a:cubicBezTo>
                    <a:pt x="391" y="161"/>
                    <a:pt x="394" y="161"/>
                    <a:pt x="394" y="159"/>
                  </a:cubicBezTo>
                  <a:cubicBezTo>
                    <a:pt x="395" y="157"/>
                    <a:pt x="398" y="154"/>
                    <a:pt x="403" y="153"/>
                  </a:cubicBezTo>
                  <a:cubicBezTo>
                    <a:pt x="408" y="152"/>
                    <a:pt x="405" y="150"/>
                    <a:pt x="404" y="147"/>
                  </a:cubicBezTo>
                  <a:cubicBezTo>
                    <a:pt x="403" y="145"/>
                    <a:pt x="405" y="143"/>
                    <a:pt x="406" y="144"/>
                  </a:cubicBezTo>
                  <a:cubicBezTo>
                    <a:pt x="407" y="146"/>
                    <a:pt x="410" y="146"/>
                    <a:pt x="412" y="145"/>
                  </a:cubicBezTo>
                  <a:cubicBezTo>
                    <a:pt x="414" y="143"/>
                    <a:pt x="418" y="140"/>
                    <a:pt x="414" y="140"/>
                  </a:cubicBezTo>
                  <a:cubicBezTo>
                    <a:pt x="410" y="139"/>
                    <a:pt x="409" y="138"/>
                    <a:pt x="411" y="137"/>
                  </a:cubicBezTo>
                  <a:cubicBezTo>
                    <a:pt x="414" y="136"/>
                    <a:pt x="412" y="131"/>
                    <a:pt x="408" y="131"/>
                  </a:cubicBezTo>
                  <a:cubicBezTo>
                    <a:pt x="405" y="131"/>
                    <a:pt x="406" y="129"/>
                    <a:pt x="408" y="127"/>
                  </a:cubicBezTo>
                  <a:cubicBezTo>
                    <a:pt x="410" y="125"/>
                    <a:pt x="405" y="122"/>
                    <a:pt x="403" y="120"/>
                  </a:cubicBezTo>
                  <a:cubicBezTo>
                    <a:pt x="400" y="118"/>
                    <a:pt x="404" y="117"/>
                    <a:pt x="406" y="117"/>
                  </a:cubicBezTo>
                  <a:cubicBezTo>
                    <a:pt x="408" y="116"/>
                    <a:pt x="406" y="108"/>
                    <a:pt x="407" y="106"/>
                  </a:cubicBezTo>
                  <a:cubicBezTo>
                    <a:pt x="408" y="104"/>
                    <a:pt x="411" y="104"/>
                    <a:pt x="410" y="106"/>
                  </a:cubicBezTo>
                  <a:cubicBezTo>
                    <a:pt x="409" y="108"/>
                    <a:pt x="407" y="111"/>
                    <a:pt x="409" y="114"/>
                  </a:cubicBezTo>
                  <a:cubicBezTo>
                    <a:pt x="412" y="117"/>
                    <a:pt x="413" y="120"/>
                    <a:pt x="412" y="124"/>
                  </a:cubicBezTo>
                  <a:cubicBezTo>
                    <a:pt x="411" y="128"/>
                    <a:pt x="413" y="127"/>
                    <a:pt x="415" y="122"/>
                  </a:cubicBezTo>
                  <a:cubicBezTo>
                    <a:pt x="418" y="116"/>
                    <a:pt x="419" y="111"/>
                    <a:pt x="417" y="111"/>
                  </a:cubicBezTo>
                  <a:cubicBezTo>
                    <a:pt x="415" y="110"/>
                    <a:pt x="415" y="105"/>
                    <a:pt x="417" y="107"/>
                  </a:cubicBezTo>
                  <a:cubicBezTo>
                    <a:pt x="419" y="110"/>
                    <a:pt x="420" y="110"/>
                    <a:pt x="423" y="107"/>
                  </a:cubicBezTo>
                  <a:cubicBezTo>
                    <a:pt x="426" y="103"/>
                    <a:pt x="430" y="98"/>
                    <a:pt x="428" y="96"/>
                  </a:cubicBezTo>
                  <a:cubicBezTo>
                    <a:pt x="425" y="95"/>
                    <a:pt x="428" y="94"/>
                    <a:pt x="432" y="94"/>
                  </a:cubicBezTo>
                  <a:cubicBezTo>
                    <a:pt x="436" y="94"/>
                    <a:pt x="444" y="92"/>
                    <a:pt x="444" y="91"/>
                  </a:cubicBezTo>
                  <a:cubicBezTo>
                    <a:pt x="446" y="87"/>
                    <a:pt x="432" y="92"/>
                    <a:pt x="432" y="90"/>
                  </a:cubicBezTo>
                  <a:cubicBezTo>
                    <a:pt x="432" y="88"/>
                    <a:pt x="441" y="86"/>
                    <a:pt x="445" y="86"/>
                  </a:cubicBezTo>
                  <a:cubicBezTo>
                    <a:pt x="450" y="86"/>
                    <a:pt x="447" y="80"/>
                    <a:pt x="449" y="82"/>
                  </a:cubicBezTo>
                  <a:cubicBezTo>
                    <a:pt x="451" y="85"/>
                    <a:pt x="454" y="84"/>
                    <a:pt x="456" y="83"/>
                  </a:cubicBezTo>
                  <a:cubicBezTo>
                    <a:pt x="459" y="81"/>
                    <a:pt x="457" y="77"/>
                    <a:pt x="454" y="76"/>
                  </a:cubicBezTo>
                  <a:cubicBezTo>
                    <a:pt x="451" y="76"/>
                    <a:pt x="456" y="74"/>
                    <a:pt x="455" y="72"/>
                  </a:cubicBezTo>
                  <a:cubicBezTo>
                    <a:pt x="454" y="70"/>
                    <a:pt x="457" y="64"/>
                    <a:pt x="461" y="63"/>
                  </a:cubicBezTo>
                  <a:cubicBezTo>
                    <a:pt x="464" y="62"/>
                    <a:pt x="463" y="60"/>
                    <a:pt x="466" y="60"/>
                  </a:cubicBezTo>
                  <a:cubicBezTo>
                    <a:pt x="469" y="60"/>
                    <a:pt x="469" y="56"/>
                    <a:pt x="472" y="54"/>
                  </a:cubicBezTo>
                  <a:cubicBezTo>
                    <a:pt x="474" y="51"/>
                    <a:pt x="478" y="58"/>
                    <a:pt x="482" y="54"/>
                  </a:cubicBezTo>
                  <a:cubicBezTo>
                    <a:pt x="484" y="53"/>
                    <a:pt x="486" y="51"/>
                    <a:pt x="489" y="49"/>
                  </a:cubicBezTo>
                  <a:cubicBezTo>
                    <a:pt x="479" y="37"/>
                    <a:pt x="482" y="28"/>
                    <a:pt x="481" y="26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5474232" y="2781932"/>
              <a:ext cx="391000" cy="279068"/>
            </a:xfrm>
            <a:custGeom>
              <a:avLst/>
              <a:gdLst/>
              <a:ahLst/>
              <a:cxnLst/>
              <a:rect l="l" t="t" r="r" b="b"/>
              <a:pathLst>
                <a:path w="108" h="77" extrusionOk="0">
                  <a:moveTo>
                    <a:pt x="107" y="13"/>
                  </a:moveTo>
                  <a:cubicBezTo>
                    <a:pt x="104" y="13"/>
                    <a:pt x="101" y="14"/>
                    <a:pt x="98" y="13"/>
                  </a:cubicBezTo>
                  <a:cubicBezTo>
                    <a:pt x="96" y="13"/>
                    <a:pt x="90" y="12"/>
                    <a:pt x="88" y="11"/>
                  </a:cubicBezTo>
                  <a:cubicBezTo>
                    <a:pt x="87" y="9"/>
                    <a:pt x="84" y="8"/>
                    <a:pt x="84" y="10"/>
                  </a:cubicBezTo>
                  <a:cubicBezTo>
                    <a:pt x="84" y="12"/>
                    <a:pt x="80" y="12"/>
                    <a:pt x="78" y="10"/>
                  </a:cubicBezTo>
                  <a:cubicBezTo>
                    <a:pt x="75" y="9"/>
                    <a:pt x="71" y="8"/>
                    <a:pt x="70" y="7"/>
                  </a:cubicBezTo>
                  <a:cubicBezTo>
                    <a:pt x="69" y="6"/>
                    <a:pt x="67" y="5"/>
                    <a:pt x="65" y="4"/>
                  </a:cubicBezTo>
                  <a:cubicBezTo>
                    <a:pt x="62" y="5"/>
                    <a:pt x="55" y="2"/>
                    <a:pt x="50" y="3"/>
                  </a:cubicBezTo>
                  <a:cubicBezTo>
                    <a:pt x="45" y="3"/>
                    <a:pt x="29" y="2"/>
                    <a:pt x="22" y="2"/>
                  </a:cubicBezTo>
                  <a:cubicBezTo>
                    <a:pt x="16" y="3"/>
                    <a:pt x="16" y="0"/>
                    <a:pt x="12" y="0"/>
                  </a:cubicBezTo>
                  <a:cubicBezTo>
                    <a:pt x="9" y="0"/>
                    <a:pt x="10" y="4"/>
                    <a:pt x="5" y="4"/>
                  </a:cubicBezTo>
                  <a:cubicBezTo>
                    <a:pt x="0" y="4"/>
                    <a:pt x="0" y="7"/>
                    <a:pt x="3" y="10"/>
                  </a:cubicBezTo>
                  <a:cubicBezTo>
                    <a:pt x="5" y="12"/>
                    <a:pt x="5" y="15"/>
                    <a:pt x="5" y="18"/>
                  </a:cubicBezTo>
                  <a:cubicBezTo>
                    <a:pt x="6" y="18"/>
                    <a:pt x="7" y="18"/>
                    <a:pt x="7" y="17"/>
                  </a:cubicBezTo>
                  <a:cubicBezTo>
                    <a:pt x="9" y="16"/>
                    <a:pt x="10" y="16"/>
                    <a:pt x="10" y="18"/>
                  </a:cubicBezTo>
                  <a:cubicBezTo>
                    <a:pt x="10" y="20"/>
                    <a:pt x="14" y="19"/>
                    <a:pt x="15" y="19"/>
                  </a:cubicBezTo>
                  <a:cubicBezTo>
                    <a:pt x="17" y="19"/>
                    <a:pt x="17" y="20"/>
                    <a:pt x="19" y="19"/>
                  </a:cubicBezTo>
                  <a:cubicBezTo>
                    <a:pt x="21" y="17"/>
                    <a:pt x="24" y="18"/>
                    <a:pt x="24" y="20"/>
                  </a:cubicBezTo>
                  <a:cubicBezTo>
                    <a:pt x="24" y="22"/>
                    <a:pt x="28" y="21"/>
                    <a:pt x="26" y="23"/>
                  </a:cubicBezTo>
                  <a:cubicBezTo>
                    <a:pt x="24" y="26"/>
                    <a:pt x="21" y="26"/>
                    <a:pt x="21" y="28"/>
                  </a:cubicBezTo>
                  <a:cubicBezTo>
                    <a:pt x="21" y="30"/>
                    <a:pt x="23" y="34"/>
                    <a:pt x="21" y="36"/>
                  </a:cubicBezTo>
                  <a:cubicBezTo>
                    <a:pt x="19" y="38"/>
                    <a:pt x="22" y="42"/>
                    <a:pt x="20" y="42"/>
                  </a:cubicBezTo>
                  <a:cubicBezTo>
                    <a:pt x="17" y="42"/>
                    <a:pt x="15" y="43"/>
                    <a:pt x="17" y="45"/>
                  </a:cubicBezTo>
                  <a:cubicBezTo>
                    <a:pt x="20" y="47"/>
                    <a:pt x="22" y="50"/>
                    <a:pt x="20" y="50"/>
                  </a:cubicBezTo>
                  <a:cubicBezTo>
                    <a:pt x="18" y="50"/>
                    <a:pt x="17" y="53"/>
                    <a:pt x="18" y="54"/>
                  </a:cubicBezTo>
                  <a:cubicBezTo>
                    <a:pt x="19" y="55"/>
                    <a:pt x="23" y="58"/>
                    <a:pt x="20" y="58"/>
                  </a:cubicBezTo>
                  <a:cubicBezTo>
                    <a:pt x="16" y="59"/>
                    <a:pt x="16" y="62"/>
                    <a:pt x="16" y="63"/>
                  </a:cubicBezTo>
                  <a:cubicBezTo>
                    <a:pt x="16" y="64"/>
                    <a:pt x="17" y="65"/>
                    <a:pt x="18" y="66"/>
                  </a:cubicBezTo>
                  <a:cubicBezTo>
                    <a:pt x="19" y="66"/>
                    <a:pt x="21" y="66"/>
                    <a:pt x="22" y="67"/>
                  </a:cubicBezTo>
                  <a:cubicBezTo>
                    <a:pt x="25" y="68"/>
                    <a:pt x="27" y="77"/>
                    <a:pt x="32" y="76"/>
                  </a:cubicBezTo>
                  <a:cubicBezTo>
                    <a:pt x="34" y="76"/>
                    <a:pt x="33" y="74"/>
                    <a:pt x="34" y="73"/>
                  </a:cubicBezTo>
                  <a:cubicBezTo>
                    <a:pt x="35" y="73"/>
                    <a:pt x="37" y="73"/>
                    <a:pt x="39" y="73"/>
                  </a:cubicBezTo>
                  <a:cubicBezTo>
                    <a:pt x="41" y="73"/>
                    <a:pt x="42" y="70"/>
                    <a:pt x="47" y="70"/>
                  </a:cubicBezTo>
                  <a:cubicBezTo>
                    <a:pt x="51" y="70"/>
                    <a:pt x="54" y="70"/>
                    <a:pt x="57" y="70"/>
                  </a:cubicBezTo>
                  <a:cubicBezTo>
                    <a:pt x="60" y="70"/>
                    <a:pt x="63" y="69"/>
                    <a:pt x="64" y="67"/>
                  </a:cubicBezTo>
                  <a:cubicBezTo>
                    <a:pt x="64" y="65"/>
                    <a:pt x="67" y="63"/>
                    <a:pt x="70" y="62"/>
                  </a:cubicBezTo>
                  <a:cubicBezTo>
                    <a:pt x="74" y="62"/>
                    <a:pt x="73" y="58"/>
                    <a:pt x="73" y="56"/>
                  </a:cubicBezTo>
                  <a:cubicBezTo>
                    <a:pt x="74" y="54"/>
                    <a:pt x="79" y="51"/>
                    <a:pt x="79" y="50"/>
                  </a:cubicBezTo>
                  <a:cubicBezTo>
                    <a:pt x="80" y="48"/>
                    <a:pt x="76" y="43"/>
                    <a:pt x="80" y="38"/>
                  </a:cubicBezTo>
                  <a:cubicBezTo>
                    <a:pt x="83" y="33"/>
                    <a:pt x="87" y="32"/>
                    <a:pt x="87" y="29"/>
                  </a:cubicBezTo>
                  <a:cubicBezTo>
                    <a:pt x="87" y="27"/>
                    <a:pt x="90" y="26"/>
                    <a:pt x="94" y="25"/>
                  </a:cubicBezTo>
                  <a:cubicBezTo>
                    <a:pt x="99" y="25"/>
                    <a:pt x="100" y="22"/>
                    <a:pt x="104" y="20"/>
                  </a:cubicBezTo>
                  <a:cubicBezTo>
                    <a:pt x="107" y="19"/>
                    <a:pt x="108" y="17"/>
                    <a:pt x="107" y="13"/>
                  </a:cubicBezTo>
                  <a:close/>
                  <a:moveTo>
                    <a:pt x="108" y="41"/>
                  </a:moveTo>
                  <a:cubicBezTo>
                    <a:pt x="107" y="36"/>
                    <a:pt x="99" y="42"/>
                    <a:pt x="100" y="43"/>
                  </a:cubicBezTo>
                  <a:cubicBezTo>
                    <a:pt x="104" y="46"/>
                    <a:pt x="108" y="45"/>
                    <a:pt x="108" y="4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>
              <a:off x="6156566" y="2657731"/>
              <a:ext cx="104266" cy="58266"/>
            </a:xfrm>
            <a:custGeom>
              <a:avLst/>
              <a:gdLst/>
              <a:ahLst/>
              <a:cxnLst/>
              <a:rect l="l" t="t" r="r" b="b"/>
              <a:pathLst>
                <a:path w="29" h="16" extrusionOk="0">
                  <a:moveTo>
                    <a:pt x="0" y="14"/>
                  </a:moveTo>
                  <a:cubicBezTo>
                    <a:pt x="2" y="13"/>
                    <a:pt x="5" y="13"/>
                    <a:pt x="6" y="14"/>
                  </a:cubicBezTo>
                  <a:cubicBezTo>
                    <a:pt x="7" y="14"/>
                    <a:pt x="7" y="15"/>
                    <a:pt x="7" y="16"/>
                  </a:cubicBezTo>
                  <a:cubicBezTo>
                    <a:pt x="9" y="16"/>
                    <a:pt x="12" y="15"/>
                    <a:pt x="13" y="15"/>
                  </a:cubicBezTo>
                  <a:cubicBezTo>
                    <a:pt x="15" y="14"/>
                    <a:pt x="18" y="16"/>
                    <a:pt x="18" y="15"/>
                  </a:cubicBezTo>
                  <a:cubicBezTo>
                    <a:pt x="19" y="14"/>
                    <a:pt x="20" y="11"/>
                    <a:pt x="21" y="11"/>
                  </a:cubicBezTo>
                  <a:cubicBezTo>
                    <a:pt x="23" y="11"/>
                    <a:pt x="22" y="7"/>
                    <a:pt x="23" y="7"/>
                  </a:cubicBezTo>
                  <a:cubicBezTo>
                    <a:pt x="25" y="7"/>
                    <a:pt x="29" y="4"/>
                    <a:pt x="29" y="4"/>
                  </a:cubicBezTo>
                  <a:cubicBezTo>
                    <a:pt x="29" y="4"/>
                    <a:pt x="27" y="1"/>
                    <a:pt x="26" y="1"/>
                  </a:cubicBezTo>
                  <a:cubicBezTo>
                    <a:pt x="26" y="0"/>
                    <a:pt x="24" y="2"/>
                    <a:pt x="21" y="2"/>
                  </a:cubicBezTo>
                  <a:cubicBezTo>
                    <a:pt x="17" y="2"/>
                    <a:pt x="15" y="5"/>
                    <a:pt x="13" y="5"/>
                  </a:cubicBezTo>
                  <a:cubicBezTo>
                    <a:pt x="12" y="5"/>
                    <a:pt x="7" y="3"/>
                    <a:pt x="4" y="3"/>
                  </a:cubicBezTo>
                  <a:cubicBezTo>
                    <a:pt x="3" y="3"/>
                    <a:pt x="2" y="3"/>
                    <a:pt x="1" y="3"/>
                  </a:cubicBezTo>
                  <a:cubicBezTo>
                    <a:pt x="0" y="6"/>
                    <a:pt x="0" y="10"/>
                    <a:pt x="0" y="1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>
              <a:off x="6366634" y="2853999"/>
              <a:ext cx="194734" cy="243800"/>
            </a:xfrm>
            <a:custGeom>
              <a:avLst/>
              <a:gdLst/>
              <a:ahLst/>
              <a:cxnLst/>
              <a:rect l="l" t="t" r="r" b="b"/>
              <a:pathLst>
                <a:path w="54" h="67" extrusionOk="0">
                  <a:moveTo>
                    <a:pt x="53" y="0"/>
                  </a:moveTo>
                  <a:cubicBezTo>
                    <a:pt x="51" y="0"/>
                    <a:pt x="49" y="1"/>
                    <a:pt x="49" y="2"/>
                  </a:cubicBezTo>
                  <a:cubicBezTo>
                    <a:pt x="50" y="3"/>
                    <a:pt x="48" y="4"/>
                    <a:pt x="46" y="4"/>
                  </a:cubicBezTo>
                  <a:cubicBezTo>
                    <a:pt x="46" y="4"/>
                    <a:pt x="39" y="3"/>
                    <a:pt x="37" y="2"/>
                  </a:cubicBezTo>
                  <a:cubicBezTo>
                    <a:pt x="35" y="1"/>
                    <a:pt x="29" y="2"/>
                    <a:pt x="26" y="2"/>
                  </a:cubicBezTo>
                  <a:cubicBezTo>
                    <a:pt x="26" y="2"/>
                    <a:pt x="26" y="2"/>
                    <a:pt x="25" y="2"/>
                  </a:cubicBezTo>
                  <a:cubicBezTo>
                    <a:pt x="25" y="4"/>
                    <a:pt x="19" y="7"/>
                    <a:pt x="18" y="6"/>
                  </a:cubicBezTo>
                  <a:cubicBezTo>
                    <a:pt x="16" y="6"/>
                    <a:pt x="16" y="8"/>
                    <a:pt x="14" y="8"/>
                  </a:cubicBezTo>
                  <a:cubicBezTo>
                    <a:pt x="11" y="9"/>
                    <a:pt x="8" y="8"/>
                    <a:pt x="8" y="9"/>
                  </a:cubicBezTo>
                  <a:cubicBezTo>
                    <a:pt x="8" y="10"/>
                    <a:pt x="6" y="13"/>
                    <a:pt x="5" y="14"/>
                  </a:cubicBezTo>
                  <a:cubicBezTo>
                    <a:pt x="4" y="15"/>
                    <a:pt x="5" y="17"/>
                    <a:pt x="3" y="17"/>
                  </a:cubicBezTo>
                  <a:cubicBezTo>
                    <a:pt x="2" y="18"/>
                    <a:pt x="1" y="20"/>
                    <a:pt x="0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4" y="23"/>
                    <a:pt x="6" y="26"/>
                    <a:pt x="5" y="29"/>
                  </a:cubicBezTo>
                  <a:cubicBezTo>
                    <a:pt x="5" y="32"/>
                    <a:pt x="9" y="33"/>
                    <a:pt x="11" y="31"/>
                  </a:cubicBezTo>
                  <a:cubicBezTo>
                    <a:pt x="13" y="29"/>
                    <a:pt x="19" y="32"/>
                    <a:pt x="19" y="34"/>
                  </a:cubicBezTo>
                  <a:cubicBezTo>
                    <a:pt x="19" y="35"/>
                    <a:pt x="13" y="32"/>
                    <a:pt x="10" y="35"/>
                  </a:cubicBezTo>
                  <a:cubicBezTo>
                    <a:pt x="7" y="37"/>
                    <a:pt x="12" y="39"/>
                    <a:pt x="12" y="42"/>
                  </a:cubicBezTo>
                  <a:cubicBezTo>
                    <a:pt x="11" y="44"/>
                    <a:pt x="13" y="48"/>
                    <a:pt x="16" y="48"/>
                  </a:cubicBezTo>
                  <a:cubicBezTo>
                    <a:pt x="19" y="48"/>
                    <a:pt x="22" y="52"/>
                    <a:pt x="24" y="51"/>
                  </a:cubicBezTo>
                  <a:cubicBezTo>
                    <a:pt x="26" y="51"/>
                    <a:pt x="22" y="44"/>
                    <a:pt x="22" y="43"/>
                  </a:cubicBezTo>
                  <a:cubicBezTo>
                    <a:pt x="23" y="42"/>
                    <a:pt x="26" y="45"/>
                    <a:pt x="28" y="43"/>
                  </a:cubicBezTo>
                  <a:cubicBezTo>
                    <a:pt x="30" y="41"/>
                    <a:pt x="27" y="39"/>
                    <a:pt x="24" y="39"/>
                  </a:cubicBezTo>
                  <a:cubicBezTo>
                    <a:pt x="22" y="39"/>
                    <a:pt x="24" y="36"/>
                    <a:pt x="27" y="38"/>
                  </a:cubicBezTo>
                  <a:cubicBezTo>
                    <a:pt x="30" y="40"/>
                    <a:pt x="32" y="37"/>
                    <a:pt x="33" y="37"/>
                  </a:cubicBezTo>
                  <a:cubicBezTo>
                    <a:pt x="35" y="37"/>
                    <a:pt x="35" y="31"/>
                    <a:pt x="31" y="30"/>
                  </a:cubicBezTo>
                  <a:cubicBezTo>
                    <a:pt x="26" y="29"/>
                    <a:pt x="27" y="33"/>
                    <a:pt x="24" y="30"/>
                  </a:cubicBezTo>
                  <a:cubicBezTo>
                    <a:pt x="21" y="27"/>
                    <a:pt x="26" y="28"/>
                    <a:pt x="26" y="26"/>
                  </a:cubicBezTo>
                  <a:cubicBezTo>
                    <a:pt x="26" y="23"/>
                    <a:pt x="22" y="20"/>
                    <a:pt x="20" y="16"/>
                  </a:cubicBezTo>
                  <a:cubicBezTo>
                    <a:pt x="17" y="13"/>
                    <a:pt x="23" y="12"/>
                    <a:pt x="24" y="14"/>
                  </a:cubicBezTo>
                  <a:cubicBezTo>
                    <a:pt x="25" y="16"/>
                    <a:pt x="29" y="16"/>
                    <a:pt x="31" y="15"/>
                  </a:cubicBezTo>
                  <a:cubicBezTo>
                    <a:pt x="33" y="14"/>
                    <a:pt x="28" y="10"/>
                    <a:pt x="32" y="9"/>
                  </a:cubicBezTo>
                  <a:cubicBezTo>
                    <a:pt x="36" y="7"/>
                    <a:pt x="36" y="10"/>
                    <a:pt x="37" y="10"/>
                  </a:cubicBezTo>
                  <a:cubicBezTo>
                    <a:pt x="39" y="11"/>
                    <a:pt x="40" y="7"/>
                    <a:pt x="44" y="7"/>
                  </a:cubicBezTo>
                  <a:cubicBezTo>
                    <a:pt x="46" y="7"/>
                    <a:pt x="48" y="9"/>
                    <a:pt x="49" y="10"/>
                  </a:cubicBezTo>
                  <a:cubicBezTo>
                    <a:pt x="51" y="9"/>
                    <a:pt x="51" y="8"/>
                    <a:pt x="51" y="7"/>
                  </a:cubicBezTo>
                  <a:cubicBezTo>
                    <a:pt x="51" y="6"/>
                    <a:pt x="54" y="5"/>
                    <a:pt x="54" y="3"/>
                  </a:cubicBezTo>
                  <a:cubicBezTo>
                    <a:pt x="54" y="2"/>
                    <a:pt x="53" y="1"/>
                    <a:pt x="53" y="0"/>
                  </a:cubicBezTo>
                  <a:close/>
                  <a:moveTo>
                    <a:pt x="46" y="63"/>
                  </a:moveTo>
                  <a:cubicBezTo>
                    <a:pt x="44" y="61"/>
                    <a:pt x="35" y="63"/>
                    <a:pt x="33" y="61"/>
                  </a:cubicBezTo>
                  <a:cubicBezTo>
                    <a:pt x="30" y="59"/>
                    <a:pt x="26" y="63"/>
                    <a:pt x="28" y="63"/>
                  </a:cubicBezTo>
                  <a:cubicBezTo>
                    <a:pt x="31" y="64"/>
                    <a:pt x="35" y="66"/>
                    <a:pt x="40" y="66"/>
                  </a:cubicBezTo>
                  <a:cubicBezTo>
                    <a:pt x="45" y="67"/>
                    <a:pt x="51" y="64"/>
                    <a:pt x="51" y="63"/>
                  </a:cubicBezTo>
                  <a:cubicBezTo>
                    <a:pt x="51" y="62"/>
                    <a:pt x="48" y="64"/>
                    <a:pt x="46" y="6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1"/>
            <p:cNvSpPr/>
            <p:nvPr/>
          </p:nvSpPr>
          <p:spPr>
            <a:xfrm>
              <a:off x="6728501" y="3060999"/>
              <a:ext cx="79734" cy="50600"/>
            </a:xfrm>
            <a:custGeom>
              <a:avLst/>
              <a:gdLst/>
              <a:ahLst/>
              <a:cxnLst/>
              <a:rect l="l" t="t" r="r" b="b"/>
              <a:pathLst>
                <a:path w="22" h="14" extrusionOk="0">
                  <a:moveTo>
                    <a:pt x="14" y="9"/>
                  </a:moveTo>
                  <a:cubicBezTo>
                    <a:pt x="14" y="8"/>
                    <a:pt x="16" y="5"/>
                    <a:pt x="19" y="4"/>
                  </a:cubicBezTo>
                  <a:cubicBezTo>
                    <a:pt x="22" y="3"/>
                    <a:pt x="21" y="0"/>
                    <a:pt x="19" y="2"/>
                  </a:cubicBezTo>
                  <a:cubicBezTo>
                    <a:pt x="17" y="4"/>
                    <a:pt x="12" y="5"/>
                    <a:pt x="7" y="6"/>
                  </a:cubicBezTo>
                  <a:cubicBezTo>
                    <a:pt x="1" y="6"/>
                    <a:pt x="0" y="10"/>
                    <a:pt x="3" y="12"/>
                  </a:cubicBezTo>
                  <a:cubicBezTo>
                    <a:pt x="7" y="14"/>
                    <a:pt x="15" y="10"/>
                    <a:pt x="14" y="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>
              <a:off x="5021898" y="1786797"/>
              <a:ext cx="325068" cy="167134"/>
            </a:xfrm>
            <a:custGeom>
              <a:avLst/>
              <a:gdLst/>
              <a:ahLst/>
              <a:cxnLst/>
              <a:rect l="l" t="t" r="r" b="b"/>
              <a:pathLst>
                <a:path w="90" h="46" extrusionOk="0">
                  <a:moveTo>
                    <a:pt x="76" y="32"/>
                  </a:moveTo>
                  <a:cubicBezTo>
                    <a:pt x="81" y="32"/>
                    <a:pt x="81" y="27"/>
                    <a:pt x="83" y="27"/>
                  </a:cubicBezTo>
                  <a:cubicBezTo>
                    <a:pt x="85" y="27"/>
                    <a:pt x="88" y="23"/>
                    <a:pt x="89" y="21"/>
                  </a:cubicBezTo>
                  <a:cubicBezTo>
                    <a:pt x="90" y="18"/>
                    <a:pt x="88" y="14"/>
                    <a:pt x="85" y="14"/>
                  </a:cubicBezTo>
                  <a:cubicBezTo>
                    <a:pt x="82" y="14"/>
                    <a:pt x="79" y="11"/>
                    <a:pt x="80" y="10"/>
                  </a:cubicBezTo>
                  <a:cubicBezTo>
                    <a:pt x="81" y="8"/>
                    <a:pt x="78" y="6"/>
                    <a:pt x="79" y="4"/>
                  </a:cubicBezTo>
                  <a:cubicBezTo>
                    <a:pt x="79" y="3"/>
                    <a:pt x="75" y="4"/>
                    <a:pt x="73" y="5"/>
                  </a:cubicBezTo>
                  <a:cubicBezTo>
                    <a:pt x="71" y="5"/>
                    <a:pt x="67" y="0"/>
                    <a:pt x="65" y="1"/>
                  </a:cubicBezTo>
                  <a:cubicBezTo>
                    <a:pt x="63" y="2"/>
                    <a:pt x="64" y="5"/>
                    <a:pt x="64" y="6"/>
                  </a:cubicBezTo>
                  <a:cubicBezTo>
                    <a:pt x="63" y="8"/>
                    <a:pt x="59" y="5"/>
                    <a:pt x="59" y="6"/>
                  </a:cubicBezTo>
                  <a:cubicBezTo>
                    <a:pt x="59" y="8"/>
                    <a:pt x="57" y="8"/>
                    <a:pt x="55" y="7"/>
                  </a:cubicBezTo>
                  <a:cubicBezTo>
                    <a:pt x="54" y="5"/>
                    <a:pt x="50" y="6"/>
                    <a:pt x="51" y="7"/>
                  </a:cubicBezTo>
                  <a:cubicBezTo>
                    <a:pt x="51" y="9"/>
                    <a:pt x="49" y="8"/>
                    <a:pt x="46" y="6"/>
                  </a:cubicBezTo>
                  <a:cubicBezTo>
                    <a:pt x="43" y="4"/>
                    <a:pt x="40" y="8"/>
                    <a:pt x="41" y="10"/>
                  </a:cubicBezTo>
                  <a:cubicBezTo>
                    <a:pt x="41" y="12"/>
                    <a:pt x="40" y="12"/>
                    <a:pt x="37" y="8"/>
                  </a:cubicBezTo>
                  <a:cubicBezTo>
                    <a:pt x="35" y="4"/>
                    <a:pt x="32" y="8"/>
                    <a:pt x="33" y="11"/>
                  </a:cubicBezTo>
                  <a:cubicBezTo>
                    <a:pt x="35" y="13"/>
                    <a:pt x="34" y="16"/>
                    <a:pt x="32" y="14"/>
                  </a:cubicBezTo>
                  <a:cubicBezTo>
                    <a:pt x="30" y="13"/>
                    <a:pt x="28" y="15"/>
                    <a:pt x="27" y="17"/>
                  </a:cubicBezTo>
                  <a:cubicBezTo>
                    <a:pt x="26" y="19"/>
                    <a:pt x="22" y="12"/>
                    <a:pt x="25" y="10"/>
                  </a:cubicBezTo>
                  <a:cubicBezTo>
                    <a:pt x="27" y="9"/>
                    <a:pt x="15" y="2"/>
                    <a:pt x="12" y="2"/>
                  </a:cubicBezTo>
                  <a:cubicBezTo>
                    <a:pt x="8" y="2"/>
                    <a:pt x="10" y="4"/>
                    <a:pt x="13" y="6"/>
                  </a:cubicBezTo>
                  <a:cubicBezTo>
                    <a:pt x="15" y="8"/>
                    <a:pt x="11" y="8"/>
                    <a:pt x="10" y="6"/>
                  </a:cubicBezTo>
                  <a:cubicBezTo>
                    <a:pt x="8" y="4"/>
                    <a:pt x="6" y="6"/>
                    <a:pt x="4" y="8"/>
                  </a:cubicBezTo>
                  <a:cubicBezTo>
                    <a:pt x="3" y="11"/>
                    <a:pt x="0" y="12"/>
                    <a:pt x="0" y="14"/>
                  </a:cubicBezTo>
                  <a:cubicBezTo>
                    <a:pt x="0" y="16"/>
                    <a:pt x="4" y="18"/>
                    <a:pt x="8" y="16"/>
                  </a:cubicBezTo>
                  <a:cubicBezTo>
                    <a:pt x="12" y="14"/>
                    <a:pt x="16" y="14"/>
                    <a:pt x="18" y="16"/>
                  </a:cubicBezTo>
                  <a:cubicBezTo>
                    <a:pt x="20" y="18"/>
                    <a:pt x="15" y="19"/>
                    <a:pt x="17" y="20"/>
                  </a:cubicBezTo>
                  <a:cubicBezTo>
                    <a:pt x="19" y="21"/>
                    <a:pt x="17" y="23"/>
                    <a:pt x="12" y="22"/>
                  </a:cubicBezTo>
                  <a:cubicBezTo>
                    <a:pt x="8" y="22"/>
                    <a:pt x="2" y="23"/>
                    <a:pt x="3" y="25"/>
                  </a:cubicBezTo>
                  <a:cubicBezTo>
                    <a:pt x="4" y="27"/>
                    <a:pt x="15" y="24"/>
                    <a:pt x="15" y="25"/>
                  </a:cubicBezTo>
                  <a:cubicBezTo>
                    <a:pt x="15" y="27"/>
                    <a:pt x="15" y="30"/>
                    <a:pt x="18" y="28"/>
                  </a:cubicBezTo>
                  <a:cubicBezTo>
                    <a:pt x="21" y="27"/>
                    <a:pt x="19" y="31"/>
                    <a:pt x="21" y="31"/>
                  </a:cubicBezTo>
                  <a:cubicBezTo>
                    <a:pt x="22" y="32"/>
                    <a:pt x="22" y="35"/>
                    <a:pt x="18" y="35"/>
                  </a:cubicBezTo>
                  <a:cubicBezTo>
                    <a:pt x="14" y="35"/>
                    <a:pt x="12" y="36"/>
                    <a:pt x="13" y="38"/>
                  </a:cubicBezTo>
                  <a:cubicBezTo>
                    <a:pt x="16" y="40"/>
                    <a:pt x="20" y="38"/>
                    <a:pt x="24" y="37"/>
                  </a:cubicBezTo>
                  <a:cubicBezTo>
                    <a:pt x="28" y="36"/>
                    <a:pt x="34" y="42"/>
                    <a:pt x="39" y="44"/>
                  </a:cubicBezTo>
                  <a:cubicBezTo>
                    <a:pt x="44" y="46"/>
                    <a:pt x="53" y="43"/>
                    <a:pt x="54" y="40"/>
                  </a:cubicBezTo>
                  <a:cubicBezTo>
                    <a:pt x="55" y="38"/>
                    <a:pt x="62" y="39"/>
                    <a:pt x="64" y="37"/>
                  </a:cubicBezTo>
                  <a:cubicBezTo>
                    <a:pt x="67" y="35"/>
                    <a:pt x="71" y="33"/>
                    <a:pt x="76" y="3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5442032" y="2320398"/>
              <a:ext cx="138000" cy="156400"/>
            </a:xfrm>
            <a:custGeom>
              <a:avLst/>
              <a:gdLst/>
              <a:ahLst/>
              <a:cxnLst/>
              <a:rect l="l" t="t" r="r" b="b"/>
              <a:pathLst>
                <a:path w="38" h="43" extrusionOk="0">
                  <a:moveTo>
                    <a:pt x="34" y="14"/>
                  </a:moveTo>
                  <a:cubicBezTo>
                    <a:pt x="33" y="13"/>
                    <a:pt x="32" y="12"/>
                    <a:pt x="31" y="11"/>
                  </a:cubicBezTo>
                  <a:cubicBezTo>
                    <a:pt x="28" y="7"/>
                    <a:pt x="27" y="10"/>
                    <a:pt x="26" y="13"/>
                  </a:cubicBezTo>
                  <a:cubicBezTo>
                    <a:pt x="26" y="15"/>
                    <a:pt x="23" y="12"/>
                    <a:pt x="21" y="12"/>
                  </a:cubicBezTo>
                  <a:cubicBezTo>
                    <a:pt x="19" y="11"/>
                    <a:pt x="22" y="8"/>
                    <a:pt x="23" y="7"/>
                  </a:cubicBezTo>
                  <a:cubicBezTo>
                    <a:pt x="24" y="6"/>
                    <a:pt x="25" y="4"/>
                    <a:pt x="25" y="2"/>
                  </a:cubicBezTo>
                  <a:cubicBezTo>
                    <a:pt x="25" y="2"/>
                    <a:pt x="24" y="2"/>
                    <a:pt x="24" y="2"/>
                  </a:cubicBezTo>
                  <a:cubicBezTo>
                    <a:pt x="21" y="0"/>
                    <a:pt x="16" y="0"/>
                    <a:pt x="16" y="3"/>
                  </a:cubicBezTo>
                  <a:cubicBezTo>
                    <a:pt x="16" y="7"/>
                    <a:pt x="20" y="5"/>
                    <a:pt x="20" y="7"/>
                  </a:cubicBezTo>
                  <a:cubicBezTo>
                    <a:pt x="20" y="9"/>
                    <a:pt x="16" y="9"/>
                    <a:pt x="13" y="11"/>
                  </a:cubicBezTo>
                  <a:cubicBezTo>
                    <a:pt x="10" y="13"/>
                    <a:pt x="7" y="10"/>
                    <a:pt x="4" y="11"/>
                  </a:cubicBezTo>
                  <a:cubicBezTo>
                    <a:pt x="1" y="13"/>
                    <a:pt x="7" y="14"/>
                    <a:pt x="5" y="17"/>
                  </a:cubicBezTo>
                  <a:cubicBezTo>
                    <a:pt x="3" y="21"/>
                    <a:pt x="5" y="20"/>
                    <a:pt x="9" y="23"/>
                  </a:cubicBezTo>
                  <a:cubicBezTo>
                    <a:pt x="12" y="26"/>
                    <a:pt x="6" y="27"/>
                    <a:pt x="6" y="30"/>
                  </a:cubicBezTo>
                  <a:cubicBezTo>
                    <a:pt x="6" y="34"/>
                    <a:pt x="2" y="34"/>
                    <a:pt x="1" y="36"/>
                  </a:cubicBezTo>
                  <a:cubicBezTo>
                    <a:pt x="0" y="38"/>
                    <a:pt x="5" y="43"/>
                    <a:pt x="9" y="43"/>
                  </a:cubicBezTo>
                  <a:cubicBezTo>
                    <a:pt x="12" y="43"/>
                    <a:pt x="20" y="41"/>
                    <a:pt x="24" y="37"/>
                  </a:cubicBezTo>
                  <a:cubicBezTo>
                    <a:pt x="28" y="33"/>
                    <a:pt x="30" y="37"/>
                    <a:pt x="34" y="35"/>
                  </a:cubicBezTo>
                  <a:cubicBezTo>
                    <a:pt x="38" y="33"/>
                    <a:pt x="36" y="18"/>
                    <a:pt x="34" y="15"/>
                  </a:cubicBezTo>
                  <a:cubicBezTo>
                    <a:pt x="34" y="14"/>
                    <a:pt x="34" y="14"/>
                    <a:pt x="34" y="1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5511032" y="2070464"/>
              <a:ext cx="308200" cy="472268"/>
            </a:xfrm>
            <a:custGeom>
              <a:avLst/>
              <a:gdLst/>
              <a:ahLst/>
              <a:cxnLst/>
              <a:rect l="l" t="t" r="r" b="b"/>
              <a:pathLst>
                <a:path w="85" h="130" extrusionOk="0">
                  <a:moveTo>
                    <a:pt x="17" y="69"/>
                  </a:moveTo>
                  <a:cubicBezTo>
                    <a:pt x="14" y="66"/>
                    <a:pt x="10" y="71"/>
                    <a:pt x="6" y="71"/>
                  </a:cubicBezTo>
                  <a:cubicBezTo>
                    <a:pt x="6" y="73"/>
                    <a:pt x="5" y="75"/>
                    <a:pt x="4" y="76"/>
                  </a:cubicBezTo>
                  <a:cubicBezTo>
                    <a:pt x="3" y="77"/>
                    <a:pt x="0" y="80"/>
                    <a:pt x="2" y="81"/>
                  </a:cubicBezTo>
                  <a:cubicBezTo>
                    <a:pt x="4" y="81"/>
                    <a:pt x="7" y="84"/>
                    <a:pt x="7" y="82"/>
                  </a:cubicBezTo>
                  <a:cubicBezTo>
                    <a:pt x="8" y="79"/>
                    <a:pt x="9" y="76"/>
                    <a:pt x="12" y="80"/>
                  </a:cubicBezTo>
                  <a:cubicBezTo>
                    <a:pt x="13" y="81"/>
                    <a:pt x="14" y="82"/>
                    <a:pt x="15" y="83"/>
                  </a:cubicBezTo>
                  <a:cubicBezTo>
                    <a:pt x="15" y="81"/>
                    <a:pt x="19" y="81"/>
                    <a:pt x="21" y="79"/>
                  </a:cubicBezTo>
                  <a:cubicBezTo>
                    <a:pt x="24" y="76"/>
                    <a:pt x="20" y="73"/>
                    <a:pt x="17" y="69"/>
                  </a:cubicBezTo>
                  <a:close/>
                  <a:moveTo>
                    <a:pt x="85" y="100"/>
                  </a:moveTo>
                  <a:cubicBezTo>
                    <a:pt x="85" y="96"/>
                    <a:pt x="77" y="94"/>
                    <a:pt x="76" y="96"/>
                  </a:cubicBezTo>
                  <a:cubicBezTo>
                    <a:pt x="75" y="98"/>
                    <a:pt x="73" y="97"/>
                    <a:pt x="72" y="95"/>
                  </a:cubicBezTo>
                  <a:cubicBezTo>
                    <a:pt x="70" y="93"/>
                    <a:pt x="73" y="91"/>
                    <a:pt x="72" y="91"/>
                  </a:cubicBezTo>
                  <a:cubicBezTo>
                    <a:pt x="70" y="90"/>
                    <a:pt x="69" y="87"/>
                    <a:pt x="69" y="86"/>
                  </a:cubicBezTo>
                  <a:cubicBezTo>
                    <a:pt x="69" y="85"/>
                    <a:pt x="67" y="77"/>
                    <a:pt x="63" y="76"/>
                  </a:cubicBezTo>
                  <a:cubicBezTo>
                    <a:pt x="58" y="75"/>
                    <a:pt x="58" y="69"/>
                    <a:pt x="57" y="66"/>
                  </a:cubicBezTo>
                  <a:cubicBezTo>
                    <a:pt x="56" y="62"/>
                    <a:pt x="54" y="64"/>
                    <a:pt x="51" y="61"/>
                  </a:cubicBezTo>
                  <a:cubicBezTo>
                    <a:pt x="49" y="59"/>
                    <a:pt x="46" y="60"/>
                    <a:pt x="44" y="60"/>
                  </a:cubicBezTo>
                  <a:cubicBezTo>
                    <a:pt x="42" y="60"/>
                    <a:pt x="44" y="57"/>
                    <a:pt x="47" y="55"/>
                  </a:cubicBezTo>
                  <a:cubicBezTo>
                    <a:pt x="50" y="53"/>
                    <a:pt x="53" y="42"/>
                    <a:pt x="53" y="40"/>
                  </a:cubicBezTo>
                  <a:cubicBezTo>
                    <a:pt x="53" y="38"/>
                    <a:pt x="40" y="38"/>
                    <a:pt x="38" y="39"/>
                  </a:cubicBezTo>
                  <a:cubicBezTo>
                    <a:pt x="35" y="40"/>
                    <a:pt x="33" y="37"/>
                    <a:pt x="35" y="36"/>
                  </a:cubicBezTo>
                  <a:cubicBezTo>
                    <a:pt x="37" y="36"/>
                    <a:pt x="41" y="31"/>
                    <a:pt x="41" y="30"/>
                  </a:cubicBezTo>
                  <a:cubicBezTo>
                    <a:pt x="41" y="28"/>
                    <a:pt x="44" y="26"/>
                    <a:pt x="42" y="25"/>
                  </a:cubicBezTo>
                  <a:cubicBezTo>
                    <a:pt x="41" y="23"/>
                    <a:pt x="40" y="27"/>
                    <a:pt x="39" y="28"/>
                  </a:cubicBezTo>
                  <a:cubicBezTo>
                    <a:pt x="37" y="29"/>
                    <a:pt x="34" y="29"/>
                    <a:pt x="30" y="28"/>
                  </a:cubicBezTo>
                  <a:cubicBezTo>
                    <a:pt x="26" y="27"/>
                    <a:pt x="24" y="33"/>
                    <a:pt x="24" y="35"/>
                  </a:cubicBezTo>
                  <a:cubicBezTo>
                    <a:pt x="25" y="37"/>
                    <a:pt x="20" y="39"/>
                    <a:pt x="21" y="41"/>
                  </a:cubicBezTo>
                  <a:cubicBezTo>
                    <a:pt x="21" y="43"/>
                    <a:pt x="20" y="44"/>
                    <a:pt x="19" y="43"/>
                  </a:cubicBezTo>
                  <a:cubicBezTo>
                    <a:pt x="17" y="42"/>
                    <a:pt x="16" y="39"/>
                    <a:pt x="13" y="41"/>
                  </a:cubicBezTo>
                  <a:cubicBezTo>
                    <a:pt x="11" y="43"/>
                    <a:pt x="16" y="46"/>
                    <a:pt x="20" y="46"/>
                  </a:cubicBezTo>
                  <a:cubicBezTo>
                    <a:pt x="23" y="47"/>
                    <a:pt x="17" y="49"/>
                    <a:pt x="16" y="53"/>
                  </a:cubicBezTo>
                  <a:cubicBezTo>
                    <a:pt x="16" y="56"/>
                    <a:pt x="21" y="55"/>
                    <a:pt x="21" y="57"/>
                  </a:cubicBezTo>
                  <a:cubicBezTo>
                    <a:pt x="21" y="60"/>
                    <a:pt x="14" y="60"/>
                    <a:pt x="14" y="62"/>
                  </a:cubicBezTo>
                  <a:cubicBezTo>
                    <a:pt x="14" y="65"/>
                    <a:pt x="18" y="61"/>
                    <a:pt x="20" y="60"/>
                  </a:cubicBezTo>
                  <a:cubicBezTo>
                    <a:pt x="22" y="59"/>
                    <a:pt x="19" y="66"/>
                    <a:pt x="23" y="65"/>
                  </a:cubicBezTo>
                  <a:cubicBezTo>
                    <a:pt x="28" y="64"/>
                    <a:pt x="27" y="58"/>
                    <a:pt x="28" y="59"/>
                  </a:cubicBezTo>
                  <a:cubicBezTo>
                    <a:pt x="30" y="59"/>
                    <a:pt x="28" y="62"/>
                    <a:pt x="29" y="64"/>
                  </a:cubicBezTo>
                  <a:cubicBezTo>
                    <a:pt x="30" y="67"/>
                    <a:pt x="26" y="71"/>
                    <a:pt x="26" y="73"/>
                  </a:cubicBezTo>
                  <a:cubicBezTo>
                    <a:pt x="26" y="75"/>
                    <a:pt x="35" y="75"/>
                    <a:pt x="38" y="72"/>
                  </a:cubicBezTo>
                  <a:cubicBezTo>
                    <a:pt x="41" y="69"/>
                    <a:pt x="42" y="72"/>
                    <a:pt x="40" y="74"/>
                  </a:cubicBezTo>
                  <a:cubicBezTo>
                    <a:pt x="38" y="77"/>
                    <a:pt x="39" y="79"/>
                    <a:pt x="42" y="80"/>
                  </a:cubicBezTo>
                  <a:cubicBezTo>
                    <a:pt x="44" y="80"/>
                    <a:pt x="45" y="81"/>
                    <a:pt x="44" y="83"/>
                  </a:cubicBezTo>
                  <a:cubicBezTo>
                    <a:pt x="43" y="85"/>
                    <a:pt x="44" y="88"/>
                    <a:pt x="43" y="90"/>
                  </a:cubicBezTo>
                  <a:cubicBezTo>
                    <a:pt x="42" y="92"/>
                    <a:pt x="35" y="92"/>
                    <a:pt x="35" y="91"/>
                  </a:cubicBezTo>
                  <a:cubicBezTo>
                    <a:pt x="34" y="89"/>
                    <a:pt x="31" y="90"/>
                    <a:pt x="32" y="92"/>
                  </a:cubicBezTo>
                  <a:cubicBezTo>
                    <a:pt x="33" y="94"/>
                    <a:pt x="29" y="96"/>
                    <a:pt x="29" y="97"/>
                  </a:cubicBezTo>
                  <a:cubicBezTo>
                    <a:pt x="30" y="99"/>
                    <a:pt x="34" y="98"/>
                    <a:pt x="34" y="100"/>
                  </a:cubicBezTo>
                  <a:cubicBezTo>
                    <a:pt x="35" y="102"/>
                    <a:pt x="31" y="105"/>
                    <a:pt x="26" y="106"/>
                  </a:cubicBezTo>
                  <a:cubicBezTo>
                    <a:pt x="22" y="108"/>
                    <a:pt x="27" y="111"/>
                    <a:pt x="30" y="110"/>
                  </a:cubicBezTo>
                  <a:cubicBezTo>
                    <a:pt x="32" y="108"/>
                    <a:pt x="31" y="111"/>
                    <a:pt x="35" y="111"/>
                  </a:cubicBezTo>
                  <a:cubicBezTo>
                    <a:pt x="38" y="111"/>
                    <a:pt x="40" y="113"/>
                    <a:pt x="43" y="112"/>
                  </a:cubicBezTo>
                  <a:cubicBezTo>
                    <a:pt x="47" y="111"/>
                    <a:pt x="47" y="112"/>
                    <a:pt x="44" y="114"/>
                  </a:cubicBezTo>
                  <a:cubicBezTo>
                    <a:pt x="41" y="116"/>
                    <a:pt x="37" y="114"/>
                    <a:pt x="35" y="115"/>
                  </a:cubicBezTo>
                  <a:cubicBezTo>
                    <a:pt x="32" y="117"/>
                    <a:pt x="22" y="126"/>
                    <a:pt x="24" y="129"/>
                  </a:cubicBezTo>
                  <a:cubicBezTo>
                    <a:pt x="25" y="130"/>
                    <a:pt x="27" y="127"/>
                    <a:pt x="30" y="125"/>
                  </a:cubicBezTo>
                  <a:cubicBezTo>
                    <a:pt x="34" y="124"/>
                    <a:pt x="35" y="126"/>
                    <a:pt x="37" y="126"/>
                  </a:cubicBezTo>
                  <a:cubicBezTo>
                    <a:pt x="39" y="127"/>
                    <a:pt x="39" y="122"/>
                    <a:pt x="40" y="123"/>
                  </a:cubicBezTo>
                  <a:cubicBezTo>
                    <a:pt x="42" y="123"/>
                    <a:pt x="43" y="121"/>
                    <a:pt x="46" y="122"/>
                  </a:cubicBezTo>
                  <a:cubicBezTo>
                    <a:pt x="49" y="122"/>
                    <a:pt x="51" y="121"/>
                    <a:pt x="53" y="120"/>
                  </a:cubicBezTo>
                  <a:cubicBezTo>
                    <a:pt x="54" y="119"/>
                    <a:pt x="58" y="122"/>
                    <a:pt x="60" y="121"/>
                  </a:cubicBezTo>
                  <a:cubicBezTo>
                    <a:pt x="61" y="121"/>
                    <a:pt x="66" y="120"/>
                    <a:pt x="69" y="120"/>
                  </a:cubicBezTo>
                  <a:cubicBezTo>
                    <a:pt x="72" y="120"/>
                    <a:pt x="79" y="117"/>
                    <a:pt x="81" y="115"/>
                  </a:cubicBezTo>
                  <a:cubicBezTo>
                    <a:pt x="83" y="113"/>
                    <a:pt x="80" y="113"/>
                    <a:pt x="77" y="113"/>
                  </a:cubicBezTo>
                  <a:cubicBezTo>
                    <a:pt x="75" y="114"/>
                    <a:pt x="75" y="111"/>
                    <a:pt x="78" y="108"/>
                  </a:cubicBezTo>
                  <a:cubicBezTo>
                    <a:pt x="80" y="106"/>
                    <a:pt x="85" y="104"/>
                    <a:pt x="85" y="100"/>
                  </a:cubicBezTo>
                  <a:close/>
                  <a:moveTo>
                    <a:pt x="10" y="38"/>
                  </a:moveTo>
                  <a:cubicBezTo>
                    <a:pt x="13" y="37"/>
                    <a:pt x="17" y="32"/>
                    <a:pt x="16" y="30"/>
                  </a:cubicBezTo>
                  <a:cubicBezTo>
                    <a:pt x="14" y="29"/>
                    <a:pt x="7" y="38"/>
                    <a:pt x="10" y="38"/>
                  </a:cubicBezTo>
                  <a:close/>
                  <a:moveTo>
                    <a:pt x="58" y="11"/>
                  </a:moveTo>
                  <a:cubicBezTo>
                    <a:pt x="60" y="8"/>
                    <a:pt x="63" y="0"/>
                    <a:pt x="60" y="1"/>
                  </a:cubicBezTo>
                  <a:cubicBezTo>
                    <a:pt x="56" y="2"/>
                    <a:pt x="57" y="12"/>
                    <a:pt x="58" y="1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>
              <a:off x="5511032" y="2070464"/>
              <a:ext cx="308200" cy="472268"/>
            </a:xfrm>
            <a:custGeom>
              <a:avLst/>
              <a:gdLst/>
              <a:ahLst/>
              <a:cxnLst/>
              <a:rect l="l" t="t" r="r" b="b"/>
              <a:pathLst>
                <a:path w="85" h="130" extrusionOk="0">
                  <a:moveTo>
                    <a:pt x="17" y="69"/>
                  </a:moveTo>
                  <a:cubicBezTo>
                    <a:pt x="14" y="66"/>
                    <a:pt x="10" y="71"/>
                    <a:pt x="6" y="71"/>
                  </a:cubicBezTo>
                  <a:cubicBezTo>
                    <a:pt x="6" y="73"/>
                    <a:pt x="5" y="75"/>
                    <a:pt x="4" y="76"/>
                  </a:cubicBezTo>
                  <a:cubicBezTo>
                    <a:pt x="3" y="77"/>
                    <a:pt x="0" y="80"/>
                    <a:pt x="2" y="81"/>
                  </a:cubicBezTo>
                  <a:cubicBezTo>
                    <a:pt x="4" y="81"/>
                    <a:pt x="7" y="84"/>
                    <a:pt x="7" y="82"/>
                  </a:cubicBezTo>
                  <a:cubicBezTo>
                    <a:pt x="8" y="79"/>
                    <a:pt x="9" y="76"/>
                    <a:pt x="12" y="80"/>
                  </a:cubicBezTo>
                  <a:cubicBezTo>
                    <a:pt x="13" y="81"/>
                    <a:pt x="14" y="82"/>
                    <a:pt x="15" y="83"/>
                  </a:cubicBezTo>
                  <a:cubicBezTo>
                    <a:pt x="15" y="81"/>
                    <a:pt x="19" y="81"/>
                    <a:pt x="21" y="79"/>
                  </a:cubicBezTo>
                  <a:cubicBezTo>
                    <a:pt x="24" y="76"/>
                    <a:pt x="20" y="73"/>
                    <a:pt x="17" y="69"/>
                  </a:cubicBezTo>
                  <a:close/>
                  <a:moveTo>
                    <a:pt x="85" y="100"/>
                  </a:moveTo>
                  <a:cubicBezTo>
                    <a:pt x="85" y="96"/>
                    <a:pt x="77" y="94"/>
                    <a:pt x="76" y="96"/>
                  </a:cubicBezTo>
                  <a:cubicBezTo>
                    <a:pt x="75" y="98"/>
                    <a:pt x="73" y="97"/>
                    <a:pt x="72" y="95"/>
                  </a:cubicBezTo>
                  <a:cubicBezTo>
                    <a:pt x="70" y="93"/>
                    <a:pt x="73" y="91"/>
                    <a:pt x="72" y="91"/>
                  </a:cubicBezTo>
                  <a:cubicBezTo>
                    <a:pt x="70" y="90"/>
                    <a:pt x="69" y="87"/>
                    <a:pt x="69" y="86"/>
                  </a:cubicBezTo>
                  <a:cubicBezTo>
                    <a:pt x="69" y="85"/>
                    <a:pt x="67" y="77"/>
                    <a:pt x="63" y="76"/>
                  </a:cubicBezTo>
                  <a:cubicBezTo>
                    <a:pt x="58" y="75"/>
                    <a:pt x="58" y="69"/>
                    <a:pt x="57" y="66"/>
                  </a:cubicBezTo>
                  <a:cubicBezTo>
                    <a:pt x="56" y="62"/>
                    <a:pt x="54" y="64"/>
                    <a:pt x="51" y="61"/>
                  </a:cubicBezTo>
                  <a:cubicBezTo>
                    <a:pt x="49" y="59"/>
                    <a:pt x="46" y="60"/>
                    <a:pt x="44" y="60"/>
                  </a:cubicBezTo>
                  <a:cubicBezTo>
                    <a:pt x="42" y="60"/>
                    <a:pt x="44" y="57"/>
                    <a:pt x="47" y="55"/>
                  </a:cubicBezTo>
                  <a:cubicBezTo>
                    <a:pt x="50" y="53"/>
                    <a:pt x="53" y="42"/>
                    <a:pt x="53" y="40"/>
                  </a:cubicBezTo>
                  <a:cubicBezTo>
                    <a:pt x="53" y="38"/>
                    <a:pt x="40" y="38"/>
                    <a:pt x="38" y="39"/>
                  </a:cubicBezTo>
                  <a:cubicBezTo>
                    <a:pt x="35" y="40"/>
                    <a:pt x="33" y="37"/>
                    <a:pt x="35" y="36"/>
                  </a:cubicBezTo>
                  <a:cubicBezTo>
                    <a:pt x="37" y="36"/>
                    <a:pt x="41" y="31"/>
                    <a:pt x="41" y="30"/>
                  </a:cubicBezTo>
                  <a:cubicBezTo>
                    <a:pt x="41" y="28"/>
                    <a:pt x="44" y="26"/>
                    <a:pt x="42" y="25"/>
                  </a:cubicBezTo>
                  <a:cubicBezTo>
                    <a:pt x="41" y="23"/>
                    <a:pt x="40" y="27"/>
                    <a:pt x="39" y="28"/>
                  </a:cubicBezTo>
                  <a:cubicBezTo>
                    <a:pt x="37" y="29"/>
                    <a:pt x="34" y="29"/>
                    <a:pt x="30" y="28"/>
                  </a:cubicBezTo>
                  <a:cubicBezTo>
                    <a:pt x="26" y="27"/>
                    <a:pt x="24" y="33"/>
                    <a:pt x="24" y="35"/>
                  </a:cubicBezTo>
                  <a:cubicBezTo>
                    <a:pt x="25" y="37"/>
                    <a:pt x="20" y="39"/>
                    <a:pt x="21" y="41"/>
                  </a:cubicBezTo>
                  <a:cubicBezTo>
                    <a:pt x="21" y="43"/>
                    <a:pt x="20" y="44"/>
                    <a:pt x="19" y="43"/>
                  </a:cubicBezTo>
                  <a:cubicBezTo>
                    <a:pt x="17" y="42"/>
                    <a:pt x="16" y="39"/>
                    <a:pt x="13" y="41"/>
                  </a:cubicBezTo>
                  <a:cubicBezTo>
                    <a:pt x="11" y="43"/>
                    <a:pt x="16" y="46"/>
                    <a:pt x="20" y="46"/>
                  </a:cubicBezTo>
                  <a:cubicBezTo>
                    <a:pt x="23" y="47"/>
                    <a:pt x="17" y="49"/>
                    <a:pt x="16" y="53"/>
                  </a:cubicBezTo>
                  <a:cubicBezTo>
                    <a:pt x="16" y="56"/>
                    <a:pt x="21" y="55"/>
                    <a:pt x="21" y="57"/>
                  </a:cubicBezTo>
                  <a:cubicBezTo>
                    <a:pt x="21" y="60"/>
                    <a:pt x="14" y="60"/>
                    <a:pt x="14" y="62"/>
                  </a:cubicBezTo>
                  <a:cubicBezTo>
                    <a:pt x="14" y="65"/>
                    <a:pt x="18" y="61"/>
                    <a:pt x="20" y="60"/>
                  </a:cubicBezTo>
                  <a:cubicBezTo>
                    <a:pt x="22" y="59"/>
                    <a:pt x="19" y="66"/>
                    <a:pt x="23" y="65"/>
                  </a:cubicBezTo>
                  <a:cubicBezTo>
                    <a:pt x="28" y="64"/>
                    <a:pt x="27" y="58"/>
                    <a:pt x="28" y="59"/>
                  </a:cubicBezTo>
                  <a:cubicBezTo>
                    <a:pt x="30" y="59"/>
                    <a:pt x="28" y="62"/>
                    <a:pt x="29" y="64"/>
                  </a:cubicBezTo>
                  <a:cubicBezTo>
                    <a:pt x="30" y="67"/>
                    <a:pt x="26" y="71"/>
                    <a:pt x="26" y="73"/>
                  </a:cubicBezTo>
                  <a:cubicBezTo>
                    <a:pt x="26" y="75"/>
                    <a:pt x="35" y="75"/>
                    <a:pt x="38" y="72"/>
                  </a:cubicBezTo>
                  <a:cubicBezTo>
                    <a:pt x="41" y="69"/>
                    <a:pt x="42" y="72"/>
                    <a:pt x="40" y="74"/>
                  </a:cubicBezTo>
                  <a:cubicBezTo>
                    <a:pt x="38" y="77"/>
                    <a:pt x="39" y="79"/>
                    <a:pt x="42" y="80"/>
                  </a:cubicBezTo>
                  <a:cubicBezTo>
                    <a:pt x="44" y="80"/>
                    <a:pt x="45" y="81"/>
                    <a:pt x="44" y="83"/>
                  </a:cubicBezTo>
                  <a:cubicBezTo>
                    <a:pt x="43" y="85"/>
                    <a:pt x="44" y="88"/>
                    <a:pt x="43" y="90"/>
                  </a:cubicBezTo>
                  <a:cubicBezTo>
                    <a:pt x="42" y="92"/>
                    <a:pt x="35" y="92"/>
                    <a:pt x="35" y="91"/>
                  </a:cubicBezTo>
                  <a:cubicBezTo>
                    <a:pt x="34" y="89"/>
                    <a:pt x="31" y="90"/>
                    <a:pt x="32" y="92"/>
                  </a:cubicBezTo>
                  <a:cubicBezTo>
                    <a:pt x="33" y="94"/>
                    <a:pt x="29" y="96"/>
                    <a:pt x="29" y="97"/>
                  </a:cubicBezTo>
                  <a:cubicBezTo>
                    <a:pt x="30" y="99"/>
                    <a:pt x="34" y="98"/>
                    <a:pt x="34" y="100"/>
                  </a:cubicBezTo>
                  <a:cubicBezTo>
                    <a:pt x="35" y="102"/>
                    <a:pt x="31" y="105"/>
                    <a:pt x="26" y="106"/>
                  </a:cubicBezTo>
                  <a:cubicBezTo>
                    <a:pt x="22" y="108"/>
                    <a:pt x="27" y="111"/>
                    <a:pt x="30" y="110"/>
                  </a:cubicBezTo>
                  <a:cubicBezTo>
                    <a:pt x="32" y="108"/>
                    <a:pt x="31" y="111"/>
                    <a:pt x="35" y="111"/>
                  </a:cubicBezTo>
                  <a:cubicBezTo>
                    <a:pt x="38" y="111"/>
                    <a:pt x="40" y="113"/>
                    <a:pt x="43" y="112"/>
                  </a:cubicBezTo>
                  <a:cubicBezTo>
                    <a:pt x="47" y="111"/>
                    <a:pt x="47" y="112"/>
                    <a:pt x="44" y="114"/>
                  </a:cubicBezTo>
                  <a:cubicBezTo>
                    <a:pt x="41" y="116"/>
                    <a:pt x="37" y="114"/>
                    <a:pt x="35" y="115"/>
                  </a:cubicBezTo>
                  <a:cubicBezTo>
                    <a:pt x="32" y="117"/>
                    <a:pt x="22" y="126"/>
                    <a:pt x="24" y="129"/>
                  </a:cubicBezTo>
                  <a:cubicBezTo>
                    <a:pt x="25" y="130"/>
                    <a:pt x="27" y="127"/>
                    <a:pt x="30" y="125"/>
                  </a:cubicBezTo>
                  <a:cubicBezTo>
                    <a:pt x="34" y="124"/>
                    <a:pt x="35" y="126"/>
                    <a:pt x="37" y="126"/>
                  </a:cubicBezTo>
                  <a:cubicBezTo>
                    <a:pt x="39" y="127"/>
                    <a:pt x="39" y="122"/>
                    <a:pt x="40" y="123"/>
                  </a:cubicBezTo>
                  <a:cubicBezTo>
                    <a:pt x="42" y="123"/>
                    <a:pt x="43" y="121"/>
                    <a:pt x="46" y="122"/>
                  </a:cubicBezTo>
                  <a:cubicBezTo>
                    <a:pt x="49" y="122"/>
                    <a:pt x="51" y="121"/>
                    <a:pt x="53" y="120"/>
                  </a:cubicBezTo>
                  <a:cubicBezTo>
                    <a:pt x="54" y="119"/>
                    <a:pt x="58" y="122"/>
                    <a:pt x="60" y="121"/>
                  </a:cubicBezTo>
                  <a:cubicBezTo>
                    <a:pt x="61" y="121"/>
                    <a:pt x="66" y="120"/>
                    <a:pt x="69" y="120"/>
                  </a:cubicBezTo>
                  <a:cubicBezTo>
                    <a:pt x="72" y="120"/>
                    <a:pt x="79" y="117"/>
                    <a:pt x="81" y="115"/>
                  </a:cubicBezTo>
                  <a:cubicBezTo>
                    <a:pt x="83" y="113"/>
                    <a:pt x="80" y="113"/>
                    <a:pt x="77" y="113"/>
                  </a:cubicBezTo>
                  <a:cubicBezTo>
                    <a:pt x="75" y="114"/>
                    <a:pt x="75" y="111"/>
                    <a:pt x="78" y="108"/>
                  </a:cubicBezTo>
                  <a:cubicBezTo>
                    <a:pt x="80" y="106"/>
                    <a:pt x="85" y="104"/>
                    <a:pt x="85" y="100"/>
                  </a:cubicBezTo>
                  <a:close/>
                  <a:moveTo>
                    <a:pt x="10" y="38"/>
                  </a:moveTo>
                  <a:cubicBezTo>
                    <a:pt x="13" y="37"/>
                    <a:pt x="17" y="32"/>
                    <a:pt x="16" y="30"/>
                  </a:cubicBezTo>
                  <a:cubicBezTo>
                    <a:pt x="14" y="29"/>
                    <a:pt x="7" y="38"/>
                    <a:pt x="10" y="38"/>
                  </a:cubicBezTo>
                  <a:close/>
                  <a:moveTo>
                    <a:pt x="58" y="11"/>
                  </a:moveTo>
                  <a:cubicBezTo>
                    <a:pt x="60" y="8"/>
                    <a:pt x="63" y="0"/>
                    <a:pt x="60" y="1"/>
                  </a:cubicBezTo>
                  <a:cubicBezTo>
                    <a:pt x="56" y="2"/>
                    <a:pt x="57" y="12"/>
                    <a:pt x="58" y="1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3" name="Google Shape;383;p1"/>
            <p:cNvSpPr/>
            <p:nvPr/>
          </p:nvSpPr>
          <p:spPr>
            <a:xfrm>
              <a:off x="6007834" y="2208464"/>
              <a:ext cx="148734" cy="138000"/>
            </a:xfrm>
            <a:custGeom>
              <a:avLst/>
              <a:gdLst/>
              <a:ahLst/>
              <a:cxnLst/>
              <a:rect l="l" t="t" r="r" b="b"/>
              <a:pathLst>
                <a:path w="41" h="38" extrusionOk="0">
                  <a:moveTo>
                    <a:pt x="21" y="14"/>
                  </a:moveTo>
                  <a:cubicBezTo>
                    <a:pt x="19" y="14"/>
                    <a:pt x="19" y="10"/>
                    <a:pt x="20" y="8"/>
                  </a:cubicBezTo>
                  <a:cubicBezTo>
                    <a:pt x="22" y="7"/>
                    <a:pt x="22" y="2"/>
                    <a:pt x="21" y="1"/>
                  </a:cubicBezTo>
                  <a:cubicBezTo>
                    <a:pt x="20" y="0"/>
                    <a:pt x="16" y="1"/>
                    <a:pt x="15" y="4"/>
                  </a:cubicBezTo>
                  <a:cubicBezTo>
                    <a:pt x="15" y="8"/>
                    <a:pt x="11" y="6"/>
                    <a:pt x="10" y="7"/>
                  </a:cubicBezTo>
                  <a:cubicBezTo>
                    <a:pt x="9" y="8"/>
                    <a:pt x="12" y="9"/>
                    <a:pt x="11" y="11"/>
                  </a:cubicBezTo>
                  <a:cubicBezTo>
                    <a:pt x="9" y="12"/>
                    <a:pt x="8" y="9"/>
                    <a:pt x="6" y="8"/>
                  </a:cubicBezTo>
                  <a:cubicBezTo>
                    <a:pt x="3" y="8"/>
                    <a:pt x="3" y="12"/>
                    <a:pt x="1" y="14"/>
                  </a:cubicBezTo>
                  <a:cubicBezTo>
                    <a:pt x="0" y="17"/>
                    <a:pt x="1" y="21"/>
                    <a:pt x="1" y="24"/>
                  </a:cubicBezTo>
                  <a:cubicBezTo>
                    <a:pt x="2" y="27"/>
                    <a:pt x="6" y="29"/>
                    <a:pt x="5" y="31"/>
                  </a:cubicBezTo>
                  <a:cubicBezTo>
                    <a:pt x="4" y="32"/>
                    <a:pt x="5" y="34"/>
                    <a:pt x="6" y="35"/>
                  </a:cubicBezTo>
                  <a:cubicBezTo>
                    <a:pt x="9" y="35"/>
                    <a:pt x="12" y="35"/>
                    <a:pt x="14" y="36"/>
                  </a:cubicBezTo>
                  <a:cubicBezTo>
                    <a:pt x="14" y="36"/>
                    <a:pt x="15" y="36"/>
                    <a:pt x="17" y="36"/>
                  </a:cubicBezTo>
                  <a:cubicBezTo>
                    <a:pt x="16" y="34"/>
                    <a:pt x="13" y="33"/>
                    <a:pt x="13" y="31"/>
                  </a:cubicBezTo>
                  <a:cubicBezTo>
                    <a:pt x="14" y="29"/>
                    <a:pt x="16" y="31"/>
                    <a:pt x="18" y="32"/>
                  </a:cubicBezTo>
                  <a:cubicBezTo>
                    <a:pt x="20" y="34"/>
                    <a:pt x="23" y="34"/>
                    <a:pt x="24" y="32"/>
                  </a:cubicBezTo>
                  <a:cubicBezTo>
                    <a:pt x="24" y="31"/>
                    <a:pt x="23" y="25"/>
                    <a:pt x="21" y="27"/>
                  </a:cubicBezTo>
                  <a:cubicBezTo>
                    <a:pt x="18" y="28"/>
                    <a:pt x="18" y="27"/>
                    <a:pt x="17" y="26"/>
                  </a:cubicBezTo>
                  <a:cubicBezTo>
                    <a:pt x="16" y="25"/>
                    <a:pt x="19" y="23"/>
                    <a:pt x="19" y="21"/>
                  </a:cubicBezTo>
                  <a:cubicBezTo>
                    <a:pt x="20" y="19"/>
                    <a:pt x="24" y="20"/>
                    <a:pt x="25" y="18"/>
                  </a:cubicBezTo>
                  <a:cubicBezTo>
                    <a:pt x="25" y="17"/>
                    <a:pt x="22" y="15"/>
                    <a:pt x="21" y="14"/>
                  </a:cubicBezTo>
                  <a:close/>
                  <a:moveTo>
                    <a:pt x="39" y="22"/>
                  </a:moveTo>
                  <a:cubicBezTo>
                    <a:pt x="38" y="21"/>
                    <a:pt x="38" y="23"/>
                    <a:pt x="37" y="24"/>
                  </a:cubicBezTo>
                  <a:cubicBezTo>
                    <a:pt x="35" y="24"/>
                    <a:pt x="34" y="19"/>
                    <a:pt x="34" y="22"/>
                  </a:cubicBezTo>
                  <a:cubicBezTo>
                    <a:pt x="33" y="24"/>
                    <a:pt x="31" y="21"/>
                    <a:pt x="28" y="24"/>
                  </a:cubicBezTo>
                  <a:cubicBezTo>
                    <a:pt x="26" y="28"/>
                    <a:pt x="30" y="31"/>
                    <a:pt x="31" y="32"/>
                  </a:cubicBezTo>
                  <a:cubicBezTo>
                    <a:pt x="33" y="33"/>
                    <a:pt x="31" y="35"/>
                    <a:pt x="29" y="34"/>
                  </a:cubicBezTo>
                  <a:cubicBezTo>
                    <a:pt x="27" y="34"/>
                    <a:pt x="28" y="37"/>
                    <a:pt x="31" y="38"/>
                  </a:cubicBezTo>
                  <a:cubicBezTo>
                    <a:pt x="34" y="38"/>
                    <a:pt x="38" y="32"/>
                    <a:pt x="37" y="31"/>
                  </a:cubicBezTo>
                  <a:cubicBezTo>
                    <a:pt x="37" y="29"/>
                    <a:pt x="41" y="22"/>
                    <a:pt x="39" y="2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4" name="Google Shape;384;p1"/>
            <p:cNvSpPr/>
            <p:nvPr/>
          </p:nvSpPr>
          <p:spPr>
            <a:xfrm>
              <a:off x="6109034" y="1648796"/>
              <a:ext cx="380268" cy="668534"/>
            </a:xfrm>
            <a:custGeom>
              <a:avLst/>
              <a:gdLst/>
              <a:ahLst/>
              <a:cxnLst/>
              <a:rect l="l" t="t" r="r" b="b"/>
              <a:pathLst>
                <a:path w="105" h="184" extrusionOk="0">
                  <a:moveTo>
                    <a:pt x="104" y="43"/>
                  </a:moveTo>
                  <a:cubicBezTo>
                    <a:pt x="102" y="42"/>
                    <a:pt x="100" y="39"/>
                    <a:pt x="102" y="39"/>
                  </a:cubicBezTo>
                  <a:cubicBezTo>
                    <a:pt x="104" y="39"/>
                    <a:pt x="105" y="33"/>
                    <a:pt x="102" y="32"/>
                  </a:cubicBezTo>
                  <a:cubicBezTo>
                    <a:pt x="100" y="31"/>
                    <a:pt x="102" y="25"/>
                    <a:pt x="100" y="24"/>
                  </a:cubicBezTo>
                  <a:cubicBezTo>
                    <a:pt x="98" y="23"/>
                    <a:pt x="100" y="19"/>
                    <a:pt x="100" y="16"/>
                  </a:cubicBezTo>
                  <a:cubicBezTo>
                    <a:pt x="100" y="13"/>
                    <a:pt x="92" y="11"/>
                    <a:pt x="88" y="9"/>
                  </a:cubicBezTo>
                  <a:cubicBezTo>
                    <a:pt x="84" y="7"/>
                    <a:pt x="82" y="4"/>
                    <a:pt x="78" y="2"/>
                  </a:cubicBezTo>
                  <a:cubicBezTo>
                    <a:pt x="74" y="0"/>
                    <a:pt x="73" y="5"/>
                    <a:pt x="73" y="8"/>
                  </a:cubicBezTo>
                  <a:cubicBezTo>
                    <a:pt x="73" y="11"/>
                    <a:pt x="70" y="12"/>
                    <a:pt x="68" y="10"/>
                  </a:cubicBezTo>
                  <a:cubicBezTo>
                    <a:pt x="65" y="8"/>
                    <a:pt x="62" y="10"/>
                    <a:pt x="59" y="8"/>
                  </a:cubicBezTo>
                  <a:cubicBezTo>
                    <a:pt x="55" y="7"/>
                    <a:pt x="57" y="12"/>
                    <a:pt x="57" y="14"/>
                  </a:cubicBezTo>
                  <a:cubicBezTo>
                    <a:pt x="57" y="17"/>
                    <a:pt x="53" y="17"/>
                    <a:pt x="50" y="17"/>
                  </a:cubicBezTo>
                  <a:cubicBezTo>
                    <a:pt x="48" y="17"/>
                    <a:pt x="44" y="19"/>
                    <a:pt x="44" y="21"/>
                  </a:cubicBezTo>
                  <a:cubicBezTo>
                    <a:pt x="44" y="24"/>
                    <a:pt x="40" y="26"/>
                    <a:pt x="42" y="27"/>
                  </a:cubicBezTo>
                  <a:cubicBezTo>
                    <a:pt x="43" y="29"/>
                    <a:pt x="41" y="31"/>
                    <a:pt x="40" y="32"/>
                  </a:cubicBezTo>
                  <a:cubicBezTo>
                    <a:pt x="38" y="33"/>
                    <a:pt x="36" y="37"/>
                    <a:pt x="35" y="38"/>
                  </a:cubicBezTo>
                  <a:cubicBezTo>
                    <a:pt x="34" y="39"/>
                    <a:pt x="36" y="41"/>
                    <a:pt x="34" y="43"/>
                  </a:cubicBezTo>
                  <a:cubicBezTo>
                    <a:pt x="31" y="45"/>
                    <a:pt x="28" y="43"/>
                    <a:pt x="27" y="45"/>
                  </a:cubicBezTo>
                  <a:cubicBezTo>
                    <a:pt x="26" y="46"/>
                    <a:pt x="27" y="49"/>
                    <a:pt x="27" y="52"/>
                  </a:cubicBezTo>
                  <a:cubicBezTo>
                    <a:pt x="26" y="56"/>
                    <a:pt x="24" y="60"/>
                    <a:pt x="21" y="63"/>
                  </a:cubicBezTo>
                  <a:cubicBezTo>
                    <a:pt x="19" y="66"/>
                    <a:pt x="22" y="67"/>
                    <a:pt x="23" y="67"/>
                  </a:cubicBezTo>
                  <a:cubicBezTo>
                    <a:pt x="24" y="68"/>
                    <a:pt x="24" y="70"/>
                    <a:pt x="23" y="72"/>
                  </a:cubicBezTo>
                  <a:cubicBezTo>
                    <a:pt x="22" y="75"/>
                    <a:pt x="19" y="73"/>
                    <a:pt x="18" y="73"/>
                  </a:cubicBezTo>
                  <a:cubicBezTo>
                    <a:pt x="16" y="72"/>
                    <a:pt x="12" y="74"/>
                    <a:pt x="9" y="78"/>
                  </a:cubicBezTo>
                  <a:cubicBezTo>
                    <a:pt x="7" y="82"/>
                    <a:pt x="8" y="85"/>
                    <a:pt x="8" y="87"/>
                  </a:cubicBezTo>
                  <a:cubicBezTo>
                    <a:pt x="9" y="89"/>
                    <a:pt x="6" y="91"/>
                    <a:pt x="8" y="95"/>
                  </a:cubicBezTo>
                  <a:cubicBezTo>
                    <a:pt x="10" y="99"/>
                    <a:pt x="8" y="100"/>
                    <a:pt x="8" y="103"/>
                  </a:cubicBezTo>
                  <a:cubicBezTo>
                    <a:pt x="8" y="106"/>
                    <a:pt x="13" y="106"/>
                    <a:pt x="14" y="109"/>
                  </a:cubicBezTo>
                  <a:cubicBezTo>
                    <a:pt x="14" y="112"/>
                    <a:pt x="12" y="113"/>
                    <a:pt x="10" y="113"/>
                  </a:cubicBezTo>
                  <a:cubicBezTo>
                    <a:pt x="9" y="113"/>
                    <a:pt x="9" y="117"/>
                    <a:pt x="11" y="117"/>
                  </a:cubicBezTo>
                  <a:cubicBezTo>
                    <a:pt x="12" y="118"/>
                    <a:pt x="12" y="124"/>
                    <a:pt x="11" y="125"/>
                  </a:cubicBezTo>
                  <a:cubicBezTo>
                    <a:pt x="10" y="127"/>
                    <a:pt x="5" y="125"/>
                    <a:pt x="6" y="127"/>
                  </a:cubicBezTo>
                  <a:cubicBezTo>
                    <a:pt x="6" y="129"/>
                    <a:pt x="4" y="133"/>
                    <a:pt x="4" y="134"/>
                  </a:cubicBezTo>
                  <a:cubicBezTo>
                    <a:pt x="4" y="136"/>
                    <a:pt x="4" y="141"/>
                    <a:pt x="2" y="140"/>
                  </a:cubicBezTo>
                  <a:cubicBezTo>
                    <a:pt x="2" y="139"/>
                    <a:pt x="1" y="139"/>
                    <a:pt x="0" y="139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3"/>
                    <a:pt x="1" y="146"/>
                    <a:pt x="3" y="149"/>
                  </a:cubicBezTo>
                  <a:cubicBezTo>
                    <a:pt x="6" y="151"/>
                    <a:pt x="4" y="154"/>
                    <a:pt x="6" y="157"/>
                  </a:cubicBezTo>
                  <a:cubicBezTo>
                    <a:pt x="9" y="160"/>
                    <a:pt x="8" y="163"/>
                    <a:pt x="11" y="165"/>
                  </a:cubicBezTo>
                  <a:cubicBezTo>
                    <a:pt x="13" y="167"/>
                    <a:pt x="14" y="168"/>
                    <a:pt x="12" y="171"/>
                  </a:cubicBezTo>
                  <a:cubicBezTo>
                    <a:pt x="11" y="174"/>
                    <a:pt x="15" y="173"/>
                    <a:pt x="15" y="175"/>
                  </a:cubicBezTo>
                  <a:cubicBezTo>
                    <a:pt x="15" y="177"/>
                    <a:pt x="14" y="180"/>
                    <a:pt x="15" y="182"/>
                  </a:cubicBezTo>
                  <a:cubicBezTo>
                    <a:pt x="16" y="184"/>
                    <a:pt x="18" y="182"/>
                    <a:pt x="22" y="182"/>
                  </a:cubicBezTo>
                  <a:cubicBezTo>
                    <a:pt x="25" y="182"/>
                    <a:pt x="24" y="179"/>
                    <a:pt x="25" y="177"/>
                  </a:cubicBezTo>
                  <a:cubicBezTo>
                    <a:pt x="25" y="175"/>
                    <a:pt x="27" y="176"/>
                    <a:pt x="27" y="174"/>
                  </a:cubicBezTo>
                  <a:cubicBezTo>
                    <a:pt x="28" y="173"/>
                    <a:pt x="31" y="173"/>
                    <a:pt x="34" y="174"/>
                  </a:cubicBezTo>
                  <a:cubicBezTo>
                    <a:pt x="37" y="175"/>
                    <a:pt x="39" y="173"/>
                    <a:pt x="39" y="170"/>
                  </a:cubicBezTo>
                  <a:cubicBezTo>
                    <a:pt x="40" y="167"/>
                    <a:pt x="41" y="171"/>
                    <a:pt x="42" y="171"/>
                  </a:cubicBezTo>
                  <a:cubicBezTo>
                    <a:pt x="43" y="172"/>
                    <a:pt x="46" y="167"/>
                    <a:pt x="47" y="163"/>
                  </a:cubicBezTo>
                  <a:cubicBezTo>
                    <a:pt x="48" y="160"/>
                    <a:pt x="47" y="160"/>
                    <a:pt x="44" y="164"/>
                  </a:cubicBezTo>
                  <a:cubicBezTo>
                    <a:pt x="41" y="167"/>
                    <a:pt x="43" y="160"/>
                    <a:pt x="44" y="158"/>
                  </a:cubicBezTo>
                  <a:cubicBezTo>
                    <a:pt x="45" y="155"/>
                    <a:pt x="45" y="148"/>
                    <a:pt x="45" y="146"/>
                  </a:cubicBezTo>
                  <a:cubicBezTo>
                    <a:pt x="45" y="144"/>
                    <a:pt x="46" y="142"/>
                    <a:pt x="50" y="141"/>
                  </a:cubicBezTo>
                  <a:cubicBezTo>
                    <a:pt x="53" y="140"/>
                    <a:pt x="58" y="136"/>
                    <a:pt x="57" y="134"/>
                  </a:cubicBezTo>
                  <a:cubicBezTo>
                    <a:pt x="57" y="132"/>
                    <a:pt x="62" y="129"/>
                    <a:pt x="62" y="127"/>
                  </a:cubicBezTo>
                  <a:cubicBezTo>
                    <a:pt x="62" y="125"/>
                    <a:pt x="56" y="119"/>
                    <a:pt x="54" y="118"/>
                  </a:cubicBezTo>
                  <a:cubicBezTo>
                    <a:pt x="52" y="117"/>
                    <a:pt x="48" y="118"/>
                    <a:pt x="48" y="116"/>
                  </a:cubicBezTo>
                  <a:cubicBezTo>
                    <a:pt x="49" y="115"/>
                    <a:pt x="48" y="110"/>
                    <a:pt x="47" y="107"/>
                  </a:cubicBezTo>
                  <a:cubicBezTo>
                    <a:pt x="47" y="104"/>
                    <a:pt x="51" y="101"/>
                    <a:pt x="51" y="99"/>
                  </a:cubicBezTo>
                  <a:cubicBezTo>
                    <a:pt x="51" y="96"/>
                    <a:pt x="50" y="93"/>
                    <a:pt x="53" y="92"/>
                  </a:cubicBezTo>
                  <a:cubicBezTo>
                    <a:pt x="55" y="91"/>
                    <a:pt x="54" y="89"/>
                    <a:pt x="57" y="88"/>
                  </a:cubicBezTo>
                  <a:cubicBezTo>
                    <a:pt x="60" y="88"/>
                    <a:pt x="59" y="83"/>
                    <a:pt x="63" y="82"/>
                  </a:cubicBezTo>
                  <a:cubicBezTo>
                    <a:pt x="66" y="80"/>
                    <a:pt x="66" y="79"/>
                    <a:pt x="71" y="77"/>
                  </a:cubicBezTo>
                  <a:cubicBezTo>
                    <a:pt x="75" y="75"/>
                    <a:pt x="82" y="70"/>
                    <a:pt x="84" y="67"/>
                  </a:cubicBezTo>
                  <a:cubicBezTo>
                    <a:pt x="85" y="65"/>
                    <a:pt x="79" y="62"/>
                    <a:pt x="83" y="59"/>
                  </a:cubicBezTo>
                  <a:cubicBezTo>
                    <a:pt x="86" y="57"/>
                    <a:pt x="83" y="54"/>
                    <a:pt x="86" y="53"/>
                  </a:cubicBezTo>
                  <a:cubicBezTo>
                    <a:pt x="88" y="52"/>
                    <a:pt x="89" y="50"/>
                    <a:pt x="91" y="48"/>
                  </a:cubicBezTo>
                  <a:cubicBezTo>
                    <a:pt x="93" y="46"/>
                    <a:pt x="96" y="48"/>
                    <a:pt x="100" y="47"/>
                  </a:cubicBezTo>
                  <a:cubicBezTo>
                    <a:pt x="102" y="47"/>
                    <a:pt x="103" y="47"/>
                    <a:pt x="105" y="47"/>
                  </a:cubicBezTo>
                  <a:cubicBezTo>
                    <a:pt x="105" y="46"/>
                    <a:pt x="104" y="44"/>
                    <a:pt x="104" y="43"/>
                  </a:cubicBezTo>
                  <a:close/>
                  <a:moveTo>
                    <a:pt x="61" y="153"/>
                  </a:moveTo>
                  <a:cubicBezTo>
                    <a:pt x="57" y="153"/>
                    <a:pt x="55" y="162"/>
                    <a:pt x="56" y="164"/>
                  </a:cubicBezTo>
                  <a:cubicBezTo>
                    <a:pt x="57" y="165"/>
                    <a:pt x="66" y="153"/>
                    <a:pt x="61" y="15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>
              <a:off x="6420300" y="2121064"/>
              <a:ext cx="193200" cy="95066"/>
            </a:xfrm>
            <a:custGeom>
              <a:avLst/>
              <a:gdLst/>
              <a:ahLst/>
              <a:cxnLst/>
              <a:rect l="l" t="t" r="r" b="b"/>
              <a:pathLst>
                <a:path w="53" h="26" extrusionOk="0">
                  <a:moveTo>
                    <a:pt x="49" y="7"/>
                  </a:moveTo>
                  <a:cubicBezTo>
                    <a:pt x="50" y="5"/>
                    <a:pt x="53" y="4"/>
                    <a:pt x="51" y="1"/>
                  </a:cubicBezTo>
                  <a:cubicBezTo>
                    <a:pt x="51" y="2"/>
                    <a:pt x="50" y="2"/>
                    <a:pt x="49" y="2"/>
                  </a:cubicBezTo>
                  <a:cubicBezTo>
                    <a:pt x="46" y="3"/>
                    <a:pt x="38" y="0"/>
                    <a:pt x="33" y="1"/>
                  </a:cubicBezTo>
                  <a:cubicBezTo>
                    <a:pt x="29" y="2"/>
                    <a:pt x="20" y="2"/>
                    <a:pt x="18" y="4"/>
                  </a:cubicBezTo>
                  <a:cubicBezTo>
                    <a:pt x="15" y="6"/>
                    <a:pt x="10" y="7"/>
                    <a:pt x="12" y="9"/>
                  </a:cubicBezTo>
                  <a:cubicBezTo>
                    <a:pt x="15" y="11"/>
                    <a:pt x="12" y="12"/>
                    <a:pt x="14" y="14"/>
                  </a:cubicBezTo>
                  <a:cubicBezTo>
                    <a:pt x="16" y="16"/>
                    <a:pt x="17" y="17"/>
                    <a:pt x="19" y="17"/>
                  </a:cubicBezTo>
                  <a:cubicBezTo>
                    <a:pt x="22" y="16"/>
                    <a:pt x="23" y="18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5" y="20"/>
                    <a:pt x="29" y="20"/>
                    <a:pt x="30" y="20"/>
                  </a:cubicBezTo>
                  <a:cubicBezTo>
                    <a:pt x="31" y="21"/>
                    <a:pt x="37" y="26"/>
                    <a:pt x="38" y="25"/>
                  </a:cubicBezTo>
                  <a:cubicBezTo>
                    <a:pt x="39" y="25"/>
                    <a:pt x="43" y="25"/>
                    <a:pt x="46" y="26"/>
                  </a:cubicBezTo>
                  <a:cubicBezTo>
                    <a:pt x="46" y="25"/>
                    <a:pt x="46" y="24"/>
                    <a:pt x="47" y="23"/>
                  </a:cubicBezTo>
                  <a:cubicBezTo>
                    <a:pt x="48" y="22"/>
                    <a:pt x="50" y="22"/>
                    <a:pt x="49" y="21"/>
                  </a:cubicBezTo>
                  <a:cubicBezTo>
                    <a:pt x="48" y="19"/>
                    <a:pt x="47" y="18"/>
                    <a:pt x="47" y="16"/>
                  </a:cubicBezTo>
                  <a:cubicBezTo>
                    <a:pt x="47" y="14"/>
                    <a:pt x="46" y="13"/>
                    <a:pt x="46" y="11"/>
                  </a:cubicBezTo>
                  <a:cubicBezTo>
                    <a:pt x="47" y="10"/>
                    <a:pt x="48" y="9"/>
                    <a:pt x="49" y="7"/>
                  </a:cubicBezTo>
                  <a:close/>
                  <a:moveTo>
                    <a:pt x="5" y="13"/>
                  </a:moveTo>
                  <a:cubicBezTo>
                    <a:pt x="1" y="14"/>
                    <a:pt x="0" y="20"/>
                    <a:pt x="2" y="20"/>
                  </a:cubicBezTo>
                  <a:cubicBezTo>
                    <a:pt x="4" y="20"/>
                    <a:pt x="9" y="16"/>
                    <a:pt x="11" y="15"/>
                  </a:cubicBezTo>
                  <a:cubicBezTo>
                    <a:pt x="12" y="13"/>
                    <a:pt x="10" y="12"/>
                    <a:pt x="5" y="13"/>
                  </a:cubicBezTo>
                  <a:close/>
                  <a:moveTo>
                    <a:pt x="9" y="9"/>
                  </a:moveTo>
                  <a:cubicBezTo>
                    <a:pt x="10" y="8"/>
                    <a:pt x="2" y="8"/>
                    <a:pt x="4" y="10"/>
                  </a:cubicBezTo>
                  <a:cubicBezTo>
                    <a:pt x="5" y="11"/>
                    <a:pt x="8" y="11"/>
                    <a:pt x="9" y="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>
              <a:off x="6776034" y="4066868"/>
              <a:ext cx="242268" cy="300534"/>
            </a:xfrm>
            <a:custGeom>
              <a:avLst/>
              <a:gdLst/>
              <a:ahLst/>
              <a:cxnLst/>
              <a:rect l="l" t="t" r="r" b="b"/>
              <a:pathLst>
                <a:path w="67" h="83" extrusionOk="0">
                  <a:moveTo>
                    <a:pt x="59" y="19"/>
                  </a:moveTo>
                  <a:cubicBezTo>
                    <a:pt x="63" y="13"/>
                    <a:pt x="63" y="13"/>
                    <a:pt x="63" y="13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5" y="8"/>
                    <a:pt x="64" y="8"/>
                    <a:pt x="63" y="9"/>
                  </a:cubicBezTo>
                  <a:cubicBezTo>
                    <a:pt x="62" y="9"/>
                    <a:pt x="60" y="8"/>
                    <a:pt x="59" y="7"/>
                  </a:cubicBezTo>
                  <a:cubicBezTo>
                    <a:pt x="58" y="6"/>
                    <a:pt x="55" y="7"/>
                    <a:pt x="52" y="8"/>
                  </a:cubicBezTo>
                  <a:cubicBezTo>
                    <a:pt x="49" y="10"/>
                    <a:pt x="47" y="14"/>
                    <a:pt x="46" y="13"/>
                  </a:cubicBezTo>
                  <a:cubicBezTo>
                    <a:pt x="45" y="12"/>
                    <a:pt x="38" y="11"/>
                    <a:pt x="36" y="11"/>
                  </a:cubicBezTo>
                  <a:cubicBezTo>
                    <a:pt x="35" y="11"/>
                    <a:pt x="29" y="7"/>
                    <a:pt x="27" y="6"/>
                  </a:cubicBezTo>
                  <a:cubicBezTo>
                    <a:pt x="25" y="4"/>
                    <a:pt x="19" y="5"/>
                    <a:pt x="18" y="4"/>
                  </a:cubicBezTo>
                  <a:cubicBezTo>
                    <a:pt x="17" y="3"/>
                    <a:pt x="14" y="3"/>
                    <a:pt x="13" y="1"/>
                  </a:cubicBezTo>
                  <a:cubicBezTo>
                    <a:pt x="12" y="0"/>
                    <a:pt x="10" y="1"/>
                    <a:pt x="8" y="1"/>
                  </a:cubicBezTo>
                  <a:cubicBezTo>
                    <a:pt x="6" y="1"/>
                    <a:pt x="2" y="4"/>
                    <a:pt x="2" y="5"/>
                  </a:cubicBezTo>
                  <a:cubicBezTo>
                    <a:pt x="1" y="6"/>
                    <a:pt x="1" y="6"/>
                    <a:pt x="0" y="7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23"/>
                    <a:pt x="8" y="26"/>
                  </a:cubicBezTo>
                  <a:cubicBezTo>
                    <a:pt x="8" y="30"/>
                    <a:pt x="5" y="34"/>
                    <a:pt x="3" y="36"/>
                  </a:cubicBezTo>
                  <a:cubicBezTo>
                    <a:pt x="2" y="37"/>
                    <a:pt x="1" y="39"/>
                    <a:pt x="0" y="41"/>
                  </a:cubicBezTo>
                  <a:cubicBezTo>
                    <a:pt x="3" y="42"/>
                    <a:pt x="6" y="43"/>
                    <a:pt x="6" y="44"/>
                  </a:cubicBezTo>
                  <a:cubicBezTo>
                    <a:pt x="5" y="46"/>
                    <a:pt x="0" y="46"/>
                    <a:pt x="0" y="50"/>
                  </a:cubicBezTo>
                  <a:cubicBezTo>
                    <a:pt x="0" y="50"/>
                    <a:pt x="0" y="50"/>
                    <a:pt x="0" y="51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1" y="73"/>
                    <a:pt x="38" y="78"/>
                    <a:pt x="45" y="83"/>
                  </a:cubicBezTo>
                  <a:cubicBezTo>
                    <a:pt x="48" y="75"/>
                    <a:pt x="52" y="66"/>
                    <a:pt x="53" y="64"/>
                  </a:cubicBezTo>
                  <a:cubicBezTo>
                    <a:pt x="55" y="62"/>
                    <a:pt x="57" y="62"/>
                    <a:pt x="59" y="60"/>
                  </a:cubicBezTo>
                  <a:cubicBezTo>
                    <a:pt x="60" y="58"/>
                    <a:pt x="61" y="61"/>
                    <a:pt x="63" y="57"/>
                  </a:cubicBezTo>
                  <a:cubicBezTo>
                    <a:pt x="64" y="57"/>
                    <a:pt x="64" y="56"/>
                    <a:pt x="64" y="56"/>
                  </a:cubicBezTo>
                  <a:cubicBezTo>
                    <a:pt x="60" y="49"/>
                    <a:pt x="60" y="49"/>
                    <a:pt x="60" y="49"/>
                  </a:cubicBezTo>
                  <a:lnTo>
                    <a:pt x="59" y="19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>
              <a:off x="6642634" y="4091401"/>
              <a:ext cx="165600" cy="171734"/>
            </a:xfrm>
            <a:custGeom>
              <a:avLst/>
              <a:gdLst/>
              <a:ahLst/>
              <a:cxnLst/>
              <a:rect l="l" t="t" r="r" b="b"/>
              <a:pathLst>
                <a:path w="46" h="47" extrusionOk="0">
                  <a:moveTo>
                    <a:pt x="42" y="9"/>
                  </a:moveTo>
                  <a:cubicBezTo>
                    <a:pt x="41" y="3"/>
                    <a:pt x="41" y="3"/>
                    <a:pt x="41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1"/>
                    <a:pt x="35" y="2"/>
                    <a:pt x="35" y="2"/>
                  </a:cubicBezTo>
                  <a:cubicBezTo>
                    <a:pt x="34" y="4"/>
                    <a:pt x="31" y="4"/>
                    <a:pt x="29" y="3"/>
                  </a:cubicBezTo>
                  <a:cubicBezTo>
                    <a:pt x="28" y="2"/>
                    <a:pt x="24" y="4"/>
                    <a:pt x="23" y="5"/>
                  </a:cubicBezTo>
                  <a:cubicBezTo>
                    <a:pt x="22" y="6"/>
                    <a:pt x="20" y="3"/>
                    <a:pt x="18" y="3"/>
                  </a:cubicBezTo>
                  <a:cubicBezTo>
                    <a:pt x="16" y="3"/>
                    <a:pt x="12" y="5"/>
                    <a:pt x="12" y="5"/>
                  </a:cubicBezTo>
                  <a:cubicBezTo>
                    <a:pt x="12" y="5"/>
                    <a:pt x="11" y="10"/>
                    <a:pt x="11" y="12"/>
                  </a:cubicBezTo>
                  <a:cubicBezTo>
                    <a:pt x="11" y="14"/>
                    <a:pt x="14" y="15"/>
                    <a:pt x="14" y="16"/>
                  </a:cubicBezTo>
                  <a:cubicBezTo>
                    <a:pt x="14" y="18"/>
                    <a:pt x="11" y="19"/>
                    <a:pt x="11" y="21"/>
                  </a:cubicBezTo>
                  <a:cubicBezTo>
                    <a:pt x="11" y="22"/>
                    <a:pt x="10" y="22"/>
                    <a:pt x="8" y="23"/>
                  </a:cubicBezTo>
                  <a:cubicBezTo>
                    <a:pt x="6" y="24"/>
                    <a:pt x="6" y="27"/>
                    <a:pt x="5" y="28"/>
                  </a:cubicBezTo>
                  <a:cubicBezTo>
                    <a:pt x="3" y="29"/>
                    <a:pt x="3" y="32"/>
                    <a:pt x="2" y="34"/>
                  </a:cubicBezTo>
                  <a:cubicBezTo>
                    <a:pt x="2" y="36"/>
                    <a:pt x="1" y="39"/>
                    <a:pt x="1" y="41"/>
                  </a:cubicBezTo>
                  <a:cubicBezTo>
                    <a:pt x="1" y="43"/>
                    <a:pt x="1" y="46"/>
                    <a:pt x="0" y="47"/>
                  </a:cubicBezTo>
                  <a:cubicBezTo>
                    <a:pt x="2" y="47"/>
                    <a:pt x="3" y="47"/>
                    <a:pt x="4" y="46"/>
                  </a:cubicBezTo>
                  <a:cubicBezTo>
                    <a:pt x="5" y="45"/>
                    <a:pt x="12" y="44"/>
                    <a:pt x="12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1" y="39"/>
                    <a:pt x="23" y="35"/>
                    <a:pt x="26" y="34"/>
                  </a:cubicBezTo>
                  <a:cubicBezTo>
                    <a:pt x="29" y="33"/>
                    <a:pt x="34" y="33"/>
                    <a:pt x="37" y="34"/>
                  </a:cubicBezTo>
                  <a:cubicBezTo>
                    <a:pt x="38" y="32"/>
                    <a:pt x="39" y="30"/>
                    <a:pt x="40" y="29"/>
                  </a:cubicBezTo>
                  <a:cubicBezTo>
                    <a:pt x="42" y="27"/>
                    <a:pt x="45" y="23"/>
                    <a:pt x="45" y="19"/>
                  </a:cubicBezTo>
                  <a:cubicBezTo>
                    <a:pt x="46" y="16"/>
                    <a:pt x="46" y="12"/>
                    <a:pt x="46" y="12"/>
                  </a:cubicBezTo>
                  <a:lnTo>
                    <a:pt x="42" y="9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>
              <a:off x="7461435" y="2712932"/>
              <a:ext cx="539734" cy="315868"/>
            </a:xfrm>
            <a:custGeom>
              <a:avLst/>
              <a:gdLst/>
              <a:ahLst/>
              <a:cxnLst/>
              <a:rect l="l" t="t" r="r" b="b"/>
              <a:pathLst>
                <a:path w="149" h="87" extrusionOk="0">
                  <a:moveTo>
                    <a:pt x="145" y="49"/>
                  </a:moveTo>
                  <a:cubicBezTo>
                    <a:pt x="141" y="46"/>
                    <a:pt x="134" y="42"/>
                    <a:pt x="134" y="44"/>
                  </a:cubicBezTo>
                  <a:cubicBezTo>
                    <a:pt x="133" y="46"/>
                    <a:pt x="129" y="46"/>
                    <a:pt x="127" y="44"/>
                  </a:cubicBezTo>
                  <a:cubicBezTo>
                    <a:pt x="125" y="42"/>
                    <a:pt x="124" y="40"/>
                    <a:pt x="119" y="42"/>
                  </a:cubicBezTo>
                  <a:cubicBezTo>
                    <a:pt x="114" y="44"/>
                    <a:pt x="111" y="46"/>
                    <a:pt x="110" y="48"/>
                  </a:cubicBezTo>
                  <a:cubicBezTo>
                    <a:pt x="110" y="50"/>
                    <a:pt x="107" y="52"/>
                    <a:pt x="106" y="50"/>
                  </a:cubicBezTo>
                  <a:cubicBezTo>
                    <a:pt x="106" y="47"/>
                    <a:pt x="102" y="46"/>
                    <a:pt x="99" y="45"/>
                  </a:cubicBezTo>
                  <a:cubicBezTo>
                    <a:pt x="97" y="45"/>
                    <a:pt x="93" y="46"/>
                    <a:pt x="92" y="43"/>
                  </a:cubicBezTo>
                  <a:cubicBezTo>
                    <a:pt x="92" y="41"/>
                    <a:pt x="88" y="38"/>
                    <a:pt x="88" y="35"/>
                  </a:cubicBezTo>
                  <a:cubicBezTo>
                    <a:pt x="87" y="32"/>
                    <a:pt x="88" y="27"/>
                    <a:pt x="86" y="27"/>
                  </a:cubicBezTo>
                  <a:cubicBezTo>
                    <a:pt x="83" y="26"/>
                    <a:pt x="81" y="22"/>
                    <a:pt x="79" y="22"/>
                  </a:cubicBezTo>
                  <a:cubicBezTo>
                    <a:pt x="77" y="22"/>
                    <a:pt x="64" y="22"/>
                    <a:pt x="62" y="21"/>
                  </a:cubicBezTo>
                  <a:cubicBezTo>
                    <a:pt x="60" y="20"/>
                    <a:pt x="52" y="24"/>
                    <a:pt x="51" y="22"/>
                  </a:cubicBezTo>
                  <a:cubicBezTo>
                    <a:pt x="50" y="20"/>
                    <a:pt x="44" y="14"/>
                    <a:pt x="41" y="11"/>
                  </a:cubicBezTo>
                  <a:cubicBezTo>
                    <a:pt x="41" y="12"/>
                    <a:pt x="40" y="14"/>
                    <a:pt x="39" y="15"/>
                  </a:cubicBezTo>
                  <a:cubicBezTo>
                    <a:pt x="32" y="19"/>
                    <a:pt x="26" y="18"/>
                    <a:pt x="28" y="13"/>
                  </a:cubicBezTo>
                  <a:cubicBezTo>
                    <a:pt x="30" y="7"/>
                    <a:pt x="31" y="1"/>
                    <a:pt x="27" y="1"/>
                  </a:cubicBezTo>
                  <a:cubicBezTo>
                    <a:pt x="24" y="1"/>
                    <a:pt x="26" y="12"/>
                    <a:pt x="24" y="13"/>
                  </a:cubicBezTo>
                  <a:cubicBezTo>
                    <a:pt x="22" y="14"/>
                    <a:pt x="21" y="5"/>
                    <a:pt x="23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" y="44"/>
                    <a:pt x="5" y="44"/>
                    <a:pt x="6" y="44"/>
                  </a:cubicBezTo>
                  <a:cubicBezTo>
                    <a:pt x="9" y="45"/>
                    <a:pt x="9" y="42"/>
                    <a:pt x="9" y="40"/>
                  </a:cubicBezTo>
                  <a:cubicBezTo>
                    <a:pt x="9" y="39"/>
                    <a:pt x="13" y="36"/>
                    <a:pt x="15" y="36"/>
                  </a:cubicBezTo>
                  <a:cubicBezTo>
                    <a:pt x="18" y="36"/>
                    <a:pt x="17" y="33"/>
                    <a:pt x="18" y="33"/>
                  </a:cubicBezTo>
                  <a:cubicBezTo>
                    <a:pt x="19" y="33"/>
                    <a:pt x="21" y="32"/>
                    <a:pt x="22" y="31"/>
                  </a:cubicBezTo>
                  <a:cubicBezTo>
                    <a:pt x="22" y="30"/>
                    <a:pt x="26" y="31"/>
                    <a:pt x="28" y="33"/>
                  </a:cubicBezTo>
                  <a:cubicBezTo>
                    <a:pt x="29" y="34"/>
                    <a:pt x="32" y="34"/>
                    <a:pt x="34" y="35"/>
                  </a:cubicBezTo>
                  <a:cubicBezTo>
                    <a:pt x="36" y="35"/>
                    <a:pt x="37" y="42"/>
                    <a:pt x="37" y="44"/>
                  </a:cubicBezTo>
                  <a:cubicBezTo>
                    <a:pt x="37" y="45"/>
                    <a:pt x="48" y="45"/>
                    <a:pt x="50" y="45"/>
                  </a:cubicBezTo>
                  <a:cubicBezTo>
                    <a:pt x="51" y="45"/>
                    <a:pt x="51" y="48"/>
                    <a:pt x="53" y="51"/>
                  </a:cubicBezTo>
                  <a:cubicBezTo>
                    <a:pt x="55" y="53"/>
                    <a:pt x="56" y="56"/>
                    <a:pt x="57" y="58"/>
                  </a:cubicBezTo>
                  <a:cubicBezTo>
                    <a:pt x="58" y="59"/>
                    <a:pt x="64" y="62"/>
                    <a:pt x="65" y="64"/>
                  </a:cubicBezTo>
                  <a:cubicBezTo>
                    <a:pt x="67" y="66"/>
                    <a:pt x="71" y="68"/>
                    <a:pt x="75" y="70"/>
                  </a:cubicBezTo>
                  <a:cubicBezTo>
                    <a:pt x="78" y="71"/>
                    <a:pt x="82" y="76"/>
                    <a:pt x="84" y="75"/>
                  </a:cubicBezTo>
                  <a:cubicBezTo>
                    <a:pt x="86" y="75"/>
                    <a:pt x="91" y="78"/>
                    <a:pt x="91" y="78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92" y="83"/>
                    <a:pt x="92" y="83"/>
                    <a:pt x="93" y="83"/>
                  </a:cubicBezTo>
                  <a:cubicBezTo>
                    <a:pt x="96" y="82"/>
                    <a:pt x="97" y="86"/>
                    <a:pt x="99" y="86"/>
                  </a:cubicBezTo>
                  <a:cubicBezTo>
                    <a:pt x="100" y="86"/>
                    <a:pt x="102" y="86"/>
                    <a:pt x="103" y="87"/>
                  </a:cubicBezTo>
                  <a:cubicBezTo>
                    <a:pt x="103" y="82"/>
                    <a:pt x="104" y="80"/>
                    <a:pt x="106" y="78"/>
                  </a:cubicBezTo>
                  <a:cubicBezTo>
                    <a:pt x="109" y="77"/>
                    <a:pt x="105" y="74"/>
                    <a:pt x="105" y="71"/>
                  </a:cubicBezTo>
                  <a:cubicBezTo>
                    <a:pt x="106" y="68"/>
                    <a:pt x="100" y="67"/>
                    <a:pt x="100" y="64"/>
                  </a:cubicBezTo>
                  <a:cubicBezTo>
                    <a:pt x="101" y="62"/>
                    <a:pt x="106" y="62"/>
                    <a:pt x="108" y="61"/>
                  </a:cubicBezTo>
                  <a:cubicBezTo>
                    <a:pt x="110" y="60"/>
                    <a:pt x="109" y="57"/>
                    <a:pt x="111" y="57"/>
                  </a:cubicBezTo>
                  <a:cubicBezTo>
                    <a:pt x="113" y="57"/>
                    <a:pt x="114" y="54"/>
                    <a:pt x="115" y="52"/>
                  </a:cubicBezTo>
                  <a:cubicBezTo>
                    <a:pt x="116" y="50"/>
                    <a:pt x="119" y="52"/>
                    <a:pt x="121" y="51"/>
                  </a:cubicBezTo>
                  <a:cubicBezTo>
                    <a:pt x="123" y="49"/>
                    <a:pt x="126" y="48"/>
                    <a:pt x="127" y="49"/>
                  </a:cubicBezTo>
                  <a:cubicBezTo>
                    <a:pt x="128" y="50"/>
                    <a:pt x="125" y="55"/>
                    <a:pt x="124" y="56"/>
                  </a:cubicBezTo>
                  <a:cubicBezTo>
                    <a:pt x="128" y="56"/>
                    <a:pt x="133" y="56"/>
                    <a:pt x="134" y="55"/>
                  </a:cubicBezTo>
                  <a:cubicBezTo>
                    <a:pt x="135" y="53"/>
                    <a:pt x="140" y="57"/>
                    <a:pt x="142" y="53"/>
                  </a:cubicBezTo>
                  <a:cubicBezTo>
                    <a:pt x="143" y="50"/>
                    <a:pt x="149" y="52"/>
                    <a:pt x="145" y="4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>
              <a:off x="5912766" y="944996"/>
              <a:ext cx="791202" cy="1252736"/>
            </a:xfrm>
            <a:custGeom>
              <a:avLst/>
              <a:gdLst/>
              <a:ahLst/>
              <a:cxnLst/>
              <a:rect l="l" t="t" r="r" b="b"/>
              <a:pathLst>
                <a:path w="218" h="345" extrusionOk="0">
                  <a:moveTo>
                    <a:pt x="211" y="184"/>
                  </a:moveTo>
                  <a:cubicBezTo>
                    <a:pt x="211" y="186"/>
                    <a:pt x="207" y="186"/>
                    <a:pt x="207" y="184"/>
                  </a:cubicBezTo>
                  <a:cubicBezTo>
                    <a:pt x="208" y="182"/>
                    <a:pt x="202" y="180"/>
                    <a:pt x="202" y="180"/>
                  </a:cubicBezTo>
                  <a:cubicBezTo>
                    <a:pt x="202" y="179"/>
                    <a:pt x="204" y="179"/>
                    <a:pt x="206" y="180"/>
                  </a:cubicBezTo>
                  <a:cubicBezTo>
                    <a:pt x="208" y="181"/>
                    <a:pt x="210" y="180"/>
                    <a:pt x="212" y="178"/>
                  </a:cubicBezTo>
                  <a:cubicBezTo>
                    <a:pt x="214" y="176"/>
                    <a:pt x="217" y="178"/>
                    <a:pt x="218" y="176"/>
                  </a:cubicBezTo>
                  <a:cubicBezTo>
                    <a:pt x="218" y="174"/>
                    <a:pt x="214" y="173"/>
                    <a:pt x="213" y="172"/>
                  </a:cubicBezTo>
                  <a:cubicBezTo>
                    <a:pt x="212" y="171"/>
                    <a:pt x="210" y="169"/>
                    <a:pt x="207" y="170"/>
                  </a:cubicBezTo>
                  <a:cubicBezTo>
                    <a:pt x="204" y="170"/>
                    <a:pt x="204" y="169"/>
                    <a:pt x="202" y="167"/>
                  </a:cubicBezTo>
                  <a:cubicBezTo>
                    <a:pt x="201" y="166"/>
                    <a:pt x="196" y="168"/>
                    <a:pt x="196" y="172"/>
                  </a:cubicBezTo>
                  <a:cubicBezTo>
                    <a:pt x="196" y="175"/>
                    <a:pt x="193" y="175"/>
                    <a:pt x="194" y="173"/>
                  </a:cubicBezTo>
                  <a:cubicBezTo>
                    <a:pt x="195" y="171"/>
                    <a:pt x="192" y="169"/>
                    <a:pt x="195" y="168"/>
                  </a:cubicBezTo>
                  <a:cubicBezTo>
                    <a:pt x="197" y="167"/>
                    <a:pt x="196" y="164"/>
                    <a:pt x="191" y="163"/>
                  </a:cubicBezTo>
                  <a:cubicBezTo>
                    <a:pt x="187" y="163"/>
                    <a:pt x="185" y="167"/>
                    <a:pt x="186" y="168"/>
                  </a:cubicBezTo>
                  <a:cubicBezTo>
                    <a:pt x="187" y="169"/>
                    <a:pt x="183" y="175"/>
                    <a:pt x="181" y="175"/>
                  </a:cubicBezTo>
                  <a:cubicBezTo>
                    <a:pt x="179" y="175"/>
                    <a:pt x="181" y="170"/>
                    <a:pt x="181" y="167"/>
                  </a:cubicBezTo>
                  <a:cubicBezTo>
                    <a:pt x="181" y="165"/>
                    <a:pt x="179" y="166"/>
                    <a:pt x="176" y="170"/>
                  </a:cubicBezTo>
                  <a:cubicBezTo>
                    <a:pt x="172" y="174"/>
                    <a:pt x="170" y="178"/>
                    <a:pt x="168" y="178"/>
                  </a:cubicBezTo>
                  <a:cubicBezTo>
                    <a:pt x="166" y="179"/>
                    <a:pt x="166" y="175"/>
                    <a:pt x="169" y="173"/>
                  </a:cubicBezTo>
                  <a:cubicBezTo>
                    <a:pt x="172" y="171"/>
                    <a:pt x="173" y="166"/>
                    <a:pt x="175" y="166"/>
                  </a:cubicBezTo>
                  <a:cubicBezTo>
                    <a:pt x="177" y="166"/>
                    <a:pt x="177" y="164"/>
                    <a:pt x="174" y="163"/>
                  </a:cubicBezTo>
                  <a:cubicBezTo>
                    <a:pt x="171" y="162"/>
                    <a:pt x="170" y="166"/>
                    <a:pt x="169" y="167"/>
                  </a:cubicBezTo>
                  <a:cubicBezTo>
                    <a:pt x="168" y="168"/>
                    <a:pt x="163" y="165"/>
                    <a:pt x="163" y="166"/>
                  </a:cubicBezTo>
                  <a:cubicBezTo>
                    <a:pt x="163" y="167"/>
                    <a:pt x="160" y="168"/>
                    <a:pt x="162" y="169"/>
                  </a:cubicBezTo>
                  <a:cubicBezTo>
                    <a:pt x="163" y="171"/>
                    <a:pt x="161" y="173"/>
                    <a:pt x="160" y="171"/>
                  </a:cubicBezTo>
                  <a:cubicBezTo>
                    <a:pt x="159" y="168"/>
                    <a:pt x="155" y="170"/>
                    <a:pt x="154" y="173"/>
                  </a:cubicBezTo>
                  <a:cubicBezTo>
                    <a:pt x="152" y="175"/>
                    <a:pt x="150" y="175"/>
                    <a:pt x="152" y="176"/>
                  </a:cubicBezTo>
                  <a:cubicBezTo>
                    <a:pt x="153" y="177"/>
                    <a:pt x="153" y="180"/>
                    <a:pt x="151" y="181"/>
                  </a:cubicBezTo>
                  <a:cubicBezTo>
                    <a:pt x="149" y="181"/>
                    <a:pt x="150" y="175"/>
                    <a:pt x="148" y="175"/>
                  </a:cubicBezTo>
                  <a:cubicBezTo>
                    <a:pt x="146" y="176"/>
                    <a:pt x="147" y="172"/>
                    <a:pt x="150" y="172"/>
                  </a:cubicBezTo>
                  <a:cubicBezTo>
                    <a:pt x="152" y="172"/>
                    <a:pt x="154" y="169"/>
                    <a:pt x="154" y="168"/>
                  </a:cubicBezTo>
                  <a:cubicBezTo>
                    <a:pt x="154" y="166"/>
                    <a:pt x="151" y="167"/>
                    <a:pt x="151" y="168"/>
                  </a:cubicBezTo>
                  <a:cubicBezTo>
                    <a:pt x="151" y="170"/>
                    <a:pt x="147" y="170"/>
                    <a:pt x="144" y="170"/>
                  </a:cubicBezTo>
                  <a:cubicBezTo>
                    <a:pt x="141" y="170"/>
                    <a:pt x="141" y="173"/>
                    <a:pt x="145" y="175"/>
                  </a:cubicBezTo>
                  <a:cubicBezTo>
                    <a:pt x="148" y="177"/>
                    <a:pt x="144" y="179"/>
                    <a:pt x="142" y="177"/>
                  </a:cubicBezTo>
                  <a:cubicBezTo>
                    <a:pt x="141" y="176"/>
                    <a:pt x="138" y="176"/>
                    <a:pt x="136" y="177"/>
                  </a:cubicBezTo>
                  <a:cubicBezTo>
                    <a:pt x="134" y="178"/>
                    <a:pt x="141" y="180"/>
                    <a:pt x="141" y="182"/>
                  </a:cubicBezTo>
                  <a:cubicBezTo>
                    <a:pt x="141" y="183"/>
                    <a:pt x="138" y="180"/>
                    <a:pt x="137" y="181"/>
                  </a:cubicBezTo>
                  <a:cubicBezTo>
                    <a:pt x="136" y="182"/>
                    <a:pt x="133" y="180"/>
                    <a:pt x="132" y="178"/>
                  </a:cubicBezTo>
                  <a:cubicBezTo>
                    <a:pt x="132" y="176"/>
                    <a:pt x="127" y="179"/>
                    <a:pt x="130" y="180"/>
                  </a:cubicBezTo>
                  <a:cubicBezTo>
                    <a:pt x="133" y="181"/>
                    <a:pt x="132" y="183"/>
                    <a:pt x="132" y="185"/>
                  </a:cubicBezTo>
                  <a:cubicBezTo>
                    <a:pt x="132" y="188"/>
                    <a:pt x="128" y="186"/>
                    <a:pt x="129" y="184"/>
                  </a:cubicBezTo>
                  <a:cubicBezTo>
                    <a:pt x="130" y="181"/>
                    <a:pt x="127" y="182"/>
                    <a:pt x="124" y="183"/>
                  </a:cubicBezTo>
                  <a:cubicBezTo>
                    <a:pt x="122" y="185"/>
                    <a:pt x="124" y="181"/>
                    <a:pt x="123" y="178"/>
                  </a:cubicBezTo>
                  <a:cubicBezTo>
                    <a:pt x="122" y="176"/>
                    <a:pt x="120" y="178"/>
                    <a:pt x="118" y="179"/>
                  </a:cubicBezTo>
                  <a:cubicBezTo>
                    <a:pt x="115" y="179"/>
                    <a:pt x="114" y="180"/>
                    <a:pt x="115" y="181"/>
                  </a:cubicBezTo>
                  <a:cubicBezTo>
                    <a:pt x="117" y="183"/>
                    <a:pt x="117" y="186"/>
                    <a:pt x="114" y="185"/>
                  </a:cubicBezTo>
                  <a:cubicBezTo>
                    <a:pt x="112" y="185"/>
                    <a:pt x="111" y="185"/>
                    <a:pt x="112" y="187"/>
                  </a:cubicBezTo>
                  <a:cubicBezTo>
                    <a:pt x="112" y="189"/>
                    <a:pt x="109" y="189"/>
                    <a:pt x="109" y="188"/>
                  </a:cubicBezTo>
                  <a:cubicBezTo>
                    <a:pt x="108" y="186"/>
                    <a:pt x="104" y="186"/>
                    <a:pt x="103" y="188"/>
                  </a:cubicBezTo>
                  <a:cubicBezTo>
                    <a:pt x="102" y="190"/>
                    <a:pt x="98" y="192"/>
                    <a:pt x="99" y="194"/>
                  </a:cubicBezTo>
                  <a:cubicBezTo>
                    <a:pt x="99" y="196"/>
                    <a:pt x="102" y="193"/>
                    <a:pt x="104" y="194"/>
                  </a:cubicBezTo>
                  <a:cubicBezTo>
                    <a:pt x="106" y="194"/>
                    <a:pt x="104" y="195"/>
                    <a:pt x="105" y="197"/>
                  </a:cubicBezTo>
                  <a:cubicBezTo>
                    <a:pt x="106" y="198"/>
                    <a:pt x="106" y="200"/>
                    <a:pt x="104" y="199"/>
                  </a:cubicBezTo>
                  <a:cubicBezTo>
                    <a:pt x="103" y="197"/>
                    <a:pt x="100" y="197"/>
                    <a:pt x="100" y="199"/>
                  </a:cubicBezTo>
                  <a:cubicBezTo>
                    <a:pt x="100" y="202"/>
                    <a:pt x="98" y="199"/>
                    <a:pt x="96" y="197"/>
                  </a:cubicBezTo>
                  <a:cubicBezTo>
                    <a:pt x="95" y="195"/>
                    <a:pt x="93" y="201"/>
                    <a:pt x="92" y="199"/>
                  </a:cubicBezTo>
                  <a:cubicBezTo>
                    <a:pt x="90" y="198"/>
                    <a:pt x="95" y="194"/>
                    <a:pt x="94" y="192"/>
                  </a:cubicBezTo>
                  <a:cubicBezTo>
                    <a:pt x="92" y="191"/>
                    <a:pt x="92" y="193"/>
                    <a:pt x="89" y="196"/>
                  </a:cubicBezTo>
                  <a:cubicBezTo>
                    <a:pt x="86" y="199"/>
                    <a:pt x="82" y="199"/>
                    <a:pt x="83" y="200"/>
                  </a:cubicBezTo>
                  <a:cubicBezTo>
                    <a:pt x="85" y="202"/>
                    <a:pt x="80" y="203"/>
                    <a:pt x="80" y="205"/>
                  </a:cubicBezTo>
                  <a:cubicBezTo>
                    <a:pt x="79" y="207"/>
                    <a:pt x="73" y="208"/>
                    <a:pt x="69" y="211"/>
                  </a:cubicBezTo>
                  <a:cubicBezTo>
                    <a:pt x="66" y="213"/>
                    <a:pt x="70" y="213"/>
                    <a:pt x="72" y="211"/>
                  </a:cubicBezTo>
                  <a:cubicBezTo>
                    <a:pt x="74" y="209"/>
                    <a:pt x="75" y="210"/>
                    <a:pt x="78" y="208"/>
                  </a:cubicBezTo>
                  <a:cubicBezTo>
                    <a:pt x="82" y="206"/>
                    <a:pt x="85" y="204"/>
                    <a:pt x="87" y="205"/>
                  </a:cubicBezTo>
                  <a:cubicBezTo>
                    <a:pt x="88" y="206"/>
                    <a:pt x="90" y="206"/>
                    <a:pt x="92" y="204"/>
                  </a:cubicBezTo>
                  <a:cubicBezTo>
                    <a:pt x="93" y="202"/>
                    <a:pt x="95" y="202"/>
                    <a:pt x="97" y="204"/>
                  </a:cubicBezTo>
                  <a:cubicBezTo>
                    <a:pt x="99" y="205"/>
                    <a:pt x="94" y="206"/>
                    <a:pt x="96" y="208"/>
                  </a:cubicBezTo>
                  <a:cubicBezTo>
                    <a:pt x="98" y="210"/>
                    <a:pt x="94" y="211"/>
                    <a:pt x="94" y="210"/>
                  </a:cubicBezTo>
                  <a:cubicBezTo>
                    <a:pt x="94" y="208"/>
                    <a:pt x="91" y="206"/>
                    <a:pt x="90" y="208"/>
                  </a:cubicBezTo>
                  <a:cubicBezTo>
                    <a:pt x="90" y="210"/>
                    <a:pt x="88" y="211"/>
                    <a:pt x="86" y="211"/>
                  </a:cubicBezTo>
                  <a:cubicBezTo>
                    <a:pt x="85" y="212"/>
                    <a:pt x="83" y="215"/>
                    <a:pt x="83" y="218"/>
                  </a:cubicBezTo>
                  <a:cubicBezTo>
                    <a:pt x="83" y="221"/>
                    <a:pt x="80" y="218"/>
                    <a:pt x="80" y="220"/>
                  </a:cubicBezTo>
                  <a:cubicBezTo>
                    <a:pt x="80" y="223"/>
                    <a:pt x="76" y="227"/>
                    <a:pt x="72" y="231"/>
                  </a:cubicBezTo>
                  <a:cubicBezTo>
                    <a:pt x="69" y="234"/>
                    <a:pt x="72" y="235"/>
                    <a:pt x="71" y="237"/>
                  </a:cubicBezTo>
                  <a:cubicBezTo>
                    <a:pt x="70" y="239"/>
                    <a:pt x="66" y="237"/>
                    <a:pt x="64" y="238"/>
                  </a:cubicBezTo>
                  <a:cubicBezTo>
                    <a:pt x="63" y="239"/>
                    <a:pt x="65" y="244"/>
                    <a:pt x="63" y="246"/>
                  </a:cubicBezTo>
                  <a:cubicBezTo>
                    <a:pt x="61" y="247"/>
                    <a:pt x="63" y="250"/>
                    <a:pt x="63" y="251"/>
                  </a:cubicBezTo>
                  <a:cubicBezTo>
                    <a:pt x="63" y="253"/>
                    <a:pt x="58" y="250"/>
                    <a:pt x="58" y="252"/>
                  </a:cubicBezTo>
                  <a:cubicBezTo>
                    <a:pt x="58" y="254"/>
                    <a:pt x="53" y="254"/>
                    <a:pt x="52" y="254"/>
                  </a:cubicBezTo>
                  <a:cubicBezTo>
                    <a:pt x="51" y="255"/>
                    <a:pt x="55" y="258"/>
                    <a:pt x="57" y="259"/>
                  </a:cubicBezTo>
                  <a:cubicBezTo>
                    <a:pt x="59" y="261"/>
                    <a:pt x="55" y="262"/>
                    <a:pt x="54" y="260"/>
                  </a:cubicBezTo>
                  <a:cubicBezTo>
                    <a:pt x="54" y="258"/>
                    <a:pt x="51" y="262"/>
                    <a:pt x="47" y="263"/>
                  </a:cubicBezTo>
                  <a:cubicBezTo>
                    <a:pt x="43" y="265"/>
                    <a:pt x="45" y="269"/>
                    <a:pt x="42" y="269"/>
                  </a:cubicBezTo>
                  <a:cubicBezTo>
                    <a:pt x="39" y="269"/>
                    <a:pt x="39" y="274"/>
                    <a:pt x="37" y="275"/>
                  </a:cubicBezTo>
                  <a:cubicBezTo>
                    <a:pt x="35" y="277"/>
                    <a:pt x="36" y="272"/>
                    <a:pt x="33" y="272"/>
                  </a:cubicBezTo>
                  <a:cubicBezTo>
                    <a:pt x="30" y="271"/>
                    <a:pt x="30" y="274"/>
                    <a:pt x="32" y="276"/>
                  </a:cubicBezTo>
                  <a:cubicBezTo>
                    <a:pt x="34" y="279"/>
                    <a:pt x="29" y="277"/>
                    <a:pt x="27" y="279"/>
                  </a:cubicBezTo>
                  <a:cubicBezTo>
                    <a:pt x="25" y="281"/>
                    <a:pt x="20" y="280"/>
                    <a:pt x="19" y="282"/>
                  </a:cubicBezTo>
                  <a:cubicBezTo>
                    <a:pt x="18" y="284"/>
                    <a:pt x="23" y="284"/>
                    <a:pt x="24" y="285"/>
                  </a:cubicBezTo>
                  <a:cubicBezTo>
                    <a:pt x="24" y="287"/>
                    <a:pt x="19" y="286"/>
                    <a:pt x="16" y="286"/>
                  </a:cubicBezTo>
                  <a:cubicBezTo>
                    <a:pt x="14" y="285"/>
                    <a:pt x="14" y="289"/>
                    <a:pt x="12" y="289"/>
                  </a:cubicBezTo>
                  <a:cubicBezTo>
                    <a:pt x="9" y="288"/>
                    <a:pt x="6" y="291"/>
                    <a:pt x="8" y="292"/>
                  </a:cubicBezTo>
                  <a:cubicBezTo>
                    <a:pt x="10" y="294"/>
                    <a:pt x="7" y="294"/>
                    <a:pt x="5" y="293"/>
                  </a:cubicBezTo>
                  <a:cubicBezTo>
                    <a:pt x="3" y="292"/>
                    <a:pt x="2" y="295"/>
                    <a:pt x="1" y="297"/>
                  </a:cubicBezTo>
                  <a:cubicBezTo>
                    <a:pt x="0" y="299"/>
                    <a:pt x="4" y="300"/>
                    <a:pt x="4" y="301"/>
                  </a:cubicBezTo>
                  <a:cubicBezTo>
                    <a:pt x="4" y="302"/>
                    <a:pt x="1" y="304"/>
                    <a:pt x="3" y="304"/>
                  </a:cubicBezTo>
                  <a:cubicBezTo>
                    <a:pt x="6" y="305"/>
                    <a:pt x="4" y="307"/>
                    <a:pt x="2" y="308"/>
                  </a:cubicBezTo>
                  <a:cubicBezTo>
                    <a:pt x="1" y="308"/>
                    <a:pt x="1" y="310"/>
                    <a:pt x="2" y="311"/>
                  </a:cubicBezTo>
                  <a:cubicBezTo>
                    <a:pt x="4" y="313"/>
                    <a:pt x="0" y="314"/>
                    <a:pt x="2" y="317"/>
                  </a:cubicBezTo>
                  <a:cubicBezTo>
                    <a:pt x="4" y="319"/>
                    <a:pt x="5" y="316"/>
                    <a:pt x="6" y="318"/>
                  </a:cubicBezTo>
                  <a:cubicBezTo>
                    <a:pt x="7" y="320"/>
                    <a:pt x="9" y="318"/>
                    <a:pt x="12" y="316"/>
                  </a:cubicBezTo>
                  <a:cubicBezTo>
                    <a:pt x="15" y="313"/>
                    <a:pt x="16" y="318"/>
                    <a:pt x="14" y="318"/>
                  </a:cubicBezTo>
                  <a:cubicBezTo>
                    <a:pt x="11" y="318"/>
                    <a:pt x="9" y="320"/>
                    <a:pt x="9" y="322"/>
                  </a:cubicBezTo>
                  <a:cubicBezTo>
                    <a:pt x="10" y="324"/>
                    <a:pt x="6" y="324"/>
                    <a:pt x="6" y="321"/>
                  </a:cubicBezTo>
                  <a:cubicBezTo>
                    <a:pt x="6" y="318"/>
                    <a:pt x="1" y="321"/>
                    <a:pt x="3" y="323"/>
                  </a:cubicBezTo>
                  <a:cubicBezTo>
                    <a:pt x="5" y="325"/>
                    <a:pt x="2" y="327"/>
                    <a:pt x="2" y="328"/>
                  </a:cubicBezTo>
                  <a:cubicBezTo>
                    <a:pt x="2" y="330"/>
                    <a:pt x="6" y="330"/>
                    <a:pt x="7" y="328"/>
                  </a:cubicBezTo>
                  <a:cubicBezTo>
                    <a:pt x="9" y="326"/>
                    <a:pt x="11" y="326"/>
                    <a:pt x="12" y="328"/>
                  </a:cubicBezTo>
                  <a:cubicBezTo>
                    <a:pt x="13" y="330"/>
                    <a:pt x="10" y="329"/>
                    <a:pt x="10" y="332"/>
                  </a:cubicBezTo>
                  <a:cubicBezTo>
                    <a:pt x="10" y="335"/>
                    <a:pt x="8" y="332"/>
                    <a:pt x="6" y="334"/>
                  </a:cubicBezTo>
                  <a:cubicBezTo>
                    <a:pt x="4" y="337"/>
                    <a:pt x="12" y="341"/>
                    <a:pt x="15" y="341"/>
                  </a:cubicBezTo>
                  <a:cubicBezTo>
                    <a:pt x="17" y="342"/>
                    <a:pt x="20" y="345"/>
                    <a:pt x="25" y="344"/>
                  </a:cubicBezTo>
                  <a:cubicBezTo>
                    <a:pt x="30" y="343"/>
                    <a:pt x="39" y="334"/>
                    <a:pt x="40" y="332"/>
                  </a:cubicBezTo>
                  <a:cubicBezTo>
                    <a:pt x="42" y="331"/>
                    <a:pt x="44" y="333"/>
                    <a:pt x="46" y="331"/>
                  </a:cubicBezTo>
                  <a:cubicBezTo>
                    <a:pt x="48" y="330"/>
                    <a:pt x="47" y="326"/>
                    <a:pt x="48" y="325"/>
                  </a:cubicBezTo>
                  <a:cubicBezTo>
                    <a:pt x="50" y="324"/>
                    <a:pt x="50" y="329"/>
                    <a:pt x="52" y="330"/>
                  </a:cubicBezTo>
                  <a:cubicBezTo>
                    <a:pt x="53" y="330"/>
                    <a:pt x="54" y="331"/>
                    <a:pt x="54" y="333"/>
                  </a:cubicBezTo>
                  <a:cubicBezTo>
                    <a:pt x="55" y="333"/>
                    <a:pt x="56" y="333"/>
                    <a:pt x="56" y="334"/>
                  </a:cubicBezTo>
                  <a:cubicBezTo>
                    <a:pt x="58" y="335"/>
                    <a:pt x="58" y="330"/>
                    <a:pt x="58" y="328"/>
                  </a:cubicBezTo>
                  <a:cubicBezTo>
                    <a:pt x="58" y="327"/>
                    <a:pt x="60" y="323"/>
                    <a:pt x="60" y="321"/>
                  </a:cubicBezTo>
                  <a:cubicBezTo>
                    <a:pt x="59" y="319"/>
                    <a:pt x="64" y="321"/>
                    <a:pt x="65" y="319"/>
                  </a:cubicBezTo>
                  <a:cubicBezTo>
                    <a:pt x="66" y="318"/>
                    <a:pt x="66" y="312"/>
                    <a:pt x="65" y="311"/>
                  </a:cubicBezTo>
                  <a:cubicBezTo>
                    <a:pt x="63" y="311"/>
                    <a:pt x="63" y="307"/>
                    <a:pt x="64" y="307"/>
                  </a:cubicBezTo>
                  <a:cubicBezTo>
                    <a:pt x="66" y="307"/>
                    <a:pt x="68" y="306"/>
                    <a:pt x="68" y="303"/>
                  </a:cubicBezTo>
                  <a:cubicBezTo>
                    <a:pt x="67" y="300"/>
                    <a:pt x="62" y="300"/>
                    <a:pt x="62" y="297"/>
                  </a:cubicBezTo>
                  <a:cubicBezTo>
                    <a:pt x="62" y="294"/>
                    <a:pt x="64" y="293"/>
                    <a:pt x="62" y="289"/>
                  </a:cubicBezTo>
                  <a:cubicBezTo>
                    <a:pt x="60" y="285"/>
                    <a:pt x="63" y="283"/>
                    <a:pt x="62" y="281"/>
                  </a:cubicBezTo>
                  <a:cubicBezTo>
                    <a:pt x="62" y="279"/>
                    <a:pt x="61" y="276"/>
                    <a:pt x="63" y="272"/>
                  </a:cubicBezTo>
                  <a:cubicBezTo>
                    <a:pt x="66" y="268"/>
                    <a:pt x="70" y="266"/>
                    <a:pt x="72" y="267"/>
                  </a:cubicBezTo>
                  <a:cubicBezTo>
                    <a:pt x="73" y="267"/>
                    <a:pt x="76" y="269"/>
                    <a:pt x="77" y="266"/>
                  </a:cubicBezTo>
                  <a:cubicBezTo>
                    <a:pt x="78" y="264"/>
                    <a:pt x="78" y="262"/>
                    <a:pt x="77" y="261"/>
                  </a:cubicBezTo>
                  <a:cubicBezTo>
                    <a:pt x="76" y="261"/>
                    <a:pt x="73" y="260"/>
                    <a:pt x="75" y="257"/>
                  </a:cubicBezTo>
                  <a:cubicBezTo>
                    <a:pt x="78" y="254"/>
                    <a:pt x="80" y="250"/>
                    <a:pt x="81" y="246"/>
                  </a:cubicBezTo>
                  <a:cubicBezTo>
                    <a:pt x="81" y="243"/>
                    <a:pt x="80" y="240"/>
                    <a:pt x="81" y="239"/>
                  </a:cubicBezTo>
                  <a:cubicBezTo>
                    <a:pt x="82" y="237"/>
                    <a:pt x="85" y="239"/>
                    <a:pt x="88" y="237"/>
                  </a:cubicBezTo>
                  <a:cubicBezTo>
                    <a:pt x="90" y="235"/>
                    <a:pt x="88" y="233"/>
                    <a:pt x="89" y="232"/>
                  </a:cubicBezTo>
                  <a:cubicBezTo>
                    <a:pt x="90" y="231"/>
                    <a:pt x="92" y="227"/>
                    <a:pt x="94" y="226"/>
                  </a:cubicBezTo>
                  <a:cubicBezTo>
                    <a:pt x="95" y="225"/>
                    <a:pt x="97" y="223"/>
                    <a:pt x="96" y="221"/>
                  </a:cubicBezTo>
                  <a:cubicBezTo>
                    <a:pt x="94" y="220"/>
                    <a:pt x="98" y="218"/>
                    <a:pt x="98" y="215"/>
                  </a:cubicBezTo>
                  <a:cubicBezTo>
                    <a:pt x="98" y="213"/>
                    <a:pt x="102" y="211"/>
                    <a:pt x="104" y="211"/>
                  </a:cubicBezTo>
                  <a:cubicBezTo>
                    <a:pt x="107" y="211"/>
                    <a:pt x="111" y="211"/>
                    <a:pt x="111" y="208"/>
                  </a:cubicBezTo>
                  <a:cubicBezTo>
                    <a:pt x="111" y="206"/>
                    <a:pt x="109" y="201"/>
                    <a:pt x="113" y="202"/>
                  </a:cubicBezTo>
                  <a:cubicBezTo>
                    <a:pt x="116" y="204"/>
                    <a:pt x="119" y="202"/>
                    <a:pt x="122" y="204"/>
                  </a:cubicBezTo>
                  <a:cubicBezTo>
                    <a:pt x="124" y="206"/>
                    <a:pt x="127" y="205"/>
                    <a:pt x="127" y="202"/>
                  </a:cubicBezTo>
                  <a:cubicBezTo>
                    <a:pt x="127" y="199"/>
                    <a:pt x="128" y="194"/>
                    <a:pt x="132" y="196"/>
                  </a:cubicBezTo>
                  <a:cubicBezTo>
                    <a:pt x="132" y="196"/>
                    <a:pt x="132" y="196"/>
                    <a:pt x="133" y="196"/>
                  </a:cubicBezTo>
                  <a:cubicBezTo>
                    <a:pt x="134" y="194"/>
                    <a:pt x="136" y="192"/>
                    <a:pt x="138" y="192"/>
                  </a:cubicBezTo>
                  <a:cubicBezTo>
                    <a:pt x="142" y="193"/>
                    <a:pt x="144" y="198"/>
                    <a:pt x="148" y="199"/>
                  </a:cubicBezTo>
                  <a:cubicBezTo>
                    <a:pt x="152" y="200"/>
                    <a:pt x="156" y="201"/>
                    <a:pt x="157" y="199"/>
                  </a:cubicBezTo>
                  <a:cubicBezTo>
                    <a:pt x="158" y="197"/>
                    <a:pt x="161" y="201"/>
                    <a:pt x="163" y="200"/>
                  </a:cubicBezTo>
                  <a:cubicBezTo>
                    <a:pt x="166" y="199"/>
                    <a:pt x="166" y="204"/>
                    <a:pt x="168" y="201"/>
                  </a:cubicBezTo>
                  <a:cubicBezTo>
                    <a:pt x="170" y="198"/>
                    <a:pt x="168" y="196"/>
                    <a:pt x="172" y="196"/>
                  </a:cubicBezTo>
                  <a:cubicBezTo>
                    <a:pt x="176" y="197"/>
                    <a:pt x="173" y="192"/>
                    <a:pt x="173" y="189"/>
                  </a:cubicBezTo>
                  <a:cubicBezTo>
                    <a:pt x="173" y="186"/>
                    <a:pt x="178" y="186"/>
                    <a:pt x="178" y="183"/>
                  </a:cubicBezTo>
                  <a:cubicBezTo>
                    <a:pt x="178" y="181"/>
                    <a:pt x="186" y="183"/>
                    <a:pt x="187" y="181"/>
                  </a:cubicBezTo>
                  <a:cubicBezTo>
                    <a:pt x="188" y="180"/>
                    <a:pt x="192" y="179"/>
                    <a:pt x="194" y="181"/>
                  </a:cubicBezTo>
                  <a:cubicBezTo>
                    <a:pt x="195" y="184"/>
                    <a:pt x="202" y="185"/>
                    <a:pt x="202" y="187"/>
                  </a:cubicBezTo>
                  <a:cubicBezTo>
                    <a:pt x="203" y="189"/>
                    <a:pt x="202" y="190"/>
                    <a:pt x="202" y="192"/>
                  </a:cubicBezTo>
                  <a:cubicBezTo>
                    <a:pt x="203" y="191"/>
                    <a:pt x="205" y="190"/>
                    <a:pt x="206" y="190"/>
                  </a:cubicBezTo>
                  <a:cubicBezTo>
                    <a:pt x="209" y="190"/>
                    <a:pt x="211" y="186"/>
                    <a:pt x="213" y="187"/>
                  </a:cubicBezTo>
                  <a:cubicBezTo>
                    <a:pt x="215" y="187"/>
                    <a:pt x="217" y="187"/>
                    <a:pt x="217" y="184"/>
                  </a:cubicBezTo>
                  <a:cubicBezTo>
                    <a:pt x="215" y="183"/>
                    <a:pt x="212" y="182"/>
                    <a:pt x="211" y="184"/>
                  </a:cubicBezTo>
                  <a:close/>
                  <a:moveTo>
                    <a:pt x="61" y="25"/>
                  </a:moveTo>
                  <a:cubicBezTo>
                    <a:pt x="64" y="25"/>
                    <a:pt x="57" y="29"/>
                    <a:pt x="56" y="33"/>
                  </a:cubicBezTo>
                  <a:cubicBezTo>
                    <a:pt x="55" y="36"/>
                    <a:pt x="61" y="40"/>
                    <a:pt x="64" y="42"/>
                  </a:cubicBezTo>
                  <a:cubicBezTo>
                    <a:pt x="67" y="45"/>
                    <a:pt x="74" y="44"/>
                    <a:pt x="76" y="43"/>
                  </a:cubicBezTo>
                  <a:cubicBezTo>
                    <a:pt x="79" y="41"/>
                    <a:pt x="78" y="36"/>
                    <a:pt x="81" y="36"/>
                  </a:cubicBezTo>
                  <a:cubicBezTo>
                    <a:pt x="84" y="37"/>
                    <a:pt x="82" y="34"/>
                    <a:pt x="85" y="33"/>
                  </a:cubicBezTo>
                  <a:cubicBezTo>
                    <a:pt x="88" y="32"/>
                    <a:pt x="88" y="35"/>
                    <a:pt x="86" y="38"/>
                  </a:cubicBezTo>
                  <a:cubicBezTo>
                    <a:pt x="84" y="40"/>
                    <a:pt x="90" y="40"/>
                    <a:pt x="93" y="37"/>
                  </a:cubicBezTo>
                  <a:cubicBezTo>
                    <a:pt x="96" y="34"/>
                    <a:pt x="97" y="37"/>
                    <a:pt x="96" y="40"/>
                  </a:cubicBezTo>
                  <a:cubicBezTo>
                    <a:pt x="96" y="43"/>
                    <a:pt x="89" y="41"/>
                    <a:pt x="86" y="44"/>
                  </a:cubicBezTo>
                  <a:cubicBezTo>
                    <a:pt x="84" y="48"/>
                    <a:pt x="77" y="45"/>
                    <a:pt x="73" y="49"/>
                  </a:cubicBezTo>
                  <a:cubicBezTo>
                    <a:pt x="70" y="53"/>
                    <a:pt x="76" y="53"/>
                    <a:pt x="81" y="52"/>
                  </a:cubicBezTo>
                  <a:cubicBezTo>
                    <a:pt x="85" y="51"/>
                    <a:pt x="94" y="50"/>
                    <a:pt x="98" y="51"/>
                  </a:cubicBezTo>
                  <a:cubicBezTo>
                    <a:pt x="101" y="52"/>
                    <a:pt x="96" y="53"/>
                    <a:pt x="90" y="53"/>
                  </a:cubicBezTo>
                  <a:cubicBezTo>
                    <a:pt x="84" y="53"/>
                    <a:pt x="82" y="55"/>
                    <a:pt x="83" y="56"/>
                  </a:cubicBezTo>
                  <a:cubicBezTo>
                    <a:pt x="83" y="58"/>
                    <a:pt x="75" y="54"/>
                    <a:pt x="74" y="58"/>
                  </a:cubicBezTo>
                  <a:cubicBezTo>
                    <a:pt x="74" y="61"/>
                    <a:pt x="82" y="62"/>
                    <a:pt x="83" y="65"/>
                  </a:cubicBezTo>
                  <a:cubicBezTo>
                    <a:pt x="84" y="67"/>
                    <a:pt x="89" y="65"/>
                    <a:pt x="91" y="65"/>
                  </a:cubicBezTo>
                  <a:cubicBezTo>
                    <a:pt x="93" y="66"/>
                    <a:pt x="88" y="68"/>
                    <a:pt x="87" y="69"/>
                  </a:cubicBezTo>
                  <a:cubicBezTo>
                    <a:pt x="86" y="70"/>
                    <a:pt x="93" y="71"/>
                    <a:pt x="94" y="73"/>
                  </a:cubicBezTo>
                  <a:cubicBezTo>
                    <a:pt x="95" y="75"/>
                    <a:pt x="100" y="74"/>
                    <a:pt x="99" y="71"/>
                  </a:cubicBezTo>
                  <a:cubicBezTo>
                    <a:pt x="99" y="68"/>
                    <a:pt x="104" y="58"/>
                    <a:pt x="109" y="56"/>
                  </a:cubicBezTo>
                  <a:cubicBezTo>
                    <a:pt x="115" y="54"/>
                    <a:pt x="112" y="52"/>
                    <a:pt x="112" y="49"/>
                  </a:cubicBezTo>
                  <a:cubicBezTo>
                    <a:pt x="113" y="46"/>
                    <a:pt x="118" y="48"/>
                    <a:pt x="116" y="46"/>
                  </a:cubicBezTo>
                  <a:cubicBezTo>
                    <a:pt x="115" y="43"/>
                    <a:pt x="116" y="42"/>
                    <a:pt x="119" y="39"/>
                  </a:cubicBezTo>
                  <a:cubicBezTo>
                    <a:pt x="123" y="35"/>
                    <a:pt x="125" y="38"/>
                    <a:pt x="129" y="36"/>
                  </a:cubicBezTo>
                  <a:cubicBezTo>
                    <a:pt x="134" y="34"/>
                    <a:pt x="136" y="37"/>
                    <a:pt x="131" y="37"/>
                  </a:cubicBezTo>
                  <a:cubicBezTo>
                    <a:pt x="127" y="38"/>
                    <a:pt x="129" y="42"/>
                    <a:pt x="132" y="44"/>
                  </a:cubicBezTo>
                  <a:cubicBezTo>
                    <a:pt x="136" y="45"/>
                    <a:pt x="133" y="46"/>
                    <a:pt x="135" y="47"/>
                  </a:cubicBezTo>
                  <a:cubicBezTo>
                    <a:pt x="138" y="47"/>
                    <a:pt x="137" y="51"/>
                    <a:pt x="134" y="55"/>
                  </a:cubicBezTo>
                  <a:cubicBezTo>
                    <a:pt x="130" y="58"/>
                    <a:pt x="135" y="59"/>
                    <a:pt x="142" y="56"/>
                  </a:cubicBezTo>
                  <a:cubicBezTo>
                    <a:pt x="149" y="54"/>
                    <a:pt x="144" y="59"/>
                    <a:pt x="147" y="61"/>
                  </a:cubicBezTo>
                  <a:cubicBezTo>
                    <a:pt x="149" y="63"/>
                    <a:pt x="154" y="59"/>
                    <a:pt x="157" y="56"/>
                  </a:cubicBezTo>
                  <a:cubicBezTo>
                    <a:pt x="160" y="52"/>
                    <a:pt x="165" y="53"/>
                    <a:pt x="164" y="51"/>
                  </a:cubicBezTo>
                  <a:cubicBezTo>
                    <a:pt x="164" y="49"/>
                    <a:pt x="161" y="48"/>
                    <a:pt x="158" y="49"/>
                  </a:cubicBezTo>
                  <a:cubicBezTo>
                    <a:pt x="156" y="51"/>
                    <a:pt x="149" y="50"/>
                    <a:pt x="152" y="48"/>
                  </a:cubicBezTo>
                  <a:cubicBezTo>
                    <a:pt x="154" y="46"/>
                    <a:pt x="153" y="44"/>
                    <a:pt x="150" y="44"/>
                  </a:cubicBezTo>
                  <a:cubicBezTo>
                    <a:pt x="147" y="45"/>
                    <a:pt x="141" y="43"/>
                    <a:pt x="144" y="42"/>
                  </a:cubicBezTo>
                  <a:cubicBezTo>
                    <a:pt x="146" y="41"/>
                    <a:pt x="141" y="37"/>
                    <a:pt x="139" y="37"/>
                  </a:cubicBezTo>
                  <a:cubicBezTo>
                    <a:pt x="136" y="37"/>
                    <a:pt x="137" y="34"/>
                    <a:pt x="137" y="32"/>
                  </a:cubicBezTo>
                  <a:cubicBezTo>
                    <a:pt x="137" y="30"/>
                    <a:pt x="130" y="29"/>
                    <a:pt x="131" y="29"/>
                  </a:cubicBezTo>
                  <a:cubicBezTo>
                    <a:pt x="133" y="28"/>
                    <a:pt x="128" y="26"/>
                    <a:pt x="127" y="28"/>
                  </a:cubicBezTo>
                  <a:cubicBezTo>
                    <a:pt x="126" y="29"/>
                    <a:pt x="124" y="29"/>
                    <a:pt x="124" y="27"/>
                  </a:cubicBezTo>
                  <a:cubicBezTo>
                    <a:pt x="124" y="24"/>
                    <a:pt x="118" y="25"/>
                    <a:pt x="116" y="25"/>
                  </a:cubicBezTo>
                  <a:cubicBezTo>
                    <a:pt x="113" y="25"/>
                    <a:pt x="115" y="20"/>
                    <a:pt x="112" y="19"/>
                  </a:cubicBezTo>
                  <a:cubicBezTo>
                    <a:pt x="110" y="17"/>
                    <a:pt x="107" y="22"/>
                    <a:pt x="105" y="22"/>
                  </a:cubicBezTo>
                  <a:cubicBezTo>
                    <a:pt x="104" y="21"/>
                    <a:pt x="107" y="18"/>
                    <a:pt x="108" y="16"/>
                  </a:cubicBezTo>
                  <a:cubicBezTo>
                    <a:pt x="109" y="13"/>
                    <a:pt x="100" y="10"/>
                    <a:pt x="99" y="13"/>
                  </a:cubicBezTo>
                  <a:cubicBezTo>
                    <a:pt x="98" y="15"/>
                    <a:pt x="96" y="9"/>
                    <a:pt x="94" y="9"/>
                  </a:cubicBezTo>
                  <a:cubicBezTo>
                    <a:pt x="93" y="8"/>
                    <a:pt x="94" y="12"/>
                    <a:pt x="92" y="13"/>
                  </a:cubicBezTo>
                  <a:cubicBezTo>
                    <a:pt x="91" y="13"/>
                    <a:pt x="88" y="15"/>
                    <a:pt x="91" y="17"/>
                  </a:cubicBezTo>
                  <a:cubicBezTo>
                    <a:pt x="94" y="19"/>
                    <a:pt x="97" y="28"/>
                    <a:pt x="96" y="29"/>
                  </a:cubicBezTo>
                  <a:cubicBezTo>
                    <a:pt x="96" y="31"/>
                    <a:pt x="88" y="23"/>
                    <a:pt x="87" y="19"/>
                  </a:cubicBezTo>
                  <a:cubicBezTo>
                    <a:pt x="87" y="15"/>
                    <a:pt x="82" y="12"/>
                    <a:pt x="81" y="14"/>
                  </a:cubicBezTo>
                  <a:cubicBezTo>
                    <a:pt x="80" y="17"/>
                    <a:pt x="77" y="18"/>
                    <a:pt x="78" y="21"/>
                  </a:cubicBezTo>
                  <a:cubicBezTo>
                    <a:pt x="79" y="24"/>
                    <a:pt x="76" y="25"/>
                    <a:pt x="76" y="23"/>
                  </a:cubicBezTo>
                  <a:cubicBezTo>
                    <a:pt x="76" y="20"/>
                    <a:pt x="71" y="18"/>
                    <a:pt x="69" y="18"/>
                  </a:cubicBezTo>
                  <a:cubicBezTo>
                    <a:pt x="68" y="17"/>
                    <a:pt x="74" y="16"/>
                    <a:pt x="77" y="15"/>
                  </a:cubicBezTo>
                  <a:cubicBezTo>
                    <a:pt x="79" y="14"/>
                    <a:pt x="74" y="12"/>
                    <a:pt x="72" y="13"/>
                  </a:cubicBezTo>
                  <a:cubicBezTo>
                    <a:pt x="69" y="15"/>
                    <a:pt x="66" y="12"/>
                    <a:pt x="65" y="14"/>
                  </a:cubicBezTo>
                  <a:cubicBezTo>
                    <a:pt x="63" y="17"/>
                    <a:pt x="61" y="14"/>
                    <a:pt x="59" y="14"/>
                  </a:cubicBezTo>
                  <a:cubicBezTo>
                    <a:pt x="56" y="13"/>
                    <a:pt x="54" y="18"/>
                    <a:pt x="52" y="17"/>
                  </a:cubicBezTo>
                  <a:cubicBezTo>
                    <a:pt x="50" y="16"/>
                    <a:pt x="49" y="21"/>
                    <a:pt x="52" y="25"/>
                  </a:cubicBezTo>
                  <a:cubicBezTo>
                    <a:pt x="55" y="30"/>
                    <a:pt x="57" y="24"/>
                    <a:pt x="61" y="25"/>
                  </a:cubicBezTo>
                  <a:close/>
                  <a:moveTo>
                    <a:pt x="53" y="40"/>
                  </a:moveTo>
                  <a:cubicBezTo>
                    <a:pt x="55" y="40"/>
                    <a:pt x="57" y="44"/>
                    <a:pt x="59" y="44"/>
                  </a:cubicBezTo>
                  <a:cubicBezTo>
                    <a:pt x="60" y="44"/>
                    <a:pt x="56" y="39"/>
                    <a:pt x="53" y="37"/>
                  </a:cubicBezTo>
                  <a:cubicBezTo>
                    <a:pt x="51" y="34"/>
                    <a:pt x="51" y="31"/>
                    <a:pt x="48" y="32"/>
                  </a:cubicBezTo>
                  <a:cubicBezTo>
                    <a:pt x="44" y="33"/>
                    <a:pt x="51" y="39"/>
                    <a:pt x="53" y="40"/>
                  </a:cubicBezTo>
                  <a:close/>
                  <a:moveTo>
                    <a:pt x="112" y="9"/>
                  </a:moveTo>
                  <a:cubicBezTo>
                    <a:pt x="114" y="11"/>
                    <a:pt x="110" y="11"/>
                    <a:pt x="111" y="13"/>
                  </a:cubicBezTo>
                  <a:cubicBezTo>
                    <a:pt x="117" y="18"/>
                    <a:pt x="139" y="12"/>
                    <a:pt x="142" y="14"/>
                  </a:cubicBezTo>
                  <a:cubicBezTo>
                    <a:pt x="145" y="15"/>
                    <a:pt x="124" y="17"/>
                    <a:pt x="124" y="20"/>
                  </a:cubicBezTo>
                  <a:cubicBezTo>
                    <a:pt x="125" y="22"/>
                    <a:pt x="143" y="24"/>
                    <a:pt x="144" y="22"/>
                  </a:cubicBezTo>
                  <a:cubicBezTo>
                    <a:pt x="146" y="21"/>
                    <a:pt x="149" y="25"/>
                    <a:pt x="154" y="26"/>
                  </a:cubicBezTo>
                  <a:cubicBezTo>
                    <a:pt x="160" y="26"/>
                    <a:pt x="160" y="23"/>
                    <a:pt x="164" y="23"/>
                  </a:cubicBezTo>
                  <a:cubicBezTo>
                    <a:pt x="168" y="23"/>
                    <a:pt x="175" y="21"/>
                    <a:pt x="175" y="18"/>
                  </a:cubicBezTo>
                  <a:cubicBezTo>
                    <a:pt x="175" y="16"/>
                    <a:pt x="187" y="13"/>
                    <a:pt x="186" y="9"/>
                  </a:cubicBezTo>
                  <a:cubicBezTo>
                    <a:pt x="185" y="5"/>
                    <a:pt x="173" y="8"/>
                    <a:pt x="170" y="6"/>
                  </a:cubicBezTo>
                  <a:cubicBezTo>
                    <a:pt x="166" y="4"/>
                    <a:pt x="158" y="2"/>
                    <a:pt x="157" y="5"/>
                  </a:cubicBezTo>
                  <a:cubicBezTo>
                    <a:pt x="156" y="7"/>
                    <a:pt x="154" y="8"/>
                    <a:pt x="152" y="7"/>
                  </a:cubicBezTo>
                  <a:cubicBezTo>
                    <a:pt x="151" y="6"/>
                    <a:pt x="153" y="0"/>
                    <a:pt x="148" y="1"/>
                  </a:cubicBezTo>
                  <a:cubicBezTo>
                    <a:pt x="142" y="3"/>
                    <a:pt x="147" y="9"/>
                    <a:pt x="146" y="10"/>
                  </a:cubicBezTo>
                  <a:cubicBezTo>
                    <a:pt x="145" y="10"/>
                    <a:pt x="140" y="9"/>
                    <a:pt x="139" y="6"/>
                  </a:cubicBezTo>
                  <a:cubicBezTo>
                    <a:pt x="139" y="3"/>
                    <a:pt x="133" y="9"/>
                    <a:pt x="133" y="6"/>
                  </a:cubicBezTo>
                  <a:cubicBezTo>
                    <a:pt x="132" y="2"/>
                    <a:pt x="125" y="0"/>
                    <a:pt x="123" y="0"/>
                  </a:cubicBezTo>
                  <a:cubicBezTo>
                    <a:pt x="122" y="0"/>
                    <a:pt x="125" y="3"/>
                    <a:pt x="124" y="4"/>
                  </a:cubicBezTo>
                  <a:cubicBezTo>
                    <a:pt x="123" y="6"/>
                    <a:pt x="119" y="3"/>
                    <a:pt x="118" y="2"/>
                  </a:cubicBezTo>
                  <a:cubicBezTo>
                    <a:pt x="116" y="2"/>
                    <a:pt x="119" y="6"/>
                    <a:pt x="118" y="7"/>
                  </a:cubicBezTo>
                  <a:cubicBezTo>
                    <a:pt x="117" y="9"/>
                    <a:pt x="114" y="3"/>
                    <a:pt x="112" y="3"/>
                  </a:cubicBezTo>
                  <a:cubicBezTo>
                    <a:pt x="109" y="3"/>
                    <a:pt x="110" y="6"/>
                    <a:pt x="108" y="6"/>
                  </a:cubicBezTo>
                  <a:cubicBezTo>
                    <a:pt x="106" y="6"/>
                    <a:pt x="111" y="8"/>
                    <a:pt x="112" y="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>
              <a:off x="11492577" y="1943197"/>
              <a:ext cx="105800" cy="36800"/>
            </a:xfrm>
            <a:custGeom>
              <a:avLst/>
              <a:gdLst/>
              <a:ahLst/>
              <a:cxnLst/>
              <a:rect l="l" t="t" r="r" b="b"/>
              <a:pathLst>
                <a:path w="29" h="10" extrusionOk="0">
                  <a:moveTo>
                    <a:pt x="13" y="1"/>
                  </a:moveTo>
                  <a:cubicBezTo>
                    <a:pt x="11" y="3"/>
                    <a:pt x="0" y="2"/>
                    <a:pt x="3" y="5"/>
                  </a:cubicBezTo>
                  <a:cubicBezTo>
                    <a:pt x="5" y="7"/>
                    <a:pt x="14" y="6"/>
                    <a:pt x="18" y="8"/>
                  </a:cubicBezTo>
                  <a:cubicBezTo>
                    <a:pt x="23" y="10"/>
                    <a:pt x="29" y="8"/>
                    <a:pt x="29" y="6"/>
                  </a:cubicBezTo>
                  <a:cubicBezTo>
                    <a:pt x="29" y="5"/>
                    <a:pt x="15" y="0"/>
                    <a:pt x="13" y="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>
              <a:off x="9683240" y="2715999"/>
              <a:ext cx="525934" cy="522868"/>
            </a:xfrm>
            <a:custGeom>
              <a:avLst/>
              <a:gdLst/>
              <a:ahLst/>
              <a:cxnLst/>
              <a:rect l="l" t="t" r="r" b="b"/>
              <a:pathLst>
                <a:path w="145" h="144" extrusionOk="0">
                  <a:moveTo>
                    <a:pt x="137" y="16"/>
                  </a:moveTo>
                  <a:cubicBezTo>
                    <a:pt x="135" y="13"/>
                    <a:pt x="132" y="17"/>
                    <a:pt x="128" y="18"/>
                  </a:cubicBezTo>
                  <a:cubicBezTo>
                    <a:pt x="124" y="18"/>
                    <a:pt x="113" y="9"/>
                    <a:pt x="110" y="4"/>
                  </a:cubicBezTo>
                  <a:cubicBezTo>
                    <a:pt x="107" y="0"/>
                    <a:pt x="102" y="3"/>
                    <a:pt x="104" y="7"/>
                  </a:cubicBezTo>
                  <a:cubicBezTo>
                    <a:pt x="107" y="10"/>
                    <a:pt x="104" y="11"/>
                    <a:pt x="104" y="15"/>
                  </a:cubicBezTo>
                  <a:cubicBezTo>
                    <a:pt x="104" y="20"/>
                    <a:pt x="101" y="20"/>
                    <a:pt x="101" y="23"/>
                  </a:cubicBezTo>
                  <a:cubicBezTo>
                    <a:pt x="102" y="26"/>
                    <a:pt x="97" y="25"/>
                    <a:pt x="94" y="26"/>
                  </a:cubicBezTo>
                  <a:cubicBezTo>
                    <a:pt x="91" y="26"/>
                    <a:pt x="95" y="29"/>
                    <a:pt x="91" y="31"/>
                  </a:cubicBezTo>
                  <a:cubicBezTo>
                    <a:pt x="88" y="32"/>
                    <a:pt x="88" y="35"/>
                    <a:pt x="90" y="36"/>
                  </a:cubicBezTo>
                  <a:cubicBezTo>
                    <a:pt x="91" y="37"/>
                    <a:pt x="90" y="40"/>
                    <a:pt x="90" y="42"/>
                  </a:cubicBezTo>
                  <a:cubicBezTo>
                    <a:pt x="89" y="44"/>
                    <a:pt x="92" y="43"/>
                    <a:pt x="94" y="40"/>
                  </a:cubicBezTo>
                  <a:cubicBezTo>
                    <a:pt x="96" y="38"/>
                    <a:pt x="98" y="42"/>
                    <a:pt x="98" y="39"/>
                  </a:cubicBezTo>
                  <a:cubicBezTo>
                    <a:pt x="99" y="37"/>
                    <a:pt x="93" y="36"/>
                    <a:pt x="93" y="33"/>
                  </a:cubicBezTo>
                  <a:cubicBezTo>
                    <a:pt x="94" y="31"/>
                    <a:pt x="97" y="34"/>
                    <a:pt x="100" y="32"/>
                  </a:cubicBezTo>
                  <a:cubicBezTo>
                    <a:pt x="103" y="31"/>
                    <a:pt x="109" y="32"/>
                    <a:pt x="113" y="35"/>
                  </a:cubicBezTo>
                  <a:cubicBezTo>
                    <a:pt x="117" y="39"/>
                    <a:pt x="118" y="37"/>
                    <a:pt x="118" y="33"/>
                  </a:cubicBezTo>
                  <a:cubicBezTo>
                    <a:pt x="119" y="30"/>
                    <a:pt x="125" y="28"/>
                    <a:pt x="131" y="28"/>
                  </a:cubicBezTo>
                  <a:cubicBezTo>
                    <a:pt x="136" y="28"/>
                    <a:pt x="137" y="25"/>
                    <a:pt x="135" y="24"/>
                  </a:cubicBezTo>
                  <a:cubicBezTo>
                    <a:pt x="133" y="23"/>
                    <a:pt x="145" y="15"/>
                    <a:pt x="144" y="13"/>
                  </a:cubicBezTo>
                  <a:cubicBezTo>
                    <a:pt x="144" y="11"/>
                    <a:pt x="138" y="18"/>
                    <a:pt x="137" y="16"/>
                  </a:cubicBezTo>
                  <a:close/>
                  <a:moveTo>
                    <a:pt x="91" y="50"/>
                  </a:moveTo>
                  <a:cubicBezTo>
                    <a:pt x="88" y="51"/>
                    <a:pt x="87" y="59"/>
                    <a:pt x="89" y="61"/>
                  </a:cubicBezTo>
                  <a:cubicBezTo>
                    <a:pt x="92" y="63"/>
                    <a:pt x="85" y="67"/>
                    <a:pt x="85" y="72"/>
                  </a:cubicBezTo>
                  <a:cubicBezTo>
                    <a:pt x="85" y="77"/>
                    <a:pt x="81" y="77"/>
                    <a:pt x="80" y="80"/>
                  </a:cubicBezTo>
                  <a:cubicBezTo>
                    <a:pt x="79" y="84"/>
                    <a:pt x="76" y="83"/>
                    <a:pt x="72" y="86"/>
                  </a:cubicBezTo>
                  <a:cubicBezTo>
                    <a:pt x="68" y="90"/>
                    <a:pt x="66" y="86"/>
                    <a:pt x="67" y="84"/>
                  </a:cubicBezTo>
                  <a:cubicBezTo>
                    <a:pt x="68" y="81"/>
                    <a:pt x="60" y="85"/>
                    <a:pt x="60" y="90"/>
                  </a:cubicBezTo>
                  <a:cubicBezTo>
                    <a:pt x="61" y="96"/>
                    <a:pt x="53" y="96"/>
                    <a:pt x="55" y="99"/>
                  </a:cubicBezTo>
                  <a:cubicBezTo>
                    <a:pt x="57" y="101"/>
                    <a:pt x="50" y="103"/>
                    <a:pt x="50" y="100"/>
                  </a:cubicBezTo>
                  <a:cubicBezTo>
                    <a:pt x="50" y="98"/>
                    <a:pt x="46" y="99"/>
                    <a:pt x="40" y="102"/>
                  </a:cubicBezTo>
                  <a:cubicBezTo>
                    <a:pt x="34" y="104"/>
                    <a:pt x="31" y="99"/>
                    <a:pt x="27" y="102"/>
                  </a:cubicBezTo>
                  <a:cubicBezTo>
                    <a:pt x="24" y="106"/>
                    <a:pt x="19" y="111"/>
                    <a:pt x="14" y="112"/>
                  </a:cubicBezTo>
                  <a:cubicBezTo>
                    <a:pt x="10" y="113"/>
                    <a:pt x="13" y="118"/>
                    <a:pt x="14" y="117"/>
                  </a:cubicBezTo>
                  <a:cubicBezTo>
                    <a:pt x="17" y="116"/>
                    <a:pt x="22" y="117"/>
                    <a:pt x="24" y="115"/>
                  </a:cubicBezTo>
                  <a:cubicBezTo>
                    <a:pt x="25" y="113"/>
                    <a:pt x="37" y="110"/>
                    <a:pt x="45" y="110"/>
                  </a:cubicBezTo>
                  <a:cubicBezTo>
                    <a:pt x="52" y="109"/>
                    <a:pt x="48" y="113"/>
                    <a:pt x="48" y="117"/>
                  </a:cubicBezTo>
                  <a:cubicBezTo>
                    <a:pt x="49" y="121"/>
                    <a:pt x="55" y="120"/>
                    <a:pt x="58" y="117"/>
                  </a:cubicBezTo>
                  <a:cubicBezTo>
                    <a:pt x="61" y="113"/>
                    <a:pt x="64" y="113"/>
                    <a:pt x="61" y="111"/>
                  </a:cubicBezTo>
                  <a:cubicBezTo>
                    <a:pt x="58" y="109"/>
                    <a:pt x="62" y="107"/>
                    <a:pt x="64" y="110"/>
                  </a:cubicBezTo>
                  <a:cubicBezTo>
                    <a:pt x="66" y="113"/>
                    <a:pt x="72" y="113"/>
                    <a:pt x="74" y="109"/>
                  </a:cubicBezTo>
                  <a:cubicBezTo>
                    <a:pt x="77" y="105"/>
                    <a:pt x="78" y="110"/>
                    <a:pt x="81" y="109"/>
                  </a:cubicBezTo>
                  <a:cubicBezTo>
                    <a:pt x="84" y="109"/>
                    <a:pt x="85" y="102"/>
                    <a:pt x="86" y="104"/>
                  </a:cubicBezTo>
                  <a:cubicBezTo>
                    <a:pt x="86" y="107"/>
                    <a:pt x="91" y="106"/>
                    <a:pt x="94" y="103"/>
                  </a:cubicBezTo>
                  <a:cubicBezTo>
                    <a:pt x="97" y="100"/>
                    <a:pt x="94" y="94"/>
                    <a:pt x="96" y="91"/>
                  </a:cubicBezTo>
                  <a:cubicBezTo>
                    <a:pt x="98" y="88"/>
                    <a:pt x="100" y="82"/>
                    <a:pt x="98" y="78"/>
                  </a:cubicBezTo>
                  <a:cubicBezTo>
                    <a:pt x="96" y="75"/>
                    <a:pt x="102" y="72"/>
                    <a:pt x="106" y="69"/>
                  </a:cubicBezTo>
                  <a:cubicBezTo>
                    <a:pt x="109" y="66"/>
                    <a:pt x="102" y="51"/>
                    <a:pt x="102" y="47"/>
                  </a:cubicBezTo>
                  <a:cubicBezTo>
                    <a:pt x="101" y="42"/>
                    <a:pt x="93" y="48"/>
                    <a:pt x="91" y="50"/>
                  </a:cubicBezTo>
                  <a:close/>
                  <a:moveTo>
                    <a:pt x="36" y="114"/>
                  </a:moveTo>
                  <a:cubicBezTo>
                    <a:pt x="35" y="117"/>
                    <a:pt x="32" y="116"/>
                    <a:pt x="28" y="117"/>
                  </a:cubicBezTo>
                  <a:cubicBezTo>
                    <a:pt x="24" y="117"/>
                    <a:pt x="24" y="127"/>
                    <a:pt x="27" y="128"/>
                  </a:cubicBezTo>
                  <a:cubicBezTo>
                    <a:pt x="29" y="129"/>
                    <a:pt x="31" y="129"/>
                    <a:pt x="32" y="126"/>
                  </a:cubicBezTo>
                  <a:cubicBezTo>
                    <a:pt x="32" y="123"/>
                    <a:pt x="36" y="122"/>
                    <a:pt x="39" y="123"/>
                  </a:cubicBezTo>
                  <a:cubicBezTo>
                    <a:pt x="41" y="124"/>
                    <a:pt x="45" y="119"/>
                    <a:pt x="45" y="115"/>
                  </a:cubicBezTo>
                  <a:cubicBezTo>
                    <a:pt x="45" y="112"/>
                    <a:pt x="37" y="112"/>
                    <a:pt x="36" y="114"/>
                  </a:cubicBezTo>
                  <a:close/>
                  <a:moveTo>
                    <a:pt x="19" y="124"/>
                  </a:moveTo>
                  <a:cubicBezTo>
                    <a:pt x="19" y="122"/>
                    <a:pt x="13" y="122"/>
                    <a:pt x="13" y="120"/>
                  </a:cubicBezTo>
                  <a:cubicBezTo>
                    <a:pt x="13" y="118"/>
                    <a:pt x="9" y="119"/>
                    <a:pt x="5" y="122"/>
                  </a:cubicBezTo>
                  <a:cubicBezTo>
                    <a:pt x="2" y="124"/>
                    <a:pt x="0" y="125"/>
                    <a:pt x="2" y="128"/>
                  </a:cubicBezTo>
                  <a:cubicBezTo>
                    <a:pt x="3" y="130"/>
                    <a:pt x="6" y="128"/>
                    <a:pt x="7" y="125"/>
                  </a:cubicBezTo>
                  <a:cubicBezTo>
                    <a:pt x="8" y="122"/>
                    <a:pt x="10" y="129"/>
                    <a:pt x="8" y="134"/>
                  </a:cubicBezTo>
                  <a:cubicBezTo>
                    <a:pt x="6" y="138"/>
                    <a:pt x="8" y="144"/>
                    <a:pt x="11" y="144"/>
                  </a:cubicBezTo>
                  <a:cubicBezTo>
                    <a:pt x="14" y="143"/>
                    <a:pt x="17" y="134"/>
                    <a:pt x="21" y="130"/>
                  </a:cubicBezTo>
                  <a:cubicBezTo>
                    <a:pt x="24" y="125"/>
                    <a:pt x="19" y="127"/>
                    <a:pt x="19" y="12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>
              <a:off x="8016503" y="2397065"/>
              <a:ext cx="1833871" cy="1274202"/>
            </a:xfrm>
            <a:custGeom>
              <a:avLst/>
              <a:gdLst/>
              <a:ahLst/>
              <a:cxnLst/>
              <a:rect l="l" t="t" r="r" b="b"/>
              <a:pathLst>
                <a:path w="506" h="351" extrusionOk="0">
                  <a:moveTo>
                    <a:pt x="503" y="63"/>
                  </a:moveTo>
                  <a:cubicBezTo>
                    <a:pt x="503" y="58"/>
                    <a:pt x="498" y="60"/>
                    <a:pt x="496" y="61"/>
                  </a:cubicBezTo>
                  <a:cubicBezTo>
                    <a:pt x="495" y="62"/>
                    <a:pt x="490" y="61"/>
                    <a:pt x="488" y="64"/>
                  </a:cubicBezTo>
                  <a:cubicBezTo>
                    <a:pt x="487" y="67"/>
                    <a:pt x="484" y="65"/>
                    <a:pt x="481" y="66"/>
                  </a:cubicBezTo>
                  <a:cubicBezTo>
                    <a:pt x="477" y="66"/>
                    <a:pt x="472" y="65"/>
                    <a:pt x="472" y="62"/>
                  </a:cubicBezTo>
                  <a:cubicBezTo>
                    <a:pt x="473" y="60"/>
                    <a:pt x="470" y="58"/>
                    <a:pt x="471" y="55"/>
                  </a:cubicBezTo>
                  <a:cubicBezTo>
                    <a:pt x="471" y="53"/>
                    <a:pt x="467" y="54"/>
                    <a:pt x="465" y="51"/>
                  </a:cubicBezTo>
                  <a:cubicBezTo>
                    <a:pt x="462" y="49"/>
                    <a:pt x="457" y="47"/>
                    <a:pt x="456" y="48"/>
                  </a:cubicBezTo>
                  <a:cubicBezTo>
                    <a:pt x="455" y="48"/>
                    <a:pt x="452" y="45"/>
                    <a:pt x="448" y="45"/>
                  </a:cubicBezTo>
                  <a:cubicBezTo>
                    <a:pt x="444" y="44"/>
                    <a:pt x="444" y="42"/>
                    <a:pt x="445" y="40"/>
                  </a:cubicBezTo>
                  <a:cubicBezTo>
                    <a:pt x="445" y="38"/>
                    <a:pt x="441" y="33"/>
                    <a:pt x="441" y="30"/>
                  </a:cubicBezTo>
                  <a:cubicBezTo>
                    <a:pt x="440" y="27"/>
                    <a:pt x="437" y="26"/>
                    <a:pt x="436" y="20"/>
                  </a:cubicBezTo>
                  <a:cubicBezTo>
                    <a:pt x="434" y="13"/>
                    <a:pt x="431" y="15"/>
                    <a:pt x="432" y="12"/>
                  </a:cubicBezTo>
                  <a:cubicBezTo>
                    <a:pt x="432" y="9"/>
                    <a:pt x="427" y="7"/>
                    <a:pt x="426" y="6"/>
                  </a:cubicBezTo>
                  <a:cubicBezTo>
                    <a:pt x="425" y="4"/>
                    <a:pt x="420" y="5"/>
                    <a:pt x="416" y="3"/>
                  </a:cubicBezTo>
                  <a:cubicBezTo>
                    <a:pt x="412" y="1"/>
                    <a:pt x="410" y="2"/>
                    <a:pt x="406" y="1"/>
                  </a:cubicBezTo>
                  <a:cubicBezTo>
                    <a:pt x="403" y="0"/>
                    <a:pt x="395" y="2"/>
                    <a:pt x="394" y="2"/>
                  </a:cubicBezTo>
                  <a:cubicBezTo>
                    <a:pt x="393" y="2"/>
                    <a:pt x="387" y="1"/>
                    <a:pt x="383" y="6"/>
                  </a:cubicBezTo>
                  <a:cubicBezTo>
                    <a:pt x="380" y="10"/>
                    <a:pt x="383" y="10"/>
                    <a:pt x="384" y="10"/>
                  </a:cubicBezTo>
                  <a:cubicBezTo>
                    <a:pt x="386" y="10"/>
                    <a:pt x="386" y="15"/>
                    <a:pt x="387" y="16"/>
                  </a:cubicBezTo>
                  <a:cubicBezTo>
                    <a:pt x="387" y="18"/>
                    <a:pt x="384" y="20"/>
                    <a:pt x="383" y="20"/>
                  </a:cubicBezTo>
                  <a:cubicBezTo>
                    <a:pt x="382" y="21"/>
                    <a:pt x="378" y="26"/>
                    <a:pt x="378" y="28"/>
                  </a:cubicBezTo>
                  <a:cubicBezTo>
                    <a:pt x="377" y="30"/>
                    <a:pt x="373" y="35"/>
                    <a:pt x="374" y="37"/>
                  </a:cubicBezTo>
                  <a:cubicBezTo>
                    <a:pt x="374" y="39"/>
                    <a:pt x="372" y="41"/>
                    <a:pt x="370" y="41"/>
                  </a:cubicBezTo>
                  <a:cubicBezTo>
                    <a:pt x="368" y="41"/>
                    <a:pt x="363" y="45"/>
                    <a:pt x="362" y="45"/>
                  </a:cubicBezTo>
                  <a:cubicBezTo>
                    <a:pt x="360" y="46"/>
                    <a:pt x="354" y="45"/>
                    <a:pt x="354" y="43"/>
                  </a:cubicBezTo>
                  <a:cubicBezTo>
                    <a:pt x="353" y="42"/>
                    <a:pt x="353" y="42"/>
                    <a:pt x="352" y="41"/>
                  </a:cubicBezTo>
                  <a:cubicBezTo>
                    <a:pt x="345" y="55"/>
                    <a:pt x="345" y="55"/>
                    <a:pt x="345" y="55"/>
                  </a:cubicBezTo>
                  <a:cubicBezTo>
                    <a:pt x="345" y="59"/>
                    <a:pt x="345" y="59"/>
                    <a:pt x="345" y="59"/>
                  </a:cubicBezTo>
                  <a:cubicBezTo>
                    <a:pt x="345" y="59"/>
                    <a:pt x="340" y="60"/>
                    <a:pt x="343" y="64"/>
                  </a:cubicBezTo>
                  <a:cubicBezTo>
                    <a:pt x="347" y="67"/>
                    <a:pt x="347" y="64"/>
                    <a:pt x="352" y="64"/>
                  </a:cubicBezTo>
                  <a:cubicBezTo>
                    <a:pt x="357" y="64"/>
                    <a:pt x="359" y="68"/>
                    <a:pt x="360" y="65"/>
                  </a:cubicBezTo>
                  <a:cubicBezTo>
                    <a:pt x="361" y="62"/>
                    <a:pt x="366" y="61"/>
                    <a:pt x="368" y="64"/>
                  </a:cubicBezTo>
                  <a:cubicBezTo>
                    <a:pt x="371" y="67"/>
                    <a:pt x="380" y="73"/>
                    <a:pt x="379" y="75"/>
                  </a:cubicBezTo>
                  <a:cubicBezTo>
                    <a:pt x="379" y="78"/>
                    <a:pt x="374" y="78"/>
                    <a:pt x="371" y="77"/>
                  </a:cubicBezTo>
                  <a:cubicBezTo>
                    <a:pt x="367" y="75"/>
                    <a:pt x="363" y="79"/>
                    <a:pt x="360" y="79"/>
                  </a:cubicBezTo>
                  <a:cubicBezTo>
                    <a:pt x="356" y="79"/>
                    <a:pt x="353" y="80"/>
                    <a:pt x="349" y="83"/>
                  </a:cubicBezTo>
                  <a:cubicBezTo>
                    <a:pt x="346" y="86"/>
                    <a:pt x="347" y="90"/>
                    <a:pt x="342" y="90"/>
                  </a:cubicBezTo>
                  <a:cubicBezTo>
                    <a:pt x="337" y="91"/>
                    <a:pt x="335" y="90"/>
                    <a:pt x="329" y="94"/>
                  </a:cubicBezTo>
                  <a:cubicBezTo>
                    <a:pt x="324" y="98"/>
                    <a:pt x="318" y="96"/>
                    <a:pt x="316" y="95"/>
                  </a:cubicBezTo>
                  <a:cubicBezTo>
                    <a:pt x="314" y="94"/>
                    <a:pt x="310" y="93"/>
                    <a:pt x="308" y="97"/>
                  </a:cubicBezTo>
                  <a:cubicBezTo>
                    <a:pt x="305" y="101"/>
                    <a:pt x="310" y="103"/>
                    <a:pt x="310" y="107"/>
                  </a:cubicBezTo>
                  <a:cubicBezTo>
                    <a:pt x="309" y="111"/>
                    <a:pt x="304" y="110"/>
                    <a:pt x="299" y="115"/>
                  </a:cubicBezTo>
                  <a:cubicBezTo>
                    <a:pt x="295" y="120"/>
                    <a:pt x="288" y="122"/>
                    <a:pt x="284" y="122"/>
                  </a:cubicBezTo>
                  <a:cubicBezTo>
                    <a:pt x="281" y="121"/>
                    <a:pt x="272" y="119"/>
                    <a:pt x="265" y="122"/>
                  </a:cubicBezTo>
                  <a:cubicBezTo>
                    <a:pt x="258" y="125"/>
                    <a:pt x="253" y="130"/>
                    <a:pt x="251" y="130"/>
                  </a:cubicBezTo>
                  <a:cubicBezTo>
                    <a:pt x="248" y="129"/>
                    <a:pt x="248" y="126"/>
                    <a:pt x="244" y="126"/>
                  </a:cubicBezTo>
                  <a:cubicBezTo>
                    <a:pt x="240" y="127"/>
                    <a:pt x="238" y="126"/>
                    <a:pt x="235" y="124"/>
                  </a:cubicBezTo>
                  <a:cubicBezTo>
                    <a:pt x="233" y="123"/>
                    <a:pt x="231" y="125"/>
                    <a:pt x="226" y="122"/>
                  </a:cubicBezTo>
                  <a:cubicBezTo>
                    <a:pt x="222" y="119"/>
                    <a:pt x="214" y="119"/>
                    <a:pt x="211" y="119"/>
                  </a:cubicBezTo>
                  <a:cubicBezTo>
                    <a:pt x="208" y="118"/>
                    <a:pt x="195" y="119"/>
                    <a:pt x="191" y="118"/>
                  </a:cubicBezTo>
                  <a:cubicBezTo>
                    <a:pt x="187" y="118"/>
                    <a:pt x="181" y="119"/>
                    <a:pt x="180" y="117"/>
                  </a:cubicBezTo>
                  <a:cubicBezTo>
                    <a:pt x="180" y="115"/>
                    <a:pt x="176" y="113"/>
                    <a:pt x="175" y="109"/>
                  </a:cubicBezTo>
                  <a:cubicBezTo>
                    <a:pt x="174" y="104"/>
                    <a:pt x="171" y="102"/>
                    <a:pt x="169" y="102"/>
                  </a:cubicBezTo>
                  <a:cubicBezTo>
                    <a:pt x="166" y="101"/>
                    <a:pt x="166" y="98"/>
                    <a:pt x="163" y="98"/>
                  </a:cubicBezTo>
                  <a:cubicBezTo>
                    <a:pt x="162" y="98"/>
                    <a:pt x="161" y="94"/>
                    <a:pt x="157" y="94"/>
                  </a:cubicBezTo>
                  <a:cubicBezTo>
                    <a:pt x="153" y="94"/>
                    <a:pt x="140" y="92"/>
                    <a:pt x="138" y="89"/>
                  </a:cubicBezTo>
                  <a:cubicBezTo>
                    <a:pt x="136" y="86"/>
                    <a:pt x="140" y="85"/>
                    <a:pt x="140" y="82"/>
                  </a:cubicBezTo>
                  <a:cubicBezTo>
                    <a:pt x="140" y="79"/>
                    <a:pt x="142" y="75"/>
                    <a:pt x="140" y="74"/>
                  </a:cubicBezTo>
                  <a:cubicBezTo>
                    <a:pt x="139" y="73"/>
                    <a:pt x="136" y="70"/>
                    <a:pt x="136" y="68"/>
                  </a:cubicBezTo>
                  <a:cubicBezTo>
                    <a:pt x="136" y="65"/>
                    <a:pt x="132" y="62"/>
                    <a:pt x="129" y="62"/>
                  </a:cubicBezTo>
                  <a:cubicBezTo>
                    <a:pt x="126" y="62"/>
                    <a:pt x="124" y="60"/>
                    <a:pt x="121" y="58"/>
                  </a:cubicBezTo>
                  <a:cubicBezTo>
                    <a:pt x="119" y="55"/>
                    <a:pt x="116" y="55"/>
                    <a:pt x="115" y="50"/>
                  </a:cubicBezTo>
                  <a:cubicBezTo>
                    <a:pt x="115" y="49"/>
                    <a:pt x="115" y="49"/>
                    <a:pt x="115" y="49"/>
                  </a:cubicBezTo>
                  <a:cubicBezTo>
                    <a:pt x="114" y="49"/>
                    <a:pt x="113" y="48"/>
                    <a:pt x="112" y="48"/>
                  </a:cubicBezTo>
                  <a:cubicBezTo>
                    <a:pt x="111" y="48"/>
                    <a:pt x="110" y="48"/>
                    <a:pt x="109" y="47"/>
                  </a:cubicBezTo>
                  <a:cubicBezTo>
                    <a:pt x="109" y="49"/>
                    <a:pt x="107" y="51"/>
                    <a:pt x="107" y="52"/>
                  </a:cubicBezTo>
                  <a:cubicBezTo>
                    <a:pt x="107" y="54"/>
                    <a:pt x="106" y="57"/>
                    <a:pt x="103" y="57"/>
                  </a:cubicBezTo>
                  <a:cubicBezTo>
                    <a:pt x="100" y="57"/>
                    <a:pt x="98" y="59"/>
                    <a:pt x="97" y="63"/>
                  </a:cubicBezTo>
                  <a:cubicBezTo>
                    <a:pt x="97" y="68"/>
                    <a:pt x="100" y="68"/>
                    <a:pt x="99" y="70"/>
                  </a:cubicBezTo>
                  <a:cubicBezTo>
                    <a:pt x="97" y="72"/>
                    <a:pt x="92" y="74"/>
                    <a:pt x="91" y="73"/>
                  </a:cubicBezTo>
                  <a:cubicBezTo>
                    <a:pt x="89" y="72"/>
                    <a:pt x="86" y="73"/>
                    <a:pt x="83" y="72"/>
                  </a:cubicBezTo>
                  <a:cubicBezTo>
                    <a:pt x="80" y="72"/>
                    <a:pt x="78" y="69"/>
                    <a:pt x="77" y="72"/>
                  </a:cubicBezTo>
                  <a:cubicBezTo>
                    <a:pt x="76" y="76"/>
                    <a:pt x="71" y="87"/>
                    <a:pt x="72" y="89"/>
                  </a:cubicBezTo>
                  <a:cubicBezTo>
                    <a:pt x="73" y="90"/>
                    <a:pt x="74" y="93"/>
                    <a:pt x="72" y="93"/>
                  </a:cubicBezTo>
                  <a:cubicBezTo>
                    <a:pt x="70" y="93"/>
                    <a:pt x="67" y="92"/>
                    <a:pt x="66" y="91"/>
                  </a:cubicBezTo>
                  <a:cubicBezTo>
                    <a:pt x="65" y="90"/>
                    <a:pt x="61" y="93"/>
                    <a:pt x="58" y="93"/>
                  </a:cubicBezTo>
                  <a:cubicBezTo>
                    <a:pt x="57" y="92"/>
                    <a:pt x="51" y="95"/>
                    <a:pt x="53" y="96"/>
                  </a:cubicBezTo>
                  <a:cubicBezTo>
                    <a:pt x="55" y="97"/>
                    <a:pt x="55" y="101"/>
                    <a:pt x="55" y="103"/>
                  </a:cubicBezTo>
                  <a:cubicBezTo>
                    <a:pt x="55" y="105"/>
                    <a:pt x="59" y="111"/>
                    <a:pt x="59" y="112"/>
                  </a:cubicBezTo>
                  <a:cubicBezTo>
                    <a:pt x="58" y="114"/>
                    <a:pt x="54" y="116"/>
                    <a:pt x="54" y="119"/>
                  </a:cubicBezTo>
                  <a:cubicBezTo>
                    <a:pt x="54" y="121"/>
                    <a:pt x="55" y="123"/>
                    <a:pt x="53" y="124"/>
                  </a:cubicBezTo>
                  <a:cubicBezTo>
                    <a:pt x="52" y="125"/>
                    <a:pt x="48" y="126"/>
                    <a:pt x="46" y="128"/>
                  </a:cubicBezTo>
                  <a:cubicBezTo>
                    <a:pt x="44" y="129"/>
                    <a:pt x="41" y="129"/>
                    <a:pt x="39" y="132"/>
                  </a:cubicBezTo>
                  <a:cubicBezTo>
                    <a:pt x="38" y="134"/>
                    <a:pt x="37" y="136"/>
                    <a:pt x="33" y="135"/>
                  </a:cubicBezTo>
                  <a:cubicBezTo>
                    <a:pt x="29" y="135"/>
                    <a:pt x="28" y="134"/>
                    <a:pt x="25" y="137"/>
                  </a:cubicBezTo>
                  <a:cubicBezTo>
                    <a:pt x="22" y="141"/>
                    <a:pt x="22" y="139"/>
                    <a:pt x="20" y="141"/>
                  </a:cubicBezTo>
                  <a:cubicBezTo>
                    <a:pt x="18" y="142"/>
                    <a:pt x="16" y="140"/>
                    <a:pt x="15" y="139"/>
                  </a:cubicBezTo>
                  <a:cubicBezTo>
                    <a:pt x="13" y="139"/>
                    <a:pt x="11" y="141"/>
                    <a:pt x="10" y="141"/>
                  </a:cubicBezTo>
                  <a:cubicBezTo>
                    <a:pt x="8" y="141"/>
                    <a:pt x="7" y="143"/>
                    <a:pt x="5" y="144"/>
                  </a:cubicBezTo>
                  <a:cubicBezTo>
                    <a:pt x="3" y="144"/>
                    <a:pt x="1" y="144"/>
                    <a:pt x="1" y="146"/>
                  </a:cubicBezTo>
                  <a:cubicBezTo>
                    <a:pt x="1" y="147"/>
                    <a:pt x="1" y="149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1" y="158"/>
                    <a:pt x="1" y="158"/>
                    <a:pt x="1" y="158"/>
                  </a:cubicBezTo>
                  <a:cubicBezTo>
                    <a:pt x="1" y="158"/>
                    <a:pt x="9" y="160"/>
                    <a:pt x="10" y="163"/>
                  </a:cubicBezTo>
                  <a:cubicBezTo>
                    <a:pt x="10" y="166"/>
                    <a:pt x="11" y="174"/>
                    <a:pt x="11" y="174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4" y="177"/>
                    <a:pt x="19" y="179"/>
                    <a:pt x="19" y="180"/>
                  </a:cubicBezTo>
                  <a:cubicBezTo>
                    <a:pt x="19" y="182"/>
                    <a:pt x="19" y="185"/>
                    <a:pt x="23" y="187"/>
                  </a:cubicBezTo>
                  <a:cubicBezTo>
                    <a:pt x="26" y="188"/>
                    <a:pt x="28" y="189"/>
                    <a:pt x="30" y="190"/>
                  </a:cubicBezTo>
                  <a:cubicBezTo>
                    <a:pt x="30" y="190"/>
                    <a:pt x="30" y="189"/>
                    <a:pt x="30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89"/>
                    <a:pt x="34" y="190"/>
                    <a:pt x="35" y="191"/>
                  </a:cubicBezTo>
                  <a:cubicBezTo>
                    <a:pt x="36" y="188"/>
                    <a:pt x="42" y="185"/>
                    <a:pt x="45" y="185"/>
                  </a:cubicBezTo>
                  <a:cubicBezTo>
                    <a:pt x="48" y="185"/>
                    <a:pt x="55" y="191"/>
                    <a:pt x="54" y="193"/>
                  </a:cubicBezTo>
                  <a:cubicBezTo>
                    <a:pt x="54" y="195"/>
                    <a:pt x="48" y="203"/>
                    <a:pt x="46" y="203"/>
                  </a:cubicBezTo>
                  <a:cubicBezTo>
                    <a:pt x="45" y="204"/>
                    <a:pt x="44" y="204"/>
                    <a:pt x="42" y="204"/>
                  </a:cubicBezTo>
                  <a:cubicBezTo>
                    <a:pt x="42" y="205"/>
                    <a:pt x="42" y="206"/>
                    <a:pt x="42" y="207"/>
                  </a:cubicBezTo>
                  <a:cubicBezTo>
                    <a:pt x="42" y="208"/>
                    <a:pt x="45" y="211"/>
                    <a:pt x="47" y="214"/>
                  </a:cubicBezTo>
                  <a:cubicBezTo>
                    <a:pt x="48" y="217"/>
                    <a:pt x="44" y="219"/>
                    <a:pt x="42" y="217"/>
                  </a:cubicBezTo>
                  <a:cubicBezTo>
                    <a:pt x="39" y="215"/>
                    <a:pt x="38" y="219"/>
                    <a:pt x="40" y="221"/>
                  </a:cubicBezTo>
                  <a:cubicBezTo>
                    <a:pt x="41" y="222"/>
                    <a:pt x="40" y="227"/>
                    <a:pt x="43" y="227"/>
                  </a:cubicBezTo>
                  <a:cubicBezTo>
                    <a:pt x="45" y="228"/>
                    <a:pt x="47" y="232"/>
                    <a:pt x="50" y="232"/>
                  </a:cubicBezTo>
                  <a:cubicBezTo>
                    <a:pt x="52" y="232"/>
                    <a:pt x="55" y="237"/>
                    <a:pt x="55" y="237"/>
                  </a:cubicBezTo>
                  <a:cubicBezTo>
                    <a:pt x="55" y="237"/>
                    <a:pt x="58" y="239"/>
                    <a:pt x="58" y="240"/>
                  </a:cubicBezTo>
                  <a:cubicBezTo>
                    <a:pt x="58" y="240"/>
                    <a:pt x="58" y="241"/>
                    <a:pt x="58" y="241"/>
                  </a:cubicBezTo>
                  <a:cubicBezTo>
                    <a:pt x="61" y="241"/>
                    <a:pt x="63" y="240"/>
                    <a:pt x="63" y="239"/>
                  </a:cubicBezTo>
                  <a:cubicBezTo>
                    <a:pt x="64" y="238"/>
                    <a:pt x="67" y="238"/>
                    <a:pt x="70" y="241"/>
                  </a:cubicBezTo>
                  <a:cubicBezTo>
                    <a:pt x="73" y="243"/>
                    <a:pt x="83" y="250"/>
                    <a:pt x="87" y="253"/>
                  </a:cubicBezTo>
                  <a:cubicBezTo>
                    <a:pt x="91" y="256"/>
                    <a:pt x="100" y="260"/>
                    <a:pt x="103" y="260"/>
                  </a:cubicBezTo>
                  <a:cubicBezTo>
                    <a:pt x="107" y="259"/>
                    <a:pt x="109" y="262"/>
                    <a:pt x="114" y="262"/>
                  </a:cubicBezTo>
                  <a:cubicBezTo>
                    <a:pt x="115" y="262"/>
                    <a:pt x="116" y="262"/>
                    <a:pt x="116" y="262"/>
                  </a:cubicBezTo>
                  <a:cubicBezTo>
                    <a:pt x="117" y="261"/>
                    <a:pt x="118" y="261"/>
                    <a:pt x="119" y="260"/>
                  </a:cubicBezTo>
                  <a:cubicBezTo>
                    <a:pt x="120" y="258"/>
                    <a:pt x="122" y="261"/>
                    <a:pt x="122" y="264"/>
                  </a:cubicBezTo>
                  <a:cubicBezTo>
                    <a:pt x="121" y="265"/>
                    <a:pt x="122" y="267"/>
                    <a:pt x="122" y="268"/>
                  </a:cubicBezTo>
                  <a:cubicBezTo>
                    <a:pt x="123" y="267"/>
                    <a:pt x="124" y="265"/>
                    <a:pt x="124" y="264"/>
                  </a:cubicBezTo>
                  <a:cubicBezTo>
                    <a:pt x="126" y="260"/>
                    <a:pt x="128" y="260"/>
                    <a:pt x="130" y="259"/>
                  </a:cubicBezTo>
                  <a:cubicBezTo>
                    <a:pt x="132" y="258"/>
                    <a:pt x="133" y="258"/>
                    <a:pt x="137" y="260"/>
                  </a:cubicBezTo>
                  <a:cubicBezTo>
                    <a:pt x="140" y="262"/>
                    <a:pt x="142" y="258"/>
                    <a:pt x="147" y="263"/>
                  </a:cubicBezTo>
                  <a:cubicBezTo>
                    <a:pt x="148" y="262"/>
                    <a:pt x="149" y="262"/>
                    <a:pt x="150" y="262"/>
                  </a:cubicBezTo>
                  <a:cubicBezTo>
                    <a:pt x="151" y="262"/>
                    <a:pt x="152" y="260"/>
                    <a:pt x="154" y="258"/>
                  </a:cubicBezTo>
                  <a:cubicBezTo>
                    <a:pt x="155" y="256"/>
                    <a:pt x="155" y="254"/>
                    <a:pt x="157" y="255"/>
                  </a:cubicBezTo>
                  <a:cubicBezTo>
                    <a:pt x="159" y="255"/>
                    <a:pt x="160" y="252"/>
                    <a:pt x="164" y="250"/>
                  </a:cubicBezTo>
                  <a:cubicBezTo>
                    <a:pt x="169" y="248"/>
                    <a:pt x="172" y="251"/>
                    <a:pt x="174" y="250"/>
                  </a:cubicBezTo>
                  <a:cubicBezTo>
                    <a:pt x="176" y="248"/>
                    <a:pt x="179" y="247"/>
                    <a:pt x="179" y="249"/>
                  </a:cubicBezTo>
                  <a:cubicBezTo>
                    <a:pt x="179" y="251"/>
                    <a:pt x="181" y="253"/>
                    <a:pt x="182" y="255"/>
                  </a:cubicBezTo>
                  <a:cubicBezTo>
                    <a:pt x="182" y="256"/>
                    <a:pt x="186" y="257"/>
                    <a:pt x="187" y="257"/>
                  </a:cubicBezTo>
                  <a:cubicBezTo>
                    <a:pt x="187" y="257"/>
                    <a:pt x="188" y="257"/>
                    <a:pt x="188" y="256"/>
                  </a:cubicBezTo>
                  <a:cubicBezTo>
                    <a:pt x="190" y="255"/>
                    <a:pt x="194" y="257"/>
                    <a:pt x="194" y="259"/>
                  </a:cubicBezTo>
                  <a:cubicBezTo>
                    <a:pt x="194" y="261"/>
                    <a:pt x="194" y="264"/>
                    <a:pt x="196" y="264"/>
                  </a:cubicBezTo>
                  <a:cubicBezTo>
                    <a:pt x="197" y="264"/>
                    <a:pt x="199" y="264"/>
                    <a:pt x="199" y="268"/>
                  </a:cubicBezTo>
                  <a:cubicBezTo>
                    <a:pt x="199" y="272"/>
                    <a:pt x="200" y="276"/>
                    <a:pt x="197" y="280"/>
                  </a:cubicBezTo>
                  <a:cubicBezTo>
                    <a:pt x="193" y="283"/>
                    <a:pt x="189" y="290"/>
                    <a:pt x="190" y="292"/>
                  </a:cubicBezTo>
                  <a:cubicBezTo>
                    <a:pt x="191" y="294"/>
                    <a:pt x="189" y="297"/>
                    <a:pt x="191" y="296"/>
                  </a:cubicBezTo>
                  <a:cubicBezTo>
                    <a:pt x="194" y="295"/>
                    <a:pt x="200" y="296"/>
                    <a:pt x="199" y="297"/>
                  </a:cubicBezTo>
                  <a:cubicBezTo>
                    <a:pt x="198" y="299"/>
                    <a:pt x="199" y="304"/>
                    <a:pt x="202" y="304"/>
                  </a:cubicBezTo>
                  <a:cubicBezTo>
                    <a:pt x="204" y="304"/>
                    <a:pt x="206" y="306"/>
                    <a:pt x="205" y="308"/>
                  </a:cubicBezTo>
                  <a:cubicBezTo>
                    <a:pt x="204" y="310"/>
                    <a:pt x="203" y="314"/>
                    <a:pt x="205" y="314"/>
                  </a:cubicBezTo>
                  <a:cubicBezTo>
                    <a:pt x="207" y="314"/>
                    <a:pt x="210" y="314"/>
                    <a:pt x="210" y="316"/>
                  </a:cubicBezTo>
                  <a:cubicBezTo>
                    <a:pt x="209" y="318"/>
                    <a:pt x="211" y="320"/>
                    <a:pt x="215" y="319"/>
                  </a:cubicBezTo>
                  <a:cubicBezTo>
                    <a:pt x="217" y="318"/>
                    <a:pt x="218" y="317"/>
                    <a:pt x="219" y="318"/>
                  </a:cubicBezTo>
                  <a:cubicBezTo>
                    <a:pt x="220" y="318"/>
                    <a:pt x="220" y="321"/>
                    <a:pt x="223" y="322"/>
                  </a:cubicBezTo>
                  <a:cubicBezTo>
                    <a:pt x="225" y="322"/>
                    <a:pt x="224" y="316"/>
                    <a:pt x="223" y="315"/>
                  </a:cubicBezTo>
                  <a:cubicBezTo>
                    <a:pt x="222" y="314"/>
                    <a:pt x="223" y="310"/>
                    <a:pt x="224" y="311"/>
                  </a:cubicBezTo>
                  <a:cubicBezTo>
                    <a:pt x="225" y="312"/>
                    <a:pt x="228" y="311"/>
                    <a:pt x="230" y="309"/>
                  </a:cubicBezTo>
                  <a:cubicBezTo>
                    <a:pt x="232" y="307"/>
                    <a:pt x="235" y="310"/>
                    <a:pt x="236" y="308"/>
                  </a:cubicBezTo>
                  <a:cubicBezTo>
                    <a:pt x="238" y="306"/>
                    <a:pt x="241" y="310"/>
                    <a:pt x="244" y="308"/>
                  </a:cubicBezTo>
                  <a:cubicBezTo>
                    <a:pt x="247" y="306"/>
                    <a:pt x="248" y="309"/>
                    <a:pt x="249" y="307"/>
                  </a:cubicBezTo>
                  <a:cubicBezTo>
                    <a:pt x="251" y="305"/>
                    <a:pt x="255" y="302"/>
                    <a:pt x="256" y="303"/>
                  </a:cubicBezTo>
                  <a:cubicBezTo>
                    <a:pt x="257" y="304"/>
                    <a:pt x="258" y="306"/>
                    <a:pt x="263" y="306"/>
                  </a:cubicBezTo>
                  <a:cubicBezTo>
                    <a:pt x="268" y="307"/>
                    <a:pt x="265" y="310"/>
                    <a:pt x="265" y="311"/>
                  </a:cubicBezTo>
                  <a:cubicBezTo>
                    <a:pt x="265" y="313"/>
                    <a:pt x="271" y="317"/>
                    <a:pt x="274" y="318"/>
                  </a:cubicBezTo>
                  <a:cubicBezTo>
                    <a:pt x="274" y="318"/>
                    <a:pt x="275" y="318"/>
                    <a:pt x="275" y="319"/>
                  </a:cubicBezTo>
                  <a:cubicBezTo>
                    <a:pt x="277" y="318"/>
                    <a:pt x="280" y="320"/>
                    <a:pt x="280" y="318"/>
                  </a:cubicBezTo>
                  <a:cubicBezTo>
                    <a:pt x="281" y="316"/>
                    <a:pt x="284" y="316"/>
                    <a:pt x="285" y="318"/>
                  </a:cubicBezTo>
                  <a:cubicBezTo>
                    <a:pt x="286" y="320"/>
                    <a:pt x="287" y="320"/>
                    <a:pt x="290" y="318"/>
                  </a:cubicBezTo>
                  <a:cubicBezTo>
                    <a:pt x="292" y="316"/>
                    <a:pt x="294" y="320"/>
                    <a:pt x="292" y="322"/>
                  </a:cubicBezTo>
                  <a:cubicBezTo>
                    <a:pt x="291" y="323"/>
                    <a:pt x="292" y="327"/>
                    <a:pt x="294" y="329"/>
                  </a:cubicBezTo>
                  <a:cubicBezTo>
                    <a:pt x="296" y="331"/>
                    <a:pt x="297" y="328"/>
                    <a:pt x="296" y="325"/>
                  </a:cubicBezTo>
                  <a:cubicBezTo>
                    <a:pt x="296" y="323"/>
                    <a:pt x="300" y="321"/>
                    <a:pt x="308" y="318"/>
                  </a:cubicBezTo>
                  <a:cubicBezTo>
                    <a:pt x="316" y="316"/>
                    <a:pt x="324" y="310"/>
                    <a:pt x="325" y="309"/>
                  </a:cubicBezTo>
                  <a:cubicBezTo>
                    <a:pt x="325" y="307"/>
                    <a:pt x="330" y="311"/>
                    <a:pt x="333" y="309"/>
                  </a:cubicBezTo>
                  <a:cubicBezTo>
                    <a:pt x="335" y="307"/>
                    <a:pt x="345" y="307"/>
                    <a:pt x="347" y="306"/>
                  </a:cubicBezTo>
                  <a:cubicBezTo>
                    <a:pt x="350" y="306"/>
                    <a:pt x="350" y="304"/>
                    <a:pt x="352" y="302"/>
                  </a:cubicBezTo>
                  <a:cubicBezTo>
                    <a:pt x="355" y="300"/>
                    <a:pt x="354" y="299"/>
                    <a:pt x="357" y="298"/>
                  </a:cubicBezTo>
                  <a:cubicBezTo>
                    <a:pt x="360" y="297"/>
                    <a:pt x="362" y="295"/>
                    <a:pt x="362" y="293"/>
                  </a:cubicBezTo>
                  <a:cubicBezTo>
                    <a:pt x="362" y="292"/>
                    <a:pt x="368" y="291"/>
                    <a:pt x="368" y="289"/>
                  </a:cubicBezTo>
                  <a:cubicBezTo>
                    <a:pt x="368" y="288"/>
                    <a:pt x="372" y="287"/>
                    <a:pt x="372" y="285"/>
                  </a:cubicBezTo>
                  <a:cubicBezTo>
                    <a:pt x="372" y="283"/>
                    <a:pt x="375" y="284"/>
                    <a:pt x="376" y="282"/>
                  </a:cubicBezTo>
                  <a:cubicBezTo>
                    <a:pt x="377" y="281"/>
                    <a:pt x="375" y="276"/>
                    <a:pt x="377" y="276"/>
                  </a:cubicBezTo>
                  <a:cubicBezTo>
                    <a:pt x="379" y="275"/>
                    <a:pt x="376" y="273"/>
                    <a:pt x="376" y="272"/>
                  </a:cubicBezTo>
                  <a:cubicBezTo>
                    <a:pt x="375" y="270"/>
                    <a:pt x="379" y="270"/>
                    <a:pt x="382" y="269"/>
                  </a:cubicBezTo>
                  <a:cubicBezTo>
                    <a:pt x="384" y="268"/>
                    <a:pt x="385" y="265"/>
                    <a:pt x="385" y="263"/>
                  </a:cubicBezTo>
                  <a:cubicBezTo>
                    <a:pt x="386" y="261"/>
                    <a:pt x="389" y="259"/>
                    <a:pt x="391" y="258"/>
                  </a:cubicBezTo>
                  <a:cubicBezTo>
                    <a:pt x="393" y="257"/>
                    <a:pt x="393" y="254"/>
                    <a:pt x="393" y="251"/>
                  </a:cubicBezTo>
                  <a:cubicBezTo>
                    <a:pt x="392" y="248"/>
                    <a:pt x="395" y="249"/>
                    <a:pt x="394" y="248"/>
                  </a:cubicBezTo>
                  <a:cubicBezTo>
                    <a:pt x="393" y="247"/>
                    <a:pt x="395" y="244"/>
                    <a:pt x="398" y="243"/>
                  </a:cubicBezTo>
                  <a:cubicBezTo>
                    <a:pt x="401" y="242"/>
                    <a:pt x="396" y="240"/>
                    <a:pt x="394" y="242"/>
                  </a:cubicBezTo>
                  <a:cubicBezTo>
                    <a:pt x="393" y="243"/>
                    <a:pt x="391" y="238"/>
                    <a:pt x="389" y="240"/>
                  </a:cubicBezTo>
                  <a:cubicBezTo>
                    <a:pt x="388" y="242"/>
                    <a:pt x="384" y="239"/>
                    <a:pt x="386" y="238"/>
                  </a:cubicBezTo>
                  <a:cubicBezTo>
                    <a:pt x="389" y="238"/>
                    <a:pt x="393" y="235"/>
                    <a:pt x="395" y="234"/>
                  </a:cubicBezTo>
                  <a:cubicBezTo>
                    <a:pt x="397" y="233"/>
                    <a:pt x="392" y="229"/>
                    <a:pt x="390" y="229"/>
                  </a:cubicBezTo>
                  <a:cubicBezTo>
                    <a:pt x="388" y="229"/>
                    <a:pt x="385" y="224"/>
                    <a:pt x="383" y="224"/>
                  </a:cubicBezTo>
                  <a:cubicBezTo>
                    <a:pt x="380" y="224"/>
                    <a:pt x="384" y="222"/>
                    <a:pt x="387" y="224"/>
                  </a:cubicBezTo>
                  <a:cubicBezTo>
                    <a:pt x="390" y="225"/>
                    <a:pt x="393" y="226"/>
                    <a:pt x="395" y="225"/>
                  </a:cubicBezTo>
                  <a:cubicBezTo>
                    <a:pt x="396" y="224"/>
                    <a:pt x="390" y="219"/>
                    <a:pt x="388" y="217"/>
                  </a:cubicBezTo>
                  <a:cubicBezTo>
                    <a:pt x="385" y="215"/>
                    <a:pt x="388" y="213"/>
                    <a:pt x="386" y="212"/>
                  </a:cubicBezTo>
                  <a:cubicBezTo>
                    <a:pt x="385" y="211"/>
                    <a:pt x="382" y="205"/>
                    <a:pt x="381" y="202"/>
                  </a:cubicBezTo>
                  <a:cubicBezTo>
                    <a:pt x="380" y="199"/>
                    <a:pt x="375" y="198"/>
                    <a:pt x="373" y="197"/>
                  </a:cubicBezTo>
                  <a:cubicBezTo>
                    <a:pt x="372" y="195"/>
                    <a:pt x="373" y="190"/>
                    <a:pt x="377" y="189"/>
                  </a:cubicBezTo>
                  <a:cubicBezTo>
                    <a:pt x="381" y="187"/>
                    <a:pt x="380" y="184"/>
                    <a:pt x="381" y="184"/>
                  </a:cubicBezTo>
                  <a:cubicBezTo>
                    <a:pt x="383" y="185"/>
                    <a:pt x="385" y="184"/>
                    <a:pt x="386" y="181"/>
                  </a:cubicBezTo>
                  <a:cubicBezTo>
                    <a:pt x="387" y="178"/>
                    <a:pt x="390" y="180"/>
                    <a:pt x="391" y="178"/>
                  </a:cubicBezTo>
                  <a:cubicBezTo>
                    <a:pt x="392" y="177"/>
                    <a:pt x="398" y="177"/>
                    <a:pt x="401" y="176"/>
                  </a:cubicBezTo>
                  <a:cubicBezTo>
                    <a:pt x="403" y="174"/>
                    <a:pt x="399" y="169"/>
                    <a:pt x="396" y="170"/>
                  </a:cubicBezTo>
                  <a:cubicBezTo>
                    <a:pt x="393" y="171"/>
                    <a:pt x="390" y="170"/>
                    <a:pt x="388" y="167"/>
                  </a:cubicBezTo>
                  <a:cubicBezTo>
                    <a:pt x="386" y="164"/>
                    <a:pt x="380" y="172"/>
                    <a:pt x="376" y="174"/>
                  </a:cubicBezTo>
                  <a:cubicBezTo>
                    <a:pt x="372" y="176"/>
                    <a:pt x="370" y="171"/>
                    <a:pt x="371" y="167"/>
                  </a:cubicBezTo>
                  <a:cubicBezTo>
                    <a:pt x="372" y="164"/>
                    <a:pt x="368" y="164"/>
                    <a:pt x="362" y="164"/>
                  </a:cubicBezTo>
                  <a:cubicBezTo>
                    <a:pt x="357" y="165"/>
                    <a:pt x="359" y="154"/>
                    <a:pt x="362" y="154"/>
                  </a:cubicBezTo>
                  <a:cubicBezTo>
                    <a:pt x="366" y="153"/>
                    <a:pt x="371" y="157"/>
                    <a:pt x="373" y="151"/>
                  </a:cubicBezTo>
                  <a:cubicBezTo>
                    <a:pt x="375" y="145"/>
                    <a:pt x="378" y="149"/>
                    <a:pt x="383" y="144"/>
                  </a:cubicBezTo>
                  <a:cubicBezTo>
                    <a:pt x="387" y="139"/>
                    <a:pt x="393" y="135"/>
                    <a:pt x="397" y="138"/>
                  </a:cubicBezTo>
                  <a:cubicBezTo>
                    <a:pt x="401" y="142"/>
                    <a:pt x="393" y="147"/>
                    <a:pt x="391" y="150"/>
                  </a:cubicBezTo>
                  <a:cubicBezTo>
                    <a:pt x="390" y="153"/>
                    <a:pt x="392" y="154"/>
                    <a:pt x="390" y="156"/>
                  </a:cubicBezTo>
                  <a:cubicBezTo>
                    <a:pt x="387" y="159"/>
                    <a:pt x="391" y="159"/>
                    <a:pt x="396" y="156"/>
                  </a:cubicBezTo>
                  <a:cubicBezTo>
                    <a:pt x="401" y="153"/>
                    <a:pt x="407" y="149"/>
                    <a:pt x="411" y="148"/>
                  </a:cubicBezTo>
                  <a:cubicBezTo>
                    <a:pt x="413" y="147"/>
                    <a:pt x="414" y="147"/>
                    <a:pt x="415" y="147"/>
                  </a:cubicBezTo>
                  <a:cubicBezTo>
                    <a:pt x="416" y="145"/>
                    <a:pt x="417" y="144"/>
                    <a:pt x="418" y="143"/>
                  </a:cubicBezTo>
                  <a:cubicBezTo>
                    <a:pt x="421" y="142"/>
                    <a:pt x="432" y="137"/>
                    <a:pt x="433" y="135"/>
                  </a:cubicBezTo>
                  <a:cubicBezTo>
                    <a:pt x="435" y="132"/>
                    <a:pt x="437" y="129"/>
                    <a:pt x="439" y="129"/>
                  </a:cubicBezTo>
                  <a:cubicBezTo>
                    <a:pt x="441" y="129"/>
                    <a:pt x="441" y="131"/>
                    <a:pt x="444" y="131"/>
                  </a:cubicBezTo>
                  <a:cubicBezTo>
                    <a:pt x="448" y="131"/>
                    <a:pt x="451" y="132"/>
                    <a:pt x="450" y="129"/>
                  </a:cubicBezTo>
                  <a:cubicBezTo>
                    <a:pt x="448" y="126"/>
                    <a:pt x="449" y="126"/>
                    <a:pt x="453" y="126"/>
                  </a:cubicBezTo>
                  <a:cubicBezTo>
                    <a:pt x="457" y="125"/>
                    <a:pt x="456" y="122"/>
                    <a:pt x="459" y="122"/>
                  </a:cubicBezTo>
                  <a:cubicBezTo>
                    <a:pt x="462" y="122"/>
                    <a:pt x="461" y="115"/>
                    <a:pt x="464" y="115"/>
                  </a:cubicBezTo>
                  <a:cubicBezTo>
                    <a:pt x="467" y="115"/>
                    <a:pt x="468" y="119"/>
                    <a:pt x="471" y="118"/>
                  </a:cubicBezTo>
                  <a:cubicBezTo>
                    <a:pt x="472" y="118"/>
                    <a:pt x="472" y="118"/>
                    <a:pt x="473" y="118"/>
                  </a:cubicBezTo>
                  <a:cubicBezTo>
                    <a:pt x="474" y="118"/>
                    <a:pt x="475" y="117"/>
                    <a:pt x="475" y="117"/>
                  </a:cubicBezTo>
                  <a:cubicBezTo>
                    <a:pt x="475" y="113"/>
                    <a:pt x="475" y="110"/>
                    <a:pt x="475" y="109"/>
                  </a:cubicBezTo>
                  <a:cubicBezTo>
                    <a:pt x="473" y="106"/>
                    <a:pt x="475" y="103"/>
                    <a:pt x="474" y="102"/>
                  </a:cubicBezTo>
                  <a:cubicBezTo>
                    <a:pt x="474" y="100"/>
                    <a:pt x="473" y="96"/>
                    <a:pt x="475" y="96"/>
                  </a:cubicBezTo>
                  <a:cubicBezTo>
                    <a:pt x="477" y="96"/>
                    <a:pt x="480" y="91"/>
                    <a:pt x="482" y="92"/>
                  </a:cubicBezTo>
                  <a:cubicBezTo>
                    <a:pt x="485" y="94"/>
                    <a:pt x="490" y="95"/>
                    <a:pt x="490" y="92"/>
                  </a:cubicBezTo>
                  <a:cubicBezTo>
                    <a:pt x="490" y="90"/>
                    <a:pt x="493" y="90"/>
                    <a:pt x="494" y="87"/>
                  </a:cubicBezTo>
                  <a:cubicBezTo>
                    <a:pt x="494" y="84"/>
                    <a:pt x="498" y="83"/>
                    <a:pt x="499" y="80"/>
                  </a:cubicBezTo>
                  <a:cubicBezTo>
                    <a:pt x="500" y="78"/>
                    <a:pt x="501" y="71"/>
                    <a:pt x="503" y="70"/>
                  </a:cubicBezTo>
                  <a:cubicBezTo>
                    <a:pt x="506" y="68"/>
                    <a:pt x="503" y="67"/>
                    <a:pt x="503" y="63"/>
                  </a:cubicBezTo>
                  <a:close/>
                  <a:moveTo>
                    <a:pt x="381" y="298"/>
                  </a:moveTo>
                  <a:cubicBezTo>
                    <a:pt x="378" y="308"/>
                    <a:pt x="385" y="314"/>
                    <a:pt x="386" y="313"/>
                  </a:cubicBezTo>
                  <a:cubicBezTo>
                    <a:pt x="388" y="311"/>
                    <a:pt x="398" y="290"/>
                    <a:pt x="396" y="287"/>
                  </a:cubicBezTo>
                  <a:cubicBezTo>
                    <a:pt x="394" y="284"/>
                    <a:pt x="384" y="289"/>
                    <a:pt x="381" y="298"/>
                  </a:cubicBezTo>
                  <a:close/>
                  <a:moveTo>
                    <a:pt x="292" y="332"/>
                  </a:moveTo>
                  <a:cubicBezTo>
                    <a:pt x="289" y="332"/>
                    <a:pt x="281" y="337"/>
                    <a:pt x="284" y="344"/>
                  </a:cubicBezTo>
                  <a:cubicBezTo>
                    <a:pt x="287" y="351"/>
                    <a:pt x="298" y="346"/>
                    <a:pt x="298" y="343"/>
                  </a:cubicBezTo>
                  <a:cubicBezTo>
                    <a:pt x="298" y="340"/>
                    <a:pt x="303" y="335"/>
                    <a:pt x="303" y="333"/>
                  </a:cubicBezTo>
                  <a:cubicBezTo>
                    <a:pt x="302" y="331"/>
                    <a:pt x="295" y="332"/>
                    <a:pt x="292" y="33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3" name="Google Shape;393;p1"/>
            <p:cNvSpPr/>
            <p:nvPr/>
          </p:nvSpPr>
          <p:spPr>
            <a:xfrm>
              <a:off x="9302972" y="3645201"/>
              <a:ext cx="297468" cy="414000"/>
            </a:xfrm>
            <a:custGeom>
              <a:avLst/>
              <a:gdLst/>
              <a:ahLst/>
              <a:cxnLst/>
              <a:rect l="l" t="t" r="r" b="b"/>
              <a:pathLst>
                <a:path w="82" h="114" extrusionOk="0">
                  <a:moveTo>
                    <a:pt x="43" y="44"/>
                  </a:moveTo>
                  <a:cubicBezTo>
                    <a:pt x="48" y="43"/>
                    <a:pt x="55" y="49"/>
                    <a:pt x="54" y="52"/>
                  </a:cubicBezTo>
                  <a:cubicBezTo>
                    <a:pt x="53" y="54"/>
                    <a:pt x="54" y="61"/>
                    <a:pt x="56" y="59"/>
                  </a:cubicBezTo>
                  <a:cubicBezTo>
                    <a:pt x="58" y="57"/>
                    <a:pt x="62" y="60"/>
                    <a:pt x="60" y="63"/>
                  </a:cubicBezTo>
                  <a:cubicBezTo>
                    <a:pt x="57" y="66"/>
                    <a:pt x="63" y="69"/>
                    <a:pt x="64" y="73"/>
                  </a:cubicBezTo>
                  <a:cubicBezTo>
                    <a:pt x="65" y="77"/>
                    <a:pt x="67" y="74"/>
                    <a:pt x="67" y="71"/>
                  </a:cubicBezTo>
                  <a:cubicBezTo>
                    <a:pt x="66" y="68"/>
                    <a:pt x="67" y="68"/>
                    <a:pt x="70" y="66"/>
                  </a:cubicBezTo>
                  <a:cubicBezTo>
                    <a:pt x="74" y="64"/>
                    <a:pt x="70" y="60"/>
                    <a:pt x="68" y="56"/>
                  </a:cubicBezTo>
                  <a:cubicBezTo>
                    <a:pt x="66" y="52"/>
                    <a:pt x="59" y="53"/>
                    <a:pt x="59" y="49"/>
                  </a:cubicBezTo>
                  <a:cubicBezTo>
                    <a:pt x="59" y="45"/>
                    <a:pt x="53" y="44"/>
                    <a:pt x="53" y="42"/>
                  </a:cubicBezTo>
                  <a:cubicBezTo>
                    <a:pt x="53" y="39"/>
                    <a:pt x="45" y="37"/>
                    <a:pt x="41" y="40"/>
                  </a:cubicBezTo>
                  <a:cubicBezTo>
                    <a:pt x="37" y="42"/>
                    <a:pt x="40" y="35"/>
                    <a:pt x="37" y="32"/>
                  </a:cubicBezTo>
                  <a:cubicBezTo>
                    <a:pt x="34" y="29"/>
                    <a:pt x="39" y="24"/>
                    <a:pt x="43" y="20"/>
                  </a:cubicBezTo>
                  <a:cubicBezTo>
                    <a:pt x="46" y="16"/>
                    <a:pt x="42" y="9"/>
                    <a:pt x="42" y="6"/>
                  </a:cubicBezTo>
                  <a:cubicBezTo>
                    <a:pt x="43" y="3"/>
                    <a:pt x="42" y="2"/>
                    <a:pt x="41" y="3"/>
                  </a:cubicBezTo>
                  <a:cubicBezTo>
                    <a:pt x="39" y="4"/>
                    <a:pt x="32" y="0"/>
                    <a:pt x="29" y="2"/>
                  </a:cubicBezTo>
                  <a:cubicBezTo>
                    <a:pt x="25" y="4"/>
                    <a:pt x="28" y="21"/>
                    <a:pt x="27" y="22"/>
                  </a:cubicBezTo>
                  <a:cubicBezTo>
                    <a:pt x="25" y="23"/>
                    <a:pt x="23" y="19"/>
                    <a:pt x="23" y="21"/>
                  </a:cubicBezTo>
                  <a:cubicBezTo>
                    <a:pt x="22" y="23"/>
                    <a:pt x="23" y="32"/>
                    <a:pt x="25" y="32"/>
                  </a:cubicBezTo>
                  <a:cubicBezTo>
                    <a:pt x="27" y="32"/>
                    <a:pt x="29" y="35"/>
                    <a:pt x="27" y="39"/>
                  </a:cubicBezTo>
                  <a:cubicBezTo>
                    <a:pt x="26" y="43"/>
                    <a:pt x="31" y="43"/>
                    <a:pt x="36" y="42"/>
                  </a:cubicBezTo>
                  <a:cubicBezTo>
                    <a:pt x="40" y="40"/>
                    <a:pt x="39" y="45"/>
                    <a:pt x="43" y="44"/>
                  </a:cubicBezTo>
                  <a:close/>
                  <a:moveTo>
                    <a:pt x="28" y="46"/>
                  </a:moveTo>
                  <a:cubicBezTo>
                    <a:pt x="28" y="50"/>
                    <a:pt x="30" y="57"/>
                    <a:pt x="36" y="55"/>
                  </a:cubicBezTo>
                  <a:cubicBezTo>
                    <a:pt x="41" y="54"/>
                    <a:pt x="27" y="44"/>
                    <a:pt x="28" y="46"/>
                  </a:cubicBezTo>
                  <a:close/>
                  <a:moveTo>
                    <a:pt x="41" y="71"/>
                  </a:moveTo>
                  <a:cubicBezTo>
                    <a:pt x="43" y="70"/>
                    <a:pt x="46" y="71"/>
                    <a:pt x="46" y="68"/>
                  </a:cubicBezTo>
                  <a:cubicBezTo>
                    <a:pt x="46" y="66"/>
                    <a:pt x="49" y="73"/>
                    <a:pt x="47" y="75"/>
                  </a:cubicBezTo>
                  <a:cubicBezTo>
                    <a:pt x="44" y="77"/>
                    <a:pt x="44" y="83"/>
                    <a:pt x="48" y="84"/>
                  </a:cubicBezTo>
                  <a:cubicBezTo>
                    <a:pt x="51" y="85"/>
                    <a:pt x="58" y="73"/>
                    <a:pt x="57" y="71"/>
                  </a:cubicBezTo>
                  <a:cubicBezTo>
                    <a:pt x="56" y="68"/>
                    <a:pt x="53" y="72"/>
                    <a:pt x="54" y="69"/>
                  </a:cubicBezTo>
                  <a:cubicBezTo>
                    <a:pt x="54" y="66"/>
                    <a:pt x="45" y="58"/>
                    <a:pt x="41" y="59"/>
                  </a:cubicBezTo>
                  <a:cubicBezTo>
                    <a:pt x="37" y="60"/>
                    <a:pt x="39" y="71"/>
                    <a:pt x="41" y="71"/>
                  </a:cubicBezTo>
                  <a:close/>
                  <a:moveTo>
                    <a:pt x="12" y="75"/>
                  </a:moveTo>
                  <a:cubicBezTo>
                    <a:pt x="9" y="80"/>
                    <a:pt x="0" y="87"/>
                    <a:pt x="1" y="89"/>
                  </a:cubicBezTo>
                  <a:cubicBezTo>
                    <a:pt x="3" y="92"/>
                    <a:pt x="12" y="78"/>
                    <a:pt x="17" y="75"/>
                  </a:cubicBezTo>
                  <a:cubicBezTo>
                    <a:pt x="21" y="72"/>
                    <a:pt x="20" y="69"/>
                    <a:pt x="19" y="66"/>
                  </a:cubicBezTo>
                  <a:cubicBezTo>
                    <a:pt x="17" y="63"/>
                    <a:pt x="16" y="71"/>
                    <a:pt x="12" y="75"/>
                  </a:cubicBezTo>
                  <a:close/>
                  <a:moveTo>
                    <a:pt x="56" y="80"/>
                  </a:moveTo>
                  <a:cubicBezTo>
                    <a:pt x="57" y="83"/>
                    <a:pt x="65" y="79"/>
                    <a:pt x="63" y="76"/>
                  </a:cubicBezTo>
                  <a:cubicBezTo>
                    <a:pt x="61" y="74"/>
                    <a:pt x="56" y="78"/>
                    <a:pt x="56" y="80"/>
                  </a:cubicBezTo>
                  <a:close/>
                  <a:moveTo>
                    <a:pt x="79" y="100"/>
                  </a:moveTo>
                  <a:cubicBezTo>
                    <a:pt x="82" y="96"/>
                    <a:pt x="77" y="87"/>
                    <a:pt x="77" y="81"/>
                  </a:cubicBezTo>
                  <a:cubicBezTo>
                    <a:pt x="77" y="75"/>
                    <a:pt x="69" y="77"/>
                    <a:pt x="71" y="80"/>
                  </a:cubicBezTo>
                  <a:cubicBezTo>
                    <a:pt x="73" y="84"/>
                    <a:pt x="67" y="81"/>
                    <a:pt x="66" y="85"/>
                  </a:cubicBezTo>
                  <a:cubicBezTo>
                    <a:pt x="66" y="89"/>
                    <a:pt x="61" y="86"/>
                    <a:pt x="61" y="89"/>
                  </a:cubicBezTo>
                  <a:cubicBezTo>
                    <a:pt x="61" y="92"/>
                    <a:pt x="56" y="89"/>
                    <a:pt x="54" y="87"/>
                  </a:cubicBezTo>
                  <a:cubicBezTo>
                    <a:pt x="51" y="85"/>
                    <a:pt x="48" y="92"/>
                    <a:pt x="44" y="93"/>
                  </a:cubicBezTo>
                  <a:cubicBezTo>
                    <a:pt x="40" y="94"/>
                    <a:pt x="38" y="102"/>
                    <a:pt x="41" y="101"/>
                  </a:cubicBezTo>
                  <a:cubicBezTo>
                    <a:pt x="44" y="101"/>
                    <a:pt x="45" y="97"/>
                    <a:pt x="48" y="97"/>
                  </a:cubicBezTo>
                  <a:cubicBezTo>
                    <a:pt x="51" y="98"/>
                    <a:pt x="50" y="94"/>
                    <a:pt x="54" y="95"/>
                  </a:cubicBezTo>
                  <a:cubicBezTo>
                    <a:pt x="59" y="96"/>
                    <a:pt x="56" y="109"/>
                    <a:pt x="61" y="110"/>
                  </a:cubicBezTo>
                  <a:cubicBezTo>
                    <a:pt x="67" y="111"/>
                    <a:pt x="67" y="114"/>
                    <a:pt x="70" y="114"/>
                  </a:cubicBezTo>
                  <a:cubicBezTo>
                    <a:pt x="73" y="114"/>
                    <a:pt x="70" y="106"/>
                    <a:pt x="70" y="103"/>
                  </a:cubicBezTo>
                  <a:cubicBezTo>
                    <a:pt x="70" y="101"/>
                    <a:pt x="76" y="103"/>
                    <a:pt x="79" y="10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4" name="Google Shape;394;p1"/>
            <p:cNvSpPr/>
            <p:nvPr/>
          </p:nvSpPr>
          <p:spPr>
            <a:xfrm>
              <a:off x="10035908" y="4313735"/>
              <a:ext cx="383334" cy="246868"/>
            </a:xfrm>
            <a:custGeom>
              <a:avLst/>
              <a:gdLst/>
              <a:ahLst/>
              <a:cxnLst/>
              <a:rect l="l" t="t" r="r" b="b"/>
              <a:pathLst>
                <a:path w="106" h="68" extrusionOk="0">
                  <a:moveTo>
                    <a:pt x="76" y="63"/>
                  </a:moveTo>
                  <a:cubicBezTo>
                    <a:pt x="75" y="62"/>
                    <a:pt x="70" y="59"/>
                    <a:pt x="70" y="57"/>
                  </a:cubicBezTo>
                  <a:cubicBezTo>
                    <a:pt x="71" y="55"/>
                    <a:pt x="65" y="55"/>
                    <a:pt x="62" y="53"/>
                  </a:cubicBezTo>
                  <a:cubicBezTo>
                    <a:pt x="58" y="51"/>
                    <a:pt x="60" y="43"/>
                    <a:pt x="56" y="42"/>
                  </a:cubicBezTo>
                  <a:cubicBezTo>
                    <a:pt x="52" y="40"/>
                    <a:pt x="49" y="34"/>
                    <a:pt x="54" y="35"/>
                  </a:cubicBezTo>
                  <a:cubicBezTo>
                    <a:pt x="58" y="35"/>
                    <a:pt x="59" y="32"/>
                    <a:pt x="56" y="29"/>
                  </a:cubicBezTo>
                  <a:cubicBezTo>
                    <a:pt x="52" y="26"/>
                    <a:pt x="39" y="25"/>
                    <a:pt x="39" y="20"/>
                  </a:cubicBezTo>
                  <a:cubicBezTo>
                    <a:pt x="38" y="15"/>
                    <a:pt x="16" y="4"/>
                    <a:pt x="6" y="2"/>
                  </a:cubicBezTo>
                  <a:cubicBezTo>
                    <a:pt x="4" y="1"/>
                    <a:pt x="2" y="1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5"/>
                    <a:pt x="5" y="56"/>
                    <a:pt x="9" y="56"/>
                  </a:cubicBezTo>
                  <a:cubicBezTo>
                    <a:pt x="19" y="57"/>
                    <a:pt x="17" y="50"/>
                    <a:pt x="19" y="50"/>
                  </a:cubicBezTo>
                  <a:cubicBezTo>
                    <a:pt x="21" y="50"/>
                    <a:pt x="21" y="47"/>
                    <a:pt x="24" y="44"/>
                  </a:cubicBezTo>
                  <a:cubicBezTo>
                    <a:pt x="26" y="41"/>
                    <a:pt x="36" y="44"/>
                    <a:pt x="41" y="48"/>
                  </a:cubicBezTo>
                  <a:cubicBezTo>
                    <a:pt x="47" y="53"/>
                    <a:pt x="54" y="66"/>
                    <a:pt x="60" y="65"/>
                  </a:cubicBezTo>
                  <a:cubicBezTo>
                    <a:pt x="66" y="63"/>
                    <a:pt x="72" y="68"/>
                    <a:pt x="77" y="68"/>
                  </a:cubicBezTo>
                  <a:cubicBezTo>
                    <a:pt x="83" y="68"/>
                    <a:pt x="78" y="63"/>
                    <a:pt x="76" y="63"/>
                  </a:cubicBezTo>
                  <a:close/>
                  <a:moveTo>
                    <a:pt x="90" y="18"/>
                  </a:moveTo>
                  <a:cubicBezTo>
                    <a:pt x="90" y="20"/>
                    <a:pt x="86" y="22"/>
                    <a:pt x="80" y="24"/>
                  </a:cubicBezTo>
                  <a:cubicBezTo>
                    <a:pt x="74" y="27"/>
                    <a:pt x="63" y="21"/>
                    <a:pt x="62" y="25"/>
                  </a:cubicBezTo>
                  <a:cubicBezTo>
                    <a:pt x="62" y="27"/>
                    <a:pt x="69" y="31"/>
                    <a:pt x="76" y="31"/>
                  </a:cubicBezTo>
                  <a:cubicBezTo>
                    <a:pt x="83" y="31"/>
                    <a:pt x="93" y="24"/>
                    <a:pt x="93" y="22"/>
                  </a:cubicBezTo>
                  <a:cubicBezTo>
                    <a:pt x="93" y="20"/>
                    <a:pt x="98" y="17"/>
                    <a:pt x="96" y="15"/>
                  </a:cubicBezTo>
                  <a:cubicBezTo>
                    <a:pt x="94" y="13"/>
                    <a:pt x="90" y="16"/>
                    <a:pt x="90" y="18"/>
                  </a:cubicBezTo>
                  <a:close/>
                  <a:moveTo>
                    <a:pt x="99" y="9"/>
                  </a:moveTo>
                  <a:cubicBezTo>
                    <a:pt x="95" y="6"/>
                    <a:pt x="91" y="5"/>
                    <a:pt x="96" y="9"/>
                  </a:cubicBezTo>
                  <a:cubicBezTo>
                    <a:pt x="101" y="14"/>
                    <a:pt x="99" y="18"/>
                    <a:pt x="102" y="17"/>
                  </a:cubicBezTo>
                  <a:cubicBezTo>
                    <a:pt x="106" y="16"/>
                    <a:pt x="103" y="11"/>
                    <a:pt x="99" y="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8189771" y="3928867"/>
              <a:ext cx="65934" cy="127266"/>
            </a:xfrm>
            <a:custGeom>
              <a:avLst/>
              <a:gdLst/>
              <a:ahLst/>
              <a:cxnLst/>
              <a:rect l="l" t="t" r="r" b="b"/>
              <a:pathLst>
                <a:path w="18" h="35" extrusionOk="0">
                  <a:moveTo>
                    <a:pt x="4" y="0"/>
                  </a:moveTo>
                  <a:cubicBezTo>
                    <a:pt x="2" y="0"/>
                    <a:pt x="2" y="5"/>
                    <a:pt x="1" y="8"/>
                  </a:cubicBezTo>
                  <a:cubicBezTo>
                    <a:pt x="0" y="11"/>
                    <a:pt x="0" y="14"/>
                    <a:pt x="1" y="19"/>
                  </a:cubicBezTo>
                  <a:cubicBezTo>
                    <a:pt x="1" y="24"/>
                    <a:pt x="1" y="29"/>
                    <a:pt x="5" y="32"/>
                  </a:cubicBezTo>
                  <a:cubicBezTo>
                    <a:pt x="10" y="35"/>
                    <a:pt x="18" y="27"/>
                    <a:pt x="18" y="20"/>
                  </a:cubicBezTo>
                  <a:cubicBezTo>
                    <a:pt x="18" y="13"/>
                    <a:pt x="6" y="0"/>
                    <a:pt x="4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7055102" y="4582069"/>
              <a:ext cx="225400" cy="446201"/>
            </a:xfrm>
            <a:custGeom>
              <a:avLst/>
              <a:gdLst/>
              <a:ahLst/>
              <a:cxnLst/>
              <a:rect l="l" t="t" r="r" b="b"/>
              <a:pathLst>
                <a:path w="62" h="123" extrusionOk="0">
                  <a:moveTo>
                    <a:pt x="53" y="4"/>
                  </a:moveTo>
                  <a:cubicBezTo>
                    <a:pt x="51" y="0"/>
                    <a:pt x="51" y="5"/>
                    <a:pt x="50" y="6"/>
                  </a:cubicBezTo>
                  <a:cubicBezTo>
                    <a:pt x="49" y="7"/>
                    <a:pt x="48" y="10"/>
                    <a:pt x="48" y="12"/>
                  </a:cubicBezTo>
                  <a:cubicBezTo>
                    <a:pt x="49" y="14"/>
                    <a:pt x="45" y="16"/>
                    <a:pt x="43" y="16"/>
                  </a:cubicBezTo>
                  <a:cubicBezTo>
                    <a:pt x="41" y="16"/>
                    <a:pt x="38" y="17"/>
                    <a:pt x="39" y="20"/>
                  </a:cubicBezTo>
                  <a:cubicBezTo>
                    <a:pt x="40" y="22"/>
                    <a:pt x="38" y="22"/>
                    <a:pt x="39" y="24"/>
                  </a:cubicBezTo>
                  <a:cubicBezTo>
                    <a:pt x="40" y="26"/>
                    <a:pt x="36" y="29"/>
                    <a:pt x="33" y="29"/>
                  </a:cubicBezTo>
                  <a:cubicBezTo>
                    <a:pt x="29" y="30"/>
                    <a:pt x="25" y="36"/>
                    <a:pt x="21" y="35"/>
                  </a:cubicBezTo>
                  <a:cubicBezTo>
                    <a:pt x="17" y="35"/>
                    <a:pt x="13" y="38"/>
                    <a:pt x="10" y="37"/>
                  </a:cubicBezTo>
                  <a:cubicBezTo>
                    <a:pt x="7" y="37"/>
                    <a:pt x="9" y="44"/>
                    <a:pt x="7" y="49"/>
                  </a:cubicBezTo>
                  <a:cubicBezTo>
                    <a:pt x="4" y="53"/>
                    <a:pt x="5" y="58"/>
                    <a:pt x="8" y="64"/>
                  </a:cubicBezTo>
                  <a:cubicBezTo>
                    <a:pt x="10" y="69"/>
                    <a:pt x="12" y="74"/>
                    <a:pt x="6" y="81"/>
                  </a:cubicBezTo>
                  <a:cubicBezTo>
                    <a:pt x="0" y="88"/>
                    <a:pt x="0" y="96"/>
                    <a:pt x="2" y="101"/>
                  </a:cubicBezTo>
                  <a:cubicBezTo>
                    <a:pt x="5" y="106"/>
                    <a:pt x="5" y="114"/>
                    <a:pt x="8" y="117"/>
                  </a:cubicBezTo>
                  <a:cubicBezTo>
                    <a:pt x="11" y="120"/>
                    <a:pt x="20" y="123"/>
                    <a:pt x="23" y="121"/>
                  </a:cubicBezTo>
                  <a:cubicBezTo>
                    <a:pt x="26" y="118"/>
                    <a:pt x="29" y="121"/>
                    <a:pt x="32" y="117"/>
                  </a:cubicBezTo>
                  <a:cubicBezTo>
                    <a:pt x="35" y="114"/>
                    <a:pt x="40" y="95"/>
                    <a:pt x="44" y="82"/>
                  </a:cubicBezTo>
                  <a:cubicBezTo>
                    <a:pt x="48" y="69"/>
                    <a:pt x="54" y="53"/>
                    <a:pt x="53" y="49"/>
                  </a:cubicBezTo>
                  <a:cubicBezTo>
                    <a:pt x="53" y="46"/>
                    <a:pt x="56" y="44"/>
                    <a:pt x="55" y="40"/>
                  </a:cubicBezTo>
                  <a:cubicBezTo>
                    <a:pt x="53" y="36"/>
                    <a:pt x="55" y="32"/>
                    <a:pt x="57" y="35"/>
                  </a:cubicBezTo>
                  <a:cubicBezTo>
                    <a:pt x="59" y="38"/>
                    <a:pt x="61" y="38"/>
                    <a:pt x="62" y="34"/>
                  </a:cubicBezTo>
                  <a:cubicBezTo>
                    <a:pt x="62" y="30"/>
                    <a:pt x="59" y="23"/>
                    <a:pt x="59" y="18"/>
                  </a:cubicBezTo>
                  <a:cubicBezTo>
                    <a:pt x="58" y="12"/>
                    <a:pt x="53" y="6"/>
                    <a:pt x="53" y="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>
              <a:off x="7044368" y="3631401"/>
              <a:ext cx="366468" cy="220800"/>
            </a:xfrm>
            <a:custGeom>
              <a:avLst/>
              <a:gdLst/>
              <a:ahLst/>
              <a:cxnLst/>
              <a:rect l="l" t="t" r="r" b="b"/>
              <a:pathLst>
                <a:path w="101" h="61" extrusionOk="0">
                  <a:moveTo>
                    <a:pt x="72" y="2"/>
                  </a:moveTo>
                  <a:cubicBezTo>
                    <a:pt x="67" y="3"/>
                    <a:pt x="56" y="2"/>
                    <a:pt x="55" y="3"/>
                  </a:cubicBezTo>
                  <a:cubicBezTo>
                    <a:pt x="54" y="4"/>
                    <a:pt x="43" y="11"/>
                    <a:pt x="42" y="14"/>
                  </a:cubicBezTo>
                  <a:cubicBezTo>
                    <a:pt x="41" y="18"/>
                    <a:pt x="38" y="18"/>
                    <a:pt x="36" y="16"/>
                  </a:cubicBezTo>
                  <a:cubicBezTo>
                    <a:pt x="34" y="15"/>
                    <a:pt x="25" y="15"/>
                    <a:pt x="24" y="14"/>
                  </a:cubicBezTo>
                  <a:cubicBezTo>
                    <a:pt x="24" y="14"/>
                    <a:pt x="17" y="13"/>
                    <a:pt x="14" y="14"/>
                  </a:cubicBezTo>
                  <a:cubicBezTo>
                    <a:pt x="11" y="14"/>
                    <a:pt x="9" y="12"/>
                    <a:pt x="8" y="13"/>
                  </a:cubicBezTo>
                  <a:cubicBezTo>
                    <a:pt x="6" y="13"/>
                    <a:pt x="5" y="15"/>
                    <a:pt x="4" y="16"/>
                  </a:cubicBezTo>
                  <a:cubicBezTo>
                    <a:pt x="3" y="17"/>
                    <a:pt x="5" y="19"/>
                    <a:pt x="4" y="20"/>
                  </a:cubicBezTo>
                  <a:cubicBezTo>
                    <a:pt x="4" y="21"/>
                    <a:pt x="3" y="21"/>
                    <a:pt x="1" y="22"/>
                  </a:cubicBezTo>
                  <a:cubicBezTo>
                    <a:pt x="1" y="24"/>
                    <a:pt x="2" y="26"/>
                    <a:pt x="1" y="28"/>
                  </a:cubicBezTo>
                  <a:cubicBezTo>
                    <a:pt x="0" y="30"/>
                    <a:pt x="1" y="37"/>
                    <a:pt x="4" y="41"/>
                  </a:cubicBezTo>
                  <a:cubicBezTo>
                    <a:pt x="6" y="45"/>
                    <a:pt x="5" y="52"/>
                    <a:pt x="7" y="53"/>
                  </a:cubicBezTo>
                  <a:cubicBezTo>
                    <a:pt x="8" y="55"/>
                    <a:pt x="18" y="54"/>
                    <a:pt x="22" y="52"/>
                  </a:cubicBezTo>
                  <a:cubicBezTo>
                    <a:pt x="26" y="49"/>
                    <a:pt x="29" y="48"/>
                    <a:pt x="33" y="48"/>
                  </a:cubicBezTo>
                  <a:cubicBezTo>
                    <a:pt x="36" y="48"/>
                    <a:pt x="41" y="45"/>
                    <a:pt x="42" y="44"/>
                  </a:cubicBezTo>
                  <a:cubicBezTo>
                    <a:pt x="43" y="42"/>
                    <a:pt x="48" y="42"/>
                    <a:pt x="50" y="42"/>
                  </a:cubicBezTo>
                  <a:cubicBezTo>
                    <a:pt x="52" y="43"/>
                    <a:pt x="55" y="40"/>
                    <a:pt x="57" y="38"/>
                  </a:cubicBezTo>
                  <a:cubicBezTo>
                    <a:pt x="59" y="36"/>
                    <a:pt x="67" y="35"/>
                    <a:pt x="75" y="32"/>
                  </a:cubicBezTo>
                  <a:cubicBezTo>
                    <a:pt x="83" y="30"/>
                    <a:pt x="81" y="26"/>
                    <a:pt x="83" y="24"/>
                  </a:cubicBezTo>
                  <a:cubicBezTo>
                    <a:pt x="84" y="22"/>
                    <a:pt x="87" y="22"/>
                    <a:pt x="90" y="21"/>
                  </a:cubicBezTo>
                  <a:cubicBezTo>
                    <a:pt x="86" y="13"/>
                    <a:pt x="82" y="4"/>
                    <a:pt x="80" y="0"/>
                  </a:cubicBezTo>
                  <a:cubicBezTo>
                    <a:pt x="76" y="1"/>
                    <a:pt x="73" y="2"/>
                    <a:pt x="72" y="2"/>
                  </a:cubicBezTo>
                  <a:close/>
                  <a:moveTo>
                    <a:pt x="92" y="58"/>
                  </a:moveTo>
                  <a:cubicBezTo>
                    <a:pt x="95" y="61"/>
                    <a:pt x="100" y="57"/>
                    <a:pt x="101" y="56"/>
                  </a:cubicBezTo>
                  <a:cubicBezTo>
                    <a:pt x="101" y="55"/>
                    <a:pt x="89" y="55"/>
                    <a:pt x="92" y="5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>
              <a:off x="10456042" y="4393469"/>
              <a:ext cx="246868" cy="177868"/>
            </a:xfrm>
            <a:custGeom>
              <a:avLst/>
              <a:gdLst/>
              <a:ahLst/>
              <a:cxnLst/>
              <a:rect l="l" t="t" r="r" b="b"/>
              <a:pathLst>
                <a:path w="68" h="49" extrusionOk="0">
                  <a:moveTo>
                    <a:pt x="0" y="2"/>
                  </a:moveTo>
                  <a:cubicBezTo>
                    <a:pt x="0" y="4"/>
                    <a:pt x="8" y="16"/>
                    <a:pt x="11" y="14"/>
                  </a:cubicBezTo>
                  <a:cubicBezTo>
                    <a:pt x="16" y="11"/>
                    <a:pt x="1" y="0"/>
                    <a:pt x="0" y="2"/>
                  </a:cubicBezTo>
                  <a:close/>
                  <a:moveTo>
                    <a:pt x="16" y="13"/>
                  </a:moveTo>
                  <a:cubicBezTo>
                    <a:pt x="16" y="14"/>
                    <a:pt x="22" y="19"/>
                    <a:pt x="23" y="18"/>
                  </a:cubicBezTo>
                  <a:cubicBezTo>
                    <a:pt x="25" y="18"/>
                    <a:pt x="17" y="11"/>
                    <a:pt x="16" y="13"/>
                  </a:cubicBezTo>
                  <a:close/>
                  <a:moveTo>
                    <a:pt x="44" y="28"/>
                  </a:moveTo>
                  <a:cubicBezTo>
                    <a:pt x="46" y="26"/>
                    <a:pt x="33" y="19"/>
                    <a:pt x="32" y="21"/>
                  </a:cubicBezTo>
                  <a:cubicBezTo>
                    <a:pt x="32" y="23"/>
                    <a:pt x="42" y="29"/>
                    <a:pt x="44" y="28"/>
                  </a:cubicBezTo>
                  <a:close/>
                  <a:moveTo>
                    <a:pt x="43" y="36"/>
                  </a:moveTo>
                  <a:cubicBezTo>
                    <a:pt x="44" y="39"/>
                    <a:pt x="49" y="42"/>
                    <a:pt x="51" y="40"/>
                  </a:cubicBezTo>
                  <a:cubicBezTo>
                    <a:pt x="54" y="39"/>
                    <a:pt x="42" y="32"/>
                    <a:pt x="43" y="36"/>
                  </a:cubicBezTo>
                  <a:close/>
                  <a:moveTo>
                    <a:pt x="58" y="44"/>
                  </a:moveTo>
                  <a:cubicBezTo>
                    <a:pt x="58" y="45"/>
                    <a:pt x="63" y="49"/>
                    <a:pt x="66" y="48"/>
                  </a:cubicBezTo>
                  <a:cubicBezTo>
                    <a:pt x="68" y="46"/>
                    <a:pt x="57" y="42"/>
                    <a:pt x="58" y="44"/>
                  </a:cubicBezTo>
                  <a:close/>
                  <a:moveTo>
                    <a:pt x="52" y="27"/>
                  </a:moveTo>
                  <a:cubicBezTo>
                    <a:pt x="50" y="31"/>
                    <a:pt x="57" y="38"/>
                    <a:pt x="58" y="39"/>
                  </a:cubicBezTo>
                  <a:cubicBezTo>
                    <a:pt x="59" y="39"/>
                    <a:pt x="53" y="24"/>
                    <a:pt x="52" y="2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>
              <a:off x="10456042" y="4393469"/>
              <a:ext cx="246868" cy="177868"/>
            </a:xfrm>
            <a:custGeom>
              <a:avLst/>
              <a:gdLst/>
              <a:ahLst/>
              <a:cxnLst/>
              <a:rect l="l" t="t" r="r" b="b"/>
              <a:pathLst>
                <a:path w="68" h="49" extrusionOk="0">
                  <a:moveTo>
                    <a:pt x="0" y="2"/>
                  </a:moveTo>
                  <a:cubicBezTo>
                    <a:pt x="0" y="4"/>
                    <a:pt x="8" y="16"/>
                    <a:pt x="11" y="14"/>
                  </a:cubicBezTo>
                  <a:cubicBezTo>
                    <a:pt x="16" y="11"/>
                    <a:pt x="1" y="0"/>
                    <a:pt x="0" y="2"/>
                  </a:cubicBezTo>
                  <a:close/>
                  <a:moveTo>
                    <a:pt x="16" y="13"/>
                  </a:moveTo>
                  <a:cubicBezTo>
                    <a:pt x="16" y="14"/>
                    <a:pt x="22" y="19"/>
                    <a:pt x="23" y="18"/>
                  </a:cubicBezTo>
                  <a:cubicBezTo>
                    <a:pt x="25" y="18"/>
                    <a:pt x="17" y="11"/>
                    <a:pt x="16" y="13"/>
                  </a:cubicBezTo>
                  <a:close/>
                  <a:moveTo>
                    <a:pt x="44" y="28"/>
                  </a:moveTo>
                  <a:cubicBezTo>
                    <a:pt x="46" y="26"/>
                    <a:pt x="33" y="19"/>
                    <a:pt x="32" y="21"/>
                  </a:cubicBezTo>
                  <a:cubicBezTo>
                    <a:pt x="32" y="23"/>
                    <a:pt x="42" y="29"/>
                    <a:pt x="44" y="28"/>
                  </a:cubicBezTo>
                  <a:close/>
                  <a:moveTo>
                    <a:pt x="43" y="36"/>
                  </a:moveTo>
                  <a:cubicBezTo>
                    <a:pt x="44" y="39"/>
                    <a:pt x="49" y="42"/>
                    <a:pt x="51" y="40"/>
                  </a:cubicBezTo>
                  <a:cubicBezTo>
                    <a:pt x="54" y="39"/>
                    <a:pt x="42" y="32"/>
                    <a:pt x="43" y="36"/>
                  </a:cubicBezTo>
                  <a:close/>
                  <a:moveTo>
                    <a:pt x="58" y="44"/>
                  </a:moveTo>
                  <a:cubicBezTo>
                    <a:pt x="58" y="45"/>
                    <a:pt x="63" y="49"/>
                    <a:pt x="66" y="48"/>
                  </a:cubicBezTo>
                  <a:cubicBezTo>
                    <a:pt x="68" y="46"/>
                    <a:pt x="57" y="42"/>
                    <a:pt x="58" y="44"/>
                  </a:cubicBezTo>
                  <a:close/>
                  <a:moveTo>
                    <a:pt x="52" y="27"/>
                  </a:moveTo>
                  <a:cubicBezTo>
                    <a:pt x="50" y="31"/>
                    <a:pt x="57" y="38"/>
                    <a:pt x="58" y="39"/>
                  </a:cubicBezTo>
                  <a:cubicBezTo>
                    <a:pt x="59" y="39"/>
                    <a:pt x="53" y="24"/>
                    <a:pt x="52" y="2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0" name="Google Shape;400;p1"/>
            <p:cNvSpPr/>
            <p:nvPr/>
          </p:nvSpPr>
          <p:spPr>
            <a:xfrm>
              <a:off x="9169572" y="4557535"/>
              <a:ext cx="1257335" cy="1113202"/>
            </a:xfrm>
            <a:custGeom>
              <a:avLst/>
              <a:gdLst/>
              <a:ahLst/>
              <a:cxnLst/>
              <a:rect l="l" t="t" r="r" b="b"/>
              <a:pathLst>
                <a:path w="347" h="307" extrusionOk="0">
                  <a:moveTo>
                    <a:pt x="344" y="154"/>
                  </a:moveTo>
                  <a:cubicBezTo>
                    <a:pt x="346" y="153"/>
                    <a:pt x="343" y="147"/>
                    <a:pt x="342" y="148"/>
                  </a:cubicBezTo>
                  <a:cubicBezTo>
                    <a:pt x="341" y="149"/>
                    <a:pt x="341" y="139"/>
                    <a:pt x="342" y="134"/>
                  </a:cubicBezTo>
                  <a:cubicBezTo>
                    <a:pt x="343" y="130"/>
                    <a:pt x="342" y="130"/>
                    <a:pt x="340" y="133"/>
                  </a:cubicBezTo>
                  <a:cubicBezTo>
                    <a:pt x="337" y="135"/>
                    <a:pt x="335" y="128"/>
                    <a:pt x="334" y="126"/>
                  </a:cubicBezTo>
                  <a:cubicBezTo>
                    <a:pt x="334" y="124"/>
                    <a:pt x="331" y="119"/>
                    <a:pt x="328" y="120"/>
                  </a:cubicBezTo>
                  <a:cubicBezTo>
                    <a:pt x="324" y="120"/>
                    <a:pt x="326" y="115"/>
                    <a:pt x="323" y="116"/>
                  </a:cubicBezTo>
                  <a:cubicBezTo>
                    <a:pt x="320" y="116"/>
                    <a:pt x="320" y="111"/>
                    <a:pt x="320" y="107"/>
                  </a:cubicBezTo>
                  <a:cubicBezTo>
                    <a:pt x="321" y="102"/>
                    <a:pt x="318" y="106"/>
                    <a:pt x="317" y="104"/>
                  </a:cubicBezTo>
                  <a:cubicBezTo>
                    <a:pt x="316" y="102"/>
                    <a:pt x="314" y="104"/>
                    <a:pt x="312" y="105"/>
                  </a:cubicBezTo>
                  <a:cubicBezTo>
                    <a:pt x="310" y="105"/>
                    <a:pt x="310" y="101"/>
                    <a:pt x="310" y="99"/>
                  </a:cubicBezTo>
                  <a:cubicBezTo>
                    <a:pt x="311" y="97"/>
                    <a:pt x="310" y="95"/>
                    <a:pt x="307" y="93"/>
                  </a:cubicBezTo>
                  <a:cubicBezTo>
                    <a:pt x="304" y="91"/>
                    <a:pt x="304" y="89"/>
                    <a:pt x="304" y="86"/>
                  </a:cubicBezTo>
                  <a:cubicBezTo>
                    <a:pt x="304" y="84"/>
                    <a:pt x="288" y="76"/>
                    <a:pt x="285" y="75"/>
                  </a:cubicBezTo>
                  <a:cubicBezTo>
                    <a:pt x="281" y="74"/>
                    <a:pt x="284" y="71"/>
                    <a:pt x="283" y="69"/>
                  </a:cubicBezTo>
                  <a:cubicBezTo>
                    <a:pt x="281" y="68"/>
                    <a:pt x="281" y="63"/>
                    <a:pt x="281" y="59"/>
                  </a:cubicBezTo>
                  <a:cubicBezTo>
                    <a:pt x="281" y="55"/>
                    <a:pt x="275" y="54"/>
                    <a:pt x="276" y="50"/>
                  </a:cubicBezTo>
                  <a:cubicBezTo>
                    <a:pt x="276" y="47"/>
                    <a:pt x="274" y="44"/>
                    <a:pt x="275" y="40"/>
                  </a:cubicBezTo>
                  <a:cubicBezTo>
                    <a:pt x="275" y="36"/>
                    <a:pt x="269" y="35"/>
                    <a:pt x="269" y="33"/>
                  </a:cubicBezTo>
                  <a:cubicBezTo>
                    <a:pt x="269" y="31"/>
                    <a:pt x="266" y="33"/>
                    <a:pt x="262" y="33"/>
                  </a:cubicBezTo>
                  <a:cubicBezTo>
                    <a:pt x="259" y="34"/>
                    <a:pt x="259" y="29"/>
                    <a:pt x="260" y="25"/>
                  </a:cubicBezTo>
                  <a:cubicBezTo>
                    <a:pt x="260" y="21"/>
                    <a:pt x="258" y="14"/>
                    <a:pt x="256" y="12"/>
                  </a:cubicBezTo>
                  <a:cubicBezTo>
                    <a:pt x="253" y="9"/>
                    <a:pt x="253" y="2"/>
                    <a:pt x="252" y="1"/>
                  </a:cubicBezTo>
                  <a:cubicBezTo>
                    <a:pt x="250" y="0"/>
                    <a:pt x="246" y="5"/>
                    <a:pt x="246" y="7"/>
                  </a:cubicBezTo>
                  <a:cubicBezTo>
                    <a:pt x="247" y="10"/>
                    <a:pt x="246" y="13"/>
                    <a:pt x="244" y="14"/>
                  </a:cubicBezTo>
                  <a:cubicBezTo>
                    <a:pt x="243" y="16"/>
                    <a:pt x="245" y="21"/>
                    <a:pt x="243" y="23"/>
                  </a:cubicBezTo>
                  <a:cubicBezTo>
                    <a:pt x="241" y="26"/>
                    <a:pt x="243" y="34"/>
                    <a:pt x="242" y="38"/>
                  </a:cubicBezTo>
                  <a:cubicBezTo>
                    <a:pt x="242" y="43"/>
                    <a:pt x="242" y="48"/>
                    <a:pt x="240" y="51"/>
                  </a:cubicBezTo>
                  <a:cubicBezTo>
                    <a:pt x="238" y="54"/>
                    <a:pt x="237" y="60"/>
                    <a:pt x="233" y="61"/>
                  </a:cubicBezTo>
                  <a:cubicBezTo>
                    <a:pt x="228" y="63"/>
                    <a:pt x="222" y="59"/>
                    <a:pt x="222" y="57"/>
                  </a:cubicBezTo>
                  <a:cubicBezTo>
                    <a:pt x="223" y="54"/>
                    <a:pt x="218" y="53"/>
                    <a:pt x="215" y="53"/>
                  </a:cubicBezTo>
                  <a:cubicBezTo>
                    <a:pt x="212" y="54"/>
                    <a:pt x="211" y="50"/>
                    <a:pt x="207" y="47"/>
                  </a:cubicBezTo>
                  <a:cubicBezTo>
                    <a:pt x="203" y="44"/>
                    <a:pt x="199" y="48"/>
                    <a:pt x="198" y="44"/>
                  </a:cubicBezTo>
                  <a:cubicBezTo>
                    <a:pt x="197" y="40"/>
                    <a:pt x="196" y="40"/>
                    <a:pt x="193" y="37"/>
                  </a:cubicBezTo>
                  <a:cubicBezTo>
                    <a:pt x="190" y="35"/>
                    <a:pt x="191" y="35"/>
                    <a:pt x="193" y="33"/>
                  </a:cubicBezTo>
                  <a:cubicBezTo>
                    <a:pt x="196" y="31"/>
                    <a:pt x="196" y="29"/>
                    <a:pt x="194" y="26"/>
                  </a:cubicBezTo>
                  <a:cubicBezTo>
                    <a:pt x="193" y="24"/>
                    <a:pt x="196" y="24"/>
                    <a:pt x="199" y="22"/>
                  </a:cubicBezTo>
                  <a:cubicBezTo>
                    <a:pt x="203" y="20"/>
                    <a:pt x="199" y="18"/>
                    <a:pt x="202" y="17"/>
                  </a:cubicBezTo>
                  <a:cubicBezTo>
                    <a:pt x="205" y="16"/>
                    <a:pt x="203" y="13"/>
                    <a:pt x="200" y="13"/>
                  </a:cubicBezTo>
                  <a:cubicBezTo>
                    <a:pt x="197" y="12"/>
                    <a:pt x="198" y="16"/>
                    <a:pt x="197" y="16"/>
                  </a:cubicBezTo>
                  <a:cubicBezTo>
                    <a:pt x="196" y="16"/>
                    <a:pt x="195" y="11"/>
                    <a:pt x="194" y="12"/>
                  </a:cubicBezTo>
                  <a:cubicBezTo>
                    <a:pt x="193" y="12"/>
                    <a:pt x="190" y="17"/>
                    <a:pt x="188" y="14"/>
                  </a:cubicBezTo>
                  <a:cubicBezTo>
                    <a:pt x="186" y="12"/>
                    <a:pt x="175" y="10"/>
                    <a:pt x="171" y="9"/>
                  </a:cubicBezTo>
                  <a:cubicBezTo>
                    <a:pt x="167" y="9"/>
                    <a:pt x="166" y="3"/>
                    <a:pt x="163" y="4"/>
                  </a:cubicBezTo>
                  <a:cubicBezTo>
                    <a:pt x="161" y="5"/>
                    <a:pt x="164" y="7"/>
                    <a:pt x="167" y="10"/>
                  </a:cubicBezTo>
                  <a:cubicBezTo>
                    <a:pt x="169" y="13"/>
                    <a:pt x="157" y="15"/>
                    <a:pt x="154" y="14"/>
                  </a:cubicBezTo>
                  <a:cubicBezTo>
                    <a:pt x="150" y="13"/>
                    <a:pt x="154" y="16"/>
                    <a:pt x="151" y="16"/>
                  </a:cubicBezTo>
                  <a:cubicBezTo>
                    <a:pt x="148" y="16"/>
                    <a:pt x="148" y="21"/>
                    <a:pt x="145" y="24"/>
                  </a:cubicBezTo>
                  <a:cubicBezTo>
                    <a:pt x="143" y="26"/>
                    <a:pt x="145" y="28"/>
                    <a:pt x="142" y="30"/>
                  </a:cubicBezTo>
                  <a:cubicBezTo>
                    <a:pt x="139" y="32"/>
                    <a:pt x="139" y="34"/>
                    <a:pt x="142" y="37"/>
                  </a:cubicBezTo>
                  <a:cubicBezTo>
                    <a:pt x="146" y="41"/>
                    <a:pt x="141" y="41"/>
                    <a:pt x="138" y="38"/>
                  </a:cubicBezTo>
                  <a:cubicBezTo>
                    <a:pt x="135" y="35"/>
                    <a:pt x="132" y="35"/>
                    <a:pt x="133" y="38"/>
                  </a:cubicBezTo>
                  <a:cubicBezTo>
                    <a:pt x="133" y="42"/>
                    <a:pt x="129" y="40"/>
                    <a:pt x="130" y="37"/>
                  </a:cubicBezTo>
                  <a:cubicBezTo>
                    <a:pt x="130" y="33"/>
                    <a:pt x="126" y="35"/>
                    <a:pt x="125" y="33"/>
                  </a:cubicBezTo>
                  <a:cubicBezTo>
                    <a:pt x="124" y="31"/>
                    <a:pt x="120" y="27"/>
                    <a:pt x="118" y="27"/>
                  </a:cubicBezTo>
                  <a:cubicBezTo>
                    <a:pt x="116" y="28"/>
                    <a:pt x="116" y="30"/>
                    <a:pt x="113" y="30"/>
                  </a:cubicBezTo>
                  <a:cubicBezTo>
                    <a:pt x="111" y="30"/>
                    <a:pt x="110" y="31"/>
                    <a:pt x="111" y="34"/>
                  </a:cubicBezTo>
                  <a:cubicBezTo>
                    <a:pt x="111" y="37"/>
                    <a:pt x="107" y="34"/>
                    <a:pt x="104" y="34"/>
                  </a:cubicBezTo>
                  <a:cubicBezTo>
                    <a:pt x="101" y="35"/>
                    <a:pt x="104" y="38"/>
                    <a:pt x="103" y="38"/>
                  </a:cubicBezTo>
                  <a:cubicBezTo>
                    <a:pt x="101" y="38"/>
                    <a:pt x="101" y="41"/>
                    <a:pt x="99" y="41"/>
                  </a:cubicBezTo>
                  <a:cubicBezTo>
                    <a:pt x="96" y="41"/>
                    <a:pt x="97" y="46"/>
                    <a:pt x="97" y="49"/>
                  </a:cubicBezTo>
                  <a:cubicBezTo>
                    <a:pt x="97" y="52"/>
                    <a:pt x="93" y="48"/>
                    <a:pt x="91" y="48"/>
                  </a:cubicBezTo>
                  <a:cubicBezTo>
                    <a:pt x="88" y="49"/>
                    <a:pt x="91" y="52"/>
                    <a:pt x="92" y="55"/>
                  </a:cubicBezTo>
                  <a:cubicBezTo>
                    <a:pt x="93" y="58"/>
                    <a:pt x="91" y="58"/>
                    <a:pt x="89" y="59"/>
                  </a:cubicBezTo>
                  <a:cubicBezTo>
                    <a:pt x="88" y="60"/>
                    <a:pt x="86" y="56"/>
                    <a:pt x="86" y="53"/>
                  </a:cubicBezTo>
                  <a:cubicBezTo>
                    <a:pt x="86" y="50"/>
                    <a:pt x="83" y="53"/>
                    <a:pt x="80" y="56"/>
                  </a:cubicBezTo>
                  <a:cubicBezTo>
                    <a:pt x="76" y="60"/>
                    <a:pt x="81" y="65"/>
                    <a:pt x="79" y="66"/>
                  </a:cubicBezTo>
                  <a:cubicBezTo>
                    <a:pt x="78" y="67"/>
                    <a:pt x="71" y="73"/>
                    <a:pt x="67" y="78"/>
                  </a:cubicBezTo>
                  <a:cubicBezTo>
                    <a:pt x="63" y="83"/>
                    <a:pt x="55" y="80"/>
                    <a:pt x="52" y="82"/>
                  </a:cubicBezTo>
                  <a:cubicBezTo>
                    <a:pt x="50" y="84"/>
                    <a:pt x="47" y="83"/>
                    <a:pt x="44" y="85"/>
                  </a:cubicBezTo>
                  <a:cubicBezTo>
                    <a:pt x="42" y="87"/>
                    <a:pt x="37" y="91"/>
                    <a:pt x="36" y="88"/>
                  </a:cubicBezTo>
                  <a:cubicBezTo>
                    <a:pt x="36" y="86"/>
                    <a:pt x="29" y="88"/>
                    <a:pt x="26" y="91"/>
                  </a:cubicBezTo>
                  <a:cubicBezTo>
                    <a:pt x="23" y="94"/>
                    <a:pt x="19" y="96"/>
                    <a:pt x="16" y="96"/>
                  </a:cubicBezTo>
                  <a:cubicBezTo>
                    <a:pt x="12" y="97"/>
                    <a:pt x="12" y="102"/>
                    <a:pt x="11" y="103"/>
                  </a:cubicBezTo>
                  <a:cubicBezTo>
                    <a:pt x="10" y="104"/>
                    <a:pt x="10" y="99"/>
                    <a:pt x="10" y="97"/>
                  </a:cubicBezTo>
                  <a:cubicBezTo>
                    <a:pt x="10" y="96"/>
                    <a:pt x="7" y="100"/>
                    <a:pt x="6" y="104"/>
                  </a:cubicBezTo>
                  <a:cubicBezTo>
                    <a:pt x="5" y="107"/>
                    <a:pt x="9" y="109"/>
                    <a:pt x="6" y="113"/>
                  </a:cubicBezTo>
                  <a:cubicBezTo>
                    <a:pt x="3" y="117"/>
                    <a:pt x="1" y="121"/>
                    <a:pt x="5" y="127"/>
                  </a:cubicBezTo>
                  <a:cubicBezTo>
                    <a:pt x="9" y="132"/>
                    <a:pt x="11" y="135"/>
                    <a:pt x="10" y="138"/>
                  </a:cubicBezTo>
                  <a:cubicBezTo>
                    <a:pt x="8" y="140"/>
                    <a:pt x="5" y="133"/>
                    <a:pt x="5" y="133"/>
                  </a:cubicBezTo>
                  <a:cubicBezTo>
                    <a:pt x="4" y="134"/>
                    <a:pt x="8" y="138"/>
                    <a:pt x="7" y="139"/>
                  </a:cubicBezTo>
                  <a:cubicBezTo>
                    <a:pt x="6" y="141"/>
                    <a:pt x="2" y="133"/>
                    <a:pt x="1" y="135"/>
                  </a:cubicBezTo>
                  <a:cubicBezTo>
                    <a:pt x="0" y="137"/>
                    <a:pt x="9" y="149"/>
                    <a:pt x="10" y="154"/>
                  </a:cubicBezTo>
                  <a:cubicBezTo>
                    <a:pt x="10" y="159"/>
                    <a:pt x="17" y="163"/>
                    <a:pt x="17" y="170"/>
                  </a:cubicBezTo>
                  <a:cubicBezTo>
                    <a:pt x="16" y="177"/>
                    <a:pt x="23" y="187"/>
                    <a:pt x="24" y="189"/>
                  </a:cubicBezTo>
                  <a:cubicBezTo>
                    <a:pt x="25" y="191"/>
                    <a:pt x="22" y="195"/>
                    <a:pt x="22" y="200"/>
                  </a:cubicBezTo>
                  <a:cubicBezTo>
                    <a:pt x="23" y="205"/>
                    <a:pt x="21" y="207"/>
                    <a:pt x="17" y="207"/>
                  </a:cubicBezTo>
                  <a:cubicBezTo>
                    <a:pt x="14" y="207"/>
                    <a:pt x="16" y="212"/>
                    <a:pt x="20" y="213"/>
                  </a:cubicBezTo>
                  <a:cubicBezTo>
                    <a:pt x="23" y="213"/>
                    <a:pt x="22" y="216"/>
                    <a:pt x="26" y="218"/>
                  </a:cubicBezTo>
                  <a:cubicBezTo>
                    <a:pt x="30" y="221"/>
                    <a:pt x="39" y="220"/>
                    <a:pt x="42" y="220"/>
                  </a:cubicBezTo>
                  <a:cubicBezTo>
                    <a:pt x="45" y="220"/>
                    <a:pt x="46" y="215"/>
                    <a:pt x="51" y="215"/>
                  </a:cubicBezTo>
                  <a:cubicBezTo>
                    <a:pt x="55" y="215"/>
                    <a:pt x="55" y="213"/>
                    <a:pt x="57" y="211"/>
                  </a:cubicBezTo>
                  <a:cubicBezTo>
                    <a:pt x="59" y="208"/>
                    <a:pt x="68" y="209"/>
                    <a:pt x="78" y="209"/>
                  </a:cubicBezTo>
                  <a:cubicBezTo>
                    <a:pt x="88" y="210"/>
                    <a:pt x="92" y="207"/>
                    <a:pt x="94" y="203"/>
                  </a:cubicBezTo>
                  <a:cubicBezTo>
                    <a:pt x="95" y="199"/>
                    <a:pt x="102" y="199"/>
                    <a:pt x="105" y="197"/>
                  </a:cubicBezTo>
                  <a:cubicBezTo>
                    <a:pt x="108" y="194"/>
                    <a:pt x="110" y="194"/>
                    <a:pt x="118" y="194"/>
                  </a:cubicBezTo>
                  <a:cubicBezTo>
                    <a:pt x="125" y="195"/>
                    <a:pt x="132" y="191"/>
                    <a:pt x="136" y="189"/>
                  </a:cubicBezTo>
                  <a:cubicBezTo>
                    <a:pt x="141" y="187"/>
                    <a:pt x="150" y="188"/>
                    <a:pt x="154" y="186"/>
                  </a:cubicBezTo>
                  <a:cubicBezTo>
                    <a:pt x="159" y="185"/>
                    <a:pt x="159" y="192"/>
                    <a:pt x="164" y="192"/>
                  </a:cubicBezTo>
                  <a:cubicBezTo>
                    <a:pt x="169" y="191"/>
                    <a:pt x="172" y="193"/>
                    <a:pt x="174" y="193"/>
                  </a:cubicBezTo>
                  <a:cubicBezTo>
                    <a:pt x="177" y="193"/>
                    <a:pt x="177" y="195"/>
                    <a:pt x="179" y="195"/>
                  </a:cubicBezTo>
                  <a:cubicBezTo>
                    <a:pt x="182" y="196"/>
                    <a:pt x="181" y="198"/>
                    <a:pt x="180" y="200"/>
                  </a:cubicBezTo>
                  <a:cubicBezTo>
                    <a:pt x="178" y="203"/>
                    <a:pt x="184" y="203"/>
                    <a:pt x="187" y="208"/>
                  </a:cubicBezTo>
                  <a:cubicBezTo>
                    <a:pt x="191" y="212"/>
                    <a:pt x="187" y="213"/>
                    <a:pt x="189" y="217"/>
                  </a:cubicBezTo>
                  <a:cubicBezTo>
                    <a:pt x="191" y="221"/>
                    <a:pt x="192" y="220"/>
                    <a:pt x="196" y="214"/>
                  </a:cubicBezTo>
                  <a:cubicBezTo>
                    <a:pt x="200" y="209"/>
                    <a:pt x="204" y="213"/>
                    <a:pt x="205" y="208"/>
                  </a:cubicBezTo>
                  <a:cubicBezTo>
                    <a:pt x="205" y="204"/>
                    <a:pt x="209" y="198"/>
                    <a:pt x="212" y="201"/>
                  </a:cubicBezTo>
                  <a:cubicBezTo>
                    <a:pt x="214" y="203"/>
                    <a:pt x="210" y="204"/>
                    <a:pt x="208" y="213"/>
                  </a:cubicBezTo>
                  <a:cubicBezTo>
                    <a:pt x="206" y="221"/>
                    <a:pt x="203" y="217"/>
                    <a:pt x="203" y="219"/>
                  </a:cubicBezTo>
                  <a:cubicBezTo>
                    <a:pt x="202" y="222"/>
                    <a:pt x="211" y="223"/>
                    <a:pt x="211" y="218"/>
                  </a:cubicBezTo>
                  <a:cubicBezTo>
                    <a:pt x="211" y="214"/>
                    <a:pt x="212" y="212"/>
                    <a:pt x="215" y="216"/>
                  </a:cubicBezTo>
                  <a:cubicBezTo>
                    <a:pt x="219" y="220"/>
                    <a:pt x="213" y="223"/>
                    <a:pt x="214" y="225"/>
                  </a:cubicBezTo>
                  <a:cubicBezTo>
                    <a:pt x="215" y="227"/>
                    <a:pt x="219" y="225"/>
                    <a:pt x="220" y="225"/>
                  </a:cubicBezTo>
                  <a:cubicBezTo>
                    <a:pt x="224" y="225"/>
                    <a:pt x="228" y="233"/>
                    <a:pt x="227" y="237"/>
                  </a:cubicBezTo>
                  <a:cubicBezTo>
                    <a:pt x="227" y="240"/>
                    <a:pt x="226" y="244"/>
                    <a:pt x="232" y="247"/>
                  </a:cubicBezTo>
                  <a:cubicBezTo>
                    <a:pt x="238" y="251"/>
                    <a:pt x="236" y="251"/>
                    <a:pt x="241" y="251"/>
                  </a:cubicBezTo>
                  <a:cubicBezTo>
                    <a:pt x="245" y="251"/>
                    <a:pt x="255" y="255"/>
                    <a:pt x="258" y="257"/>
                  </a:cubicBezTo>
                  <a:cubicBezTo>
                    <a:pt x="260" y="259"/>
                    <a:pt x="267" y="255"/>
                    <a:pt x="268" y="251"/>
                  </a:cubicBezTo>
                  <a:cubicBezTo>
                    <a:pt x="269" y="246"/>
                    <a:pt x="274" y="251"/>
                    <a:pt x="272" y="252"/>
                  </a:cubicBezTo>
                  <a:cubicBezTo>
                    <a:pt x="269" y="254"/>
                    <a:pt x="273" y="257"/>
                    <a:pt x="273" y="255"/>
                  </a:cubicBezTo>
                  <a:cubicBezTo>
                    <a:pt x="273" y="252"/>
                    <a:pt x="275" y="250"/>
                    <a:pt x="275" y="253"/>
                  </a:cubicBezTo>
                  <a:cubicBezTo>
                    <a:pt x="276" y="256"/>
                    <a:pt x="280" y="256"/>
                    <a:pt x="281" y="258"/>
                  </a:cubicBezTo>
                  <a:cubicBezTo>
                    <a:pt x="282" y="260"/>
                    <a:pt x="284" y="262"/>
                    <a:pt x="284" y="260"/>
                  </a:cubicBezTo>
                  <a:cubicBezTo>
                    <a:pt x="284" y="258"/>
                    <a:pt x="285" y="257"/>
                    <a:pt x="288" y="256"/>
                  </a:cubicBezTo>
                  <a:cubicBezTo>
                    <a:pt x="291" y="254"/>
                    <a:pt x="292" y="252"/>
                    <a:pt x="296" y="250"/>
                  </a:cubicBezTo>
                  <a:cubicBezTo>
                    <a:pt x="299" y="247"/>
                    <a:pt x="312" y="247"/>
                    <a:pt x="313" y="247"/>
                  </a:cubicBezTo>
                  <a:cubicBezTo>
                    <a:pt x="314" y="247"/>
                    <a:pt x="315" y="235"/>
                    <a:pt x="316" y="230"/>
                  </a:cubicBezTo>
                  <a:cubicBezTo>
                    <a:pt x="317" y="224"/>
                    <a:pt x="322" y="223"/>
                    <a:pt x="322" y="217"/>
                  </a:cubicBezTo>
                  <a:cubicBezTo>
                    <a:pt x="323" y="211"/>
                    <a:pt x="330" y="199"/>
                    <a:pt x="331" y="199"/>
                  </a:cubicBezTo>
                  <a:cubicBezTo>
                    <a:pt x="333" y="198"/>
                    <a:pt x="336" y="196"/>
                    <a:pt x="336" y="193"/>
                  </a:cubicBezTo>
                  <a:cubicBezTo>
                    <a:pt x="337" y="189"/>
                    <a:pt x="341" y="185"/>
                    <a:pt x="341" y="181"/>
                  </a:cubicBezTo>
                  <a:cubicBezTo>
                    <a:pt x="341" y="177"/>
                    <a:pt x="343" y="172"/>
                    <a:pt x="343" y="170"/>
                  </a:cubicBezTo>
                  <a:cubicBezTo>
                    <a:pt x="343" y="169"/>
                    <a:pt x="341" y="165"/>
                    <a:pt x="344" y="162"/>
                  </a:cubicBezTo>
                  <a:cubicBezTo>
                    <a:pt x="347" y="159"/>
                    <a:pt x="343" y="155"/>
                    <a:pt x="344" y="154"/>
                  </a:cubicBezTo>
                  <a:close/>
                  <a:moveTo>
                    <a:pt x="157" y="8"/>
                  </a:moveTo>
                  <a:cubicBezTo>
                    <a:pt x="157" y="6"/>
                    <a:pt x="143" y="9"/>
                    <a:pt x="146" y="11"/>
                  </a:cubicBezTo>
                  <a:cubicBezTo>
                    <a:pt x="148" y="12"/>
                    <a:pt x="157" y="10"/>
                    <a:pt x="157" y="8"/>
                  </a:cubicBezTo>
                  <a:close/>
                  <a:moveTo>
                    <a:pt x="199" y="229"/>
                  </a:moveTo>
                  <a:cubicBezTo>
                    <a:pt x="201" y="231"/>
                    <a:pt x="208" y="231"/>
                    <a:pt x="209" y="228"/>
                  </a:cubicBezTo>
                  <a:cubicBezTo>
                    <a:pt x="210" y="225"/>
                    <a:pt x="197" y="228"/>
                    <a:pt x="199" y="229"/>
                  </a:cubicBezTo>
                  <a:close/>
                  <a:moveTo>
                    <a:pt x="283" y="281"/>
                  </a:moveTo>
                  <a:cubicBezTo>
                    <a:pt x="278" y="282"/>
                    <a:pt x="271" y="277"/>
                    <a:pt x="269" y="277"/>
                  </a:cubicBezTo>
                  <a:cubicBezTo>
                    <a:pt x="267" y="278"/>
                    <a:pt x="276" y="290"/>
                    <a:pt x="273" y="294"/>
                  </a:cubicBezTo>
                  <a:cubicBezTo>
                    <a:pt x="270" y="297"/>
                    <a:pt x="281" y="306"/>
                    <a:pt x="284" y="307"/>
                  </a:cubicBezTo>
                  <a:cubicBezTo>
                    <a:pt x="288" y="307"/>
                    <a:pt x="286" y="303"/>
                    <a:pt x="289" y="304"/>
                  </a:cubicBezTo>
                  <a:cubicBezTo>
                    <a:pt x="291" y="304"/>
                    <a:pt x="290" y="301"/>
                    <a:pt x="291" y="299"/>
                  </a:cubicBezTo>
                  <a:cubicBezTo>
                    <a:pt x="291" y="297"/>
                    <a:pt x="294" y="301"/>
                    <a:pt x="296" y="300"/>
                  </a:cubicBezTo>
                  <a:cubicBezTo>
                    <a:pt x="298" y="299"/>
                    <a:pt x="295" y="291"/>
                    <a:pt x="298" y="291"/>
                  </a:cubicBezTo>
                  <a:cubicBezTo>
                    <a:pt x="301" y="291"/>
                    <a:pt x="299" y="281"/>
                    <a:pt x="298" y="278"/>
                  </a:cubicBezTo>
                  <a:cubicBezTo>
                    <a:pt x="297" y="275"/>
                    <a:pt x="289" y="281"/>
                    <a:pt x="283" y="28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10811775" y="5351804"/>
              <a:ext cx="380268" cy="453868"/>
            </a:xfrm>
            <a:custGeom>
              <a:avLst/>
              <a:gdLst/>
              <a:ahLst/>
              <a:cxnLst/>
              <a:rect l="l" t="t" r="r" b="b"/>
              <a:pathLst>
                <a:path w="105" h="125" extrusionOk="0">
                  <a:moveTo>
                    <a:pt x="65" y="60"/>
                  </a:moveTo>
                  <a:cubicBezTo>
                    <a:pt x="63" y="59"/>
                    <a:pt x="61" y="61"/>
                    <a:pt x="58" y="63"/>
                  </a:cubicBezTo>
                  <a:cubicBezTo>
                    <a:pt x="56" y="64"/>
                    <a:pt x="54" y="56"/>
                    <a:pt x="50" y="59"/>
                  </a:cubicBezTo>
                  <a:cubicBezTo>
                    <a:pt x="47" y="62"/>
                    <a:pt x="50" y="63"/>
                    <a:pt x="46" y="66"/>
                  </a:cubicBezTo>
                  <a:cubicBezTo>
                    <a:pt x="42" y="70"/>
                    <a:pt x="44" y="71"/>
                    <a:pt x="39" y="78"/>
                  </a:cubicBezTo>
                  <a:cubicBezTo>
                    <a:pt x="34" y="85"/>
                    <a:pt x="18" y="90"/>
                    <a:pt x="16" y="94"/>
                  </a:cubicBezTo>
                  <a:cubicBezTo>
                    <a:pt x="13" y="97"/>
                    <a:pt x="5" y="101"/>
                    <a:pt x="5" y="104"/>
                  </a:cubicBezTo>
                  <a:cubicBezTo>
                    <a:pt x="5" y="107"/>
                    <a:pt x="0" y="109"/>
                    <a:pt x="3" y="113"/>
                  </a:cubicBezTo>
                  <a:cubicBezTo>
                    <a:pt x="5" y="116"/>
                    <a:pt x="8" y="114"/>
                    <a:pt x="11" y="116"/>
                  </a:cubicBezTo>
                  <a:cubicBezTo>
                    <a:pt x="13" y="119"/>
                    <a:pt x="16" y="116"/>
                    <a:pt x="17" y="119"/>
                  </a:cubicBezTo>
                  <a:cubicBezTo>
                    <a:pt x="18" y="121"/>
                    <a:pt x="26" y="121"/>
                    <a:pt x="32" y="115"/>
                  </a:cubicBezTo>
                  <a:cubicBezTo>
                    <a:pt x="38" y="109"/>
                    <a:pt x="35" y="107"/>
                    <a:pt x="38" y="105"/>
                  </a:cubicBezTo>
                  <a:cubicBezTo>
                    <a:pt x="40" y="104"/>
                    <a:pt x="41" y="99"/>
                    <a:pt x="42" y="96"/>
                  </a:cubicBezTo>
                  <a:cubicBezTo>
                    <a:pt x="44" y="94"/>
                    <a:pt x="45" y="91"/>
                    <a:pt x="51" y="91"/>
                  </a:cubicBezTo>
                  <a:cubicBezTo>
                    <a:pt x="58" y="91"/>
                    <a:pt x="55" y="89"/>
                    <a:pt x="54" y="86"/>
                  </a:cubicBezTo>
                  <a:cubicBezTo>
                    <a:pt x="54" y="83"/>
                    <a:pt x="60" y="82"/>
                    <a:pt x="60" y="78"/>
                  </a:cubicBezTo>
                  <a:cubicBezTo>
                    <a:pt x="60" y="74"/>
                    <a:pt x="68" y="71"/>
                    <a:pt x="66" y="67"/>
                  </a:cubicBezTo>
                  <a:cubicBezTo>
                    <a:pt x="65" y="64"/>
                    <a:pt x="68" y="62"/>
                    <a:pt x="65" y="60"/>
                  </a:cubicBezTo>
                  <a:close/>
                  <a:moveTo>
                    <a:pt x="11" y="125"/>
                  </a:moveTo>
                  <a:cubicBezTo>
                    <a:pt x="13" y="125"/>
                    <a:pt x="17" y="124"/>
                    <a:pt x="14" y="121"/>
                  </a:cubicBezTo>
                  <a:cubicBezTo>
                    <a:pt x="12" y="118"/>
                    <a:pt x="8" y="124"/>
                    <a:pt x="11" y="125"/>
                  </a:cubicBezTo>
                  <a:close/>
                  <a:moveTo>
                    <a:pt x="96" y="30"/>
                  </a:moveTo>
                  <a:cubicBezTo>
                    <a:pt x="94" y="33"/>
                    <a:pt x="91" y="30"/>
                    <a:pt x="87" y="30"/>
                  </a:cubicBezTo>
                  <a:cubicBezTo>
                    <a:pt x="84" y="30"/>
                    <a:pt x="82" y="27"/>
                    <a:pt x="82" y="25"/>
                  </a:cubicBezTo>
                  <a:cubicBezTo>
                    <a:pt x="82" y="22"/>
                    <a:pt x="82" y="18"/>
                    <a:pt x="79" y="18"/>
                  </a:cubicBezTo>
                  <a:cubicBezTo>
                    <a:pt x="76" y="18"/>
                    <a:pt x="80" y="21"/>
                    <a:pt x="78" y="23"/>
                  </a:cubicBezTo>
                  <a:cubicBezTo>
                    <a:pt x="77" y="24"/>
                    <a:pt x="77" y="21"/>
                    <a:pt x="75" y="21"/>
                  </a:cubicBezTo>
                  <a:cubicBezTo>
                    <a:pt x="74" y="21"/>
                    <a:pt x="72" y="19"/>
                    <a:pt x="72" y="15"/>
                  </a:cubicBezTo>
                  <a:cubicBezTo>
                    <a:pt x="72" y="11"/>
                    <a:pt x="69" y="12"/>
                    <a:pt x="69" y="7"/>
                  </a:cubicBezTo>
                  <a:cubicBezTo>
                    <a:pt x="69" y="3"/>
                    <a:pt x="62" y="0"/>
                    <a:pt x="58" y="0"/>
                  </a:cubicBezTo>
                  <a:cubicBezTo>
                    <a:pt x="55" y="0"/>
                    <a:pt x="59" y="7"/>
                    <a:pt x="61" y="9"/>
                  </a:cubicBezTo>
                  <a:cubicBezTo>
                    <a:pt x="63" y="11"/>
                    <a:pt x="67" y="13"/>
                    <a:pt x="67" y="15"/>
                  </a:cubicBezTo>
                  <a:cubicBezTo>
                    <a:pt x="67" y="16"/>
                    <a:pt x="70" y="21"/>
                    <a:pt x="72" y="21"/>
                  </a:cubicBezTo>
                  <a:cubicBezTo>
                    <a:pt x="74" y="22"/>
                    <a:pt x="70" y="29"/>
                    <a:pt x="70" y="34"/>
                  </a:cubicBezTo>
                  <a:cubicBezTo>
                    <a:pt x="70" y="39"/>
                    <a:pt x="66" y="38"/>
                    <a:pt x="64" y="42"/>
                  </a:cubicBezTo>
                  <a:cubicBezTo>
                    <a:pt x="61" y="45"/>
                    <a:pt x="71" y="48"/>
                    <a:pt x="75" y="52"/>
                  </a:cubicBezTo>
                  <a:cubicBezTo>
                    <a:pt x="79" y="55"/>
                    <a:pt x="71" y="63"/>
                    <a:pt x="72" y="65"/>
                  </a:cubicBezTo>
                  <a:cubicBezTo>
                    <a:pt x="73" y="66"/>
                    <a:pt x="76" y="67"/>
                    <a:pt x="80" y="66"/>
                  </a:cubicBezTo>
                  <a:cubicBezTo>
                    <a:pt x="84" y="65"/>
                    <a:pt x="86" y="56"/>
                    <a:pt x="89" y="53"/>
                  </a:cubicBezTo>
                  <a:cubicBezTo>
                    <a:pt x="92" y="51"/>
                    <a:pt x="90" y="46"/>
                    <a:pt x="92" y="44"/>
                  </a:cubicBezTo>
                  <a:cubicBezTo>
                    <a:pt x="93" y="42"/>
                    <a:pt x="95" y="43"/>
                    <a:pt x="98" y="43"/>
                  </a:cubicBezTo>
                  <a:cubicBezTo>
                    <a:pt x="100" y="43"/>
                    <a:pt x="98" y="37"/>
                    <a:pt x="101" y="37"/>
                  </a:cubicBezTo>
                  <a:cubicBezTo>
                    <a:pt x="104" y="37"/>
                    <a:pt x="102" y="34"/>
                    <a:pt x="104" y="30"/>
                  </a:cubicBezTo>
                  <a:cubicBezTo>
                    <a:pt x="105" y="26"/>
                    <a:pt x="97" y="28"/>
                    <a:pt x="96" y="3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7355635" y="2821799"/>
              <a:ext cx="438534" cy="276000"/>
            </a:xfrm>
            <a:custGeom>
              <a:avLst/>
              <a:gdLst/>
              <a:ahLst/>
              <a:cxnLst/>
              <a:rect l="l" t="t" r="r" b="b"/>
              <a:pathLst>
                <a:path w="121" h="76" extrusionOk="0">
                  <a:moveTo>
                    <a:pt x="120" y="48"/>
                  </a:moveTo>
                  <a:cubicBezTo>
                    <a:pt x="120" y="48"/>
                    <a:pt x="115" y="45"/>
                    <a:pt x="113" y="45"/>
                  </a:cubicBezTo>
                  <a:cubicBezTo>
                    <a:pt x="111" y="46"/>
                    <a:pt x="107" y="41"/>
                    <a:pt x="104" y="40"/>
                  </a:cubicBezTo>
                  <a:cubicBezTo>
                    <a:pt x="100" y="38"/>
                    <a:pt x="96" y="36"/>
                    <a:pt x="94" y="34"/>
                  </a:cubicBezTo>
                  <a:cubicBezTo>
                    <a:pt x="93" y="32"/>
                    <a:pt x="87" y="29"/>
                    <a:pt x="86" y="28"/>
                  </a:cubicBezTo>
                  <a:cubicBezTo>
                    <a:pt x="85" y="26"/>
                    <a:pt x="84" y="23"/>
                    <a:pt x="82" y="21"/>
                  </a:cubicBezTo>
                  <a:cubicBezTo>
                    <a:pt x="80" y="18"/>
                    <a:pt x="80" y="15"/>
                    <a:pt x="79" y="15"/>
                  </a:cubicBezTo>
                  <a:cubicBezTo>
                    <a:pt x="77" y="15"/>
                    <a:pt x="66" y="15"/>
                    <a:pt x="66" y="14"/>
                  </a:cubicBezTo>
                  <a:cubicBezTo>
                    <a:pt x="66" y="12"/>
                    <a:pt x="65" y="5"/>
                    <a:pt x="63" y="5"/>
                  </a:cubicBezTo>
                  <a:cubicBezTo>
                    <a:pt x="61" y="4"/>
                    <a:pt x="58" y="4"/>
                    <a:pt x="57" y="3"/>
                  </a:cubicBezTo>
                  <a:cubicBezTo>
                    <a:pt x="55" y="1"/>
                    <a:pt x="51" y="0"/>
                    <a:pt x="51" y="1"/>
                  </a:cubicBezTo>
                  <a:cubicBezTo>
                    <a:pt x="50" y="2"/>
                    <a:pt x="48" y="3"/>
                    <a:pt x="47" y="3"/>
                  </a:cubicBezTo>
                  <a:cubicBezTo>
                    <a:pt x="46" y="3"/>
                    <a:pt x="47" y="6"/>
                    <a:pt x="44" y="6"/>
                  </a:cubicBezTo>
                  <a:cubicBezTo>
                    <a:pt x="42" y="6"/>
                    <a:pt x="38" y="9"/>
                    <a:pt x="38" y="10"/>
                  </a:cubicBezTo>
                  <a:cubicBezTo>
                    <a:pt x="38" y="12"/>
                    <a:pt x="38" y="15"/>
                    <a:pt x="35" y="14"/>
                  </a:cubicBezTo>
                  <a:cubicBezTo>
                    <a:pt x="34" y="14"/>
                    <a:pt x="31" y="14"/>
                    <a:pt x="29" y="13"/>
                  </a:cubicBezTo>
                  <a:cubicBezTo>
                    <a:pt x="29" y="13"/>
                    <a:pt x="26" y="15"/>
                    <a:pt x="23" y="12"/>
                  </a:cubicBezTo>
                  <a:cubicBezTo>
                    <a:pt x="20" y="8"/>
                    <a:pt x="16" y="4"/>
                    <a:pt x="13" y="4"/>
                  </a:cubicBezTo>
                  <a:cubicBezTo>
                    <a:pt x="11" y="4"/>
                    <a:pt x="3" y="4"/>
                    <a:pt x="4" y="8"/>
                  </a:cubicBezTo>
                  <a:cubicBezTo>
                    <a:pt x="5" y="7"/>
                    <a:pt x="6" y="7"/>
                    <a:pt x="8" y="7"/>
                  </a:cubicBezTo>
                  <a:cubicBezTo>
                    <a:pt x="14" y="7"/>
                    <a:pt x="12" y="14"/>
                    <a:pt x="15" y="14"/>
                  </a:cubicBezTo>
                  <a:cubicBezTo>
                    <a:pt x="18" y="15"/>
                    <a:pt x="22" y="20"/>
                    <a:pt x="19" y="19"/>
                  </a:cubicBezTo>
                  <a:cubicBezTo>
                    <a:pt x="16" y="19"/>
                    <a:pt x="13" y="22"/>
                    <a:pt x="10" y="21"/>
                  </a:cubicBezTo>
                  <a:cubicBezTo>
                    <a:pt x="7" y="20"/>
                    <a:pt x="4" y="18"/>
                    <a:pt x="3" y="21"/>
                  </a:cubicBezTo>
                  <a:cubicBezTo>
                    <a:pt x="2" y="25"/>
                    <a:pt x="0" y="28"/>
                    <a:pt x="4" y="28"/>
                  </a:cubicBezTo>
                  <a:cubicBezTo>
                    <a:pt x="8" y="28"/>
                    <a:pt x="8" y="31"/>
                    <a:pt x="5" y="33"/>
                  </a:cubicBezTo>
                  <a:cubicBezTo>
                    <a:pt x="2" y="36"/>
                    <a:pt x="9" y="33"/>
                    <a:pt x="10" y="35"/>
                  </a:cubicBezTo>
                  <a:cubicBezTo>
                    <a:pt x="10" y="38"/>
                    <a:pt x="12" y="38"/>
                    <a:pt x="11" y="42"/>
                  </a:cubicBezTo>
                  <a:cubicBezTo>
                    <a:pt x="11" y="45"/>
                    <a:pt x="11" y="50"/>
                    <a:pt x="11" y="53"/>
                  </a:cubicBezTo>
                  <a:cubicBezTo>
                    <a:pt x="14" y="53"/>
                    <a:pt x="18" y="53"/>
                    <a:pt x="18" y="52"/>
                  </a:cubicBezTo>
                  <a:cubicBezTo>
                    <a:pt x="20" y="50"/>
                    <a:pt x="24" y="47"/>
                    <a:pt x="26" y="47"/>
                  </a:cubicBezTo>
                  <a:cubicBezTo>
                    <a:pt x="28" y="47"/>
                    <a:pt x="31" y="48"/>
                    <a:pt x="32" y="46"/>
                  </a:cubicBezTo>
                  <a:cubicBezTo>
                    <a:pt x="33" y="44"/>
                    <a:pt x="40" y="45"/>
                    <a:pt x="41" y="46"/>
                  </a:cubicBezTo>
                  <a:cubicBezTo>
                    <a:pt x="43" y="48"/>
                    <a:pt x="47" y="49"/>
                    <a:pt x="48" y="49"/>
                  </a:cubicBezTo>
                  <a:cubicBezTo>
                    <a:pt x="49" y="49"/>
                    <a:pt x="49" y="51"/>
                    <a:pt x="52" y="51"/>
                  </a:cubicBezTo>
                  <a:cubicBezTo>
                    <a:pt x="54" y="51"/>
                    <a:pt x="59" y="52"/>
                    <a:pt x="59" y="53"/>
                  </a:cubicBezTo>
                  <a:cubicBezTo>
                    <a:pt x="59" y="55"/>
                    <a:pt x="61" y="56"/>
                    <a:pt x="63" y="56"/>
                  </a:cubicBezTo>
                  <a:cubicBezTo>
                    <a:pt x="65" y="56"/>
                    <a:pt x="66" y="61"/>
                    <a:pt x="68" y="61"/>
                  </a:cubicBezTo>
                  <a:cubicBezTo>
                    <a:pt x="70" y="61"/>
                    <a:pt x="74" y="61"/>
                    <a:pt x="74" y="62"/>
                  </a:cubicBezTo>
                  <a:cubicBezTo>
                    <a:pt x="74" y="63"/>
                    <a:pt x="75" y="69"/>
                    <a:pt x="76" y="72"/>
                  </a:cubicBezTo>
                  <a:cubicBezTo>
                    <a:pt x="77" y="72"/>
                    <a:pt x="77" y="72"/>
                    <a:pt x="78" y="72"/>
                  </a:cubicBezTo>
                  <a:cubicBezTo>
                    <a:pt x="79" y="73"/>
                    <a:pt x="83" y="71"/>
                    <a:pt x="84" y="74"/>
                  </a:cubicBezTo>
                  <a:cubicBezTo>
                    <a:pt x="84" y="76"/>
                    <a:pt x="91" y="75"/>
                    <a:pt x="91" y="71"/>
                  </a:cubicBezTo>
                  <a:cubicBezTo>
                    <a:pt x="91" y="67"/>
                    <a:pt x="102" y="67"/>
                    <a:pt x="103" y="64"/>
                  </a:cubicBezTo>
                  <a:cubicBezTo>
                    <a:pt x="104" y="61"/>
                    <a:pt x="105" y="55"/>
                    <a:pt x="108" y="56"/>
                  </a:cubicBezTo>
                  <a:cubicBezTo>
                    <a:pt x="111" y="57"/>
                    <a:pt x="112" y="52"/>
                    <a:pt x="115" y="52"/>
                  </a:cubicBezTo>
                  <a:cubicBezTo>
                    <a:pt x="117" y="52"/>
                    <a:pt x="118" y="54"/>
                    <a:pt x="121" y="53"/>
                  </a:cubicBezTo>
                  <a:lnTo>
                    <a:pt x="120" y="48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7091902" y="2922999"/>
              <a:ext cx="605668" cy="509068"/>
            </a:xfrm>
            <a:custGeom>
              <a:avLst/>
              <a:gdLst/>
              <a:ahLst/>
              <a:cxnLst/>
              <a:rect l="l" t="t" r="r" b="b"/>
              <a:pathLst>
                <a:path w="167" h="140" extrusionOk="0">
                  <a:moveTo>
                    <a:pt x="162" y="121"/>
                  </a:moveTo>
                  <a:cubicBezTo>
                    <a:pt x="160" y="120"/>
                    <a:pt x="162" y="113"/>
                    <a:pt x="158" y="112"/>
                  </a:cubicBezTo>
                  <a:cubicBezTo>
                    <a:pt x="154" y="110"/>
                    <a:pt x="150" y="107"/>
                    <a:pt x="149" y="104"/>
                  </a:cubicBezTo>
                  <a:cubicBezTo>
                    <a:pt x="148" y="102"/>
                    <a:pt x="143" y="99"/>
                    <a:pt x="144" y="97"/>
                  </a:cubicBezTo>
                  <a:cubicBezTo>
                    <a:pt x="144" y="95"/>
                    <a:pt x="154" y="89"/>
                    <a:pt x="152" y="85"/>
                  </a:cubicBezTo>
                  <a:cubicBezTo>
                    <a:pt x="151" y="81"/>
                    <a:pt x="145" y="82"/>
                    <a:pt x="144" y="81"/>
                  </a:cubicBezTo>
                  <a:cubicBezTo>
                    <a:pt x="143" y="79"/>
                    <a:pt x="144" y="75"/>
                    <a:pt x="143" y="71"/>
                  </a:cubicBezTo>
                  <a:cubicBezTo>
                    <a:pt x="141" y="67"/>
                    <a:pt x="144" y="64"/>
                    <a:pt x="143" y="62"/>
                  </a:cubicBezTo>
                  <a:cubicBezTo>
                    <a:pt x="141" y="60"/>
                    <a:pt x="143" y="56"/>
                    <a:pt x="144" y="55"/>
                  </a:cubicBezTo>
                  <a:cubicBezTo>
                    <a:pt x="144" y="53"/>
                    <a:pt x="147" y="51"/>
                    <a:pt x="147" y="48"/>
                  </a:cubicBezTo>
                  <a:cubicBezTo>
                    <a:pt x="147" y="46"/>
                    <a:pt x="148" y="45"/>
                    <a:pt x="149" y="44"/>
                  </a:cubicBezTo>
                  <a:cubicBezTo>
                    <a:pt x="148" y="41"/>
                    <a:pt x="147" y="35"/>
                    <a:pt x="147" y="34"/>
                  </a:cubicBezTo>
                  <a:cubicBezTo>
                    <a:pt x="147" y="33"/>
                    <a:pt x="143" y="33"/>
                    <a:pt x="141" y="33"/>
                  </a:cubicBezTo>
                  <a:cubicBezTo>
                    <a:pt x="139" y="33"/>
                    <a:pt x="138" y="28"/>
                    <a:pt x="136" y="28"/>
                  </a:cubicBezTo>
                  <a:cubicBezTo>
                    <a:pt x="134" y="28"/>
                    <a:pt x="132" y="27"/>
                    <a:pt x="132" y="25"/>
                  </a:cubicBezTo>
                  <a:cubicBezTo>
                    <a:pt x="132" y="24"/>
                    <a:pt x="127" y="23"/>
                    <a:pt x="125" y="23"/>
                  </a:cubicBezTo>
                  <a:cubicBezTo>
                    <a:pt x="122" y="23"/>
                    <a:pt x="122" y="21"/>
                    <a:pt x="121" y="21"/>
                  </a:cubicBezTo>
                  <a:cubicBezTo>
                    <a:pt x="120" y="21"/>
                    <a:pt x="116" y="20"/>
                    <a:pt x="114" y="18"/>
                  </a:cubicBezTo>
                  <a:cubicBezTo>
                    <a:pt x="113" y="17"/>
                    <a:pt x="106" y="16"/>
                    <a:pt x="105" y="18"/>
                  </a:cubicBezTo>
                  <a:cubicBezTo>
                    <a:pt x="104" y="20"/>
                    <a:pt x="101" y="19"/>
                    <a:pt x="99" y="19"/>
                  </a:cubicBezTo>
                  <a:cubicBezTo>
                    <a:pt x="97" y="19"/>
                    <a:pt x="93" y="22"/>
                    <a:pt x="91" y="24"/>
                  </a:cubicBezTo>
                  <a:cubicBezTo>
                    <a:pt x="91" y="25"/>
                    <a:pt x="87" y="25"/>
                    <a:pt x="84" y="25"/>
                  </a:cubicBezTo>
                  <a:cubicBezTo>
                    <a:pt x="84" y="27"/>
                    <a:pt x="84" y="29"/>
                    <a:pt x="84" y="30"/>
                  </a:cubicBezTo>
                  <a:cubicBezTo>
                    <a:pt x="83" y="32"/>
                    <a:pt x="73" y="34"/>
                    <a:pt x="66" y="34"/>
                  </a:cubicBezTo>
                  <a:cubicBezTo>
                    <a:pt x="59" y="34"/>
                    <a:pt x="58" y="25"/>
                    <a:pt x="51" y="25"/>
                  </a:cubicBezTo>
                  <a:cubicBezTo>
                    <a:pt x="45" y="25"/>
                    <a:pt x="41" y="19"/>
                    <a:pt x="40" y="15"/>
                  </a:cubicBezTo>
                  <a:cubicBezTo>
                    <a:pt x="37" y="13"/>
                    <a:pt x="34" y="11"/>
                    <a:pt x="34" y="10"/>
                  </a:cubicBezTo>
                  <a:cubicBezTo>
                    <a:pt x="35" y="9"/>
                    <a:pt x="37" y="1"/>
                    <a:pt x="33" y="3"/>
                  </a:cubicBezTo>
                  <a:cubicBezTo>
                    <a:pt x="29" y="5"/>
                    <a:pt x="23" y="11"/>
                    <a:pt x="16" y="10"/>
                  </a:cubicBezTo>
                  <a:cubicBezTo>
                    <a:pt x="8" y="9"/>
                    <a:pt x="14" y="8"/>
                    <a:pt x="10" y="7"/>
                  </a:cubicBezTo>
                  <a:cubicBezTo>
                    <a:pt x="6" y="5"/>
                    <a:pt x="9" y="1"/>
                    <a:pt x="5" y="0"/>
                  </a:cubicBezTo>
                  <a:cubicBezTo>
                    <a:pt x="1" y="0"/>
                    <a:pt x="4" y="5"/>
                    <a:pt x="2" y="5"/>
                  </a:cubicBezTo>
                  <a:cubicBezTo>
                    <a:pt x="0" y="5"/>
                    <a:pt x="2" y="10"/>
                    <a:pt x="2" y="12"/>
                  </a:cubicBezTo>
                  <a:cubicBezTo>
                    <a:pt x="3" y="13"/>
                    <a:pt x="1" y="20"/>
                    <a:pt x="2" y="21"/>
                  </a:cubicBezTo>
                  <a:cubicBezTo>
                    <a:pt x="4" y="21"/>
                    <a:pt x="7" y="26"/>
                    <a:pt x="6" y="27"/>
                  </a:cubicBezTo>
                  <a:cubicBezTo>
                    <a:pt x="6" y="28"/>
                    <a:pt x="9" y="32"/>
                    <a:pt x="9" y="34"/>
                  </a:cubicBezTo>
                  <a:cubicBezTo>
                    <a:pt x="9" y="36"/>
                    <a:pt x="12" y="39"/>
                    <a:pt x="14" y="39"/>
                  </a:cubicBezTo>
                  <a:cubicBezTo>
                    <a:pt x="16" y="39"/>
                    <a:pt x="18" y="40"/>
                    <a:pt x="17" y="42"/>
                  </a:cubicBezTo>
                  <a:cubicBezTo>
                    <a:pt x="17" y="44"/>
                    <a:pt x="18" y="47"/>
                    <a:pt x="16" y="47"/>
                  </a:cubicBezTo>
                  <a:cubicBezTo>
                    <a:pt x="14" y="47"/>
                    <a:pt x="15" y="52"/>
                    <a:pt x="13" y="53"/>
                  </a:cubicBezTo>
                  <a:cubicBezTo>
                    <a:pt x="11" y="54"/>
                    <a:pt x="13" y="60"/>
                    <a:pt x="14" y="61"/>
                  </a:cubicBezTo>
                  <a:cubicBezTo>
                    <a:pt x="15" y="62"/>
                    <a:pt x="18" y="63"/>
                    <a:pt x="18" y="66"/>
                  </a:cubicBezTo>
                  <a:cubicBezTo>
                    <a:pt x="18" y="68"/>
                    <a:pt x="25" y="72"/>
                    <a:pt x="27" y="72"/>
                  </a:cubicBezTo>
                  <a:cubicBezTo>
                    <a:pt x="30" y="72"/>
                    <a:pt x="30" y="76"/>
                    <a:pt x="31" y="77"/>
                  </a:cubicBezTo>
                  <a:cubicBezTo>
                    <a:pt x="33" y="78"/>
                    <a:pt x="30" y="81"/>
                    <a:pt x="31" y="83"/>
                  </a:cubicBezTo>
                  <a:cubicBezTo>
                    <a:pt x="31" y="84"/>
                    <a:pt x="34" y="86"/>
                    <a:pt x="34" y="88"/>
                  </a:cubicBezTo>
                  <a:cubicBezTo>
                    <a:pt x="33" y="90"/>
                    <a:pt x="36" y="93"/>
                    <a:pt x="38" y="95"/>
                  </a:cubicBezTo>
                  <a:cubicBezTo>
                    <a:pt x="39" y="95"/>
                    <a:pt x="40" y="95"/>
                    <a:pt x="40" y="95"/>
                  </a:cubicBezTo>
                  <a:cubicBezTo>
                    <a:pt x="43" y="95"/>
                    <a:pt x="43" y="92"/>
                    <a:pt x="44" y="94"/>
                  </a:cubicBezTo>
                  <a:cubicBezTo>
                    <a:pt x="46" y="95"/>
                    <a:pt x="48" y="93"/>
                    <a:pt x="50" y="93"/>
                  </a:cubicBezTo>
                  <a:cubicBezTo>
                    <a:pt x="52" y="93"/>
                    <a:pt x="57" y="102"/>
                    <a:pt x="59" y="107"/>
                  </a:cubicBezTo>
                  <a:cubicBezTo>
                    <a:pt x="61" y="111"/>
                    <a:pt x="61" y="112"/>
                    <a:pt x="64" y="114"/>
                  </a:cubicBezTo>
                  <a:cubicBezTo>
                    <a:pt x="66" y="116"/>
                    <a:pt x="70" y="115"/>
                    <a:pt x="74" y="119"/>
                  </a:cubicBezTo>
                  <a:cubicBezTo>
                    <a:pt x="78" y="124"/>
                    <a:pt x="88" y="126"/>
                    <a:pt x="93" y="127"/>
                  </a:cubicBezTo>
                  <a:cubicBezTo>
                    <a:pt x="97" y="127"/>
                    <a:pt x="101" y="122"/>
                    <a:pt x="107" y="123"/>
                  </a:cubicBezTo>
                  <a:cubicBezTo>
                    <a:pt x="112" y="124"/>
                    <a:pt x="111" y="131"/>
                    <a:pt x="113" y="134"/>
                  </a:cubicBezTo>
                  <a:cubicBezTo>
                    <a:pt x="115" y="137"/>
                    <a:pt x="138" y="138"/>
                    <a:pt x="142" y="140"/>
                  </a:cubicBezTo>
                  <a:cubicBezTo>
                    <a:pt x="144" y="140"/>
                    <a:pt x="147" y="140"/>
                    <a:pt x="151" y="140"/>
                  </a:cubicBezTo>
                  <a:cubicBezTo>
                    <a:pt x="151" y="139"/>
                    <a:pt x="151" y="139"/>
                    <a:pt x="151" y="138"/>
                  </a:cubicBezTo>
                  <a:cubicBezTo>
                    <a:pt x="151" y="134"/>
                    <a:pt x="154" y="131"/>
                    <a:pt x="156" y="130"/>
                  </a:cubicBezTo>
                  <a:cubicBezTo>
                    <a:pt x="159" y="128"/>
                    <a:pt x="161" y="128"/>
                    <a:pt x="164" y="127"/>
                  </a:cubicBezTo>
                  <a:cubicBezTo>
                    <a:pt x="167" y="127"/>
                    <a:pt x="164" y="122"/>
                    <a:pt x="162" y="12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>
              <a:off x="7167035" y="2317331"/>
              <a:ext cx="1243535" cy="584202"/>
            </a:xfrm>
            <a:custGeom>
              <a:avLst/>
              <a:gdLst/>
              <a:ahLst/>
              <a:cxnLst/>
              <a:rect l="l" t="t" r="r" b="b"/>
              <a:pathLst>
                <a:path w="343" h="161" extrusionOk="0">
                  <a:moveTo>
                    <a:pt x="342" y="66"/>
                  </a:moveTo>
                  <a:cubicBezTo>
                    <a:pt x="341" y="64"/>
                    <a:pt x="340" y="65"/>
                    <a:pt x="339" y="66"/>
                  </a:cubicBezTo>
                  <a:cubicBezTo>
                    <a:pt x="337" y="66"/>
                    <a:pt x="333" y="67"/>
                    <a:pt x="332" y="67"/>
                  </a:cubicBezTo>
                  <a:cubicBezTo>
                    <a:pt x="330" y="67"/>
                    <a:pt x="328" y="65"/>
                    <a:pt x="328" y="63"/>
                  </a:cubicBezTo>
                  <a:cubicBezTo>
                    <a:pt x="328" y="62"/>
                    <a:pt x="327" y="60"/>
                    <a:pt x="326" y="60"/>
                  </a:cubicBezTo>
                  <a:cubicBezTo>
                    <a:pt x="324" y="60"/>
                    <a:pt x="322" y="59"/>
                    <a:pt x="321" y="56"/>
                  </a:cubicBezTo>
                  <a:cubicBezTo>
                    <a:pt x="319" y="52"/>
                    <a:pt x="317" y="52"/>
                    <a:pt x="315" y="51"/>
                  </a:cubicBezTo>
                  <a:cubicBezTo>
                    <a:pt x="314" y="50"/>
                    <a:pt x="309" y="53"/>
                    <a:pt x="307" y="54"/>
                  </a:cubicBezTo>
                  <a:cubicBezTo>
                    <a:pt x="305" y="55"/>
                    <a:pt x="301" y="53"/>
                    <a:pt x="299" y="52"/>
                  </a:cubicBezTo>
                  <a:cubicBezTo>
                    <a:pt x="296" y="52"/>
                    <a:pt x="295" y="47"/>
                    <a:pt x="292" y="48"/>
                  </a:cubicBezTo>
                  <a:cubicBezTo>
                    <a:pt x="290" y="48"/>
                    <a:pt x="289" y="53"/>
                    <a:pt x="287" y="53"/>
                  </a:cubicBezTo>
                  <a:cubicBezTo>
                    <a:pt x="285" y="53"/>
                    <a:pt x="282" y="44"/>
                    <a:pt x="279" y="38"/>
                  </a:cubicBezTo>
                  <a:cubicBezTo>
                    <a:pt x="275" y="33"/>
                    <a:pt x="269" y="22"/>
                    <a:pt x="263" y="20"/>
                  </a:cubicBezTo>
                  <a:cubicBezTo>
                    <a:pt x="257" y="18"/>
                    <a:pt x="259" y="15"/>
                    <a:pt x="261" y="13"/>
                  </a:cubicBezTo>
                  <a:cubicBezTo>
                    <a:pt x="262" y="12"/>
                    <a:pt x="257" y="12"/>
                    <a:pt x="255" y="13"/>
                  </a:cubicBezTo>
                  <a:cubicBezTo>
                    <a:pt x="253" y="14"/>
                    <a:pt x="250" y="17"/>
                    <a:pt x="247" y="17"/>
                  </a:cubicBezTo>
                  <a:cubicBezTo>
                    <a:pt x="245" y="18"/>
                    <a:pt x="241" y="22"/>
                    <a:pt x="238" y="21"/>
                  </a:cubicBezTo>
                  <a:cubicBezTo>
                    <a:pt x="235" y="20"/>
                    <a:pt x="234" y="24"/>
                    <a:pt x="232" y="22"/>
                  </a:cubicBezTo>
                  <a:cubicBezTo>
                    <a:pt x="230" y="20"/>
                    <a:pt x="235" y="19"/>
                    <a:pt x="235" y="17"/>
                  </a:cubicBezTo>
                  <a:cubicBezTo>
                    <a:pt x="235" y="15"/>
                    <a:pt x="231" y="18"/>
                    <a:pt x="230" y="16"/>
                  </a:cubicBezTo>
                  <a:cubicBezTo>
                    <a:pt x="229" y="15"/>
                    <a:pt x="226" y="14"/>
                    <a:pt x="226" y="16"/>
                  </a:cubicBezTo>
                  <a:cubicBezTo>
                    <a:pt x="226" y="18"/>
                    <a:pt x="224" y="17"/>
                    <a:pt x="224" y="15"/>
                  </a:cubicBezTo>
                  <a:cubicBezTo>
                    <a:pt x="224" y="14"/>
                    <a:pt x="222" y="12"/>
                    <a:pt x="221" y="13"/>
                  </a:cubicBezTo>
                  <a:cubicBezTo>
                    <a:pt x="219" y="15"/>
                    <a:pt x="214" y="16"/>
                    <a:pt x="213" y="15"/>
                  </a:cubicBezTo>
                  <a:cubicBezTo>
                    <a:pt x="212" y="13"/>
                    <a:pt x="214" y="13"/>
                    <a:pt x="214" y="11"/>
                  </a:cubicBezTo>
                  <a:cubicBezTo>
                    <a:pt x="214" y="9"/>
                    <a:pt x="212" y="7"/>
                    <a:pt x="213" y="5"/>
                  </a:cubicBezTo>
                  <a:cubicBezTo>
                    <a:pt x="213" y="3"/>
                    <a:pt x="209" y="1"/>
                    <a:pt x="207" y="2"/>
                  </a:cubicBezTo>
                  <a:cubicBezTo>
                    <a:pt x="205" y="2"/>
                    <a:pt x="203" y="2"/>
                    <a:pt x="201" y="1"/>
                  </a:cubicBezTo>
                  <a:cubicBezTo>
                    <a:pt x="199" y="0"/>
                    <a:pt x="191" y="1"/>
                    <a:pt x="190" y="3"/>
                  </a:cubicBezTo>
                  <a:cubicBezTo>
                    <a:pt x="190" y="5"/>
                    <a:pt x="180" y="7"/>
                    <a:pt x="178" y="7"/>
                  </a:cubicBezTo>
                  <a:cubicBezTo>
                    <a:pt x="176" y="8"/>
                    <a:pt x="169" y="9"/>
                    <a:pt x="166" y="10"/>
                  </a:cubicBezTo>
                  <a:cubicBezTo>
                    <a:pt x="163" y="10"/>
                    <a:pt x="161" y="12"/>
                    <a:pt x="157" y="12"/>
                  </a:cubicBezTo>
                  <a:cubicBezTo>
                    <a:pt x="154" y="12"/>
                    <a:pt x="148" y="13"/>
                    <a:pt x="145" y="15"/>
                  </a:cubicBezTo>
                  <a:cubicBezTo>
                    <a:pt x="142" y="17"/>
                    <a:pt x="137" y="15"/>
                    <a:pt x="135" y="16"/>
                  </a:cubicBezTo>
                  <a:cubicBezTo>
                    <a:pt x="132" y="17"/>
                    <a:pt x="129" y="16"/>
                    <a:pt x="127" y="16"/>
                  </a:cubicBezTo>
                  <a:cubicBezTo>
                    <a:pt x="126" y="17"/>
                    <a:pt x="127" y="21"/>
                    <a:pt x="128" y="23"/>
                  </a:cubicBezTo>
                  <a:cubicBezTo>
                    <a:pt x="129" y="25"/>
                    <a:pt x="135" y="26"/>
                    <a:pt x="135" y="27"/>
                  </a:cubicBezTo>
                  <a:cubicBezTo>
                    <a:pt x="136" y="28"/>
                    <a:pt x="129" y="28"/>
                    <a:pt x="126" y="29"/>
                  </a:cubicBezTo>
                  <a:cubicBezTo>
                    <a:pt x="123" y="29"/>
                    <a:pt x="124" y="33"/>
                    <a:pt x="125" y="35"/>
                  </a:cubicBezTo>
                  <a:cubicBezTo>
                    <a:pt x="126" y="36"/>
                    <a:pt x="122" y="38"/>
                    <a:pt x="120" y="39"/>
                  </a:cubicBezTo>
                  <a:cubicBezTo>
                    <a:pt x="117" y="40"/>
                    <a:pt x="120" y="44"/>
                    <a:pt x="122" y="44"/>
                  </a:cubicBezTo>
                  <a:cubicBezTo>
                    <a:pt x="124" y="44"/>
                    <a:pt x="126" y="45"/>
                    <a:pt x="128" y="45"/>
                  </a:cubicBezTo>
                  <a:cubicBezTo>
                    <a:pt x="130" y="45"/>
                    <a:pt x="130" y="49"/>
                    <a:pt x="130" y="51"/>
                  </a:cubicBezTo>
                  <a:cubicBezTo>
                    <a:pt x="130" y="54"/>
                    <a:pt x="128" y="54"/>
                    <a:pt x="125" y="54"/>
                  </a:cubicBezTo>
                  <a:cubicBezTo>
                    <a:pt x="122" y="54"/>
                    <a:pt x="120" y="52"/>
                    <a:pt x="119" y="52"/>
                  </a:cubicBezTo>
                  <a:cubicBezTo>
                    <a:pt x="117" y="51"/>
                    <a:pt x="117" y="55"/>
                    <a:pt x="116" y="56"/>
                  </a:cubicBezTo>
                  <a:cubicBezTo>
                    <a:pt x="114" y="57"/>
                    <a:pt x="114" y="53"/>
                    <a:pt x="111" y="53"/>
                  </a:cubicBezTo>
                  <a:cubicBezTo>
                    <a:pt x="109" y="53"/>
                    <a:pt x="107" y="53"/>
                    <a:pt x="106" y="51"/>
                  </a:cubicBezTo>
                  <a:cubicBezTo>
                    <a:pt x="105" y="48"/>
                    <a:pt x="100" y="48"/>
                    <a:pt x="98" y="50"/>
                  </a:cubicBezTo>
                  <a:cubicBezTo>
                    <a:pt x="95" y="52"/>
                    <a:pt x="95" y="51"/>
                    <a:pt x="93" y="50"/>
                  </a:cubicBezTo>
                  <a:cubicBezTo>
                    <a:pt x="91" y="48"/>
                    <a:pt x="85" y="51"/>
                    <a:pt x="85" y="52"/>
                  </a:cubicBezTo>
                  <a:cubicBezTo>
                    <a:pt x="84" y="54"/>
                    <a:pt x="80" y="55"/>
                    <a:pt x="77" y="53"/>
                  </a:cubicBezTo>
                  <a:cubicBezTo>
                    <a:pt x="74" y="51"/>
                    <a:pt x="72" y="51"/>
                    <a:pt x="72" y="53"/>
                  </a:cubicBezTo>
                  <a:cubicBezTo>
                    <a:pt x="72" y="56"/>
                    <a:pt x="70" y="54"/>
                    <a:pt x="70" y="52"/>
                  </a:cubicBezTo>
                  <a:cubicBezTo>
                    <a:pt x="70" y="51"/>
                    <a:pt x="65" y="48"/>
                    <a:pt x="62" y="46"/>
                  </a:cubicBezTo>
                  <a:cubicBezTo>
                    <a:pt x="60" y="45"/>
                    <a:pt x="53" y="45"/>
                    <a:pt x="53" y="43"/>
                  </a:cubicBezTo>
                  <a:cubicBezTo>
                    <a:pt x="52" y="42"/>
                    <a:pt x="48" y="41"/>
                    <a:pt x="47" y="43"/>
                  </a:cubicBezTo>
                  <a:cubicBezTo>
                    <a:pt x="46" y="46"/>
                    <a:pt x="44" y="44"/>
                    <a:pt x="42" y="43"/>
                  </a:cubicBezTo>
                  <a:cubicBezTo>
                    <a:pt x="41" y="42"/>
                    <a:pt x="37" y="44"/>
                    <a:pt x="36" y="45"/>
                  </a:cubicBezTo>
                  <a:cubicBezTo>
                    <a:pt x="34" y="46"/>
                    <a:pt x="30" y="49"/>
                    <a:pt x="27" y="49"/>
                  </a:cubicBezTo>
                  <a:cubicBezTo>
                    <a:pt x="24" y="49"/>
                    <a:pt x="26" y="52"/>
                    <a:pt x="23" y="53"/>
                  </a:cubicBezTo>
                  <a:cubicBezTo>
                    <a:pt x="19" y="54"/>
                    <a:pt x="20" y="56"/>
                    <a:pt x="20" y="58"/>
                  </a:cubicBezTo>
                  <a:cubicBezTo>
                    <a:pt x="21" y="59"/>
                    <a:pt x="23" y="62"/>
                    <a:pt x="20" y="63"/>
                  </a:cubicBezTo>
                  <a:cubicBezTo>
                    <a:pt x="17" y="64"/>
                    <a:pt x="15" y="59"/>
                    <a:pt x="13" y="57"/>
                  </a:cubicBezTo>
                  <a:cubicBezTo>
                    <a:pt x="10" y="55"/>
                    <a:pt x="8" y="58"/>
                    <a:pt x="8" y="60"/>
                  </a:cubicBezTo>
                  <a:cubicBezTo>
                    <a:pt x="8" y="63"/>
                    <a:pt x="5" y="63"/>
                    <a:pt x="3" y="66"/>
                  </a:cubicBezTo>
                  <a:cubicBezTo>
                    <a:pt x="2" y="68"/>
                    <a:pt x="6" y="69"/>
                    <a:pt x="6" y="70"/>
                  </a:cubicBezTo>
                  <a:cubicBezTo>
                    <a:pt x="6" y="71"/>
                    <a:pt x="4" y="72"/>
                    <a:pt x="3" y="72"/>
                  </a:cubicBezTo>
                  <a:cubicBezTo>
                    <a:pt x="2" y="73"/>
                    <a:pt x="0" y="76"/>
                    <a:pt x="1" y="78"/>
                  </a:cubicBezTo>
                  <a:cubicBezTo>
                    <a:pt x="2" y="79"/>
                    <a:pt x="6" y="78"/>
                    <a:pt x="6" y="81"/>
                  </a:cubicBezTo>
                  <a:cubicBezTo>
                    <a:pt x="6" y="83"/>
                    <a:pt x="5" y="86"/>
                    <a:pt x="8" y="85"/>
                  </a:cubicBezTo>
                  <a:cubicBezTo>
                    <a:pt x="10" y="85"/>
                    <a:pt x="12" y="85"/>
                    <a:pt x="14" y="85"/>
                  </a:cubicBezTo>
                  <a:cubicBezTo>
                    <a:pt x="15" y="85"/>
                    <a:pt x="16" y="88"/>
                    <a:pt x="19" y="91"/>
                  </a:cubicBezTo>
                  <a:cubicBezTo>
                    <a:pt x="21" y="94"/>
                    <a:pt x="23" y="95"/>
                    <a:pt x="20" y="96"/>
                  </a:cubicBezTo>
                  <a:cubicBezTo>
                    <a:pt x="17" y="97"/>
                    <a:pt x="18" y="98"/>
                    <a:pt x="22" y="100"/>
                  </a:cubicBezTo>
                  <a:cubicBezTo>
                    <a:pt x="23" y="100"/>
                    <a:pt x="24" y="101"/>
                    <a:pt x="25" y="102"/>
                  </a:cubicBezTo>
                  <a:cubicBezTo>
                    <a:pt x="25" y="101"/>
                    <a:pt x="26" y="101"/>
                    <a:pt x="26" y="100"/>
                  </a:cubicBezTo>
                  <a:cubicBezTo>
                    <a:pt x="30" y="97"/>
                    <a:pt x="38" y="93"/>
                    <a:pt x="44" y="95"/>
                  </a:cubicBezTo>
                  <a:cubicBezTo>
                    <a:pt x="49" y="96"/>
                    <a:pt x="54" y="94"/>
                    <a:pt x="57" y="97"/>
                  </a:cubicBezTo>
                  <a:cubicBezTo>
                    <a:pt x="59" y="101"/>
                    <a:pt x="57" y="107"/>
                    <a:pt x="58" y="110"/>
                  </a:cubicBezTo>
                  <a:cubicBezTo>
                    <a:pt x="59" y="112"/>
                    <a:pt x="53" y="112"/>
                    <a:pt x="49" y="112"/>
                  </a:cubicBezTo>
                  <a:cubicBezTo>
                    <a:pt x="46" y="111"/>
                    <a:pt x="38" y="113"/>
                    <a:pt x="39" y="116"/>
                  </a:cubicBezTo>
                  <a:cubicBezTo>
                    <a:pt x="40" y="118"/>
                    <a:pt x="43" y="123"/>
                    <a:pt x="38" y="120"/>
                  </a:cubicBezTo>
                  <a:cubicBezTo>
                    <a:pt x="33" y="118"/>
                    <a:pt x="31" y="123"/>
                    <a:pt x="33" y="123"/>
                  </a:cubicBezTo>
                  <a:cubicBezTo>
                    <a:pt x="36" y="123"/>
                    <a:pt x="40" y="126"/>
                    <a:pt x="40" y="129"/>
                  </a:cubicBezTo>
                  <a:cubicBezTo>
                    <a:pt x="40" y="131"/>
                    <a:pt x="40" y="136"/>
                    <a:pt x="43" y="135"/>
                  </a:cubicBezTo>
                  <a:cubicBezTo>
                    <a:pt x="45" y="134"/>
                    <a:pt x="45" y="139"/>
                    <a:pt x="49" y="139"/>
                  </a:cubicBezTo>
                  <a:cubicBezTo>
                    <a:pt x="52" y="138"/>
                    <a:pt x="55" y="140"/>
                    <a:pt x="53" y="143"/>
                  </a:cubicBezTo>
                  <a:cubicBezTo>
                    <a:pt x="50" y="146"/>
                    <a:pt x="54" y="155"/>
                    <a:pt x="55" y="153"/>
                  </a:cubicBezTo>
                  <a:cubicBezTo>
                    <a:pt x="56" y="152"/>
                    <a:pt x="55" y="149"/>
                    <a:pt x="56" y="147"/>
                  </a:cubicBezTo>
                  <a:cubicBezTo>
                    <a:pt x="55" y="143"/>
                    <a:pt x="63" y="143"/>
                    <a:pt x="65" y="143"/>
                  </a:cubicBezTo>
                  <a:cubicBezTo>
                    <a:pt x="68" y="143"/>
                    <a:pt x="72" y="147"/>
                    <a:pt x="75" y="151"/>
                  </a:cubicBezTo>
                  <a:cubicBezTo>
                    <a:pt x="78" y="155"/>
                    <a:pt x="81" y="152"/>
                    <a:pt x="81" y="152"/>
                  </a:cubicBezTo>
                  <a:cubicBezTo>
                    <a:pt x="82" y="115"/>
                    <a:pt x="82" y="115"/>
                    <a:pt x="82" y="115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4" y="109"/>
                    <a:pt x="104" y="108"/>
                    <a:pt x="104" y="108"/>
                  </a:cubicBezTo>
                  <a:cubicBezTo>
                    <a:pt x="107" y="104"/>
                    <a:pt x="111" y="107"/>
                    <a:pt x="112" y="108"/>
                  </a:cubicBezTo>
                  <a:cubicBezTo>
                    <a:pt x="113" y="109"/>
                    <a:pt x="113" y="104"/>
                    <a:pt x="116" y="104"/>
                  </a:cubicBezTo>
                  <a:cubicBezTo>
                    <a:pt x="119" y="104"/>
                    <a:pt x="115" y="109"/>
                    <a:pt x="118" y="109"/>
                  </a:cubicBezTo>
                  <a:cubicBezTo>
                    <a:pt x="119" y="109"/>
                    <a:pt x="123" y="115"/>
                    <a:pt x="122" y="120"/>
                  </a:cubicBezTo>
                  <a:cubicBezTo>
                    <a:pt x="125" y="123"/>
                    <a:pt x="131" y="129"/>
                    <a:pt x="132" y="131"/>
                  </a:cubicBezTo>
                  <a:cubicBezTo>
                    <a:pt x="133" y="133"/>
                    <a:pt x="141" y="129"/>
                    <a:pt x="143" y="130"/>
                  </a:cubicBezTo>
                  <a:cubicBezTo>
                    <a:pt x="145" y="131"/>
                    <a:pt x="158" y="131"/>
                    <a:pt x="160" y="131"/>
                  </a:cubicBezTo>
                  <a:cubicBezTo>
                    <a:pt x="162" y="131"/>
                    <a:pt x="164" y="135"/>
                    <a:pt x="167" y="136"/>
                  </a:cubicBezTo>
                  <a:cubicBezTo>
                    <a:pt x="169" y="136"/>
                    <a:pt x="168" y="141"/>
                    <a:pt x="169" y="144"/>
                  </a:cubicBezTo>
                  <a:cubicBezTo>
                    <a:pt x="169" y="147"/>
                    <a:pt x="173" y="150"/>
                    <a:pt x="173" y="152"/>
                  </a:cubicBezTo>
                  <a:cubicBezTo>
                    <a:pt x="174" y="155"/>
                    <a:pt x="178" y="154"/>
                    <a:pt x="180" y="154"/>
                  </a:cubicBezTo>
                  <a:cubicBezTo>
                    <a:pt x="183" y="155"/>
                    <a:pt x="187" y="156"/>
                    <a:pt x="187" y="159"/>
                  </a:cubicBezTo>
                  <a:cubicBezTo>
                    <a:pt x="188" y="161"/>
                    <a:pt x="191" y="159"/>
                    <a:pt x="191" y="157"/>
                  </a:cubicBezTo>
                  <a:cubicBezTo>
                    <a:pt x="192" y="155"/>
                    <a:pt x="195" y="153"/>
                    <a:pt x="200" y="151"/>
                  </a:cubicBezTo>
                  <a:cubicBezTo>
                    <a:pt x="202" y="150"/>
                    <a:pt x="204" y="150"/>
                    <a:pt x="205" y="150"/>
                  </a:cubicBezTo>
                  <a:cubicBezTo>
                    <a:pt x="206" y="148"/>
                    <a:pt x="207" y="146"/>
                    <a:pt x="208" y="145"/>
                  </a:cubicBezTo>
                  <a:cubicBezTo>
                    <a:pt x="209" y="145"/>
                    <a:pt x="212" y="142"/>
                    <a:pt x="213" y="140"/>
                  </a:cubicBezTo>
                  <a:cubicBezTo>
                    <a:pt x="213" y="137"/>
                    <a:pt x="220" y="137"/>
                    <a:pt x="224" y="140"/>
                  </a:cubicBezTo>
                  <a:cubicBezTo>
                    <a:pt x="229" y="142"/>
                    <a:pt x="231" y="142"/>
                    <a:pt x="232" y="138"/>
                  </a:cubicBezTo>
                  <a:cubicBezTo>
                    <a:pt x="232" y="135"/>
                    <a:pt x="238" y="134"/>
                    <a:pt x="240" y="135"/>
                  </a:cubicBezTo>
                  <a:cubicBezTo>
                    <a:pt x="242" y="136"/>
                    <a:pt x="249" y="139"/>
                    <a:pt x="252" y="138"/>
                  </a:cubicBezTo>
                  <a:cubicBezTo>
                    <a:pt x="255" y="137"/>
                    <a:pt x="269" y="138"/>
                    <a:pt x="273" y="139"/>
                  </a:cubicBezTo>
                  <a:cubicBezTo>
                    <a:pt x="277" y="140"/>
                    <a:pt x="278" y="138"/>
                    <a:pt x="281" y="142"/>
                  </a:cubicBezTo>
                  <a:cubicBezTo>
                    <a:pt x="284" y="145"/>
                    <a:pt x="285" y="142"/>
                    <a:pt x="288" y="144"/>
                  </a:cubicBezTo>
                  <a:cubicBezTo>
                    <a:pt x="288" y="143"/>
                    <a:pt x="288" y="142"/>
                    <a:pt x="288" y="141"/>
                  </a:cubicBezTo>
                  <a:cubicBezTo>
                    <a:pt x="288" y="138"/>
                    <a:pt x="292" y="136"/>
                    <a:pt x="293" y="134"/>
                  </a:cubicBezTo>
                  <a:cubicBezTo>
                    <a:pt x="293" y="133"/>
                    <a:pt x="289" y="127"/>
                    <a:pt x="289" y="125"/>
                  </a:cubicBezTo>
                  <a:cubicBezTo>
                    <a:pt x="289" y="123"/>
                    <a:pt x="289" y="119"/>
                    <a:pt x="287" y="118"/>
                  </a:cubicBezTo>
                  <a:cubicBezTo>
                    <a:pt x="285" y="117"/>
                    <a:pt x="291" y="114"/>
                    <a:pt x="292" y="115"/>
                  </a:cubicBezTo>
                  <a:cubicBezTo>
                    <a:pt x="295" y="115"/>
                    <a:pt x="299" y="112"/>
                    <a:pt x="300" y="113"/>
                  </a:cubicBezTo>
                  <a:cubicBezTo>
                    <a:pt x="301" y="114"/>
                    <a:pt x="304" y="115"/>
                    <a:pt x="306" y="115"/>
                  </a:cubicBezTo>
                  <a:cubicBezTo>
                    <a:pt x="308" y="115"/>
                    <a:pt x="307" y="112"/>
                    <a:pt x="306" y="111"/>
                  </a:cubicBezTo>
                  <a:cubicBezTo>
                    <a:pt x="305" y="109"/>
                    <a:pt x="310" y="98"/>
                    <a:pt x="311" y="94"/>
                  </a:cubicBezTo>
                  <a:cubicBezTo>
                    <a:pt x="312" y="91"/>
                    <a:pt x="314" y="94"/>
                    <a:pt x="317" y="94"/>
                  </a:cubicBezTo>
                  <a:cubicBezTo>
                    <a:pt x="320" y="95"/>
                    <a:pt x="323" y="94"/>
                    <a:pt x="325" y="95"/>
                  </a:cubicBezTo>
                  <a:cubicBezTo>
                    <a:pt x="326" y="96"/>
                    <a:pt x="331" y="94"/>
                    <a:pt x="333" y="92"/>
                  </a:cubicBezTo>
                  <a:cubicBezTo>
                    <a:pt x="334" y="90"/>
                    <a:pt x="331" y="90"/>
                    <a:pt x="331" y="85"/>
                  </a:cubicBezTo>
                  <a:cubicBezTo>
                    <a:pt x="332" y="81"/>
                    <a:pt x="334" y="79"/>
                    <a:pt x="337" y="79"/>
                  </a:cubicBezTo>
                  <a:cubicBezTo>
                    <a:pt x="340" y="79"/>
                    <a:pt x="341" y="76"/>
                    <a:pt x="341" y="74"/>
                  </a:cubicBezTo>
                  <a:cubicBezTo>
                    <a:pt x="341" y="73"/>
                    <a:pt x="343" y="71"/>
                    <a:pt x="343" y="69"/>
                  </a:cubicBezTo>
                  <a:cubicBezTo>
                    <a:pt x="343" y="68"/>
                    <a:pt x="342" y="67"/>
                    <a:pt x="342" y="66"/>
                  </a:cubicBezTo>
                  <a:close/>
                  <a:moveTo>
                    <a:pt x="129" y="102"/>
                  </a:moveTo>
                  <a:cubicBezTo>
                    <a:pt x="128" y="104"/>
                    <a:pt x="118" y="101"/>
                    <a:pt x="117" y="99"/>
                  </a:cubicBezTo>
                  <a:cubicBezTo>
                    <a:pt x="116" y="97"/>
                    <a:pt x="131" y="99"/>
                    <a:pt x="129" y="102"/>
                  </a:cubicBezTo>
                  <a:close/>
                  <a:moveTo>
                    <a:pt x="270" y="101"/>
                  </a:moveTo>
                  <a:cubicBezTo>
                    <a:pt x="263" y="101"/>
                    <a:pt x="248" y="98"/>
                    <a:pt x="241" y="105"/>
                  </a:cubicBezTo>
                  <a:cubicBezTo>
                    <a:pt x="235" y="111"/>
                    <a:pt x="240" y="115"/>
                    <a:pt x="237" y="115"/>
                  </a:cubicBezTo>
                  <a:cubicBezTo>
                    <a:pt x="234" y="116"/>
                    <a:pt x="232" y="105"/>
                    <a:pt x="236" y="102"/>
                  </a:cubicBezTo>
                  <a:cubicBezTo>
                    <a:pt x="239" y="98"/>
                    <a:pt x="251" y="97"/>
                    <a:pt x="258" y="98"/>
                  </a:cubicBezTo>
                  <a:cubicBezTo>
                    <a:pt x="265" y="100"/>
                    <a:pt x="277" y="97"/>
                    <a:pt x="279" y="97"/>
                  </a:cubicBezTo>
                  <a:cubicBezTo>
                    <a:pt x="280" y="98"/>
                    <a:pt x="277" y="101"/>
                    <a:pt x="270" y="10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6351300" y="875996"/>
              <a:ext cx="5217943" cy="2004071"/>
            </a:xfrm>
            <a:custGeom>
              <a:avLst/>
              <a:gdLst/>
              <a:ahLst/>
              <a:cxnLst/>
              <a:rect l="l" t="t" r="r" b="b"/>
              <a:pathLst>
                <a:path w="1439" h="552" extrusionOk="0">
                  <a:moveTo>
                    <a:pt x="22" y="399"/>
                  </a:moveTo>
                  <a:cubicBezTo>
                    <a:pt x="21" y="399"/>
                    <a:pt x="18" y="398"/>
                    <a:pt x="17" y="397"/>
                  </a:cubicBezTo>
                  <a:cubicBezTo>
                    <a:pt x="16" y="396"/>
                    <a:pt x="14" y="396"/>
                    <a:pt x="12" y="397"/>
                  </a:cubicBezTo>
                  <a:cubicBezTo>
                    <a:pt x="12" y="397"/>
                    <a:pt x="13" y="397"/>
                    <a:pt x="13" y="398"/>
                  </a:cubicBezTo>
                  <a:cubicBezTo>
                    <a:pt x="14" y="400"/>
                    <a:pt x="9" y="400"/>
                    <a:pt x="10" y="402"/>
                  </a:cubicBezTo>
                  <a:cubicBezTo>
                    <a:pt x="12" y="405"/>
                    <a:pt x="6" y="405"/>
                    <a:pt x="6" y="402"/>
                  </a:cubicBezTo>
                  <a:cubicBezTo>
                    <a:pt x="6" y="400"/>
                    <a:pt x="0" y="401"/>
                    <a:pt x="1" y="403"/>
                  </a:cubicBezTo>
                  <a:cubicBezTo>
                    <a:pt x="1" y="403"/>
                    <a:pt x="1" y="404"/>
                    <a:pt x="0" y="405"/>
                  </a:cubicBezTo>
                  <a:cubicBezTo>
                    <a:pt x="2" y="405"/>
                    <a:pt x="4" y="406"/>
                    <a:pt x="4" y="406"/>
                  </a:cubicBezTo>
                  <a:cubicBezTo>
                    <a:pt x="6" y="407"/>
                    <a:pt x="20" y="408"/>
                    <a:pt x="26" y="407"/>
                  </a:cubicBezTo>
                  <a:cubicBezTo>
                    <a:pt x="26" y="406"/>
                    <a:pt x="27" y="403"/>
                    <a:pt x="27" y="402"/>
                  </a:cubicBezTo>
                  <a:cubicBezTo>
                    <a:pt x="27" y="400"/>
                    <a:pt x="23" y="398"/>
                    <a:pt x="22" y="399"/>
                  </a:cubicBezTo>
                  <a:close/>
                  <a:moveTo>
                    <a:pt x="382" y="15"/>
                  </a:moveTo>
                  <a:cubicBezTo>
                    <a:pt x="392" y="14"/>
                    <a:pt x="391" y="9"/>
                    <a:pt x="386" y="8"/>
                  </a:cubicBezTo>
                  <a:cubicBezTo>
                    <a:pt x="381" y="7"/>
                    <a:pt x="381" y="11"/>
                    <a:pt x="378" y="11"/>
                  </a:cubicBezTo>
                  <a:cubicBezTo>
                    <a:pt x="376" y="11"/>
                    <a:pt x="366" y="13"/>
                    <a:pt x="368" y="15"/>
                  </a:cubicBezTo>
                  <a:cubicBezTo>
                    <a:pt x="371" y="17"/>
                    <a:pt x="377" y="16"/>
                    <a:pt x="382" y="15"/>
                  </a:cubicBezTo>
                  <a:close/>
                  <a:moveTo>
                    <a:pt x="430" y="154"/>
                  </a:moveTo>
                  <a:cubicBezTo>
                    <a:pt x="434" y="154"/>
                    <a:pt x="442" y="153"/>
                    <a:pt x="443" y="151"/>
                  </a:cubicBezTo>
                  <a:cubicBezTo>
                    <a:pt x="444" y="149"/>
                    <a:pt x="440" y="147"/>
                    <a:pt x="434" y="147"/>
                  </a:cubicBezTo>
                  <a:cubicBezTo>
                    <a:pt x="428" y="147"/>
                    <a:pt x="427" y="153"/>
                    <a:pt x="430" y="154"/>
                  </a:cubicBezTo>
                  <a:close/>
                  <a:moveTo>
                    <a:pt x="614" y="27"/>
                  </a:moveTo>
                  <a:cubicBezTo>
                    <a:pt x="619" y="29"/>
                    <a:pt x="617" y="30"/>
                    <a:pt x="612" y="30"/>
                  </a:cubicBezTo>
                  <a:cubicBezTo>
                    <a:pt x="607" y="30"/>
                    <a:pt x="603" y="32"/>
                    <a:pt x="606" y="33"/>
                  </a:cubicBezTo>
                  <a:cubicBezTo>
                    <a:pt x="609" y="34"/>
                    <a:pt x="609" y="37"/>
                    <a:pt x="614" y="38"/>
                  </a:cubicBezTo>
                  <a:cubicBezTo>
                    <a:pt x="619" y="39"/>
                    <a:pt x="624" y="35"/>
                    <a:pt x="624" y="32"/>
                  </a:cubicBezTo>
                  <a:cubicBezTo>
                    <a:pt x="623" y="29"/>
                    <a:pt x="642" y="26"/>
                    <a:pt x="647" y="25"/>
                  </a:cubicBezTo>
                  <a:cubicBezTo>
                    <a:pt x="652" y="24"/>
                    <a:pt x="644" y="18"/>
                    <a:pt x="649" y="18"/>
                  </a:cubicBezTo>
                  <a:cubicBezTo>
                    <a:pt x="655" y="17"/>
                    <a:pt x="652" y="15"/>
                    <a:pt x="646" y="14"/>
                  </a:cubicBezTo>
                  <a:cubicBezTo>
                    <a:pt x="639" y="13"/>
                    <a:pt x="642" y="7"/>
                    <a:pt x="639" y="5"/>
                  </a:cubicBezTo>
                  <a:cubicBezTo>
                    <a:pt x="637" y="3"/>
                    <a:pt x="636" y="8"/>
                    <a:pt x="627" y="9"/>
                  </a:cubicBezTo>
                  <a:cubicBezTo>
                    <a:pt x="618" y="11"/>
                    <a:pt x="614" y="13"/>
                    <a:pt x="618" y="15"/>
                  </a:cubicBezTo>
                  <a:cubicBezTo>
                    <a:pt x="621" y="17"/>
                    <a:pt x="618" y="21"/>
                    <a:pt x="614" y="21"/>
                  </a:cubicBezTo>
                  <a:cubicBezTo>
                    <a:pt x="610" y="21"/>
                    <a:pt x="610" y="25"/>
                    <a:pt x="614" y="27"/>
                  </a:cubicBezTo>
                  <a:close/>
                  <a:moveTo>
                    <a:pt x="627" y="34"/>
                  </a:moveTo>
                  <a:cubicBezTo>
                    <a:pt x="627" y="36"/>
                    <a:pt x="619" y="39"/>
                    <a:pt x="622" y="41"/>
                  </a:cubicBezTo>
                  <a:cubicBezTo>
                    <a:pt x="624" y="43"/>
                    <a:pt x="625" y="42"/>
                    <a:pt x="628" y="43"/>
                  </a:cubicBezTo>
                  <a:cubicBezTo>
                    <a:pt x="630" y="43"/>
                    <a:pt x="632" y="50"/>
                    <a:pt x="636" y="49"/>
                  </a:cubicBezTo>
                  <a:cubicBezTo>
                    <a:pt x="641" y="48"/>
                    <a:pt x="653" y="54"/>
                    <a:pt x="660" y="54"/>
                  </a:cubicBezTo>
                  <a:cubicBezTo>
                    <a:pt x="667" y="54"/>
                    <a:pt x="668" y="48"/>
                    <a:pt x="666" y="47"/>
                  </a:cubicBezTo>
                  <a:cubicBezTo>
                    <a:pt x="664" y="47"/>
                    <a:pt x="666" y="44"/>
                    <a:pt x="670" y="38"/>
                  </a:cubicBezTo>
                  <a:cubicBezTo>
                    <a:pt x="673" y="32"/>
                    <a:pt x="657" y="28"/>
                    <a:pt x="657" y="32"/>
                  </a:cubicBezTo>
                  <a:cubicBezTo>
                    <a:pt x="657" y="37"/>
                    <a:pt x="652" y="31"/>
                    <a:pt x="651" y="29"/>
                  </a:cubicBezTo>
                  <a:cubicBezTo>
                    <a:pt x="649" y="26"/>
                    <a:pt x="627" y="31"/>
                    <a:pt x="627" y="34"/>
                  </a:cubicBezTo>
                  <a:close/>
                  <a:moveTo>
                    <a:pt x="503" y="158"/>
                  </a:moveTo>
                  <a:cubicBezTo>
                    <a:pt x="507" y="160"/>
                    <a:pt x="510" y="159"/>
                    <a:pt x="509" y="155"/>
                  </a:cubicBezTo>
                  <a:cubicBezTo>
                    <a:pt x="509" y="151"/>
                    <a:pt x="500" y="156"/>
                    <a:pt x="503" y="158"/>
                  </a:cubicBezTo>
                  <a:close/>
                  <a:moveTo>
                    <a:pt x="608" y="9"/>
                  </a:moveTo>
                  <a:cubicBezTo>
                    <a:pt x="609" y="5"/>
                    <a:pt x="592" y="7"/>
                    <a:pt x="597" y="10"/>
                  </a:cubicBezTo>
                  <a:cubicBezTo>
                    <a:pt x="598" y="12"/>
                    <a:pt x="607" y="13"/>
                    <a:pt x="608" y="9"/>
                  </a:cubicBezTo>
                  <a:close/>
                  <a:moveTo>
                    <a:pt x="1340" y="189"/>
                  </a:moveTo>
                  <a:cubicBezTo>
                    <a:pt x="1345" y="192"/>
                    <a:pt x="1348" y="186"/>
                    <a:pt x="1352" y="189"/>
                  </a:cubicBezTo>
                  <a:cubicBezTo>
                    <a:pt x="1356" y="192"/>
                    <a:pt x="1366" y="188"/>
                    <a:pt x="1370" y="187"/>
                  </a:cubicBezTo>
                  <a:cubicBezTo>
                    <a:pt x="1374" y="186"/>
                    <a:pt x="1372" y="181"/>
                    <a:pt x="1361" y="180"/>
                  </a:cubicBezTo>
                  <a:cubicBezTo>
                    <a:pt x="1350" y="179"/>
                    <a:pt x="1335" y="187"/>
                    <a:pt x="1340" y="189"/>
                  </a:cubicBezTo>
                  <a:close/>
                  <a:moveTo>
                    <a:pt x="666" y="69"/>
                  </a:moveTo>
                  <a:cubicBezTo>
                    <a:pt x="670" y="71"/>
                    <a:pt x="681" y="66"/>
                    <a:pt x="688" y="66"/>
                  </a:cubicBezTo>
                  <a:cubicBezTo>
                    <a:pt x="696" y="67"/>
                    <a:pt x="717" y="61"/>
                    <a:pt x="717" y="57"/>
                  </a:cubicBezTo>
                  <a:cubicBezTo>
                    <a:pt x="718" y="53"/>
                    <a:pt x="710" y="53"/>
                    <a:pt x="706" y="50"/>
                  </a:cubicBezTo>
                  <a:cubicBezTo>
                    <a:pt x="703" y="46"/>
                    <a:pt x="696" y="49"/>
                    <a:pt x="694" y="52"/>
                  </a:cubicBezTo>
                  <a:cubicBezTo>
                    <a:pt x="692" y="55"/>
                    <a:pt x="690" y="52"/>
                    <a:pt x="695" y="48"/>
                  </a:cubicBezTo>
                  <a:cubicBezTo>
                    <a:pt x="700" y="43"/>
                    <a:pt x="690" y="39"/>
                    <a:pt x="690" y="42"/>
                  </a:cubicBezTo>
                  <a:cubicBezTo>
                    <a:pt x="690" y="45"/>
                    <a:pt x="681" y="43"/>
                    <a:pt x="681" y="45"/>
                  </a:cubicBezTo>
                  <a:cubicBezTo>
                    <a:pt x="681" y="48"/>
                    <a:pt x="678" y="49"/>
                    <a:pt x="678" y="52"/>
                  </a:cubicBezTo>
                  <a:cubicBezTo>
                    <a:pt x="678" y="55"/>
                    <a:pt x="672" y="51"/>
                    <a:pt x="672" y="57"/>
                  </a:cubicBezTo>
                  <a:cubicBezTo>
                    <a:pt x="672" y="63"/>
                    <a:pt x="662" y="67"/>
                    <a:pt x="666" y="69"/>
                  </a:cubicBezTo>
                  <a:close/>
                  <a:moveTo>
                    <a:pt x="987" y="120"/>
                  </a:moveTo>
                  <a:cubicBezTo>
                    <a:pt x="991" y="122"/>
                    <a:pt x="992" y="123"/>
                    <a:pt x="994" y="125"/>
                  </a:cubicBezTo>
                  <a:cubicBezTo>
                    <a:pt x="996" y="127"/>
                    <a:pt x="1003" y="124"/>
                    <a:pt x="1006" y="123"/>
                  </a:cubicBezTo>
                  <a:cubicBezTo>
                    <a:pt x="1009" y="122"/>
                    <a:pt x="1010" y="128"/>
                    <a:pt x="1014" y="125"/>
                  </a:cubicBezTo>
                  <a:cubicBezTo>
                    <a:pt x="1019" y="122"/>
                    <a:pt x="1024" y="123"/>
                    <a:pt x="1029" y="123"/>
                  </a:cubicBezTo>
                  <a:cubicBezTo>
                    <a:pt x="1035" y="123"/>
                    <a:pt x="1028" y="117"/>
                    <a:pt x="1029" y="114"/>
                  </a:cubicBezTo>
                  <a:cubicBezTo>
                    <a:pt x="1029" y="111"/>
                    <a:pt x="1035" y="113"/>
                    <a:pt x="1033" y="115"/>
                  </a:cubicBezTo>
                  <a:cubicBezTo>
                    <a:pt x="1031" y="118"/>
                    <a:pt x="1036" y="123"/>
                    <a:pt x="1044" y="123"/>
                  </a:cubicBezTo>
                  <a:cubicBezTo>
                    <a:pt x="1052" y="122"/>
                    <a:pt x="1046" y="118"/>
                    <a:pt x="1050" y="116"/>
                  </a:cubicBezTo>
                  <a:cubicBezTo>
                    <a:pt x="1054" y="114"/>
                    <a:pt x="1053" y="112"/>
                    <a:pt x="1048" y="109"/>
                  </a:cubicBezTo>
                  <a:cubicBezTo>
                    <a:pt x="1042" y="105"/>
                    <a:pt x="1034" y="107"/>
                    <a:pt x="1030" y="105"/>
                  </a:cubicBezTo>
                  <a:cubicBezTo>
                    <a:pt x="1024" y="103"/>
                    <a:pt x="1018" y="103"/>
                    <a:pt x="1018" y="108"/>
                  </a:cubicBezTo>
                  <a:cubicBezTo>
                    <a:pt x="1017" y="114"/>
                    <a:pt x="1007" y="102"/>
                    <a:pt x="1001" y="100"/>
                  </a:cubicBezTo>
                  <a:cubicBezTo>
                    <a:pt x="996" y="99"/>
                    <a:pt x="979" y="116"/>
                    <a:pt x="987" y="120"/>
                  </a:cubicBezTo>
                  <a:close/>
                  <a:moveTo>
                    <a:pt x="1039" y="152"/>
                  </a:moveTo>
                  <a:cubicBezTo>
                    <a:pt x="1044" y="151"/>
                    <a:pt x="1036" y="143"/>
                    <a:pt x="1028" y="141"/>
                  </a:cubicBezTo>
                  <a:cubicBezTo>
                    <a:pt x="1021" y="140"/>
                    <a:pt x="1013" y="147"/>
                    <a:pt x="1014" y="148"/>
                  </a:cubicBezTo>
                  <a:cubicBezTo>
                    <a:pt x="1017" y="151"/>
                    <a:pt x="1035" y="153"/>
                    <a:pt x="1039" y="152"/>
                  </a:cubicBezTo>
                  <a:close/>
                  <a:moveTo>
                    <a:pt x="1019" y="135"/>
                  </a:moveTo>
                  <a:cubicBezTo>
                    <a:pt x="1019" y="132"/>
                    <a:pt x="1006" y="137"/>
                    <a:pt x="1011" y="139"/>
                  </a:cubicBezTo>
                  <a:cubicBezTo>
                    <a:pt x="1014" y="140"/>
                    <a:pt x="1019" y="139"/>
                    <a:pt x="1019" y="135"/>
                  </a:cubicBezTo>
                  <a:close/>
                  <a:moveTo>
                    <a:pt x="1063" y="120"/>
                  </a:moveTo>
                  <a:cubicBezTo>
                    <a:pt x="1069" y="120"/>
                    <a:pt x="1072" y="126"/>
                    <a:pt x="1083" y="127"/>
                  </a:cubicBezTo>
                  <a:cubicBezTo>
                    <a:pt x="1094" y="127"/>
                    <a:pt x="1103" y="125"/>
                    <a:pt x="1103" y="123"/>
                  </a:cubicBezTo>
                  <a:cubicBezTo>
                    <a:pt x="1103" y="120"/>
                    <a:pt x="1093" y="117"/>
                    <a:pt x="1090" y="119"/>
                  </a:cubicBezTo>
                  <a:cubicBezTo>
                    <a:pt x="1086" y="120"/>
                    <a:pt x="1084" y="115"/>
                    <a:pt x="1080" y="117"/>
                  </a:cubicBezTo>
                  <a:cubicBezTo>
                    <a:pt x="1076" y="118"/>
                    <a:pt x="1070" y="118"/>
                    <a:pt x="1068" y="114"/>
                  </a:cubicBezTo>
                  <a:cubicBezTo>
                    <a:pt x="1066" y="111"/>
                    <a:pt x="1060" y="120"/>
                    <a:pt x="1063" y="120"/>
                  </a:cubicBezTo>
                  <a:close/>
                  <a:moveTo>
                    <a:pt x="231" y="19"/>
                  </a:moveTo>
                  <a:cubicBezTo>
                    <a:pt x="237" y="13"/>
                    <a:pt x="244" y="18"/>
                    <a:pt x="245" y="16"/>
                  </a:cubicBezTo>
                  <a:cubicBezTo>
                    <a:pt x="246" y="13"/>
                    <a:pt x="234" y="13"/>
                    <a:pt x="230" y="15"/>
                  </a:cubicBezTo>
                  <a:cubicBezTo>
                    <a:pt x="226" y="17"/>
                    <a:pt x="216" y="15"/>
                    <a:pt x="217" y="18"/>
                  </a:cubicBezTo>
                  <a:cubicBezTo>
                    <a:pt x="218" y="20"/>
                    <a:pt x="225" y="24"/>
                    <a:pt x="231" y="19"/>
                  </a:cubicBezTo>
                  <a:close/>
                  <a:moveTo>
                    <a:pt x="1037" y="439"/>
                  </a:moveTo>
                  <a:cubicBezTo>
                    <a:pt x="1034" y="432"/>
                    <a:pt x="1041" y="425"/>
                    <a:pt x="1036" y="421"/>
                  </a:cubicBezTo>
                  <a:cubicBezTo>
                    <a:pt x="1031" y="418"/>
                    <a:pt x="1033" y="410"/>
                    <a:pt x="1031" y="412"/>
                  </a:cubicBezTo>
                  <a:cubicBezTo>
                    <a:pt x="1028" y="413"/>
                    <a:pt x="1031" y="420"/>
                    <a:pt x="1027" y="420"/>
                  </a:cubicBezTo>
                  <a:cubicBezTo>
                    <a:pt x="1023" y="421"/>
                    <a:pt x="1027" y="424"/>
                    <a:pt x="1025" y="429"/>
                  </a:cubicBezTo>
                  <a:cubicBezTo>
                    <a:pt x="1024" y="434"/>
                    <a:pt x="1026" y="442"/>
                    <a:pt x="1028" y="446"/>
                  </a:cubicBezTo>
                  <a:cubicBezTo>
                    <a:pt x="1030" y="451"/>
                    <a:pt x="1025" y="475"/>
                    <a:pt x="1027" y="479"/>
                  </a:cubicBezTo>
                  <a:cubicBezTo>
                    <a:pt x="1029" y="482"/>
                    <a:pt x="1024" y="500"/>
                    <a:pt x="1026" y="502"/>
                  </a:cubicBezTo>
                  <a:cubicBezTo>
                    <a:pt x="1029" y="506"/>
                    <a:pt x="1027" y="497"/>
                    <a:pt x="1031" y="497"/>
                  </a:cubicBezTo>
                  <a:cubicBezTo>
                    <a:pt x="1035" y="496"/>
                    <a:pt x="1035" y="502"/>
                    <a:pt x="1038" y="503"/>
                  </a:cubicBezTo>
                  <a:cubicBezTo>
                    <a:pt x="1041" y="504"/>
                    <a:pt x="1039" y="495"/>
                    <a:pt x="1037" y="495"/>
                  </a:cubicBezTo>
                  <a:cubicBezTo>
                    <a:pt x="1034" y="496"/>
                    <a:pt x="1032" y="489"/>
                    <a:pt x="1031" y="485"/>
                  </a:cubicBezTo>
                  <a:cubicBezTo>
                    <a:pt x="1030" y="481"/>
                    <a:pt x="1033" y="477"/>
                    <a:pt x="1033" y="472"/>
                  </a:cubicBezTo>
                  <a:cubicBezTo>
                    <a:pt x="1033" y="467"/>
                    <a:pt x="1040" y="467"/>
                    <a:pt x="1043" y="471"/>
                  </a:cubicBezTo>
                  <a:cubicBezTo>
                    <a:pt x="1047" y="475"/>
                    <a:pt x="1048" y="472"/>
                    <a:pt x="1046" y="469"/>
                  </a:cubicBezTo>
                  <a:cubicBezTo>
                    <a:pt x="1045" y="467"/>
                    <a:pt x="1040" y="447"/>
                    <a:pt x="1037" y="439"/>
                  </a:cubicBezTo>
                  <a:close/>
                  <a:moveTo>
                    <a:pt x="254" y="16"/>
                  </a:moveTo>
                  <a:cubicBezTo>
                    <a:pt x="258" y="19"/>
                    <a:pt x="245" y="18"/>
                    <a:pt x="243" y="21"/>
                  </a:cubicBezTo>
                  <a:cubicBezTo>
                    <a:pt x="241" y="23"/>
                    <a:pt x="233" y="22"/>
                    <a:pt x="235" y="25"/>
                  </a:cubicBezTo>
                  <a:cubicBezTo>
                    <a:pt x="236" y="28"/>
                    <a:pt x="249" y="28"/>
                    <a:pt x="249" y="26"/>
                  </a:cubicBezTo>
                  <a:cubicBezTo>
                    <a:pt x="249" y="23"/>
                    <a:pt x="255" y="26"/>
                    <a:pt x="255" y="23"/>
                  </a:cubicBezTo>
                  <a:cubicBezTo>
                    <a:pt x="256" y="21"/>
                    <a:pt x="258" y="19"/>
                    <a:pt x="265" y="18"/>
                  </a:cubicBezTo>
                  <a:cubicBezTo>
                    <a:pt x="272" y="18"/>
                    <a:pt x="272" y="15"/>
                    <a:pt x="266" y="12"/>
                  </a:cubicBezTo>
                  <a:cubicBezTo>
                    <a:pt x="259" y="9"/>
                    <a:pt x="251" y="14"/>
                    <a:pt x="254" y="16"/>
                  </a:cubicBezTo>
                  <a:close/>
                  <a:moveTo>
                    <a:pt x="244" y="218"/>
                  </a:moveTo>
                  <a:cubicBezTo>
                    <a:pt x="250" y="224"/>
                    <a:pt x="256" y="215"/>
                    <a:pt x="259" y="214"/>
                  </a:cubicBezTo>
                  <a:cubicBezTo>
                    <a:pt x="262" y="214"/>
                    <a:pt x="257" y="210"/>
                    <a:pt x="252" y="209"/>
                  </a:cubicBezTo>
                  <a:cubicBezTo>
                    <a:pt x="246" y="207"/>
                    <a:pt x="238" y="213"/>
                    <a:pt x="244" y="218"/>
                  </a:cubicBezTo>
                  <a:close/>
                  <a:moveTo>
                    <a:pt x="1436" y="260"/>
                  </a:moveTo>
                  <a:cubicBezTo>
                    <a:pt x="1434" y="259"/>
                    <a:pt x="1426" y="254"/>
                    <a:pt x="1424" y="251"/>
                  </a:cubicBezTo>
                  <a:cubicBezTo>
                    <a:pt x="1422" y="248"/>
                    <a:pt x="1412" y="247"/>
                    <a:pt x="1412" y="248"/>
                  </a:cubicBezTo>
                  <a:cubicBezTo>
                    <a:pt x="1412" y="250"/>
                    <a:pt x="1409" y="248"/>
                    <a:pt x="1408" y="246"/>
                  </a:cubicBezTo>
                  <a:cubicBezTo>
                    <a:pt x="1408" y="245"/>
                    <a:pt x="1397" y="245"/>
                    <a:pt x="1397" y="246"/>
                  </a:cubicBezTo>
                  <a:cubicBezTo>
                    <a:pt x="1397" y="248"/>
                    <a:pt x="1400" y="248"/>
                    <a:pt x="1401" y="250"/>
                  </a:cubicBezTo>
                  <a:cubicBezTo>
                    <a:pt x="1403" y="252"/>
                    <a:pt x="1399" y="253"/>
                    <a:pt x="1400" y="256"/>
                  </a:cubicBezTo>
                  <a:cubicBezTo>
                    <a:pt x="1401" y="258"/>
                    <a:pt x="1396" y="254"/>
                    <a:pt x="1395" y="253"/>
                  </a:cubicBezTo>
                  <a:cubicBezTo>
                    <a:pt x="1393" y="252"/>
                    <a:pt x="1394" y="247"/>
                    <a:pt x="1394" y="245"/>
                  </a:cubicBezTo>
                  <a:cubicBezTo>
                    <a:pt x="1395" y="242"/>
                    <a:pt x="1391" y="243"/>
                    <a:pt x="1391" y="240"/>
                  </a:cubicBezTo>
                  <a:cubicBezTo>
                    <a:pt x="1391" y="238"/>
                    <a:pt x="1379" y="233"/>
                    <a:pt x="1375" y="231"/>
                  </a:cubicBezTo>
                  <a:cubicBezTo>
                    <a:pt x="1370" y="229"/>
                    <a:pt x="1364" y="227"/>
                    <a:pt x="1362" y="224"/>
                  </a:cubicBezTo>
                  <a:cubicBezTo>
                    <a:pt x="1361" y="222"/>
                    <a:pt x="1352" y="222"/>
                    <a:pt x="1349" y="218"/>
                  </a:cubicBezTo>
                  <a:cubicBezTo>
                    <a:pt x="1346" y="215"/>
                    <a:pt x="1331" y="209"/>
                    <a:pt x="1325" y="209"/>
                  </a:cubicBezTo>
                  <a:cubicBezTo>
                    <a:pt x="1319" y="208"/>
                    <a:pt x="1321" y="205"/>
                    <a:pt x="1318" y="205"/>
                  </a:cubicBezTo>
                  <a:cubicBezTo>
                    <a:pt x="1315" y="206"/>
                    <a:pt x="1302" y="205"/>
                    <a:pt x="1298" y="205"/>
                  </a:cubicBezTo>
                  <a:cubicBezTo>
                    <a:pt x="1294" y="204"/>
                    <a:pt x="1293" y="207"/>
                    <a:pt x="1290" y="206"/>
                  </a:cubicBezTo>
                  <a:cubicBezTo>
                    <a:pt x="1287" y="205"/>
                    <a:pt x="1272" y="199"/>
                    <a:pt x="1271" y="201"/>
                  </a:cubicBezTo>
                  <a:cubicBezTo>
                    <a:pt x="1269" y="203"/>
                    <a:pt x="1270" y="206"/>
                    <a:pt x="1268" y="207"/>
                  </a:cubicBezTo>
                  <a:cubicBezTo>
                    <a:pt x="1266" y="207"/>
                    <a:pt x="1268" y="210"/>
                    <a:pt x="1272" y="213"/>
                  </a:cubicBezTo>
                  <a:cubicBezTo>
                    <a:pt x="1276" y="217"/>
                    <a:pt x="1274" y="220"/>
                    <a:pt x="1270" y="222"/>
                  </a:cubicBezTo>
                  <a:cubicBezTo>
                    <a:pt x="1266" y="223"/>
                    <a:pt x="1260" y="220"/>
                    <a:pt x="1258" y="217"/>
                  </a:cubicBezTo>
                  <a:cubicBezTo>
                    <a:pt x="1257" y="214"/>
                    <a:pt x="1251" y="216"/>
                    <a:pt x="1250" y="212"/>
                  </a:cubicBezTo>
                  <a:cubicBezTo>
                    <a:pt x="1249" y="208"/>
                    <a:pt x="1252" y="208"/>
                    <a:pt x="1254" y="210"/>
                  </a:cubicBezTo>
                  <a:cubicBezTo>
                    <a:pt x="1257" y="212"/>
                    <a:pt x="1260" y="210"/>
                    <a:pt x="1260" y="207"/>
                  </a:cubicBezTo>
                  <a:cubicBezTo>
                    <a:pt x="1261" y="205"/>
                    <a:pt x="1254" y="203"/>
                    <a:pt x="1250" y="203"/>
                  </a:cubicBezTo>
                  <a:cubicBezTo>
                    <a:pt x="1246" y="203"/>
                    <a:pt x="1244" y="209"/>
                    <a:pt x="1240" y="211"/>
                  </a:cubicBezTo>
                  <a:cubicBezTo>
                    <a:pt x="1236" y="213"/>
                    <a:pt x="1220" y="210"/>
                    <a:pt x="1219" y="208"/>
                  </a:cubicBezTo>
                  <a:cubicBezTo>
                    <a:pt x="1217" y="207"/>
                    <a:pt x="1196" y="208"/>
                    <a:pt x="1193" y="210"/>
                  </a:cubicBezTo>
                  <a:cubicBezTo>
                    <a:pt x="1191" y="211"/>
                    <a:pt x="1193" y="217"/>
                    <a:pt x="1192" y="218"/>
                  </a:cubicBezTo>
                  <a:cubicBezTo>
                    <a:pt x="1191" y="218"/>
                    <a:pt x="1189" y="211"/>
                    <a:pt x="1189" y="210"/>
                  </a:cubicBezTo>
                  <a:cubicBezTo>
                    <a:pt x="1189" y="208"/>
                    <a:pt x="1187" y="207"/>
                    <a:pt x="1183" y="207"/>
                  </a:cubicBezTo>
                  <a:cubicBezTo>
                    <a:pt x="1179" y="207"/>
                    <a:pt x="1177" y="207"/>
                    <a:pt x="1179" y="206"/>
                  </a:cubicBezTo>
                  <a:cubicBezTo>
                    <a:pt x="1180" y="204"/>
                    <a:pt x="1177" y="202"/>
                    <a:pt x="1180" y="200"/>
                  </a:cubicBezTo>
                  <a:cubicBezTo>
                    <a:pt x="1183" y="198"/>
                    <a:pt x="1175" y="191"/>
                    <a:pt x="1166" y="188"/>
                  </a:cubicBezTo>
                  <a:cubicBezTo>
                    <a:pt x="1158" y="185"/>
                    <a:pt x="1139" y="187"/>
                    <a:pt x="1134" y="188"/>
                  </a:cubicBezTo>
                  <a:cubicBezTo>
                    <a:pt x="1129" y="190"/>
                    <a:pt x="1120" y="189"/>
                    <a:pt x="1115" y="189"/>
                  </a:cubicBezTo>
                  <a:cubicBezTo>
                    <a:pt x="1110" y="190"/>
                    <a:pt x="1114" y="188"/>
                    <a:pt x="1113" y="185"/>
                  </a:cubicBezTo>
                  <a:cubicBezTo>
                    <a:pt x="1111" y="183"/>
                    <a:pt x="1103" y="180"/>
                    <a:pt x="1102" y="182"/>
                  </a:cubicBezTo>
                  <a:cubicBezTo>
                    <a:pt x="1101" y="184"/>
                    <a:pt x="1099" y="182"/>
                    <a:pt x="1099" y="181"/>
                  </a:cubicBezTo>
                  <a:cubicBezTo>
                    <a:pt x="1099" y="180"/>
                    <a:pt x="1091" y="177"/>
                    <a:pt x="1088" y="177"/>
                  </a:cubicBezTo>
                  <a:cubicBezTo>
                    <a:pt x="1085" y="178"/>
                    <a:pt x="1084" y="175"/>
                    <a:pt x="1087" y="175"/>
                  </a:cubicBezTo>
                  <a:cubicBezTo>
                    <a:pt x="1091" y="175"/>
                    <a:pt x="1097" y="175"/>
                    <a:pt x="1094" y="171"/>
                  </a:cubicBezTo>
                  <a:cubicBezTo>
                    <a:pt x="1091" y="167"/>
                    <a:pt x="1069" y="166"/>
                    <a:pt x="1067" y="167"/>
                  </a:cubicBezTo>
                  <a:cubicBezTo>
                    <a:pt x="1065" y="168"/>
                    <a:pt x="1067" y="171"/>
                    <a:pt x="1062" y="175"/>
                  </a:cubicBezTo>
                  <a:cubicBezTo>
                    <a:pt x="1057" y="180"/>
                    <a:pt x="1052" y="177"/>
                    <a:pt x="1053" y="174"/>
                  </a:cubicBezTo>
                  <a:cubicBezTo>
                    <a:pt x="1054" y="172"/>
                    <a:pt x="1060" y="173"/>
                    <a:pt x="1060" y="170"/>
                  </a:cubicBezTo>
                  <a:cubicBezTo>
                    <a:pt x="1060" y="168"/>
                    <a:pt x="1051" y="169"/>
                    <a:pt x="1050" y="167"/>
                  </a:cubicBezTo>
                  <a:cubicBezTo>
                    <a:pt x="1049" y="166"/>
                    <a:pt x="1052" y="164"/>
                    <a:pt x="1055" y="165"/>
                  </a:cubicBezTo>
                  <a:cubicBezTo>
                    <a:pt x="1058" y="166"/>
                    <a:pt x="1063" y="167"/>
                    <a:pt x="1063" y="165"/>
                  </a:cubicBezTo>
                  <a:cubicBezTo>
                    <a:pt x="1064" y="164"/>
                    <a:pt x="1060" y="164"/>
                    <a:pt x="1055" y="163"/>
                  </a:cubicBezTo>
                  <a:cubicBezTo>
                    <a:pt x="1050" y="162"/>
                    <a:pt x="1038" y="159"/>
                    <a:pt x="1032" y="160"/>
                  </a:cubicBezTo>
                  <a:cubicBezTo>
                    <a:pt x="1026" y="160"/>
                    <a:pt x="1023" y="157"/>
                    <a:pt x="1019" y="157"/>
                  </a:cubicBezTo>
                  <a:cubicBezTo>
                    <a:pt x="1016" y="157"/>
                    <a:pt x="1016" y="159"/>
                    <a:pt x="1017" y="161"/>
                  </a:cubicBezTo>
                  <a:cubicBezTo>
                    <a:pt x="1019" y="163"/>
                    <a:pt x="1014" y="164"/>
                    <a:pt x="1010" y="163"/>
                  </a:cubicBezTo>
                  <a:cubicBezTo>
                    <a:pt x="1006" y="163"/>
                    <a:pt x="1000" y="166"/>
                    <a:pt x="1002" y="169"/>
                  </a:cubicBezTo>
                  <a:cubicBezTo>
                    <a:pt x="1004" y="172"/>
                    <a:pt x="1007" y="168"/>
                    <a:pt x="1009" y="169"/>
                  </a:cubicBezTo>
                  <a:cubicBezTo>
                    <a:pt x="1011" y="170"/>
                    <a:pt x="1004" y="172"/>
                    <a:pt x="1007" y="173"/>
                  </a:cubicBezTo>
                  <a:cubicBezTo>
                    <a:pt x="1010" y="175"/>
                    <a:pt x="1009" y="178"/>
                    <a:pt x="1009" y="179"/>
                  </a:cubicBezTo>
                  <a:cubicBezTo>
                    <a:pt x="1009" y="180"/>
                    <a:pt x="1004" y="181"/>
                    <a:pt x="1002" y="179"/>
                  </a:cubicBezTo>
                  <a:cubicBezTo>
                    <a:pt x="1001" y="177"/>
                    <a:pt x="998" y="179"/>
                    <a:pt x="994" y="179"/>
                  </a:cubicBezTo>
                  <a:cubicBezTo>
                    <a:pt x="991" y="178"/>
                    <a:pt x="988" y="180"/>
                    <a:pt x="992" y="180"/>
                  </a:cubicBezTo>
                  <a:cubicBezTo>
                    <a:pt x="996" y="181"/>
                    <a:pt x="997" y="183"/>
                    <a:pt x="992" y="184"/>
                  </a:cubicBezTo>
                  <a:cubicBezTo>
                    <a:pt x="987" y="184"/>
                    <a:pt x="988" y="179"/>
                    <a:pt x="985" y="180"/>
                  </a:cubicBezTo>
                  <a:cubicBezTo>
                    <a:pt x="982" y="180"/>
                    <a:pt x="976" y="177"/>
                    <a:pt x="972" y="178"/>
                  </a:cubicBezTo>
                  <a:cubicBezTo>
                    <a:pt x="969" y="178"/>
                    <a:pt x="967" y="180"/>
                    <a:pt x="963" y="181"/>
                  </a:cubicBezTo>
                  <a:cubicBezTo>
                    <a:pt x="958" y="181"/>
                    <a:pt x="952" y="178"/>
                    <a:pt x="950" y="176"/>
                  </a:cubicBezTo>
                  <a:cubicBezTo>
                    <a:pt x="948" y="173"/>
                    <a:pt x="947" y="173"/>
                    <a:pt x="945" y="176"/>
                  </a:cubicBezTo>
                  <a:cubicBezTo>
                    <a:pt x="943" y="178"/>
                    <a:pt x="943" y="184"/>
                    <a:pt x="941" y="184"/>
                  </a:cubicBezTo>
                  <a:cubicBezTo>
                    <a:pt x="938" y="185"/>
                    <a:pt x="938" y="189"/>
                    <a:pt x="935" y="191"/>
                  </a:cubicBezTo>
                  <a:cubicBezTo>
                    <a:pt x="933" y="192"/>
                    <a:pt x="933" y="189"/>
                    <a:pt x="930" y="189"/>
                  </a:cubicBezTo>
                  <a:cubicBezTo>
                    <a:pt x="927" y="189"/>
                    <a:pt x="918" y="180"/>
                    <a:pt x="917" y="178"/>
                  </a:cubicBezTo>
                  <a:cubicBezTo>
                    <a:pt x="917" y="175"/>
                    <a:pt x="911" y="170"/>
                    <a:pt x="910" y="169"/>
                  </a:cubicBezTo>
                  <a:cubicBezTo>
                    <a:pt x="908" y="168"/>
                    <a:pt x="911" y="168"/>
                    <a:pt x="913" y="169"/>
                  </a:cubicBezTo>
                  <a:cubicBezTo>
                    <a:pt x="915" y="171"/>
                    <a:pt x="917" y="171"/>
                    <a:pt x="919" y="170"/>
                  </a:cubicBezTo>
                  <a:cubicBezTo>
                    <a:pt x="921" y="169"/>
                    <a:pt x="921" y="164"/>
                    <a:pt x="918" y="164"/>
                  </a:cubicBezTo>
                  <a:cubicBezTo>
                    <a:pt x="914" y="164"/>
                    <a:pt x="916" y="161"/>
                    <a:pt x="917" y="161"/>
                  </a:cubicBezTo>
                  <a:cubicBezTo>
                    <a:pt x="919" y="160"/>
                    <a:pt x="913" y="155"/>
                    <a:pt x="915" y="155"/>
                  </a:cubicBezTo>
                  <a:cubicBezTo>
                    <a:pt x="917" y="154"/>
                    <a:pt x="917" y="152"/>
                    <a:pt x="914" y="152"/>
                  </a:cubicBezTo>
                  <a:cubicBezTo>
                    <a:pt x="911" y="152"/>
                    <a:pt x="908" y="149"/>
                    <a:pt x="908" y="148"/>
                  </a:cubicBezTo>
                  <a:cubicBezTo>
                    <a:pt x="908" y="147"/>
                    <a:pt x="896" y="146"/>
                    <a:pt x="897" y="148"/>
                  </a:cubicBezTo>
                  <a:cubicBezTo>
                    <a:pt x="897" y="150"/>
                    <a:pt x="893" y="150"/>
                    <a:pt x="894" y="148"/>
                  </a:cubicBezTo>
                  <a:cubicBezTo>
                    <a:pt x="894" y="146"/>
                    <a:pt x="890" y="147"/>
                    <a:pt x="884" y="145"/>
                  </a:cubicBezTo>
                  <a:cubicBezTo>
                    <a:pt x="879" y="144"/>
                    <a:pt x="879" y="140"/>
                    <a:pt x="877" y="140"/>
                  </a:cubicBezTo>
                  <a:cubicBezTo>
                    <a:pt x="875" y="139"/>
                    <a:pt x="876" y="145"/>
                    <a:pt x="873" y="144"/>
                  </a:cubicBezTo>
                  <a:cubicBezTo>
                    <a:pt x="870" y="143"/>
                    <a:pt x="867" y="145"/>
                    <a:pt x="869" y="148"/>
                  </a:cubicBezTo>
                  <a:cubicBezTo>
                    <a:pt x="870" y="151"/>
                    <a:pt x="869" y="152"/>
                    <a:pt x="868" y="154"/>
                  </a:cubicBezTo>
                  <a:cubicBezTo>
                    <a:pt x="868" y="157"/>
                    <a:pt x="867" y="156"/>
                    <a:pt x="863" y="155"/>
                  </a:cubicBezTo>
                  <a:cubicBezTo>
                    <a:pt x="860" y="154"/>
                    <a:pt x="860" y="158"/>
                    <a:pt x="853" y="156"/>
                  </a:cubicBezTo>
                  <a:cubicBezTo>
                    <a:pt x="846" y="154"/>
                    <a:pt x="843" y="156"/>
                    <a:pt x="842" y="154"/>
                  </a:cubicBezTo>
                  <a:cubicBezTo>
                    <a:pt x="841" y="151"/>
                    <a:pt x="839" y="151"/>
                    <a:pt x="838" y="153"/>
                  </a:cubicBezTo>
                  <a:cubicBezTo>
                    <a:pt x="838" y="155"/>
                    <a:pt x="827" y="154"/>
                    <a:pt x="826" y="151"/>
                  </a:cubicBezTo>
                  <a:cubicBezTo>
                    <a:pt x="826" y="149"/>
                    <a:pt x="828" y="148"/>
                    <a:pt x="830" y="148"/>
                  </a:cubicBezTo>
                  <a:cubicBezTo>
                    <a:pt x="832" y="147"/>
                    <a:pt x="828" y="146"/>
                    <a:pt x="822" y="146"/>
                  </a:cubicBezTo>
                  <a:cubicBezTo>
                    <a:pt x="817" y="146"/>
                    <a:pt x="813" y="143"/>
                    <a:pt x="807" y="144"/>
                  </a:cubicBezTo>
                  <a:cubicBezTo>
                    <a:pt x="801" y="144"/>
                    <a:pt x="788" y="146"/>
                    <a:pt x="786" y="146"/>
                  </a:cubicBezTo>
                  <a:cubicBezTo>
                    <a:pt x="784" y="147"/>
                    <a:pt x="787" y="151"/>
                    <a:pt x="785" y="151"/>
                  </a:cubicBezTo>
                  <a:cubicBezTo>
                    <a:pt x="782" y="151"/>
                    <a:pt x="784" y="145"/>
                    <a:pt x="783" y="143"/>
                  </a:cubicBezTo>
                  <a:cubicBezTo>
                    <a:pt x="783" y="140"/>
                    <a:pt x="778" y="140"/>
                    <a:pt x="779" y="142"/>
                  </a:cubicBezTo>
                  <a:cubicBezTo>
                    <a:pt x="780" y="144"/>
                    <a:pt x="772" y="145"/>
                    <a:pt x="770" y="143"/>
                  </a:cubicBezTo>
                  <a:cubicBezTo>
                    <a:pt x="768" y="141"/>
                    <a:pt x="765" y="139"/>
                    <a:pt x="761" y="138"/>
                  </a:cubicBezTo>
                  <a:cubicBezTo>
                    <a:pt x="756" y="137"/>
                    <a:pt x="750" y="142"/>
                    <a:pt x="751" y="143"/>
                  </a:cubicBezTo>
                  <a:cubicBezTo>
                    <a:pt x="752" y="145"/>
                    <a:pt x="756" y="144"/>
                    <a:pt x="756" y="145"/>
                  </a:cubicBezTo>
                  <a:cubicBezTo>
                    <a:pt x="756" y="147"/>
                    <a:pt x="746" y="146"/>
                    <a:pt x="746" y="148"/>
                  </a:cubicBezTo>
                  <a:cubicBezTo>
                    <a:pt x="746" y="150"/>
                    <a:pt x="736" y="152"/>
                    <a:pt x="733" y="152"/>
                  </a:cubicBezTo>
                  <a:cubicBezTo>
                    <a:pt x="725" y="153"/>
                    <a:pt x="723" y="153"/>
                    <a:pt x="719" y="156"/>
                  </a:cubicBezTo>
                  <a:cubicBezTo>
                    <a:pt x="715" y="160"/>
                    <a:pt x="718" y="154"/>
                    <a:pt x="721" y="151"/>
                  </a:cubicBezTo>
                  <a:cubicBezTo>
                    <a:pt x="724" y="148"/>
                    <a:pt x="727" y="149"/>
                    <a:pt x="729" y="147"/>
                  </a:cubicBezTo>
                  <a:cubicBezTo>
                    <a:pt x="731" y="144"/>
                    <a:pt x="734" y="144"/>
                    <a:pt x="738" y="144"/>
                  </a:cubicBezTo>
                  <a:cubicBezTo>
                    <a:pt x="743" y="143"/>
                    <a:pt x="743" y="140"/>
                    <a:pt x="745" y="139"/>
                  </a:cubicBezTo>
                  <a:cubicBezTo>
                    <a:pt x="747" y="138"/>
                    <a:pt x="753" y="136"/>
                    <a:pt x="754" y="134"/>
                  </a:cubicBezTo>
                  <a:cubicBezTo>
                    <a:pt x="755" y="132"/>
                    <a:pt x="766" y="128"/>
                    <a:pt x="768" y="128"/>
                  </a:cubicBezTo>
                  <a:cubicBezTo>
                    <a:pt x="770" y="128"/>
                    <a:pt x="771" y="123"/>
                    <a:pt x="772" y="123"/>
                  </a:cubicBezTo>
                  <a:cubicBezTo>
                    <a:pt x="773" y="123"/>
                    <a:pt x="780" y="121"/>
                    <a:pt x="782" y="120"/>
                  </a:cubicBezTo>
                  <a:cubicBezTo>
                    <a:pt x="785" y="118"/>
                    <a:pt x="786" y="116"/>
                    <a:pt x="786" y="114"/>
                  </a:cubicBezTo>
                  <a:cubicBezTo>
                    <a:pt x="786" y="113"/>
                    <a:pt x="783" y="113"/>
                    <a:pt x="783" y="112"/>
                  </a:cubicBezTo>
                  <a:cubicBezTo>
                    <a:pt x="782" y="110"/>
                    <a:pt x="784" y="111"/>
                    <a:pt x="787" y="110"/>
                  </a:cubicBezTo>
                  <a:cubicBezTo>
                    <a:pt x="789" y="109"/>
                    <a:pt x="787" y="106"/>
                    <a:pt x="785" y="106"/>
                  </a:cubicBezTo>
                  <a:cubicBezTo>
                    <a:pt x="783" y="107"/>
                    <a:pt x="786" y="104"/>
                    <a:pt x="784" y="102"/>
                  </a:cubicBezTo>
                  <a:cubicBezTo>
                    <a:pt x="782" y="100"/>
                    <a:pt x="778" y="103"/>
                    <a:pt x="778" y="101"/>
                  </a:cubicBezTo>
                  <a:cubicBezTo>
                    <a:pt x="779" y="99"/>
                    <a:pt x="778" y="96"/>
                    <a:pt x="777" y="94"/>
                  </a:cubicBezTo>
                  <a:cubicBezTo>
                    <a:pt x="775" y="93"/>
                    <a:pt x="772" y="97"/>
                    <a:pt x="769" y="94"/>
                  </a:cubicBezTo>
                  <a:cubicBezTo>
                    <a:pt x="766" y="92"/>
                    <a:pt x="757" y="91"/>
                    <a:pt x="757" y="92"/>
                  </a:cubicBezTo>
                  <a:cubicBezTo>
                    <a:pt x="757" y="93"/>
                    <a:pt x="753" y="90"/>
                    <a:pt x="752" y="91"/>
                  </a:cubicBezTo>
                  <a:cubicBezTo>
                    <a:pt x="751" y="92"/>
                    <a:pt x="744" y="92"/>
                    <a:pt x="742" y="91"/>
                  </a:cubicBezTo>
                  <a:cubicBezTo>
                    <a:pt x="739" y="91"/>
                    <a:pt x="736" y="92"/>
                    <a:pt x="736" y="94"/>
                  </a:cubicBezTo>
                  <a:cubicBezTo>
                    <a:pt x="736" y="97"/>
                    <a:pt x="727" y="96"/>
                    <a:pt x="726" y="95"/>
                  </a:cubicBezTo>
                  <a:cubicBezTo>
                    <a:pt x="724" y="95"/>
                    <a:pt x="732" y="89"/>
                    <a:pt x="732" y="88"/>
                  </a:cubicBezTo>
                  <a:cubicBezTo>
                    <a:pt x="732" y="87"/>
                    <a:pt x="719" y="88"/>
                    <a:pt x="718" y="87"/>
                  </a:cubicBezTo>
                  <a:cubicBezTo>
                    <a:pt x="717" y="85"/>
                    <a:pt x="711" y="85"/>
                    <a:pt x="708" y="85"/>
                  </a:cubicBezTo>
                  <a:cubicBezTo>
                    <a:pt x="705" y="85"/>
                    <a:pt x="708" y="84"/>
                    <a:pt x="710" y="84"/>
                  </a:cubicBezTo>
                  <a:cubicBezTo>
                    <a:pt x="713" y="84"/>
                    <a:pt x="715" y="82"/>
                    <a:pt x="718" y="81"/>
                  </a:cubicBezTo>
                  <a:cubicBezTo>
                    <a:pt x="721" y="81"/>
                    <a:pt x="720" y="80"/>
                    <a:pt x="719" y="78"/>
                  </a:cubicBezTo>
                  <a:cubicBezTo>
                    <a:pt x="718" y="76"/>
                    <a:pt x="715" y="77"/>
                    <a:pt x="712" y="76"/>
                  </a:cubicBezTo>
                  <a:cubicBezTo>
                    <a:pt x="709" y="75"/>
                    <a:pt x="706" y="74"/>
                    <a:pt x="703" y="74"/>
                  </a:cubicBezTo>
                  <a:cubicBezTo>
                    <a:pt x="701" y="74"/>
                    <a:pt x="698" y="75"/>
                    <a:pt x="692" y="76"/>
                  </a:cubicBezTo>
                  <a:cubicBezTo>
                    <a:pt x="686" y="77"/>
                    <a:pt x="686" y="82"/>
                    <a:pt x="683" y="83"/>
                  </a:cubicBezTo>
                  <a:cubicBezTo>
                    <a:pt x="680" y="85"/>
                    <a:pt x="675" y="90"/>
                    <a:pt x="677" y="91"/>
                  </a:cubicBezTo>
                  <a:cubicBezTo>
                    <a:pt x="680" y="91"/>
                    <a:pt x="678" y="93"/>
                    <a:pt x="679" y="94"/>
                  </a:cubicBezTo>
                  <a:cubicBezTo>
                    <a:pt x="679" y="96"/>
                    <a:pt x="677" y="96"/>
                    <a:pt x="674" y="96"/>
                  </a:cubicBezTo>
                  <a:cubicBezTo>
                    <a:pt x="671" y="95"/>
                    <a:pt x="661" y="95"/>
                    <a:pt x="661" y="97"/>
                  </a:cubicBezTo>
                  <a:cubicBezTo>
                    <a:pt x="661" y="100"/>
                    <a:pt x="667" y="101"/>
                    <a:pt x="667" y="102"/>
                  </a:cubicBezTo>
                  <a:cubicBezTo>
                    <a:pt x="666" y="103"/>
                    <a:pt x="662" y="102"/>
                    <a:pt x="660" y="100"/>
                  </a:cubicBezTo>
                  <a:cubicBezTo>
                    <a:pt x="658" y="99"/>
                    <a:pt x="654" y="100"/>
                    <a:pt x="653" y="102"/>
                  </a:cubicBezTo>
                  <a:cubicBezTo>
                    <a:pt x="652" y="104"/>
                    <a:pt x="649" y="104"/>
                    <a:pt x="647" y="103"/>
                  </a:cubicBezTo>
                  <a:cubicBezTo>
                    <a:pt x="646" y="103"/>
                    <a:pt x="644" y="104"/>
                    <a:pt x="642" y="104"/>
                  </a:cubicBezTo>
                  <a:cubicBezTo>
                    <a:pt x="640" y="103"/>
                    <a:pt x="646" y="100"/>
                    <a:pt x="644" y="99"/>
                  </a:cubicBezTo>
                  <a:cubicBezTo>
                    <a:pt x="643" y="97"/>
                    <a:pt x="637" y="99"/>
                    <a:pt x="636" y="101"/>
                  </a:cubicBezTo>
                  <a:cubicBezTo>
                    <a:pt x="636" y="103"/>
                    <a:pt x="632" y="99"/>
                    <a:pt x="631" y="100"/>
                  </a:cubicBezTo>
                  <a:cubicBezTo>
                    <a:pt x="629" y="101"/>
                    <a:pt x="628" y="102"/>
                    <a:pt x="625" y="103"/>
                  </a:cubicBezTo>
                  <a:cubicBezTo>
                    <a:pt x="623" y="104"/>
                    <a:pt x="618" y="102"/>
                    <a:pt x="617" y="104"/>
                  </a:cubicBezTo>
                  <a:cubicBezTo>
                    <a:pt x="616" y="106"/>
                    <a:pt x="622" y="106"/>
                    <a:pt x="622" y="107"/>
                  </a:cubicBezTo>
                  <a:cubicBezTo>
                    <a:pt x="622" y="108"/>
                    <a:pt x="609" y="108"/>
                    <a:pt x="608" y="109"/>
                  </a:cubicBezTo>
                  <a:cubicBezTo>
                    <a:pt x="608" y="111"/>
                    <a:pt x="603" y="111"/>
                    <a:pt x="598" y="111"/>
                  </a:cubicBezTo>
                  <a:cubicBezTo>
                    <a:pt x="592" y="111"/>
                    <a:pt x="594" y="114"/>
                    <a:pt x="590" y="114"/>
                  </a:cubicBezTo>
                  <a:cubicBezTo>
                    <a:pt x="585" y="115"/>
                    <a:pt x="583" y="115"/>
                    <a:pt x="582" y="118"/>
                  </a:cubicBezTo>
                  <a:cubicBezTo>
                    <a:pt x="581" y="120"/>
                    <a:pt x="577" y="120"/>
                    <a:pt x="576" y="119"/>
                  </a:cubicBezTo>
                  <a:cubicBezTo>
                    <a:pt x="574" y="117"/>
                    <a:pt x="570" y="119"/>
                    <a:pt x="572" y="120"/>
                  </a:cubicBezTo>
                  <a:cubicBezTo>
                    <a:pt x="574" y="120"/>
                    <a:pt x="572" y="122"/>
                    <a:pt x="571" y="122"/>
                  </a:cubicBezTo>
                  <a:cubicBezTo>
                    <a:pt x="570" y="121"/>
                    <a:pt x="566" y="124"/>
                    <a:pt x="568" y="124"/>
                  </a:cubicBezTo>
                  <a:cubicBezTo>
                    <a:pt x="570" y="123"/>
                    <a:pt x="571" y="125"/>
                    <a:pt x="570" y="127"/>
                  </a:cubicBezTo>
                  <a:cubicBezTo>
                    <a:pt x="569" y="128"/>
                    <a:pt x="564" y="125"/>
                    <a:pt x="563" y="126"/>
                  </a:cubicBezTo>
                  <a:cubicBezTo>
                    <a:pt x="562" y="128"/>
                    <a:pt x="565" y="129"/>
                    <a:pt x="567" y="129"/>
                  </a:cubicBezTo>
                  <a:cubicBezTo>
                    <a:pt x="570" y="129"/>
                    <a:pt x="571" y="130"/>
                    <a:pt x="571" y="132"/>
                  </a:cubicBezTo>
                  <a:cubicBezTo>
                    <a:pt x="571" y="133"/>
                    <a:pt x="566" y="131"/>
                    <a:pt x="565" y="132"/>
                  </a:cubicBezTo>
                  <a:cubicBezTo>
                    <a:pt x="564" y="134"/>
                    <a:pt x="566" y="134"/>
                    <a:pt x="568" y="134"/>
                  </a:cubicBezTo>
                  <a:cubicBezTo>
                    <a:pt x="570" y="135"/>
                    <a:pt x="569" y="136"/>
                    <a:pt x="571" y="137"/>
                  </a:cubicBezTo>
                  <a:cubicBezTo>
                    <a:pt x="571" y="138"/>
                    <a:pt x="571" y="138"/>
                    <a:pt x="571" y="138"/>
                  </a:cubicBezTo>
                  <a:cubicBezTo>
                    <a:pt x="572" y="139"/>
                    <a:pt x="570" y="140"/>
                    <a:pt x="570" y="141"/>
                  </a:cubicBezTo>
                  <a:cubicBezTo>
                    <a:pt x="571" y="143"/>
                    <a:pt x="568" y="144"/>
                    <a:pt x="568" y="142"/>
                  </a:cubicBezTo>
                  <a:cubicBezTo>
                    <a:pt x="568" y="141"/>
                    <a:pt x="561" y="140"/>
                    <a:pt x="560" y="142"/>
                  </a:cubicBezTo>
                  <a:cubicBezTo>
                    <a:pt x="559" y="143"/>
                    <a:pt x="558" y="145"/>
                    <a:pt x="556" y="143"/>
                  </a:cubicBezTo>
                  <a:cubicBezTo>
                    <a:pt x="554" y="142"/>
                    <a:pt x="550" y="144"/>
                    <a:pt x="544" y="144"/>
                  </a:cubicBezTo>
                  <a:cubicBezTo>
                    <a:pt x="537" y="144"/>
                    <a:pt x="525" y="145"/>
                    <a:pt x="522" y="146"/>
                  </a:cubicBezTo>
                  <a:cubicBezTo>
                    <a:pt x="519" y="147"/>
                    <a:pt x="516" y="151"/>
                    <a:pt x="519" y="154"/>
                  </a:cubicBezTo>
                  <a:cubicBezTo>
                    <a:pt x="522" y="157"/>
                    <a:pt x="519" y="158"/>
                    <a:pt x="519" y="160"/>
                  </a:cubicBezTo>
                  <a:cubicBezTo>
                    <a:pt x="519" y="162"/>
                    <a:pt x="526" y="166"/>
                    <a:pt x="530" y="166"/>
                  </a:cubicBezTo>
                  <a:cubicBezTo>
                    <a:pt x="534" y="166"/>
                    <a:pt x="538" y="171"/>
                    <a:pt x="535" y="174"/>
                  </a:cubicBezTo>
                  <a:cubicBezTo>
                    <a:pt x="533" y="177"/>
                    <a:pt x="526" y="173"/>
                    <a:pt x="521" y="170"/>
                  </a:cubicBezTo>
                  <a:cubicBezTo>
                    <a:pt x="516" y="166"/>
                    <a:pt x="505" y="164"/>
                    <a:pt x="502" y="165"/>
                  </a:cubicBezTo>
                  <a:cubicBezTo>
                    <a:pt x="498" y="165"/>
                    <a:pt x="500" y="161"/>
                    <a:pt x="496" y="162"/>
                  </a:cubicBezTo>
                  <a:cubicBezTo>
                    <a:pt x="491" y="162"/>
                    <a:pt x="487" y="166"/>
                    <a:pt x="490" y="166"/>
                  </a:cubicBezTo>
                  <a:cubicBezTo>
                    <a:pt x="493" y="166"/>
                    <a:pt x="495" y="166"/>
                    <a:pt x="494" y="167"/>
                  </a:cubicBezTo>
                  <a:cubicBezTo>
                    <a:pt x="492" y="169"/>
                    <a:pt x="495" y="168"/>
                    <a:pt x="498" y="170"/>
                  </a:cubicBezTo>
                  <a:cubicBezTo>
                    <a:pt x="502" y="171"/>
                    <a:pt x="495" y="174"/>
                    <a:pt x="491" y="171"/>
                  </a:cubicBezTo>
                  <a:cubicBezTo>
                    <a:pt x="488" y="168"/>
                    <a:pt x="483" y="171"/>
                    <a:pt x="482" y="173"/>
                  </a:cubicBezTo>
                  <a:cubicBezTo>
                    <a:pt x="481" y="175"/>
                    <a:pt x="487" y="181"/>
                    <a:pt x="493" y="182"/>
                  </a:cubicBezTo>
                  <a:cubicBezTo>
                    <a:pt x="500" y="183"/>
                    <a:pt x="498" y="185"/>
                    <a:pt x="501" y="186"/>
                  </a:cubicBezTo>
                  <a:cubicBezTo>
                    <a:pt x="504" y="187"/>
                    <a:pt x="502" y="188"/>
                    <a:pt x="500" y="188"/>
                  </a:cubicBezTo>
                  <a:cubicBezTo>
                    <a:pt x="498" y="188"/>
                    <a:pt x="493" y="185"/>
                    <a:pt x="490" y="183"/>
                  </a:cubicBezTo>
                  <a:cubicBezTo>
                    <a:pt x="487" y="182"/>
                    <a:pt x="478" y="184"/>
                    <a:pt x="476" y="182"/>
                  </a:cubicBezTo>
                  <a:cubicBezTo>
                    <a:pt x="474" y="180"/>
                    <a:pt x="477" y="178"/>
                    <a:pt x="475" y="177"/>
                  </a:cubicBezTo>
                  <a:cubicBezTo>
                    <a:pt x="474" y="175"/>
                    <a:pt x="475" y="172"/>
                    <a:pt x="477" y="168"/>
                  </a:cubicBezTo>
                  <a:cubicBezTo>
                    <a:pt x="480" y="165"/>
                    <a:pt x="477" y="159"/>
                    <a:pt x="474" y="158"/>
                  </a:cubicBezTo>
                  <a:cubicBezTo>
                    <a:pt x="470" y="157"/>
                    <a:pt x="471" y="160"/>
                    <a:pt x="471" y="161"/>
                  </a:cubicBezTo>
                  <a:cubicBezTo>
                    <a:pt x="472" y="162"/>
                    <a:pt x="472" y="167"/>
                    <a:pt x="469" y="170"/>
                  </a:cubicBezTo>
                  <a:cubicBezTo>
                    <a:pt x="467" y="173"/>
                    <a:pt x="459" y="173"/>
                    <a:pt x="459" y="175"/>
                  </a:cubicBezTo>
                  <a:cubicBezTo>
                    <a:pt x="459" y="177"/>
                    <a:pt x="454" y="179"/>
                    <a:pt x="456" y="180"/>
                  </a:cubicBezTo>
                  <a:cubicBezTo>
                    <a:pt x="458" y="182"/>
                    <a:pt x="464" y="190"/>
                    <a:pt x="465" y="192"/>
                  </a:cubicBezTo>
                  <a:cubicBezTo>
                    <a:pt x="466" y="194"/>
                    <a:pt x="459" y="202"/>
                    <a:pt x="461" y="206"/>
                  </a:cubicBezTo>
                  <a:cubicBezTo>
                    <a:pt x="462" y="211"/>
                    <a:pt x="460" y="213"/>
                    <a:pt x="461" y="215"/>
                  </a:cubicBezTo>
                  <a:cubicBezTo>
                    <a:pt x="462" y="217"/>
                    <a:pt x="465" y="215"/>
                    <a:pt x="467" y="216"/>
                  </a:cubicBezTo>
                  <a:cubicBezTo>
                    <a:pt x="469" y="217"/>
                    <a:pt x="473" y="215"/>
                    <a:pt x="477" y="214"/>
                  </a:cubicBezTo>
                  <a:cubicBezTo>
                    <a:pt x="482" y="213"/>
                    <a:pt x="490" y="218"/>
                    <a:pt x="493" y="219"/>
                  </a:cubicBezTo>
                  <a:cubicBezTo>
                    <a:pt x="496" y="221"/>
                    <a:pt x="495" y="223"/>
                    <a:pt x="496" y="226"/>
                  </a:cubicBezTo>
                  <a:cubicBezTo>
                    <a:pt x="498" y="228"/>
                    <a:pt x="493" y="228"/>
                    <a:pt x="493" y="232"/>
                  </a:cubicBezTo>
                  <a:cubicBezTo>
                    <a:pt x="493" y="236"/>
                    <a:pt x="502" y="237"/>
                    <a:pt x="502" y="238"/>
                  </a:cubicBezTo>
                  <a:cubicBezTo>
                    <a:pt x="503" y="240"/>
                    <a:pt x="496" y="239"/>
                    <a:pt x="493" y="238"/>
                  </a:cubicBezTo>
                  <a:cubicBezTo>
                    <a:pt x="490" y="237"/>
                    <a:pt x="490" y="233"/>
                    <a:pt x="489" y="232"/>
                  </a:cubicBezTo>
                  <a:cubicBezTo>
                    <a:pt x="488" y="232"/>
                    <a:pt x="491" y="229"/>
                    <a:pt x="491" y="226"/>
                  </a:cubicBezTo>
                  <a:cubicBezTo>
                    <a:pt x="491" y="224"/>
                    <a:pt x="488" y="222"/>
                    <a:pt x="487" y="221"/>
                  </a:cubicBezTo>
                  <a:cubicBezTo>
                    <a:pt x="486" y="219"/>
                    <a:pt x="484" y="217"/>
                    <a:pt x="482" y="217"/>
                  </a:cubicBezTo>
                  <a:cubicBezTo>
                    <a:pt x="479" y="218"/>
                    <a:pt x="471" y="219"/>
                    <a:pt x="469" y="221"/>
                  </a:cubicBezTo>
                  <a:cubicBezTo>
                    <a:pt x="466" y="223"/>
                    <a:pt x="469" y="229"/>
                    <a:pt x="470" y="233"/>
                  </a:cubicBezTo>
                  <a:cubicBezTo>
                    <a:pt x="472" y="236"/>
                    <a:pt x="463" y="240"/>
                    <a:pt x="463" y="242"/>
                  </a:cubicBezTo>
                  <a:cubicBezTo>
                    <a:pt x="464" y="245"/>
                    <a:pt x="461" y="246"/>
                    <a:pt x="457" y="248"/>
                  </a:cubicBezTo>
                  <a:cubicBezTo>
                    <a:pt x="453" y="250"/>
                    <a:pt x="449" y="252"/>
                    <a:pt x="449" y="255"/>
                  </a:cubicBezTo>
                  <a:cubicBezTo>
                    <a:pt x="449" y="258"/>
                    <a:pt x="444" y="256"/>
                    <a:pt x="442" y="255"/>
                  </a:cubicBezTo>
                  <a:cubicBezTo>
                    <a:pt x="439" y="253"/>
                    <a:pt x="436" y="256"/>
                    <a:pt x="432" y="256"/>
                  </a:cubicBezTo>
                  <a:cubicBezTo>
                    <a:pt x="428" y="255"/>
                    <a:pt x="428" y="252"/>
                    <a:pt x="425" y="253"/>
                  </a:cubicBezTo>
                  <a:cubicBezTo>
                    <a:pt x="422" y="255"/>
                    <a:pt x="420" y="252"/>
                    <a:pt x="421" y="250"/>
                  </a:cubicBezTo>
                  <a:cubicBezTo>
                    <a:pt x="422" y="248"/>
                    <a:pt x="425" y="249"/>
                    <a:pt x="426" y="251"/>
                  </a:cubicBezTo>
                  <a:cubicBezTo>
                    <a:pt x="426" y="253"/>
                    <a:pt x="428" y="252"/>
                    <a:pt x="431" y="250"/>
                  </a:cubicBezTo>
                  <a:cubicBezTo>
                    <a:pt x="433" y="249"/>
                    <a:pt x="432" y="252"/>
                    <a:pt x="435" y="252"/>
                  </a:cubicBezTo>
                  <a:cubicBezTo>
                    <a:pt x="439" y="253"/>
                    <a:pt x="437" y="251"/>
                    <a:pt x="440" y="251"/>
                  </a:cubicBezTo>
                  <a:cubicBezTo>
                    <a:pt x="442" y="251"/>
                    <a:pt x="443" y="250"/>
                    <a:pt x="442" y="249"/>
                  </a:cubicBezTo>
                  <a:cubicBezTo>
                    <a:pt x="441" y="247"/>
                    <a:pt x="444" y="246"/>
                    <a:pt x="445" y="246"/>
                  </a:cubicBezTo>
                  <a:cubicBezTo>
                    <a:pt x="447" y="245"/>
                    <a:pt x="446" y="242"/>
                    <a:pt x="448" y="241"/>
                  </a:cubicBezTo>
                  <a:cubicBezTo>
                    <a:pt x="450" y="240"/>
                    <a:pt x="449" y="239"/>
                    <a:pt x="450" y="239"/>
                  </a:cubicBezTo>
                  <a:cubicBezTo>
                    <a:pt x="452" y="238"/>
                    <a:pt x="453" y="236"/>
                    <a:pt x="454" y="236"/>
                  </a:cubicBezTo>
                  <a:cubicBezTo>
                    <a:pt x="456" y="236"/>
                    <a:pt x="457" y="233"/>
                    <a:pt x="456" y="232"/>
                  </a:cubicBezTo>
                  <a:cubicBezTo>
                    <a:pt x="455" y="230"/>
                    <a:pt x="457" y="227"/>
                    <a:pt x="458" y="226"/>
                  </a:cubicBezTo>
                  <a:cubicBezTo>
                    <a:pt x="460" y="226"/>
                    <a:pt x="460" y="224"/>
                    <a:pt x="458" y="223"/>
                  </a:cubicBezTo>
                  <a:cubicBezTo>
                    <a:pt x="457" y="222"/>
                    <a:pt x="451" y="218"/>
                    <a:pt x="452" y="216"/>
                  </a:cubicBezTo>
                  <a:cubicBezTo>
                    <a:pt x="452" y="213"/>
                    <a:pt x="451" y="209"/>
                    <a:pt x="452" y="207"/>
                  </a:cubicBezTo>
                  <a:cubicBezTo>
                    <a:pt x="452" y="205"/>
                    <a:pt x="452" y="202"/>
                    <a:pt x="451" y="199"/>
                  </a:cubicBezTo>
                  <a:cubicBezTo>
                    <a:pt x="451" y="197"/>
                    <a:pt x="453" y="195"/>
                    <a:pt x="454" y="190"/>
                  </a:cubicBezTo>
                  <a:cubicBezTo>
                    <a:pt x="454" y="186"/>
                    <a:pt x="449" y="182"/>
                    <a:pt x="447" y="181"/>
                  </a:cubicBezTo>
                  <a:cubicBezTo>
                    <a:pt x="444" y="180"/>
                    <a:pt x="446" y="178"/>
                    <a:pt x="449" y="175"/>
                  </a:cubicBezTo>
                  <a:cubicBezTo>
                    <a:pt x="453" y="172"/>
                    <a:pt x="453" y="162"/>
                    <a:pt x="453" y="160"/>
                  </a:cubicBezTo>
                  <a:cubicBezTo>
                    <a:pt x="453" y="158"/>
                    <a:pt x="445" y="156"/>
                    <a:pt x="443" y="157"/>
                  </a:cubicBezTo>
                  <a:cubicBezTo>
                    <a:pt x="440" y="157"/>
                    <a:pt x="429" y="156"/>
                    <a:pt x="427" y="156"/>
                  </a:cubicBezTo>
                  <a:cubicBezTo>
                    <a:pt x="424" y="155"/>
                    <a:pt x="423" y="158"/>
                    <a:pt x="422" y="161"/>
                  </a:cubicBezTo>
                  <a:cubicBezTo>
                    <a:pt x="421" y="163"/>
                    <a:pt x="418" y="167"/>
                    <a:pt x="416" y="173"/>
                  </a:cubicBezTo>
                  <a:cubicBezTo>
                    <a:pt x="415" y="178"/>
                    <a:pt x="408" y="180"/>
                    <a:pt x="405" y="181"/>
                  </a:cubicBezTo>
                  <a:cubicBezTo>
                    <a:pt x="402" y="182"/>
                    <a:pt x="400" y="187"/>
                    <a:pt x="402" y="189"/>
                  </a:cubicBezTo>
                  <a:cubicBezTo>
                    <a:pt x="403" y="191"/>
                    <a:pt x="405" y="189"/>
                    <a:pt x="406" y="190"/>
                  </a:cubicBezTo>
                  <a:cubicBezTo>
                    <a:pt x="408" y="190"/>
                    <a:pt x="406" y="196"/>
                    <a:pt x="405" y="196"/>
                  </a:cubicBezTo>
                  <a:cubicBezTo>
                    <a:pt x="404" y="197"/>
                    <a:pt x="407" y="199"/>
                    <a:pt x="405" y="200"/>
                  </a:cubicBezTo>
                  <a:cubicBezTo>
                    <a:pt x="403" y="202"/>
                    <a:pt x="401" y="205"/>
                    <a:pt x="402" y="206"/>
                  </a:cubicBezTo>
                  <a:cubicBezTo>
                    <a:pt x="403" y="208"/>
                    <a:pt x="409" y="208"/>
                    <a:pt x="412" y="210"/>
                  </a:cubicBezTo>
                  <a:cubicBezTo>
                    <a:pt x="414" y="211"/>
                    <a:pt x="413" y="214"/>
                    <a:pt x="415" y="217"/>
                  </a:cubicBezTo>
                  <a:cubicBezTo>
                    <a:pt x="417" y="219"/>
                    <a:pt x="420" y="218"/>
                    <a:pt x="421" y="219"/>
                  </a:cubicBezTo>
                  <a:cubicBezTo>
                    <a:pt x="422" y="221"/>
                    <a:pt x="417" y="227"/>
                    <a:pt x="415" y="228"/>
                  </a:cubicBezTo>
                  <a:cubicBezTo>
                    <a:pt x="414" y="228"/>
                    <a:pt x="407" y="221"/>
                    <a:pt x="405" y="220"/>
                  </a:cubicBezTo>
                  <a:cubicBezTo>
                    <a:pt x="403" y="218"/>
                    <a:pt x="395" y="216"/>
                    <a:pt x="392" y="214"/>
                  </a:cubicBezTo>
                  <a:cubicBezTo>
                    <a:pt x="388" y="212"/>
                    <a:pt x="385" y="212"/>
                    <a:pt x="380" y="209"/>
                  </a:cubicBezTo>
                  <a:cubicBezTo>
                    <a:pt x="376" y="206"/>
                    <a:pt x="373" y="205"/>
                    <a:pt x="365" y="205"/>
                  </a:cubicBezTo>
                  <a:cubicBezTo>
                    <a:pt x="357" y="205"/>
                    <a:pt x="352" y="203"/>
                    <a:pt x="349" y="204"/>
                  </a:cubicBezTo>
                  <a:cubicBezTo>
                    <a:pt x="347" y="204"/>
                    <a:pt x="348" y="201"/>
                    <a:pt x="343" y="199"/>
                  </a:cubicBezTo>
                  <a:cubicBezTo>
                    <a:pt x="339" y="197"/>
                    <a:pt x="336" y="194"/>
                    <a:pt x="333" y="196"/>
                  </a:cubicBezTo>
                  <a:cubicBezTo>
                    <a:pt x="330" y="197"/>
                    <a:pt x="331" y="202"/>
                    <a:pt x="335" y="203"/>
                  </a:cubicBezTo>
                  <a:cubicBezTo>
                    <a:pt x="339" y="203"/>
                    <a:pt x="337" y="205"/>
                    <a:pt x="342" y="205"/>
                  </a:cubicBezTo>
                  <a:cubicBezTo>
                    <a:pt x="346" y="205"/>
                    <a:pt x="347" y="206"/>
                    <a:pt x="347" y="209"/>
                  </a:cubicBezTo>
                  <a:cubicBezTo>
                    <a:pt x="347" y="212"/>
                    <a:pt x="349" y="214"/>
                    <a:pt x="351" y="216"/>
                  </a:cubicBezTo>
                  <a:cubicBezTo>
                    <a:pt x="353" y="218"/>
                    <a:pt x="352" y="221"/>
                    <a:pt x="348" y="221"/>
                  </a:cubicBezTo>
                  <a:cubicBezTo>
                    <a:pt x="345" y="221"/>
                    <a:pt x="341" y="221"/>
                    <a:pt x="343" y="223"/>
                  </a:cubicBezTo>
                  <a:cubicBezTo>
                    <a:pt x="344" y="226"/>
                    <a:pt x="342" y="226"/>
                    <a:pt x="338" y="225"/>
                  </a:cubicBezTo>
                  <a:cubicBezTo>
                    <a:pt x="335" y="224"/>
                    <a:pt x="337" y="222"/>
                    <a:pt x="338" y="220"/>
                  </a:cubicBezTo>
                  <a:cubicBezTo>
                    <a:pt x="340" y="219"/>
                    <a:pt x="335" y="217"/>
                    <a:pt x="333" y="216"/>
                  </a:cubicBezTo>
                  <a:cubicBezTo>
                    <a:pt x="331" y="216"/>
                    <a:pt x="322" y="222"/>
                    <a:pt x="320" y="223"/>
                  </a:cubicBezTo>
                  <a:cubicBezTo>
                    <a:pt x="318" y="224"/>
                    <a:pt x="312" y="221"/>
                    <a:pt x="306" y="223"/>
                  </a:cubicBezTo>
                  <a:cubicBezTo>
                    <a:pt x="300" y="224"/>
                    <a:pt x="300" y="229"/>
                    <a:pt x="298" y="229"/>
                  </a:cubicBezTo>
                  <a:cubicBezTo>
                    <a:pt x="296" y="228"/>
                    <a:pt x="289" y="229"/>
                    <a:pt x="287" y="228"/>
                  </a:cubicBezTo>
                  <a:cubicBezTo>
                    <a:pt x="284" y="226"/>
                    <a:pt x="286" y="225"/>
                    <a:pt x="289" y="225"/>
                  </a:cubicBezTo>
                  <a:cubicBezTo>
                    <a:pt x="291" y="226"/>
                    <a:pt x="292" y="225"/>
                    <a:pt x="291" y="223"/>
                  </a:cubicBezTo>
                  <a:cubicBezTo>
                    <a:pt x="289" y="221"/>
                    <a:pt x="293" y="218"/>
                    <a:pt x="293" y="217"/>
                  </a:cubicBezTo>
                  <a:cubicBezTo>
                    <a:pt x="293" y="216"/>
                    <a:pt x="283" y="219"/>
                    <a:pt x="281" y="221"/>
                  </a:cubicBezTo>
                  <a:cubicBezTo>
                    <a:pt x="280" y="222"/>
                    <a:pt x="281" y="224"/>
                    <a:pt x="280" y="225"/>
                  </a:cubicBezTo>
                  <a:cubicBezTo>
                    <a:pt x="278" y="226"/>
                    <a:pt x="278" y="224"/>
                    <a:pt x="276" y="223"/>
                  </a:cubicBezTo>
                  <a:cubicBezTo>
                    <a:pt x="274" y="222"/>
                    <a:pt x="259" y="226"/>
                    <a:pt x="257" y="229"/>
                  </a:cubicBezTo>
                  <a:cubicBezTo>
                    <a:pt x="254" y="232"/>
                    <a:pt x="249" y="232"/>
                    <a:pt x="249" y="234"/>
                  </a:cubicBezTo>
                  <a:cubicBezTo>
                    <a:pt x="249" y="236"/>
                    <a:pt x="242" y="235"/>
                    <a:pt x="239" y="237"/>
                  </a:cubicBezTo>
                  <a:cubicBezTo>
                    <a:pt x="237" y="238"/>
                    <a:pt x="238" y="243"/>
                    <a:pt x="237" y="245"/>
                  </a:cubicBezTo>
                  <a:cubicBezTo>
                    <a:pt x="236" y="248"/>
                    <a:pt x="226" y="247"/>
                    <a:pt x="223" y="247"/>
                  </a:cubicBezTo>
                  <a:cubicBezTo>
                    <a:pt x="220" y="247"/>
                    <a:pt x="219" y="241"/>
                    <a:pt x="216" y="241"/>
                  </a:cubicBezTo>
                  <a:cubicBezTo>
                    <a:pt x="214" y="241"/>
                    <a:pt x="215" y="237"/>
                    <a:pt x="216" y="236"/>
                  </a:cubicBezTo>
                  <a:cubicBezTo>
                    <a:pt x="217" y="234"/>
                    <a:pt x="219" y="235"/>
                    <a:pt x="222" y="233"/>
                  </a:cubicBezTo>
                  <a:cubicBezTo>
                    <a:pt x="225" y="231"/>
                    <a:pt x="228" y="234"/>
                    <a:pt x="229" y="233"/>
                  </a:cubicBezTo>
                  <a:cubicBezTo>
                    <a:pt x="231" y="232"/>
                    <a:pt x="225" y="228"/>
                    <a:pt x="224" y="225"/>
                  </a:cubicBezTo>
                  <a:cubicBezTo>
                    <a:pt x="224" y="222"/>
                    <a:pt x="217" y="221"/>
                    <a:pt x="214" y="222"/>
                  </a:cubicBezTo>
                  <a:cubicBezTo>
                    <a:pt x="210" y="223"/>
                    <a:pt x="206" y="222"/>
                    <a:pt x="203" y="221"/>
                  </a:cubicBezTo>
                  <a:cubicBezTo>
                    <a:pt x="201" y="220"/>
                    <a:pt x="201" y="223"/>
                    <a:pt x="205" y="224"/>
                  </a:cubicBezTo>
                  <a:cubicBezTo>
                    <a:pt x="209" y="225"/>
                    <a:pt x="207" y="228"/>
                    <a:pt x="207" y="230"/>
                  </a:cubicBezTo>
                  <a:cubicBezTo>
                    <a:pt x="208" y="232"/>
                    <a:pt x="206" y="236"/>
                    <a:pt x="204" y="239"/>
                  </a:cubicBezTo>
                  <a:cubicBezTo>
                    <a:pt x="202" y="242"/>
                    <a:pt x="203" y="242"/>
                    <a:pt x="207" y="242"/>
                  </a:cubicBezTo>
                  <a:cubicBezTo>
                    <a:pt x="210" y="242"/>
                    <a:pt x="210" y="246"/>
                    <a:pt x="210" y="250"/>
                  </a:cubicBezTo>
                  <a:cubicBezTo>
                    <a:pt x="210" y="253"/>
                    <a:pt x="207" y="254"/>
                    <a:pt x="207" y="256"/>
                  </a:cubicBezTo>
                  <a:cubicBezTo>
                    <a:pt x="207" y="259"/>
                    <a:pt x="204" y="255"/>
                    <a:pt x="204" y="256"/>
                  </a:cubicBezTo>
                  <a:cubicBezTo>
                    <a:pt x="203" y="257"/>
                    <a:pt x="202" y="256"/>
                    <a:pt x="201" y="254"/>
                  </a:cubicBezTo>
                  <a:cubicBezTo>
                    <a:pt x="201" y="252"/>
                    <a:pt x="195" y="253"/>
                    <a:pt x="193" y="252"/>
                  </a:cubicBezTo>
                  <a:cubicBezTo>
                    <a:pt x="190" y="251"/>
                    <a:pt x="189" y="252"/>
                    <a:pt x="187" y="255"/>
                  </a:cubicBezTo>
                  <a:cubicBezTo>
                    <a:pt x="186" y="257"/>
                    <a:pt x="182" y="258"/>
                    <a:pt x="180" y="258"/>
                  </a:cubicBezTo>
                  <a:cubicBezTo>
                    <a:pt x="177" y="258"/>
                    <a:pt x="174" y="262"/>
                    <a:pt x="172" y="264"/>
                  </a:cubicBezTo>
                  <a:cubicBezTo>
                    <a:pt x="169" y="265"/>
                    <a:pt x="169" y="268"/>
                    <a:pt x="172" y="271"/>
                  </a:cubicBezTo>
                  <a:cubicBezTo>
                    <a:pt x="175" y="274"/>
                    <a:pt x="176" y="276"/>
                    <a:pt x="176" y="278"/>
                  </a:cubicBezTo>
                  <a:cubicBezTo>
                    <a:pt x="175" y="279"/>
                    <a:pt x="167" y="279"/>
                    <a:pt x="166" y="277"/>
                  </a:cubicBezTo>
                  <a:cubicBezTo>
                    <a:pt x="164" y="275"/>
                    <a:pt x="159" y="275"/>
                    <a:pt x="157" y="275"/>
                  </a:cubicBezTo>
                  <a:cubicBezTo>
                    <a:pt x="155" y="275"/>
                    <a:pt x="150" y="269"/>
                    <a:pt x="147" y="269"/>
                  </a:cubicBezTo>
                  <a:cubicBezTo>
                    <a:pt x="145" y="269"/>
                    <a:pt x="143" y="272"/>
                    <a:pt x="142" y="274"/>
                  </a:cubicBezTo>
                  <a:cubicBezTo>
                    <a:pt x="141" y="276"/>
                    <a:pt x="143" y="276"/>
                    <a:pt x="145" y="279"/>
                  </a:cubicBezTo>
                  <a:cubicBezTo>
                    <a:pt x="146" y="282"/>
                    <a:pt x="151" y="282"/>
                    <a:pt x="153" y="282"/>
                  </a:cubicBezTo>
                  <a:cubicBezTo>
                    <a:pt x="155" y="282"/>
                    <a:pt x="154" y="285"/>
                    <a:pt x="154" y="287"/>
                  </a:cubicBezTo>
                  <a:cubicBezTo>
                    <a:pt x="153" y="288"/>
                    <a:pt x="149" y="289"/>
                    <a:pt x="147" y="288"/>
                  </a:cubicBezTo>
                  <a:cubicBezTo>
                    <a:pt x="146" y="286"/>
                    <a:pt x="141" y="288"/>
                    <a:pt x="141" y="286"/>
                  </a:cubicBezTo>
                  <a:cubicBezTo>
                    <a:pt x="141" y="284"/>
                    <a:pt x="137" y="281"/>
                    <a:pt x="133" y="281"/>
                  </a:cubicBezTo>
                  <a:cubicBezTo>
                    <a:pt x="129" y="282"/>
                    <a:pt x="128" y="280"/>
                    <a:pt x="129" y="277"/>
                  </a:cubicBezTo>
                  <a:cubicBezTo>
                    <a:pt x="129" y="274"/>
                    <a:pt x="127" y="272"/>
                    <a:pt x="127" y="270"/>
                  </a:cubicBezTo>
                  <a:cubicBezTo>
                    <a:pt x="127" y="269"/>
                    <a:pt x="125" y="266"/>
                    <a:pt x="127" y="265"/>
                  </a:cubicBezTo>
                  <a:cubicBezTo>
                    <a:pt x="129" y="264"/>
                    <a:pt x="127" y="262"/>
                    <a:pt x="128" y="260"/>
                  </a:cubicBezTo>
                  <a:cubicBezTo>
                    <a:pt x="128" y="258"/>
                    <a:pt x="124" y="255"/>
                    <a:pt x="121" y="255"/>
                  </a:cubicBezTo>
                  <a:cubicBezTo>
                    <a:pt x="118" y="255"/>
                    <a:pt x="119" y="252"/>
                    <a:pt x="116" y="251"/>
                  </a:cubicBezTo>
                  <a:cubicBezTo>
                    <a:pt x="113" y="251"/>
                    <a:pt x="108" y="246"/>
                    <a:pt x="108" y="244"/>
                  </a:cubicBezTo>
                  <a:cubicBezTo>
                    <a:pt x="107" y="242"/>
                    <a:pt x="103" y="242"/>
                    <a:pt x="105" y="242"/>
                  </a:cubicBezTo>
                  <a:cubicBezTo>
                    <a:pt x="106" y="241"/>
                    <a:pt x="109" y="242"/>
                    <a:pt x="111" y="244"/>
                  </a:cubicBezTo>
                  <a:cubicBezTo>
                    <a:pt x="114" y="246"/>
                    <a:pt x="117" y="248"/>
                    <a:pt x="123" y="249"/>
                  </a:cubicBezTo>
                  <a:cubicBezTo>
                    <a:pt x="129" y="250"/>
                    <a:pt x="131" y="253"/>
                    <a:pt x="138" y="254"/>
                  </a:cubicBezTo>
                  <a:cubicBezTo>
                    <a:pt x="144" y="255"/>
                    <a:pt x="148" y="256"/>
                    <a:pt x="158" y="257"/>
                  </a:cubicBezTo>
                  <a:cubicBezTo>
                    <a:pt x="167" y="258"/>
                    <a:pt x="179" y="249"/>
                    <a:pt x="182" y="246"/>
                  </a:cubicBezTo>
                  <a:cubicBezTo>
                    <a:pt x="185" y="244"/>
                    <a:pt x="181" y="238"/>
                    <a:pt x="181" y="236"/>
                  </a:cubicBezTo>
                  <a:cubicBezTo>
                    <a:pt x="181" y="234"/>
                    <a:pt x="177" y="234"/>
                    <a:pt x="176" y="233"/>
                  </a:cubicBezTo>
                  <a:cubicBezTo>
                    <a:pt x="176" y="231"/>
                    <a:pt x="173" y="228"/>
                    <a:pt x="169" y="228"/>
                  </a:cubicBezTo>
                  <a:cubicBezTo>
                    <a:pt x="166" y="228"/>
                    <a:pt x="165" y="224"/>
                    <a:pt x="162" y="224"/>
                  </a:cubicBezTo>
                  <a:cubicBezTo>
                    <a:pt x="160" y="225"/>
                    <a:pt x="158" y="223"/>
                    <a:pt x="150" y="218"/>
                  </a:cubicBezTo>
                  <a:cubicBezTo>
                    <a:pt x="143" y="213"/>
                    <a:pt x="132" y="210"/>
                    <a:pt x="130" y="210"/>
                  </a:cubicBezTo>
                  <a:cubicBezTo>
                    <a:pt x="129" y="211"/>
                    <a:pt x="127" y="212"/>
                    <a:pt x="126" y="210"/>
                  </a:cubicBezTo>
                  <a:cubicBezTo>
                    <a:pt x="125" y="208"/>
                    <a:pt x="122" y="208"/>
                    <a:pt x="120" y="210"/>
                  </a:cubicBezTo>
                  <a:cubicBezTo>
                    <a:pt x="118" y="211"/>
                    <a:pt x="116" y="209"/>
                    <a:pt x="112" y="209"/>
                  </a:cubicBezTo>
                  <a:cubicBezTo>
                    <a:pt x="108" y="210"/>
                    <a:pt x="106" y="208"/>
                    <a:pt x="107" y="207"/>
                  </a:cubicBezTo>
                  <a:cubicBezTo>
                    <a:pt x="108" y="206"/>
                    <a:pt x="114" y="207"/>
                    <a:pt x="114" y="205"/>
                  </a:cubicBezTo>
                  <a:cubicBezTo>
                    <a:pt x="113" y="203"/>
                    <a:pt x="111" y="205"/>
                    <a:pt x="108" y="202"/>
                  </a:cubicBezTo>
                  <a:cubicBezTo>
                    <a:pt x="105" y="200"/>
                    <a:pt x="103" y="202"/>
                    <a:pt x="102" y="204"/>
                  </a:cubicBezTo>
                  <a:cubicBezTo>
                    <a:pt x="101" y="205"/>
                    <a:pt x="99" y="205"/>
                    <a:pt x="97" y="203"/>
                  </a:cubicBezTo>
                  <a:cubicBezTo>
                    <a:pt x="97" y="203"/>
                    <a:pt x="97" y="203"/>
                    <a:pt x="96" y="203"/>
                  </a:cubicBezTo>
                  <a:cubicBezTo>
                    <a:pt x="96" y="206"/>
                    <a:pt x="94" y="206"/>
                    <a:pt x="92" y="206"/>
                  </a:cubicBezTo>
                  <a:cubicBezTo>
                    <a:pt x="90" y="205"/>
                    <a:pt x="88" y="209"/>
                    <a:pt x="85" y="209"/>
                  </a:cubicBezTo>
                  <a:cubicBezTo>
                    <a:pt x="83" y="209"/>
                    <a:pt x="80" y="212"/>
                    <a:pt x="79" y="214"/>
                  </a:cubicBezTo>
                  <a:cubicBezTo>
                    <a:pt x="79" y="216"/>
                    <a:pt x="76" y="215"/>
                    <a:pt x="76" y="217"/>
                  </a:cubicBezTo>
                  <a:cubicBezTo>
                    <a:pt x="76" y="218"/>
                    <a:pt x="76" y="220"/>
                    <a:pt x="75" y="221"/>
                  </a:cubicBezTo>
                  <a:cubicBezTo>
                    <a:pt x="74" y="223"/>
                    <a:pt x="75" y="223"/>
                    <a:pt x="76" y="226"/>
                  </a:cubicBezTo>
                  <a:cubicBezTo>
                    <a:pt x="77" y="228"/>
                    <a:pt x="80" y="228"/>
                    <a:pt x="81" y="229"/>
                  </a:cubicBezTo>
                  <a:cubicBezTo>
                    <a:pt x="83" y="230"/>
                    <a:pt x="87" y="234"/>
                    <a:pt x="87" y="235"/>
                  </a:cubicBezTo>
                  <a:cubicBezTo>
                    <a:pt x="87" y="237"/>
                    <a:pt x="84" y="240"/>
                    <a:pt x="82" y="241"/>
                  </a:cubicBezTo>
                  <a:cubicBezTo>
                    <a:pt x="81" y="242"/>
                    <a:pt x="79" y="245"/>
                    <a:pt x="80" y="246"/>
                  </a:cubicBezTo>
                  <a:cubicBezTo>
                    <a:pt x="81" y="248"/>
                    <a:pt x="85" y="254"/>
                    <a:pt x="88" y="259"/>
                  </a:cubicBezTo>
                  <a:cubicBezTo>
                    <a:pt x="90" y="264"/>
                    <a:pt x="87" y="262"/>
                    <a:pt x="85" y="264"/>
                  </a:cubicBezTo>
                  <a:cubicBezTo>
                    <a:pt x="83" y="266"/>
                    <a:pt x="86" y="269"/>
                    <a:pt x="86" y="270"/>
                  </a:cubicBezTo>
                  <a:cubicBezTo>
                    <a:pt x="87" y="272"/>
                    <a:pt x="84" y="272"/>
                    <a:pt x="84" y="273"/>
                  </a:cubicBezTo>
                  <a:cubicBezTo>
                    <a:pt x="84" y="274"/>
                    <a:pt x="88" y="275"/>
                    <a:pt x="88" y="276"/>
                  </a:cubicBezTo>
                  <a:cubicBezTo>
                    <a:pt x="89" y="277"/>
                    <a:pt x="86" y="278"/>
                    <a:pt x="87" y="280"/>
                  </a:cubicBezTo>
                  <a:cubicBezTo>
                    <a:pt x="88" y="282"/>
                    <a:pt x="91" y="282"/>
                    <a:pt x="92" y="284"/>
                  </a:cubicBezTo>
                  <a:cubicBezTo>
                    <a:pt x="92" y="287"/>
                    <a:pt x="86" y="287"/>
                    <a:pt x="86" y="289"/>
                  </a:cubicBezTo>
                  <a:cubicBezTo>
                    <a:pt x="87" y="291"/>
                    <a:pt x="94" y="294"/>
                    <a:pt x="97" y="297"/>
                  </a:cubicBezTo>
                  <a:cubicBezTo>
                    <a:pt x="100" y="301"/>
                    <a:pt x="100" y="302"/>
                    <a:pt x="99" y="304"/>
                  </a:cubicBezTo>
                  <a:cubicBezTo>
                    <a:pt x="98" y="308"/>
                    <a:pt x="89" y="311"/>
                    <a:pt x="87" y="316"/>
                  </a:cubicBezTo>
                  <a:cubicBezTo>
                    <a:pt x="85" y="320"/>
                    <a:pt x="77" y="323"/>
                    <a:pt x="74" y="326"/>
                  </a:cubicBezTo>
                  <a:cubicBezTo>
                    <a:pt x="73" y="328"/>
                    <a:pt x="71" y="330"/>
                    <a:pt x="70" y="332"/>
                  </a:cubicBezTo>
                  <a:cubicBezTo>
                    <a:pt x="71" y="331"/>
                    <a:pt x="73" y="331"/>
                    <a:pt x="74" y="330"/>
                  </a:cubicBezTo>
                  <a:cubicBezTo>
                    <a:pt x="75" y="329"/>
                    <a:pt x="77" y="334"/>
                    <a:pt x="79" y="336"/>
                  </a:cubicBezTo>
                  <a:cubicBezTo>
                    <a:pt x="81" y="337"/>
                    <a:pt x="85" y="336"/>
                    <a:pt x="86" y="337"/>
                  </a:cubicBezTo>
                  <a:cubicBezTo>
                    <a:pt x="88" y="339"/>
                    <a:pt x="85" y="339"/>
                    <a:pt x="82" y="338"/>
                  </a:cubicBezTo>
                  <a:cubicBezTo>
                    <a:pt x="79" y="338"/>
                    <a:pt x="79" y="340"/>
                    <a:pt x="74" y="341"/>
                  </a:cubicBezTo>
                  <a:cubicBezTo>
                    <a:pt x="71" y="342"/>
                    <a:pt x="71" y="344"/>
                    <a:pt x="70" y="344"/>
                  </a:cubicBezTo>
                  <a:cubicBezTo>
                    <a:pt x="72" y="347"/>
                    <a:pt x="69" y="348"/>
                    <a:pt x="68" y="350"/>
                  </a:cubicBezTo>
                  <a:cubicBezTo>
                    <a:pt x="67" y="352"/>
                    <a:pt x="66" y="353"/>
                    <a:pt x="65" y="354"/>
                  </a:cubicBezTo>
                  <a:cubicBezTo>
                    <a:pt x="65" y="356"/>
                    <a:pt x="66" y="357"/>
                    <a:pt x="66" y="359"/>
                  </a:cubicBezTo>
                  <a:cubicBezTo>
                    <a:pt x="66" y="361"/>
                    <a:pt x="67" y="362"/>
                    <a:pt x="68" y="364"/>
                  </a:cubicBezTo>
                  <a:cubicBezTo>
                    <a:pt x="69" y="365"/>
                    <a:pt x="67" y="365"/>
                    <a:pt x="66" y="366"/>
                  </a:cubicBezTo>
                  <a:cubicBezTo>
                    <a:pt x="65" y="367"/>
                    <a:pt x="65" y="369"/>
                    <a:pt x="67" y="371"/>
                  </a:cubicBezTo>
                  <a:cubicBezTo>
                    <a:pt x="68" y="372"/>
                    <a:pt x="68" y="374"/>
                    <a:pt x="68" y="376"/>
                  </a:cubicBezTo>
                  <a:cubicBezTo>
                    <a:pt x="67" y="377"/>
                    <a:pt x="69" y="379"/>
                    <a:pt x="70" y="380"/>
                  </a:cubicBezTo>
                  <a:cubicBezTo>
                    <a:pt x="72" y="382"/>
                    <a:pt x="71" y="385"/>
                    <a:pt x="73" y="386"/>
                  </a:cubicBezTo>
                  <a:cubicBezTo>
                    <a:pt x="74" y="387"/>
                    <a:pt x="75" y="388"/>
                    <a:pt x="77" y="388"/>
                  </a:cubicBezTo>
                  <a:cubicBezTo>
                    <a:pt x="79" y="387"/>
                    <a:pt x="80" y="388"/>
                    <a:pt x="81" y="390"/>
                  </a:cubicBezTo>
                  <a:cubicBezTo>
                    <a:pt x="82" y="391"/>
                    <a:pt x="84" y="390"/>
                    <a:pt x="86" y="390"/>
                  </a:cubicBezTo>
                  <a:cubicBezTo>
                    <a:pt x="88" y="389"/>
                    <a:pt x="93" y="391"/>
                    <a:pt x="94" y="392"/>
                  </a:cubicBezTo>
                  <a:cubicBezTo>
                    <a:pt x="95" y="392"/>
                    <a:pt x="94" y="396"/>
                    <a:pt x="94" y="398"/>
                  </a:cubicBezTo>
                  <a:cubicBezTo>
                    <a:pt x="95" y="400"/>
                    <a:pt x="93" y="402"/>
                    <a:pt x="95" y="404"/>
                  </a:cubicBezTo>
                  <a:cubicBezTo>
                    <a:pt x="97" y="405"/>
                    <a:pt x="97" y="408"/>
                    <a:pt x="99" y="409"/>
                  </a:cubicBezTo>
                  <a:cubicBezTo>
                    <a:pt x="102" y="410"/>
                    <a:pt x="103" y="413"/>
                    <a:pt x="104" y="413"/>
                  </a:cubicBezTo>
                  <a:cubicBezTo>
                    <a:pt x="106" y="414"/>
                    <a:pt x="108" y="416"/>
                    <a:pt x="109" y="418"/>
                  </a:cubicBezTo>
                  <a:cubicBezTo>
                    <a:pt x="109" y="419"/>
                    <a:pt x="106" y="421"/>
                    <a:pt x="104" y="422"/>
                  </a:cubicBezTo>
                  <a:cubicBezTo>
                    <a:pt x="103" y="422"/>
                    <a:pt x="100" y="419"/>
                    <a:pt x="99" y="421"/>
                  </a:cubicBezTo>
                  <a:cubicBezTo>
                    <a:pt x="97" y="422"/>
                    <a:pt x="99" y="424"/>
                    <a:pt x="100" y="429"/>
                  </a:cubicBezTo>
                  <a:cubicBezTo>
                    <a:pt x="101" y="433"/>
                    <a:pt x="102" y="433"/>
                    <a:pt x="103" y="433"/>
                  </a:cubicBezTo>
                  <a:cubicBezTo>
                    <a:pt x="105" y="433"/>
                    <a:pt x="106" y="432"/>
                    <a:pt x="107" y="431"/>
                  </a:cubicBezTo>
                  <a:cubicBezTo>
                    <a:pt x="109" y="430"/>
                    <a:pt x="112" y="431"/>
                    <a:pt x="113" y="431"/>
                  </a:cubicBezTo>
                  <a:cubicBezTo>
                    <a:pt x="114" y="430"/>
                    <a:pt x="119" y="430"/>
                    <a:pt x="120" y="432"/>
                  </a:cubicBezTo>
                  <a:cubicBezTo>
                    <a:pt x="121" y="433"/>
                    <a:pt x="122" y="437"/>
                    <a:pt x="121" y="438"/>
                  </a:cubicBezTo>
                  <a:cubicBezTo>
                    <a:pt x="120" y="439"/>
                    <a:pt x="122" y="441"/>
                    <a:pt x="123" y="443"/>
                  </a:cubicBezTo>
                  <a:cubicBezTo>
                    <a:pt x="124" y="444"/>
                    <a:pt x="128" y="444"/>
                    <a:pt x="129" y="444"/>
                  </a:cubicBezTo>
                  <a:cubicBezTo>
                    <a:pt x="130" y="445"/>
                    <a:pt x="133" y="449"/>
                    <a:pt x="133" y="451"/>
                  </a:cubicBezTo>
                  <a:cubicBezTo>
                    <a:pt x="132" y="452"/>
                    <a:pt x="135" y="453"/>
                    <a:pt x="136" y="452"/>
                  </a:cubicBezTo>
                  <a:cubicBezTo>
                    <a:pt x="137" y="452"/>
                    <a:pt x="138" y="453"/>
                    <a:pt x="140" y="454"/>
                  </a:cubicBezTo>
                  <a:cubicBezTo>
                    <a:pt x="141" y="455"/>
                    <a:pt x="143" y="455"/>
                    <a:pt x="144" y="454"/>
                  </a:cubicBezTo>
                  <a:cubicBezTo>
                    <a:pt x="146" y="453"/>
                    <a:pt x="148" y="452"/>
                    <a:pt x="149" y="453"/>
                  </a:cubicBezTo>
                  <a:cubicBezTo>
                    <a:pt x="150" y="455"/>
                    <a:pt x="153" y="457"/>
                    <a:pt x="153" y="458"/>
                  </a:cubicBezTo>
                  <a:cubicBezTo>
                    <a:pt x="153" y="459"/>
                    <a:pt x="157" y="458"/>
                    <a:pt x="160" y="459"/>
                  </a:cubicBezTo>
                  <a:cubicBezTo>
                    <a:pt x="162" y="460"/>
                    <a:pt x="164" y="460"/>
                    <a:pt x="167" y="461"/>
                  </a:cubicBezTo>
                  <a:cubicBezTo>
                    <a:pt x="169" y="462"/>
                    <a:pt x="171" y="462"/>
                    <a:pt x="172" y="464"/>
                  </a:cubicBezTo>
                  <a:cubicBezTo>
                    <a:pt x="172" y="465"/>
                    <a:pt x="169" y="467"/>
                    <a:pt x="169" y="467"/>
                  </a:cubicBezTo>
                  <a:cubicBezTo>
                    <a:pt x="169" y="468"/>
                    <a:pt x="171" y="469"/>
                    <a:pt x="171" y="470"/>
                  </a:cubicBezTo>
                  <a:cubicBezTo>
                    <a:pt x="171" y="471"/>
                    <a:pt x="169" y="471"/>
                    <a:pt x="168" y="472"/>
                  </a:cubicBezTo>
                  <a:cubicBezTo>
                    <a:pt x="168" y="473"/>
                    <a:pt x="170" y="474"/>
                    <a:pt x="170" y="475"/>
                  </a:cubicBezTo>
                  <a:cubicBezTo>
                    <a:pt x="170" y="476"/>
                    <a:pt x="169" y="479"/>
                    <a:pt x="169" y="480"/>
                  </a:cubicBezTo>
                  <a:cubicBezTo>
                    <a:pt x="169" y="481"/>
                    <a:pt x="163" y="480"/>
                    <a:pt x="162" y="480"/>
                  </a:cubicBezTo>
                  <a:cubicBezTo>
                    <a:pt x="160" y="480"/>
                    <a:pt x="156" y="484"/>
                    <a:pt x="155" y="484"/>
                  </a:cubicBezTo>
                  <a:cubicBezTo>
                    <a:pt x="154" y="485"/>
                    <a:pt x="155" y="487"/>
                    <a:pt x="155" y="488"/>
                  </a:cubicBezTo>
                  <a:cubicBezTo>
                    <a:pt x="159" y="488"/>
                    <a:pt x="163" y="487"/>
                    <a:pt x="164" y="488"/>
                  </a:cubicBezTo>
                  <a:cubicBezTo>
                    <a:pt x="164" y="490"/>
                    <a:pt x="155" y="494"/>
                    <a:pt x="153" y="494"/>
                  </a:cubicBezTo>
                  <a:cubicBezTo>
                    <a:pt x="151" y="495"/>
                    <a:pt x="156" y="498"/>
                    <a:pt x="156" y="499"/>
                  </a:cubicBezTo>
                  <a:cubicBezTo>
                    <a:pt x="156" y="501"/>
                    <a:pt x="151" y="501"/>
                    <a:pt x="151" y="504"/>
                  </a:cubicBezTo>
                  <a:cubicBezTo>
                    <a:pt x="152" y="507"/>
                    <a:pt x="150" y="508"/>
                    <a:pt x="147" y="508"/>
                  </a:cubicBezTo>
                  <a:cubicBezTo>
                    <a:pt x="144" y="508"/>
                    <a:pt x="143" y="509"/>
                    <a:pt x="144" y="509"/>
                  </a:cubicBezTo>
                  <a:cubicBezTo>
                    <a:pt x="146" y="510"/>
                    <a:pt x="146" y="513"/>
                    <a:pt x="151" y="515"/>
                  </a:cubicBezTo>
                  <a:cubicBezTo>
                    <a:pt x="156" y="516"/>
                    <a:pt x="162" y="521"/>
                    <a:pt x="167" y="526"/>
                  </a:cubicBezTo>
                  <a:cubicBezTo>
                    <a:pt x="167" y="527"/>
                    <a:pt x="168" y="527"/>
                    <a:pt x="169" y="528"/>
                  </a:cubicBezTo>
                  <a:cubicBezTo>
                    <a:pt x="170" y="527"/>
                    <a:pt x="171" y="527"/>
                    <a:pt x="172" y="526"/>
                  </a:cubicBezTo>
                  <a:cubicBezTo>
                    <a:pt x="175" y="526"/>
                    <a:pt x="180" y="528"/>
                    <a:pt x="182" y="529"/>
                  </a:cubicBezTo>
                  <a:cubicBezTo>
                    <a:pt x="185" y="531"/>
                    <a:pt x="194" y="529"/>
                    <a:pt x="195" y="531"/>
                  </a:cubicBezTo>
                  <a:cubicBezTo>
                    <a:pt x="196" y="532"/>
                    <a:pt x="199" y="534"/>
                    <a:pt x="200" y="534"/>
                  </a:cubicBezTo>
                  <a:cubicBezTo>
                    <a:pt x="202" y="534"/>
                    <a:pt x="204" y="538"/>
                    <a:pt x="206" y="537"/>
                  </a:cubicBezTo>
                  <a:cubicBezTo>
                    <a:pt x="207" y="535"/>
                    <a:pt x="213" y="535"/>
                    <a:pt x="214" y="535"/>
                  </a:cubicBezTo>
                  <a:cubicBezTo>
                    <a:pt x="216" y="535"/>
                    <a:pt x="216" y="537"/>
                    <a:pt x="217" y="537"/>
                  </a:cubicBezTo>
                  <a:cubicBezTo>
                    <a:pt x="219" y="537"/>
                    <a:pt x="219" y="542"/>
                    <a:pt x="220" y="542"/>
                  </a:cubicBezTo>
                  <a:cubicBezTo>
                    <a:pt x="221" y="541"/>
                    <a:pt x="225" y="545"/>
                    <a:pt x="228" y="545"/>
                  </a:cubicBezTo>
                  <a:cubicBezTo>
                    <a:pt x="230" y="546"/>
                    <a:pt x="233" y="550"/>
                    <a:pt x="234" y="550"/>
                  </a:cubicBezTo>
                  <a:cubicBezTo>
                    <a:pt x="235" y="550"/>
                    <a:pt x="237" y="552"/>
                    <a:pt x="238" y="550"/>
                  </a:cubicBezTo>
                  <a:cubicBezTo>
                    <a:pt x="239" y="548"/>
                    <a:pt x="242" y="549"/>
                    <a:pt x="243" y="546"/>
                  </a:cubicBezTo>
                  <a:cubicBezTo>
                    <a:pt x="239" y="540"/>
                    <a:pt x="233" y="534"/>
                    <a:pt x="234" y="531"/>
                  </a:cubicBezTo>
                  <a:cubicBezTo>
                    <a:pt x="234" y="527"/>
                    <a:pt x="236" y="524"/>
                    <a:pt x="230" y="520"/>
                  </a:cubicBezTo>
                  <a:cubicBezTo>
                    <a:pt x="225" y="515"/>
                    <a:pt x="231" y="512"/>
                    <a:pt x="235" y="508"/>
                  </a:cubicBezTo>
                  <a:cubicBezTo>
                    <a:pt x="238" y="503"/>
                    <a:pt x="245" y="502"/>
                    <a:pt x="250" y="499"/>
                  </a:cubicBezTo>
                  <a:cubicBezTo>
                    <a:pt x="249" y="498"/>
                    <a:pt x="248" y="497"/>
                    <a:pt x="247" y="497"/>
                  </a:cubicBezTo>
                  <a:cubicBezTo>
                    <a:pt x="243" y="495"/>
                    <a:pt x="242" y="494"/>
                    <a:pt x="245" y="493"/>
                  </a:cubicBezTo>
                  <a:cubicBezTo>
                    <a:pt x="248" y="492"/>
                    <a:pt x="246" y="491"/>
                    <a:pt x="244" y="488"/>
                  </a:cubicBezTo>
                  <a:cubicBezTo>
                    <a:pt x="241" y="485"/>
                    <a:pt x="240" y="482"/>
                    <a:pt x="239" y="482"/>
                  </a:cubicBezTo>
                  <a:cubicBezTo>
                    <a:pt x="237" y="482"/>
                    <a:pt x="235" y="482"/>
                    <a:pt x="233" y="482"/>
                  </a:cubicBezTo>
                  <a:cubicBezTo>
                    <a:pt x="230" y="483"/>
                    <a:pt x="231" y="480"/>
                    <a:pt x="231" y="478"/>
                  </a:cubicBezTo>
                  <a:cubicBezTo>
                    <a:pt x="231" y="475"/>
                    <a:pt x="227" y="476"/>
                    <a:pt x="226" y="475"/>
                  </a:cubicBezTo>
                  <a:cubicBezTo>
                    <a:pt x="225" y="473"/>
                    <a:pt x="227" y="470"/>
                    <a:pt x="228" y="469"/>
                  </a:cubicBezTo>
                  <a:cubicBezTo>
                    <a:pt x="229" y="469"/>
                    <a:pt x="231" y="468"/>
                    <a:pt x="231" y="467"/>
                  </a:cubicBezTo>
                  <a:cubicBezTo>
                    <a:pt x="231" y="466"/>
                    <a:pt x="227" y="465"/>
                    <a:pt x="228" y="463"/>
                  </a:cubicBezTo>
                  <a:cubicBezTo>
                    <a:pt x="230" y="460"/>
                    <a:pt x="233" y="460"/>
                    <a:pt x="233" y="457"/>
                  </a:cubicBezTo>
                  <a:cubicBezTo>
                    <a:pt x="233" y="455"/>
                    <a:pt x="235" y="452"/>
                    <a:pt x="238" y="454"/>
                  </a:cubicBezTo>
                  <a:cubicBezTo>
                    <a:pt x="240" y="456"/>
                    <a:pt x="242" y="461"/>
                    <a:pt x="245" y="460"/>
                  </a:cubicBezTo>
                  <a:cubicBezTo>
                    <a:pt x="248" y="459"/>
                    <a:pt x="246" y="456"/>
                    <a:pt x="245" y="455"/>
                  </a:cubicBezTo>
                  <a:cubicBezTo>
                    <a:pt x="245" y="453"/>
                    <a:pt x="244" y="451"/>
                    <a:pt x="248" y="450"/>
                  </a:cubicBezTo>
                  <a:cubicBezTo>
                    <a:pt x="251" y="449"/>
                    <a:pt x="249" y="446"/>
                    <a:pt x="252" y="446"/>
                  </a:cubicBezTo>
                  <a:cubicBezTo>
                    <a:pt x="255" y="446"/>
                    <a:pt x="259" y="443"/>
                    <a:pt x="261" y="442"/>
                  </a:cubicBezTo>
                  <a:cubicBezTo>
                    <a:pt x="262" y="441"/>
                    <a:pt x="266" y="439"/>
                    <a:pt x="267" y="440"/>
                  </a:cubicBezTo>
                  <a:cubicBezTo>
                    <a:pt x="269" y="441"/>
                    <a:pt x="271" y="443"/>
                    <a:pt x="272" y="440"/>
                  </a:cubicBezTo>
                  <a:cubicBezTo>
                    <a:pt x="273" y="438"/>
                    <a:pt x="277" y="439"/>
                    <a:pt x="278" y="440"/>
                  </a:cubicBezTo>
                  <a:cubicBezTo>
                    <a:pt x="278" y="442"/>
                    <a:pt x="285" y="442"/>
                    <a:pt x="287" y="443"/>
                  </a:cubicBezTo>
                  <a:cubicBezTo>
                    <a:pt x="290" y="445"/>
                    <a:pt x="295" y="448"/>
                    <a:pt x="295" y="449"/>
                  </a:cubicBezTo>
                  <a:cubicBezTo>
                    <a:pt x="295" y="451"/>
                    <a:pt x="297" y="453"/>
                    <a:pt x="297" y="450"/>
                  </a:cubicBezTo>
                  <a:cubicBezTo>
                    <a:pt x="297" y="448"/>
                    <a:pt x="299" y="448"/>
                    <a:pt x="302" y="450"/>
                  </a:cubicBezTo>
                  <a:cubicBezTo>
                    <a:pt x="305" y="452"/>
                    <a:pt x="309" y="451"/>
                    <a:pt x="310" y="449"/>
                  </a:cubicBezTo>
                  <a:cubicBezTo>
                    <a:pt x="310" y="448"/>
                    <a:pt x="316" y="445"/>
                    <a:pt x="318" y="447"/>
                  </a:cubicBezTo>
                  <a:cubicBezTo>
                    <a:pt x="320" y="448"/>
                    <a:pt x="320" y="449"/>
                    <a:pt x="323" y="447"/>
                  </a:cubicBezTo>
                  <a:cubicBezTo>
                    <a:pt x="325" y="445"/>
                    <a:pt x="330" y="445"/>
                    <a:pt x="331" y="448"/>
                  </a:cubicBezTo>
                  <a:cubicBezTo>
                    <a:pt x="332" y="450"/>
                    <a:pt x="334" y="450"/>
                    <a:pt x="336" y="450"/>
                  </a:cubicBezTo>
                  <a:cubicBezTo>
                    <a:pt x="339" y="450"/>
                    <a:pt x="339" y="454"/>
                    <a:pt x="341" y="453"/>
                  </a:cubicBezTo>
                  <a:cubicBezTo>
                    <a:pt x="342" y="452"/>
                    <a:pt x="342" y="448"/>
                    <a:pt x="344" y="449"/>
                  </a:cubicBezTo>
                  <a:cubicBezTo>
                    <a:pt x="345" y="449"/>
                    <a:pt x="347" y="451"/>
                    <a:pt x="350" y="451"/>
                  </a:cubicBezTo>
                  <a:cubicBezTo>
                    <a:pt x="353" y="451"/>
                    <a:pt x="355" y="451"/>
                    <a:pt x="355" y="448"/>
                  </a:cubicBezTo>
                  <a:cubicBezTo>
                    <a:pt x="355" y="446"/>
                    <a:pt x="355" y="442"/>
                    <a:pt x="353" y="442"/>
                  </a:cubicBezTo>
                  <a:cubicBezTo>
                    <a:pt x="351" y="442"/>
                    <a:pt x="349" y="441"/>
                    <a:pt x="347" y="441"/>
                  </a:cubicBezTo>
                  <a:cubicBezTo>
                    <a:pt x="345" y="441"/>
                    <a:pt x="342" y="437"/>
                    <a:pt x="345" y="436"/>
                  </a:cubicBezTo>
                  <a:cubicBezTo>
                    <a:pt x="347" y="435"/>
                    <a:pt x="351" y="433"/>
                    <a:pt x="350" y="432"/>
                  </a:cubicBezTo>
                  <a:cubicBezTo>
                    <a:pt x="349" y="430"/>
                    <a:pt x="348" y="426"/>
                    <a:pt x="351" y="426"/>
                  </a:cubicBezTo>
                  <a:cubicBezTo>
                    <a:pt x="354" y="425"/>
                    <a:pt x="361" y="425"/>
                    <a:pt x="360" y="424"/>
                  </a:cubicBezTo>
                  <a:cubicBezTo>
                    <a:pt x="360" y="423"/>
                    <a:pt x="354" y="422"/>
                    <a:pt x="353" y="420"/>
                  </a:cubicBezTo>
                  <a:cubicBezTo>
                    <a:pt x="352" y="418"/>
                    <a:pt x="351" y="414"/>
                    <a:pt x="352" y="413"/>
                  </a:cubicBezTo>
                  <a:cubicBezTo>
                    <a:pt x="354" y="413"/>
                    <a:pt x="357" y="414"/>
                    <a:pt x="360" y="413"/>
                  </a:cubicBezTo>
                  <a:cubicBezTo>
                    <a:pt x="362" y="412"/>
                    <a:pt x="367" y="414"/>
                    <a:pt x="370" y="412"/>
                  </a:cubicBezTo>
                  <a:cubicBezTo>
                    <a:pt x="373" y="410"/>
                    <a:pt x="379" y="409"/>
                    <a:pt x="382" y="409"/>
                  </a:cubicBezTo>
                  <a:cubicBezTo>
                    <a:pt x="386" y="409"/>
                    <a:pt x="388" y="407"/>
                    <a:pt x="391" y="407"/>
                  </a:cubicBezTo>
                  <a:cubicBezTo>
                    <a:pt x="394" y="406"/>
                    <a:pt x="401" y="405"/>
                    <a:pt x="403" y="404"/>
                  </a:cubicBezTo>
                  <a:cubicBezTo>
                    <a:pt x="405" y="404"/>
                    <a:pt x="415" y="402"/>
                    <a:pt x="415" y="400"/>
                  </a:cubicBezTo>
                  <a:cubicBezTo>
                    <a:pt x="416" y="398"/>
                    <a:pt x="424" y="397"/>
                    <a:pt x="426" y="398"/>
                  </a:cubicBezTo>
                  <a:cubicBezTo>
                    <a:pt x="428" y="399"/>
                    <a:pt x="430" y="399"/>
                    <a:pt x="432" y="399"/>
                  </a:cubicBezTo>
                  <a:cubicBezTo>
                    <a:pt x="434" y="398"/>
                    <a:pt x="438" y="400"/>
                    <a:pt x="438" y="402"/>
                  </a:cubicBezTo>
                  <a:cubicBezTo>
                    <a:pt x="437" y="404"/>
                    <a:pt x="439" y="406"/>
                    <a:pt x="439" y="408"/>
                  </a:cubicBezTo>
                  <a:cubicBezTo>
                    <a:pt x="439" y="410"/>
                    <a:pt x="437" y="410"/>
                    <a:pt x="438" y="412"/>
                  </a:cubicBezTo>
                  <a:cubicBezTo>
                    <a:pt x="439" y="413"/>
                    <a:pt x="444" y="412"/>
                    <a:pt x="446" y="410"/>
                  </a:cubicBezTo>
                  <a:cubicBezTo>
                    <a:pt x="447" y="409"/>
                    <a:pt x="449" y="411"/>
                    <a:pt x="449" y="412"/>
                  </a:cubicBezTo>
                  <a:cubicBezTo>
                    <a:pt x="449" y="414"/>
                    <a:pt x="451" y="415"/>
                    <a:pt x="451" y="413"/>
                  </a:cubicBezTo>
                  <a:cubicBezTo>
                    <a:pt x="451" y="411"/>
                    <a:pt x="454" y="412"/>
                    <a:pt x="455" y="413"/>
                  </a:cubicBezTo>
                  <a:cubicBezTo>
                    <a:pt x="456" y="415"/>
                    <a:pt x="460" y="412"/>
                    <a:pt x="460" y="414"/>
                  </a:cubicBezTo>
                  <a:cubicBezTo>
                    <a:pt x="460" y="416"/>
                    <a:pt x="455" y="417"/>
                    <a:pt x="457" y="419"/>
                  </a:cubicBezTo>
                  <a:cubicBezTo>
                    <a:pt x="459" y="421"/>
                    <a:pt x="460" y="417"/>
                    <a:pt x="463" y="418"/>
                  </a:cubicBezTo>
                  <a:cubicBezTo>
                    <a:pt x="466" y="419"/>
                    <a:pt x="470" y="415"/>
                    <a:pt x="472" y="414"/>
                  </a:cubicBezTo>
                  <a:cubicBezTo>
                    <a:pt x="475" y="414"/>
                    <a:pt x="478" y="411"/>
                    <a:pt x="480" y="410"/>
                  </a:cubicBezTo>
                  <a:cubicBezTo>
                    <a:pt x="482" y="409"/>
                    <a:pt x="487" y="409"/>
                    <a:pt x="486" y="410"/>
                  </a:cubicBezTo>
                  <a:cubicBezTo>
                    <a:pt x="484" y="412"/>
                    <a:pt x="482" y="415"/>
                    <a:pt x="488" y="417"/>
                  </a:cubicBezTo>
                  <a:cubicBezTo>
                    <a:pt x="494" y="419"/>
                    <a:pt x="500" y="430"/>
                    <a:pt x="504" y="435"/>
                  </a:cubicBezTo>
                  <a:cubicBezTo>
                    <a:pt x="507" y="441"/>
                    <a:pt x="510" y="450"/>
                    <a:pt x="512" y="450"/>
                  </a:cubicBezTo>
                  <a:cubicBezTo>
                    <a:pt x="514" y="450"/>
                    <a:pt x="515" y="445"/>
                    <a:pt x="517" y="445"/>
                  </a:cubicBezTo>
                  <a:cubicBezTo>
                    <a:pt x="520" y="444"/>
                    <a:pt x="521" y="449"/>
                    <a:pt x="524" y="449"/>
                  </a:cubicBezTo>
                  <a:cubicBezTo>
                    <a:pt x="526" y="450"/>
                    <a:pt x="530" y="452"/>
                    <a:pt x="532" y="451"/>
                  </a:cubicBezTo>
                  <a:cubicBezTo>
                    <a:pt x="534" y="450"/>
                    <a:pt x="539" y="447"/>
                    <a:pt x="540" y="448"/>
                  </a:cubicBezTo>
                  <a:cubicBezTo>
                    <a:pt x="542" y="449"/>
                    <a:pt x="544" y="449"/>
                    <a:pt x="546" y="453"/>
                  </a:cubicBezTo>
                  <a:cubicBezTo>
                    <a:pt x="547" y="456"/>
                    <a:pt x="549" y="457"/>
                    <a:pt x="551" y="457"/>
                  </a:cubicBezTo>
                  <a:cubicBezTo>
                    <a:pt x="552" y="457"/>
                    <a:pt x="553" y="459"/>
                    <a:pt x="553" y="460"/>
                  </a:cubicBezTo>
                  <a:cubicBezTo>
                    <a:pt x="553" y="462"/>
                    <a:pt x="555" y="464"/>
                    <a:pt x="557" y="464"/>
                  </a:cubicBezTo>
                  <a:cubicBezTo>
                    <a:pt x="558" y="464"/>
                    <a:pt x="562" y="463"/>
                    <a:pt x="564" y="463"/>
                  </a:cubicBezTo>
                  <a:cubicBezTo>
                    <a:pt x="565" y="462"/>
                    <a:pt x="566" y="461"/>
                    <a:pt x="567" y="463"/>
                  </a:cubicBezTo>
                  <a:cubicBezTo>
                    <a:pt x="567" y="465"/>
                    <a:pt x="569" y="467"/>
                    <a:pt x="571" y="467"/>
                  </a:cubicBezTo>
                  <a:cubicBezTo>
                    <a:pt x="572" y="467"/>
                    <a:pt x="575" y="469"/>
                    <a:pt x="575" y="467"/>
                  </a:cubicBezTo>
                  <a:cubicBezTo>
                    <a:pt x="576" y="466"/>
                    <a:pt x="580" y="465"/>
                    <a:pt x="581" y="465"/>
                  </a:cubicBezTo>
                  <a:cubicBezTo>
                    <a:pt x="583" y="465"/>
                    <a:pt x="588" y="464"/>
                    <a:pt x="589" y="462"/>
                  </a:cubicBezTo>
                  <a:cubicBezTo>
                    <a:pt x="590" y="459"/>
                    <a:pt x="594" y="459"/>
                    <a:pt x="595" y="458"/>
                  </a:cubicBezTo>
                  <a:cubicBezTo>
                    <a:pt x="597" y="456"/>
                    <a:pt x="600" y="456"/>
                    <a:pt x="601" y="454"/>
                  </a:cubicBezTo>
                  <a:cubicBezTo>
                    <a:pt x="602" y="453"/>
                    <a:pt x="606" y="453"/>
                    <a:pt x="607" y="452"/>
                  </a:cubicBezTo>
                  <a:cubicBezTo>
                    <a:pt x="607" y="450"/>
                    <a:pt x="611" y="450"/>
                    <a:pt x="613" y="451"/>
                  </a:cubicBezTo>
                  <a:cubicBezTo>
                    <a:pt x="614" y="451"/>
                    <a:pt x="623" y="453"/>
                    <a:pt x="624" y="453"/>
                  </a:cubicBezTo>
                  <a:cubicBezTo>
                    <a:pt x="625" y="452"/>
                    <a:pt x="626" y="457"/>
                    <a:pt x="627" y="457"/>
                  </a:cubicBezTo>
                  <a:cubicBezTo>
                    <a:pt x="628" y="458"/>
                    <a:pt x="633" y="461"/>
                    <a:pt x="634" y="460"/>
                  </a:cubicBezTo>
                  <a:cubicBezTo>
                    <a:pt x="635" y="459"/>
                    <a:pt x="638" y="458"/>
                    <a:pt x="641" y="460"/>
                  </a:cubicBezTo>
                  <a:cubicBezTo>
                    <a:pt x="643" y="461"/>
                    <a:pt x="646" y="463"/>
                    <a:pt x="647" y="461"/>
                  </a:cubicBezTo>
                  <a:cubicBezTo>
                    <a:pt x="648" y="460"/>
                    <a:pt x="653" y="459"/>
                    <a:pt x="654" y="458"/>
                  </a:cubicBezTo>
                  <a:cubicBezTo>
                    <a:pt x="654" y="457"/>
                    <a:pt x="655" y="454"/>
                    <a:pt x="654" y="453"/>
                  </a:cubicBezTo>
                  <a:cubicBezTo>
                    <a:pt x="653" y="452"/>
                    <a:pt x="651" y="448"/>
                    <a:pt x="651" y="446"/>
                  </a:cubicBezTo>
                  <a:cubicBezTo>
                    <a:pt x="650" y="444"/>
                    <a:pt x="654" y="443"/>
                    <a:pt x="654" y="442"/>
                  </a:cubicBezTo>
                  <a:cubicBezTo>
                    <a:pt x="655" y="440"/>
                    <a:pt x="658" y="440"/>
                    <a:pt x="659" y="439"/>
                  </a:cubicBezTo>
                  <a:cubicBezTo>
                    <a:pt x="660" y="438"/>
                    <a:pt x="660" y="435"/>
                    <a:pt x="662" y="436"/>
                  </a:cubicBezTo>
                  <a:cubicBezTo>
                    <a:pt x="664" y="436"/>
                    <a:pt x="667" y="438"/>
                    <a:pt x="668" y="438"/>
                  </a:cubicBezTo>
                  <a:cubicBezTo>
                    <a:pt x="669" y="439"/>
                    <a:pt x="672" y="440"/>
                    <a:pt x="673" y="440"/>
                  </a:cubicBezTo>
                  <a:cubicBezTo>
                    <a:pt x="675" y="440"/>
                    <a:pt x="678" y="441"/>
                    <a:pt x="679" y="442"/>
                  </a:cubicBezTo>
                  <a:cubicBezTo>
                    <a:pt x="681" y="443"/>
                    <a:pt x="687" y="443"/>
                    <a:pt x="688" y="445"/>
                  </a:cubicBezTo>
                  <a:cubicBezTo>
                    <a:pt x="689" y="446"/>
                    <a:pt x="687" y="450"/>
                    <a:pt x="689" y="452"/>
                  </a:cubicBezTo>
                  <a:cubicBezTo>
                    <a:pt x="690" y="453"/>
                    <a:pt x="693" y="457"/>
                    <a:pt x="694" y="456"/>
                  </a:cubicBezTo>
                  <a:cubicBezTo>
                    <a:pt x="695" y="455"/>
                    <a:pt x="700" y="458"/>
                    <a:pt x="701" y="458"/>
                  </a:cubicBezTo>
                  <a:cubicBezTo>
                    <a:pt x="703" y="458"/>
                    <a:pt x="706" y="455"/>
                    <a:pt x="707" y="455"/>
                  </a:cubicBezTo>
                  <a:cubicBezTo>
                    <a:pt x="709" y="455"/>
                    <a:pt x="714" y="454"/>
                    <a:pt x="715" y="454"/>
                  </a:cubicBezTo>
                  <a:cubicBezTo>
                    <a:pt x="717" y="454"/>
                    <a:pt x="722" y="456"/>
                    <a:pt x="723" y="456"/>
                  </a:cubicBezTo>
                  <a:cubicBezTo>
                    <a:pt x="724" y="455"/>
                    <a:pt x="729" y="456"/>
                    <a:pt x="729" y="458"/>
                  </a:cubicBezTo>
                  <a:cubicBezTo>
                    <a:pt x="730" y="459"/>
                    <a:pt x="736" y="459"/>
                    <a:pt x="736" y="461"/>
                  </a:cubicBezTo>
                  <a:cubicBezTo>
                    <a:pt x="736" y="463"/>
                    <a:pt x="740" y="464"/>
                    <a:pt x="741" y="466"/>
                  </a:cubicBezTo>
                  <a:cubicBezTo>
                    <a:pt x="742" y="468"/>
                    <a:pt x="750" y="466"/>
                    <a:pt x="751" y="468"/>
                  </a:cubicBezTo>
                  <a:cubicBezTo>
                    <a:pt x="753" y="469"/>
                    <a:pt x="762" y="469"/>
                    <a:pt x="763" y="468"/>
                  </a:cubicBezTo>
                  <a:cubicBezTo>
                    <a:pt x="763" y="467"/>
                    <a:pt x="772" y="466"/>
                    <a:pt x="774" y="465"/>
                  </a:cubicBezTo>
                  <a:cubicBezTo>
                    <a:pt x="775" y="464"/>
                    <a:pt x="780" y="464"/>
                    <a:pt x="780" y="462"/>
                  </a:cubicBezTo>
                  <a:cubicBezTo>
                    <a:pt x="781" y="461"/>
                    <a:pt x="785" y="459"/>
                    <a:pt x="787" y="458"/>
                  </a:cubicBezTo>
                  <a:cubicBezTo>
                    <a:pt x="789" y="456"/>
                    <a:pt x="797" y="457"/>
                    <a:pt x="797" y="458"/>
                  </a:cubicBezTo>
                  <a:cubicBezTo>
                    <a:pt x="798" y="460"/>
                    <a:pt x="803" y="461"/>
                    <a:pt x="805" y="460"/>
                  </a:cubicBezTo>
                  <a:cubicBezTo>
                    <a:pt x="807" y="459"/>
                    <a:pt x="812" y="460"/>
                    <a:pt x="813" y="462"/>
                  </a:cubicBezTo>
                  <a:cubicBezTo>
                    <a:pt x="813" y="464"/>
                    <a:pt x="819" y="465"/>
                    <a:pt x="821" y="464"/>
                  </a:cubicBezTo>
                  <a:cubicBezTo>
                    <a:pt x="822" y="464"/>
                    <a:pt x="827" y="460"/>
                    <a:pt x="829" y="460"/>
                  </a:cubicBezTo>
                  <a:cubicBezTo>
                    <a:pt x="831" y="460"/>
                    <a:pt x="833" y="458"/>
                    <a:pt x="833" y="456"/>
                  </a:cubicBezTo>
                  <a:cubicBezTo>
                    <a:pt x="832" y="454"/>
                    <a:pt x="836" y="449"/>
                    <a:pt x="837" y="447"/>
                  </a:cubicBezTo>
                  <a:cubicBezTo>
                    <a:pt x="837" y="445"/>
                    <a:pt x="841" y="440"/>
                    <a:pt x="842" y="439"/>
                  </a:cubicBezTo>
                  <a:cubicBezTo>
                    <a:pt x="843" y="439"/>
                    <a:pt x="846" y="437"/>
                    <a:pt x="846" y="435"/>
                  </a:cubicBezTo>
                  <a:cubicBezTo>
                    <a:pt x="845" y="434"/>
                    <a:pt x="845" y="429"/>
                    <a:pt x="843" y="429"/>
                  </a:cubicBezTo>
                  <a:cubicBezTo>
                    <a:pt x="842" y="429"/>
                    <a:pt x="839" y="429"/>
                    <a:pt x="842" y="425"/>
                  </a:cubicBezTo>
                  <a:cubicBezTo>
                    <a:pt x="846" y="420"/>
                    <a:pt x="852" y="421"/>
                    <a:pt x="853" y="421"/>
                  </a:cubicBezTo>
                  <a:cubicBezTo>
                    <a:pt x="854" y="421"/>
                    <a:pt x="862" y="419"/>
                    <a:pt x="865" y="420"/>
                  </a:cubicBezTo>
                  <a:cubicBezTo>
                    <a:pt x="869" y="421"/>
                    <a:pt x="871" y="420"/>
                    <a:pt x="875" y="422"/>
                  </a:cubicBezTo>
                  <a:cubicBezTo>
                    <a:pt x="879" y="424"/>
                    <a:pt x="884" y="423"/>
                    <a:pt x="885" y="425"/>
                  </a:cubicBezTo>
                  <a:cubicBezTo>
                    <a:pt x="886" y="426"/>
                    <a:pt x="891" y="428"/>
                    <a:pt x="891" y="431"/>
                  </a:cubicBezTo>
                  <a:cubicBezTo>
                    <a:pt x="890" y="434"/>
                    <a:pt x="893" y="432"/>
                    <a:pt x="895" y="439"/>
                  </a:cubicBezTo>
                  <a:cubicBezTo>
                    <a:pt x="896" y="445"/>
                    <a:pt x="899" y="446"/>
                    <a:pt x="900" y="449"/>
                  </a:cubicBezTo>
                  <a:cubicBezTo>
                    <a:pt x="900" y="452"/>
                    <a:pt x="904" y="457"/>
                    <a:pt x="904" y="459"/>
                  </a:cubicBezTo>
                  <a:cubicBezTo>
                    <a:pt x="903" y="461"/>
                    <a:pt x="903" y="463"/>
                    <a:pt x="907" y="464"/>
                  </a:cubicBezTo>
                  <a:cubicBezTo>
                    <a:pt x="911" y="464"/>
                    <a:pt x="914" y="467"/>
                    <a:pt x="915" y="467"/>
                  </a:cubicBezTo>
                  <a:cubicBezTo>
                    <a:pt x="916" y="466"/>
                    <a:pt x="921" y="468"/>
                    <a:pt x="924" y="470"/>
                  </a:cubicBezTo>
                  <a:cubicBezTo>
                    <a:pt x="926" y="473"/>
                    <a:pt x="930" y="472"/>
                    <a:pt x="930" y="474"/>
                  </a:cubicBezTo>
                  <a:cubicBezTo>
                    <a:pt x="929" y="477"/>
                    <a:pt x="932" y="479"/>
                    <a:pt x="931" y="481"/>
                  </a:cubicBezTo>
                  <a:cubicBezTo>
                    <a:pt x="931" y="484"/>
                    <a:pt x="936" y="485"/>
                    <a:pt x="940" y="485"/>
                  </a:cubicBezTo>
                  <a:cubicBezTo>
                    <a:pt x="943" y="484"/>
                    <a:pt x="946" y="486"/>
                    <a:pt x="947" y="483"/>
                  </a:cubicBezTo>
                  <a:cubicBezTo>
                    <a:pt x="949" y="480"/>
                    <a:pt x="954" y="481"/>
                    <a:pt x="955" y="480"/>
                  </a:cubicBezTo>
                  <a:cubicBezTo>
                    <a:pt x="957" y="479"/>
                    <a:pt x="962" y="477"/>
                    <a:pt x="962" y="482"/>
                  </a:cubicBezTo>
                  <a:cubicBezTo>
                    <a:pt x="962" y="486"/>
                    <a:pt x="965" y="487"/>
                    <a:pt x="962" y="489"/>
                  </a:cubicBezTo>
                  <a:cubicBezTo>
                    <a:pt x="960" y="490"/>
                    <a:pt x="959" y="497"/>
                    <a:pt x="958" y="499"/>
                  </a:cubicBezTo>
                  <a:cubicBezTo>
                    <a:pt x="957" y="502"/>
                    <a:pt x="953" y="503"/>
                    <a:pt x="953" y="506"/>
                  </a:cubicBezTo>
                  <a:cubicBezTo>
                    <a:pt x="952" y="509"/>
                    <a:pt x="949" y="509"/>
                    <a:pt x="949" y="511"/>
                  </a:cubicBezTo>
                  <a:cubicBezTo>
                    <a:pt x="949" y="514"/>
                    <a:pt x="944" y="513"/>
                    <a:pt x="941" y="511"/>
                  </a:cubicBezTo>
                  <a:cubicBezTo>
                    <a:pt x="939" y="510"/>
                    <a:pt x="936" y="515"/>
                    <a:pt x="934" y="515"/>
                  </a:cubicBezTo>
                  <a:cubicBezTo>
                    <a:pt x="932" y="515"/>
                    <a:pt x="933" y="519"/>
                    <a:pt x="933" y="521"/>
                  </a:cubicBezTo>
                  <a:cubicBezTo>
                    <a:pt x="934" y="522"/>
                    <a:pt x="932" y="525"/>
                    <a:pt x="934" y="528"/>
                  </a:cubicBezTo>
                  <a:cubicBezTo>
                    <a:pt x="934" y="529"/>
                    <a:pt x="934" y="532"/>
                    <a:pt x="934" y="536"/>
                  </a:cubicBezTo>
                  <a:cubicBezTo>
                    <a:pt x="937" y="533"/>
                    <a:pt x="940" y="532"/>
                    <a:pt x="941" y="532"/>
                  </a:cubicBezTo>
                  <a:cubicBezTo>
                    <a:pt x="944" y="532"/>
                    <a:pt x="947" y="537"/>
                    <a:pt x="951" y="537"/>
                  </a:cubicBezTo>
                  <a:cubicBezTo>
                    <a:pt x="954" y="537"/>
                    <a:pt x="970" y="527"/>
                    <a:pt x="970" y="525"/>
                  </a:cubicBezTo>
                  <a:cubicBezTo>
                    <a:pt x="971" y="523"/>
                    <a:pt x="980" y="514"/>
                    <a:pt x="984" y="510"/>
                  </a:cubicBezTo>
                  <a:cubicBezTo>
                    <a:pt x="988" y="505"/>
                    <a:pt x="994" y="499"/>
                    <a:pt x="996" y="493"/>
                  </a:cubicBezTo>
                  <a:cubicBezTo>
                    <a:pt x="998" y="490"/>
                    <a:pt x="1004" y="484"/>
                    <a:pt x="1005" y="481"/>
                  </a:cubicBezTo>
                  <a:cubicBezTo>
                    <a:pt x="1007" y="479"/>
                    <a:pt x="1008" y="479"/>
                    <a:pt x="1011" y="473"/>
                  </a:cubicBezTo>
                  <a:cubicBezTo>
                    <a:pt x="1013" y="467"/>
                    <a:pt x="1013" y="452"/>
                    <a:pt x="1014" y="451"/>
                  </a:cubicBezTo>
                  <a:cubicBezTo>
                    <a:pt x="1015" y="450"/>
                    <a:pt x="1015" y="447"/>
                    <a:pt x="1016" y="445"/>
                  </a:cubicBezTo>
                  <a:cubicBezTo>
                    <a:pt x="1017" y="444"/>
                    <a:pt x="1016" y="442"/>
                    <a:pt x="1019" y="439"/>
                  </a:cubicBezTo>
                  <a:cubicBezTo>
                    <a:pt x="1021" y="437"/>
                    <a:pt x="1021" y="435"/>
                    <a:pt x="1020" y="434"/>
                  </a:cubicBezTo>
                  <a:cubicBezTo>
                    <a:pt x="1020" y="432"/>
                    <a:pt x="1020" y="429"/>
                    <a:pt x="1020" y="427"/>
                  </a:cubicBezTo>
                  <a:cubicBezTo>
                    <a:pt x="1019" y="426"/>
                    <a:pt x="1019" y="426"/>
                    <a:pt x="1021" y="425"/>
                  </a:cubicBezTo>
                  <a:cubicBezTo>
                    <a:pt x="1022" y="424"/>
                    <a:pt x="1020" y="422"/>
                    <a:pt x="1018" y="421"/>
                  </a:cubicBezTo>
                  <a:cubicBezTo>
                    <a:pt x="1016" y="420"/>
                    <a:pt x="1013" y="419"/>
                    <a:pt x="1013" y="417"/>
                  </a:cubicBezTo>
                  <a:cubicBezTo>
                    <a:pt x="1012" y="414"/>
                    <a:pt x="1009" y="411"/>
                    <a:pt x="1006" y="412"/>
                  </a:cubicBezTo>
                  <a:cubicBezTo>
                    <a:pt x="1003" y="412"/>
                    <a:pt x="998" y="410"/>
                    <a:pt x="999" y="412"/>
                  </a:cubicBezTo>
                  <a:cubicBezTo>
                    <a:pt x="999" y="414"/>
                    <a:pt x="999" y="415"/>
                    <a:pt x="997" y="415"/>
                  </a:cubicBezTo>
                  <a:cubicBezTo>
                    <a:pt x="996" y="414"/>
                    <a:pt x="995" y="416"/>
                    <a:pt x="994" y="418"/>
                  </a:cubicBezTo>
                  <a:cubicBezTo>
                    <a:pt x="992" y="420"/>
                    <a:pt x="986" y="421"/>
                    <a:pt x="989" y="418"/>
                  </a:cubicBezTo>
                  <a:cubicBezTo>
                    <a:pt x="991" y="416"/>
                    <a:pt x="988" y="416"/>
                    <a:pt x="988" y="413"/>
                  </a:cubicBezTo>
                  <a:cubicBezTo>
                    <a:pt x="989" y="411"/>
                    <a:pt x="991" y="408"/>
                    <a:pt x="988" y="410"/>
                  </a:cubicBezTo>
                  <a:cubicBezTo>
                    <a:pt x="985" y="412"/>
                    <a:pt x="985" y="416"/>
                    <a:pt x="983" y="416"/>
                  </a:cubicBezTo>
                  <a:cubicBezTo>
                    <a:pt x="981" y="417"/>
                    <a:pt x="981" y="409"/>
                    <a:pt x="982" y="407"/>
                  </a:cubicBezTo>
                  <a:cubicBezTo>
                    <a:pt x="983" y="406"/>
                    <a:pt x="978" y="408"/>
                    <a:pt x="972" y="407"/>
                  </a:cubicBezTo>
                  <a:cubicBezTo>
                    <a:pt x="967" y="407"/>
                    <a:pt x="969" y="403"/>
                    <a:pt x="973" y="401"/>
                  </a:cubicBezTo>
                  <a:cubicBezTo>
                    <a:pt x="977" y="399"/>
                    <a:pt x="976" y="397"/>
                    <a:pt x="978" y="396"/>
                  </a:cubicBezTo>
                  <a:cubicBezTo>
                    <a:pt x="980" y="395"/>
                    <a:pt x="986" y="391"/>
                    <a:pt x="989" y="389"/>
                  </a:cubicBezTo>
                  <a:cubicBezTo>
                    <a:pt x="992" y="388"/>
                    <a:pt x="993" y="385"/>
                    <a:pt x="994" y="383"/>
                  </a:cubicBezTo>
                  <a:cubicBezTo>
                    <a:pt x="995" y="381"/>
                    <a:pt x="1001" y="379"/>
                    <a:pt x="1006" y="374"/>
                  </a:cubicBezTo>
                  <a:cubicBezTo>
                    <a:pt x="1011" y="370"/>
                    <a:pt x="1014" y="367"/>
                    <a:pt x="1015" y="365"/>
                  </a:cubicBezTo>
                  <a:cubicBezTo>
                    <a:pt x="1016" y="362"/>
                    <a:pt x="1024" y="359"/>
                    <a:pt x="1024" y="357"/>
                  </a:cubicBezTo>
                  <a:cubicBezTo>
                    <a:pt x="1025" y="355"/>
                    <a:pt x="1034" y="350"/>
                    <a:pt x="1040" y="349"/>
                  </a:cubicBezTo>
                  <a:cubicBezTo>
                    <a:pt x="1047" y="347"/>
                    <a:pt x="1057" y="349"/>
                    <a:pt x="1059" y="351"/>
                  </a:cubicBezTo>
                  <a:cubicBezTo>
                    <a:pt x="1060" y="353"/>
                    <a:pt x="1062" y="352"/>
                    <a:pt x="1063" y="351"/>
                  </a:cubicBezTo>
                  <a:cubicBezTo>
                    <a:pt x="1064" y="350"/>
                    <a:pt x="1066" y="350"/>
                    <a:pt x="1071" y="351"/>
                  </a:cubicBezTo>
                  <a:cubicBezTo>
                    <a:pt x="1075" y="351"/>
                    <a:pt x="1076" y="349"/>
                    <a:pt x="1079" y="350"/>
                  </a:cubicBezTo>
                  <a:cubicBezTo>
                    <a:pt x="1082" y="350"/>
                    <a:pt x="1084" y="351"/>
                    <a:pt x="1086" y="348"/>
                  </a:cubicBezTo>
                  <a:cubicBezTo>
                    <a:pt x="1088" y="344"/>
                    <a:pt x="1096" y="345"/>
                    <a:pt x="1098" y="346"/>
                  </a:cubicBezTo>
                  <a:cubicBezTo>
                    <a:pt x="1099" y="348"/>
                    <a:pt x="1101" y="349"/>
                    <a:pt x="1104" y="347"/>
                  </a:cubicBezTo>
                  <a:cubicBezTo>
                    <a:pt x="1107" y="345"/>
                    <a:pt x="1107" y="350"/>
                    <a:pt x="1110" y="350"/>
                  </a:cubicBezTo>
                  <a:cubicBezTo>
                    <a:pt x="1113" y="351"/>
                    <a:pt x="1111" y="353"/>
                    <a:pt x="1108" y="353"/>
                  </a:cubicBezTo>
                  <a:cubicBezTo>
                    <a:pt x="1106" y="353"/>
                    <a:pt x="1103" y="354"/>
                    <a:pt x="1106" y="356"/>
                  </a:cubicBezTo>
                  <a:cubicBezTo>
                    <a:pt x="1108" y="358"/>
                    <a:pt x="1112" y="354"/>
                    <a:pt x="1114" y="355"/>
                  </a:cubicBezTo>
                  <a:cubicBezTo>
                    <a:pt x="1116" y="355"/>
                    <a:pt x="1120" y="355"/>
                    <a:pt x="1123" y="353"/>
                  </a:cubicBezTo>
                  <a:cubicBezTo>
                    <a:pt x="1126" y="351"/>
                    <a:pt x="1127" y="355"/>
                    <a:pt x="1129" y="353"/>
                  </a:cubicBezTo>
                  <a:cubicBezTo>
                    <a:pt x="1131" y="351"/>
                    <a:pt x="1135" y="351"/>
                    <a:pt x="1138" y="351"/>
                  </a:cubicBezTo>
                  <a:cubicBezTo>
                    <a:pt x="1140" y="351"/>
                    <a:pt x="1138" y="348"/>
                    <a:pt x="1134" y="348"/>
                  </a:cubicBezTo>
                  <a:cubicBezTo>
                    <a:pt x="1130" y="348"/>
                    <a:pt x="1131" y="346"/>
                    <a:pt x="1134" y="341"/>
                  </a:cubicBezTo>
                  <a:cubicBezTo>
                    <a:pt x="1137" y="336"/>
                    <a:pt x="1142" y="333"/>
                    <a:pt x="1146" y="330"/>
                  </a:cubicBezTo>
                  <a:cubicBezTo>
                    <a:pt x="1150" y="327"/>
                    <a:pt x="1152" y="329"/>
                    <a:pt x="1152" y="327"/>
                  </a:cubicBezTo>
                  <a:cubicBezTo>
                    <a:pt x="1152" y="325"/>
                    <a:pt x="1154" y="319"/>
                    <a:pt x="1157" y="319"/>
                  </a:cubicBezTo>
                  <a:cubicBezTo>
                    <a:pt x="1159" y="319"/>
                    <a:pt x="1166" y="320"/>
                    <a:pt x="1170" y="318"/>
                  </a:cubicBezTo>
                  <a:cubicBezTo>
                    <a:pt x="1175" y="315"/>
                    <a:pt x="1174" y="319"/>
                    <a:pt x="1176" y="320"/>
                  </a:cubicBezTo>
                  <a:cubicBezTo>
                    <a:pt x="1178" y="321"/>
                    <a:pt x="1180" y="316"/>
                    <a:pt x="1182" y="318"/>
                  </a:cubicBezTo>
                  <a:cubicBezTo>
                    <a:pt x="1184" y="319"/>
                    <a:pt x="1179" y="322"/>
                    <a:pt x="1178" y="326"/>
                  </a:cubicBezTo>
                  <a:cubicBezTo>
                    <a:pt x="1177" y="329"/>
                    <a:pt x="1181" y="328"/>
                    <a:pt x="1183" y="329"/>
                  </a:cubicBezTo>
                  <a:cubicBezTo>
                    <a:pt x="1185" y="330"/>
                    <a:pt x="1180" y="331"/>
                    <a:pt x="1181" y="332"/>
                  </a:cubicBezTo>
                  <a:cubicBezTo>
                    <a:pt x="1181" y="333"/>
                    <a:pt x="1185" y="333"/>
                    <a:pt x="1191" y="328"/>
                  </a:cubicBezTo>
                  <a:cubicBezTo>
                    <a:pt x="1196" y="322"/>
                    <a:pt x="1201" y="321"/>
                    <a:pt x="1205" y="321"/>
                  </a:cubicBezTo>
                  <a:cubicBezTo>
                    <a:pt x="1208" y="322"/>
                    <a:pt x="1206" y="318"/>
                    <a:pt x="1206" y="313"/>
                  </a:cubicBezTo>
                  <a:cubicBezTo>
                    <a:pt x="1207" y="308"/>
                    <a:pt x="1217" y="306"/>
                    <a:pt x="1221" y="308"/>
                  </a:cubicBezTo>
                  <a:cubicBezTo>
                    <a:pt x="1224" y="309"/>
                    <a:pt x="1224" y="311"/>
                    <a:pt x="1221" y="310"/>
                  </a:cubicBezTo>
                  <a:cubicBezTo>
                    <a:pt x="1217" y="309"/>
                    <a:pt x="1214" y="312"/>
                    <a:pt x="1214" y="316"/>
                  </a:cubicBezTo>
                  <a:cubicBezTo>
                    <a:pt x="1214" y="320"/>
                    <a:pt x="1211" y="322"/>
                    <a:pt x="1213" y="323"/>
                  </a:cubicBezTo>
                  <a:cubicBezTo>
                    <a:pt x="1215" y="325"/>
                    <a:pt x="1211" y="325"/>
                    <a:pt x="1210" y="327"/>
                  </a:cubicBezTo>
                  <a:cubicBezTo>
                    <a:pt x="1210" y="329"/>
                    <a:pt x="1210" y="330"/>
                    <a:pt x="1208" y="331"/>
                  </a:cubicBezTo>
                  <a:cubicBezTo>
                    <a:pt x="1206" y="332"/>
                    <a:pt x="1197" y="333"/>
                    <a:pt x="1197" y="336"/>
                  </a:cubicBezTo>
                  <a:cubicBezTo>
                    <a:pt x="1197" y="339"/>
                    <a:pt x="1192" y="339"/>
                    <a:pt x="1190" y="343"/>
                  </a:cubicBezTo>
                  <a:cubicBezTo>
                    <a:pt x="1188" y="347"/>
                    <a:pt x="1180" y="350"/>
                    <a:pt x="1175" y="358"/>
                  </a:cubicBezTo>
                  <a:cubicBezTo>
                    <a:pt x="1169" y="366"/>
                    <a:pt x="1161" y="366"/>
                    <a:pt x="1161" y="367"/>
                  </a:cubicBezTo>
                  <a:cubicBezTo>
                    <a:pt x="1161" y="369"/>
                    <a:pt x="1155" y="369"/>
                    <a:pt x="1153" y="369"/>
                  </a:cubicBezTo>
                  <a:cubicBezTo>
                    <a:pt x="1151" y="369"/>
                    <a:pt x="1155" y="374"/>
                    <a:pt x="1150" y="379"/>
                  </a:cubicBezTo>
                  <a:cubicBezTo>
                    <a:pt x="1145" y="384"/>
                    <a:pt x="1142" y="391"/>
                    <a:pt x="1142" y="398"/>
                  </a:cubicBezTo>
                  <a:cubicBezTo>
                    <a:pt x="1142" y="405"/>
                    <a:pt x="1145" y="426"/>
                    <a:pt x="1147" y="429"/>
                  </a:cubicBezTo>
                  <a:cubicBezTo>
                    <a:pt x="1149" y="433"/>
                    <a:pt x="1148" y="442"/>
                    <a:pt x="1150" y="444"/>
                  </a:cubicBezTo>
                  <a:cubicBezTo>
                    <a:pt x="1151" y="446"/>
                    <a:pt x="1151" y="449"/>
                    <a:pt x="1152" y="450"/>
                  </a:cubicBezTo>
                  <a:cubicBezTo>
                    <a:pt x="1153" y="451"/>
                    <a:pt x="1157" y="445"/>
                    <a:pt x="1161" y="442"/>
                  </a:cubicBezTo>
                  <a:cubicBezTo>
                    <a:pt x="1164" y="440"/>
                    <a:pt x="1163" y="439"/>
                    <a:pt x="1165" y="437"/>
                  </a:cubicBezTo>
                  <a:cubicBezTo>
                    <a:pt x="1167" y="436"/>
                    <a:pt x="1166" y="430"/>
                    <a:pt x="1167" y="429"/>
                  </a:cubicBezTo>
                  <a:cubicBezTo>
                    <a:pt x="1167" y="427"/>
                    <a:pt x="1171" y="427"/>
                    <a:pt x="1172" y="425"/>
                  </a:cubicBezTo>
                  <a:cubicBezTo>
                    <a:pt x="1174" y="423"/>
                    <a:pt x="1177" y="424"/>
                    <a:pt x="1179" y="424"/>
                  </a:cubicBezTo>
                  <a:cubicBezTo>
                    <a:pt x="1180" y="423"/>
                    <a:pt x="1179" y="419"/>
                    <a:pt x="1178" y="417"/>
                  </a:cubicBezTo>
                  <a:cubicBezTo>
                    <a:pt x="1177" y="414"/>
                    <a:pt x="1183" y="411"/>
                    <a:pt x="1186" y="409"/>
                  </a:cubicBezTo>
                  <a:cubicBezTo>
                    <a:pt x="1189" y="407"/>
                    <a:pt x="1193" y="410"/>
                    <a:pt x="1196" y="407"/>
                  </a:cubicBezTo>
                  <a:cubicBezTo>
                    <a:pt x="1199" y="404"/>
                    <a:pt x="1196" y="400"/>
                    <a:pt x="1195" y="399"/>
                  </a:cubicBezTo>
                  <a:cubicBezTo>
                    <a:pt x="1193" y="397"/>
                    <a:pt x="1198" y="389"/>
                    <a:pt x="1201" y="389"/>
                  </a:cubicBezTo>
                  <a:cubicBezTo>
                    <a:pt x="1203" y="388"/>
                    <a:pt x="1205" y="390"/>
                    <a:pt x="1207" y="388"/>
                  </a:cubicBezTo>
                  <a:cubicBezTo>
                    <a:pt x="1209" y="386"/>
                    <a:pt x="1205" y="382"/>
                    <a:pt x="1203" y="383"/>
                  </a:cubicBezTo>
                  <a:cubicBezTo>
                    <a:pt x="1201" y="383"/>
                    <a:pt x="1201" y="376"/>
                    <a:pt x="1205" y="373"/>
                  </a:cubicBezTo>
                  <a:cubicBezTo>
                    <a:pt x="1209" y="370"/>
                    <a:pt x="1207" y="369"/>
                    <a:pt x="1205" y="369"/>
                  </a:cubicBezTo>
                  <a:cubicBezTo>
                    <a:pt x="1202" y="368"/>
                    <a:pt x="1201" y="369"/>
                    <a:pt x="1199" y="369"/>
                  </a:cubicBezTo>
                  <a:cubicBezTo>
                    <a:pt x="1197" y="369"/>
                    <a:pt x="1195" y="365"/>
                    <a:pt x="1198" y="360"/>
                  </a:cubicBezTo>
                  <a:cubicBezTo>
                    <a:pt x="1201" y="356"/>
                    <a:pt x="1205" y="357"/>
                    <a:pt x="1205" y="353"/>
                  </a:cubicBezTo>
                  <a:cubicBezTo>
                    <a:pt x="1206" y="349"/>
                    <a:pt x="1210" y="344"/>
                    <a:pt x="1212" y="342"/>
                  </a:cubicBezTo>
                  <a:cubicBezTo>
                    <a:pt x="1213" y="340"/>
                    <a:pt x="1217" y="342"/>
                    <a:pt x="1219" y="342"/>
                  </a:cubicBezTo>
                  <a:cubicBezTo>
                    <a:pt x="1221" y="342"/>
                    <a:pt x="1220" y="345"/>
                    <a:pt x="1222" y="343"/>
                  </a:cubicBezTo>
                  <a:cubicBezTo>
                    <a:pt x="1224" y="342"/>
                    <a:pt x="1228" y="335"/>
                    <a:pt x="1231" y="335"/>
                  </a:cubicBezTo>
                  <a:cubicBezTo>
                    <a:pt x="1234" y="335"/>
                    <a:pt x="1232" y="340"/>
                    <a:pt x="1232" y="343"/>
                  </a:cubicBezTo>
                  <a:cubicBezTo>
                    <a:pt x="1233" y="345"/>
                    <a:pt x="1235" y="342"/>
                    <a:pt x="1240" y="338"/>
                  </a:cubicBezTo>
                  <a:cubicBezTo>
                    <a:pt x="1246" y="334"/>
                    <a:pt x="1258" y="335"/>
                    <a:pt x="1261" y="337"/>
                  </a:cubicBezTo>
                  <a:cubicBezTo>
                    <a:pt x="1265" y="338"/>
                    <a:pt x="1266" y="342"/>
                    <a:pt x="1268" y="342"/>
                  </a:cubicBezTo>
                  <a:cubicBezTo>
                    <a:pt x="1271" y="341"/>
                    <a:pt x="1268" y="338"/>
                    <a:pt x="1271" y="337"/>
                  </a:cubicBezTo>
                  <a:cubicBezTo>
                    <a:pt x="1274" y="336"/>
                    <a:pt x="1279" y="333"/>
                    <a:pt x="1283" y="330"/>
                  </a:cubicBezTo>
                  <a:cubicBezTo>
                    <a:pt x="1287" y="327"/>
                    <a:pt x="1286" y="329"/>
                    <a:pt x="1288" y="327"/>
                  </a:cubicBezTo>
                  <a:cubicBezTo>
                    <a:pt x="1290" y="324"/>
                    <a:pt x="1292" y="325"/>
                    <a:pt x="1293" y="324"/>
                  </a:cubicBezTo>
                  <a:cubicBezTo>
                    <a:pt x="1294" y="322"/>
                    <a:pt x="1299" y="319"/>
                    <a:pt x="1307" y="317"/>
                  </a:cubicBezTo>
                  <a:cubicBezTo>
                    <a:pt x="1315" y="315"/>
                    <a:pt x="1325" y="310"/>
                    <a:pt x="1325" y="309"/>
                  </a:cubicBezTo>
                  <a:cubicBezTo>
                    <a:pt x="1324" y="307"/>
                    <a:pt x="1328" y="306"/>
                    <a:pt x="1328" y="308"/>
                  </a:cubicBezTo>
                  <a:cubicBezTo>
                    <a:pt x="1329" y="309"/>
                    <a:pt x="1331" y="309"/>
                    <a:pt x="1336" y="310"/>
                  </a:cubicBezTo>
                  <a:cubicBezTo>
                    <a:pt x="1340" y="311"/>
                    <a:pt x="1342" y="312"/>
                    <a:pt x="1345" y="309"/>
                  </a:cubicBezTo>
                  <a:cubicBezTo>
                    <a:pt x="1348" y="306"/>
                    <a:pt x="1344" y="305"/>
                    <a:pt x="1345" y="302"/>
                  </a:cubicBezTo>
                  <a:cubicBezTo>
                    <a:pt x="1345" y="300"/>
                    <a:pt x="1339" y="297"/>
                    <a:pt x="1340" y="294"/>
                  </a:cubicBezTo>
                  <a:cubicBezTo>
                    <a:pt x="1340" y="292"/>
                    <a:pt x="1335" y="285"/>
                    <a:pt x="1334" y="286"/>
                  </a:cubicBezTo>
                  <a:cubicBezTo>
                    <a:pt x="1332" y="288"/>
                    <a:pt x="1329" y="285"/>
                    <a:pt x="1329" y="283"/>
                  </a:cubicBezTo>
                  <a:cubicBezTo>
                    <a:pt x="1329" y="281"/>
                    <a:pt x="1329" y="279"/>
                    <a:pt x="1326" y="280"/>
                  </a:cubicBezTo>
                  <a:cubicBezTo>
                    <a:pt x="1324" y="282"/>
                    <a:pt x="1320" y="281"/>
                    <a:pt x="1319" y="279"/>
                  </a:cubicBezTo>
                  <a:cubicBezTo>
                    <a:pt x="1319" y="276"/>
                    <a:pt x="1324" y="275"/>
                    <a:pt x="1328" y="276"/>
                  </a:cubicBezTo>
                  <a:cubicBezTo>
                    <a:pt x="1331" y="278"/>
                    <a:pt x="1330" y="279"/>
                    <a:pt x="1332" y="280"/>
                  </a:cubicBezTo>
                  <a:cubicBezTo>
                    <a:pt x="1334" y="282"/>
                    <a:pt x="1339" y="281"/>
                    <a:pt x="1342" y="280"/>
                  </a:cubicBezTo>
                  <a:cubicBezTo>
                    <a:pt x="1344" y="279"/>
                    <a:pt x="1352" y="276"/>
                    <a:pt x="1353" y="274"/>
                  </a:cubicBezTo>
                  <a:cubicBezTo>
                    <a:pt x="1354" y="272"/>
                    <a:pt x="1353" y="271"/>
                    <a:pt x="1355" y="270"/>
                  </a:cubicBezTo>
                  <a:cubicBezTo>
                    <a:pt x="1358" y="269"/>
                    <a:pt x="1356" y="266"/>
                    <a:pt x="1354" y="265"/>
                  </a:cubicBezTo>
                  <a:cubicBezTo>
                    <a:pt x="1352" y="264"/>
                    <a:pt x="1352" y="261"/>
                    <a:pt x="1354" y="261"/>
                  </a:cubicBezTo>
                  <a:cubicBezTo>
                    <a:pt x="1357" y="261"/>
                    <a:pt x="1356" y="258"/>
                    <a:pt x="1358" y="258"/>
                  </a:cubicBezTo>
                  <a:cubicBezTo>
                    <a:pt x="1359" y="258"/>
                    <a:pt x="1359" y="259"/>
                    <a:pt x="1362" y="258"/>
                  </a:cubicBezTo>
                  <a:cubicBezTo>
                    <a:pt x="1365" y="256"/>
                    <a:pt x="1362" y="260"/>
                    <a:pt x="1361" y="262"/>
                  </a:cubicBezTo>
                  <a:cubicBezTo>
                    <a:pt x="1360" y="265"/>
                    <a:pt x="1363" y="267"/>
                    <a:pt x="1364" y="268"/>
                  </a:cubicBezTo>
                  <a:cubicBezTo>
                    <a:pt x="1364" y="269"/>
                    <a:pt x="1370" y="270"/>
                    <a:pt x="1373" y="268"/>
                  </a:cubicBezTo>
                  <a:cubicBezTo>
                    <a:pt x="1376" y="267"/>
                    <a:pt x="1385" y="270"/>
                    <a:pt x="1386" y="272"/>
                  </a:cubicBezTo>
                  <a:cubicBezTo>
                    <a:pt x="1386" y="275"/>
                    <a:pt x="1388" y="278"/>
                    <a:pt x="1392" y="280"/>
                  </a:cubicBezTo>
                  <a:cubicBezTo>
                    <a:pt x="1396" y="282"/>
                    <a:pt x="1399" y="281"/>
                    <a:pt x="1400" y="283"/>
                  </a:cubicBezTo>
                  <a:cubicBezTo>
                    <a:pt x="1401" y="285"/>
                    <a:pt x="1402" y="286"/>
                    <a:pt x="1405" y="285"/>
                  </a:cubicBezTo>
                  <a:cubicBezTo>
                    <a:pt x="1407" y="285"/>
                    <a:pt x="1408" y="287"/>
                    <a:pt x="1410" y="286"/>
                  </a:cubicBezTo>
                  <a:cubicBezTo>
                    <a:pt x="1411" y="284"/>
                    <a:pt x="1412" y="286"/>
                    <a:pt x="1414" y="285"/>
                  </a:cubicBezTo>
                  <a:cubicBezTo>
                    <a:pt x="1416" y="283"/>
                    <a:pt x="1410" y="281"/>
                    <a:pt x="1411" y="280"/>
                  </a:cubicBezTo>
                  <a:cubicBezTo>
                    <a:pt x="1411" y="278"/>
                    <a:pt x="1413" y="281"/>
                    <a:pt x="1415" y="281"/>
                  </a:cubicBezTo>
                  <a:cubicBezTo>
                    <a:pt x="1417" y="281"/>
                    <a:pt x="1414" y="277"/>
                    <a:pt x="1416" y="277"/>
                  </a:cubicBezTo>
                  <a:cubicBezTo>
                    <a:pt x="1417" y="276"/>
                    <a:pt x="1416" y="269"/>
                    <a:pt x="1414" y="269"/>
                  </a:cubicBezTo>
                  <a:cubicBezTo>
                    <a:pt x="1413" y="268"/>
                    <a:pt x="1414" y="265"/>
                    <a:pt x="1417" y="268"/>
                  </a:cubicBezTo>
                  <a:cubicBezTo>
                    <a:pt x="1420" y="270"/>
                    <a:pt x="1424" y="270"/>
                    <a:pt x="1426" y="270"/>
                  </a:cubicBezTo>
                  <a:cubicBezTo>
                    <a:pt x="1428" y="270"/>
                    <a:pt x="1426" y="268"/>
                    <a:pt x="1424" y="267"/>
                  </a:cubicBezTo>
                  <a:cubicBezTo>
                    <a:pt x="1422" y="267"/>
                    <a:pt x="1425" y="265"/>
                    <a:pt x="1426" y="266"/>
                  </a:cubicBezTo>
                  <a:cubicBezTo>
                    <a:pt x="1428" y="268"/>
                    <a:pt x="1431" y="268"/>
                    <a:pt x="1431" y="267"/>
                  </a:cubicBezTo>
                  <a:cubicBezTo>
                    <a:pt x="1431" y="265"/>
                    <a:pt x="1433" y="262"/>
                    <a:pt x="1435" y="262"/>
                  </a:cubicBezTo>
                  <a:cubicBezTo>
                    <a:pt x="1438" y="262"/>
                    <a:pt x="1439" y="261"/>
                    <a:pt x="1436" y="260"/>
                  </a:cubicBezTo>
                  <a:close/>
                  <a:moveTo>
                    <a:pt x="742" y="423"/>
                  </a:moveTo>
                  <a:cubicBezTo>
                    <a:pt x="735" y="430"/>
                    <a:pt x="721" y="431"/>
                    <a:pt x="721" y="436"/>
                  </a:cubicBezTo>
                  <a:cubicBezTo>
                    <a:pt x="721" y="442"/>
                    <a:pt x="703" y="444"/>
                    <a:pt x="702" y="442"/>
                  </a:cubicBezTo>
                  <a:cubicBezTo>
                    <a:pt x="701" y="440"/>
                    <a:pt x="715" y="439"/>
                    <a:pt x="718" y="432"/>
                  </a:cubicBezTo>
                  <a:cubicBezTo>
                    <a:pt x="721" y="424"/>
                    <a:pt x="734" y="421"/>
                    <a:pt x="740" y="411"/>
                  </a:cubicBezTo>
                  <a:cubicBezTo>
                    <a:pt x="745" y="404"/>
                    <a:pt x="749" y="393"/>
                    <a:pt x="751" y="393"/>
                  </a:cubicBezTo>
                  <a:cubicBezTo>
                    <a:pt x="754" y="394"/>
                    <a:pt x="749" y="417"/>
                    <a:pt x="742" y="423"/>
                  </a:cubicBezTo>
                  <a:close/>
                  <a:moveTo>
                    <a:pt x="774" y="131"/>
                  </a:moveTo>
                  <a:cubicBezTo>
                    <a:pt x="773" y="133"/>
                    <a:pt x="767" y="133"/>
                    <a:pt x="769" y="135"/>
                  </a:cubicBezTo>
                  <a:cubicBezTo>
                    <a:pt x="771" y="138"/>
                    <a:pt x="784" y="136"/>
                    <a:pt x="784" y="132"/>
                  </a:cubicBezTo>
                  <a:cubicBezTo>
                    <a:pt x="784" y="128"/>
                    <a:pt x="775" y="129"/>
                    <a:pt x="774" y="131"/>
                  </a:cubicBezTo>
                  <a:close/>
                  <a:moveTo>
                    <a:pt x="320" y="8"/>
                  </a:moveTo>
                  <a:cubicBezTo>
                    <a:pt x="326" y="8"/>
                    <a:pt x="324" y="4"/>
                    <a:pt x="328" y="5"/>
                  </a:cubicBezTo>
                  <a:cubicBezTo>
                    <a:pt x="332" y="5"/>
                    <a:pt x="338" y="5"/>
                    <a:pt x="336" y="2"/>
                  </a:cubicBezTo>
                  <a:cubicBezTo>
                    <a:pt x="334" y="0"/>
                    <a:pt x="319" y="1"/>
                    <a:pt x="321" y="3"/>
                  </a:cubicBezTo>
                  <a:cubicBezTo>
                    <a:pt x="322" y="5"/>
                    <a:pt x="309" y="4"/>
                    <a:pt x="309" y="5"/>
                  </a:cubicBezTo>
                  <a:cubicBezTo>
                    <a:pt x="310" y="6"/>
                    <a:pt x="314" y="8"/>
                    <a:pt x="320" y="8"/>
                  </a:cubicBezTo>
                  <a:close/>
                  <a:moveTo>
                    <a:pt x="289" y="25"/>
                  </a:moveTo>
                  <a:cubicBezTo>
                    <a:pt x="289" y="21"/>
                    <a:pt x="276" y="25"/>
                    <a:pt x="279" y="26"/>
                  </a:cubicBezTo>
                  <a:cubicBezTo>
                    <a:pt x="281" y="27"/>
                    <a:pt x="289" y="29"/>
                    <a:pt x="289" y="25"/>
                  </a:cubicBezTo>
                  <a:close/>
                  <a:moveTo>
                    <a:pt x="321" y="21"/>
                  </a:moveTo>
                  <a:cubicBezTo>
                    <a:pt x="322" y="23"/>
                    <a:pt x="320" y="24"/>
                    <a:pt x="315" y="24"/>
                  </a:cubicBezTo>
                  <a:cubicBezTo>
                    <a:pt x="310" y="24"/>
                    <a:pt x="308" y="26"/>
                    <a:pt x="310" y="29"/>
                  </a:cubicBezTo>
                  <a:cubicBezTo>
                    <a:pt x="313" y="31"/>
                    <a:pt x="326" y="30"/>
                    <a:pt x="329" y="27"/>
                  </a:cubicBezTo>
                  <a:cubicBezTo>
                    <a:pt x="331" y="24"/>
                    <a:pt x="337" y="27"/>
                    <a:pt x="338" y="24"/>
                  </a:cubicBezTo>
                  <a:cubicBezTo>
                    <a:pt x="339" y="21"/>
                    <a:pt x="321" y="19"/>
                    <a:pt x="321" y="21"/>
                  </a:cubicBezTo>
                  <a:close/>
                  <a:moveTo>
                    <a:pt x="364" y="17"/>
                  </a:moveTo>
                  <a:cubicBezTo>
                    <a:pt x="366" y="14"/>
                    <a:pt x="361" y="14"/>
                    <a:pt x="360" y="12"/>
                  </a:cubicBezTo>
                  <a:cubicBezTo>
                    <a:pt x="360" y="10"/>
                    <a:pt x="346" y="9"/>
                    <a:pt x="347" y="12"/>
                  </a:cubicBezTo>
                  <a:cubicBezTo>
                    <a:pt x="347" y="14"/>
                    <a:pt x="337" y="17"/>
                    <a:pt x="340" y="20"/>
                  </a:cubicBezTo>
                  <a:cubicBezTo>
                    <a:pt x="346" y="24"/>
                    <a:pt x="362" y="19"/>
                    <a:pt x="364" y="17"/>
                  </a:cubicBezTo>
                  <a:close/>
                  <a:moveTo>
                    <a:pt x="324" y="13"/>
                  </a:moveTo>
                  <a:cubicBezTo>
                    <a:pt x="325" y="7"/>
                    <a:pt x="316" y="12"/>
                    <a:pt x="310" y="9"/>
                  </a:cubicBezTo>
                  <a:cubicBezTo>
                    <a:pt x="304" y="6"/>
                    <a:pt x="300" y="6"/>
                    <a:pt x="304" y="10"/>
                  </a:cubicBezTo>
                  <a:cubicBezTo>
                    <a:pt x="306" y="12"/>
                    <a:pt x="293" y="13"/>
                    <a:pt x="295" y="15"/>
                  </a:cubicBezTo>
                  <a:cubicBezTo>
                    <a:pt x="300" y="20"/>
                    <a:pt x="324" y="18"/>
                    <a:pt x="324" y="13"/>
                  </a:cubicBezTo>
                  <a:close/>
                  <a:moveTo>
                    <a:pt x="287" y="151"/>
                  </a:moveTo>
                  <a:cubicBezTo>
                    <a:pt x="288" y="153"/>
                    <a:pt x="286" y="155"/>
                    <a:pt x="281" y="155"/>
                  </a:cubicBezTo>
                  <a:cubicBezTo>
                    <a:pt x="277" y="155"/>
                    <a:pt x="284" y="158"/>
                    <a:pt x="284" y="161"/>
                  </a:cubicBezTo>
                  <a:cubicBezTo>
                    <a:pt x="285" y="164"/>
                    <a:pt x="279" y="162"/>
                    <a:pt x="279" y="166"/>
                  </a:cubicBezTo>
                  <a:cubicBezTo>
                    <a:pt x="279" y="170"/>
                    <a:pt x="270" y="166"/>
                    <a:pt x="269" y="171"/>
                  </a:cubicBezTo>
                  <a:cubicBezTo>
                    <a:pt x="267" y="177"/>
                    <a:pt x="273" y="176"/>
                    <a:pt x="277" y="176"/>
                  </a:cubicBezTo>
                  <a:cubicBezTo>
                    <a:pt x="281" y="177"/>
                    <a:pt x="276" y="180"/>
                    <a:pt x="279" y="182"/>
                  </a:cubicBezTo>
                  <a:cubicBezTo>
                    <a:pt x="282" y="185"/>
                    <a:pt x="284" y="184"/>
                    <a:pt x="282" y="180"/>
                  </a:cubicBezTo>
                  <a:cubicBezTo>
                    <a:pt x="280" y="176"/>
                    <a:pt x="292" y="181"/>
                    <a:pt x="289" y="184"/>
                  </a:cubicBezTo>
                  <a:cubicBezTo>
                    <a:pt x="285" y="188"/>
                    <a:pt x="295" y="190"/>
                    <a:pt x="299" y="190"/>
                  </a:cubicBezTo>
                  <a:cubicBezTo>
                    <a:pt x="304" y="191"/>
                    <a:pt x="321" y="194"/>
                    <a:pt x="321" y="190"/>
                  </a:cubicBezTo>
                  <a:cubicBezTo>
                    <a:pt x="321" y="188"/>
                    <a:pt x="315" y="186"/>
                    <a:pt x="310" y="180"/>
                  </a:cubicBezTo>
                  <a:cubicBezTo>
                    <a:pt x="305" y="175"/>
                    <a:pt x="301" y="166"/>
                    <a:pt x="307" y="162"/>
                  </a:cubicBezTo>
                  <a:cubicBezTo>
                    <a:pt x="313" y="158"/>
                    <a:pt x="308" y="157"/>
                    <a:pt x="314" y="152"/>
                  </a:cubicBezTo>
                  <a:cubicBezTo>
                    <a:pt x="319" y="148"/>
                    <a:pt x="316" y="144"/>
                    <a:pt x="321" y="144"/>
                  </a:cubicBezTo>
                  <a:cubicBezTo>
                    <a:pt x="326" y="143"/>
                    <a:pt x="320" y="139"/>
                    <a:pt x="325" y="138"/>
                  </a:cubicBezTo>
                  <a:cubicBezTo>
                    <a:pt x="330" y="137"/>
                    <a:pt x="331" y="132"/>
                    <a:pt x="331" y="130"/>
                  </a:cubicBezTo>
                  <a:cubicBezTo>
                    <a:pt x="330" y="128"/>
                    <a:pt x="336" y="130"/>
                    <a:pt x="339" y="127"/>
                  </a:cubicBezTo>
                  <a:cubicBezTo>
                    <a:pt x="341" y="124"/>
                    <a:pt x="348" y="126"/>
                    <a:pt x="350" y="122"/>
                  </a:cubicBezTo>
                  <a:cubicBezTo>
                    <a:pt x="352" y="118"/>
                    <a:pt x="380" y="108"/>
                    <a:pt x="397" y="104"/>
                  </a:cubicBezTo>
                  <a:cubicBezTo>
                    <a:pt x="413" y="100"/>
                    <a:pt x="424" y="94"/>
                    <a:pt x="418" y="89"/>
                  </a:cubicBezTo>
                  <a:cubicBezTo>
                    <a:pt x="413" y="85"/>
                    <a:pt x="396" y="91"/>
                    <a:pt x="392" y="94"/>
                  </a:cubicBezTo>
                  <a:cubicBezTo>
                    <a:pt x="388" y="97"/>
                    <a:pt x="383" y="95"/>
                    <a:pt x="379" y="97"/>
                  </a:cubicBezTo>
                  <a:cubicBezTo>
                    <a:pt x="375" y="100"/>
                    <a:pt x="366" y="102"/>
                    <a:pt x="362" y="99"/>
                  </a:cubicBezTo>
                  <a:cubicBezTo>
                    <a:pt x="358" y="96"/>
                    <a:pt x="353" y="102"/>
                    <a:pt x="350" y="102"/>
                  </a:cubicBezTo>
                  <a:cubicBezTo>
                    <a:pt x="346" y="102"/>
                    <a:pt x="343" y="105"/>
                    <a:pt x="339" y="105"/>
                  </a:cubicBezTo>
                  <a:cubicBezTo>
                    <a:pt x="336" y="105"/>
                    <a:pt x="329" y="108"/>
                    <a:pt x="328" y="110"/>
                  </a:cubicBezTo>
                  <a:cubicBezTo>
                    <a:pt x="328" y="112"/>
                    <a:pt x="322" y="111"/>
                    <a:pt x="322" y="114"/>
                  </a:cubicBezTo>
                  <a:cubicBezTo>
                    <a:pt x="322" y="116"/>
                    <a:pt x="317" y="118"/>
                    <a:pt x="314" y="116"/>
                  </a:cubicBezTo>
                  <a:cubicBezTo>
                    <a:pt x="312" y="114"/>
                    <a:pt x="309" y="119"/>
                    <a:pt x="313" y="122"/>
                  </a:cubicBezTo>
                  <a:cubicBezTo>
                    <a:pt x="316" y="125"/>
                    <a:pt x="306" y="125"/>
                    <a:pt x="308" y="127"/>
                  </a:cubicBezTo>
                  <a:cubicBezTo>
                    <a:pt x="310" y="129"/>
                    <a:pt x="304" y="130"/>
                    <a:pt x="305" y="133"/>
                  </a:cubicBezTo>
                  <a:cubicBezTo>
                    <a:pt x="307" y="135"/>
                    <a:pt x="302" y="136"/>
                    <a:pt x="298" y="136"/>
                  </a:cubicBezTo>
                  <a:cubicBezTo>
                    <a:pt x="294" y="137"/>
                    <a:pt x="292" y="142"/>
                    <a:pt x="297" y="142"/>
                  </a:cubicBezTo>
                  <a:cubicBezTo>
                    <a:pt x="302" y="143"/>
                    <a:pt x="294" y="143"/>
                    <a:pt x="295" y="147"/>
                  </a:cubicBezTo>
                  <a:cubicBezTo>
                    <a:pt x="295" y="151"/>
                    <a:pt x="287" y="148"/>
                    <a:pt x="287" y="15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6" name="Google Shape;406;p1"/>
            <p:cNvSpPr/>
            <p:nvPr/>
          </p:nvSpPr>
          <p:spPr>
            <a:xfrm>
              <a:off x="6351300" y="875996"/>
              <a:ext cx="5217943" cy="2004071"/>
            </a:xfrm>
            <a:custGeom>
              <a:avLst/>
              <a:gdLst/>
              <a:ahLst/>
              <a:cxnLst/>
              <a:rect l="l" t="t" r="r" b="b"/>
              <a:pathLst>
                <a:path w="1439" h="552" extrusionOk="0">
                  <a:moveTo>
                    <a:pt x="22" y="399"/>
                  </a:moveTo>
                  <a:cubicBezTo>
                    <a:pt x="21" y="399"/>
                    <a:pt x="18" y="398"/>
                    <a:pt x="17" y="397"/>
                  </a:cubicBezTo>
                  <a:cubicBezTo>
                    <a:pt x="16" y="396"/>
                    <a:pt x="14" y="396"/>
                    <a:pt x="12" y="397"/>
                  </a:cubicBezTo>
                  <a:cubicBezTo>
                    <a:pt x="12" y="397"/>
                    <a:pt x="13" y="397"/>
                    <a:pt x="13" y="398"/>
                  </a:cubicBezTo>
                  <a:cubicBezTo>
                    <a:pt x="14" y="400"/>
                    <a:pt x="9" y="400"/>
                    <a:pt x="10" y="402"/>
                  </a:cubicBezTo>
                  <a:cubicBezTo>
                    <a:pt x="12" y="405"/>
                    <a:pt x="6" y="405"/>
                    <a:pt x="6" y="402"/>
                  </a:cubicBezTo>
                  <a:cubicBezTo>
                    <a:pt x="6" y="400"/>
                    <a:pt x="0" y="401"/>
                    <a:pt x="1" y="403"/>
                  </a:cubicBezTo>
                  <a:cubicBezTo>
                    <a:pt x="1" y="403"/>
                    <a:pt x="1" y="404"/>
                    <a:pt x="0" y="405"/>
                  </a:cubicBezTo>
                  <a:cubicBezTo>
                    <a:pt x="2" y="405"/>
                    <a:pt x="4" y="406"/>
                    <a:pt x="4" y="406"/>
                  </a:cubicBezTo>
                  <a:cubicBezTo>
                    <a:pt x="6" y="407"/>
                    <a:pt x="20" y="408"/>
                    <a:pt x="26" y="407"/>
                  </a:cubicBezTo>
                  <a:cubicBezTo>
                    <a:pt x="26" y="406"/>
                    <a:pt x="27" y="403"/>
                    <a:pt x="27" y="402"/>
                  </a:cubicBezTo>
                  <a:cubicBezTo>
                    <a:pt x="27" y="400"/>
                    <a:pt x="23" y="398"/>
                    <a:pt x="22" y="399"/>
                  </a:cubicBezTo>
                  <a:close/>
                  <a:moveTo>
                    <a:pt x="382" y="15"/>
                  </a:moveTo>
                  <a:cubicBezTo>
                    <a:pt x="392" y="14"/>
                    <a:pt x="391" y="9"/>
                    <a:pt x="386" y="8"/>
                  </a:cubicBezTo>
                  <a:cubicBezTo>
                    <a:pt x="381" y="7"/>
                    <a:pt x="381" y="11"/>
                    <a:pt x="378" y="11"/>
                  </a:cubicBezTo>
                  <a:cubicBezTo>
                    <a:pt x="376" y="11"/>
                    <a:pt x="366" y="13"/>
                    <a:pt x="368" y="15"/>
                  </a:cubicBezTo>
                  <a:cubicBezTo>
                    <a:pt x="371" y="17"/>
                    <a:pt x="377" y="16"/>
                    <a:pt x="382" y="15"/>
                  </a:cubicBezTo>
                  <a:close/>
                  <a:moveTo>
                    <a:pt x="430" y="154"/>
                  </a:moveTo>
                  <a:cubicBezTo>
                    <a:pt x="434" y="154"/>
                    <a:pt x="442" y="153"/>
                    <a:pt x="443" y="151"/>
                  </a:cubicBezTo>
                  <a:cubicBezTo>
                    <a:pt x="444" y="149"/>
                    <a:pt x="440" y="147"/>
                    <a:pt x="434" y="147"/>
                  </a:cubicBezTo>
                  <a:cubicBezTo>
                    <a:pt x="428" y="147"/>
                    <a:pt x="427" y="153"/>
                    <a:pt x="430" y="154"/>
                  </a:cubicBezTo>
                  <a:close/>
                  <a:moveTo>
                    <a:pt x="614" y="27"/>
                  </a:moveTo>
                  <a:cubicBezTo>
                    <a:pt x="619" y="29"/>
                    <a:pt x="617" y="30"/>
                    <a:pt x="612" y="30"/>
                  </a:cubicBezTo>
                  <a:cubicBezTo>
                    <a:pt x="607" y="30"/>
                    <a:pt x="603" y="32"/>
                    <a:pt x="606" y="33"/>
                  </a:cubicBezTo>
                  <a:cubicBezTo>
                    <a:pt x="609" y="34"/>
                    <a:pt x="609" y="37"/>
                    <a:pt x="614" y="38"/>
                  </a:cubicBezTo>
                  <a:cubicBezTo>
                    <a:pt x="619" y="39"/>
                    <a:pt x="624" y="35"/>
                    <a:pt x="624" y="32"/>
                  </a:cubicBezTo>
                  <a:cubicBezTo>
                    <a:pt x="623" y="29"/>
                    <a:pt x="642" y="26"/>
                    <a:pt x="647" y="25"/>
                  </a:cubicBezTo>
                  <a:cubicBezTo>
                    <a:pt x="652" y="24"/>
                    <a:pt x="644" y="18"/>
                    <a:pt x="649" y="18"/>
                  </a:cubicBezTo>
                  <a:cubicBezTo>
                    <a:pt x="655" y="17"/>
                    <a:pt x="652" y="15"/>
                    <a:pt x="646" y="14"/>
                  </a:cubicBezTo>
                  <a:cubicBezTo>
                    <a:pt x="639" y="13"/>
                    <a:pt x="642" y="7"/>
                    <a:pt x="639" y="5"/>
                  </a:cubicBezTo>
                  <a:cubicBezTo>
                    <a:pt x="637" y="3"/>
                    <a:pt x="636" y="8"/>
                    <a:pt x="627" y="9"/>
                  </a:cubicBezTo>
                  <a:cubicBezTo>
                    <a:pt x="618" y="11"/>
                    <a:pt x="614" y="13"/>
                    <a:pt x="618" y="15"/>
                  </a:cubicBezTo>
                  <a:cubicBezTo>
                    <a:pt x="621" y="17"/>
                    <a:pt x="618" y="21"/>
                    <a:pt x="614" y="21"/>
                  </a:cubicBezTo>
                  <a:cubicBezTo>
                    <a:pt x="610" y="21"/>
                    <a:pt x="610" y="25"/>
                    <a:pt x="614" y="27"/>
                  </a:cubicBezTo>
                  <a:close/>
                  <a:moveTo>
                    <a:pt x="627" y="34"/>
                  </a:moveTo>
                  <a:cubicBezTo>
                    <a:pt x="627" y="36"/>
                    <a:pt x="619" y="39"/>
                    <a:pt x="622" y="41"/>
                  </a:cubicBezTo>
                  <a:cubicBezTo>
                    <a:pt x="624" y="43"/>
                    <a:pt x="625" y="42"/>
                    <a:pt x="628" y="43"/>
                  </a:cubicBezTo>
                  <a:cubicBezTo>
                    <a:pt x="630" y="43"/>
                    <a:pt x="632" y="50"/>
                    <a:pt x="636" y="49"/>
                  </a:cubicBezTo>
                  <a:cubicBezTo>
                    <a:pt x="641" y="48"/>
                    <a:pt x="653" y="54"/>
                    <a:pt x="660" y="54"/>
                  </a:cubicBezTo>
                  <a:cubicBezTo>
                    <a:pt x="667" y="54"/>
                    <a:pt x="668" y="48"/>
                    <a:pt x="666" y="47"/>
                  </a:cubicBezTo>
                  <a:cubicBezTo>
                    <a:pt x="664" y="47"/>
                    <a:pt x="666" y="44"/>
                    <a:pt x="670" y="38"/>
                  </a:cubicBezTo>
                  <a:cubicBezTo>
                    <a:pt x="673" y="32"/>
                    <a:pt x="657" y="28"/>
                    <a:pt x="657" y="32"/>
                  </a:cubicBezTo>
                  <a:cubicBezTo>
                    <a:pt x="657" y="37"/>
                    <a:pt x="652" y="31"/>
                    <a:pt x="651" y="29"/>
                  </a:cubicBezTo>
                  <a:cubicBezTo>
                    <a:pt x="649" y="26"/>
                    <a:pt x="627" y="31"/>
                    <a:pt x="627" y="34"/>
                  </a:cubicBezTo>
                  <a:close/>
                  <a:moveTo>
                    <a:pt x="503" y="158"/>
                  </a:moveTo>
                  <a:cubicBezTo>
                    <a:pt x="507" y="160"/>
                    <a:pt x="510" y="159"/>
                    <a:pt x="509" y="155"/>
                  </a:cubicBezTo>
                  <a:cubicBezTo>
                    <a:pt x="509" y="151"/>
                    <a:pt x="500" y="156"/>
                    <a:pt x="503" y="158"/>
                  </a:cubicBezTo>
                  <a:close/>
                  <a:moveTo>
                    <a:pt x="608" y="9"/>
                  </a:moveTo>
                  <a:cubicBezTo>
                    <a:pt x="609" y="5"/>
                    <a:pt x="592" y="7"/>
                    <a:pt x="597" y="10"/>
                  </a:cubicBezTo>
                  <a:cubicBezTo>
                    <a:pt x="598" y="12"/>
                    <a:pt x="607" y="13"/>
                    <a:pt x="608" y="9"/>
                  </a:cubicBezTo>
                  <a:close/>
                  <a:moveTo>
                    <a:pt x="1340" y="189"/>
                  </a:moveTo>
                  <a:cubicBezTo>
                    <a:pt x="1345" y="192"/>
                    <a:pt x="1348" y="186"/>
                    <a:pt x="1352" y="189"/>
                  </a:cubicBezTo>
                  <a:cubicBezTo>
                    <a:pt x="1356" y="192"/>
                    <a:pt x="1366" y="188"/>
                    <a:pt x="1370" y="187"/>
                  </a:cubicBezTo>
                  <a:cubicBezTo>
                    <a:pt x="1374" y="186"/>
                    <a:pt x="1372" y="181"/>
                    <a:pt x="1361" y="180"/>
                  </a:cubicBezTo>
                  <a:cubicBezTo>
                    <a:pt x="1350" y="179"/>
                    <a:pt x="1335" y="187"/>
                    <a:pt x="1340" y="189"/>
                  </a:cubicBezTo>
                  <a:close/>
                  <a:moveTo>
                    <a:pt x="666" y="69"/>
                  </a:moveTo>
                  <a:cubicBezTo>
                    <a:pt x="670" y="71"/>
                    <a:pt x="681" y="66"/>
                    <a:pt x="688" y="66"/>
                  </a:cubicBezTo>
                  <a:cubicBezTo>
                    <a:pt x="696" y="67"/>
                    <a:pt x="717" y="61"/>
                    <a:pt x="717" y="57"/>
                  </a:cubicBezTo>
                  <a:cubicBezTo>
                    <a:pt x="718" y="53"/>
                    <a:pt x="710" y="53"/>
                    <a:pt x="706" y="50"/>
                  </a:cubicBezTo>
                  <a:cubicBezTo>
                    <a:pt x="703" y="46"/>
                    <a:pt x="696" y="49"/>
                    <a:pt x="694" y="52"/>
                  </a:cubicBezTo>
                  <a:cubicBezTo>
                    <a:pt x="692" y="55"/>
                    <a:pt x="690" y="52"/>
                    <a:pt x="695" y="48"/>
                  </a:cubicBezTo>
                  <a:cubicBezTo>
                    <a:pt x="700" y="43"/>
                    <a:pt x="690" y="39"/>
                    <a:pt x="690" y="42"/>
                  </a:cubicBezTo>
                  <a:cubicBezTo>
                    <a:pt x="690" y="45"/>
                    <a:pt x="681" y="43"/>
                    <a:pt x="681" y="45"/>
                  </a:cubicBezTo>
                  <a:cubicBezTo>
                    <a:pt x="681" y="48"/>
                    <a:pt x="678" y="49"/>
                    <a:pt x="678" y="52"/>
                  </a:cubicBezTo>
                  <a:cubicBezTo>
                    <a:pt x="678" y="55"/>
                    <a:pt x="672" y="51"/>
                    <a:pt x="672" y="57"/>
                  </a:cubicBezTo>
                  <a:cubicBezTo>
                    <a:pt x="672" y="63"/>
                    <a:pt x="662" y="67"/>
                    <a:pt x="666" y="69"/>
                  </a:cubicBezTo>
                  <a:close/>
                  <a:moveTo>
                    <a:pt x="987" y="120"/>
                  </a:moveTo>
                  <a:cubicBezTo>
                    <a:pt x="991" y="122"/>
                    <a:pt x="992" y="123"/>
                    <a:pt x="994" y="125"/>
                  </a:cubicBezTo>
                  <a:cubicBezTo>
                    <a:pt x="996" y="127"/>
                    <a:pt x="1003" y="124"/>
                    <a:pt x="1006" y="123"/>
                  </a:cubicBezTo>
                  <a:cubicBezTo>
                    <a:pt x="1009" y="122"/>
                    <a:pt x="1010" y="128"/>
                    <a:pt x="1014" y="125"/>
                  </a:cubicBezTo>
                  <a:cubicBezTo>
                    <a:pt x="1019" y="122"/>
                    <a:pt x="1024" y="123"/>
                    <a:pt x="1029" y="123"/>
                  </a:cubicBezTo>
                  <a:cubicBezTo>
                    <a:pt x="1035" y="123"/>
                    <a:pt x="1028" y="117"/>
                    <a:pt x="1029" y="114"/>
                  </a:cubicBezTo>
                  <a:cubicBezTo>
                    <a:pt x="1029" y="111"/>
                    <a:pt x="1035" y="113"/>
                    <a:pt x="1033" y="115"/>
                  </a:cubicBezTo>
                  <a:cubicBezTo>
                    <a:pt x="1031" y="118"/>
                    <a:pt x="1036" y="123"/>
                    <a:pt x="1044" y="123"/>
                  </a:cubicBezTo>
                  <a:cubicBezTo>
                    <a:pt x="1052" y="122"/>
                    <a:pt x="1046" y="118"/>
                    <a:pt x="1050" y="116"/>
                  </a:cubicBezTo>
                  <a:cubicBezTo>
                    <a:pt x="1054" y="114"/>
                    <a:pt x="1053" y="112"/>
                    <a:pt x="1048" y="109"/>
                  </a:cubicBezTo>
                  <a:cubicBezTo>
                    <a:pt x="1042" y="105"/>
                    <a:pt x="1034" y="107"/>
                    <a:pt x="1030" y="105"/>
                  </a:cubicBezTo>
                  <a:cubicBezTo>
                    <a:pt x="1024" y="103"/>
                    <a:pt x="1018" y="103"/>
                    <a:pt x="1018" y="108"/>
                  </a:cubicBezTo>
                  <a:cubicBezTo>
                    <a:pt x="1017" y="114"/>
                    <a:pt x="1007" y="102"/>
                    <a:pt x="1001" y="100"/>
                  </a:cubicBezTo>
                  <a:cubicBezTo>
                    <a:pt x="996" y="99"/>
                    <a:pt x="979" y="116"/>
                    <a:pt x="987" y="120"/>
                  </a:cubicBezTo>
                  <a:close/>
                  <a:moveTo>
                    <a:pt x="1039" y="152"/>
                  </a:moveTo>
                  <a:cubicBezTo>
                    <a:pt x="1044" y="151"/>
                    <a:pt x="1036" y="143"/>
                    <a:pt x="1028" y="141"/>
                  </a:cubicBezTo>
                  <a:cubicBezTo>
                    <a:pt x="1021" y="140"/>
                    <a:pt x="1013" y="147"/>
                    <a:pt x="1014" y="148"/>
                  </a:cubicBezTo>
                  <a:cubicBezTo>
                    <a:pt x="1017" y="151"/>
                    <a:pt x="1035" y="153"/>
                    <a:pt x="1039" y="152"/>
                  </a:cubicBezTo>
                  <a:close/>
                  <a:moveTo>
                    <a:pt x="1019" y="135"/>
                  </a:moveTo>
                  <a:cubicBezTo>
                    <a:pt x="1019" y="132"/>
                    <a:pt x="1006" y="137"/>
                    <a:pt x="1011" y="139"/>
                  </a:cubicBezTo>
                  <a:cubicBezTo>
                    <a:pt x="1014" y="140"/>
                    <a:pt x="1019" y="139"/>
                    <a:pt x="1019" y="135"/>
                  </a:cubicBezTo>
                  <a:close/>
                  <a:moveTo>
                    <a:pt x="1063" y="120"/>
                  </a:moveTo>
                  <a:cubicBezTo>
                    <a:pt x="1069" y="120"/>
                    <a:pt x="1072" y="126"/>
                    <a:pt x="1083" y="127"/>
                  </a:cubicBezTo>
                  <a:cubicBezTo>
                    <a:pt x="1094" y="127"/>
                    <a:pt x="1103" y="125"/>
                    <a:pt x="1103" y="123"/>
                  </a:cubicBezTo>
                  <a:cubicBezTo>
                    <a:pt x="1103" y="120"/>
                    <a:pt x="1093" y="117"/>
                    <a:pt x="1090" y="119"/>
                  </a:cubicBezTo>
                  <a:cubicBezTo>
                    <a:pt x="1086" y="120"/>
                    <a:pt x="1084" y="115"/>
                    <a:pt x="1080" y="117"/>
                  </a:cubicBezTo>
                  <a:cubicBezTo>
                    <a:pt x="1076" y="118"/>
                    <a:pt x="1070" y="118"/>
                    <a:pt x="1068" y="114"/>
                  </a:cubicBezTo>
                  <a:cubicBezTo>
                    <a:pt x="1066" y="111"/>
                    <a:pt x="1060" y="120"/>
                    <a:pt x="1063" y="120"/>
                  </a:cubicBezTo>
                  <a:close/>
                  <a:moveTo>
                    <a:pt x="231" y="19"/>
                  </a:moveTo>
                  <a:cubicBezTo>
                    <a:pt x="237" y="13"/>
                    <a:pt x="244" y="18"/>
                    <a:pt x="245" y="16"/>
                  </a:cubicBezTo>
                  <a:cubicBezTo>
                    <a:pt x="246" y="13"/>
                    <a:pt x="234" y="13"/>
                    <a:pt x="230" y="15"/>
                  </a:cubicBezTo>
                  <a:cubicBezTo>
                    <a:pt x="226" y="17"/>
                    <a:pt x="216" y="15"/>
                    <a:pt x="217" y="18"/>
                  </a:cubicBezTo>
                  <a:cubicBezTo>
                    <a:pt x="218" y="20"/>
                    <a:pt x="225" y="24"/>
                    <a:pt x="231" y="19"/>
                  </a:cubicBezTo>
                  <a:close/>
                  <a:moveTo>
                    <a:pt x="1037" y="439"/>
                  </a:moveTo>
                  <a:cubicBezTo>
                    <a:pt x="1034" y="432"/>
                    <a:pt x="1041" y="425"/>
                    <a:pt x="1036" y="421"/>
                  </a:cubicBezTo>
                  <a:cubicBezTo>
                    <a:pt x="1031" y="418"/>
                    <a:pt x="1033" y="410"/>
                    <a:pt x="1031" y="412"/>
                  </a:cubicBezTo>
                  <a:cubicBezTo>
                    <a:pt x="1028" y="413"/>
                    <a:pt x="1031" y="420"/>
                    <a:pt x="1027" y="420"/>
                  </a:cubicBezTo>
                  <a:cubicBezTo>
                    <a:pt x="1023" y="421"/>
                    <a:pt x="1027" y="424"/>
                    <a:pt x="1025" y="429"/>
                  </a:cubicBezTo>
                  <a:cubicBezTo>
                    <a:pt x="1024" y="434"/>
                    <a:pt x="1026" y="442"/>
                    <a:pt x="1028" y="446"/>
                  </a:cubicBezTo>
                  <a:cubicBezTo>
                    <a:pt x="1030" y="451"/>
                    <a:pt x="1025" y="475"/>
                    <a:pt x="1027" y="479"/>
                  </a:cubicBezTo>
                  <a:cubicBezTo>
                    <a:pt x="1029" y="482"/>
                    <a:pt x="1024" y="500"/>
                    <a:pt x="1026" y="502"/>
                  </a:cubicBezTo>
                  <a:cubicBezTo>
                    <a:pt x="1029" y="506"/>
                    <a:pt x="1027" y="497"/>
                    <a:pt x="1031" y="497"/>
                  </a:cubicBezTo>
                  <a:cubicBezTo>
                    <a:pt x="1035" y="496"/>
                    <a:pt x="1035" y="502"/>
                    <a:pt x="1038" y="503"/>
                  </a:cubicBezTo>
                  <a:cubicBezTo>
                    <a:pt x="1041" y="504"/>
                    <a:pt x="1039" y="495"/>
                    <a:pt x="1037" y="495"/>
                  </a:cubicBezTo>
                  <a:cubicBezTo>
                    <a:pt x="1034" y="496"/>
                    <a:pt x="1032" y="489"/>
                    <a:pt x="1031" y="485"/>
                  </a:cubicBezTo>
                  <a:cubicBezTo>
                    <a:pt x="1030" y="481"/>
                    <a:pt x="1033" y="477"/>
                    <a:pt x="1033" y="472"/>
                  </a:cubicBezTo>
                  <a:cubicBezTo>
                    <a:pt x="1033" y="467"/>
                    <a:pt x="1040" y="467"/>
                    <a:pt x="1043" y="471"/>
                  </a:cubicBezTo>
                  <a:cubicBezTo>
                    <a:pt x="1047" y="475"/>
                    <a:pt x="1048" y="472"/>
                    <a:pt x="1046" y="469"/>
                  </a:cubicBezTo>
                  <a:cubicBezTo>
                    <a:pt x="1045" y="467"/>
                    <a:pt x="1040" y="447"/>
                    <a:pt x="1037" y="439"/>
                  </a:cubicBezTo>
                  <a:close/>
                  <a:moveTo>
                    <a:pt x="254" y="16"/>
                  </a:moveTo>
                  <a:cubicBezTo>
                    <a:pt x="258" y="19"/>
                    <a:pt x="245" y="18"/>
                    <a:pt x="243" y="21"/>
                  </a:cubicBezTo>
                  <a:cubicBezTo>
                    <a:pt x="241" y="23"/>
                    <a:pt x="233" y="22"/>
                    <a:pt x="235" y="25"/>
                  </a:cubicBezTo>
                  <a:cubicBezTo>
                    <a:pt x="236" y="28"/>
                    <a:pt x="249" y="28"/>
                    <a:pt x="249" y="26"/>
                  </a:cubicBezTo>
                  <a:cubicBezTo>
                    <a:pt x="249" y="23"/>
                    <a:pt x="255" y="26"/>
                    <a:pt x="255" y="23"/>
                  </a:cubicBezTo>
                  <a:cubicBezTo>
                    <a:pt x="256" y="21"/>
                    <a:pt x="258" y="19"/>
                    <a:pt x="265" y="18"/>
                  </a:cubicBezTo>
                  <a:cubicBezTo>
                    <a:pt x="272" y="18"/>
                    <a:pt x="272" y="15"/>
                    <a:pt x="266" y="12"/>
                  </a:cubicBezTo>
                  <a:cubicBezTo>
                    <a:pt x="259" y="9"/>
                    <a:pt x="251" y="14"/>
                    <a:pt x="254" y="16"/>
                  </a:cubicBezTo>
                  <a:close/>
                  <a:moveTo>
                    <a:pt x="244" y="218"/>
                  </a:moveTo>
                  <a:cubicBezTo>
                    <a:pt x="250" y="224"/>
                    <a:pt x="256" y="215"/>
                    <a:pt x="259" y="214"/>
                  </a:cubicBezTo>
                  <a:cubicBezTo>
                    <a:pt x="262" y="214"/>
                    <a:pt x="257" y="210"/>
                    <a:pt x="252" y="209"/>
                  </a:cubicBezTo>
                  <a:cubicBezTo>
                    <a:pt x="246" y="207"/>
                    <a:pt x="238" y="213"/>
                    <a:pt x="244" y="218"/>
                  </a:cubicBezTo>
                  <a:close/>
                  <a:moveTo>
                    <a:pt x="1436" y="260"/>
                  </a:moveTo>
                  <a:cubicBezTo>
                    <a:pt x="1434" y="259"/>
                    <a:pt x="1426" y="254"/>
                    <a:pt x="1424" y="251"/>
                  </a:cubicBezTo>
                  <a:cubicBezTo>
                    <a:pt x="1422" y="248"/>
                    <a:pt x="1412" y="247"/>
                    <a:pt x="1412" y="248"/>
                  </a:cubicBezTo>
                  <a:cubicBezTo>
                    <a:pt x="1412" y="250"/>
                    <a:pt x="1409" y="248"/>
                    <a:pt x="1408" y="246"/>
                  </a:cubicBezTo>
                  <a:cubicBezTo>
                    <a:pt x="1408" y="245"/>
                    <a:pt x="1397" y="245"/>
                    <a:pt x="1397" y="246"/>
                  </a:cubicBezTo>
                  <a:cubicBezTo>
                    <a:pt x="1397" y="248"/>
                    <a:pt x="1400" y="248"/>
                    <a:pt x="1401" y="250"/>
                  </a:cubicBezTo>
                  <a:cubicBezTo>
                    <a:pt x="1403" y="252"/>
                    <a:pt x="1399" y="253"/>
                    <a:pt x="1400" y="256"/>
                  </a:cubicBezTo>
                  <a:cubicBezTo>
                    <a:pt x="1401" y="258"/>
                    <a:pt x="1396" y="254"/>
                    <a:pt x="1395" y="253"/>
                  </a:cubicBezTo>
                  <a:cubicBezTo>
                    <a:pt x="1393" y="252"/>
                    <a:pt x="1394" y="247"/>
                    <a:pt x="1394" y="245"/>
                  </a:cubicBezTo>
                  <a:cubicBezTo>
                    <a:pt x="1395" y="242"/>
                    <a:pt x="1391" y="243"/>
                    <a:pt x="1391" y="240"/>
                  </a:cubicBezTo>
                  <a:cubicBezTo>
                    <a:pt x="1391" y="238"/>
                    <a:pt x="1379" y="233"/>
                    <a:pt x="1375" y="231"/>
                  </a:cubicBezTo>
                  <a:cubicBezTo>
                    <a:pt x="1370" y="229"/>
                    <a:pt x="1364" y="227"/>
                    <a:pt x="1362" y="224"/>
                  </a:cubicBezTo>
                  <a:cubicBezTo>
                    <a:pt x="1361" y="222"/>
                    <a:pt x="1352" y="222"/>
                    <a:pt x="1349" y="218"/>
                  </a:cubicBezTo>
                  <a:cubicBezTo>
                    <a:pt x="1346" y="215"/>
                    <a:pt x="1331" y="209"/>
                    <a:pt x="1325" y="209"/>
                  </a:cubicBezTo>
                  <a:cubicBezTo>
                    <a:pt x="1319" y="208"/>
                    <a:pt x="1321" y="205"/>
                    <a:pt x="1318" y="205"/>
                  </a:cubicBezTo>
                  <a:cubicBezTo>
                    <a:pt x="1315" y="206"/>
                    <a:pt x="1302" y="205"/>
                    <a:pt x="1298" y="205"/>
                  </a:cubicBezTo>
                  <a:cubicBezTo>
                    <a:pt x="1294" y="204"/>
                    <a:pt x="1293" y="207"/>
                    <a:pt x="1290" y="206"/>
                  </a:cubicBezTo>
                  <a:cubicBezTo>
                    <a:pt x="1287" y="205"/>
                    <a:pt x="1272" y="199"/>
                    <a:pt x="1271" y="201"/>
                  </a:cubicBezTo>
                  <a:cubicBezTo>
                    <a:pt x="1269" y="203"/>
                    <a:pt x="1270" y="206"/>
                    <a:pt x="1268" y="207"/>
                  </a:cubicBezTo>
                  <a:cubicBezTo>
                    <a:pt x="1266" y="207"/>
                    <a:pt x="1268" y="210"/>
                    <a:pt x="1272" y="213"/>
                  </a:cubicBezTo>
                  <a:cubicBezTo>
                    <a:pt x="1276" y="217"/>
                    <a:pt x="1274" y="220"/>
                    <a:pt x="1270" y="222"/>
                  </a:cubicBezTo>
                  <a:cubicBezTo>
                    <a:pt x="1266" y="223"/>
                    <a:pt x="1260" y="220"/>
                    <a:pt x="1258" y="217"/>
                  </a:cubicBezTo>
                  <a:cubicBezTo>
                    <a:pt x="1257" y="214"/>
                    <a:pt x="1251" y="216"/>
                    <a:pt x="1250" y="212"/>
                  </a:cubicBezTo>
                  <a:cubicBezTo>
                    <a:pt x="1249" y="208"/>
                    <a:pt x="1252" y="208"/>
                    <a:pt x="1254" y="210"/>
                  </a:cubicBezTo>
                  <a:cubicBezTo>
                    <a:pt x="1257" y="212"/>
                    <a:pt x="1260" y="210"/>
                    <a:pt x="1260" y="207"/>
                  </a:cubicBezTo>
                  <a:cubicBezTo>
                    <a:pt x="1261" y="205"/>
                    <a:pt x="1254" y="203"/>
                    <a:pt x="1250" y="203"/>
                  </a:cubicBezTo>
                  <a:cubicBezTo>
                    <a:pt x="1246" y="203"/>
                    <a:pt x="1244" y="209"/>
                    <a:pt x="1240" y="211"/>
                  </a:cubicBezTo>
                  <a:cubicBezTo>
                    <a:pt x="1236" y="213"/>
                    <a:pt x="1220" y="210"/>
                    <a:pt x="1219" y="208"/>
                  </a:cubicBezTo>
                  <a:cubicBezTo>
                    <a:pt x="1217" y="207"/>
                    <a:pt x="1196" y="208"/>
                    <a:pt x="1193" y="210"/>
                  </a:cubicBezTo>
                  <a:cubicBezTo>
                    <a:pt x="1191" y="211"/>
                    <a:pt x="1193" y="217"/>
                    <a:pt x="1192" y="218"/>
                  </a:cubicBezTo>
                  <a:cubicBezTo>
                    <a:pt x="1191" y="218"/>
                    <a:pt x="1189" y="211"/>
                    <a:pt x="1189" y="210"/>
                  </a:cubicBezTo>
                  <a:cubicBezTo>
                    <a:pt x="1189" y="208"/>
                    <a:pt x="1187" y="207"/>
                    <a:pt x="1183" y="207"/>
                  </a:cubicBezTo>
                  <a:cubicBezTo>
                    <a:pt x="1179" y="207"/>
                    <a:pt x="1177" y="207"/>
                    <a:pt x="1179" y="206"/>
                  </a:cubicBezTo>
                  <a:cubicBezTo>
                    <a:pt x="1180" y="204"/>
                    <a:pt x="1177" y="202"/>
                    <a:pt x="1180" y="200"/>
                  </a:cubicBezTo>
                  <a:cubicBezTo>
                    <a:pt x="1183" y="198"/>
                    <a:pt x="1175" y="191"/>
                    <a:pt x="1166" y="188"/>
                  </a:cubicBezTo>
                  <a:cubicBezTo>
                    <a:pt x="1158" y="185"/>
                    <a:pt x="1139" y="187"/>
                    <a:pt x="1134" y="188"/>
                  </a:cubicBezTo>
                  <a:cubicBezTo>
                    <a:pt x="1129" y="190"/>
                    <a:pt x="1120" y="189"/>
                    <a:pt x="1115" y="189"/>
                  </a:cubicBezTo>
                  <a:cubicBezTo>
                    <a:pt x="1110" y="190"/>
                    <a:pt x="1114" y="188"/>
                    <a:pt x="1113" y="185"/>
                  </a:cubicBezTo>
                  <a:cubicBezTo>
                    <a:pt x="1111" y="183"/>
                    <a:pt x="1103" y="180"/>
                    <a:pt x="1102" y="182"/>
                  </a:cubicBezTo>
                  <a:cubicBezTo>
                    <a:pt x="1101" y="184"/>
                    <a:pt x="1099" y="182"/>
                    <a:pt x="1099" y="181"/>
                  </a:cubicBezTo>
                  <a:cubicBezTo>
                    <a:pt x="1099" y="180"/>
                    <a:pt x="1091" y="177"/>
                    <a:pt x="1088" y="177"/>
                  </a:cubicBezTo>
                  <a:cubicBezTo>
                    <a:pt x="1085" y="178"/>
                    <a:pt x="1084" y="175"/>
                    <a:pt x="1087" y="175"/>
                  </a:cubicBezTo>
                  <a:cubicBezTo>
                    <a:pt x="1091" y="175"/>
                    <a:pt x="1097" y="175"/>
                    <a:pt x="1094" y="171"/>
                  </a:cubicBezTo>
                  <a:cubicBezTo>
                    <a:pt x="1091" y="167"/>
                    <a:pt x="1069" y="166"/>
                    <a:pt x="1067" y="167"/>
                  </a:cubicBezTo>
                  <a:cubicBezTo>
                    <a:pt x="1065" y="168"/>
                    <a:pt x="1067" y="171"/>
                    <a:pt x="1062" y="175"/>
                  </a:cubicBezTo>
                  <a:cubicBezTo>
                    <a:pt x="1057" y="180"/>
                    <a:pt x="1052" y="177"/>
                    <a:pt x="1053" y="174"/>
                  </a:cubicBezTo>
                  <a:cubicBezTo>
                    <a:pt x="1054" y="172"/>
                    <a:pt x="1060" y="173"/>
                    <a:pt x="1060" y="170"/>
                  </a:cubicBezTo>
                  <a:cubicBezTo>
                    <a:pt x="1060" y="168"/>
                    <a:pt x="1051" y="169"/>
                    <a:pt x="1050" y="167"/>
                  </a:cubicBezTo>
                  <a:cubicBezTo>
                    <a:pt x="1049" y="166"/>
                    <a:pt x="1052" y="164"/>
                    <a:pt x="1055" y="165"/>
                  </a:cubicBezTo>
                  <a:cubicBezTo>
                    <a:pt x="1058" y="166"/>
                    <a:pt x="1063" y="167"/>
                    <a:pt x="1063" y="165"/>
                  </a:cubicBezTo>
                  <a:cubicBezTo>
                    <a:pt x="1064" y="164"/>
                    <a:pt x="1060" y="164"/>
                    <a:pt x="1055" y="163"/>
                  </a:cubicBezTo>
                  <a:cubicBezTo>
                    <a:pt x="1050" y="162"/>
                    <a:pt x="1038" y="159"/>
                    <a:pt x="1032" y="160"/>
                  </a:cubicBezTo>
                  <a:cubicBezTo>
                    <a:pt x="1026" y="160"/>
                    <a:pt x="1023" y="157"/>
                    <a:pt x="1019" y="157"/>
                  </a:cubicBezTo>
                  <a:cubicBezTo>
                    <a:pt x="1016" y="157"/>
                    <a:pt x="1016" y="159"/>
                    <a:pt x="1017" y="161"/>
                  </a:cubicBezTo>
                  <a:cubicBezTo>
                    <a:pt x="1019" y="163"/>
                    <a:pt x="1014" y="164"/>
                    <a:pt x="1010" y="163"/>
                  </a:cubicBezTo>
                  <a:cubicBezTo>
                    <a:pt x="1006" y="163"/>
                    <a:pt x="1000" y="166"/>
                    <a:pt x="1002" y="169"/>
                  </a:cubicBezTo>
                  <a:cubicBezTo>
                    <a:pt x="1004" y="172"/>
                    <a:pt x="1007" y="168"/>
                    <a:pt x="1009" y="169"/>
                  </a:cubicBezTo>
                  <a:cubicBezTo>
                    <a:pt x="1011" y="170"/>
                    <a:pt x="1004" y="172"/>
                    <a:pt x="1007" y="173"/>
                  </a:cubicBezTo>
                  <a:cubicBezTo>
                    <a:pt x="1010" y="175"/>
                    <a:pt x="1009" y="178"/>
                    <a:pt x="1009" y="179"/>
                  </a:cubicBezTo>
                  <a:cubicBezTo>
                    <a:pt x="1009" y="180"/>
                    <a:pt x="1004" y="181"/>
                    <a:pt x="1002" y="179"/>
                  </a:cubicBezTo>
                  <a:cubicBezTo>
                    <a:pt x="1001" y="177"/>
                    <a:pt x="998" y="179"/>
                    <a:pt x="994" y="179"/>
                  </a:cubicBezTo>
                  <a:cubicBezTo>
                    <a:pt x="991" y="178"/>
                    <a:pt x="988" y="180"/>
                    <a:pt x="992" y="180"/>
                  </a:cubicBezTo>
                  <a:cubicBezTo>
                    <a:pt x="996" y="181"/>
                    <a:pt x="997" y="183"/>
                    <a:pt x="992" y="184"/>
                  </a:cubicBezTo>
                  <a:cubicBezTo>
                    <a:pt x="987" y="184"/>
                    <a:pt x="988" y="179"/>
                    <a:pt x="985" y="180"/>
                  </a:cubicBezTo>
                  <a:cubicBezTo>
                    <a:pt x="982" y="180"/>
                    <a:pt x="976" y="177"/>
                    <a:pt x="972" y="178"/>
                  </a:cubicBezTo>
                  <a:cubicBezTo>
                    <a:pt x="969" y="178"/>
                    <a:pt x="967" y="180"/>
                    <a:pt x="963" y="181"/>
                  </a:cubicBezTo>
                  <a:cubicBezTo>
                    <a:pt x="958" y="181"/>
                    <a:pt x="952" y="178"/>
                    <a:pt x="950" y="176"/>
                  </a:cubicBezTo>
                  <a:cubicBezTo>
                    <a:pt x="948" y="173"/>
                    <a:pt x="947" y="173"/>
                    <a:pt x="945" y="176"/>
                  </a:cubicBezTo>
                  <a:cubicBezTo>
                    <a:pt x="943" y="178"/>
                    <a:pt x="943" y="184"/>
                    <a:pt x="941" y="184"/>
                  </a:cubicBezTo>
                  <a:cubicBezTo>
                    <a:pt x="938" y="185"/>
                    <a:pt x="938" y="189"/>
                    <a:pt x="935" y="191"/>
                  </a:cubicBezTo>
                  <a:cubicBezTo>
                    <a:pt x="933" y="192"/>
                    <a:pt x="933" y="189"/>
                    <a:pt x="930" y="189"/>
                  </a:cubicBezTo>
                  <a:cubicBezTo>
                    <a:pt x="927" y="189"/>
                    <a:pt x="918" y="180"/>
                    <a:pt x="917" y="178"/>
                  </a:cubicBezTo>
                  <a:cubicBezTo>
                    <a:pt x="917" y="175"/>
                    <a:pt x="911" y="170"/>
                    <a:pt x="910" y="169"/>
                  </a:cubicBezTo>
                  <a:cubicBezTo>
                    <a:pt x="908" y="168"/>
                    <a:pt x="911" y="168"/>
                    <a:pt x="913" y="169"/>
                  </a:cubicBezTo>
                  <a:cubicBezTo>
                    <a:pt x="915" y="171"/>
                    <a:pt x="917" y="171"/>
                    <a:pt x="919" y="170"/>
                  </a:cubicBezTo>
                  <a:cubicBezTo>
                    <a:pt x="921" y="169"/>
                    <a:pt x="921" y="164"/>
                    <a:pt x="918" y="164"/>
                  </a:cubicBezTo>
                  <a:cubicBezTo>
                    <a:pt x="914" y="164"/>
                    <a:pt x="916" y="161"/>
                    <a:pt x="917" y="161"/>
                  </a:cubicBezTo>
                  <a:cubicBezTo>
                    <a:pt x="919" y="160"/>
                    <a:pt x="913" y="155"/>
                    <a:pt x="915" y="155"/>
                  </a:cubicBezTo>
                  <a:cubicBezTo>
                    <a:pt x="917" y="154"/>
                    <a:pt x="917" y="152"/>
                    <a:pt x="914" y="152"/>
                  </a:cubicBezTo>
                  <a:cubicBezTo>
                    <a:pt x="911" y="152"/>
                    <a:pt x="908" y="149"/>
                    <a:pt x="908" y="148"/>
                  </a:cubicBezTo>
                  <a:cubicBezTo>
                    <a:pt x="908" y="147"/>
                    <a:pt x="896" y="146"/>
                    <a:pt x="897" y="148"/>
                  </a:cubicBezTo>
                  <a:cubicBezTo>
                    <a:pt x="897" y="150"/>
                    <a:pt x="893" y="150"/>
                    <a:pt x="894" y="148"/>
                  </a:cubicBezTo>
                  <a:cubicBezTo>
                    <a:pt x="894" y="146"/>
                    <a:pt x="890" y="147"/>
                    <a:pt x="884" y="145"/>
                  </a:cubicBezTo>
                  <a:cubicBezTo>
                    <a:pt x="879" y="144"/>
                    <a:pt x="879" y="140"/>
                    <a:pt x="877" y="140"/>
                  </a:cubicBezTo>
                  <a:cubicBezTo>
                    <a:pt x="875" y="139"/>
                    <a:pt x="876" y="145"/>
                    <a:pt x="873" y="144"/>
                  </a:cubicBezTo>
                  <a:cubicBezTo>
                    <a:pt x="870" y="143"/>
                    <a:pt x="867" y="145"/>
                    <a:pt x="869" y="148"/>
                  </a:cubicBezTo>
                  <a:cubicBezTo>
                    <a:pt x="870" y="151"/>
                    <a:pt x="869" y="152"/>
                    <a:pt x="868" y="154"/>
                  </a:cubicBezTo>
                  <a:cubicBezTo>
                    <a:pt x="868" y="157"/>
                    <a:pt x="867" y="156"/>
                    <a:pt x="863" y="155"/>
                  </a:cubicBezTo>
                  <a:cubicBezTo>
                    <a:pt x="860" y="154"/>
                    <a:pt x="860" y="158"/>
                    <a:pt x="853" y="156"/>
                  </a:cubicBezTo>
                  <a:cubicBezTo>
                    <a:pt x="846" y="154"/>
                    <a:pt x="843" y="156"/>
                    <a:pt x="842" y="154"/>
                  </a:cubicBezTo>
                  <a:cubicBezTo>
                    <a:pt x="841" y="151"/>
                    <a:pt x="839" y="151"/>
                    <a:pt x="838" y="153"/>
                  </a:cubicBezTo>
                  <a:cubicBezTo>
                    <a:pt x="838" y="155"/>
                    <a:pt x="827" y="154"/>
                    <a:pt x="826" y="151"/>
                  </a:cubicBezTo>
                  <a:cubicBezTo>
                    <a:pt x="826" y="149"/>
                    <a:pt x="828" y="148"/>
                    <a:pt x="830" y="148"/>
                  </a:cubicBezTo>
                  <a:cubicBezTo>
                    <a:pt x="832" y="147"/>
                    <a:pt x="828" y="146"/>
                    <a:pt x="822" y="146"/>
                  </a:cubicBezTo>
                  <a:cubicBezTo>
                    <a:pt x="817" y="146"/>
                    <a:pt x="813" y="143"/>
                    <a:pt x="807" y="144"/>
                  </a:cubicBezTo>
                  <a:cubicBezTo>
                    <a:pt x="801" y="144"/>
                    <a:pt x="788" y="146"/>
                    <a:pt x="786" y="146"/>
                  </a:cubicBezTo>
                  <a:cubicBezTo>
                    <a:pt x="784" y="147"/>
                    <a:pt x="787" y="151"/>
                    <a:pt x="785" y="151"/>
                  </a:cubicBezTo>
                  <a:cubicBezTo>
                    <a:pt x="782" y="151"/>
                    <a:pt x="784" y="145"/>
                    <a:pt x="783" y="143"/>
                  </a:cubicBezTo>
                  <a:cubicBezTo>
                    <a:pt x="783" y="140"/>
                    <a:pt x="778" y="140"/>
                    <a:pt x="779" y="142"/>
                  </a:cubicBezTo>
                  <a:cubicBezTo>
                    <a:pt x="780" y="144"/>
                    <a:pt x="772" y="145"/>
                    <a:pt x="770" y="143"/>
                  </a:cubicBezTo>
                  <a:cubicBezTo>
                    <a:pt x="768" y="141"/>
                    <a:pt x="765" y="139"/>
                    <a:pt x="761" y="138"/>
                  </a:cubicBezTo>
                  <a:cubicBezTo>
                    <a:pt x="756" y="137"/>
                    <a:pt x="750" y="142"/>
                    <a:pt x="751" y="143"/>
                  </a:cubicBezTo>
                  <a:cubicBezTo>
                    <a:pt x="752" y="145"/>
                    <a:pt x="756" y="144"/>
                    <a:pt x="756" y="145"/>
                  </a:cubicBezTo>
                  <a:cubicBezTo>
                    <a:pt x="756" y="147"/>
                    <a:pt x="746" y="146"/>
                    <a:pt x="746" y="148"/>
                  </a:cubicBezTo>
                  <a:cubicBezTo>
                    <a:pt x="746" y="150"/>
                    <a:pt x="736" y="152"/>
                    <a:pt x="733" y="152"/>
                  </a:cubicBezTo>
                  <a:cubicBezTo>
                    <a:pt x="725" y="153"/>
                    <a:pt x="723" y="153"/>
                    <a:pt x="719" y="156"/>
                  </a:cubicBezTo>
                  <a:cubicBezTo>
                    <a:pt x="715" y="160"/>
                    <a:pt x="718" y="154"/>
                    <a:pt x="721" y="151"/>
                  </a:cubicBezTo>
                  <a:cubicBezTo>
                    <a:pt x="724" y="148"/>
                    <a:pt x="727" y="149"/>
                    <a:pt x="729" y="147"/>
                  </a:cubicBezTo>
                  <a:cubicBezTo>
                    <a:pt x="731" y="144"/>
                    <a:pt x="734" y="144"/>
                    <a:pt x="738" y="144"/>
                  </a:cubicBezTo>
                  <a:cubicBezTo>
                    <a:pt x="743" y="143"/>
                    <a:pt x="743" y="140"/>
                    <a:pt x="745" y="139"/>
                  </a:cubicBezTo>
                  <a:cubicBezTo>
                    <a:pt x="747" y="138"/>
                    <a:pt x="753" y="136"/>
                    <a:pt x="754" y="134"/>
                  </a:cubicBezTo>
                  <a:cubicBezTo>
                    <a:pt x="755" y="132"/>
                    <a:pt x="766" y="128"/>
                    <a:pt x="768" y="128"/>
                  </a:cubicBezTo>
                  <a:cubicBezTo>
                    <a:pt x="770" y="128"/>
                    <a:pt x="771" y="123"/>
                    <a:pt x="772" y="123"/>
                  </a:cubicBezTo>
                  <a:cubicBezTo>
                    <a:pt x="773" y="123"/>
                    <a:pt x="780" y="121"/>
                    <a:pt x="782" y="120"/>
                  </a:cubicBezTo>
                  <a:cubicBezTo>
                    <a:pt x="785" y="118"/>
                    <a:pt x="786" y="116"/>
                    <a:pt x="786" y="114"/>
                  </a:cubicBezTo>
                  <a:cubicBezTo>
                    <a:pt x="786" y="113"/>
                    <a:pt x="783" y="113"/>
                    <a:pt x="783" y="112"/>
                  </a:cubicBezTo>
                  <a:cubicBezTo>
                    <a:pt x="782" y="110"/>
                    <a:pt x="784" y="111"/>
                    <a:pt x="787" y="110"/>
                  </a:cubicBezTo>
                  <a:cubicBezTo>
                    <a:pt x="789" y="109"/>
                    <a:pt x="787" y="106"/>
                    <a:pt x="785" y="106"/>
                  </a:cubicBezTo>
                  <a:cubicBezTo>
                    <a:pt x="783" y="107"/>
                    <a:pt x="786" y="104"/>
                    <a:pt x="784" y="102"/>
                  </a:cubicBezTo>
                  <a:cubicBezTo>
                    <a:pt x="782" y="100"/>
                    <a:pt x="778" y="103"/>
                    <a:pt x="778" y="101"/>
                  </a:cubicBezTo>
                  <a:cubicBezTo>
                    <a:pt x="779" y="99"/>
                    <a:pt x="778" y="96"/>
                    <a:pt x="777" y="94"/>
                  </a:cubicBezTo>
                  <a:cubicBezTo>
                    <a:pt x="775" y="93"/>
                    <a:pt x="772" y="97"/>
                    <a:pt x="769" y="94"/>
                  </a:cubicBezTo>
                  <a:cubicBezTo>
                    <a:pt x="766" y="92"/>
                    <a:pt x="757" y="91"/>
                    <a:pt x="757" y="92"/>
                  </a:cubicBezTo>
                  <a:cubicBezTo>
                    <a:pt x="757" y="93"/>
                    <a:pt x="753" y="90"/>
                    <a:pt x="752" y="91"/>
                  </a:cubicBezTo>
                  <a:cubicBezTo>
                    <a:pt x="751" y="92"/>
                    <a:pt x="744" y="92"/>
                    <a:pt x="742" y="91"/>
                  </a:cubicBezTo>
                  <a:cubicBezTo>
                    <a:pt x="739" y="91"/>
                    <a:pt x="736" y="92"/>
                    <a:pt x="736" y="94"/>
                  </a:cubicBezTo>
                  <a:cubicBezTo>
                    <a:pt x="736" y="97"/>
                    <a:pt x="727" y="96"/>
                    <a:pt x="726" y="95"/>
                  </a:cubicBezTo>
                  <a:cubicBezTo>
                    <a:pt x="724" y="95"/>
                    <a:pt x="732" y="89"/>
                    <a:pt x="732" y="88"/>
                  </a:cubicBezTo>
                  <a:cubicBezTo>
                    <a:pt x="732" y="87"/>
                    <a:pt x="719" y="88"/>
                    <a:pt x="718" y="87"/>
                  </a:cubicBezTo>
                  <a:cubicBezTo>
                    <a:pt x="717" y="85"/>
                    <a:pt x="711" y="85"/>
                    <a:pt x="708" y="85"/>
                  </a:cubicBezTo>
                  <a:cubicBezTo>
                    <a:pt x="705" y="85"/>
                    <a:pt x="708" y="84"/>
                    <a:pt x="710" y="84"/>
                  </a:cubicBezTo>
                  <a:cubicBezTo>
                    <a:pt x="713" y="84"/>
                    <a:pt x="715" y="82"/>
                    <a:pt x="718" y="81"/>
                  </a:cubicBezTo>
                  <a:cubicBezTo>
                    <a:pt x="721" y="81"/>
                    <a:pt x="720" y="80"/>
                    <a:pt x="719" y="78"/>
                  </a:cubicBezTo>
                  <a:cubicBezTo>
                    <a:pt x="718" y="76"/>
                    <a:pt x="715" y="77"/>
                    <a:pt x="712" y="76"/>
                  </a:cubicBezTo>
                  <a:cubicBezTo>
                    <a:pt x="709" y="75"/>
                    <a:pt x="706" y="74"/>
                    <a:pt x="703" y="74"/>
                  </a:cubicBezTo>
                  <a:cubicBezTo>
                    <a:pt x="701" y="74"/>
                    <a:pt x="698" y="75"/>
                    <a:pt x="692" y="76"/>
                  </a:cubicBezTo>
                  <a:cubicBezTo>
                    <a:pt x="686" y="77"/>
                    <a:pt x="686" y="82"/>
                    <a:pt x="683" y="83"/>
                  </a:cubicBezTo>
                  <a:cubicBezTo>
                    <a:pt x="680" y="85"/>
                    <a:pt x="675" y="90"/>
                    <a:pt x="677" y="91"/>
                  </a:cubicBezTo>
                  <a:cubicBezTo>
                    <a:pt x="680" y="91"/>
                    <a:pt x="678" y="93"/>
                    <a:pt x="679" y="94"/>
                  </a:cubicBezTo>
                  <a:cubicBezTo>
                    <a:pt x="679" y="96"/>
                    <a:pt x="677" y="96"/>
                    <a:pt x="674" y="96"/>
                  </a:cubicBezTo>
                  <a:cubicBezTo>
                    <a:pt x="671" y="95"/>
                    <a:pt x="661" y="95"/>
                    <a:pt x="661" y="97"/>
                  </a:cubicBezTo>
                  <a:cubicBezTo>
                    <a:pt x="661" y="100"/>
                    <a:pt x="667" y="101"/>
                    <a:pt x="667" y="102"/>
                  </a:cubicBezTo>
                  <a:cubicBezTo>
                    <a:pt x="666" y="103"/>
                    <a:pt x="662" y="102"/>
                    <a:pt x="660" y="100"/>
                  </a:cubicBezTo>
                  <a:cubicBezTo>
                    <a:pt x="658" y="99"/>
                    <a:pt x="654" y="100"/>
                    <a:pt x="653" y="102"/>
                  </a:cubicBezTo>
                  <a:cubicBezTo>
                    <a:pt x="652" y="104"/>
                    <a:pt x="649" y="104"/>
                    <a:pt x="647" y="103"/>
                  </a:cubicBezTo>
                  <a:cubicBezTo>
                    <a:pt x="646" y="103"/>
                    <a:pt x="644" y="104"/>
                    <a:pt x="642" y="104"/>
                  </a:cubicBezTo>
                  <a:cubicBezTo>
                    <a:pt x="640" y="103"/>
                    <a:pt x="646" y="100"/>
                    <a:pt x="644" y="99"/>
                  </a:cubicBezTo>
                  <a:cubicBezTo>
                    <a:pt x="643" y="97"/>
                    <a:pt x="637" y="99"/>
                    <a:pt x="636" y="101"/>
                  </a:cubicBezTo>
                  <a:cubicBezTo>
                    <a:pt x="636" y="103"/>
                    <a:pt x="632" y="99"/>
                    <a:pt x="631" y="100"/>
                  </a:cubicBezTo>
                  <a:cubicBezTo>
                    <a:pt x="629" y="101"/>
                    <a:pt x="628" y="102"/>
                    <a:pt x="625" y="103"/>
                  </a:cubicBezTo>
                  <a:cubicBezTo>
                    <a:pt x="623" y="104"/>
                    <a:pt x="618" y="102"/>
                    <a:pt x="617" y="104"/>
                  </a:cubicBezTo>
                  <a:cubicBezTo>
                    <a:pt x="616" y="106"/>
                    <a:pt x="622" y="106"/>
                    <a:pt x="622" y="107"/>
                  </a:cubicBezTo>
                  <a:cubicBezTo>
                    <a:pt x="622" y="108"/>
                    <a:pt x="609" y="108"/>
                    <a:pt x="608" y="109"/>
                  </a:cubicBezTo>
                  <a:cubicBezTo>
                    <a:pt x="608" y="111"/>
                    <a:pt x="603" y="111"/>
                    <a:pt x="598" y="111"/>
                  </a:cubicBezTo>
                  <a:cubicBezTo>
                    <a:pt x="592" y="111"/>
                    <a:pt x="594" y="114"/>
                    <a:pt x="590" y="114"/>
                  </a:cubicBezTo>
                  <a:cubicBezTo>
                    <a:pt x="585" y="115"/>
                    <a:pt x="583" y="115"/>
                    <a:pt x="582" y="118"/>
                  </a:cubicBezTo>
                  <a:cubicBezTo>
                    <a:pt x="581" y="120"/>
                    <a:pt x="577" y="120"/>
                    <a:pt x="576" y="119"/>
                  </a:cubicBezTo>
                  <a:cubicBezTo>
                    <a:pt x="574" y="117"/>
                    <a:pt x="570" y="119"/>
                    <a:pt x="572" y="120"/>
                  </a:cubicBezTo>
                  <a:cubicBezTo>
                    <a:pt x="574" y="120"/>
                    <a:pt x="572" y="122"/>
                    <a:pt x="571" y="122"/>
                  </a:cubicBezTo>
                  <a:cubicBezTo>
                    <a:pt x="570" y="121"/>
                    <a:pt x="566" y="124"/>
                    <a:pt x="568" y="124"/>
                  </a:cubicBezTo>
                  <a:cubicBezTo>
                    <a:pt x="570" y="123"/>
                    <a:pt x="571" y="125"/>
                    <a:pt x="570" y="127"/>
                  </a:cubicBezTo>
                  <a:cubicBezTo>
                    <a:pt x="569" y="128"/>
                    <a:pt x="564" y="125"/>
                    <a:pt x="563" y="126"/>
                  </a:cubicBezTo>
                  <a:cubicBezTo>
                    <a:pt x="562" y="128"/>
                    <a:pt x="565" y="129"/>
                    <a:pt x="567" y="129"/>
                  </a:cubicBezTo>
                  <a:cubicBezTo>
                    <a:pt x="570" y="129"/>
                    <a:pt x="571" y="130"/>
                    <a:pt x="571" y="132"/>
                  </a:cubicBezTo>
                  <a:cubicBezTo>
                    <a:pt x="571" y="133"/>
                    <a:pt x="566" y="131"/>
                    <a:pt x="565" y="132"/>
                  </a:cubicBezTo>
                  <a:cubicBezTo>
                    <a:pt x="564" y="134"/>
                    <a:pt x="566" y="134"/>
                    <a:pt x="568" y="134"/>
                  </a:cubicBezTo>
                  <a:cubicBezTo>
                    <a:pt x="570" y="135"/>
                    <a:pt x="569" y="136"/>
                    <a:pt x="571" y="137"/>
                  </a:cubicBezTo>
                  <a:cubicBezTo>
                    <a:pt x="571" y="138"/>
                    <a:pt x="571" y="138"/>
                    <a:pt x="571" y="138"/>
                  </a:cubicBezTo>
                  <a:cubicBezTo>
                    <a:pt x="572" y="139"/>
                    <a:pt x="570" y="140"/>
                    <a:pt x="570" y="141"/>
                  </a:cubicBezTo>
                  <a:cubicBezTo>
                    <a:pt x="571" y="143"/>
                    <a:pt x="568" y="144"/>
                    <a:pt x="568" y="142"/>
                  </a:cubicBezTo>
                  <a:cubicBezTo>
                    <a:pt x="568" y="141"/>
                    <a:pt x="561" y="140"/>
                    <a:pt x="560" y="142"/>
                  </a:cubicBezTo>
                  <a:cubicBezTo>
                    <a:pt x="559" y="143"/>
                    <a:pt x="558" y="145"/>
                    <a:pt x="556" y="143"/>
                  </a:cubicBezTo>
                  <a:cubicBezTo>
                    <a:pt x="554" y="142"/>
                    <a:pt x="550" y="144"/>
                    <a:pt x="544" y="144"/>
                  </a:cubicBezTo>
                  <a:cubicBezTo>
                    <a:pt x="537" y="144"/>
                    <a:pt x="525" y="145"/>
                    <a:pt x="522" y="146"/>
                  </a:cubicBezTo>
                  <a:cubicBezTo>
                    <a:pt x="519" y="147"/>
                    <a:pt x="516" y="151"/>
                    <a:pt x="519" y="154"/>
                  </a:cubicBezTo>
                  <a:cubicBezTo>
                    <a:pt x="522" y="157"/>
                    <a:pt x="519" y="158"/>
                    <a:pt x="519" y="160"/>
                  </a:cubicBezTo>
                  <a:cubicBezTo>
                    <a:pt x="519" y="162"/>
                    <a:pt x="526" y="166"/>
                    <a:pt x="530" y="166"/>
                  </a:cubicBezTo>
                  <a:cubicBezTo>
                    <a:pt x="534" y="166"/>
                    <a:pt x="538" y="171"/>
                    <a:pt x="535" y="174"/>
                  </a:cubicBezTo>
                  <a:cubicBezTo>
                    <a:pt x="533" y="177"/>
                    <a:pt x="526" y="173"/>
                    <a:pt x="521" y="170"/>
                  </a:cubicBezTo>
                  <a:cubicBezTo>
                    <a:pt x="516" y="166"/>
                    <a:pt x="505" y="164"/>
                    <a:pt x="502" y="165"/>
                  </a:cubicBezTo>
                  <a:cubicBezTo>
                    <a:pt x="498" y="165"/>
                    <a:pt x="500" y="161"/>
                    <a:pt x="496" y="162"/>
                  </a:cubicBezTo>
                  <a:cubicBezTo>
                    <a:pt x="491" y="162"/>
                    <a:pt x="487" y="166"/>
                    <a:pt x="490" y="166"/>
                  </a:cubicBezTo>
                  <a:cubicBezTo>
                    <a:pt x="493" y="166"/>
                    <a:pt x="495" y="166"/>
                    <a:pt x="494" y="167"/>
                  </a:cubicBezTo>
                  <a:cubicBezTo>
                    <a:pt x="492" y="169"/>
                    <a:pt x="495" y="168"/>
                    <a:pt x="498" y="170"/>
                  </a:cubicBezTo>
                  <a:cubicBezTo>
                    <a:pt x="502" y="171"/>
                    <a:pt x="495" y="174"/>
                    <a:pt x="491" y="171"/>
                  </a:cubicBezTo>
                  <a:cubicBezTo>
                    <a:pt x="488" y="168"/>
                    <a:pt x="483" y="171"/>
                    <a:pt x="482" y="173"/>
                  </a:cubicBezTo>
                  <a:cubicBezTo>
                    <a:pt x="481" y="175"/>
                    <a:pt x="487" y="181"/>
                    <a:pt x="493" y="182"/>
                  </a:cubicBezTo>
                  <a:cubicBezTo>
                    <a:pt x="500" y="183"/>
                    <a:pt x="498" y="185"/>
                    <a:pt x="501" y="186"/>
                  </a:cubicBezTo>
                  <a:cubicBezTo>
                    <a:pt x="504" y="187"/>
                    <a:pt x="502" y="188"/>
                    <a:pt x="500" y="188"/>
                  </a:cubicBezTo>
                  <a:cubicBezTo>
                    <a:pt x="498" y="188"/>
                    <a:pt x="493" y="185"/>
                    <a:pt x="490" y="183"/>
                  </a:cubicBezTo>
                  <a:cubicBezTo>
                    <a:pt x="487" y="182"/>
                    <a:pt x="478" y="184"/>
                    <a:pt x="476" y="182"/>
                  </a:cubicBezTo>
                  <a:cubicBezTo>
                    <a:pt x="474" y="180"/>
                    <a:pt x="477" y="178"/>
                    <a:pt x="475" y="177"/>
                  </a:cubicBezTo>
                  <a:cubicBezTo>
                    <a:pt x="474" y="175"/>
                    <a:pt x="475" y="172"/>
                    <a:pt x="477" y="168"/>
                  </a:cubicBezTo>
                  <a:cubicBezTo>
                    <a:pt x="480" y="165"/>
                    <a:pt x="477" y="159"/>
                    <a:pt x="474" y="158"/>
                  </a:cubicBezTo>
                  <a:cubicBezTo>
                    <a:pt x="470" y="157"/>
                    <a:pt x="471" y="160"/>
                    <a:pt x="471" y="161"/>
                  </a:cubicBezTo>
                  <a:cubicBezTo>
                    <a:pt x="472" y="162"/>
                    <a:pt x="472" y="167"/>
                    <a:pt x="469" y="170"/>
                  </a:cubicBezTo>
                  <a:cubicBezTo>
                    <a:pt x="467" y="173"/>
                    <a:pt x="459" y="173"/>
                    <a:pt x="459" y="175"/>
                  </a:cubicBezTo>
                  <a:cubicBezTo>
                    <a:pt x="459" y="177"/>
                    <a:pt x="454" y="179"/>
                    <a:pt x="456" y="180"/>
                  </a:cubicBezTo>
                  <a:cubicBezTo>
                    <a:pt x="458" y="182"/>
                    <a:pt x="464" y="190"/>
                    <a:pt x="465" y="192"/>
                  </a:cubicBezTo>
                  <a:cubicBezTo>
                    <a:pt x="466" y="194"/>
                    <a:pt x="459" y="202"/>
                    <a:pt x="461" y="206"/>
                  </a:cubicBezTo>
                  <a:cubicBezTo>
                    <a:pt x="462" y="211"/>
                    <a:pt x="460" y="213"/>
                    <a:pt x="461" y="215"/>
                  </a:cubicBezTo>
                  <a:cubicBezTo>
                    <a:pt x="462" y="217"/>
                    <a:pt x="465" y="215"/>
                    <a:pt x="467" y="216"/>
                  </a:cubicBezTo>
                  <a:cubicBezTo>
                    <a:pt x="469" y="217"/>
                    <a:pt x="473" y="215"/>
                    <a:pt x="477" y="214"/>
                  </a:cubicBezTo>
                  <a:cubicBezTo>
                    <a:pt x="482" y="213"/>
                    <a:pt x="490" y="218"/>
                    <a:pt x="493" y="219"/>
                  </a:cubicBezTo>
                  <a:cubicBezTo>
                    <a:pt x="496" y="221"/>
                    <a:pt x="495" y="223"/>
                    <a:pt x="496" y="226"/>
                  </a:cubicBezTo>
                  <a:cubicBezTo>
                    <a:pt x="498" y="228"/>
                    <a:pt x="493" y="228"/>
                    <a:pt x="493" y="232"/>
                  </a:cubicBezTo>
                  <a:cubicBezTo>
                    <a:pt x="493" y="236"/>
                    <a:pt x="502" y="237"/>
                    <a:pt x="502" y="238"/>
                  </a:cubicBezTo>
                  <a:cubicBezTo>
                    <a:pt x="503" y="240"/>
                    <a:pt x="496" y="239"/>
                    <a:pt x="493" y="238"/>
                  </a:cubicBezTo>
                  <a:cubicBezTo>
                    <a:pt x="490" y="237"/>
                    <a:pt x="490" y="233"/>
                    <a:pt x="489" y="232"/>
                  </a:cubicBezTo>
                  <a:cubicBezTo>
                    <a:pt x="488" y="232"/>
                    <a:pt x="491" y="229"/>
                    <a:pt x="491" y="226"/>
                  </a:cubicBezTo>
                  <a:cubicBezTo>
                    <a:pt x="491" y="224"/>
                    <a:pt x="488" y="222"/>
                    <a:pt x="487" y="221"/>
                  </a:cubicBezTo>
                  <a:cubicBezTo>
                    <a:pt x="486" y="219"/>
                    <a:pt x="484" y="217"/>
                    <a:pt x="482" y="217"/>
                  </a:cubicBezTo>
                  <a:cubicBezTo>
                    <a:pt x="479" y="218"/>
                    <a:pt x="471" y="219"/>
                    <a:pt x="469" y="221"/>
                  </a:cubicBezTo>
                  <a:cubicBezTo>
                    <a:pt x="466" y="223"/>
                    <a:pt x="469" y="229"/>
                    <a:pt x="470" y="233"/>
                  </a:cubicBezTo>
                  <a:cubicBezTo>
                    <a:pt x="472" y="236"/>
                    <a:pt x="463" y="240"/>
                    <a:pt x="463" y="242"/>
                  </a:cubicBezTo>
                  <a:cubicBezTo>
                    <a:pt x="464" y="245"/>
                    <a:pt x="461" y="246"/>
                    <a:pt x="457" y="248"/>
                  </a:cubicBezTo>
                  <a:cubicBezTo>
                    <a:pt x="453" y="250"/>
                    <a:pt x="449" y="252"/>
                    <a:pt x="449" y="255"/>
                  </a:cubicBezTo>
                  <a:cubicBezTo>
                    <a:pt x="449" y="258"/>
                    <a:pt x="444" y="256"/>
                    <a:pt x="442" y="255"/>
                  </a:cubicBezTo>
                  <a:cubicBezTo>
                    <a:pt x="439" y="253"/>
                    <a:pt x="436" y="256"/>
                    <a:pt x="432" y="256"/>
                  </a:cubicBezTo>
                  <a:cubicBezTo>
                    <a:pt x="428" y="255"/>
                    <a:pt x="428" y="252"/>
                    <a:pt x="425" y="253"/>
                  </a:cubicBezTo>
                  <a:cubicBezTo>
                    <a:pt x="422" y="255"/>
                    <a:pt x="420" y="252"/>
                    <a:pt x="421" y="250"/>
                  </a:cubicBezTo>
                  <a:cubicBezTo>
                    <a:pt x="422" y="248"/>
                    <a:pt x="425" y="249"/>
                    <a:pt x="426" y="251"/>
                  </a:cubicBezTo>
                  <a:cubicBezTo>
                    <a:pt x="426" y="253"/>
                    <a:pt x="428" y="252"/>
                    <a:pt x="431" y="250"/>
                  </a:cubicBezTo>
                  <a:cubicBezTo>
                    <a:pt x="433" y="249"/>
                    <a:pt x="432" y="252"/>
                    <a:pt x="435" y="252"/>
                  </a:cubicBezTo>
                  <a:cubicBezTo>
                    <a:pt x="439" y="253"/>
                    <a:pt x="437" y="251"/>
                    <a:pt x="440" y="251"/>
                  </a:cubicBezTo>
                  <a:cubicBezTo>
                    <a:pt x="442" y="251"/>
                    <a:pt x="443" y="250"/>
                    <a:pt x="442" y="249"/>
                  </a:cubicBezTo>
                  <a:cubicBezTo>
                    <a:pt x="441" y="247"/>
                    <a:pt x="444" y="246"/>
                    <a:pt x="445" y="246"/>
                  </a:cubicBezTo>
                  <a:cubicBezTo>
                    <a:pt x="447" y="245"/>
                    <a:pt x="446" y="242"/>
                    <a:pt x="448" y="241"/>
                  </a:cubicBezTo>
                  <a:cubicBezTo>
                    <a:pt x="450" y="240"/>
                    <a:pt x="449" y="239"/>
                    <a:pt x="450" y="239"/>
                  </a:cubicBezTo>
                  <a:cubicBezTo>
                    <a:pt x="452" y="238"/>
                    <a:pt x="453" y="236"/>
                    <a:pt x="454" y="236"/>
                  </a:cubicBezTo>
                  <a:cubicBezTo>
                    <a:pt x="456" y="236"/>
                    <a:pt x="457" y="233"/>
                    <a:pt x="456" y="232"/>
                  </a:cubicBezTo>
                  <a:cubicBezTo>
                    <a:pt x="455" y="230"/>
                    <a:pt x="457" y="227"/>
                    <a:pt x="458" y="226"/>
                  </a:cubicBezTo>
                  <a:cubicBezTo>
                    <a:pt x="460" y="226"/>
                    <a:pt x="460" y="224"/>
                    <a:pt x="458" y="223"/>
                  </a:cubicBezTo>
                  <a:cubicBezTo>
                    <a:pt x="457" y="222"/>
                    <a:pt x="451" y="218"/>
                    <a:pt x="452" y="216"/>
                  </a:cubicBezTo>
                  <a:cubicBezTo>
                    <a:pt x="452" y="213"/>
                    <a:pt x="451" y="209"/>
                    <a:pt x="452" y="207"/>
                  </a:cubicBezTo>
                  <a:cubicBezTo>
                    <a:pt x="452" y="205"/>
                    <a:pt x="452" y="202"/>
                    <a:pt x="451" y="199"/>
                  </a:cubicBezTo>
                  <a:cubicBezTo>
                    <a:pt x="451" y="197"/>
                    <a:pt x="453" y="195"/>
                    <a:pt x="454" y="190"/>
                  </a:cubicBezTo>
                  <a:cubicBezTo>
                    <a:pt x="454" y="186"/>
                    <a:pt x="449" y="182"/>
                    <a:pt x="447" y="181"/>
                  </a:cubicBezTo>
                  <a:cubicBezTo>
                    <a:pt x="444" y="180"/>
                    <a:pt x="446" y="178"/>
                    <a:pt x="449" y="175"/>
                  </a:cubicBezTo>
                  <a:cubicBezTo>
                    <a:pt x="453" y="172"/>
                    <a:pt x="453" y="162"/>
                    <a:pt x="453" y="160"/>
                  </a:cubicBezTo>
                  <a:cubicBezTo>
                    <a:pt x="453" y="158"/>
                    <a:pt x="445" y="156"/>
                    <a:pt x="443" y="157"/>
                  </a:cubicBezTo>
                  <a:cubicBezTo>
                    <a:pt x="440" y="157"/>
                    <a:pt x="429" y="156"/>
                    <a:pt x="427" y="156"/>
                  </a:cubicBezTo>
                  <a:cubicBezTo>
                    <a:pt x="424" y="155"/>
                    <a:pt x="423" y="158"/>
                    <a:pt x="422" y="161"/>
                  </a:cubicBezTo>
                  <a:cubicBezTo>
                    <a:pt x="421" y="163"/>
                    <a:pt x="418" y="167"/>
                    <a:pt x="416" y="173"/>
                  </a:cubicBezTo>
                  <a:cubicBezTo>
                    <a:pt x="415" y="178"/>
                    <a:pt x="408" y="180"/>
                    <a:pt x="405" y="181"/>
                  </a:cubicBezTo>
                  <a:cubicBezTo>
                    <a:pt x="402" y="182"/>
                    <a:pt x="400" y="187"/>
                    <a:pt x="402" y="189"/>
                  </a:cubicBezTo>
                  <a:cubicBezTo>
                    <a:pt x="403" y="191"/>
                    <a:pt x="405" y="189"/>
                    <a:pt x="406" y="190"/>
                  </a:cubicBezTo>
                  <a:cubicBezTo>
                    <a:pt x="408" y="190"/>
                    <a:pt x="406" y="196"/>
                    <a:pt x="405" y="196"/>
                  </a:cubicBezTo>
                  <a:cubicBezTo>
                    <a:pt x="404" y="197"/>
                    <a:pt x="407" y="199"/>
                    <a:pt x="405" y="200"/>
                  </a:cubicBezTo>
                  <a:cubicBezTo>
                    <a:pt x="403" y="202"/>
                    <a:pt x="401" y="205"/>
                    <a:pt x="402" y="206"/>
                  </a:cubicBezTo>
                  <a:cubicBezTo>
                    <a:pt x="403" y="208"/>
                    <a:pt x="409" y="208"/>
                    <a:pt x="412" y="210"/>
                  </a:cubicBezTo>
                  <a:cubicBezTo>
                    <a:pt x="414" y="211"/>
                    <a:pt x="413" y="214"/>
                    <a:pt x="415" y="217"/>
                  </a:cubicBezTo>
                  <a:cubicBezTo>
                    <a:pt x="417" y="219"/>
                    <a:pt x="420" y="218"/>
                    <a:pt x="421" y="219"/>
                  </a:cubicBezTo>
                  <a:cubicBezTo>
                    <a:pt x="422" y="221"/>
                    <a:pt x="417" y="227"/>
                    <a:pt x="415" y="228"/>
                  </a:cubicBezTo>
                  <a:cubicBezTo>
                    <a:pt x="414" y="228"/>
                    <a:pt x="407" y="221"/>
                    <a:pt x="405" y="220"/>
                  </a:cubicBezTo>
                  <a:cubicBezTo>
                    <a:pt x="403" y="218"/>
                    <a:pt x="395" y="216"/>
                    <a:pt x="392" y="214"/>
                  </a:cubicBezTo>
                  <a:cubicBezTo>
                    <a:pt x="388" y="212"/>
                    <a:pt x="385" y="212"/>
                    <a:pt x="380" y="209"/>
                  </a:cubicBezTo>
                  <a:cubicBezTo>
                    <a:pt x="376" y="206"/>
                    <a:pt x="373" y="205"/>
                    <a:pt x="365" y="205"/>
                  </a:cubicBezTo>
                  <a:cubicBezTo>
                    <a:pt x="357" y="205"/>
                    <a:pt x="352" y="203"/>
                    <a:pt x="349" y="204"/>
                  </a:cubicBezTo>
                  <a:cubicBezTo>
                    <a:pt x="347" y="204"/>
                    <a:pt x="348" y="201"/>
                    <a:pt x="343" y="199"/>
                  </a:cubicBezTo>
                  <a:cubicBezTo>
                    <a:pt x="339" y="197"/>
                    <a:pt x="336" y="194"/>
                    <a:pt x="333" y="196"/>
                  </a:cubicBezTo>
                  <a:cubicBezTo>
                    <a:pt x="330" y="197"/>
                    <a:pt x="331" y="202"/>
                    <a:pt x="335" y="203"/>
                  </a:cubicBezTo>
                  <a:cubicBezTo>
                    <a:pt x="339" y="203"/>
                    <a:pt x="337" y="205"/>
                    <a:pt x="342" y="205"/>
                  </a:cubicBezTo>
                  <a:cubicBezTo>
                    <a:pt x="346" y="205"/>
                    <a:pt x="347" y="206"/>
                    <a:pt x="347" y="209"/>
                  </a:cubicBezTo>
                  <a:cubicBezTo>
                    <a:pt x="347" y="212"/>
                    <a:pt x="349" y="214"/>
                    <a:pt x="351" y="216"/>
                  </a:cubicBezTo>
                  <a:cubicBezTo>
                    <a:pt x="353" y="218"/>
                    <a:pt x="352" y="221"/>
                    <a:pt x="348" y="221"/>
                  </a:cubicBezTo>
                  <a:cubicBezTo>
                    <a:pt x="345" y="221"/>
                    <a:pt x="341" y="221"/>
                    <a:pt x="343" y="223"/>
                  </a:cubicBezTo>
                  <a:cubicBezTo>
                    <a:pt x="344" y="226"/>
                    <a:pt x="342" y="226"/>
                    <a:pt x="338" y="225"/>
                  </a:cubicBezTo>
                  <a:cubicBezTo>
                    <a:pt x="335" y="224"/>
                    <a:pt x="337" y="222"/>
                    <a:pt x="338" y="220"/>
                  </a:cubicBezTo>
                  <a:cubicBezTo>
                    <a:pt x="340" y="219"/>
                    <a:pt x="335" y="217"/>
                    <a:pt x="333" y="216"/>
                  </a:cubicBezTo>
                  <a:cubicBezTo>
                    <a:pt x="331" y="216"/>
                    <a:pt x="322" y="222"/>
                    <a:pt x="320" y="223"/>
                  </a:cubicBezTo>
                  <a:cubicBezTo>
                    <a:pt x="318" y="224"/>
                    <a:pt x="312" y="221"/>
                    <a:pt x="306" y="223"/>
                  </a:cubicBezTo>
                  <a:cubicBezTo>
                    <a:pt x="300" y="224"/>
                    <a:pt x="300" y="229"/>
                    <a:pt x="298" y="229"/>
                  </a:cubicBezTo>
                  <a:cubicBezTo>
                    <a:pt x="296" y="228"/>
                    <a:pt x="289" y="229"/>
                    <a:pt x="287" y="228"/>
                  </a:cubicBezTo>
                  <a:cubicBezTo>
                    <a:pt x="284" y="226"/>
                    <a:pt x="286" y="225"/>
                    <a:pt x="289" y="225"/>
                  </a:cubicBezTo>
                  <a:cubicBezTo>
                    <a:pt x="291" y="226"/>
                    <a:pt x="292" y="225"/>
                    <a:pt x="291" y="223"/>
                  </a:cubicBezTo>
                  <a:cubicBezTo>
                    <a:pt x="289" y="221"/>
                    <a:pt x="293" y="218"/>
                    <a:pt x="293" y="217"/>
                  </a:cubicBezTo>
                  <a:cubicBezTo>
                    <a:pt x="293" y="216"/>
                    <a:pt x="283" y="219"/>
                    <a:pt x="281" y="221"/>
                  </a:cubicBezTo>
                  <a:cubicBezTo>
                    <a:pt x="280" y="222"/>
                    <a:pt x="281" y="224"/>
                    <a:pt x="280" y="225"/>
                  </a:cubicBezTo>
                  <a:cubicBezTo>
                    <a:pt x="278" y="226"/>
                    <a:pt x="278" y="224"/>
                    <a:pt x="276" y="223"/>
                  </a:cubicBezTo>
                  <a:cubicBezTo>
                    <a:pt x="274" y="222"/>
                    <a:pt x="259" y="226"/>
                    <a:pt x="257" y="229"/>
                  </a:cubicBezTo>
                  <a:cubicBezTo>
                    <a:pt x="254" y="232"/>
                    <a:pt x="249" y="232"/>
                    <a:pt x="249" y="234"/>
                  </a:cubicBezTo>
                  <a:cubicBezTo>
                    <a:pt x="249" y="236"/>
                    <a:pt x="242" y="235"/>
                    <a:pt x="239" y="237"/>
                  </a:cubicBezTo>
                  <a:cubicBezTo>
                    <a:pt x="237" y="238"/>
                    <a:pt x="238" y="243"/>
                    <a:pt x="237" y="245"/>
                  </a:cubicBezTo>
                  <a:cubicBezTo>
                    <a:pt x="236" y="248"/>
                    <a:pt x="226" y="247"/>
                    <a:pt x="223" y="247"/>
                  </a:cubicBezTo>
                  <a:cubicBezTo>
                    <a:pt x="220" y="247"/>
                    <a:pt x="219" y="241"/>
                    <a:pt x="216" y="241"/>
                  </a:cubicBezTo>
                  <a:cubicBezTo>
                    <a:pt x="214" y="241"/>
                    <a:pt x="215" y="237"/>
                    <a:pt x="216" y="236"/>
                  </a:cubicBezTo>
                  <a:cubicBezTo>
                    <a:pt x="217" y="234"/>
                    <a:pt x="219" y="235"/>
                    <a:pt x="222" y="233"/>
                  </a:cubicBezTo>
                  <a:cubicBezTo>
                    <a:pt x="225" y="231"/>
                    <a:pt x="228" y="234"/>
                    <a:pt x="229" y="233"/>
                  </a:cubicBezTo>
                  <a:cubicBezTo>
                    <a:pt x="231" y="232"/>
                    <a:pt x="225" y="228"/>
                    <a:pt x="224" y="225"/>
                  </a:cubicBezTo>
                  <a:cubicBezTo>
                    <a:pt x="224" y="222"/>
                    <a:pt x="217" y="221"/>
                    <a:pt x="214" y="222"/>
                  </a:cubicBezTo>
                  <a:cubicBezTo>
                    <a:pt x="210" y="223"/>
                    <a:pt x="206" y="222"/>
                    <a:pt x="203" y="221"/>
                  </a:cubicBezTo>
                  <a:cubicBezTo>
                    <a:pt x="201" y="220"/>
                    <a:pt x="201" y="223"/>
                    <a:pt x="205" y="224"/>
                  </a:cubicBezTo>
                  <a:cubicBezTo>
                    <a:pt x="209" y="225"/>
                    <a:pt x="207" y="228"/>
                    <a:pt x="207" y="230"/>
                  </a:cubicBezTo>
                  <a:cubicBezTo>
                    <a:pt x="208" y="232"/>
                    <a:pt x="206" y="236"/>
                    <a:pt x="204" y="239"/>
                  </a:cubicBezTo>
                  <a:cubicBezTo>
                    <a:pt x="202" y="242"/>
                    <a:pt x="203" y="242"/>
                    <a:pt x="207" y="242"/>
                  </a:cubicBezTo>
                  <a:cubicBezTo>
                    <a:pt x="210" y="242"/>
                    <a:pt x="210" y="246"/>
                    <a:pt x="210" y="250"/>
                  </a:cubicBezTo>
                  <a:cubicBezTo>
                    <a:pt x="210" y="253"/>
                    <a:pt x="207" y="254"/>
                    <a:pt x="207" y="256"/>
                  </a:cubicBezTo>
                  <a:cubicBezTo>
                    <a:pt x="207" y="259"/>
                    <a:pt x="204" y="255"/>
                    <a:pt x="204" y="256"/>
                  </a:cubicBezTo>
                  <a:cubicBezTo>
                    <a:pt x="203" y="257"/>
                    <a:pt x="202" y="256"/>
                    <a:pt x="201" y="254"/>
                  </a:cubicBezTo>
                  <a:cubicBezTo>
                    <a:pt x="201" y="252"/>
                    <a:pt x="195" y="253"/>
                    <a:pt x="193" y="252"/>
                  </a:cubicBezTo>
                  <a:cubicBezTo>
                    <a:pt x="190" y="251"/>
                    <a:pt x="189" y="252"/>
                    <a:pt x="187" y="255"/>
                  </a:cubicBezTo>
                  <a:cubicBezTo>
                    <a:pt x="186" y="257"/>
                    <a:pt x="182" y="258"/>
                    <a:pt x="180" y="258"/>
                  </a:cubicBezTo>
                  <a:cubicBezTo>
                    <a:pt x="177" y="258"/>
                    <a:pt x="174" y="262"/>
                    <a:pt x="172" y="264"/>
                  </a:cubicBezTo>
                  <a:cubicBezTo>
                    <a:pt x="169" y="265"/>
                    <a:pt x="169" y="268"/>
                    <a:pt x="172" y="271"/>
                  </a:cubicBezTo>
                  <a:cubicBezTo>
                    <a:pt x="175" y="274"/>
                    <a:pt x="176" y="276"/>
                    <a:pt x="176" y="278"/>
                  </a:cubicBezTo>
                  <a:cubicBezTo>
                    <a:pt x="175" y="279"/>
                    <a:pt x="167" y="279"/>
                    <a:pt x="166" y="277"/>
                  </a:cubicBezTo>
                  <a:cubicBezTo>
                    <a:pt x="164" y="275"/>
                    <a:pt x="159" y="275"/>
                    <a:pt x="157" y="275"/>
                  </a:cubicBezTo>
                  <a:cubicBezTo>
                    <a:pt x="155" y="275"/>
                    <a:pt x="150" y="269"/>
                    <a:pt x="147" y="269"/>
                  </a:cubicBezTo>
                  <a:cubicBezTo>
                    <a:pt x="145" y="269"/>
                    <a:pt x="143" y="272"/>
                    <a:pt x="142" y="274"/>
                  </a:cubicBezTo>
                  <a:cubicBezTo>
                    <a:pt x="141" y="276"/>
                    <a:pt x="143" y="276"/>
                    <a:pt x="145" y="279"/>
                  </a:cubicBezTo>
                  <a:cubicBezTo>
                    <a:pt x="146" y="282"/>
                    <a:pt x="151" y="282"/>
                    <a:pt x="153" y="282"/>
                  </a:cubicBezTo>
                  <a:cubicBezTo>
                    <a:pt x="155" y="282"/>
                    <a:pt x="154" y="285"/>
                    <a:pt x="154" y="287"/>
                  </a:cubicBezTo>
                  <a:cubicBezTo>
                    <a:pt x="153" y="288"/>
                    <a:pt x="149" y="289"/>
                    <a:pt x="147" y="288"/>
                  </a:cubicBezTo>
                  <a:cubicBezTo>
                    <a:pt x="146" y="286"/>
                    <a:pt x="141" y="288"/>
                    <a:pt x="141" y="286"/>
                  </a:cubicBezTo>
                  <a:cubicBezTo>
                    <a:pt x="141" y="284"/>
                    <a:pt x="137" y="281"/>
                    <a:pt x="133" y="281"/>
                  </a:cubicBezTo>
                  <a:cubicBezTo>
                    <a:pt x="129" y="282"/>
                    <a:pt x="128" y="280"/>
                    <a:pt x="129" y="277"/>
                  </a:cubicBezTo>
                  <a:cubicBezTo>
                    <a:pt x="129" y="274"/>
                    <a:pt x="127" y="272"/>
                    <a:pt x="127" y="270"/>
                  </a:cubicBezTo>
                  <a:cubicBezTo>
                    <a:pt x="127" y="269"/>
                    <a:pt x="125" y="266"/>
                    <a:pt x="127" y="265"/>
                  </a:cubicBezTo>
                  <a:cubicBezTo>
                    <a:pt x="129" y="264"/>
                    <a:pt x="127" y="262"/>
                    <a:pt x="128" y="260"/>
                  </a:cubicBezTo>
                  <a:cubicBezTo>
                    <a:pt x="128" y="258"/>
                    <a:pt x="124" y="255"/>
                    <a:pt x="121" y="255"/>
                  </a:cubicBezTo>
                  <a:cubicBezTo>
                    <a:pt x="118" y="255"/>
                    <a:pt x="119" y="252"/>
                    <a:pt x="116" y="251"/>
                  </a:cubicBezTo>
                  <a:cubicBezTo>
                    <a:pt x="113" y="251"/>
                    <a:pt x="108" y="246"/>
                    <a:pt x="108" y="244"/>
                  </a:cubicBezTo>
                  <a:cubicBezTo>
                    <a:pt x="107" y="242"/>
                    <a:pt x="103" y="242"/>
                    <a:pt x="105" y="242"/>
                  </a:cubicBezTo>
                  <a:cubicBezTo>
                    <a:pt x="106" y="241"/>
                    <a:pt x="109" y="242"/>
                    <a:pt x="111" y="244"/>
                  </a:cubicBezTo>
                  <a:cubicBezTo>
                    <a:pt x="114" y="246"/>
                    <a:pt x="117" y="248"/>
                    <a:pt x="123" y="249"/>
                  </a:cubicBezTo>
                  <a:cubicBezTo>
                    <a:pt x="129" y="250"/>
                    <a:pt x="131" y="253"/>
                    <a:pt x="138" y="254"/>
                  </a:cubicBezTo>
                  <a:cubicBezTo>
                    <a:pt x="144" y="255"/>
                    <a:pt x="148" y="256"/>
                    <a:pt x="158" y="257"/>
                  </a:cubicBezTo>
                  <a:cubicBezTo>
                    <a:pt x="167" y="258"/>
                    <a:pt x="179" y="249"/>
                    <a:pt x="182" y="246"/>
                  </a:cubicBezTo>
                  <a:cubicBezTo>
                    <a:pt x="185" y="244"/>
                    <a:pt x="181" y="238"/>
                    <a:pt x="181" y="236"/>
                  </a:cubicBezTo>
                  <a:cubicBezTo>
                    <a:pt x="181" y="234"/>
                    <a:pt x="177" y="234"/>
                    <a:pt x="176" y="233"/>
                  </a:cubicBezTo>
                  <a:cubicBezTo>
                    <a:pt x="176" y="231"/>
                    <a:pt x="173" y="228"/>
                    <a:pt x="169" y="228"/>
                  </a:cubicBezTo>
                  <a:cubicBezTo>
                    <a:pt x="166" y="228"/>
                    <a:pt x="165" y="224"/>
                    <a:pt x="162" y="224"/>
                  </a:cubicBezTo>
                  <a:cubicBezTo>
                    <a:pt x="160" y="225"/>
                    <a:pt x="158" y="223"/>
                    <a:pt x="150" y="218"/>
                  </a:cubicBezTo>
                  <a:cubicBezTo>
                    <a:pt x="143" y="213"/>
                    <a:pt x="132" y="210"/>
                    <a:pt x="130" y="210"/>
                  </a:cubicBezTo>
                  <a:cubicBezTo>
                    <a:pt x="129" y="211"/>
                    <a:pt x="127" y="212"/>
                    <a:pt x="126" y="210"/>
                  </a:cubicBezTo>
                  <a:cubicBezTo>
                    <a:pt x="125" y="208"/>
                    <a:pt x="122" y="208"/>
                    <a:pt x="120" y="210"/>
                  </a:cubicBezTo>
                  <a:cubicBezTo>
                    <a:pt x="118" y="211"/>
                    <a:pt x="116" y="209"/>
                    <a:pt x="112" y="209"/>
                  </a:cubicBezTo>
                  <a:cubicBezTo>
                    <a:pt x="108" y="210"/>
                    <a:pt x="106" y="208"/>
                    <a:pt x="107" y="207"/>
                  </a:cubicBezTo>
                  <a:cubicBezTo>
                    <a:pt x="108" y="206"/>
                    <a:pt x="114" y="207"/>
                    <a:pt x="114" y="205"/>
                  </a:cubicBezTo>
                  <a:cubicBezTo>
                    <a:pt x="113" y="203"/>
                    <a:pt x="111" y="205"/>
                    <a:pt x="108" y="202"/>
                  </a:cubicBezTo>
                  <a:cubicBezTo>
                    <a:pt x="105" y="200"/>
                    <a:pt x="103" y="202"/>
                    <a:pt x="102" y="204"/>
                  </a:cubicBezTo>
                  <a:cubicBezTo>
                    <a:pt x="101" y="205"/>
                    <a:pt x="99" y="205"/>
                    <a:pt x="97" y="203"/>
                  </a:cubicBezTo>
                  <a:cubicBezTo>
                    <a:pt x="97" y="203"/>
                    <a:pt x="97" y="203"/>
                    <a:pt x="96" y="203"/>
                  </a:cubicBezTo>
                  <a:cubicBezTo>
                    <a:pt x="96" y="206"/>
                    <a:pt x="94" y="206"/>
                    <a:pt x="92" y="206"/>
                  </a:cubicBezTo>
                  <a:cubicBezTo>
                    <a:pt x="90" y="205"/>
                    <a:pt x="88" y="209"/>
                    <a:pt x="85" y="209"/>
                  </a:cubicBezTo>
                  <a:cubicBezTo>
                    <a:pt x="83" y="209"/>
                    <a:pt x="80" y="212"/>
                    <a:pt x="79" y="214"/>
                  </a:cubicBezTo>
                  <a:cubicBezTo>
                    <a:pt x="79" y="216"/>
                    <a:pt x="76" y="215"/>
                    <a:pt x="76" y="217"/>
                  </a:cubicBezTo>
                  <a:cubicBezTo>
                    <a:pt x="76" y="218"/>
                    <a:pt x="76" y="220"/>
                    <a:pt x="75" y="221"/>
                  </a:cubicBezTo>
                  <a:cubicBezTo>
                    <a:pt x="74" y="223"/>
                    <a:pt x="75" y="223"/>
                    <a:pt x="76" y="226"/>
                  </a:cubicBezTo>
                  <a:cubicBezTo>
                    <a:pt x="77" y="228"/>
                    <a:pt x="80" y="228"/>
                    <a:pt x="81" y="229"/>
                  </a:cubicBezTo>
                  <a:cubicBezTo>
                    <a:pt x="83" y="230"/>
                    <a:pt x="87" y="234"/>
                    <a:pt x="87" y="235"/>
                  </a:cubicBezTo>
                  <a:cubicBezTo>
                    <a:pt x="87" y="237"/>
                    <a:pt x="84" y="240"/>
                    <a:pt x="82" y="241"/>
                  </a:cubicBezTo>
                  <a:cubicBezTo>
                    <a:pt x="81" y="242"/>
                    <a:pt x="79" y="245"/>
                    <a:pt x="80" y="246"/>
                  </a:cubicBezTo>
                  <a:cubicBezTo>
                    <a:pt x="81" y="248"/>
                    <a:pt x="85" y="254"/>
                    <a:pt x="88" y="259"/>
                  </a:cubicBezTo>
                  <a:cubicBezTo>
                    <a:pt x="90" y="264"/>
                    <a:pt x="87" y="262"/>
                    <a:pt x="85" y="264"/>
                  </a:cubicBezTo>
                  <a:cubicBezTo>
                    <a:pt x="83" y="266"/>
                    <a:pt x="86" y="269"/>
                    <a:pt x="86" y="270"/>
                  </a:cubicBezTo>
                  <a:cubicBezTo>
                    <a:pt x="87" y="272"/>
                    <a:pt x="84" y="272"/>
                    <a:pt x="84" y="273"/>
                  </a:cubicBezTo>
                  <a:cubicBezTo>
                    <a:pt x="84" y="274"/>
                    <a:pt x="88" y="275"/>
                    <a:pt x="88" y="276"/>
                  </a:cubicBezTo>
                  <a:cubicBezTo>
                    <a:pt x="89" y="277"/>
                    <a:pt x="86" y="278"/>
                    <a:pt x="87" y="280"/>
                  </a:cubicBezTo>
                  <a:cubicBezTo>
                    <a:pt x="88" y="282"/>
                    <a:pt x="91" y="282"/>
                    <a:pt x="92" y="284"/>
                  </a:cubicBezTo>
                  <a:cubicBezTo>
                    <a:pt x="92" y="287"/>
                    <a:pt x="86" y="287"/>
                    <a:pt x="86" y="289"/>
                  </a:cubicBezTo>
                  <a:cubicBezTo>
                    <a:pt x="87" y="291"/>
                    <a:pt x="94" y="294"/>
                    <a:pt x="97" y="297"/>
                  </a:cubicBezTo>
                  <a:cubicBezTo>
                    <a:pt x="100" y="301"/>
                    <a:pt x="100" y="302"/>
                    <a:pt x="99" y="304"/>
                  </a:cubicBezTo>
                  <a:cubicBezTo>
                    <a:pt x="98" y="308"/>
                    <a:pt x="89" y="311"/>
                    <a:pt x="87" y="316"/>
                  </a:cubicBezTo>
                  <a:cubicBezTo>
                    <a:pt x="85" y="320"/>
                    <a:pt x="77" y="323"/>
                    <a:pt x="74" y="326"/>
                  </a:cubicBezTo>
                  <a:cubicBezTo>
                    <a:pt x="73" y="328"/>
                    <a:pt x="71" y="330"/>
                    <a:pt x="70" y="332"/>
                  </a:cubicBezTo>
                  <a:cubicBezTo>
                    <a:pt x="71" y="331"/>
                    <a:pt x="73" y="331"/>
                    <a:pt x="74" y="330"/>
                  </a:cubicBezTo>
                  <a:cubicBezTo>
                    <a:pt x="75" y="329"/>
                    <a:pt x="77" y="334"/>
                    <a:pt x="79" y="336"/>
                  </a:cubicBezTo>
                  <a:cubicBezTo>
                    <a:pt x="81" y="337"/>
                    <a:pt x="85" y="336"/>
                    <a:pt x="86" y="337"/>
                  </a:cubicBezTo>
                  <a:cubicBezTo>
                    <a:pt x="88" y="339"/>
                    <a:pt x="85" y="339"/>
                    <a:pt x="82" y="338"/>
                  </a:cubicBezTo>
                  <a:cubicBezTo>
                    <a:pt x="79" y="338"/>
                    <a:pt x="79" y="340"/>
                    <a:pt x="74" y="341"/>
                  </a:cubicBezTo>
                  <a:cubicBezTo>
                    <a:pt x="71" y="342"/>
                    <a:pt x="71" y="344"/>
                    <a:pt x="70" y="344"/>
                  </a:cubicBezTo>
                  <a:cubicBezTo>
                    <a:pt x="72" y="347"/>
                    <a:pt x="69" y="348"/>
                    <a:pt x="68" y="350"/>
                  </a:cubicBezTo>
                  <a:cubicBezTo>
                    <a:pt x="67" y="352"/>
                    <a:pt x="66" y="353"/>
                    <a:pt x="65" y="354"/>
                  </a:cubicBezTo>
                  <a:cubicBezTo>
                    <a:pt x="65" y="356"/>
                    <a:pt x="66" y="357"/>
                    <a:pt x="66" y="359"/>
                  </a:cubicBezTo>
                  <a:cubicBezTo>
                    <a:pt x="66" y="361"/>
                    <a:pt x="67" y="362"/>
                    <a:pt x="68" y="364"/>
                  </a:cubicBezTo>
                  <a:cubicBezTo>
                    <a:pt x="69" y="365"/>
                    <a:pt x="67" y="365"/>
                    <a:pt x="66" y="366"/>
                  </a:cubicBezTo>
                  <a:cubicBezTo>
                    <a:pt x="65" y="367"/>
                    <a:pt x="65" y="369"/>
                    <a:pt x="67" y="371"/>
                  </a:cubicBezTo>
                  <a:cubicBezTo>
                    <a:pt x="68" y="372"/>
                    <a:pt x="68" y="374"/>
                    <a:pt x="68" y="376"/>
                  </a:cubicBezTo>
                  <a:cubicBezTo>
                    <a:pt x="67" y="377"/>
                    <a:pt x="69" y="379"/>
                    <a:pt x="70" y="380"/>
                  </a:cubicBezTo>
                  <a:cubicBezTo>
                    <a:pt x="72" y="382"/>
                    <a:pt x="71" y="385"/>
                    <a:pt x="73" y="386"/>
                  </a:cubicBezTo>
                  <a:cubicBezTo>
                    <a:pt x="74" y="387"/>
                    <a:pt x="75" y="388"/>
                    <a:pt x="77" y="388"/>
                  </a:cubicBezTo>
                  <a:cubicBezTo>
                    <a:pt x="79" y="387"/>
                    <a:pt x="80" y="388"/>
                    <a:pt x="81" y="390"/>
                  </a:cubicBezTo>
                  <a:cubicBezTo>
                    <a:pt x="82" y="391"/>
                    <a:pt x="84" y="390"/>
                    <a:pt x="86" y="390"/>
                  </a:cubicBezTo>
                  <a:cubicBezTo>
                    <a:pt x="88" y="389"/>
                    <a:pt x="93" y="391"/>
                    <a:pt x="94" y="392"/>
                  </a:cubicBezTo>
                  <a:cubicBezTo>
                    <a:pt x="95" y="392"/>
                    <a:pt x="94" y="396"/>
                    <a:pt x="94" y="398"/>
                  </a:cubicBezTo>
                  <a:cubicBezTo>
                    <a:pt x="95" y="400"/>
                    <a:pt x="93" y="402"/>
                    <a:pt x="95" y="404"/>
                  </a:cubicBezTo>
                  <a:cubicBezTo>
                    <a:pt x="97" y="405"/>
                    <a:pt x="97" y="408"/>
                    <a:pt x="99" y="409"/>
                  </a:cubicBezTo>
                  <a:cubicBezTo>
                    <a:pt x="102" y="410"/>
                    <a:pt x="103" y="413"/>
                    <a:pt x="104" y="413"/>
                  </a:cubicBezTo>
                  <a:cubicBezTo>
                    <a:pt x="106" y="414"/>
                    <a:pt x="108" y="416"/>
                    <a:pt x="109" y="418"/>
                  </a:cubicBezTo>
                  <a:cubicBezTo>
                    <a:pt x="109" y="419"/>
                    <a:pt x="106" y="421"/>
                    <a:pt x="104" y="422"/>
                  </a:cubicBezTo>
                  <a:cubicBezTo>
                    <a:pt x="103" y="422"/>
                    <a:pt x="100" y="419"/>
                    <a:pt x="99" y="421"/>
                  </a:cubicBezTo>
                  <a:cubicBezTo>
                    <a:pt x="97" y="422"/>
                    <a:pt x="99" y="424"/>
                    <a:pt x="100" y="429"/>
                  </a:cubicBezTo>
                  <a:cubicBezTo>
                    <a:pt x="101" y="433"/>
                    <a:pt x="102" y="433"/>
                    <a:pt x="103" y="433"/>
                  </a:cubicBezTo>
                  <a:cubicBezTo>
                    <a:pt x="105" y="433"/>
                    <a:pt x="106" y="432"/>
                    <a:pt x="107" y="431"/>
                  </a:cubicBezTo>
                  <a:cubicBezTo>
                    <a:pt x="109" y="430"/>
                    <a:pt x="112" y="431"/>
                    <a:pt x="113" y="431"/>
                  </a:cubicBezTo>
                  <a:cubicBezTo>
                    <a:pt x="114" y="430"/>
                    <a:pt x="119" y="430"/>
                    <a:pt x="120" y="432"/>
                  </a:cubicBezTo>
                  <a:cubicBezTo>
                    <a:pt x="121" y="433"/>
                    <a:pt x="122" y="437"/>
                    <a:pt x="121" y="438"/>
                  </a:cubicBezTo>
                  <a:cubicBezTo>
                    <a:pt x="120" y="439"/>
                    <a:pt x="122" y="441"/>
                    <a:pt x="123" y="443"/>
                  </a:cubicBezTo>
                  <a:cubicBezTo>
                    <a:pt x="124" y="444"/>
                    <a:pt x="128" y="444"/>
                    <a:pt x="129" y="444"/>
                  </a:cubicBezTo>
                  <a:cubicBezTo>
                    <a:pt x="130" y="445"/>
                    <a:pt x="133" y="449"/>
                    <a:pt x="133" y="451"/>
                  </a:cubicBezTo>
                  <a:cubicBezTo>
                    <a:pt x="132" y="452"/>
                    <a:pt x="135" y="453"/>
                    <a:pt x="136" y="452"/>
                  </a:cubicBezTo>
                  <a:cubicBezTo>
                    <a:pt x="137" y="452"/>
                    <a:pt x="138" y="453"/>
                    <a:pt x="140" y="454"/>
                  </a:cubicBezTo>
                  <a:cubicBezTo>
                    <a:pt x="141" y="455"/>
                    <a:pt x="143" y="455"/>
                    <a:pt x="144" y="454"/>
                  </a:cubicBezTo>
                  <a:cubicBezTo>
                    <a:pt x="146" y="453"/>
                    <a:pt x="148" y="452"/>
                    <a:pt x="149" y="453"/>
                  </a:cubicBezTo>
                  <a:cubicBezTo>
                    <a:pt x="150" y="455"/>
                    <a:pt x="153" y="457"/>
                    <a:pt x="153" y="458"/>
                  </a:cubicBezTo>
                  <a:cubicBezTo>
                    <a:pt x="153" y="459"/>
                    <a:pt x="157" y="458"/>
                    <a:pt x="160" y="459"/>
                  </a:cubicBezTo>
                  <a:cubicBezTo>
                    <a:pt x="162" y="460"/>
                    <a:pt x="164" y="460"/>
                    <a:pt x="167" y="461"/>
                  </a:cubicBezTo>
                  <a:cubicBezTo>
                    <a:pt x="169" y="462"/>
                    <a:pt x="171" y="462"/>
                    <a:pt x="172" y="464"/>
                  </a:cubicBezTo>
                  <a:cubicBezTo>
                    <a:pt x="172" y="465"/>
                    <a:pt x="169" y="467"/>
                    <a:pt x="169" y="467"/>
                  </a:cubicBezTo>
                  <a:cubicBezTo>
                    <a:pt x="169" y="468"/>
                    <a:pt x="171" y="469"/>
                    <a:pt x="171" y="470"/>
                  </a:cubicBezTo>
                  <a:cubicBezTo>
                    <a:pt x="171" y="471"/>
                    <a:pt x="169" y="471"/>
                    <a:pt x="168" y="472"/>
                  </a:cubicBezTo>
                  <a:cubicBezTo>
                    <a:pt x="168" y="473"/>
                    <a:pt x="170" y="474"/>
                    <a:pt x="170" y="475"/>
                  </a:cubicBezTo>
                  <a:cubicBezTo>
                    <a:pt x="170" y="476"/>
                    <a:pt x="169" y="479"/>
                    <a:pt x="169" y="480"/>
                  </a:cubicBezTo>
                  <a:cubicBezTo>
                    <a:pt x="169" y="481"/>
                    <a:pt x="163" y="480"/>
                    <a:pt x="162" y="480"/>
                  </a:cubicBezTo>
                  <a:cubicBezTo>
                    <a:pt x="160" y="480"/>
                    <a:pt x="156" y="484"/>
                    <a:pt x="155" y="484"/>
                  </a:cubicBezTo>
                  <a:cubicBezTo>
                    <a:pt x="154" y="485"/>
                    <a:pt x="155" y="487"/>
                    <a:pt x="155" y="488"/>
                  </a:cubicBezTo>
                  <a:cubicBezTo>
                    <a:pt x="159" y="488"/>
                    <a:pt x="163" y="487"/>
                    <a:pt x="164" y="488"/>
                  </a:cubicBezTo>
                  <a:cubicBezTo>
                    <a:pt x="164" y="490"/>
                    <a:pt x="155" y="494"/>
                    <a:pt x="153" y="494"/>
                  </a:cubicBezTo>
                  <a:cubicBezTo>
                    <a:pt x="151" y="495"/>
                    <a:pt x="156" y="498"/>
                    <a:pt x="156" y="499"/>
                  </a:cubicBezTo>
                  <a:cubicBezTo>
                    <a:pt x="156" y="501"/>
                    <a:pt x="151" y="501"/>
                    <a:pt x="151" y="504"/>
                  </a:cubicBezTo>
                  <a:cubicBezTo>
                    <a:pt x="152" y="507"/>
                    <a:pt x="150" y="508"/>
                    <a:pt x="147" y="508"/>
                  </a:cubicBezTo>
                  <a:cubicBezTo>
                    <a:pt x="144" y="508"/>
                    <a:pt x="143" y="509"/>
                    <a:pt x="144" y="509"/>
                  </a:cubicBezTo>
                  <a:cubicBezTo>
                    <a:pt x="146" y="510"/>
                    <a:pt x="146" y="513"/>
                    <a:pt x="151" y="515"/>
                  </a:cubicBezTo>
                  <a:cubicBezTo>
                    <a:pt x="156" y="516"/>
                    <a:pt x="162" y="521"/>
                    <a:pt x="167" y="526"/>
                  </a:cubicBezTo>
                  <a:cubicBezTo>
                    <a:pt x="167" y="527"/>
                    <a:pt x="168" y="527"/>
                    <a:pt x="169" y="528"/>
                  </a:cubicBezTo>
                  <a:cubicBezTo>
                    <a:pt x="170" y="527"/>
                    <a:pt x="171" y="527"/>
                    <a:pt x="172" y="526"/>
                  </a:cubicBezTo>
                  <a:cubicBezTo>
                    <a:pt x="175" y="526"/>
                    <a:pt x="180" y="528"/>
                    <a:pt x="182" y="529"/>
                  </a:cubicBezTo>
                  <a:cubicBezTo>
                    <a:pt x="185" y="531"/>
                    <a:pt x="194" y="529"/>
                    <a:pt x="195" y="531"/>
                  </a:cubicBezTo>
                  <a:cubicBezTo>
                    <a:pt x="196" y="532"/>
                    <a:pt x="199" y="534"/>
                    <a:pt x="200" y="534"/>
                  </a:cubicBezTo>
                  <a:cubicBezTo>
                    <a:pt x="202" y="534"/>
                    <a:pt x="204" y="538"/>
                    <a:pt x="206" y="537"/>
                  </a:cubicBezTo>
                  <a:cubicBezTo>
                    <a:pt x="207" y="535"/>
                    <a:pt x="213" y="535"/>
                    <a:pt x="214" y="535"/>
                  </a:cubicBezTo>
                  <a:cubicBezTo>
                    <a:pt x="216" y="535"/>
                    <a:pt x="216" y="537"/>
                    <a:pt x="217" y="537"/>
                  </a:cubicBezTo>
                  <a:cubicBezTo>
                    <a:pt x="219" y="537"/>
                    <a:pt x="219" y="542"/>
                    <a:pt x="220" y="542"/>
                  </a:cubicBezTo>
                  <a:cubicBezTo>
                    <a:pt x="221" y="541"/>
                    <a:pt x="225" y="545"/>
                    <a:pt x="228" y="545"/>
                  </a:cubicBezTo>
                  <a:cubicBezTo>
                    <a:pt x="230" y="546"/>
                    <a:pt x="233" y="550"/>
                    <a:pt x="234" y="550"/>
                  </a:cubicBezTo>
                  <a:cubicBezTo>
                    <a:pt x="235" y="550"/>
                    <a:pt x="237" y="552"/>
                    <a:pt x="238" y="550"/>
                  </a:cubicBezTo>
                  <a:cubicBezTo>
                    <a:pt x="239" y="548"/>
                    <a:pt x="242" y="549"/>
                    <a:pt x="243" y="546"/>
                  </a:cubicBezTo>
                  <a:cubicBezTo>
                    <a:pt x="239" y="540"/>
                    <a:pt x="233" y="534"/>
                    <a:pt x="234" y="531"/>
                  </a:cubicBezTo>
                  <a:cubicBezTo>
                    <a:pt x="234" y="527"/>
                    <a:pt x="236" y="524"/>
                    <a:pt x="230" y="520"/>
                  </a:cubicBezTo>
                  <a:cubicBezTo>
                    <a:pt x="225" y="515"/>
                    <a:pt x="231" y="512"/>
                    <a:pt x="235" y="508"/>
                  </a:cubicBezTo>
                  <a:cubicBezTo>
                    <a:pt x="238" y="503"/>
                    <a:pt x="245" y="502"/>
                    <a:pt x="250" y="499"/>
                  </a:cubicBezTo>
                  <a:cubicBezTo>
                    <a:pt x="249" y="498"/>
                    <a:pt x="248" y="497"/>
                    <a:pt x="247" y="497"/>
                  </a:cubicBezTo>
                  <a:cubicBezTo>
                    <a:pt x="243" y="495"/>
                    <a:pt x="242" y="494"/>
                    <a:pt x="245" y="493"/>
                  </a:cubicBezTo>
                  <a:cubicBezTo>
                    <a:pt x="248" y="492"/>
                    <a:pt x="246" y="491"/>
                    <a:pt x="244" y="488"/>
                  </a:cubicBezTo>
                  <a:cubicBezTo>
                    <a:pt x="241" y="485"/>
                    <a:pt x="240" y="482"/>
                    <a:pt x="239" y="482"/>
                  </a:cubicBezTo>
                  <a:cubicBezTo>
                    <a:pt x="237" y="482"/>
                    <a:pt x="235" y="482"/>
                    <a:pt x="233" y="482"/>
                  </a:cubicBezTo>
                  <a:cubicBezTo>
                    <a:pt x="230" y="483"/>
                    <a:pt x="231" y="480"/>
                    <a:pt x="231" y="478"/>
                  </a:cubicBezTo>
                  <a:cubicBezTo>
                    <a:pt x="231" y="475"/>
                    <a:pt x="227" y="476"/>
                    <a:pt x="226" y="475"/>
                  </a:cubicBezTo>
                  <a:cubicBezTo>
                    <a:pt x="225" y="473"/>
                    <a:pt x="227" y="470"/>
                    <a:pt x="228" y="469"/>
                  </a:cubicBezTo>
                  <a:cubicBezTo>
                    <a:pt x="229" y="469"/>
                    <a:pt x="231" y="468"/>
                    <a:pt x="231" y="467"/>
                  </a:cubicBezTo>
                  <a:cubicBezTo>
                    <a:pt x="231" y="466"/>
                    <a:pt x="227" y="465"/>
                    <a:pt x="228" y="463"/>
                  </a:cubicBezTo>
                  <a:cubicBezTo>
                    <a:pt x="230" y="460"/>
                    <a:pt x="233" y="460"/>
                    <a:pt x="233" y="457"/>
                  </a:cubicBezTo>
                  <a:cubicBezTo>
                    <a:pt x="233" y="455"/>
                    <a:pt x="235" y="452"/>
                    <a:pt x="238" y="454"/>
                  </a:cubicBezTo>
                  <a:cubicBezTo>
                    <a:pt x="240" y="456"/>
                    <a:pt x="242" y="461"/>
                    <a:pt x="245" y="460"/>
                  </a:cubicBezTo>
                  <a:cubicBezTo>
                    <a:pt x="248" y="459"/>
                    <a:pt x="246" y="456"/>
                    <a:pt x="245" y="455"/>
                  </a:cubicBezTo>
                  <a:cubicBezTo>
                    <a:pt x="245" y="453"/>
                    <a:pt x="244" y="451"/>
                    <a:pt x="248" y="450"/>
                  </a:cubicBezTo>
                  <a:cubicBezTo>
                    <a:pt x="251" y="449"/>
                    <a:pt x="249" y="446"/>
                    <a:pt x="252" y="446"/>
                  </a:cubicBezTo>
                  <a:cubicBezTo>
                    <a:pt x="255" y="446"/>
                    <a:pt x="259" y="443"/>
                    <a:pt x="261" y="442"/>
                  </a:cubicBezTo>
                  <a:cubicBezTo>
                    <a:pt x="262" y="441"/>
                    <a:pt x="266" y="439"/>
                    <a:pt x="267" y="440"/>
                  </a:cubicBezTo>
                  <a:cubicBezTo>
                    <a:pt x="269" y="441"/>
                    <a:pt x="271" y="443"/>
                    <a:pt x="272" y="440"/>
                  </a:cubicBezTo>
                  <a:cubicBezTo>
                    <a:pt x="273" y="438"/>
                    <a:pt x="277" y="439"/>
                    <a:pt x="278" y="440"/>
                  </a:cubicBezTo>
                  <a:cubicBezTo>
                    <a:pt x="278" y="442"/>
                    <a:pt x="285" y="442"/>
                    <a:pt x="287" y="443"/>
                  </a:cubicBezTo>
                  <a:cubicBezTo>
                    <a:pt x="290" y="445"/>
                    <a:pt x="295" y="448"/>
                    <a:pt x="295" y="449"/>
                  </a:cubicBezTo>
                  <a:cubicBezTo>
                    <a:pt x="295" y="451"/>
                    <a:pt x="297" y="453"/>
                    <a:pt x="297" y="450"/>
                  </a:cubicBezTo>
                  <a:cubicBezTo>
                    <a:pt x="297" y="448"/>
                    <a:pt x="299" y="448"/>
                    <a:pt x="302" y="450"/>
                  </a:cubicBezTo>
                  <a:cubicBezTo>
                    <a:pt x="305" y="452"/>
                    <a:pt x="309" y="451"/>
                    <a:pt x="310" y="449"/>
                  </a:cubicBezTo>
                  <a:cubicBezTo>
                    <a:pt x="310" y="448"/>
                    <a:pt x="316" y="445"/>
                    <a:pt x="318" y="447"/>
                  </a:cubicBezTo>
                  <a:cubicBezTo>
                    <a:pt x="320" y="448"/>
                    <a:pt x="320" y="449"/>
                    <a:pt x="323" y="447"/>
                  </a:cubicBezTo>
                  <a:cubicBezTo>
                    <a:pt x="325" y="445"/>
                    <a:pt x="330" y="445"/>
                    <a:pt x="331" y="448"/>
                  </a:cubicBezTo>
                  <a:cubicBezTo>
                    <a:pt x="332" y="450"/>
                    <a:pt x="334" y="450"/>
                    <a:pt x="336" y="450"/>
                  </a:cubicBezTo>
                  <a:cubicBezTo>
                    <a:pt x="339" y="450"/>
                    <a:pt x="339" y="454"/>
                    <a:pt x="341" y="453"/>
                  </a:cubicBezTo>
                  <a:cubicBezTo>
                    <a:pt x="342" y="452"/>
                    <a:pt x="342" y="448"/>
                    <a:pt x="344" y="449"/>
                  </a:cubicBezTo>
                  <a:cubicBezTo>
                    <a:pt x="345" y="449"/>
                    <a:pt x="347" y="451"/>
                    <a:pt x="350" y="451"/>
                  </a:cubicBezTo>
                  <a:cubicBezTo>
                    <a:pt x="353" y="451"/>
                    <a:pt x="355" y="451"/>
                    <a:pt x="355" y="448"/>
                  </a:cubicBezTo>
                  <a:cubicBezTo>
                    <a:pt x="355" y="446"/>
                    <a:pt x="355" y="442"/>
                    <a:pt x="353" y="442"/>
                  </a:cubicBezTo>
                  <a:cubicBezTo>
                    <a:pt x="351" y="442"/>
                    <a:pt x="349" y="441"/>
                    <a:pt x="347" y="441"/>
                  </a:cubicBezTo>
                  <a:cubicBezTo>
                    <a:pt x="345" y="441"/>
                    <a:pt x="342" y="437"/>
                    <a:pt x="345" y="436"/>
                  </a:cubicBezTo>
                  <a:cubicBezTo>
                    <a:pt x="347" y="435"/>
                    <a:pt x="351" y="433"/>
                    <a:pt x="350" y="432"/>
                  </a:cubicBezTo>
                  <a:cubicBezTo>
                    <a:pt x="349" y="430"/>
                    <a:pt x="348" y="426"/>
                    <a:pt x="351" y="426"/>
                  </a:cubicBezTo>
                  <a:cubicBezTo>
                    <a:pt x="354" y="425"/>
                    <a:pt x="361" y="425"/>
                    <a:pt x="360" y="424"/>
                  </a:cubicBezTo>
                  <a:cubicBezTo>
                    <a:pt x="360" y="423"/>
                    <a:pt x="354" y="422"/>
                    <a:pt x="353" y="420"/>
                  </a:cubicBezTo>
                  <a:cubicBezTo>
                    <a:pt x="352" y="418"/>
                    <a:pt x="351" y="414"/>
                    <a:pt x="352" y="413"/>
                  </a:cubicBezTo>
                  <a:cubicBezTo>
                    <a:pt x="354" y="413"/>
                    <a:pt x="357" y="414"/>
                    <a:pt x="360" y="413"/>
                  </a:cubicBezTo>
                  <a:cubicBezTo>
                    <a:pt x="362" y="412"/>
                    <a:pt x="367" y="414"/>
                    <a:pt x="370" y="412"/>
                  </a:cubicBezTo>
                  <a:cubicBezTo>
                    <a:pt x="373" y="410"/>
                    <a:pt x="379" y="409"/>
                    <a:pt x="382" y="409"/>
                  </a:cubicBezTo>
                  <a:cubicBezTo>
                    <a:pt x="386" y="409"/>
                    <a:pt x="388" y="407"/>
                    <a:pt x="391" y="407"/>
                  </a:cubicBezTo>
                  <a:cubicBezTo>
                    <a:pt x="394" y="406"/>
                    <a:pt x="401" y="405"/>
                    <a:pt x="403" y="404"/>
                  </a:cubicBezTo>
                  <a:cubicBezTo>
                    <a:pt x="405" y="404"/>
                    <a:pt x="415" y="402"/>
                    <a:pt x="415" y="400"/>
                  </a:cubicBezTo>
                  <a:cubicBezTo>
                    <a:pt x="416" y="398"/>
                    <a:pt x="424" y="397"/>
                    <a:pt x="426" y="398"/>
                  </a:cubicBezTo>
                  <a:cubicBezTo>
                    <a:pt x="428" y="399"/>
                    <a:pt x="430" y="399"/>
                    <a:pt x="432" y="399"/>
                  </a:cubicBezTo>
                  <a:cubicBezTo>
                    <a:pt x="434" y="398"/>
                    <a:pt x="438" y="400"/>
                    <a:pt x="438" y="402"/>
                  </a:cubicBezTo>
                  <a:cubicBezTo>
                    <a:pt x="437" y="404"/>
                    <a:pt x="439" y="406"/>
                    <a:pt x="439" y="408"/>
                  </a:cubicBezTo>
                  <a:cubicBezTo>
                    <a:pt x="439" y="410"/>
                    <a:pt x="437" y="410"/>
                    <a:pt x="438" y="412"/>
                  </a:cubicBezTo>
                  <a:cubicBezTo>
                    <a:pt x="439" y="413"/>
                    <a:pt x="444" y="412"/>
                    <a:pt x="446" y="410"/>
                  </a:cubicBezTo>
                  <a:cubicBezTo>
                    <a:pt x="447" y="409"/>
                    <a:pt x="449" y="411"/>
                    <a:pt x="449" y="412"/>
                  </a:cubicBezTo>
                  <a:cubicBezTo>
                    <a:pt x="449" y="414"/>
                    <a:pt x="451" y="415"/>
                    <a:pt x="451" y="413"/>
                  </a:cubicBezTo>
                  <a:cubicBezTo>
                    <a:pt x="451" y="411"/>
                    <a:pt x="454" y="412"/>
                    <a:pt x="455" y="413"/>
                  </a:cubicBezTo>
                  <a:cubicBezTo>
                    <a:pt x="456" y="415"/>
                    <a:pt x="460" y="412"/>
                    <a:pt x="460" y="414"/>
                  </a:cubicBezTo>
                  <a:cubicBezTo>
                    <a:pt x="460" y="416"/>
                    <a:pt x="455" y="417"/>
                    <a:pt x="457" y="419"/>
                  </a:cubicBezTo>
                  <a:cubicBezTo>
                    <a:pt x="459" y="421"/>
                    <a:pt x="460" y="417"/>
                    <a:pt x="463" y="418"/>
                  </a:cubicBezTo>
                  <a:cubicBezTo>
                    <a:pt x="466" y="419"/>
                    <a:pt x="470" y="415"/>
                    <a:pt x="472" y="414"/>
                  </a:cubicBezTo>
                  <a:cubicBezTo>
                    <a:pt x="475" y="414"/>
                    <a:pt x="478" y="411"/>
                    <a:pt x="480" y="410"/>
                  </a:cubicBezTo>
                  <a:cubicBezTo>
                    <a:pt x="482" y="409"/>
                    <a:pt x="487" y="409"/>
                    <a:pt x="486" y="410"/>
                  </a:cubicBezTo>
                  <a:cubicBezTo>
                    <a:pt x="484" y="412"/>
                    <a:pt x="482" y="415"/>
                    <a:pt x="488" y="417"/>
                  </a:cubicBezTo>
                  <a:cubicBezTo>
                    <a:pt x="494" y="419"/>
                    <a:pt x="500" y="430"/>
                    <a:pt x="504" y="435"/>
                  </a:cubicBezTo>
                  <a:cubicBezTo>
                    <a:pt x="507" y="441"/>
                    <a:pt x="510" y="450"/>
                    <a:pt x="512" y="450"/>
                  </a:cubicBezTo>
                  <a:cubicBezTo>
                    <a:pt x="514" y="450"/>
                    <a:pt x="515" y="445"/>
                    <a:pt x="517" y="445"/>
                  </a:cubicBezTo>
                  <a:cubicBezTo>
                    <a:pt x="520" y="444"/>
                    <a:pt x="521" y="449"/>
                    <a:pt x="524" y="449"/>
                  </a:cubicBezTo>
                  <a:cubicBezTo>
                    <a:pt x="526" y="450"/>
                    <a:pt x="530" y="452"/>
                    <a:pt x="532" y="451"/>
                  </a:cubicBezTo>
                  <a:cubicBezTo>
                    <a:pt x="534" y="450"/>
                    <a:pt x="539" y="447"/>
                    <a:pt x="540" y="448"/>
                  </a:cubicBezTo>
                  <a:cubicBezTo>
                    <a:pt x="542" y="449"/>
                    <a:pt x="544" y="449"/>
                    <a:pt x="546" y="453"/>
                  </a:cubicBezTo>
                  <a:cubicBezTo>
                    <a:pt x="547" y="456"/>
                    <a:pt x="549" y="457"/>
                    <a:pt x="551" y="457"/>
                  </a:cubicBezTo>
                  <a:cubicBezTo>
                    <a:pt x="552" y="457"/>
                    <a:pt x="553" y="459"/>
                    <a:pt x="553" y="460"/>
                  </a:cubicBezTo>
                  <a:cubicBezTo>
                    <a:pt x="553" y="462"/>
                    <a:pt x="555" y="464"/>
                    <a:pt x="557" y="464"/>
                  </a:cubicBezTo>
                  <a:cubicBezTo>
                    <a:pt x="558" y="464"/>
                    <a:pt x="562" y="463"/>
                    <a:pt x="564" y="463"/>
                  </a:cubicBezTo>
                  <a:cubicBezTo>
                    <a:pt x="565" y="462"/>
                    <a:pt x="566" y="461"/>
                    <a:pt x="567" y="463"/>
                  </a:cubicBezTo>
                  <a:cubicBezTo>
                    <a:pt x="567" y="465"/>
                    <a:pt x="569" y="467"/>
                    <a:pt x="571" y="467"/>
                  </a:cubicBezTo>
                  <a:cubicBezTo>
                    <a:pt x="572" y="467"/>
                    <a:pt x="575" y="469"/>
                    <a:pt x="575" y="467"/>
                  </a:cubicBezTo>
                  <a:cubicBezTo>
                    <a:pt x="576" y="466"/>
                    <a:pt x="580" y="465"/>
                    <a:pt x="581" y="465"/>
                  </a:cubicBezTo>
                  <a:cubicBezTo>
                    <a:pt x="583" y="465"/>
                    <a:pt x="588" y="464"/>
                    <a:pt x="589" y="462"/>
                  </a:cubicBezTo>
                  <a:cubicBezTo>
                    <a:pt x="590" y="459"/>
                    <a:pt x="594" y="459"/>
                    <a:pt x="595" y="458"/>
                  </a:cubicBezTo>
                  <a:cubicBezTo>
                    <a:pt x="597" y="456"/>
                    <a:pt x="600" y="456"/>
                    <a:pt x="601" y="454"/>
                  </a:cubicBezTo>
                  <a:cubicBezTo>
                    <a:pt x="602" y="453"/>
                    <a:pt x="606" y="453"/>
                    <a:pt x="607" y="452"/>
                  </a:cubicBezTo>
                  <a:cubicBezTo>
                    <a:pt x="607" y="450"/>
                    <a:pt x="611" y="450"/>
                    <a:pt x="613" y="451"/>
                  </a:cubicBezTo>
                  <a:cubicBezTo>
                    <a:pt x="614" y="451"/>
                    <a:pt x="623" y="453"/>
                    <a:pt x="624" y="453"/>
                  </a:cubicBezTo>
                  <a:cubicBezTo>
                    <a:pt x="625" y="452"/>
                    <a:pt x="626" y="457"/>
                    <a:pt x="627" y="457"/>
                  </a:cubicBezTo>
                  <a:cubicBezTo>
                    <a:pt x="628" y="458"/>
                    <a:pt x="633" y="461"/>
                    <a:pt x="634" y="460"/>
                  </a:cubicBezTo>
                  <a:cubicBezTo>
                    <a:pt x="635" y="459"/>
                    <a:pt x="638" y="458"/>
                    <a:pt x="641" y="460"/>
                  </a:cubicBezTo>
                  <a:cubicBezTo>
                    <a:pt x="643" y="461"/>
                    <a:pt x="646" y="463"/>
                    <a:pt x="647" y="461"/>
                  </a:cubicBezTo>
                  <a:cubicBezTo>
                    <a:pt x="648" y="460"/>
                    <a:pt x="653" y="459"/>
                    <a:pt x="654" y="458"/>
                  </a:cubicBezTo>
                  <a:cubicBezTo>
                    <a:pt x="654" y="457"/>
                    <a:pt x="655" y="454"/>
                    <a:pt x="654" y="453"/>
                  </a:cubicBezTo>
                  <a:cubicBezTo>
                    <a:pt x="653" y="452"/>
                    <a:pt x="651" y="448"/>
                    <a:pt x="651" y="446"/>
                  </a:cubicBezTo>
                  <a:cubicBezTo>
                    <a:pt x="650" y="444"/>
                    <a:pt x="654" y="443"/>
                    <a:pt x="654" y="442"/>
                  </a:cubicBezTo>
                  <a:cubicBezTo>
                    <a:pt x="655" y="440"/>
                    <a:pt x="658" y="440"/>
                    <a:pt x="659" y="439"/>
                  </a:cubicBezTo>
                  <a:cubicBezTo>
                    <a:pt x="660" y="438"/>
                    <a:pt x="660" y="435"/>
                    <a:pt x="662" y="436"/>
                  </a:cubicBezTo>
                  <a:cubicBezTo>
                    <a:pt x="664" y="436"/>
                    <a:pt x="667" y="438"/>
                    <a:pt x="668" y="438"/>
                  </a:cubicBezTo>
                  <a:cubicBezTo>
                    <a:pt x="669" y="439"/>
                    <a:pt x="672" y="440"/>
                    <a:pt x="673" y="440"/>
                  </a:cubicBezTo>
                  <a:cubicBezTo>
                    <a:pt x="675" y="440"/>
                    <a:pt x="678" y="441"/>
                    <a:pt x="679" y="442"/>
                  </a:cubicBezTo>
                  <a:cubicBezTo>
                    <a:pt x="681" y="443"/>
                    <a:pt x="687" y="443"/>
                    <a:pt x="688" y="445"/>
                  </a:cubicBezTo>
                  <a:cubicBezTo>
                    <a:pt x="689" y="446"/>
                    <a:pt x="687" y="450"/>
                    <a:pt x="689" y="452"/>
                  </a:cubicBezTo>
                  <a:cubicBezTo>
                    <a:pt x="690" y="453"/>
                    <a:pt x="693" y="457"/>
                    <a:pt x="694" y="456"/>
                  </a:cubicBezTo>
                  <a:cubicBezTo>
                    <a:pt x="695" y="455"/>
                    <a:pt x="700" y="458"/>
                    <a:pt x="701" y="458"/>
                  </a:cubicBezTo>
                  <a:cubicBezTo>
                    <a:pt x="703" y="458"/>
                    <a:pt x="706" y="455"/>
                    <a:pt x="707" y="455"/>
                  </a:cubicBezTo>
                  <a:cubicBezTo>
                    <a:pt x="709" y="455"/>
                    <a:pt x="714" y="454"/>
                    <a:pt x="715" y="454"/>
                  </a:cubicBezTo>
                  <a:cubicBezTo>
                    <a:pt x="717" y="454"/>
                    <a:pt x="722" y="456"/>
                    <a:pt x="723" y="456"/>
                  </a:cubicBezTo>
                  <a:cubicBezTo>
                    <a:pt x="724" y="455"/>
                    <a:pt x="729" y="456"/>
                    <a:pt x="729" y="458"/>
                  </a:cubicBezTo>
                  <a:cubicBezTo>
                    <a:pt x="730" y="459"/>
                    <a:pt x="736" y="459"/>
                    <a:pt x="736" y="461"/>
                  </a:cubicBezTo>
                  <a:cubicBezTo>
                    <a:pt x="736" y="463"/>
                    <a:pt x="740" y="464"/>
                    <a:pt x="741" y="466"/>
                  </a:cubicBezTo>
                  <a:cubicBezTo>
                    <a:pt x="742" y="468"/>
                    <a:pt x="750" y="466"/>
                    <a:pt x="751" y="468"/>
                  </a:cubicBezTo>
                  <a:cubicBezTo>
                    <a:pt x="753" y="469"/>
                    <a:pt x="762" y="469"/>
                    <a:pt x="763" y="468"/>
                  </a:cubicBezTo>
                  <a:cubicBezTo>
                    <a:pt x="763" y="467"/>
                    <a:pt x="772" y="466"/>
                    <a:pt x="774" y="465"/>
                  </a:cubicBezTo>
                  <a:cubicBezTo>
                    <a:pt x="775" y="464"/>
                    <a:pt x="780" y="464"/>
                    <a:pt x="780" y="462"/>
                  </a:cubicBezTo>
                  <a:cubicBezTo>
                    <a:pt x="781" y="461"/>
                    <a:pt x="785" y="459"/>
                    <a:pt x="787" y="458"/>
                  </a:cubicBezTo>
                  <a:cubicBezTo>
                    <a:pt x="789" y="456"/>
                    <a:pt x="797" y="457"/>
                    <a:pt x="797" y="458"/>
                  </a:cubicBezTo>
                  <a:cubicBezTo>
                    <a:pt x="798" y="460"/>
                    <a:pt x="803" y="461"/>
                    <a:pt x="805" y="460"/>
                  </a:cubicBezTo>
                  <a:cubicBezTo>
                    <a:pt x="807" y="459"/>
                    <a:pt x="812" y="460"/>
                    <a:pt x="813" y="462"/>
                  </a:cubicBezTo>
                  <a:cubicBezTo>
                    <a:pt x="813" y="464"/>
                    <a:pt x="819" y="465"/>
                    <a:pt x="821" y="464"/>
                  </a:cubicBezTo>
                  <a:cubicBezTo>
                    <a:pt x="822" y="464"/>
                    <a:pt x="827" y="460"/>
                    <a:pt x="829" y="460"/>
                  </a:cubicBezTo>
                  <a:cubicBezTo>
                    <a:pt x="831" y="460"/>
                    <a:pt x="833" y="458"/>
                    <a:pt x="833" y="456"/>
                  </a:cubicBezTo>
                  <a:cubicBezTo>
                    <a:pt x="832" y="454"/>
                    <a:pt x="836" y="449"/>
                    <a:pt x="837" y="447"/>
                  </a:cubicBezTo>
                  <a:cubicBezTo>
                    <a:pt x="837" y="445"/>
                    <a:pt x="841" y="440"/>
                    <a:pt x="842" y="439"/>
                  </a:cubicBezTo>
                  <a:cubicBezTo>
                    <a:pt x="843" y="439"/>
                    <a:pt x="846" y="437"/>
                    <a:pt x="846" y="435"/>
                  </a:cubicBezTo>
                  <a:cubicBezTo>
                    <a:pt x="845" y="434"/>
                    <a:pt x="845" y="429"/>
                    <a:pt x="843" y="429"/>
                  </a:cubicBezTo>
                  <a:cubicBezTo>
                    <a:pt x="842" y="429"/>
                    <a:pt x="839" y="429"/>
                    <a:pt x="842" y="425"/>
                  </a:cubicBezTo>
                  <a:cubicBezTo>
                    <a:pt x="846" y="420"/>
                    <a:pt x="852" y="421"/>
                    <a:pt x="853" y="421"/>
                  </a:cubicBezTo>
                  <a:cubicBezTo>
                    <a:pt x="854" y="421"/>
                    <a:pt x="862" y="419"/>
                    <a:pt x="865" y="420"/>
                  </a:cubicBezTo>
                  <a:cubicBezTo>
                    <a:pt x="869" y="421"/>
                    <a:pt x="871" y="420"/>
                    <a:pt x="875" y="422"/>
                  </a:cubicBezTo>
                  <a:cubicBezTo>
                    <a:pt x="879" y="424"/>
                    <a:pt x="884" y="423"/>
                    <a:pt x="885" y="425"/>
                  </a:cubicBezTo>
                  <a:cubicBezTo>
                    <a:pt x="886" y="426"/>
                    <a:pt x="891" y="428"/>
                    <a:pt x="891" y="431"/>
                  </a:cubicBezTo>
                  <a:cubicBezTo>
                    <a:pt x="890" y="434"/>
                    <a:pt x="893" y="432"/>
                    <a:pt x="895" y="439"/>
                  </a:cubicBezTo>
                  <a:cubicBezTo>
                    <a:pt x="896" y="445"/>
                    <a:pt x="899" y="446"/>
                    <a:pt x="900" y="449"/>
                  </a:cubicBezTo>
                  <a:cubicBezTo>
                    <a:pt x="900" y="452"/>
                    <a:pt x="904" y="457"/>
                    <a:pt x="904" y="459"/>
                  </a:cubicBezTo>
                  <a:cubicBezTo>
                    <a:pt x="903" y="461"/>
                    <a:pt x="903" y="463"/>
                    <a:pt x="907" y="464"/>
                  </a:cubicBezTo>
                  <a:cubicBezTo>
                    <a:pt x="911" y="464"/>
                    <a:pt x="914" y="467"/>
                    <a:pt x="915" y="467"/>
                  </a:cubicBezTo>
                  <a:cubicBezTo>
                    <a:pt x="916" y="466"/>
                    <a:pt x="921" y="468"/>
                    <a:pt x="924" y="470"/>
                  </a:cubicBezTo>
                  <a:cubicBezTo>
                    <a:pt x="926" y="473"/>
                    <a:pt x="930" y="472"/>
                    <a:pt x="930" y="474"/>
                  </a:cubicBezTo>
                  <a:cubicBezTo>
                    <a:pt x="929" y="477"/>
                    <a:pt x="932" y="479"/>
                    <a:pt x="931" y="481"/>
                  </a:cubicBezTo>
                  <a:cubicBezTo>
                    <a:pt x="931" y="484"/>
                    <a:pt x="936" y="485"/>
                    <a:pt x="940" y="485"/>
                  </a:cubicBezTo>
                  <a:cubicBezTo>
                    <a:pt x="943" y="484"/>
                    <a:pt x="946" y="486"/>
                    <a:pt x="947" y="483"/>
                  </a:cubicBezTo>
                  <a:cubicBezTo>
                    <a:pt x="949" y="480"/>
                    <a:pt x="954" y="481"/>
                    <a:pt x="955" y="480"/>
                  </a:cubicBezTo>
                  <a:cubicBezTo>
                    <a:pt x="957" y="479"/>
                    <a:pt x="962" y="477"/>
                    <a:pt x="962" y="482"/>
                  </a:cubicBezTo>
                  <a:cubicBezTo>
                    <a:pt x="962" y="486"/>
                    <a:pt x="965" y="487"/>
                    <a:pt x="962" y="489"/>
                  </a:cubicBezTo>
                  <a:cubicBezTo>
                    <a:pt x="960" y="490"/>
                    <a:pt x="959" y="497"/>
                    <a:pt x="958" y="499"/>
                  </a:cubicBezTo>
                  <a:cubicBezTo>
                    <a:pt x="957" y="502"/>
                    <a:pt x="953" y="503"/>
                    <a:pt x="953" y="506"/>
                  </a:cubicBezTo>
                  <a:cubicBezTo>
                    <a:pt x="952" y="509"/>
                    <a:pt x="949" y="509"/>
                    <a:pt x="949" y="511"/>
                  </a:cubicBezTo>
                  <a:cubicBezTo>
                    <a:pt x="949" y="514"/>
                    <a:pt x="944" y="513"/>
                    <a:pt x="941" y="511"/>
                  </a:cubicBezTo>
                  <a:cubicBezTo>
                    <a:pt x="939" y="510"/>
                    <a:pt x="936" y="515"/>
                    <a:pt x="934" y="515"/>
                  </a:cubicBezTo>
                  <a:cubicBezTo>
                    <a:pt x="932" y="515"/>
                    <a:pt x="933" y="519"/>
                    <a:pt x="933" y="521"/>
                  </a:cubicBezTo>
                  <a:cubicBezTo>
                    <a:pt x="934" y="522"/>
                    <a:pt x="932" y="525"/>
                    <a:pt x="934" y="528"/>
                  </a:cubicBezTo>
                  <a:cubicBezTo>
                    <a:pt x="934" y="529"/>
                    <a:pt x="934" y="532"/>
                    <a:pt x="934" y="536"/>
                  </a:cubicBezTo>
                  <a:cubicBezTo>
                    <a:pt x="937" y="533"/>
                    <a:pt x="940" y="532"/>
                    <a:pt x="941" y="532"/>
                  </a:cubicBezTo>
                  <a:cubicBezTo>
                    <a:pt x="944" y="532"/>
                    <a:pt x="947" y="537"/>
                    <a:pt x="951" y="537"/>
                  </a:cubicBezTo>
                  <a:cubicBezTo>
                    <a:pt x="954" y="537"/>
                    <a:pt x="970" y="527"/>
                    <a:pt x="970" y="525"/>
                  </a:cubicBezTo>
                  <a:cubicBezTo>
                    <a:pt x="971" y="523"/>
                    <a:pt x="980" y="514"/>
                    <a:pt x="984" y="510"/>
                  </a:cubicBezTo>
                  <a:cubicBezTo>
                    <a:pt x="988" y="505"/>
                    <a:pt x="994" y="499"/>
                    <a:pt x="996" y="493"/>
                  </a:cubicBezTo>
                  <a:cubicBezTo>
                    <a:pt x="998" y="490"/>
                    <a:pt x="1004" y="484"/>
                    <a:pt x="1005" y="481"/>
                  </a:cubicBezTo>
                  <a:cubicBezTo>
                    <a:pt x="1007" y="479"/>
                    <a:pt x="1008" y="479"/>
                    <a:pt x="1011" y="473"/>
                  </a:cubicBezTo>
                  <a:cubicBezTo>
                    <a:pt x="1013" y="467"/>
                    <a:pt x="1013" y="452"/>
                    <a:pt x="1014" y="451"/>
                  </a:cubicBezTo>
                  <a:cubicBezTo>
                    <a:pt x="1015" y="450"/>
                    <a:pt x="1015" y="447"/>
                    <a:pt x="1016" y="445"/>
                  </a:cubicBezTo>
                  <a:cubicBezTo>
                    <a:pt x="1017" y="444"/>
                    <a:pt x="1016" y="442"/>
                    <a:pt x="1019" y="439"/>
                  </a:cubicBezTo>
                  <a:cubicBezTo>
                    <a:pt x="1021" y="437"/>
                    <a:pt x="1021" y="435"/>
                    <a:pt x="1020" y="434"/>
                  </a:cubicBezTo>
                  <a:cubicBezTo>
                    <a:pt x="1020" y="432"/>
                    <a:pt x="1020" y="429"/>
                    <a:pt x="1020" y="427"/>
                  </a:cubicBezTo>
                  <a:cubicBezTo>
                    <a:pt x="1019" y="426"/>
                    <a:pt x="1019" y="426"/>
                    <a:pt x="1021" y="425"/>
                  </a:cubicBezTo>
                  <a:cubicBezTo>
                    <a:pt x="1022" y="424"/>
                    <a:pt x="1020" y="422"/>
                    <a:pt x="1018" y="421"/>
                  </a:cubicBezTo>
                  <a:cubicBezTo>
                    <a:pt x="1016" y="420"/>
                    <a:pt x="1013" y="419"/>
                    <a:pt x="1013" y="417"/>
                  </a:cubicBezTo>
                  <a:cubicBezTo>
                    <a:pt x="1012" y="414"/>
                    <a:pt x="1009" y="411"/>
                    <a:pt x="1006" y="412"/>
                  </a:cubicBezTo>
                  <a:cubicBezTo>
                    <a:pt x="1003" y="412"/>
                    <a:pt x="998" y="410"/>
                    <a:pt x="999" y="412"/>
                  </a:cubicBezTo>
                  <a:cubicBezTo>
                    <a:pt x="999" y="414"/>
                    <a:pt x="999" y="415"/>
                    <a:pt x="997" y="415"/>
                  </a:cubicBezTo>
                  <a:cubicBezTo>
                    <a:pt x="996" y="414"/>
                    <a:pt x="995" y="416"/>
                    <a:pt x="994" y="418"/>
                  </a:cubicBezTo>
                  <a:cubicBezTo>
                    <a:pt x="992" y="420"/>
                    <a:pt x="986" y="421"/>
                    <a:pt x="989" y="418"/>
                  </a:cubicBezTo>
                  <a:cubicBezTo>
                    <a:pt x="991" y="416"/>
                    <a:pt x="988" y="416"/>
                    <a:pt x="988" y="413"/>
                  </a:cubicBezTo>
                  <a:cubicBezTo>
                    <a:pt x="989" y="411"/>
                    <a:pt x="991" y="408"/>
                    <a:pt x="988" y="410"/>
                  </a:cubicBezTo>
                  <a:cubicBezTo>
                    <a:pt x="985" y="412"/>
                    <a:pt x="985" y="416"/>
                    <a:pt x="983" y="416"/>
                  </a:cubicBezTo>
                  <a:cubicBezTo>
                    <a:pt x="981" y="417"/>
                    <a:pt x="981" y="409"/>
                    <a:pt x="982" y="407"/>
                  </a:cubicBezTo>
                  <a:cubicBezTo>
                    <a:pt x="983" y="406"/>
                    <a:pt x="978" y="408"/>
                    <a:pt x="972" y="407"/>
                  </a:cubicBezTo>
                  <a:cubicBezTo>
                    <a:pt x="967" y="407"/>
                    <a:pt x="969" y="403"/>
                    <a:pt x="973" y="401"/>
                  </a:cubicBezTo>
                  <a:cubicBezTo>
                    <a:pt x="977" y="399"/>
                    <a:pt x="976" y="397"/>
                    <a:pt x="978" y="396"/>
                  </a:cubicBezTo>
                  <a:cubicBezTo>
                    <a:pt x="980" y="395"/>
                    <a:pt x="986" y="391"/>
                    <a:pt x="989" y="389"/>
                  </a:cubicBezTo>
                  <a:cubicBezTo>
                    <a:pt x="992" y="388"/>
                    <a:pt x="993" y="385"/>
                    <a:pt x="994" y="383"/>
                  </a:cubicBezTo>
                  <a:cubicBezTo>
                    <a:pt x="995" y="381"/>
                    <a:pt x="1001" y="379"/>
                    <a:pt x="1006" y="374"/>
                  </a:cubicBezTo>
                  <a:cubicBezTo>
                    <a:pt x="1011" y="370"/>
                    <a:pt x="1014" y="367"/>
                    <a:pt x="1015" y="365"/>
                  </a:cubicBezTo>
                  <a:cubicBezTo>
                    <a:pt x="1016" y="362"/>
                    <a:pt x="1024" y="359"/>
                    <a:pt x="1024" y="357"/>
                  </a:cubicBezTo>
                  <a:cubicBezTo>
                    <a:pt x="1025" y="355"/>
                    <a:pt x="1034" y="350"/>
                    <a:pt x="1040" y="349"/>
                  </a:cubicBezTo>
                  <a:cubicBezTo>
                    <a:pt x="1047" y="347"/>
                    <a:pt x="1057" y="349"/>
                    <a:pt x="1059" y="351"/>
                  </a:cubicBezTo>
                  <a:cubicBezTo>
                    <a:pt x="1060" y="353"/>
                    <a:pt x="1062" y="352"/>
                    <a:pt x="1063" y="351"/>
                  </a:cubicBezTo>
                  <a:cubicBezTo>
                    <a:pt x="1064" y="350"/>
                    <a:pt x="1066" y="350"/>
                    <a:pt x="1071" y="351"/>
                  </a:cubicBezTo>
                  <a:cubicBezTo>
                    <a:pt x="1075" y="351"/>
                    <a:pt x="1076" y="349"/>
                    <a:pt x="1079" y="350"/>
                  </a:cubicBezTo>
                  <a:cubicBezTo>
                    <a:pt x="1082" y="350"/>
                    <a:pt x="1084" y="351"/>
                    <a:pt x="1086" y="348"/>
                  </a:cubicBezTo>
                  <a:cubicBezTo>
                    <a:pt x="1088" y="344"/>
                    <a:pt x="1096" y="345"/>
                    <a:pt x="1098" y="346"/>
                  </a:cubicBezTo>
                  <a:cubicBezTo>
                    <a:pt x="1099" y="348"/>
                    <a:pt x="1101" y="349"/>
                    <a:pt x="1104" y="347"/>
                  </a:cubicBezTo>
                  <a:cubicBezTo>
                    <a:pt x="1107" y="345"/>
                    <a:pt x="1107" y="350"/>
                    <a:pt x="1110" y="350"/>
                  </a:cubicBezTo>
                  <a:cubicBezTo>
                    <a:pt x="1113" y="351"/>
                    <a:pt x="1111" y="353"/>
                    <a:pt x="1108" y="353"/>
                  </a:cubicBezTo>
                  <a:cubicBezTo>
                    <a:pt x="1106" y="353"/>
                    <a:pt x="1103" y="354"/>
                    <a:pt x="1106" y="356"/>
                  </a:cubicBezTo>
                  <a:cubicBezTo>
                    <a:pt x="1108" y="358"/>
                    <a:pt x="1112" y="354"/>
                    <a:pt x="1114" y="355"/>
                  </a:cubicBezTo>
                  <a:cubicBezTo>
                    <a:pt x="1116" y="355"/>
                    <a:pt x="1120" y="355"/>
                    <a:pt x="1123" y="353"/>
                  </a:cubicBezTo>
                  <a:cubicBezTo>
                    <a:pt x="1126" y="351"/>
                    <a:pt x="1127" y="355"/>
                    <a:pt x="1129" y="353"/>
                  </a:cubicBezTo>
                  <a:cubicBezTo>
                    <a:pt x="1131" y="351"/>
                    <a:pt x="1135" y="351"/>
                    <a:pt x="1138" y="351"/>
                  </a:cubicBezTo>
                  <a:cubicBezTo>
                    <a:pt x="1140" y="351"/>
                    <a:pt x="1138" y="348"/>
                    <a:pt x="1134" y="348"/>
                  </a:cubicBezTo>
                  <a:cubicBezTo>
                    <a:pt x="1130" y="348"/>
                    <a:pt x="1131" y="346"/>
                    <a:pt x="1134" y="341"/>
                  </a:cubicBezTo>
                  <a:cubicBezTo>
                    <a:pt x="1137" y="336"/>
                    <a:pt x="1142" y="333"/>
                    <a:pt x="1146" y="330"/>
                  </a:cubicBezTo>
                  <a:cubicBezTo>
                    <a:pt x="1150" y="327"/>
                    <a:pt x="1152" y="329"/>
                    <a:pt x="1152" y="327"/>
                  </a:cubicBezTo>
                  <a:cubicBezTo>
                    <a:pt x="1152" y="325"/>
                    <a:pt x="1154" y="319"/>
                    <a:pt x="1157" y="319"/>
                  </a:cubicBezTo>
                  <a:cubicBezTo>
                    <a:pt x="1159" y="319"/>
                    <a:pt x="1166" y="320"/>
                    <a:pt x="1170" y="318"/>
                  </a:cubicBezTo>
                  <a:cubicBezTo>
                    <a:pt x="1175" y="315"/>
                    <a:pt x="1174" y="319"/>
                    <a:pt x="1176" y="320"/>
                  </a:cubicBezTo>
                  <a:cubicBezTo>
                    <a:pt x="1178" y="321"/>
                    <a:pt x="1180" y="316"/>
                    <a:pt x="1182" y="318"/>
                  </a:cubicBezTo>
                  <a:cubicBezTo>
                    <a:pt x="1184" y="319"/>
                    <a:pt x="1179" y="322"/>
                    <a:pt x="1178" y="326"/>
                  </a:cubicBezTo>
                  <a:cubicBezTo>
                    <a:pt x="1177" y="329"/>
                    <a:pt x="1181" y="328"/>
                    <a:pt x="1183" y="329"/>
                  </a:cubicBezTo>
                  <a:cubicBezTo>
                    <a:pt x="1185" y="330"/>
                    <a:pt x="1180" y="331"/>
                    <a:pt x="1181" y="332"/>
                  </a:cubicBezTo>
                  <a:cubicBezTo>
                    <a:pt x="1181" y="333"/>
                    <a:pt x="1185" y="333"/>
                    <a:pt x="1191" y="328"/>
                  </a:cubicBezTo>
                  <a:cubicBezTo>
                    <a:pt x="1196" y="322"/>
                    <a:pt x="1201" y="321"/>
                    <a:pt x="1205" y="321"/>
                  </a:cubicBezTo>
                  <a:cubicBezTo>
                    <a:pt x="1208" y="322"/>
                    <a:pt x="1206" y="318"/>
                    <a:pt x="1206" y="313"/>
                  </a:cubicBezTo>
                  <a:cubicBezTo>
                    <a:pt x="1207" y="308"/>
                    <a:pt x="1217" y="306"/>
                    <a:pt x="1221" y="308"/>
                  </a:cubicBezTo>
                  <a:cubicBezTo>
                    <a:pt x="1224" y="309"/>
                    <a:pt x="1224" y="311"/>
                    <a:pt x="1221" y="310"/>
                  </a:cubicBezTo>
                  <a:cubicBezTo>
                    <a:pt x="1217" y="309"/>
                    <a:pt x="1214" y="312"/>
                    <a:pt x="1214" y="316"/>
                  </a:cubicBezTo>
                  <a:cubicBezTo>
                    <a:pt x="1214" y="320"/>
                    <a:pt x="1211" y="322"/>
                    <a:pt x="1213" y="323"/>
                  </a:cubicBezTo>
                  <a:cubicBezTo>
                    <a:pt x="1215" y="325"/>
                    <a:pt x="1211" y="325"/>
                    <a:pt x="1210" y="327"/>
                  </a:cubicBezTo>
                  <a:cubicBezTo>
                    <a:pt x="1210" y="329"/>
                    <a:pt x="1210" y="330"/>
                    <a:pt x="1208" y="331"/>
                  </a:cubicBezTo>
                  <a:cubicBezTo>
                    <a:pt x="1206" y="332"/>
                    <a:pt x="1197" y="333"/>
                    <a:pt x="1197" y="336"/>
                  </a:cubicBezTo>
                  <a:cubicBezTo>
                    <a:pt x="1197" y="339"/>
                    <a:pt x="1192" y="339"/>
                    <a:pt x="1190" y="343"/>
                  </a:cubicBezTo>
                  <a:cubicBezTo>
                    <a:pt x="1188" y="347"/>
                    <a:pt x="1180" y="350"/>
                    <a:pt x="1175" y="358"/>
                  </a:cubicBezTo>
                  <a:cubicBezTo>
                    <a:pt x="1169" y="366"/>
                    <a:pt x="1161" y="366"/>
                    <a:pt x="1161" y="367"/>
                  </a:cubicBezTo>
                  <a:cubicBezTo>
                    <a:pt x="1161" y="369"/>
                    <a:pt x="1155" y="369"/>
                    <a:pt x="1153" y="369"/>
                  </a:cubicBezTo>
                  <a:cubicBezTo>
                    <a:pt x="1151" y="369"/>
                    <a:pt x="1155" y="374"/>
                    <a:pt x="1150" y="379"/>
                  </a:cubicBezTo>
                  <a:cubicBezTo>
                    <a:pt x="1145" y="384"/>
                    <a:pt x="1142" y="391"/>
                    <a:pt x="1142" y="398"/>
                  </a:cubicBezTo>
                  <a:cubicBezTo>
                    <a:pt x="1142" y="405"/>
                    <a:pt x="1145" y="426"/>
                    <a:pt x="1147" y="429"/>
                  </a:cubicBezTo>
                  <a:cubicBezTo>
                    <a:pt x="1149" y="433"/>
                    <a:pt x="1148" y="442"/>
                    <a:pt x="1150" y="444"/>
                  </a:cubicBezTo>
                  <a:cubicBezTo>
                    <a:pt x="1151" y="446"/>
                    <a:pt x="1151" y="449"/>
                    <a:pt x="1152" y="450"/>
                  </a:cubicBezTo>
                  <a:cubicBezTo>
                    <a:pt x="1153" y="451"/>
                    <a:pt x="1157" y="445"/>
                    <a:pt x="1161" y="442"/>
                  </a:cubicBezTo>
                  <a:cubicBezTo>
                    <a:pt x="1164" y="440"/>
                    <a:pt x="1163" y="439"/>
                    <a:pt x="1165" y="437"/>
                  </a:cubicBezTo>
                  <a:cubicBezTo>
                    <a:pt x="1167" y="436"/>
                    <a:pt x="1166" y="430"/>
                    <a:pt x="1167" y="429"/>
                  </a:cubicBezTo>
                  <a:cubicBezTo>
                    <a:pt x="1167" y="427"/>
                    <a:pt x="1171" y="427"/>
                    <a:pt x="1172" y="425"/>
                  </a:cubicBezTo>
                  <a:cubicBezTo>
                    <a:pt x="1174" y="423"/>
                    <a:pt x="1177" y="424"/>
                    <a:pt x="1179" y="424"/>
                  </a:cubicBezTo>
                  <a:cubicBezTo>
                    <a:pt x="1180" y="423"/>
                    <a:pt x="1179" y="419"/>
                    <a:pt x="1178" y="417"/>
                  </a:cubicBezTo>
                  <a:cubicBezTo>
                    <a:pt x="1177" y="414"/>
                    <a:pt x="1183" y="411"/>
                    <a:pt x="1186" y="409"/>
                  </a:cubicBezTo>
                  <a:cubicBezTo>
                    <a:pt x="1189" y="407"/>
                    <a:pt x="1193" y="410"/>
                    <a:pt x="1196" y="407"/>
                  </a:cubicBezTo>
                  <a:cubicBezTo>
                    <a:pt x="1199" y="404"/>
                    <a:pt x="1196" y="400"/>
                    <a:pt x="1195" y="399"/>
                  </a:cubicBezTo>
                  <a:cubicBezTo>
                    <a:pt x="1193" y="397"/>
                    <a:pt x="1198" y="389"/>
                    <a:pt x="1201" y="389"/>
                  </a:cubicBezTo>
                  <a:cubicBezTo>
                    <a:pt x="1203" y="388"/>
                    <a:pt x="1205" y="390"/>
                    <a:pt x="1207" y="388"/>
                  </a:cubicBezTo>
                  <a:cubicBezTo>
                    <a:pt x="1209" y="386"/>
                    <a:pt x="1205" y="382"/>
                    <a:pt x="1203" y="383"/>
                  </a:cubicBezTo>
                  <a:cubicBezTo>
                    <a:pt x="1201" y="383"/>
                    <a:pt x="1201" y="376"/>
                    <a:pt x="1205" y="373"/>
                  </a:cubicBezTo>
                  <a:cubicBezTo>
                    <a:pt x="1209" y="370"/>
                    <a:pt x="1207" y="369"/>
                    <a:pt x="1205" y="369"/>
                  </a:cubicBezTo>
                  <a:cubicBezTo>
                    <a:pt x="1202" y="368"/>
                    <a:pt x="1201" y="369"/>
                    <a:pt x="1199" y="369"/>
                  </a:cubicBezTo>
                  <a:cubicBezTo>
                    <a:pt x="1197" y="369"/>
                    <a:pt x="1195" y="365"/>
                    <a:pt x="1198" y="360"/>
                  </a:cubicBezTo>
                  <a:cubicBezTo>
                    <a:pt x="1201" y="356"/>
                    <a:pt x="1205" y="357"/>
                    <a:pt x="1205" y="353"/>
                  </a:cubicBezTo>
                  <a:cubicBezTo>
                    <a:pt x="1206" y="349"/>
                    <a:pt x="1210" y="344"/>
                    <a:pt x="1212" y="342"/>
                  </a:cubicBezTo>
                  <a:cubicBezTo>
                    <a:pt x="1213" y="340"/>
                    <a:pt x="1217" y="342"/>
                    <a:pt x="1219" y="342"/>
                  </a:cubicBezTo>
                  <a:cubicBezTo>
                    <a:pt x="1221" y="342"/>
                    <a:pt x="1220" y="345"/>
                    <a:pt x="1222" y="343"/>
                  </a:cubicBezTo>
                  <a:cubicBezTo>
                    <a:pt x="1224" y="342"/>
                    <a:pt x="1228" y="335"/>
                    <a:pt x="1231" y="335"/>
                  </a:cubicBezTo>
                  <a:cubicBezTo>
                    <a:pt x="1234" y="335"/>
                    <a:pt x="1232" y="340"/>
                    <a:pt x="1232" y="343"/>
                  </a:cubicBezTo>
                  <a:cubicBezTo>
                    <a:pt x="1233" y="345"/>
                    <a:pt x="1235" y="342"/>
                    <a:pt x="1240" y="338"/>
                  </a:cubicBezTo>
                  <a:cubicBezTo>
                    <a:pt x="1246" y="334"/>
                    <a:pt x="1258" y="335"/>
                    <a:pt x="1261" y="337"/>
                  </a:cubicBezTo>
                  <a:cubicBezTo>
                    <a:pt x="1265" y="338"/>
                    <a:pt x="1266" y="342"/>
                    <a:pt x="1268" y="342"/>
                  </a:cubicBezTo>
                  <a:cubicBezTo>
                    <a:pt x="1271" y="341"/>
                    <a:pt x="1268" y="338"/>
                    <a:pt x="1271" y="337"/>
                  </a:cubicBezTo>
                  <a:cubicBezTo>
                    <a:pt x="1274" y="336"/>
                    <a:pt x="1279" y="333"/>
                    <a:pt x="1283" y="330"/>
                  </a:cubicBezTo>
                  <a:cubicBezTo>
                    <a:pt x="1287" y="327"/>
                    <a:pt x="1286" y="329"/>
                    <a:pt x="1288" y="327"/>
                  </a:cubicBezTo>
                  <a:cubicBezTo>
                    <a:pt x="1290" y="324"/>
                    <a:pt x="1292" y="325"/>
                    <a:pt x="1293" y="324"/>
                  </a:cubicBezTo>
                  <a:cubicBezTo>
                    <a:pt x="1294" y="322"/>
                    <a:pt x="1299" y="319"/>
                    <a:pt x="1307" y="317"/>
                  </a:cubicBezTo>
                  <a:cubicBezTo>
                    <a:pt x="1315" y="315"/>
                    <a:pt x="1325" y="310"/>
                    <a:pt x="1325" y="309"/>
                  </a:cubicBezTo>
                  <a:cubicBezTo>
                    <a:pt x="1324" y="307"/>
                    <a:pt x="1328" y="306"/>
                    <a:pt x="1328" y="308"/>
                  </a:cubicBezTo>
                  <a:cubicBezTo>
                    <a:pt x="1329" y="309"/>
                    <a:pt x="1331" y="309"/>
                    <a:pt x="1336" y="310"/>
                  </a:cubicBezTo>
                  <a:cubicBezTo>
                    <a:pt x="1340" y="311"/>
                    <a:pt x="1342" y="312"/>
                    <a:pt x="1345" y="309"/>
                  </a:cubicBezTo>
                  <a:cubicBezTo>
                    <a:pt x="1348" y="306"/>
                    <a:pt x="1344" y="305"/>
                    <a:pt x="1345" y="302"/>
                  </a:cubicBezTo>
                  <a:cubicBezTo>
                    <a:pt x="1345" y="300"/>
                    <a:pt x="1339" y="297"/>
                    <a:pt x="1340" y="294"/>
                  </a:cubicBezTo>
                  <a:cubicBezTo>
                    <a:pt x="1340" y="292"/>
                    <a:pt x="1335" y="285"/>
                    <a:pt x="1334" y="286"/>
                  </a:cubicBezTo>
                  <a:cubicBezTo>
                    <a:pt x="1332" y="288"/>
                    <a:pt x="1329" y="285"/>
                    <a:pt x="1329" y="283"/>
                  </a:cubicBezTo>
                  <a:cubicBezTo>
                    <a:pt x="1329" y="281"/>
                    <a:pt x="1329" y="279"/>
                    <a:pt x="1326" y="280"/>
                  </a:cubicBezTo>
                  <a:cubicBezTo>
                    <a:pt x="1324" y="282"/>
                    <a:pt x="1320" y="281"/>
                    <a:pt x="1319" y="279"/>
                  </a:cubicBezTo>
                  <a:cubicBezTo>
                    <a:pt x="1319" y="276"/>
                    <a:pt x="1324" y="275"/>
                    <a:pt x="1328" y="276"/>
                  </a:cubicBezTo>
                  <a:cubicBezTo>
                    <a:pt x="1331" y="278"/>
                    <a:pt x="1330" y="279"/>
                    <a:pt x="1332" y="280"/>
                  </a:cubicBezTo>
                  <a:cubicBezTo>
                    <a:pt x="1334" y="282"/>
                    <a:pt x="1339" y="281"/>
                    <a:pt x="1342" y="280"/>
                  </a:cubicBezTo>
                  <a:cubicBezTo>
                    <a:pt x="1344" y="279"/>
                    <a:pt x="1352" y="276"/>
                    <a:pt x="1353" y="274"/>
                  </a:cubicBezTo>
                  <a:cubicBezTo>
                    <a:pt x="1354" y="272"/>
                    <a:pt x="1353" y="271"/>
                    <a:pt x="1355" y="270"/>
                  </a:cubicBezTo>
                  <a:cubicBezTo>
                    <a:pt x="1358" y="269"/>
                    <a:pt x="1356" y="266"/>
                    <a:pt x="1354" y="265"/>
                  </a:cubicBezTo>
                  <a:cubicBezTo>
                    <a:pt x="1352" y="264"/>
                    <a:pt x="1352" y="261"/>
                    <a:pt x="1354" y="261"/>
                  </a:cubicBezTo>
                  <a:cubicBezTo>
                    <a:pt x="1357" y="261"/>
                    <a:pt x="1356" y="258"/>
                    <a:pt x="1358" y="258"/>
                  </a:cubicBezTo>
                  <a:cubicBezTo>
                    <a:pt x="1359" y="258"/>
                    <a:pt x="1359" y="259"/>
                    <a:pt x="1362" y="258"/>
                  </a:cubicBezTo>
                  <a:cubicBezTo>
                    <a:pt x="1365" y="256"/>
                    <a:pt x="1362" y="260"/>
                    <a:pt x="1361" y="262"/>
                  </a:cubicBezTo>
                  <a:cubicBezTo>
                    <a:pt x="1360" y="265"/>
                    <a:pt x="1363" y="267"/>
                    <a:pt x="1364" y="268"/>
                  </a:cubicBezTo>
                  <a:cubicBezTo>
                    <a:pt x="1364" y="269"/>
                    <a:pt x="1370" y="270"/>
                    <a:pt x="1373" y="268"/>
                  </a:cubicBezTo>
                  <a:cubicBezTo>
                    <a:pt x="1376" y="267"/>
                    <a:pt x="1385" y="270"/>
                    <a:pt x="1386" y="272"/>
                  </a:cubicBezTo>
                  <a:cubicBezTo>
                    <a:pt x="1386" y="275"/>
                    <a:pt x="1388" y="278"/>
                    <a:pt x="1392" y="280"/>
                  </a:cubicBezTo>
                  <a:cubicBezTo>
                    <a:pt x="1396" y="282"/>
                    <a:pt x="1399" y="281"/>
                    <a:pt x="1400" y="283"/>
                  </a:cubicBezTo>
                  <a:cubicBezTo>
                    <a:pt x="1401" y="285"/>
                    <a:pt x="1402" y="286"/>
                    <a:pt x="1405" y="285"/>
                  </a:cubicBezTo>
                  <a:cubicBezTo>
                    <a:pt x="1407" y="285"/>
                    <a:pt x="1408" y="287"/>
                    <a:pt x="1410" y="286"/>
                  </a:cubicBezTo>
                  <a:cubicBezTo>
                    <a:pt x="1411" y="284"/>
                    <a:pt x="1412" y="286"/>
                    <a:pt x="1414" y="285"/>
                  </a:cubicBezTo>
                  <a:cubicBezTo>
                    <a:pt x="1416" y="283"/>
                    <a:pt x="1410" y="281"/>
                    <a:pt x="1411" y="280"/>
                  </a:cubicBezTo>
                  <a:cubicBezTo>
                    <a:pt x="1411" y="278"/>
                    <a:pt x="1413" y="281"/>
                    <a:pt x="1415" y="281"/>
                  </a:cubicBezTo>
                  <a:cubicBezTo>
                    <a:pt x="1417" y="281"/>
                    <a:pt x="1414" y="277"/>
                    <a:pt x="1416" y="277"/>
                  </a:cubicBezTo>
                  <a:cubicBezTo>
                    <a:pt x="1417" y="276"/>
                    <a:pt x="1416" y="269"/>
                    <a:pt x="1414" y="269"/>
                  </a:cubicBezTo>
                  <a:cubicBezTo>
                    <a:pt x="1413" y="268"/>
                    <a:pt x="1414" y="265"/>
                    <a:pt x="1417" y="268"/>
                  </a:cubicBezTo>
                  <a:cubicBezTo>
                    <a:pt x="1420" y="270"/>
                    <a:pt x="1424" y="270"/>
                    <a:pt x="1426" y="270"/>
                  </a:cubicBezTo>
                  <a:cubicBezTo>
                    <a:pt x="1428" y="270"/>
                    <a:pt x="1426" y="268"/>
                    <a:pt x="1424" y="267"/>
                  </a:cubicBezTo>
                  <a:cubicBezTo>
                    <a:pt x="1422" y="267"/>
                    <a:pt x="1425" y="265"/>
                    <a:pt x="1426" y="266"/>
                  </a:cubicBezTo>
                  <a:cubicBezTo>
                    <a:pt x="1428" y="268"/>
                    <a:pt x="1431" y="268"/>
                    <a:pt x="1431" y="267"/>
                  </a:cubicBezTo>
                  <a:cubicBezTo>
                    <a:pt x="1431" y="265"/>
                    <a:pt x="1433" y="262"/>
                    <a:pt x="1435" y="262"/>
                  </a:cubicBezTo>
                  <a:cubicBezTo>
                    <a:pt x="1438" y="262"/>
                    <a:pt x="1439" y="261"/>
                    <a:pt x="1436" y="260"/>
                  </a:cubicBezTo>
                  <a:close/>
                  <a:moveTo>
                    <a:pt x="742" y="423"/>
                  </a:moveTo>
                  <a:cubicBezTo>
                    <a:pt x="735" y="430"/>
                    <a:pt x="721" y="431"/>
                    <a:pt x="721" y="436"/>
                  </a:cubicBezTo>
                  <a:cubicBezTo>
                    <a:pt x="721" y="442"/>
                    <a:pt x="703" y="444"/>
                    <a:pt x="702" y="442"/>
                  </a:cubicBezTo>
                  <a:cubicBezTo>
                    <a:pt x="701" y="440"/>
                    <a:pt x="715" y="439"/>
                    <a:pt x="718" y="432"/>
                  </a:cubicBezTo>
                  <a:cubicBezTo>
                    <a:pt x="721" y="424"/>
                    <a:pt x="734" y="421"/>
                    <a:pt x="740" y="411"/>
                  </a:cubicBezTo>
                  <a:cubicBezTo>
                    <a:pt x="745" y="404"/>
                    <a:pt x="749" y="393"/>
                    <a:pt x="751" y="393"/>
                  </a:cubicBezTo>
                  <a:cubicBezTo>
                    <a:pt x="754" y="394"/>
                    <a:pt x="749" y="417"/>
                    <a:pt x="742" y="423"/>
                  </a:cubicBezTo>
                  <a:close/>
                  <a:moveTo>
                    <a:pt x="774" y="131"/>
                  </a:moveTo>
                  <a:cubicBezTo>
                    <a:pt x="773" y="133"/>
                    <a:pt x="767" y="133"/>
                    <a:pt x="769" y="135"/>
                  </a:cubicBezTo>
                  <a:cubicBezTo>
                    <a:pt x="771" y="138"/>
                    <a:pt x="784" y="136"/>
                    <a:pt x="784" y="132"/>
                  </a:cubicBezTo>
                  <a:cubicBezTo>
                    <a:pt x="784" y="128"/>
                    <a:pt x="775" y="129"/>
                    <a:pt x="774" y="131"/>
                  </a:cubicBezTo>
                  <a:close/>
                  <a:moveTo>
                    <a:pt x="320" y="8"/>
                  </a:moveTo>
                  <a:cubicBezTo>
                    <a:pt x="326" y="8"/>
                    <a:pt x="324" y="4"/>
                    <a:pt x="328" y="5"/>
                  </a:cubicBezTo>
                  <a:cubicBezTo>
                    <a:pt x="332" y="5"/>
                    <a:pt x="338" y="5"/>
                    <a:pt x="336" y="2"/>
                  </a:cubicBezTo>
                  <a:cubicBezTo>
                    <a:pt x="334" y="0"/>
                    <a:pt x="319" y="1"/>
                    <a:pt x="321" y="3"/>
                  </a:cubicBezTo>
                  <a:cubicBezTo>
                    <a:pt x="322" y="5"/>
                    <a:pt x="309" y="4"/>
                    <a:pt x="309" y="5"/>
                  </a:cubicBezTo>
                  <a:cubicBezTo>
                    <a:pt x="310" y="6"/>
                    <a:pt x="314" y="8"/>
                    <a:pt x="320" y="8"/>
                  </a:cubicBezTo>
                  <a:close/>
                  <a:moveTo>
                    <a:pt x="289" y="25"/>
                  </a:moveTo>
                  <a:cubicBezTo>
                    <a:pt x="289" y="21"/>
                    <a:pt x="276" y="25"/>
                    <a:pt x="279" y="26"/>
                  </a:cubicBezTo>
                  <a:cubicBezTo>
                    <a:pt x="281" y="27"/>
                    <a:pt x="289" y="29"/>
                    <a:pt x="289" y="25"/>
                  </a:cubicBezTo>
                  <a:close/>
                  <a:moveTo>
                    <a:pt x="321" y="21"/>
                  </a:moveTo>
                  <a:cubicBezTo>
                    <a:pt x="322" y="23"/>
                    <a:pt x="320" y="24"/>
                    <a:pt x="315" y="24"/>
                  </a:cubicBezTo>
                  <a:cubicBezTo>
                    <a:pt x="310" y="24"/>
                    <a:pt x="308" y="26"/>
                    <a:pt x="310" y="29"/>
                  </a:cubicBezTo>
                  <a:cubicBezTo>
                    <a:pt x="313" y="31"/>
                    <a:pt x="326" y="30"/>
                    <a:pt x="329" y="27"/>
                  </a:cubicBezTo>
                  <a:cubicBezTo>
                    <a:pt x="331" y="24"/>
                    <a:pt x="337" y="27"/>
                    <a:pt x="338" y="24"/>
                  </a:cubicBezTo>
                  <a:cubicBezTo>
                    <a:pt x="339" y="21"/>
                    <a:pt x="321" y="19"/>
                    <a:pt x="321" y="21"/>
                  </a:cubicBezTo>
                  <a:close/>
                  <a:moveTo>
                    <a:pt x="364" y="17"/>
                  </a:moveTo>
                  <a:cubicBezTo>
                    <a:pt x="366" y="14"/>
                    <a:pt x="361" y="14"/>
                    <a:pt x="360" y="12"/>
                  </a:cubicBezTo>
                  <a:cubicBezTo>
                    <a:pt x="360" y="10"/>
                    <a:pt x="346" y="9"/>
                    <a:pt x="347" y="12"/>
                  </a:cubicBezTo>
                  <a:cubicBezTo>
                    <a:pt x="347" y="14"/>
                    <a:pt x="337" y="17"/>
                    <a:pt x="340" y="20"/>
                  </a:cubicBezTo>
                  <a:cubicBezTo>
                    <a:pt x="346" y="24"/>
                    <a:pt x="362" y="19"/>
                    <a:pt x="364" y="17"/>
                  </a:cubicBezTo>
                  <a:close/>
                  <a:moveTo>
                    <a:pt x="324" y="13"/>
                  </a:moveTo>
                  <a:cubicBezTo>
                    <a:pt x="325" y="7"/>
                    <a:pt x="316" y="12"/>
                    <a:pt x="310" y="9"/>
                  </a:cubicBezTo>
                  <a:cubicBezTo>
                    <a:pt x="304" y="6"/>
                    <a:pt x="300" y="6"/>
                    <a:pt x="304" y="10"/>
                  </a:cubicBezTo>
                  <a:cubicBezTo>
                    <a:pt x="306" y="12"/>
                    <a:pt x="293" y="13"/>
                    <a:pt x="295" y="15"/>
                  </a:cubicBezTo>
                  <a:cubicBezTo>
                    <a:pt x="300" y="20"/>
                    <a:pt x="324" y="18"/>
                    <a:pt x="324" y="13"/>
                  </a:cubicBezTo>
                  <a:close/>
                  <a:moveTo>
                    <a:pt x="287" y="151"/>
                  </a:moveTo>
                  <a:cubicBezTo>
                    <a:pt x="288" y="153"/>
                    <a:pt x="286" y="155"/>
                    <a:pt x="281" y="155"/>
                  </a:cubicBezTo>
                  <a:cubicBezTo>
                    <a:pt x="277" y="155"/>
                    <a:pt x="284" y="158"/>
                    <a:pt x="284" y="161"/>
                  </a:cubicBezTo>
                  <a:cubicBezTo>
                    <a:pt x="285" y="164"/>
                    <a:pt x="279" y="162"/>
                    <a:pt x="279" y="166"/>
                  </a:cubicBezTo>
                  <a:cubicBezTo>
                    <a:pt x="279" y="170"/>
                    <a:pt x="270" y="166"/>
                    <a:pt x="269" y="171"/>
                  </a:cubicBezTo>
                  <a:cubicBezTo>
                    <a:pt x="267" y="177"/>
                    <a:pt x="273" y="176"/>
                    <a:pt x="277" y="176"/>
                  </a:cubicBezTo>
                  <a:cubicBezTo>
                    <a:pt x="281" y="177"/>
                    <a:pt x="276" y="180"/>
                    <a:pt x="279" y="182"/>
                  </a:cubicBezTo>
                  <a:cubicBezTo>
                    <a:pt x="282" y="185"/>
                    <a:pt x="284" y="184"/>
                    <a:pt x="282" y="180"/>
                  </a:cubicBezTo>
                  <a:cubicBezTo>
                    <a:pt x="280" y="176"/>
                    <a:pt x="292" y="181"/>
                    <a:pt x="289" y="184"/>
                  </a:cubicBezTo>
                  <a:cubicBezTo>
                    <a:pt x="285" y="188"/>
                    <a:pt x="295" y="190"/>
                    <a:pt x="299" y="190"/>
                  </a:cubicBezTo>
                  <a:cubicBezTo>
                    <a:pt x="304" y="191"/>
                    <a:pt x="321" y="194"/>
                    <a:pt x="321" y="190"/>
                  </a:cubicBezTo>
                  <a:cubicBezTo>
                    <a:pt x="321" y="188"/>
                    <a:pt x="315" y="186"/>
                    <a:pt x="310" y="180"/>
                  </a:cubicBezTo>
                  <a:cubicBezTo>
                    <a:pt x="305" y="175"/>
                    <a:pt x="301" y="166"/>
                    <a:pt x="307" y="162"/>
                  </a:cubicBezTo>
                  <a:cubicBezTo>
                    <a:pt x="313" y="158"/>
                    <a:pt x="308" y="157"/>
                    <a:pt x="314" y="152"/>
                  </a:cubicBezTo>
                  <a:cubicBezTo>
                    <a:pt x="319" y="148"/>
                    <a:pt x="316" y="144"/>
                    <a:pt x="321" y="144"/>
                  </a:cubicBezTo>
                  <a:cubicBezTo>
                    <a:pt x="326" y="143"/>
                    <a:pt x="320" y="139"/>
                    <a:pt x="325" y="138"/>
                  </a:cubicBezTo>
                  <a:cubicBezTo>
                    <a:pt x="330" y="137"/>
                    <a:pt x="331" y="132"/>
                    <a:pt x="331" y="130"/>
                  </a:cubicBezTo>
                  <a:cubicBezTo>
                    <a:pt x="330" y="128"/>
                    <a:pt x="336" y="130"/>
                    <a:pt x="339" y="127"/>
                  </a:cubicBezTo>
                  <a:cubicBezTo>
                    <a:pt x="341" y="124"/>
                    <a:pt x="348" y="126"/>
                    <a:pt x="350" y="122"/>
                  </a:cubicBezTo>
                  <a:cubicBezTo>
                    <a:pt x="352" y="118"/>
                    <a:pt x="380" y="108"/>
                    <a:pt x="397" y="104"/>
                  </a:cubicBezTo>
                  <a:cubicBezTo>
                    <a:pt x="413" y="100"/>
                    <a:pt x="424" y="94"/>
                    <a:pt x="418" y="89"/>
                  </a:cubicBezTo>
                  <a:cubicBezTo>
                    <a:pt x="413" y="85"/>
                    <a:pt x="396" y="91"/>
                    <a:pt x="392" y="94"/>
                  </a:cubicBezTo>
                  <a:cubicBezTo>
                    <a:pt x="388" y="97"/>
                    <a:pt x="383" y="95"/>
                    <a:pt x="379" y="97"/>
                  </a:cubicBezTo>
                  <a:cubicBezTo>
                    <a:pt x="375" y="100"/>
                    <a:pt x="366" y="102"/>
                    <a:pt x="362" y="99"/>
                  </a:cubicBezTo>
                  <a:cubicBezTo>
                    <a:pt x="358" y="96"/>
                    <a:pt x="353" y="102"/>
                    <a:pt x="350" y="102"/>
                  </a:cubicBezTo>
                  <a:cubicBezTo>
                    <a:pt x="346" y="102"/>
                    <a:pt x="343" y="105"/>
                    <a:pt x="339" y="105"/>
                  </a:cubicBezTo>
                  <a:cubicBezTo>
                    <a:pt x="336" y="105"/>
                    <a:pt x="329" y="108"/>
                    <a:pt x="328" y="110"/>
                  </a:cubicBezTo>
                  <a:cubicBezTo>
                    <a:pt x="328" y="112"/>
                    <a:pt x="322" y="111"/>
                    <a:pt x="322" y="114"/>
                  </a:cubicBezTo>
                  <a:cubicBezTo>
                    <a:pt x="322" y="116"/>
                    <a:pt x="317" y="118"/>
                    <a:pt x="314" y="116"/>
                  </a:cubicBezTo>
                  <a:cubicBezTo>
                    <a:pt x="312" y="114"/>
                    <a:pt x="309" y="119"/>
                    <a:pt x="313" y="122"/>
                  </a:cubicBezTo>
                  <a:cubicBezTo>
                    <a:pt x="316" y="125"/>
                    <a:pt x="306" y="125"/>
                    <a:pt x="308" y="127"/>
                  </a:cubicBezTo>
                  <a:cubicBezTo>
                    <a:pt x="310" y="129"/>
                    <a:pt x="304" y="130"/>
                    <a:pt x="305" y="133"/>
                  </a:cubicBezTo>
                  <a:cubicBezTo>
                    <a:pt x="307" y="135"/>
                    <a:pt x="302" y="136"/>
                    <a:pt x="298" y="136"/>
                  </a:cubicBezTo>
                  <a:cubicBezTo>
                    <a:pt x="294" y="137"/>
                    <a:pt x="292" y="142"/>
                    <a:pt x="297" y="142"/>
                  </a:cubicBezTo>
                  <a:cubicBezTo>
                    <a:pt x="302" y="143"/>
                    <a:pt x="294" y="143"/>
                    <a:pt x="295" y="147"/>
                  </a:cubicBezTo>
                  <a:cubicBezTo>
                    <a:pt x="295" y="151"/>
                    <a:pt x="287" y="148"/>
                    <a:pt x="287" y="151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6130500" y="4048468"/>
              <a:ext cx="562734" cy="588802"/>
            </a:xfrm>
            <a:custGeom>
              <a:avLst/>
              <a:gdLst/>
              <a:ahLst/>
              <a:cxnLst/>
              <a:rect l="l" t="t" r="r" b="b"/>
              <a:pathLst>
                <a:path w="155" h="162" extrusionOk="0">
                  <a:moveTo>
                    <a:pt x="142" y="107"/>
                  </a:moveTo>
                  <a:cubicBezTo>
                    <a:pt x="137" y="105"/>
                    <a:pt x="136" y="77"/>
                    <a:pt x="138" y="76"/>
                  </a:cubicBezTo>
                  <a:cubicBezTo>
                    <a:pt x="138" y="76"/>
                    <a:pt x="138" y="76"/>
                    <a:pt x="139" y="77"/>
                  </a:cubicBezTo>
                  <a:cubicBezTo>
                    <a:pt x="138" y="70"/>
                    <a:pt x="138" y="70"/>
                    <a:pt x="138" y="70"/>
                  </a:cubicBezTo>
                  <a:cubicBezTo>
                    <a:pt x="138" y="70"/>
                    <a:pt x="138" y="70"/>
                    <a:pt x="138" y="70"/>
                  </a:cubicBezTo>
                  <a:cubicBezTo>
                    <a:pt x="137" y="70"/>
                    <a:pt x="136" y="69"/>
                    <a:pt x="136" y="68"/>
                  </a:cubicBezTo>
                  <a:cubicBezTo>
                    <a:pt x="136" y="65"/>
                    <a:pt x="138" y="65"/>
                    <a:pt x="138" y="65"/>
                  </a:cubicBezTo>
                  <a:cubicBezTo>
                    <a:pt x="138" y="65"/>
                    <a:pt x="137" y="61"/>
                    <a:pt x="140" y="60"/>
                  </a:cubicBezTo>
                  <a:cubicBezTo>
                    <a:pt x="140" y="60"/>
                    <a:pt x="140" y="59"/>
                    <a:pt x="141" y="59"/>
                  </a:cubicBezTo>
                  <a:cubicBezTo>
                    <a:pt x="142" y="58"/>
                    <a:pt x="142" y="55"/>
                    <a:pt x="142" y="53"/>
                  </a:cubicBezTo>
                  <a:cubicBezTo>
                    <a:pt x="142" y="51"/>
                    <a:pt x="143" y="48"/>
                    <a:pt x="143" y="46"/>
                  </a:cubicBezTo>
                  <a:cubicBezTo>
                    <a:pt x="144" y="44"/>
                    <a:pt x="144" y="41"/>
                    <a:pt x="146" y="40"/>
                  </a:cubicBezTo>
                  <a:cubicBezTo>
                    <a:pt x="147" y="39"/>
                    <a:pt x="147" y="36"/>
                    <a:pt x="149" y="35"/>
                  </a:cubicBezTo>
                  <a:cubicBezTo>
                    <a:pt x="151" y="34"/>
                    <a:pt x="152" y="34"/>
                    <a:pt x="152" y="33"/>
                  </a:cubicBezTo>
                  <a:cubicBezTo>
                    <a:pt x="152" y="31"/>
                    <a:pt x="155" y="30"/>
                    <a:pt x="155" y="28"/>
                  </a:cubicBezTo>
                  <a:cubicBezTo>
                    <a:pt x="155" y="27"/>
                    <a:pt x="152" y="26"/>
                    <a:pt x="152" y="24"/>
                  </a:cubicBezTo>
                  <a:cubicBezTo>
                    <a:pt x="152" y="22"/>
                    <a:pt x="153" y="17"/>
                    <a:pt x="153" y="17"/>
                  </a:cubicBezTo>
                  <a:cubicBezTo>
                    <a:pt x="153" y="17"/>
                    <a:pt x="153" y="17"/>
                    <a:pt x="153" y="17"/>
                  </a:cubicBezTo>
                  <a:cubicBezTo>
                    <a:pt x="149" y="13"/>
                    <a:pt x="144" y="9"/>
                    <a:pt x="143" y="9"/>
                  </a:cubicBezTo>
                  <a:cubicBezTo>
                    <a:pt x="141" y="8"/>
                    <a:pt x="139" y="10"/>
                    <a:pt x="139" y="10"/>
                  </a:cubicBezTo>
                  <a:cubicBezTo>
                    <a:pt x="139" y="10"/>
                    <a:pt x="136" y="7"/>
                    <a:pt x="134" y="9"/>
                  </a:cubicBezTo>
                  <a:cubicBezTo>
                    <a:pt x="132" y="11"/>
                    <a:pt x="129" y="9"/>
                    <a:pt x="129" y="9"/>
                  </a:cubicBezTo>
                  <a:cubicBezTo>
                    <a:pt x="129" y="9"/>
                    <a:pt x="126" y="8"/>
                    <a:pt x="125" y="5"/>
                  </a:cubicBezTo>
                  <a:cubicBezTo>
                    <a:pt x="125" y="4"/>
                    <a:pt x="124" y="3"/>
                    <a:pt x="123" y="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4"/>
                    <a:pt x="109" y="0"/>
                    <a:pt x="108" y="3"/>
                  </a:cubicBezTo>
                  <a:cubicBezTo>
                    <a:pt x="106" y="6"/>
                    <a:pt x="105" y="4"/>
                    <a:pt x="101" y="4"/>
                  </a:cubicBezTo>
                  <a:cubicBezTo>
                    <a:pt x="97" y="4"/>
                    <a:pt x="94" y="6"/>
                    <a:pt x="92" y="7"/>
                  </a:cubicBezTo>
                  <a:cubicBezTo>
                    <a:pt x="90" y="8"/>
                    <a:pt x="87" y="6"/>
                    <a:pt x="85" y="7"/>
                  </a:cubicBezTo>
                  <a:cubicBezTo>
                    <a:pt x="84" y="8"/>
                    <a:pt x="83" y="12"/>
                    <a:pt x="83" y="12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7" y="9"/>
                    <a:pt x="64" y="5"/>
                    <a:pt x="60" y="5"/>
                  </a:cubicBezTo>
                  <a:cubicBezTo>
                    <a:pt x="56" y="5"/>
                    <a:pt x="51" y="11"/>
                    <a:pt x="51" y="11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2" y="20"/>
                    <a:pt x="51" y="24"/>
                    <a:pt x="50" y="26"/>
                  </a:cubicBezTo>
                  <a:cubicBezTo>
                    <a:pt x="48" y="28"/>
                    <a:pt x="47" y="29"/>
                    <a:pt x="47" y="35"/>
                  </a:cubicBezTo>
                  <a:cubicBezTo>
                    <a:pt x="47" y="40"/>
                    <a:pt x="40" y="48"/>
                    <a:pt x="40" y="52"/>
                  </a:cubicBezTo>
                  <a:cubicBezTo>
                    <a:pt x="40" y="57"/>
                    <a:pt x="33" y="59"/>
                    <a:pt x="33" y="62"/>
                  </a:cubicBezTo>
                  <a:cubicBezTo>
                    <a:pt x="33" y="64"/>
                    <a:pt x="33" y="70"/>
                    <a:pt x="33" y="76"/>
                  </a:cubicBezTo>
                  <a:cubicBezTo>
                    <a:pt x="33" y="82"/>
                    <a:pt x="30" y="77"/>
                    <a:pt x="30" y="82"/>
                  </a:cubicBezTo>
                  <a:cubicBezTo>
                    <a:pt x="30" y="87"/>
                    <a:pt x="27" y="84"/>
                    <a:pt x="24" y="87"/>
                  </a:cubicBezTo>
                  <a:cubicBezTo>
                    <a:pt x="22" y="89"/>
                    <a:pt x="21" y="90"/>
                    <a:pt x="21" y="87"/>
                  </a:cubicBezTo>
                  <a:cubicBezTo>
                    <a:pt x="21" y="85"/>
                    <a:pt x="17" y="84"/>
                    <a:pt x="14" y="87"/>
                  </a:cubicBezTo>
                  <a:cubicBezTo>
                    <a:pt x="11" y="89"/>
                    <a:pt x="10" y="87"/>
                    <a:pt x="8" y="86"/>
                  </a:cubicBezTo>
                  <a:cubicBezTo>
                    <a:pt x="7" y="86"/>
                    <a:pt x="4" y="88"/>
                    <a:pt x="0" y="90"/>
                  </a:cubicBezTo>
                  <a:cubicBezTo>
                    <a:pt x="2" y="94"/>
                    <a:pt x="3" y="97"/>
                    <a:pt x="3" y="100"/>
                  </a:cubicBezTo>
                  <a:cubicBezTo>
                    <a:pt x="3" y="100"/>
                    <a:pt x="3" y="100"/>
                    <a:pt x="4" y="101"/>
                  </a:cubicBezTo>
                  <a:cubicBezTo>
                    <a:pt x="5" y="99"/>
                    <a:pt x="7" y="98"/>
                    <a:pt x="8" y="98"/>
                  </a:cubicBezTo>
                  <a:cubicBezTo>
                    <a:pt x="11" y="98"/>
                    <a:pt x="36" y="98"/>
                    <a:pt x="36" y="98"/>
                  </a:cubicBezTo>
                  <a:cubicBezTo>
                    <a:pt x="36" y="98"/>
                    <a:pt x="38" y="102"/>
                    <a:pt x="37" y="105"/>
                  </a:cubicBezTo>
                  <a:cubicBezTo>
                    <a:pt x="36" y="108"/>
                    <a:pt x="39" y="107"/>
                    <a:pt x="40" y="111"/>
                  </a:cubicBezTo>
                  <a:cubicBezTo>
                    <a:pt x="42" y="116"/>
                    <a:pt x="44" y="118"/>
                    <a:pt x="47" y="117"/>
                  </a:cubicBezTo>
                  <a:cubicBezTo>
                    <a:pt x="51" y="115"/>
                    <a:pt x="56" y="115"/>
                    <a:pt x="57" y="115"/>
                  </a:cubicBezTo>
                  <a:cubicBezTo>
                    <a:pt x="59" y="115"/>
                    <a:pt x="58" y="109"/>
                    <a:pt x="61" y="108"/>
                  </a:cubicBezTo>
                  <a:cubicBezTo>
                    <a:pt x="63" y="107"/>
                    <a:pt x="67" y="108"/>
                    <a:pt x="67" y="108"/>
                  </a:cubicBezTo>
                  <a:cubicBezTo>
                    <a:pt x="67" y="108"/>
                    <a:pt x="68" y="110"/>
                    <a:pt x="71" y="110"/>
                  </a:cubicBezTo>
                  <a:cubicBezTo>
                    <a:pt x="75" y="110"/>
                    <a:pt x="77" y="108"/>
                    <a:pt x="77" y="111"/>
                  </a:cubicBezTo>
                  <a:cubicBezTo>
                    <a:pt x="77" y="113"/>
                    <a:pt x="77" y="116"/>
                    <a:pt x="78" y="117"/>
                  </a:cubicBezTo>
                  <a:cubicBezTo>
                    <a:pt x="80" y="118"/>
                    <a:pt x="76" y="128"/>
                    <a:pt x="77" y="129"/>
                  </a:cubicBezTo>
                  <a:cubicBezTo>
                    <a:pt x="79" y="131"/>
                    <a:pt x="82" y="134"/>
                    <a:pt x="81" y="136"/>
                  </a:cubicBezTo>
                  <a:cubicBezTo>
                    <a:pt x="81" y="138"/>
                    <a:pt x="80" y="142"/>
                    <a:pt x="81" y="143"/>
                  </a:cubicBezTo>
                  <a:cubicBezTo>
                    <a:pt x="83" y="143"/>
                    <a:pt x="83" y="141"/>
                    <a:pt x="86" y="141"/>
                  </a:cubicBezTo>
                  <a:cubicBezTo>
                    <a:pt x="89" y="141"/>
                    <a:pt x="91" y="141"/>
                    <a:pt x="93" y="140"/>
                  </a:cubicBezTo>
                  <a:cubicBezTo>
                    <a:pt x="94" y="139"/>
                    <a:pt x="95" y="140"/>
                    <a:pt x="96" y="140"/>
                  </a:cubicBezTo>
                  <a:cubicBezTo>
                    <a:pt x="97" y="140"/>
                    <a:pt x="98" y="142"/>
                    <a:pt x="98" y="142"/>
                  </a:cubicBezTo>
                  <a:cubicBezTo>
                    <a:pt x="98" y="142"/>
                    <a:pt x="99" y="145"/>
                    <a:pt x="100" y="144"/>
                  </a:cubicBezTo>
                  <a:cubicBezTo>
                    <a:pt x="102" y="143"/>
                    <a:pt x="106" y="142"/>
                    <a:pt x="105" y="143"/>
                  </a:cubicBezTo>
                  <a:cubicBezTo>
                    <a:pt x="105" y="145"/>
                    <a:pt x="106" y="148"/>
                    <a:pt x="108" y="148"/>
                  </a:cubicBezTo>
                  <a:cubicBezTo>
                    <a:pt x="109" y="147"/>
                    <a:pt x="113" y="150"/>
                    <a:pt x="115" y="150"/>
                  </a:cubicBezTo>
                  <a:cubicBezTo>
                    <a:pt x="117" y="150"/>
                    <a:pt x="119" y="150"/>
                    <a:pt x="119" y="149"/>
                  </a:cubicBezTo>
                  <a:cubicBezTo>
                    <a:pt x="119" y="148"/>
                    <a:pt x="121" y="146"/>
                    <a:pt x="122" y="147"/>
                  </a:cubicBezTo>
                  <a:cubicBezTo>
                    <a:pt x="123" y="149"/>
                    <a:pt x="124" y="152"/>
                    <a:pt x="126" y="152"/>
                  </a:cubicBezTo>
                  <a:cubicBezTo>
                    <a:pt x="128" y="152"/>
                    <a:pt x="133" y="152"/>
                    <a:pt x="133" y="154"/>
                  </a:cubicBezTo>
                  <a:cubicBezTo>
                    <a:pt x="133" y="155"/>
                    <a:pt x="134" y="159"/>
                    <a:pt x="136" y="161"/>
                  </a:cubicBezTo>
                  <a:cubicBezTo>
                    <a:pt x="138" y="162"/>
                    <a:pt x="142" y="161"/>
                    <a:pt x="142" y="161"/>
                  </a:cubicBezTo>
                  <a:cubicBezTo>
                    <a:pt x="142" y="161"/>
                    <a:pt x="143" y="160"/>
                    <a:pt x="143" y="157"/>
                  </a:cubicBezTo>
                  <a:cubicBezTo>
                    <a:pt x="143" y="154"/>
                    <a:pt x="143" y="151"/>
                    <a:pt x="142" y="151"/>
                  </a:cubicBezTo>
                  <a:cubicBezTo>
                    <a:pt x="141" y="151"/>
                    <a:pt x="139" y="154"/>
                    <a:pt x="137" y="153"/>
                  </a:cubicBezTo>
                  <a:cubicBezTo>
                    <a:pt x="134" y="152"/>
                    <a:pt x="132" y="147"/>
                    <a:pt x="131" y="146"/>
                  </a:cubicBezTo>
                  <a:cubicBezTo>
                    <a:pt x="130" y="145"/>
                    <a:pt x="133" y="141"/>
                    <a:pt x="133" y="138"/>
                  </a:cubicBezTo>
                  <a:cubicBezTo>
                    <a:pt x="133" y="136"/>
                    <a:pt x="135" y="130"/>
                    <a:pt x="133" y="129"/>
                  </a:cubicBezTo>
                  <a:cubicBezTo>
                    <a:pt x="132" y="128"/>
                    <a:pt x="133" y="126"/>
                    <a:pt x="135" y="124"/>
                  </a:cubicBezTo>
                  <a:cubicBezTo>
                    <a:pt x="136" y="123"/>
                    <a:pt x="134" y="119"/>
                    <a:pt x="137" y="119"/>
                  </a:cubicBezTo>
                  <a:cubicBezTo>
                    <a:pt x="140" y="119"/>
                    <a:pt x="145" y="119"/>
                    <a:pt x="147" y="117"/>
                  </a:cubicBezTo>
                  <a:cubicBezTo>
                    <a:pt x="147" y="117"/>
                    <a:pt x="147" y="117"/>
                    <a:pt x="147" y="117"/>
                  </a:cubicBezTo>
                  <a:cubicBezTo>
                    <a:pt x="147" y="117"/>
                    <a:pt x="148" y="116"/>
                    <a:pt x="148" y="116"/>
                  </a:cubicBezTo>
                  <a:cubicBezTo>
                    <a:pt x="146" y="113"/>
                    <a:pt x="144" y="108"/>
                    <a:pt x="142" y="10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8" name="Google Shape;408;p1"/>
            <p:cNvSpPr/>
            <p:nvPr/>
          </p:nvSpPr>
          <p:spPr>
            <a:xfrm>
              <a:off x="6630368" y="4295335"/>
              <a:ext cx="47534" cy="61334"/>
            </a:xfrm>
            <a:custGeom>
              <a:avLst/>
              <a:gdLst/>
              <a:ahLst/>
              <a:cxnLst/>
              <a:rect l="l" t="t" r="r" b="b"/>
              <a:pathLst>
                <a:path w="13" h="17" extrusionOk="0">
                  <a:moveTo>
                    <a:pt x="1" y="9"/>
                  </a:moveTo>
                  <a:cubicBezTo>
                    <a:pt x="1" y="10"/>
                    <a:pt x="2" y="14"/>
                    <a:pt x="3" y="17"/>
                  </a:cubicBezTo>
                  <a:cubicBezTo>
                    <a:pt x="4" y="16"/>
                    <a:pt x="6" y="16"/>
                    <a:pt x="6" y="15"/>
                  </a:cubicBezTo>
                  <a:cubicBezTo>
                    <a:pt x="8" y="14"/>
                    <a:pt x="13" y="5"/>
                    <a:pt x="13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2"/>
                    <a:pt x="11" y="0"/>
                  </a:cubicBezTo>
                  <a:cubicBezTo>
                    <a:pt x="9" y="0"/>
                    <a:pt x="7" y="0"/>
                    <a:pt x="7" y="0"/>
                  </a:cubicBezTo>
                  <a:cubicBezTo>
                    <a:pt x="7" y="0"/>
                    <a:pt x="7" y="3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6659501" y="4545269"/>
              <a:ext cx="326600" cy="522868"/>
            </a:xfrm>
            <a:custGeom>
              <a:avLst/>
              <a:gdLst/>
              <a:ahLst/>
              <a:cxnLst/>
              <a:rect l="l" t="t" r="r" b="b"/>
              <a:pathLst>
                <a:path w="90" h="144" extrusionOk="0">
                  <a:moveTo>
                    <a:pt x="89" y="37"/>
                  </a:moveTo>
                  <a:cubicBezTo>
                    <a:pt x="88" y="35"/>
                    <a:pt x="87" y="25"/>
                    <a:pt x="87" y="21"/>
                  </a:cubicBezTo>
                  <a:cubicBezTo>
                    <a:pt x="88" y="17"/>
                    <a:pt x="86" y="6"/>
                    <a:pt x="86" y="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2" y="2"/>
                    <a:pt x="78" y="4"/>
                    <a:pt x="77" y="5"/>
                  </a:cubicBezTo>
                  <a:cubicBezTo>
                    <a:pt x="77" y="6"/>
                    <a:pt x="73" y="5"/>
                    <a:pt x="71" y="6"/>
                  </a:cubicBezTo>
                  <a:cubicBezTo>
                    <a:pt x="69" y="8"/>
                    <a:pt x="68" y="7"/>
                    <a:pt x="66" y="6"/>
                  </a:cubicBezTo>
                  <a:cubicBezTo>
                    <a:pt x="65" y="6"/>
                    <a:pt x="64" y="8"/>
                    <a:pt x="64" y="9"/>
                  </a:cubicBezTo>
                  <a:cubicBezTo>
                    <a:pt x="63" y="11"/>
                    <a:pt x="60" y="10"/>
                    <a:pt x="59" y="10"/>
                  </a:cubicBezTo>
                  <a:cubicBezTo>
                    <a:pt x="57" y="10"/>
                    <a:pt x="53" y="11"/>
                    <a:pt x="51" y="11"/>
                  </a:cubicBezTo>
                  <a:cubicBezTo>
                    <a:pt x="50" y="11"/>
                    <a:pt x="51" y="9"/>
                    <a:pt x="49" y="8"/>
                  </a:cubicBezTo>
                  <a:cubicBezTo>
                    <a:pt x="47" y="8"/>
                    <a:pt x="45" y="9"/>
                    <a:pt x="44" y="9"/>
                  </a:cubicBezTo>
                  <a:cubicBezTo>
                    <a:pt x="43" y="9"/>
                    <a:pt x="41" y="9"/>
                    <a:pt x="39" y="9"/>
                  </a:cubicBezTo>
                  <a:cubicBezTo>
                    <a:pt x="39" y="10"/>
                    <a:pt x="39" y="11"/>
                    <a:pt x="39" y="12"/>
                  </a:cubicBezTo>
                  <a:cubicBezTo>
                    <a:pt x="37" y="16"/>
                    <a:pt x="42" y="26"/>
                    <a:pt x="42" y="30"/>
                  </a:cubicBezTo>
                  <a:cubicBezTo>
                    <a:pt x="44" y="31"/>
                    <a:pt x="46" y="33"/>
                    <a:pt x="47" y="35"/>
                  </a:cubicBezTo>
                  <a:cubicBezTo>
                    <a:pt x="50" y="37"/>
                    <a:pt x="47" y="37"/>
                    <a:pt x="48" y="43"/>
                  </a:cubicBezTo>
                  <a:cubicBezTo>
                    <a:pt x="48" y="49"/>
                    <a:pt x="45" y="47"/>
                    <a:pt x="43" y="49"/>
                  </a:cubicBezTo>
                  <a:cubicBezTo>
                    <a:pt x="41" y="51"/>
                    <a:pt x="43" y="55"/>
                    <a:pt x="42" y="56"/>
                  </a:cubicBezTo>
                  <a:cubicBezTo>
                    <a:pt x="42" y="58"/>
                    <a:pt x="35" y="48"/>
                    <a:pt x="34" y="46"/>
                  </a:cubicBezTo>
                  <a:cubicBezTo>
                    <a:pt x="34" y="45"/>
                    <a:pt x="37" y="39"/>
                    <a:pt x="36" y="35"/>
                  </a:cubicBezTo>
                  <a:cubicBezTo>
                    <a:pt x="35" y="32"/>
                    <a:pt x="31" y="34"/>
                    <a:pt x="29" y="34"/>
                  </a:cubicBezTo>
                  <a:cubicBezTo>
                    <a:pt x="28" y="34"/>
                    <a:pt x="24" y="30"/>
                    <a:pt x="24" y="30"/>
                  </a:cubicBezTo>
                  <a:cubicBezTo>
                    <a:pt x="23" y="30"/>
                    <a:pt x="0" y="39"/>
                    <a:pt x="0" y="39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8"/>
                    <a:pt x="10" y="48"/>
                    <a:pt x="14" y="50"/>
                  </a:cubicBezTo>
                  <a:cubicBezTo>
                    <a:pt x="17" y="52"/>
                    <a:pt x="22" y="53"/>
                    <a:pt x="23" y="54"/>
                  </a:cubicBezTo>
                  <a:cubicBezTo>
                    <a:pt x="24" y="54"/>
                    <a:pt x="23" y="63"/>
                    <a:pt x="24" y="67"/>
                  </a:cubicBezTo>
                  <a:cubicBezTo>
                    <a:pt x="24" y="71"/>
                    <a:pt x="19" y="72"/>
                    <a:pt x="21" y="74"/>
                  </a:cubicBezTo>
                  <a:cubicBezTo>
                    <a:pt x="24" y="76"/>
                    <a:pt x="22" y="80"/>
                    <a:pt x="24" y="80"/>
                  </a:cubicBezTo>
                  <a:cubicBezTo>
                    <a:pt x="25" y="81"/>
                    <a:pt x="21" y="86"/>
                    <a:pt x="19" y="87"/>
                  </a:cubicBezTo>
                  <a:cubicBezTo>
                    <a:pt x="18" y="88"/>
                    <a:pt x="19" y="92"/>
                    <a:pt x="17" y="95"/>
                  </a:cubicBezTo>
                  <a:cubicBezTo>
                    <a:pt x="16" y="97"/>
                    <a:pt x="12" y="101"/>
                    <a:pt x="9" y="103"/>
                  </a:cubicBezTo>
                  <a:cubicBezTo>
                    <a:pt x="9" y="104"/>
                    <a:pt x="9" y="104"/>
                    <a:pt x="9" y="104"/>
                  </a:cubicBezTo>
                  <a:cubicBezTo>
                    <a:pt x="10" y="105"/>
                    <a:pt x="12" y="118"/>
                    <a:pt x="14" y="119"/>
                  </a:cubicBezTo>
                  <a:cubicBezTo>
                    <a:pt x="17" y="121"/>
                    <a:pt x="15" y="134"/>
                    <a:pt x="15" y="135"/>
                  </a:cubicBezTo>
                  <a:cubicBezTo>
                    <a:pt x="15" y="136"/>
                    <a:pt x="16" y="144"/>
                    <a:pt x="16" y="144"/>
                  </a:cubicBezTo>
                  <a:cubicBezTo>
                    <a:pt x="16" y="144"/>
                    <a:pt x="19" y="144"/>
                    <a:pt x="22" y="144"/>
                  </a:cubicBezTo>
                  <a:cubicBezTo>
                    <a:pt x="22" y="142"/>
                    <a:pt x="23" y="141"/>
                    <a:pt x="23" y="140"/>
                  </a:cubicBezTo>
                  <a:cubicBezTo>
                    <a:pt x="23" y="136"/>
                    <a:pt x="20" y="139"/>
                    <a:pt x="19" y="137"/>
                  </a:cubicBezTo>
                  <a:cubicBezTo>
                    <a:pt x="18" y="134"/>
                    <a:pt x="25" y="129"/>
                    <a:pt x="32" y="127"/>
                  </a:cubicBezTo>
                  <a:cubicBezTo>
                    <a:pt x="40" y="124"/>
                    <a:pt x="42" y="123"/>
                    <a:pt x="43" y="120"/>
                  </a:cubicBezTo>
                  <a:cubicBezTo>
                    <a:pt x="44" y="118"/>
                    <a:pt x="43" y="111"/>
                    <a:pt x="44" y="108"/>
                  </a:cubicBezTo>
                  <a:cubicBezTo>
                    <a:pt x="45" y="105"/>
                    <a:pt x="43" y="104"/>
                    <a:pt x="42" y="97"/>
                  </a:cubicBezTo>
                  <a:cubicBezTo>
                    <a:pt x="42" y="91"/>
                    <a:pt x="39" y="90"/>
                    <a:pt x="38" y="87"/>
                  </a:cubicBezTo>
                  <a:cubicBezTo>
                    <a:pt x="37" y="83"/>
                    <a:pt x="38" y="81"/>
                    <a:pt x="40" y="80"/>
                  </a:cubicBezTo>
                  <a:cubicBezTo>
                    <a:pt x="42" y="80"/>
                    <a:pt x="42" y="79"/>
                    <a:pt x="44" y="76"/>
                  </a:cubicBezTo>
                  <a:cubicBezTo>
                    <a:pt x="45" y="73"/>
                    <a:pt x="47" y="74"/>
                    <a:pt x="51" y="71"/>
                  </a:cubicBezTo>
                  <a:cubicBezTo>
                    <a:pt x="54" y="69"/>
                    <a:pt x="54" y="66"/>
                    <a:pt x="59" y="62"/>
                  </a:cubicBezTo>
                  <a:cubicBezTo>
                    <a:pt x="65" y="58"/>
                    <a:pt x="71" y="58"/>
                    <a:pt x="76" y="55"/>
                  </a:cubicBezTo>
                  <a:cubicBezTo>
                    <a:pt x="81" y="52"/>
                    <a:pt x="90" y="39"/>
                    <a:pt x="89" y="37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0" name="Google Shape;410;p1"/>
            <p:cNvSpPr/>
            <p:nvPr/>
          </p:nvSpPr>
          <p:spPr>
            <a:xfrm>
              <a:off x="6642634" y="4247801"/>
              <a:ext cx="329668" cy="337334"/>
            </a:xfrm>
            <a:custGeom>
              <a:avLst/>
              <a:gdLst/>
              <a:ahLst/>
              <a:cxnLst/>
              <a:rect l="l" t="t" r="r" b="b"/>
              <a:pathLst>
                <a:path w="91" h="93" extrusionOk="0">
                  <a:moveTo>
                    <a:pt x="85" y="75"/>
                  </a:moveTo>
                  <a:cubicBezTo>
                    <a:pt x="85" y="69"/>
                    <a:pt x="82" y="69"/>
                    <a:pt x="82" y="66"/>
                  </a:cubicBezTo>
                  <a:cubicBezTo>
                    <a:pt x="82" y="62"/>
                    <a:pt x="83" y="59"/>
                    <a:pt x="81" y="59"/>
                  </a:cubicBezTo>
                  <a:cubicBezTo>
                    <a:pt x="80" y="59"/>
                    <a:pt x="81" y="56"/>
                    <a:pt x="83" y="53"/>
                  </a:cubicBezTo>
                  <a:cubicBezTo>
                    <a:pt x="85" y="50"/>
                    <a:pt x="79" y="49"/>
                    <a:pt x="78" y="46"/>
                  </a:cubicBezTo>
                  <a:cubicBezTo>
                    <a:pt x="78" y="44"/>
                    <a:pt x="80" y="39"/>
                    <a:pt x="82" y="33"/>
                  </a:cubicBezTo>
                  <a:cubicBezTo>
                    <a:pt x="75" y="28"/>
                    <a:pt x="68" y="23"/>
                    <a:pt x="68" y="23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6" y="5"/>
                    <a:pt x="35" y="8"/>
                    <a:pt x="33" y="9"/>
                  </a:cubicBezTo>
                  <a:cubicBezTo>
                    <a:pt x="30" y="10"/>
                    <a:pt x="36" y="13"/>
                    <a:pt x="33" y="14"/>
                  </a:cubicBezTo>
                  <a:cubicBezTo>
                    <a:pt x="30" y="14"/>
                    <a:pt x="24" y="11"/>
                    <a:pt x="19" y="13"/>
                  </a:cubicBezTo>
                  <a:cubicBezTo>
                    <a:pt x="16" y="14"/>
                    <a:pt x="17" y="7"/>
                    <a:pt x="19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0" y="1"/>
                    <a:pt x="8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2" y="9"/>
                    <a:pt x="11" y="11"/>
                  </a:cubicBezTo>
                  <a:cubicBezTo>
                    <a:pt x="11" y="12"/>
                    <a:pt x="9" y="12"/>
                    <a:pt x="8" y="13"/>
                  </a:cubicBezTo>
                  <a:cubicBezTo>
                    <a:pt x="8" y="15"/>
                    <a:pt x="8" y="17"/>
                    <a:pt x="8" y="1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5" y="27"/>
                    <a:pt x="3" y="28"/>
                  </a:cubicBezTo>
                  <a:cubicBezTo>
                    <a:pt x="3" y="29"/>
                    <a:pt x="1" y="29"/>
                    <a:pt x="0" y="30"/>
                  </a:cubicBezTo>
                  <a:cubicBezTo>
                    <a:pt x="1" y="37"/>
                    <a:pt x="3" y="44"/>
                    <a:pt x="5" y="46"/>
                  </a:cubicBezTo>
                  <a:cubicBezTo>
                    <a:pt x="9" y="50"/>
                    <a:pt x="8" y="55"/>
                    <a:pt x="9" y="58"/>
                  </a:cubicBezTo>
                  <a:cubicBezTo>
                    <a:pt x="10" y="60"/>
                    <a:pt x="14" y="63"/>
                    <a:pt x="11" y="64"/>
                  </a:cubicBezTo>
                  <a:cubicBezTo>
                    <a:pt x="10" y="65"/>
                    <a:pt x="8" y="63"/>
                    <a:pt x="7" y="61"/>
                  </a:cubicBezTo>
                  <a:cubicBezTo>
                    <a:pt x="7" y="61"/>
                    <a:pt x="6" y="62"/>
                    <a:pt x="6" y="62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8" y="64"/>
                    <a:pt x="11" y="66"/>
                    <a:pt x="12" y="66"/>
                  </a:cubicBezTo>
                  <a:cubicBezTo>
                    <a:pt x="14" y="66"/>
                    <a:pt x="18" y="68"/>
                    <a:pt x="20" y="69"/>
                  </a:cubicBezTo>
                  <a:cubicBezTo>
                    <a:pt x="22" y="69"/>
                    <a:pt x="30" y="72"/>
                    <a:pt x="30" y="74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3" y="74"/>
                    <a:pt x="35" y="74"/>
                    <a:pt x="37" y="74"/>
                  </a:cubicBezTo>
                  <a:cubicBezTo>
                    <a:pt x="37" y="74"/>
                    <a:pt x="37" y="74"/>
                    <a:pt x="38" y="74"/>
                  </a:cubicBezTo>
                  <a:cubicBezTo>
                    <a:pt x="41" y="74"/>
                    <a:pt x="44" y="85"/>
                    <a:pt x="44" y="91"/>
                  </a:cubicBezTo>
                  <a:cubicBezTo>
                    <a:pt x="46" y="91"/>
                    <a:pt x="48" y="91"/>
                    <a:pt x="49" y="91"/>
                  </a:cubicBezTo>
                  <a:cubicBezTo>
                    <a:pt x="50" y="91"/>
                    <a:pt x="52" y="90"/>
                    <a:pt x="54" y="90"/>
                  </a:cubicBezTo>
                  <a:cubicBezTo>
                    <a:pt x="56" y="91"/>
                    <a:pt x="55" y="93"/>
                    <a:pt x="56" y="93"/>
                  </a:cubicBezTo>
                  <a:cubicBezTo>
                    <a:pt x="58" y="93"/>
                    <a:pt x="62" y="92"/>
                    <a:pt x="64" y="92"/>
                  </a:cubicBezTo>
                  <a:cubicBezTo>
                    <a:pt x="65" y="92"/>
                    <a:pt x="68" y="93"/>
                    <a:pt x="69" y="91"/>
                  </a:cubicBezTo>
                  <a:cubicBezTo>
                    <a:pt x="69" y="90"/>
                    <a:pt x="70" y="88"/>
                    <a:pt x="71" y="88"/>
                  </a:cubicBezTo>
                  <a:cubicBezTo>
                    <a:pt x="73" y="89"/>
                    <a:pt x="74" y="90"/>
                    <a:pt x="76" y="88"/>
                  </a:cubicBezTo>
                  <a:cubicBezTo>
                    <a:pt x="78" y="87"/>
                    <a:pt x="82" y="88"/>
                    <a:pt x="82" y="87"/>
                  </a:cubicBezTo>
                  <a:cubicBezTo>
                    <a:pt x="83" y="86"/>
                    <a:pt x="87" y="84"/>
                    <a:pt x="91" y="82"/>
                  </a:cubicBezTo>
                  <a:cubicBezTo>
                    <a:pt x="91" y="77"/>
                    <a:pt x="86" y="80"/>
                    <a:pt x="85" y="7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6739234" y="4516135"/>
              <a:ext cx="102734" cy="240734"/>
            </a:xfrm>
            <a:custGeom>
              <a:avLst/>
              <a:gdLst/>
              <a:ahLst/>
              <a:cxnLst/>
              <a:rect l="l" t="t" r="r" b="b"/>
              <a:pathLst>
                <a:path w="28" h="66" extrusionOk="0">
                  <a:moveTo>
                    <a:pt x="25" y="43"/>
                  </a:moveTo>
                  <a:cubicBezTo>
                    <a:pt x="24" y="41"/>
                    <a:pt x="22" y="39"/>
                    <a:pt x="20" y="38"/>
                  </a:cubicBezTo>
                  <a:cubicBezTo>
                    <a:pt x="20" y="38"/>
                    <a:pt x="20" y="39"/>
                    <a:pt x="20" y="39"/>
                  </a:cubicBezTo>
                  <a:cubicBezTo>
                    <a:pt x="18" y="42"/>
                    <a:pt x="12" y="32"/>
                    <a:pt x="11" y="26"/>
                  </a:cubicBezTo>
                  <a:cubicBezTo>
                    <a:pt x="10" y="20"/>
                    <a:pt x="14" y="17"/>
                    <a:pt x="12" y="11"/>
                  </a:cubicBezTo>
                  <a:cubicBezTo>
                    <a:pt x="10" y="6"/>
                    <a:pt x="8" y="2"/>
                    <a:pt x="10" y="0"/>
                  </a:cubicBezTo>
                  <a:cubicBezTo>
                    <a:pt x="8" y="0"/>
                    <a:pt x="6" y="0"/>
                    <a:pt x="4" y="0"/>
                  </a:cubicBezTo>
                  <a:cubicBezTo>
                    <a:pt x="5" y="3"/>
                    <a:pt x="7" y="7"/>
                    <a:pt x="7" y="9"/>
                  </a:cubicBezTo>
                  <a:cubicBezTo>
                    <a:pt x="7" y="10"/>
                    <a:pt x="5" y="8"/>
                    <a:pt x="4" y="10"/>
                  </a:cubicBezTo>
                  <a:cubicBezTo>
                    <a:pt x="3" y="12"/>
                    <a:pt x="3" y="22"/>
                    <a:pt x="5" y="24"/>
                  </a:cubicBezTo>
                  <a:cubicBezTo>
                    <a:pt x="7" y="26"/>
                    <a:pt x="1" y="25"/>
                    <a:pt x="1" y="26"/>
                  </a:cubicBezTo>
                  <a:cubicBezTo>
                    <a:pt x="1" y="28"/>
                    <a:pt x="1" y="34"/>
                    <a:pt x="0" y="34"/>
                  </a:cubicBezTo>
                  <a:cubicBezTo>
                    <a:pt x="0" y="35"/>
                    <a:pt x="1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8"/>
                    <a:pt x="6" y="42"/>
                    <a:pt x="7" y="42"/>
                  </a:cubicBezTo>
                  <a:cubicBezTo>
                    <a:pt x="9" y="42"/>
                    <a:pt x="13" y="40"/>
                    <a:pt x="14" y="43"/>
                  </a:cubicBezTo>
                  <a:cubicBezTo>
                    <a:pt x="15" y="47"/>
                    <a:pt x="12" y="53"/>
                    <a:pt x="12" y="54"/>
                  </a:cubicBezTo>
                  <a:cubicBezTo>
                    <a:pt x="13" y="56"/>
                    <a:pt x="20" y="66"/>
                    <a:pt x="20" y="64"/>
                  </a:cubicBezTo>
                  <a:cubicBezTo>
                    <a:pt x="21" y="63"/>
                    <a:pt x="19" y="59"/>
                    <a:pt x="21" y="57"/>
                  </a:cubicBezTo>
                  <a:cubicBezTo>
                    <a:pt x="23" y="55"/>
                    <a:pt x="26" y="57"/>
                    <a:pt x="26" y="51"/>
                  </a:cubicBezTo>
                  <a:cubicBezTo>
                    <a:pt x="25" y="45"/>
                    <a:pt x="28" y="45"/>
                    <a:pt x="25" y="4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2" name="Google Shape;412;p1"/>
            <p:cNvSpPr/>
            <p:nvPr/>
          </p:nvSpPr>
          <p:spPr>
            <a:xfrm>
              <a:off x="7823303" y="2887733"/>
              <a:ext cx="233068" cy="159468"/>
            </a:xfrm>
            <a:custGeom>
              <a:avLst/>
              <a:gdLst/>
              <a:ahLst/>
              <a:cxnLst/>
              <a:rect l="l" t="t" r="r" b="b"/>
              <a:pathLst>
                <a:path w="64" h="44" extrusionOk="0">
                  <a:moveTo>
                    <a:pt x="52" y="35"/>
                  </a:moveTo>
                  <a:cubicBezTo>
                    <a:pt x="54" y="37"/>
                    <a:pt x="54" y="38"/>
                    <a:pt x="56" y="38"/>
                  </a:cubicBezTo>
                  <a:cubicBezTo>
                    <a:pt x="57" y="38"/>
                    <a:pt x="60" y="38"/>
                    <a:pt x="62" y="40"/>
                  </a:cubicBezTo>
                  <a:cubicBezTo>
                    <a:pt x="63" y="39"/>
                    <a:pt x="64" y="39"/>
                    <a:pt x="64" y="39"/>
                  </a:cubicBezTo>
                  <a:cubicBezTo>
                    <a:pt x="64" y="39"/>
                    <a:pt x="63" y="31"/>
                    <a:pt x="63" y="28"/>
                  </a:cubicBezTo>
                  <a:cubicBezTo>
                    <a:pt x="62" y="25"/>
                    <a:pt x="54" y="23"/>
                    <a:pt x="54" y="23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5"/>
                    <a:pt x="44" y="17"/>
                    <a:pt x="42" y="16"/>
                  </a:cubicBezTo>
                  <a:cubicBezTo>
                    <a:pt x="40" y="15"/>
                    <a:pt x="37" y="17"/>
                    <a:pt x="35" y="15"/>
                  </a:cubicBezTo>
                  <a:cubicBezTo>
                    <a:pt x="33" y="12"/>
                    <a:pt x="30" y="16"/>
                    <a:pt x="27" y="14"/>
                  </a:cubicBezTo>
                  <a:cubicBezTo>
                    <a:pt x="24" y="12"/>
                    <a:pt x="16" y="15"/>
                    <a:pt x="15" y="13"/>
                  </a:cubicBezTo>
                  <a:cubicBezTo>
                    <a:pt x="15" y="12"/>
                    <a:pt x="19" y="8"/>
                    <a:pt x="21" y="8"/>
                  </a:cubicBezTo>
                  <a:cubicBezTo>
                    <a:pt x="22" y="8"/>
                    <a:pt x="23" y="8"/>
                    <a:pt x="24" y="8"/>
                  </a:cubicBezTo>
                  <a:cubicBezTo>
                    <a:pt x="25" y="7"/>
                    <a:pt x="28" y="2"/>
                    <a:pt x="27" y="1"/>
                  </a:cubicBezTo>
                  <a:cubicBezTo>
                    <a:pt x="26" y="0"/>
                    <a:pt x="23" y="1"/>
                    <a:pt x="21" y="3"/>
                  </a:cubicBezTo>
                  <a:cubicBezTo>
                    <a:pt x="19" y="4"/>
                    <a:pt x="16" y="2"/>
                    <a:pt x="15" y="4"/>
                  </a:cubicBezTo>
                  <a:cubicBezTo>
                    <a:pt x="14" y="6"/>
                    <a:pt x="13" y="9"/>
                    <a:pt x="11" y="9"/>
                  </a:cubicBezTo>
                  <a:cubicBezTo>
                    <a:pt x="9" y="9"/>
                    <a:pt x="10" y="12"/>
                    <a:pt x="8" y="13"/>
                  </a:cubicBezTo>
                  <a:cubicBezTo>
                    <a:pt x="6" y="14"/>
                    <a:pt x="1" y="14"/>
                    <a:pt x="0" y="16"/>
                  </a:cubicBezTo>
                  <a:cubicBezTo>
                    <a:pt x="0" y="19"/>
                    <a:pt x="6" y="20"/>
                    <a:pt x="5" y="23"/>
                  </a:cubicBezTo>
                  <a:cubicBezTo>
                    <a:pt x="5" y="26"/>
                    <a:pt x="9" y="29"/>
                    <a:pt x="6" y="30"/>
                  </a:cubicBezTo>
                  <a:cubicBezTo>
                    <a:pt x="4" y="32"/>
                    <a:pt x="3" y="34"/>
                    <a:pt x="3" y="39"/>
                  </a:cubicBezTo>
                  <a:cubicBezTo>
                    <a:pt x="4" y="40"/>
                    <a:pt x="6" y="41"/>
                    <a:pt x="7" y="40"/>
                  </a:cubicBezTo>
                  <a:cubicBezTo>
                    <a:pt x="8" y="37"/>
                    <a:pt x="15" y="40"/>
                    <a:pt x="15" y="37"/>
                  </a:cubicBezTo>
                  <a:cubicBezTo>
                    <a:pt x="15" y="35"/>
                    <a:pt x="23" y="36"/>
                    <a:pt x="23" y="33"/>
                  </a:cubicBezTo>
                  <a:cubicBezTo>
                    <a:pt x="23" y="31"/>
                    <a:pt x="28" y="26"/>
                    <a:pt x="31" y="26"/>
                  </a:cubicBezTo>
                  <a:cubicBezTo>
                    <a:pt x="34" y="26"/>
                    <a:pt x="31" y="31"/>
                    <a:pt x="34" y="33"/>
                  </a:cubicBezTo>
                  <a:cubicBezTo>
                    <a:pt x="38" y="35"/>
                    <a:pt x="33" y="41"/>
                    <a:pt x="35" y="43"/>
                  </a:cubicBezTo>
                  <a:cubicBezTo>
                    <a:pt x="35" y="44"/>
                    <a:pt x="37" y="44"/>
                    <a:pt x="39" y="43"/>
                  </a:cubicBezTo>
                  <a:cubicBezTo>
                    <a:pt x="40" y="43"/>
                    <a:pt x="42" y="42"/>
                    <a:pt x="43" y="42"/>
                  </a:cubicBezTo>
                  <a:cubicBezTo>
                    <a:pt x="46" y="39"/>
                    <a:pt x="51" y="35"/>
                    <a:pt x="52" y="35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3349028" y="3424399"/>
              <a:ext cx="26066" cy="53666"/>
            </a:xfrm>
            <a:custGeom>
              <a:avLst/>
              <a:gdLst/>
              <a:ahLst/>
              <a:cxnLst/>
              <a:rect l="l" t="t" r="r" b="b"/>
              <a:pathLst>
                <a:path w="7" h="15" extrusionOk="0">
                  <a:moveTo>
                    <a:pt x="6" y="14"/>
                  </a:moveTo>
                  <a:cubicBezTo>
                    <a:pt x="6" y="15"/>
                    <a:pt x="3" y="13"/>
                    <a:pt x="3" y="11"/>
                  </a:cubicBezTo>
                  <a:cubicBezTo>
                    <a:pt x="3" y="9"/>
                    <a:pt x="0" y="9"/>
                    <a:pt x="0" y="5"/>
                  </a:cubicBezTo>
                  <a:cubicBezTo>
                    <a:pt x="0" y="2"/>
                    <a:pt x="1" y="0"/>
                    <a:pt x="3" y="3"/>
                  </a:cubicBezTo>
                  <a:cubicBezTo>
                    <a:pt x="5" y="6"/>
                    <a:pt x="3" y="8"/>
                    <a:pt x="4" y="9"/>
                  </a:cubicBezTo>
                  <a:cubicBezTo>
                    <a:pt x="4" y="10"/>
                    <a:pt x="7" y="12"/>
                    <a:pt x="6" y="1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4" name="Google Shape;414;p1"/>
            <p:cNvSpPr/>
            <p:nvPr/>
          </p:nvSpPr>
          <p:spPr>
            <a:xfrm>
              <a:off x="3853495" y="3885935"/>
              <a:ext cx="36800" cy="32200"/>
            </a:xfrm>
            <a:custGeom>
              <a:avLst/>
              <a:gdLst/>
              <a:ahLst/>
              <a:cxnLst/>
              <a:rect l="l" t="t" r="r" b="b"/>
              <a:pathLst>
                <a:path w="10" h="9" extrusionOk="0">
                  <a:moveTo>
                    <a:pt x="2" y="8"/>
                  </a:moveTo>
                  <a:cubicBezTo>
                    <a:pt x="0" y="7"/>
                    <a:pt x="3" y="5"/>
                    <a:pt x="1" y="4"/>
                  </a:cubicBezTo>
                  <a:cubicBezTo>
                    <a:pt x="0" y="3"/>
                    <a:pt x="6" y="0"/>
                    <a:pt x="8" y="2"/>
                  </a:cubicBezTo>
                  <a:cubicBezTo>
                    <a:pt x="9" y="4"/>
                    <a:pt x="10" y="6"/>
                    <a:pt x="8" y="7"/>
                  </a:cubicBezTo>
                  <a:cubicBezTo>
                    <a:pt x="6" y="8"/>
                    <a:pt x="3" y="9"/>
                    <a:pt x="2" y="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7070435" y="2872399"/>
              <a:ext cx="104266" cy="87400"/>
            </a:xfrm>
            <a:custGeom>
              <a:avLst/>
              <a:gdLst/>
              <a:ahLst/>
              <a:cxnLst/>
              <a:rect l="l" t="t" r="r" b="b"/>
              <a:pathLst>
                <a:path w="29" h="24" extrusionOk="0">
                  <a:moveTo>
                    <a:pt x="27" y="19"/>
                  </a:moveTo>
                  <a:cubicBezTo>
                    <a:pt x="27" y="17"/>
                    <a:pt x="22" y="15"/>
                    <a:pt x="22" y="12"/>
                  </a:cubicBezTo>
                  <a:cubicBezTo>
                    <a:pt x="22" y="10"/>
                    <a:pt x="18" y="8"/>
                    <a:pt x="19" y="6"/>
                  </a:cubicBezTo>
                  <a:cubicBezTo>
                    <a:pt x="19" y="4"/>
                    <a:pt x="17" y="2"/>
                    <a:pt x="16" y="1"/>
                  </a:cubicBezTo>
                  <a:cubicBezTo>
                    <a:pt x="14" y="0"/>
                    <a:pt x="11" y="0"/>
                    <a:pt x="9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2" y="4"/>
                    <a:pt x="1" y="5"/>
                    <a:pt x="2" y="8"/>
                  </a:cubicBezTo>
                  <a:cubicBezTo>
                    <a:pt x="4" y="12"/>
                    <a:pt x="7" y="10"/>
                    <a:pt x="9" y="11"/>
                  </a:cubicBezTo>
                  <a:cubicBezTo>
                    <a:pt x="9" y="12"/>
                    <a:pt x="10" y="13"/>
                    <a:pt x="10" y="14"/>
                  </a:cubicBezTo>
                  <a:cubicBezTo>
                    <a:pt x="10" y="14"/>
                    <a:pt x="11" y="14"/>
                    <a:pt x="11" y="14"/>
                  </a:cubicBezTo>
                  <a:cubicBezTo>
                    <a:pt x="12" y="15"/>
                    <a:pt x="13" y="15"/>
                    <a:pt x="13" y="16"/>
                  </a:cubicBezTo>
                  <a:cubicBezTo>
                    <a:pt x="15" y="17"/>
                    <a:pt x="17" y="18"/>
                    <a:pt x="17" y="18"/>
                  </a:cubicBezTo>
                  <a:cubicBezTo>
                    <a:pt x="18" y="19"/>
                    <a:pt x="19" y="17"/>
                    <a:pt x="21" y="19"/>
                  </a:cubicBezTo>
                  <a:cubicBezTo>
                    <a:pt x="23" y="22"/>
                    <a:pt x="23" y="22"/>
                    <a:pt x="23" y="24"/>
                  </a:cubicBezTo>
                  <a:cubicBezTo>
                    <a:pt x="25" y="24"/>
                    <a:pt x="27" y="24"/>
                    <a:pt x="29" y="23"/>
                  </a:cubicBezTo>
                  <a:cubicBezTo>
                    <a:pt x="28" y="21"/>
                    <a:pt x="27" y="20"/>
                    <a:pt x="27" y="1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6" name="Google Shape;416;p1"/>
            <p:cNvSpPr/>
            <p:nvPr/>
          </p:nvSpPr>
          <p:spPr>
            <a:xfrm>
              <a:off x="7116435" y="2850932"/>
              <a:ext cx="153334" cy="127266"/>
            </a:xfrm>
            <a:custGeom>
              <a:avLst/>
              <a:gdLst/>
              <a:ahLst/>
              <a:cxnLst/>
              <a:rect l="l" t="t" r="r" b="b"/>
              <a:pathLst>
                <a:path w="42" h="35" extrusionOk="0">
                  <a:moveTo>
                    <a:pt x="40" y="12"/>
                  </a:moveTo>
                  <a:cubicBezTo>
                    <a:pt x="39" y="10"/>
                    <a:pt x="36" y="6"/>
                    <a:pt x="32" y="2"/>
                  </a:cubicBezTo>
                  <a:cubicBezTo>
                    <a:pt x="31" y="5"/>
                    <a:pt x="28" y="4"/>
                    <a:pt x="27" y="6"/>
                  </a:cubicBezTo>
                  <a:cubicBezTo>
                    <a:pt x="26" y="8"/>
                    <a:pt x="24" y="6"/>
                    <a:pt x="23" y="6"/>
                  </a:cubicBezTo>
                  <a:cubicBezTo>
                    <a:pt x="22" y="6"/>
                    <a:pt x="19" y="2"/>
                    <a:pt x="17" y="1"/>
                  </a:cubicBezTo>
                  <a:cubicBezTo>
                    <a:pt x="16" y="1"/>
                    <a:pt x="15" y="1"/>
                    <a:pt x="14" y="0"/>
                  </a:cubicBezTo>
                  <a:cubicBezTo>
                    <a:pt x="13" y="2"/>
                    <a:pt x="12" y="3"/>
                    <a:pt x="12" y="3"/>
                  </a:cubicBezTo>
                  <a:cubicBezTo>
                    <a:pt x="13" y="5"/>
                    <a:pt x="16" y="6"/>
                    <a:pt x="15" y="7"/>
                  </a:cubicBezTo>
                  <a:cubicBezTo>
                    <a:pt x="14" y="8"/>
                    <a:pt x="10" y="8"/>
                    <a:pt x="9" y="7"/>
                  </a:cubicBezTo>
                  <a:cubicBezTo>
                    <a:pt x="7" y="5"/>
                    <a:pt x="4" y="3"/>
                    <a:pt x="3" y="5"/>
                  </a:cubicBezTo>
                  <a:cubicBezTo>
                    <a:pt x="2" y="6"/>
                    <a:pt x="6" y="10"/>
                    <a:pt x="6" y="12"/>
                  </a:cubicBezTo>
                  <a:cubicBezTo>
                    <a:pt x="5" y="14"/>
                    <a:pt x="9" y="16"/>
                    <a:pt x="9" y="18"/>
                  </a:cubicBezTo>
                  <a:cubicBezTo>
                    <a:pt x="9" y="21"/>
                    <a:pt x="14" y="23"/>
                    <a:pt x="14" y="25"/>
                  </a:cubicBezTo>
                  <a:cubicBezTo>
                    <a:pt x="14" y="26"/>
                    <a:pt x="15" y="27"/>
                    <a:pt x="16" y="29"/>
                  </a:cubicBezTo>
                  <a:cubicBezTo>
                    <a:pt x="20" y="27"/>
                    <a:pt x="23" y="24"/>
                    <a:pt x="26" y="23"/>
                  </a:cubicBezTo>
                  <a:cubicBezTo>
                    <a:pt x="30" y="21"/>
                    <a:pt x="28" y="29"/>
                    <a:pt x="27" y="30"/>
                  </a:cubicBezTo>
                  <a:cubicBezTo>
                    <a:pt x="27" y="31"/>
                    <a:pt x="30" y="33"/>
                    <a:pt x="33" y="35"/>
                  </a:cubicBezTo>
                  <a:cubicBezTo>
                    <a:pt x="33" y="33"/>
                    <a:pt x="34" y="31"/>
                    <a:pt x="35" y="30"/>
                  </a:cubicBezTo>
                  <a:cubicBezTo>
                    <a:pt x="39" y="24"/>
                    <a:pt x="42" y="16"/>
                    <a:pt x="40" y="12"/>
                  </a:cubicBezTo>
                  <a:close/>
                  <a:moveTo>
                    <a:pt x="4" y="24"/>
                  </a:moveTo>
                  <a:cubicBezTo>
                    <a:pt x="4" y="24"/>
                    <a:pt x="2" y="23"/>
                    <a:pt x="0" y="22"/>
                  </a:cubicBezTo>
                  <a:cubicBezTo>
                    <a:pt x="1" y="24"/>
                    <a:pt x="1" y="26"/>
                    <a:pt x="3" y="27"/>
                  </a:cubicBezTo>
                  <a:cubicBezTo>
                    <a:pt x="7" y="28"/>
                    <a:pt x="1" y="29"/>
                    <a:pt x="9" y="30"/>
                  </a:cubicBezTo>
                  <a:cubicBezTo>
                    <a:pt x="9" y="30"/>
                    <a:pt x="10" y="30"/>
                    <a:pt x="10" y="30"/>
                  </a:cubicBezTo>
                  <a:cubicBezTo>
                    <a:pt x="10" y="28"/>
                    <a:pt x="10" y="28"/>
                    <a:pt x="8" y="25"/>
                  </a:cubicBezTo>
                  <a:cubicBezTo>
                    <a:pt x="6" y="23"/>
                    <a:pt x="5" y="25"/>
                    <a:pt x="4" y="24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7602503" y="2981265"/>
              <a:ext cx="438534" cy="312800"/>
            </a:xfrm>
            <a:custGeom>
              <a:avLst/>
              <a:gdLst/>
              <a:ahLst/>
              <a:cxnLst/>
              <a:rect l="l" t="t" r="r" b="b"/>
              <a:pathLst>
                <a:path w="121" h="86" extrusionOk="0">
                  <a:moveTo>
                    <a:pt x="117" y="12"/>
                  </a:moveTo>
                  <a:cubicBezTo>
                    <a:pt x="115" y="12"/>
                    <a:pt x="115" y="11"/>
                    <a:pt x="113" y="9"/>
                  </a:cubicBezTo>
                  <a:cubicBezTo>
                    <a:pt x="112" y="9"/>
                    <a:pt x="107" y="13"/>
                    <a:pt x="104" y="16"/>
                  </a:cubicBezTo>
                  <a:cubicBezTo>
                    <a:pt x="103" y="16"/>
                    <a:pt x="101" y="17"/>
                    <a:pt x="100" y="17"/>
                  </a:cubicBezTo>
                  <a:cubicBezTo>
                    <a:pt x="98" y="18"/>
                    <a:pt x="97" y="18"/>
                    <a:pt x="96" y="17"/>
                  </a:cubicBezTo>
                  <a:cubicBezTo>
                    <a:pt x="94" y="15"/>
                    <a:pt x="99" y="9"/>
                    <a:pt x="95" y="7"/>
                  </a:cubicBezTo>
                  <a:cubicBezTo>
                    <a:pt x="92" y="5"/>
                    <a:pt x="95" y="0"/>
                    <a:pt x="92" y="0"/>
                  </a:cubicBezTo>
                  <a:cubicBezTo>
                    <a:pt x="89" y="0"/>
                    <a:pt x="84" y="5"/>
                    <a:pt x="84" y="7"/>
                  </a:cubicBezTo>
                  <a:cubicBezTo>
                    <a:pt x="84" y="10"/>
                    <a:pt x="76" y="9"/>
                    <a:pt x="76" y="11"/>
                  </a:cubicBezTo>
                  <a:cubicBezTo>
                    <a:pt x="76" y="14"/>
                    <a:pt x="69" y="11"/>
                    <a:pt x="68" y="14"/>
                  </a:cubicBezTo>
                  <a:cubicBezTo>
                    <a:pt x="66" y="16"/>
                    <a:pt x="63" y="12"/>
                    <a:pt x="60" y="12"/>
                  </a:cubicBezTo>
                  <a:cubicBezTo>
                    <a:pt x="58" y="12"/>
                    <a:pt x="57" y="8"/>
                    <a:pt x="54" y="9"/>
                  </a:cubicBezTo>
                  <a:cubicBezTo>
                    <a:pt x="51" y="10"/>
                    <a:pt x="49" y="8"/>
                    <a:pt x="47" y="8"/>
                  </a:cubicBezTo>
                  <a:cubicBezTo>
                    <a:pt x="44" y="8"/>
                    <a:pt x="43" y="13"/>
                    <a:pt x="40" y="12"/>
                  </a:cubicBezTo>
                  <a:cubicBezTo>
                    <a:pt x="37" y="11"/>
                    <a:pt x="36" y="17"/>
                    <a:pt x="35" y="20"/>
                  </a:cubicBezTo>
                  <a:cubicBezTo>
                    <a:pt x="34" y="23"/>
                    <a:pt x="23" y="23"/>
                    <a:pt x="23" y="27"/>
                  </a:cubicBezTo>
                  <a:cubicBezTo>
                    <a:pt x="23" y="31"/>
                    <a:pt x="16" y="32"/>
                    <a:pt x="16" y="30"/>
                  </a:cubicBezTo>
                  <a:cubicBezTo>
                    <a:pt x="15" y="27"/>
                    <a:pt x="11" y="29"/>
                    <a:pt x="10" y="28"/>
                  </a:cubicBezTo>
                  <a:cubicBezTo>
                    <a:pt x="9" y="27"/>
                    <a:pt x="6" y="29"/>
                    <a:pt x="6" y="32"/>
                  </a:cubicBezTo>
                  <a:cubicBezTo>
                    <a:pt x="6" y="35"/>
                    <a:pt x="3" y="37"/>
                    <a:pt x="3" y="39"/>
                  </a:cubicBezTo>
                  <a:cubicBezTo>
                    <a:pt x="2" y="40"/>
                    <a:pt x="0" y="44"/>
                    <a:pt x="2" y="46"/>
                  </a:cubicBezTo>
                  <a:cubicBezTo>
                    <a:pt x="3" y="48"/>
                    <a:pt x="0" y="51"/>
                    <a:pt x="2" y="55"/>
                  </a:cubicBezTo>
                  <a:cubicBezTo>
                    <a:pt x="3" y="59"/>
                    <a:pt x="2" y="63"/>
                    <a:pt x="3" y="65"/>
                  </a:cubicBezTo>
                  <a:cubicBezTo>
                    <a:pt x="4" y="66"/>
                    <a:pt x="10" y="65"/>
                    <a:pt x="11" y="69"/>
                  </a:cubicBezTo>
                  <a:cubicBezTo>
                    <a:pt x="13" y="73"/>
                    <a:pt x="3" y="79"/>
                    <a:pt x="3" y="81"/>
                  </a:cubicBezTo>
                  <a:cubicBezTo>
                    <a:pt x="3" y="82"/>
                    <a:pt x="3" y="83"/>
                    <a:pt x="4" y="84"/>
                  </a:cubicBezTo>
                  <a:cubicBezTo>
                    <a:pt x="8" y="84"/>
                    <a:pt x="13" y="84"/>
                    <a:pt x="17" y="85"/>
                  </a:cubicBezTo>
                  <a:cubicBezTo>
                    <a:pt x="23" y="86"/>
                    <a:pt x="51" y="82"/>
                    <a:pt x="51" y="81"/>
                  </a:cubicBezTo>
                  <a:cubicBezTo>
                    <a:pt x="52" y="80"/>
                    <a:pt x="50" y="74"/>
                    <a:pt x="50" y="73"/>
                  </a:cubicBezTo>
                  <a:cubicBezTo>
                    <a:pt x="51" y="71"/>
                    <a:pt x="54" y="68"/>
                    <a:pt x="57" y="69"/>
                  </a:cubicBezTo>
                  <a:cubicBezTo>
                    <a:pt x="60" y="69"/>
                    <a:pt x="63" y="69"/>
                    <a:pt x="63" y="67"/>
                  </a:cubicBezTo>
                  <a:cubicBezTo>
                    <a:pt x="63" y="65"/>
                    <a:pt x="71" y="62"/>
                    <a:pt x="72" y="64"/>
                  </a:cubicBezTo>
                  <a:cubicBezTo>
                    <a:pt x="73" y="66"/>
                    <a:pt x="76" y="65"/>
                    <a:pt x="76" y="60"/>
                  </a:cubicBezTo>
                  <a:cubicBezTo>
                    <a:pt x="76" y="55"/>
                    <a:pt x="76" y="52"/>
                    <a:pt x="79" y="51"/>
                  </a:cubicBezTo>
                  <a:cubicBezTo>
                    <a:pt x="82" y="51"/>
                    <a:pt x="85" y="49"/>
                    <a:pt x="84" y="48"/>
                  </a:cubicBezTo>
                  <a:cubicBezTo>
                    <a:pt x="84" y="46"/>
                    <a:pt x="81" y="43"/>
                    <a:pt x="82" y="42"/>
                  </a:cubicBezTo>
                  <a:cubicBezTo>
                    <a:pt x="83" y="41"/>
                    <a:pt x="90" y="45"/>
                    <a:pt x="91" y="43"/>
                  </a:cubicBezTo>
                  <a:cubicBezTo>
                    <a:pt x="92" y="40"/>
                    <a:pt x="90" y="38"/>
                    <a:pt x="92" y="36"/>
                  </a:cubicBezTo>
                  <a:cubicBezTo>
                    <a:pt x="93" y="34"/>
                    <a:pt x="96" y="32"/>
                    <a:pt x="96" y="30"/>
                  </a:cubicBezTo>
                  <a:cubicBezTo>
                    <a:pt x="95" y="28"/>
                    <a:pt x="96" y="27"/>
                    <a:pt x="94" y="25"/>
                  </a:cubicBezTo>
                  <a:cubicBezTo>
                    <a:pt x="92" y="23"/>
                    <a:pt x="93" y="21"/>
                    <a:pt x="95" y="21"/>
                  </a:cubicBezTo>
                  <a:cubicBezTo>
                    <a:pt x="96" y="21"/>
                    <a:pt x="96" y="20"/>
                    <a:pt x="97" y="20"/>
                  </a:cubicBezTo>
                  <a:cubicBezTo>
                    <a:pt x="98" y="20"/>
                    <a:pt x="100" y="20"/>
                    <a:pt x="101" y="19"/>
                  </a:cubicBezTo>
                  <a:cubicBezTo>
                    <a:pt x="104" y="16"/>
                    <a:pt x="110" y="14"/>
                    <a:pt x="112" y="15"/>
                  </a:cubicBezTo>
                  <a:cubicBezTo>
                    <a:pt x="114" y="16"/>
                    <a:pt x="118" y="15"/>
                    <a:pt x="121" y="13"/>
                  </a:cubicBezTo>
                  <a:cubicBezTo>
                    <a:pt x="119" y="12"/>
                    <a:pt x="118" y="12"/>
                    <a:pt x="117" y="1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7617837" y="3028799"/>
              <a:ext cx="507534" cy="453868"/>
            </a:xfrm>
            <a:custGeom>
              <a:avLst/>
              <a:gdLst/>
              <a:ahLst/>
              <a:cxnLst/>
              <a:rect l="l" t="t" r="r" b="b"/>
              <a:pathLst>
                <a:path w="140" h="125" extrusionOk="0">
                  <a:moveTo>
                    <a:pt x="133" y="13"/>
                  </a:moveTo>
                  <a:cubicBezTo>
                    <a:pt x="129" y="11"/>
                    <a:pt x="129" y="8"/>
                    <a:pt x="129" y="6"/>
                  </a:cubicBezTo>
                  <a:cubicBezTo>
                    <a:pt x="129" y="5"/>
                    <a:pt x="124" y="3"/>
                    <a:pt x="121" y="0"/>
                  </a:cubicBezTo>
                  <a:cubicBezTo>
                    <a:pt x="121" y="0"/>
                    <a:pt x="120" y="0"/>
                    <a:pt x="119" y="1"/>
                  </a:cubicBezTo>
                  <a:cubicBezTo>
                    <a:pt x="118" y="0"/>
                    <a:pt x="118" y="0"/>
                    <a:pt x="117" y="0"/>
                  </a:cubicBezTo>
                  <a:cubicBezTo>
                    <a:pt x="114" y="2"/>
                    <a:pt x="110" y="3"/>
                    <a:pt x="108" y="2"/>
                  </a:cubicBezTo>
                  <a:cubicBezTo>
                    <a:pt x="106" y="1"/>
                    <a:pt x="100" y="3"/>
                    <a:pt x="97" y="6"/>
                  </a:cubicBezTo>
                  <a:cubicBezTo>
                    <a:pt x="96" y="7"/>
                    <a:pt x="94" y="7"/>
                    <a:pt x="93" y="7"/>
                  </a:cubicBezTo>
                  <a:cubicBezTo>
                    <a:pt x="92" y="7"/>
                    <a:pt x="92" y="8"/>
                    <a:pt x="91" y="8"/>
                  </a:cubicBezTo>
                  <a:cubicBezTo>
                    <a:pt x="89" y="8"/>
                    <a:pt x="88" y="10"/>
                    <a:pt x="90" y="12"/>
                  </a:cubicBezTo>
                  <a:cubicBezTo>
                    <a:pt x="92" y="14"/>
                    <a:pt x="91" y="15"/>
                    <a:pt x="92" y="17"/>
                  </a:cubicBezTo>
                  <a:cubicBezTo>
                    <a:pt x="92" y="19"/>
                    <a:pt x="89" y="21"/>
                    <a:pt x="88" y="23"/>
                  </a:cubicBezTo>
                  <a:cubicBezTo>
                    <a:pt x="86" y="25"/>
                    <a:pt x="88" y="27"/>
                    <a:pt x="87" y="30"/>
                  </a:cubicBezTo>
                  <a:cubicBezTo>
                    <a:pt x="86" y="32"/>
                    <a:pt x="79" y="28"/>
                    <a:pt x="78" y="29"/>
                  </a:cubicBezTo>
                  <a:cubicBezTo>
                    <a:pt x="77" y="30"/>
                    <a:pt x="80" y="33"/>
                    <a:pt x="80" y="35"/>
                  </a:cubicBezTo>
                  <a:cubicBezTo>
                    <a:pt x="81" y="36"/>
                    <a:pt x="78" y="38"/>
                    <a:pt x="75" y="38"/>
                  </a:cubicBezTo>
                  <a:cubicBezTo>
                    <a:pt x="72" y="39"/>
                    <a:pt x="72" y="42"/>
                    <a:pt x="72" y="47"/>
                  </a:cubicBezTo>
                  <a:cubicBezTo>
                    <a:pt x="72" y="52"/>
                    <a:pt x="69" y="53"/>
                    <a:pt x="68" y="51"/>
                  </a:cubicBezTo>
                  <a:cubicBezTo>
                    <a:pt x="67" y="49"/>
                    <a:pt x="59" y="52"/>
                    <a:pt x="59" y="54"/>
                  </a:cubicBezTo>
                  <a:cubicBezTo>
                    <a:pt x="59" y="56"/>
                    <a:pt x="56" y="56"/>
                    <a:pt x="53" y="56"/>
                  </a:cubicBezTo>
                  <a:cubicBezTo>
                    <a:pt x="50" y="55"/>
                    <a:pt x="47" y="58"/>
                    <a:pt x="46" y="60"/>
                  </a:cubicBezTo>
                  <a:cubicBezTo>
                    <a:pt x="46" y="61"/>
                    <a:pt x="48" y="67"/>
                    <a:pt x="47" y="68"/>
                  </a:cubicBezTo>
                  <a:cubicBezTo>
                    <a:pt x="47" y="69"/>
                    <a:pt x="19" y="73"/>
                    <a:pt x="13" y="72"/>
                  </a:cubicBezTo>
                  <a:cubicBezTo>
                    <a:pt x="9" y="71"/>
                    <a:pt x="4" y="71"/>
                    <a:pt x="0" y="71"/>
                  </a:cubicBezTo>
                  <a:cubicBezTo>
                    <a:pt x="2" y="72"/>
                    <a:pt x="4" y="74"/>
                    <a:pt x="4" y="75"/>
                  </a:cubicBezTo>
                  <a:cubicBezTo>
                    <a:pt x="5" y="78"/>
                    <a:pt x="9" y="81"/>
                    <a:pt x="13" y="83"/>
                  </a:cubicBezTo>
                  <a:cubicBezTo>
                    <a:pt x="17" y="84"/>
                    <a:pt x="15" y="91"/>
                    <a:pt x="17" y="92"/>
                  </a:cubicBezTo>
                  <a:cubicBezTo>
                    <a:pt x="19" y="93"/>
                    <a:pt x="22" y="98"/>
                    <a:pt x="19" y="98"/>
                  </a:cubicBezTo>
                  <a:cubicBezTo>
                    <a:pt x="16" y="99"/>
                    <a:pt x="14" y="99"/>
                    <a:pt x="11" y="101"/>
                  </a:cubicBezTo>
                  <a:cubicBezTo>
                    <a:pt x="9" y="102"/>
                    <a:pt x="6" y="105"/>
                    <a:pt x="6" y="109"/>
                  </a:cubicBezTo>
                  <a:cubicBezTo>
                    <a:pt x="6" y="110"/>
                    <a:pt x="6" y="110"/>
                    <a:pt x="6" y="111"/>
                  </a:cubicBezTo>
                  <a:cubicBezTo>
                    <a:pt x="13" y="111"/>
                    <a:pt x="21" y="111"/>
                    <a:pt x="22" y="110"/>
                  </a:cubicBezTo>
                  <a:cubicBezTo>
                    <a:pt x="23" y="109"/>
                    <a:pt x="26" y="108"/>
                    <a:pt x="28" y="109"/>
                  </a:cubicBezTo>
                  <a:cubicBezTo>
                    <a:pt x="30" y="110"/>
                    <a:pt x="39" y="111"/>
                    <a:pt x="42" y="109"/>
                  </a:cubicBezTo>
                  <a:cubicBezTo>
                    <a:pt x="46" y="107"/>
                    <a:pt x="49" y="109"/>
                    <a:pt x="49" y="111"/>
                  </a:cubicBezTo>
                  <a:cubicBezTo>
                    <a:pt x="49" y="113"/>
                    <a:pt x="51" y="114"/>
                    <a:pt x="53" y="116"/>
                  </a:cubicBezTo>
                  <a:cubicBezTo>
                    <a:pt x="54" y="117"/>
                    <a:pt x="53" y="119"/>
                    <a:pt x="54" y="121"/>
                  </a:cubicBezTo>
                  <a:cubicBezTo>
                    <a:pt x="55" y="123"/>
                    <a:pt x="58" y="123"/>
                    <a:pt x="62" y="125"/>
                  </a:cubicBezTo>
                  <a:cubicBezTo>
                    <a:pt x="62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5" y="123"/>
                    <a:pt x="66" y="119"/>
                    <a:pt x="71" y="120"/>
                  </a:cubicBezTo>
                  <a:cubicBezTo>
                    <a:pt x="76" y="121"/>
                    <a:pt x="76" y="119"/>
                    <a:pt x="79" y="119"/>
                  </a:cubicBezTo>
                  <a:cubicBezTo>
                    <a:pt x="82" y="120"/>
                    <a:pt x="84" y="120"/>
                    <a:pt x="85" y="118"/>
                  </a:cubicBezTo>
                  <a:cubicBezTo>
                    <a:pt x="87" y="116"/>
                    <a:pt x="84" y="112"/>
                    <a:pt x="82" y="110"/>
                  </a:cubicBezTo>
                  <a:cubicBezTo>
                    <a:pt x="81" y="108"/>
                    <a:pt x="78" y="105"/>
                    <a:pt x="79" y="101"/>
                  </a:cubicBezTo>
                  <a:cubicBezTo>
                    <a:pt x="79" y="98"/>
                    <a:pt x="73" y="98"/>
                    <a:pt x="73" y="95"/>
                  </a:cubicBezTo>
                  <a:cubicBezTo>
                    <a:pt x="73" y="93"/>
                    <a:pt x="79" y="88"/>
                    <a:pt x="80" y="87"/>
                  </a:cubicBezTo>
                  <a:cubicBezTo>
                    <a:pt x="81" y="86"/>
                    <a:pt x="85" y="90"/>
                    <a:pt x="86" y="88"/>
                  </a:cubicBezTo>
                  <a:cubicBezTo>
                    <a:pt x="87" y="86"/>
                    <a:pt x="90" y="87"/>
                    <a:pt x="92" y="88"/>
                  </a:cubicBezTo>
                  <a:cubicBezTo>
                    <a:pt x="93" y="88"/>
                    <a:pt x="96" y="84"/>
                    <a:pt x="96" y="81"/>
                  </a:cubicBezTo>
                  <a:cubicBezTo>
                    <a:pt x="97" y="78"/>
                    <a:pt x="102" y="78"/>
                    <a:pt x="103" y="77"/>
                  </a:cubicBezTo>
                  <a:cubicBezTo>
                    <a:pt x="104" y="76"/>
                    <a:pt x="106" y="69"/>
                    <a:pt x="107" y="68"/>
                  </a:cubicBezTo>
                  <a:cubicBezTo>
                    <a:pt x="107" y="67"/>
                    <a:pt x="112" y="68"/>
                    <a:pt x="112" y="64"/>
                  </a:cubicBezTo>
                  <a:cubicBezTo>
                    <a:pt x="112" y="60"/>
                    <a:pt x="114" y="60"/>
                    <a:pt x="116" y="59"/>
                  </a:cubicBezTo>
                  <a:cubicBezTo>
                    <a:pt x="118" y="59"/>
                    <a:pt x="117" y="56"/>
                    <a:pt x="117" y="53"/>
                  </a:cubicBezTo>
                  <a:cubicBezTo>
                    <a:pt x="118" y="50"/>
                    <a:pt x="119" y="47"/>
                    <a:pt x="122" y="47"/>
                  </a:cubicBezTo>
                  <a:cubicBezTo>
                    <a:pt x="124" y="46"/>
                    <a:pt x="121" y="42"/>
                    <a:pt x="118" y="43"/>
                  </a:cubicBezTo>
                  <a:cubicBezTo>
                    <a:pt x="115" y="44"/>
                    <a:pt x="113" y="35"/>
                    <a:pt x="113" y="35"/>
                  </a:cubicBezTo>
                  <a:cubicBezTo>
                    <a:pt x="113" y="35"/>
                    <a:pt x="113" y="28"/>
                    <a:pt x="111" y="27"/>
                  </a:cubicBezTo>
                  <a:cubicBezTo>
                    <a:pt x="110" y="26"/>
                    <a:pt x="112" y="22"/>
                    <a:pt x="116" y="22"/>
                  </a:cubicBezTo>
                  <a:cubicBezTo>
                    <a:pt x="119" y="22"/>
                    <a:pt x="126" y="26"/>
                    <a:pt x="128" y="25"/>
                  </a:cubicBezTo>
                  <a:cubicBezTo>
                    <a:pt x="131" y="23"/>
                    <a:pt x="135" y="22"/>
                    <a:pt x="137" y="21"/>
                  </a:cubicBezTo>
                  <a:cubicBezTo>
                    <a:pt x="138" y="21"/>
                    <a:pt x="139" y="18"/>
                    <a:pt x="140" y="16"/>
                  </a:cubicBezTo>
                  <a:cubicBezTo>
                    <a:pt x="138" y="15"/>
                    <a:pt x="136" y="14"/>
                    <a:pt x="133" y="13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8628305" y="4045401"/>
              <a:ext cx="1407603" cy="512134"/>
            </a:xfrm>
            <a:custGeom>
              <a:avLst/>
              <a:gdLst/>
              <a:ahLst/>
              <a:cxnLst/>
              <a:rect l="l" t="t" r="r" b="b"/>
              <a:pathLst>
                <a:path w="388" h="141" extrusionOk="0">
                  <a:moveTo>
                    <a:pt x="29" y="60"/>
                  </a:moveTo>
                  <a:cubicBezTo>
                    <a:pt x="28" y="61"/>
                    <a:pt x="31" y="66"/>
                    <a:pt x="33" y="65"/>
                  </a:cubicBezTo>
                  <a:cubicBezTo>
                    <a:pt x="34" y="63"/>
                    <a:pt x="30" y="56"/>
                    <a:pt x="29" y="60"/>
                  </a:cubicBezTo>
                  <a:close/>
                  <a:moveTo>
                    <a:pt x="110" y="75"/>
                  </a:moveTo>
                  <a:cubicBezTo>
                    <a:pt x="110" y="73"/>
                    <a:pt x="104" y="74"/>
                    <a:pt x="105" y="77"/>
                  </a:cubicBezTo>
                  <a:cubicBezTo>
                    <a:pt x="107" y="80"/>
                    <a:pt x="110" y="77"/>
                    <a:pt x="110" y="75"/>
                  </a:cubicBezTo>
                  <a:close/>
                  <a:moveTo>
                    <a:pt x="16" y="38"/>
                  </a:moveTo>
                  <a:cubicBezTo>
                    <a:pt x="16" y="41"/>
                    <a:pt x="19" y="48"/>
                    <a:pt x="22" y="45"/>
                  </a:cubicBezTo>
                  <a:cubicBezTo>
                    <a:pt x="25" y="42"/>
                    <a:pt x="17" y="36"/>
                    <a:pt x="16" y="38"/>
                  </a:cubicBezTo>
                  <a:close/>
                  <a:moveTo>
                    <a:pt x="204" y="81"/>
                  </a:moveTo>
                  <a:cubicBezTo>
                    <a:pt x="208" y="81"/>
                    <a:pt x="208" y="87"/>
                    <a:pt x="207" y="90"/>
                  </a:cubicBezTo>
                  <a:cubicBezTo>
                    <a:pt x="206" y="93"/>
                    <a:pt x="205" y="101"/>
                    <a:pt x="208" y="100"/>
                  </a:cubicBezTo>
                  <a:cubicBezTo>
                    <a:pt x="212" y="98"/>
                    <a:pt x="214" y="93"/>
                    <a:pt x="212" y="91"/>
                  </a:cubicBezTo>
                  <a:cubicBezTo>
                    <a:pt x="210" y="90"/>
                    <a:pt x="210" y="79"/>
                    <a:pt x="211" y="76"/>
                  </a:cubicBezTo>
                  <a:cubicBezTo>
                    <a:pt x="212" y="73"/>
                    <a:pt x="219" y="75"/>
                    <a:pt x="217" y="80"/>
                  </a:cubicBezTo>
                  <a:cubicBezTo>
                    <a:pt x="214" y="84"/>
                    <a:pt x="221" y="83"/>
                    <a:pt x="221" y="88"/>
                  </a:cubicBezTo>
                  <a:cubicBezTo>
                    <a:pt x="221" y="93"/>
                    <a:pt x="224" y="90"/>
                    <a:pt x="228" y="89"/>
                  </a:cubicBezTo>
                  <a:cubicBezTo>
                    <a:pt x="232" y="88"/>
                    <a:pt x="232" y="85"/>
                    <a:pt x="229" y="83"/>
                  </a:cubicBezTo>
                  <a:cubicBezTo>
                    <a:pt x="226" y="80"/>
                    <a:pt x="231" y="75"/>
                    <a:pt x="227" y="73"/>
                  </a:cubicBezTo>
                  <a:cubicBezTo>
                    <a:pt x="224" y="70"/>
                    <a:pt x="221" y="67"/>
                    <a:pt x="224" y="66"/>
                  </a:cubicBezTo>
                  <a:cubicBezTo>
                    <a:pt x="228" y="65"/>
                    <a:pt x="238" y="59"/>
                    <a:pt x="237" y="57"/>
                  </a:cubicBezTo>
                  <a:cubicBezTo>
                    <a:pt x="236" y="54"/>
                    <a:pt x="221" y="57"/>
                    <a:pt x="220" y="62"/>
                  </a:cubicBezTo>
                  <a:cubicBezTo>
                    <a:pt x="219" y="66"/>
                    <a:pt x="208" y="61"/>
                    <a:pt x="210" y="53"/>
                  </a:cubicBezTo>
                  <a:cubicBezTo>
                    <a:pt x="211" y="46"/>
                    <a:pt x="231" y="44"/>
                    <a:pt x="237" y="47"/>
                  </a:cubicBezTo>
                  <a:cubicBezTo>
                    <a:pt x="243" y="50"/>
                    <a:pt x="250" y="43"/>
                    <a:pt x="252" y="38"/>
                  </a:cubicBezTo>
                  <a:cubicBezTo>
                    <a:pt x="254" y="34"/>
                    <a:pt x="247" y="39"/>
                    <a:pt x="243" y="42"/>
                  </a:cubicBezTo>
                  <a:cubicBezTo>
                    <a:pt x="239" y="45"/>
                    <a:pt x="228" y="42"/>
                    <a:pt x="222" y="40"/>
                  </a:cubicBezTo>
                  <a:cubicBezTo>
                    <a:pt x="216" y="38"/>
                    <a:pt x="217" y="43"/>
                    <a:pt x="212" y="44"/>
                  </a:cubicBezTo>
                  <a:cubicBezTo>
                    <a:pt x="207" y="45"/>
                    <a:pt x="208" y="55"/>
                    <a:pt x="206" y="56"/>
                  </a:cubicBezTo>
                  <a:cubicBezTo>
                    <a:pt x="204" y="58"/>
                    <a:pt x="204" y="65"/>
                    <a:pt x="199" y="73"/>
                  </a:cubicBezTo>
                  <a:cubicBezTo>
                    <a:pt x="195" y="80"/>
                    <a:pt x="201" y="81"/>
                    <a:pt x="204" y="81"/>
                  </a:cubicBezTo>
                  <a:close/>
                  <a:moveTo>
                    <a:pt x="91" y="87"/>
                  </a:moveTo>
                  <a:cubicBezTo>
                    <a:pt x="90" y="84"/>
                    <a:pt x="92" y="81"/>
                    <a:pt x="92" y="79"/>
                  </a:cubicBezTo>
                  <a:cubicBezTo>
                    <a:pt x="92" y="77"/>
                    <a:pt x="93" y="76"/>
                    <a:pt x="95" y="77"/>
                  </a:cubicBezTo>
                  <a:cubicBezTo>
                    <a:pt x="98" y="77"/>
                    <a:pt x="97" y="72"/>
                    <a:pt x="96" y="72"/>
                  </a:cubicBezTo>
                  <a:cubicBezTo>
                    <a:pt x="94" y="71"/>
                    <a:pt x="93" y="65"/>
                    <a:pt x="89" y="65"/>
                  </a:cubicBezTo>
                  <a:cubicBezTo>
                    <a:pt x="84" y="65"/>
                    <a:pt x="85" y="68"/>
                    <a:pt x="88" y="69"/>
                  </a:cubicBezTo>
                  <a:cubicBezTo>
                    <a:pt x="90" y="69"/>
                    <a:pt x="92" y="71"/>
                    <a:pt x="91" y="73"/>
                  </a:cubicBezTo>
                  <a:cubicBezTo>
                    <a:pt x="90" y="74"/>
                    <a:pt x="89" y="71"/>
                    <a:pt x="86" y="71"/>
                  </a:cubicBezTo>
                  <a:cubicBezTo>
                    <a:pt x="82" y="71"/>
                    <a:pt x="84" y="67"/>
                    <a:pt x="80" y="67"/>
                  </a:cubicBezTo>
                  <a:cubicBezTo>
                    <a:pt x="76" y="66"/>
                    <a:pt x="77" y="59"/>
                    <a:pt x="73" y="59"/>
                  </a:cubicBezTo>
                  <a:cubicBezTo>
                    <a:pt x="69" y="59"/>
                    <a:pt x="68" y="56"/>
                    <a:pt x="71" y="53"/>
                  </a:cubicBezTo>
                  <a:cubicBezTo>
                    <a:pt x="74" y="51"/>
                    <a:pt x="67" y="48"/>
                    <a:pt x="67" y="45"/>
                  </a:cubicBezTo>
                  <a:cubicBezTo>
                    <a:pt x="67" y="42"/>
                    <a:pt x="62" y="44"/>
                    <a:pt x="62" y="42"/>
                  </a:cubicBezTo>
                  <a:cubicBezTo>
                    <a:pt x="62" y="39"/>
                    <a:pt x="60" y="40"/>
                    <a:pt x="58" y="37"/>
                  </a:cubicBezTo>
                  <a:cubicBezTo>
                    <a:pt x="56" y="34"/>
                    <a:pt x="55" y="37"/>
                    <a:pt x="53" y="35"/>
                  </a:cubicBezTo>
                  <a:cubicBezTo>
                    <a:pt x="51" y="33"/>
                    <a:pt x="48" y="31"/>
                    <a:pt x="46" y="32"/>
                  </a:cubicBezTo>
                  <a:cubicBezTo>
                    <a:pt x="45" y="33"/>
                    <a:pt x="41" y="29"/>
                    <a:pt x="39" y="25"/>
                  </a:cubicBezTo>
                  <a:cubicBezTo>
                    <a:pt x="38" y="22"/>
                    <a:pt x="27" y="17"/>
                    <a:pt x="25" y="12"/>
                  </a:cubicBezTo>
                  <a:cubicBezTo>
                    <a:pt x="24" y="8"/>
                    <a:pt x="20" y="6"/>
                    <a:pt x="13" y="7"/>
                  </a:cubicBezTo>
                  <a:cubicBezTo>
                    <a:pt x="6" y="7"/>
                    <a:pt x="4" y="0"/>
                    <a:pt x="2" y="3"/>
                  </a:cubicBezTo>
                  <a:cubicBezTo>
                    <a:pt x="0" y="8"/>
                    <a:pt x="9" y="17"/>
                    <a:pt x="13" y="20"/>
                  </a:cubicBezTo>
                  <a:cubicBezTo>
                    <a:pt x="18" y="22"/>
                    <a:pt x="20" y="31"/>
                    <a:pt x="25" y="31"/>
                  </a:cubicBezTo>
                  <a:cubicBezTo>
                    <a:pt x="30" y="32"/>
                    <a:pt x="30" y="48"/>
                    <a:pt x="34" y="48"/>
                  </a:cubicBezTo>
                  <a:cubicBezTo>
                    <a:pt x="38" y="49"/>
                    <a:pt x="46" y="61"/>
                    <a:pt x="47" y="68"/>
                  </a:cubicBezTo>
                  <a:cubicBezTo>
                    <a:pt x="48" y="74"/>
                    <a:pt x="56" y="78"/>
                    <a:pt x="59" y="82"/>
                  </a:cubicBezTo>
                  <a:cubicBezTo>
                    <a:pt x="62" y="87"/>
                    <a:pt x="73" y="93"/>
                    <a:pt x="74" y="95"/>
                  </a:cubicBezTo>
                  <a:cubicBezTo>
                    <a:pt x="76" y="97"/>
                    <a:pt x="77" y="102"/>
                    <a:pt x="79" y="100"/>
                  </a:cubicBezTo>
                  <a:cubicBezTo>
                    <a:pt x="80" y="97"/>
                    <a:pt x="85" y="100"/>
                    <a:pt x="88" y="100"/>
                  </a:cubicBezTo>
                  <a:cubicBezTo>
                    <a:pt x="90" y="100"/>
                    <a:pt x="91" y="91"/>
                    <a:pt x="91" y="87"/>
                  </a:cubicBezTo>
                  <a:close/>
                  <a:moveTo>
                    <a:pt x="281" y="48"/>
                  </a:moveTo>
                  <a:cubicBezTo>
                    <a:pt x="286" y="48"/>
                    <a:pt x="284" y="45"/>
                    <a:pt x="284" y="41"/>
                  </a:cubicBezTo>
                  <a:cubicBezTo>
                    <a:pt x="284" y="38"/>
                    <a:pt x="279" y="41"/>
                    <a:pt x="279" y="39"/>
                  </a:cubicBezTo>
                  <a:cubicBezTo>
                    <a:pt x="279" y="37"/>
                    <a:pt x="277" y="30"/>
                    <a:pt x="273" y="36"/>
                  </a:cubicBezTo>
                  <a:cubicBezTo>
                    <a:pt x="269" y="41"/>
                    <a:pt x="274" y="55"/>
                    <a:pt x="278" y="54"/>
                  </a:cubicBezTo>
                  <a:cubicBezTo>
                    <a:pt x="280" y="54"/>
                    <a:pt x="275" y="47"/>
                    <a:pt x="281" y="48"/>
                  </a:cubicBezTo>
                  <a:close/>
                  <a:moveTo>
                    <a:pt x="260" y="79"/>
                  </a:moveTo>
                  <a:cubicBezTo>
                    <a:pt x="261" y="83"/>
                    <a:pt x="269" y="85"/>
                    <a:pt x="271" y="82"/>
                  </a:cubicBezTo>
                  <a:cubicBezTo>
                    <a:pt x="273" y="78"/>
                    <a:pt x="259" y="74"/>
                    <a:pt x="260" y="79"/>
                  </a:cubicBezTo>
                  <a:close/>
                  <a:moveTo>
                    <a:pt x="241" y="121"/>
                  </a:moveTo>
                  <a:cubicBezTo>
                    <a:pt x="234" y="120"/>
                    <a:pt x="229" y="125"/>
                    <a:pt x="223" y="122"/>
                  </a:cubicBezTo>
                  <a:cubicBezTo>
                    <a:pt x="216" y="120"/>
                    <a:pt x="206" y="122"/>
                    <a:pt x="207" y="125"/>
                  </a:cubicBezTo>
                  <a:cubicBezTo>
                    <a:pt x="208" y="127"/>
                    <a:pt x="214" y="127"/>
                    <a:pt x="221" y="127"/>
                  </a:cubicBezTo>
                  <a:cubicBezTo>
                    <a:pt x="227" y="127"/>
                    <a:pt x="233" y="124"/>
                    <a:pt x="238" y="123"/>
                  </a:cubicBezTo>
                  <a:cubicBezTo>
                    <a:pt x="242" y="123"/>
                    <a:pt x="247" y="122"/>
                    <a:pt x="241" y="121"/>
                  </a:cubicBezTo>
                  <a:close/>
                  <a:moveTo>
                    <a:pt x="294" y="75"/>
                  </a:moveTo>
                  <a:cubicBezTo>
                    <a:pt x="287" y="73"/>
                    <a:pt x="276" y="75"/>
                    <a:pt x="278" y="78"/>
                  </a:cubicBezTo>
                  <a:cubicBezTo>
                    <a:pt x="279" y="81"/>
                    <a:pt x="284" y="80"/>
                    <a:pt x="289" y="80"/>
                  </a:cubicBezTo>
                  <a:cubicBezTo>
                    <a:pt x="294" y="80"/>
                    <a:pt x="297" y="84"/>
                    <a:pt x="300" y="84"/>
                  </a:cubicBezTo>
                  <a:cubicBezTo>
                    <a:pt x="302" y="84"/>
                    <a:pt x="300" y="77"/>
                    <a:pt x="294" y="75"/>
                  </a:cubicBezTo>
                  <a:close/>
                  <a:moveTo>
                    <a:pt x="163" y="118"/>
                  </a:moveTo>
                  <a:cubicBezTo>
                    <a:pt x="163" y="115"/>
                    <a:pt x="153" y="118"/>
                    <a:pt x="148" y="116"/>
                  </a:cubicBezTo>
                  <a:cubicBezTo>
                    <a:pt x="143" y="114"/>
                    <a:pt x="153" y="112"/>
                    <a:pt x="157" y="110"/>
                  </a:cubicBezTo>
                  <a:cubicBezTo>
                    <a:pt x="160" y="108"/>
                    <a:pt x="155" y="107"/>
                    <a:pt x="147" y="110"/>
                  </a:cubicBezTo>
                  <a:cubicBezTo>
                    <a:pt x="139" y="112"/>
                    <a:pt x="129" y="104"/>
                    <a:pt x="129" y="108"/>
                  </a:cubicBezTo>
                  <a:cubicBezTo>
                    <a:pt x="129" y="111"/>
                    <a:pt x="115" y="106"/>
                    <a:pt x="111" y="104"/>
                  </a:cubicBezTo>
                  <a:cubicBezTo>
                    <a:pt x="108" y="101"/>
                    <a:pt x="94" y="98"/>
                    <a:pt x="92" y="103"/>
                  </a:cubicBezTo>
                  <a:cubicBezTo>
                    <a:pt x="89" y="108"/>
                    <a:pt x="86" y="103"/>
                    <a:pt x="88" y="108"/>
                  </a:cubicBezTo>
                  <a:cubicBezTo>
                    <a:pt x="88" y="111"/>
                    <a:pt x="92" y="109"/>
                    <a:pt x="94" y="109"/>
                  </a:cubicBezTo>
                  <a:cubicBezTo>
                    <a:pt x="96" y="109"/>
                    <a:pt x="95" y="113"/>
                    <a:pt x="98" y="114"/>
                  </a:cubicBezTo>
                  <a:cubicBezTo>
                    <a:pt x="102" y="114"/>
                    <a:pt x="112" y="117"/>
                    <a:pt x="113" y="115"/>
                  </a:cubicBezTo>
                  <a:cubicBezTo>
                    <a:pt x="114" y="113"/>
                    <a:pt x="124" y="115"/>
                    <a:pt x="129" y="119"/>
                  </a:cubicBezTo>
                  <a:cubicBezTo>
                    <a:pt x="134" y="123"/>
                    <a:pt x="146" y="123"/>
                    <a:pt x="150" y="123"/>
                  </a:cubicBezTo>
                  <a:cubicBezTo>
                    <a:pt x="155" y="122"/>
                    <a:pt x="160" y="126"/>
                    <a:pt x="161" y="123"/>
                  </a:cubicBezTo>
                  <a:cubicBezTo>
                    <a:pt x="163" y="121"/>
                    <a:pt x="166" y="127"/>
                    <a:pt x="171" y="123"/>
                  </a:cubicBezTo>
                  <a:cubicBezTo>
                    <a:pt x="176" y="120"/>
                    <a:pt x="163" y="121"/>
                    <a:pt x="163" y="118"/>
                  </a:cubicBezTo>
                  <a:close/>
                  <a:moveTo>
                    <a:pt x="359" y="64"/>
                  </a:moveTo>
                  <a:cubicBezTo>
                    <a:pt x="355" y="64"/>
                    <a:pt x="354" y="71"/>
                    <a:pt x="351" y="71"/>
                  </a:cubicBezTo>
                  <a:cubicBezTo>
                    <a:pt x="348" y="71"/>
                    <a:pt x="343" y="77"/>
                    <a:pt x="338" y="79"/>
                  </a:cubicBezTo>
                  <a:cubicBezTo>
                    <a:pt x="332" y="81"/>
                    <a:pt x="331" y="62"/>
                    <a:pt x="329" y="58"/>
                  </a:cubicBezTo>
                  <a:cubicBezTo>
                    <a:pt x="326" y="55"/>
                    <a:pt x="311" y="52"/>
                    <a:pt x="309" y="56"/>
                  </a:cubicBezTo>
                  <a:cubicBezTo>
                    <a:pt x="308" y="60"/>
                    <a:pt x="303" y="58"/>
                    <a:pt x="302" y="61"/>
                  </a:cubicBezTo>
                  <a:cubicBezTo>
                    <a:pt x="302" y="65"/>
                    <a:pt x="303" y="64"/>
                    <a:pt x="307" y="64"/>
                  </a:cubicBezTo>
                  <a:cubicBezTo>
                    <a:pt x="310" y="64"/>
                    <a:pt x="310" y="66"/>
                    <a:pt x="311" y="69"/>
                  </a:cubicBezTo>
                  <a:cubicBezTo>
                    <a:pt x="313" y="73"/>
                    <a:pt x="322" y="70"/>
                    <a:pt x="325" y="70"/>
                  </a:cubicBezTo>
                  <a:cubicBezTo>
                    <a:pt x="328" y="70"/>
                    <a:pt x="328" y="74"/>
                    <a:pt x="324" y="73"/>
                  </a:cubicBezTo>
                  <a:cubicBezTo>
                    <a:pt x="320" y="71"/>
                    <a:pt x="320" y="75"/>
                    <a:pt x="317" y="74"/>
                  </a:cubicBezTo>
                  <a:cubicBezTo>
                    <a:pt x="314" y="73"/>
                    <a:pt x="310" y="73"/>
                    <a:pt x="312" y="75"/>
                  </a:cubicBezTo>
                  <a:cubicBezTo>
                    <a:pt x="314" y="77"/>
                    <a:pt x="317" y="79"/>
                    <a:pt x="317" y="83"/>
                  </a:cubicBezTo>
                  <a:cubicBezTo>
                    <a:pt x="317" y="86"/>
                    <a:pt x="323" y="86"/>
                    <a:pt x="323" y="83"/>
                  </a:cubicBezTo>
                  <a:cubicBezTo>
                    <a:pt x="323" y="79"/>
                    <a:pt x="326" y="83"/>
                    <a:pt x="332" y="85"/>
                  </a:cubicBezTo>
                  <a:cubicBezTo>
                    <a:pt x="337" y="86"/>
                    <a:pt x="333" y="89"/>
                    <a:pt x="339" y="89"/>
                  </a:cubicBezTo>
                  <a:cubicBezTo>
                    <a:pt x="345" y="89"/>
                    <a:pt x="358" y="93"/>
                    <a:pt x="363" y="97"/>
                  </a:cubicBezTo>
                  <a:cubicBezTo>
                    <a:pt x="368" y="101"/>
                    <a:pt x="364" y="103"/>
                    <a:pt x="367" y="107"/>
                  </a:cubicBezTo>
                  <a:cubicBezTo>
                    <a:pt x="371" y="110"/>
                    <a:pt x="372" y="114"/>
                    <a:pt x="367" y="114"/>
                  </a:cubicBezTo>
                  <a:cubicBezTo>
                    <a:pt x="363" y="114"/>
                    <a:pt x="358" y="119"/>
                    <a:pt x="359" y="121"/>
                  </a:cubicBezTo>
                  <a:cubicBezTo>
                    <a:pt x="360" y="123"/>
                    <a:pt x="375" y="120"/>
                    <a:pt x="379" y="120"/>
                  </a:cubicBezTo>
                  <a:cubicBezTo>
                    <a:pt x="381" y="120"/>
                    <a:pt x="383" y="124"/>
                    <a:pt x="388" y="127"/>
                  </a:cubicBezTo>
                  <a:cubicBezTo>
                    <a:pt x="388" y="74"/>
                    <a:pt x="388" y="74"/>
                    <a:pt x="388" y="74"/>
                  </a:cubicBezTo>
                  <a:cubicBezTo>
                    <a:pt x="377" y="70"/>
                    <a:pt x="362" y="64"/>
                    <a:pt x="359" y="64"/>
                  </a:cubicBezTo>
                  <a:close/>
                  <a:moveTo>
                    <a:pt x="251" y="127"/>
                  </a:moveTo>
                  <a:cubicBezTo>
                    <a:pt x="250" y="127"/>
                    <a:pt x="249" y="128"/>
                    <a:pt x="248" y="128"/>
                  </a:cubicBezTo>
                  <a:cubicBezTo>
                    <a:pt x="248" y="129"/>
                    <a:pt x="248" y="130"/>
                    <a:pt x="247" y="130"/>
                  </a:cubicBezTo>
                  <a:cubicBezTo>
                    <a:pt x="246" y="131"/>
                    <a:pt x="245" y="130"/>
                    <a:pt x="244" y="129"/>
                  </a:cubicBezTo>
                  <a:cubicBezTo>
                    <a:pt x="239" y="131"/>
                    <a:pt x="237" y="137"/>
                    <a:pt x="240" y="139"/>
                  </a:cubicBezTo>
                  <a:cubicBezTo>
                    <a:pt x="243" y="140"/>
                    <a:pt x="248" y="136"/>
                    <a:pt x="251" y="132"/>
                  </a:cubicBezTo>
                  <a:cubicBezTo>
                    <a:pt x="251" y="132"/>
                    <a:pt x="252" y="131"/>
                    <a:pt x="252" y="131"/>
                  </a:cubicBezTo>
                  <a:cubicBezTo>
                    <a:pt x="252" y="131"/>
                    <a:pt x="252" y="131"/>
                    <a:pt x="253" y="130"/>
                  </a:cubicBezTo>
                  <a:cubicBezTo>
                    <a:pt x="253" y="130"/>
                    <a:pt x="253" y="130"/>
                    <a:pt x="254" y="130"/>
                  </a:cubicBezTo>
                  <a:cubicBezTo>
                    <a:pt x="253" y="129"/>
                    <a:pt x="252" y="128"/>
                    <a:pt x="251" y="127"/>
                  </a:cubicBezTo>
                  <a:close/>
                  <a:moveTo>
                    <a:pt x="182" y="63"/>
                  </a:moveTo>
                  <a:cubicBezTo>
                    <a:pt x="186" y="60"/>
                    <a:pt x="187" y="55"/>
                    <a:pt x="187" y="50"/>
                  </a:cubicBezTo>
                  <a:cubicBezTo>
                    <a:pt x="186" y="45"/>
                    <a:pt x="198" y="45"/>
                    <a:pt x="199" y="43"/>
                  </a:cubicBezTo>
                  <a:cubicBezTo>
                    <a:pt x="201" y="41"/>
                    <a:pt x="197" y="37"/>
                    <a:pt x="194" y="36"/>
                  </a:cubicBezTo>
                  <a:cubicBezTo>
                    <a:pt x="190" y="34"/>
                    <a:pt x="193" y="31"/>
                    <a:pt x="191" y="29"/>
                  </a:cubicBezTo>
                  <a:cubicBezTo>
                    <a:pt x="189" y="27"/>
                    <a:pt x="185" y="22"/>
                    <a:pt x="188" y="22"/>
                  </a:cubicBezTo>
                  <a:cubicBezTo>
                    <a:pt x="191" y="22"/>
                    <a:pt x="186" y="17"/>
                    <a:pt x="189" y="16"/>
                  </a:cubicBezTo>
                  <a:cubicBezTo>
                    <a:pt x="189" y="15"/>
                    <a:pt x="189" y="15"/>
                    <a:pt x="190" y="15"/>
                  </a:cubicBezTo>
                  <a:cubicBezTo>
                    <a:pt x="188" y="14"/>
                    <a:pt x="187" y="14"/>
                    <a:pt x="186" y="14"/>
                  </a:cubicBezTo>
                  <a:cubicBezTo>
                    <a:pt x="182" y="14"/>
                    <a:pt x="172" y="13"/>
                    <a:pt x="173" y="19"/>
                  </a:cubicBezTo>
                  <a:cubicBezTo>
                    <a:pt x="173" y="25"/>
                    <a:pt x="167" y="23"/>
                    <a:pt x="168" y="26"/>
                  </a:cubicBezTo>
                  <a:cubicBezTo>
                    <a:pt x="168" y="30"/>
                    <a:pt x="165" y="30"/>
                    <a:pt x="165" y="34"/>
                  </a:cubicBezTo>
                  <a:cubicBezTo>
                    <a:pt x="166" y="39"/>
                    <a:pt x="163" y="37"/>
                    <a:pt x="158" y="39"/>
                  </a:cubicBezTo>
                  <a:cubicBezTo>
                    <a:pt x="153" y="42"/>
                    <a:pt x="155" y="38"/>
                    <a:pt x="150" y="38"/>
                  </a:cubicBezTo>
                  <a:cubicBezTo>
                    <a:pt x="145" y="38"/>
                    <a:pt x="145" y="40"/>
                    <a:pt x="142" y="41"/>
                  </a:cubicBezTo>
                  <a:cubicBezTo>
                    <a:pt x="139" y="42"/>
                    <a:pt x="133" y="41"/>
                    <a:pt x="131" y="42"/>
                  </a:cubicBezTo>
                  <a:cubicBezTo>
                    <a:pt x="129" y="44"/>
                    <a:pt x="126" y="39"/>
                    <a:pt x="124" y="39"/>
                  </a:cubicBezTo>
                  <a:cubicBezTo>
                    <a:pt x="123" y="39"/>
                    <a:pt x="122" y="36"/>
                    <a:pt x="121" y="34"/>
                  </a:cubicBezTo>
                  <a:cubicBezTo>
                    <a:pt x="121" y="33"/>
                    <a:pt x="120" y="33"/>
                    <a:pt x="120" y="33"/>
                  </a:cubicBezTo>
                  <a:cubicBezTo>
                    <a:pt x="117" y="34"/>
                    <a:pt x="112" y="42"/>
                    <a:pt x="115" y="45"/>
                  </a:cubicBezTo>
                  <a:cubicBezTo>
                    <a:pt x="118" y="49"/>
                    <a:pt x="117" y="54"/>
                    <a:pt x="119" y="57"/>
                  </a:cubicBezTo>
                  <a:cubicBezTo>
                    <a:pt x="121" y="60"/>
                    <a:pt x="126" y="60"/>
                    <a:pt x="126" y="65"/>
                  </a:cubicBezTo>
                  <a:cubicBezTo>
                    <a:pt x="126" y="71"/>
                    <a:pt x="131" y="79"/>
                    <a:pt x="134" y="77"/>
                  </a:cubicBezTo>
                  <a:cubicBezTo>
                    <a:pt x="138" y="74"/>
                    <a:pt x="140" y="78"/>
                    <a:pt x="141" y="80"/>
                  </a:cubicBezTo>
                  <a:cubicBezTo>
                    <a:pt x="142" y="82"/>
                    <a:pt x="150" y="78"/>
                    <a:pt x="152" y="79"/>
                  </a:cubicBezTo>
                  <a:cubicBezTo>
                    <a:pt x="155" y="79"/>
                    <a:pt x="163" y="81"/>
                    <a:pt x="163" y="83"/>
                  </a:cubicBezTo>
                  <a:cubicBezTo>
                    <a:pt x="164" y="86"/>
                    <a:pt x="170" y="83"/>
                    <a:pt x="175" y="82"/>
                  </a:cubicBezTo>
                  <a:cubicBezTo>
                    <a:pt x="180" y="80"/>
                    <a:pt x="177" y="66"/>
                    <a:pt x="182" y="63"/>
                  </a:cubicBezTo>
                  <a:close/>
                  <a:moveTo>
                    <a:pt x="200" y="133"/>
                  </a:moveTo>
                  <a:cubicBezTo>
                    <a:pt x="202" y="135"/>
                    <a:pt x="206" y="135"/>
                    <a:pt x="208" y="136"/>
                  </a:cubicBezTo>
                  <a:cubicBezTo>
                    <a:pt x="210" y="138"/>
                    <a:pt x="216" y="141"/>
                    <a:pt x="216" y="137"/>
                  </a:cubicBezTo>
                  <a:cubicBezTo>
                    <a:pt x="216" y="133"/>
                    <a:pt x="199" y="130"/>
                    <a:pt x="200" y="133"/>
                  </a:cubicBezTo>
                  <a:close/>
                  <a:moveTo>
                    <a:pt x="188" y="120"/>
                  </a:moveTo>
                  <a:cubicBezTo>
                    <a:pt x="187" y="123"/>
                    <a:pt x="183" y="123"/>
                    <a:pt x="180" y="121"/>
                  </a:cubicBezTo>
                  <a:cubicBezTo>
                    <a:pt x="178" y="120"/>
                    <a:pt x="175" y="124"/>
                    <a:pt x="176" y="126"/>
                  </a:cubicBezTo>
                  <a:cubicBezTo>
                    <a:pt x="177" y="127"/>
                    <a:pt x="182" y="131"/>
                    <a:pt x="188" y="128"/>
                  </a:cubicBezTo>
                  <a:cubicBezTo>
                    <a:pt x="195" y="125"/>
                    <a:pt x="199" y="128"/>
                    <a:pt x="200" y="124"/>
                  </a:cubicBezTo>
                  <a:cubicBezTo>
                    <a:pt x="202" y="121"/>
                    <a:pt x="189" y="118"/>
                    <a:pt x="188" y="12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0" name="Google Shape;420;p1"/>
            <p:cNvSpPr/>
            <p:nvPr/>
          </p:nvSpPr>
          <p:spPr>
            <a:xfrm>
              <a:off x="9513040" y="4480869"/>
              <a:ext cx="102734" cy="39866"/>
            </a:xfrm>
            <a:custGeom>
              <a:avLst/>
              <a:gdLst/>
              <a:ahLst/>
              <a:cxnLst/>
              <a:rect l="l" t="t" r="r" b="b"/>
              <a:pathLst>
                <a:path w="28" h="11" extrusionOk="0">
                  <a:moveTo>
                    <a:pt x="3" y="8"/>
                  </a:moveTo>
                  <a:cubicBezTo>
                    <a:pt x="2" y="8"/>
                    <a:pt x="1" y="9"/>
                    <a:pt x="0" y="9"/>
                  </a:cubicBezTo>
                  <a:cubicBezTo>
                    <a:pt x="1" y="10"/>
                    <a:pt x="2" y="11"/>
                    <a:pt x="3" y="10"/>
                  </a:cubicBezTo>
                  <a:cubicBezTo>
                    <a:pt x="4" y="10"/>
                    <a:pt x="4" y="9"/>
                    <a:pt x="4" y="8"/>
                  </a:cubicBezTo>
                  <a:cubicBezTo>
                    <a:pt x="4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  <a:moveTo>
                    <a:pt x="15" y="2"/>
                  </a:moveTo>
                  <a:cubicBezTo>
                    <a:pt x="11" y="2"/>
                    <a:pt x="10" y="4"/>
                    <a:pt x="8" y="6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" y="8"/>
                    <a:pt x="9" y="9"/>
                    <a:pt x="10" y="10"/>
                  </a:cubicBezTo>
                  <a:cubicBezTo>
                    <a:pt x="14" y="7"/>
                    <a:pt x="27" y="3"/>
                    <a:pt x="27" y="2"/>
                  </a:cubicBezTo>
                  <a:cubicBezTo>
                    <a:pt x="28" y="0"/>
                    <a:pt x="20" y="2"/>
                    <a:pt x="15" y="2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1" name="Google Shape;421;p1"/>
            <p:cNvSpPr/>
            <p:nvPr/>
          </p:nvSpPr>
          <p:spPr>
            <a:xfrm>
              <a:off x="5963366" y="2654665"/>
              <a:ext cx="352668" cy="381800"/>
            </a:xfrm>
            <a:custGeom>
              <a:avLst/>
              <a:gdLst/>
              <a:ahLst/>
              <a:cxnLst/>
              <a:rect l="l" t="t" r="r" b="b"/>
              <a:pathLst>
                <a:path w="97" h="105" extrusionOk="0">
                  <a:moveTo>
                    <a:pt x="68" y="91"/>
                  </a:moveTo>
                  <a:cubicBezTo>
                    <a:pt x="63" y="92"/>
                    <a:pt x="61" y="93"/>
                    <a:pt x="58" y="91"/>
                  </a:cubicBezTo>
                  <a:cubicBezTo>
                    <a:pt x="55" y="90"/>
                    <a:pt x="50" y="93"/>
                    <a:pt x="50" y="95"/>
                  </a:cubicBezTo>
                  <a:cubicBezTo>
                    <a:pt x="51" y="96"/>
                    <a:pt x="53" y="98"/>
                    <a:pt x="59" y="99"/>
                  </a:cubicBezTo>
                  <a:cubicBezTo>
                    <a:pt x="65" y="101"/>
                    <a:pt x="66" y="105"/>
                    <a:pt x="69" y="105"/>
                  </a:cubicBezTo>
                  <a:cubicBezTo>
                    <a:pt x="71" y="105"/>
                    <a:pt x="72" y="103"/>
                    <a:pt x="71" y="100"/>
                  </a:cubicBezTo>
                  <a:cubicBezTo>
                    <a:pt x="70" y="96"/>
                    <a:pt x="74" y="92"/>
                    <a:pt x="74" y="92"/>
                  </a:cubicBezTo>
                  <a:cubicBezTo>
                    <a:pt x="75" y="91"/>
                    <a:pt x="73" y="90"/>
                    <a:pt x="68" y="91"/>
                  </a:cubicBezTo>
                  <a:close/>
                  <a:moveTo>
                    <a:pt x="20" y="63"/>
                  </a:moveTo>
                  <a:cubicBezTo>
                    <a:pt x="17" y="65"/>
                    <a:pt x="15" y="63"/>
                    <a:pt x="13" y="64"/>
                  </a:cubicBezTo>
                  <a:cubicBezTo>
                    <a:pt x="12" y="67"/>
                    <a:pt x="18" y="70"/>
                    <a:pt x="17" y="75"/>
                  </a:cubicBezTo>
                  <a:cubicBezTo>
                    <a:pt x="15" y="80"/>
                    <a:pt x="17" y="86"/>
                    <a:pt x="20" y="83"/>
                  </a:cubicBezTo>
                  <a:cubicBezTo>
                    <a:pt x="23" y="80"/>
                    <a:pt x="24" y="82"/>
                    <a:pt x="26" y="80"/>
                  </a:cubicBezTo>
                  <a:cubicBezTo>
                    <a:pt x="28" y="78"/>
                    <a:pt x="26" y="70"/>
                    <a:pt x="27" y="66"/>
                  </a:cubicBezTo>
                  <a:cubicBezTo>
                    <a:pt x="28" y="62"/>
                    <a:pt x="22" y="61"/>
                    <a:pt x="20" y="63"/>
                  </a:cubicBezTo>
                  <a:close/>
                  <a:moveTo>
                    <a:pt x="81" y="59"/>
                  </a:moveTo>
                  <a:cubicBezTo>
                    <a:pt x="77" y="57"/>
                    <a:pt x="79" y="54"/>
                    <a:pt x="74" y="54"/>
                  </a:cubicBezTo>
                  <a:cubicBezTo>
                    <a:pt x="69" y="54"/>
                    <a:pt x="63" y="48"/>
                    <a:pt x="61" y="41"/>
                  </a:cubicBezTo>
                  <a:cubicBezTo>
                    <a:pt x="59" y="33"/>
                    <a:pt x="51" y="33"/>
                    <a:pt x="49" y="28"/>
                  </a:cubicBezTo>
                  <a:cubicBezTo>
                    <a:pt x="47" y="24"/>
                    <a:pt x="51" y="24"/>
                    <a:pt x="50" y="20"/>
                  </a:cubicBezTo>
                  <a:cubicBezTo>
                    <a:pt x="49" y="18"/>
                    <a:pt x="51" y="16"/>
                    <a:pt x="53" y="15"/>
                  </a:cubicBezTo>
                  <a:cubicBezTo>
                    <a:pt x="53" y="11"/>
                    <a:pt x="53" y="7"/>
                    <a:pt x="54" y="4"/>
                  </a:cubicBezTo>
                  <a:cubicBezTo>
                    <a:pt x="52" y="4"/>
                    <a:pt x="50" y="4"/>
                    <a:pt x="49" y="3"/>
                  </a:cubicBezTo>
                  <a:cubicBezTo>
                    <a:pt x="48" y="3"/>
                    <a:pt x="48" y="0"/>
                    <a:pt x="48" y="0"/>
                  </a:cubicBezTo>
                  <a:cubicBezTo>
                    <a:pt x="47" y="0"/>
                    <a:pt x="42" y="0"/>
                    <a:pt x="41" y="1"/>
                  </a:cubicBezTo>
                  <a:cubicBezTo>
                    <a:pt x="40" y="2"/>
                    <a:pt x="37" y="3"/>
                    <a:pt x="36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5"/>
                    <a:pt x="32" y="5"/>
                  </a:cubicBezTo>
                  <a:cubicBezTo>
                    <a:pt x="31" y="5"/>
                    <a:pt x="29" y="4"/>
                    <a:pt x="29" y="6"/>
                  </a:cubicBezTo>
                  <a:cubicBezTo>
                    <a:pt x="29" y="8"/>
                    <a:pt x="27" y="7"/>
                    <a:pt x="25" y="7"/>
                  </a:cubicBezTo>
                  <a:cubicBezTo>
                    <a:pt x="24" y="7"/>
                    <a:pt x="22" y="7"/>
                    <a:pt x="22" y="9"/>
                  </a:cubicBezTo>
                  <a:cubicBezTo>
                    <a:pt x="22" y="10"/>
                    <a:pt x="22" y="14"/>
                    <a:pt x="20" y="12"/>
                  </a:cubicBezTo>
                  <a:cubicBezTo>
                    <a:pt x="18" y="10"/>
                    <a:pt x="16" y="6"/>
                    <a:pt x="15" y="6"/>
                  </a:cubicBezTo>
                  <a:cubicBezTo>
                    <a:pt x="15" y="7"/>
                    <a:pt x="13" y="12"/>
                    <a:pt x="11" y="12"/>
                  </a:cubicBezTo>
                  <a:cubicBezTo>
                    <a:pt x="10" y="12"/>
                    <a:pt x="7" y="12"/>
                    <a:pt x="4" y="13"/>
                  </a:cubicBezTo>
                  <a:cubicBezTo>
                    <a:pt x="3" y="15"/>
                    <a:pt x="4" y="16"/>
                    <a:pt x="5" y="17"/>
                  </a:cubicBezTo>
                  <a:cubicBezTo>
                    <a:pt x="6" y="17"/>
                    <a:pt x="4" y="19"/>
                    <a:pt x="3" y="20"/>
                  </a:cubicBezTo>
                  <a:cubicBezTo>
                    <a:pt x="2" y="21"/>
                    <a:pt x="0" y="20"/>
                    <a:pt x="2" y="22"/>
                  </a:cubicBezTo>
                  <a:cubicBezTo>
                    <a:pt x="3" y="24"/>
                    <a:pt x="5" y="24"/>
                    <a:pt x="4" y="26"/>
                  </a:cubicBezTo>
                  <a:cubicBezTo>
                    <a:pt x="3" y="28"/>
                    <a:pt x="4" y="30"/>
                    <a:pt x="6" y="30"/>
                  </a:cubicBezTo>
                  <a:cubicBezTo>
                    <a:pt x="8" y="31"/>
                    <a:pt x="10" y="30"/>
                    <a:pt x="10" y="32"/>
                  </a:cubicBezTo>
                  <a:cubicBezTo>
                    <a:pt x="10" y="33"/>
                    <a:pt x="9" y="34"/>
                    <a:pt x="9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6" y="32"/>
                    <a:pt x="14" y="30"/>
                    <a:pt x="19" y="28"/>
                  </a:cubicBezTo>
                  <a:cubicBezTo>
                    <a:pt x="23" y="27"/>
                    <a:pt x="29" y="31"/>
                    <a:pt x="31" y="33"/>
                  </a:cubicBezTo>
                  <a:cubicBezTo>
                    <a:pt x="32" y="36"/>
                    <a:pt x="33" y="36"/>
                    <a:pt x="33" y="38"/>
                  </a:cubicBezTo>
                  <a:cubicBezTo>
                    <a:pt x="34" y="41"/>
                    <a:pt x="35" y="45"/>
                    <a:pt x="41" y="49"/>
                  </a:cubicBezTo>
                  <a:cubicBezTo>
                    <a:pt x="47" y="52"/>
                    <a:pt x="50" y="57"/>
                    <a:pt x="53" y="58"/>
                  </a:cubicBezTo>
                  <a:cubicBezTo>
                    <a:pt x="56" y="60"/>
                    <a:pt x="59" y="60"/>
                    <a:pt x="61" y="62"/>
                  </a:cubicBezTo>
                  <a:cubicBezTo>
                    <a:pt x="63" y="64"/>
                    <a:pt x="65" y="65"/>
                    <a:pt x="68" y="67"/>
                  </a:cubicBezTo>
                  <a:cubicBezTo>
                    <a:pt x="71" y="68"/>
                    <a:pt x="71" y="71"/>
                    <a:pt x="74" y="72"/>
                  </a:cubicBezTo>
                  <a:cubicBezTo>
                    <a:pt x="77" y="72"/>
                    <a:pt x="75" y="75"/>
                    <a:pt x="77" y="77"/>
                  </a:cubicBezTo>
                  <a:cubicBezTo>
                    <a:pt x="79" y="79"/>
                    <a:pt x="79" y="83"/>
                    <a:pt x="77" y="86"/>
                  </a:cubicBezTo>
                  <a:cubicBezTo>
                    <a:pt x="75" y="88"/>
                    <a:pt x="76" y="93"/>
                    <a:pt x="78" y="93"/>
                  </a:cubicBezTo>
                  <a:cubicBezTo>
                    <a:pt x="79" y="93"/>
                    <a:pt x="81" y="88"/>
                    <a:pt x="82" y="86"/>
                  </a:cubicBezTo>
                  <a:cubicBezTo>
                    <a:pt x="82" y="83"/>
                    <a:pt x="85" y="83"/>
                    <a:pt x="87" y="81"/>
                  </a:cubicBezTo>
                  <a:cubicBezTo>
                    <a:pt x="89" y="78"/>
                    <a:pt x="84" y="77"/>
                    <a:pt x="83" y="74"/>
                  </a:cubicBezTo>
                  <a:cubicBezTo>
                    <a:pt x="82" y="71"/>
                    <a:pt x="87" y="68"/>
                    <a:pt x="91" y="70"/>
                  </a:cubicBezTo>
                  <a:cubicBezTo>
                    <a:pt x="95" y="73"/>
                    <a:pt x="97" y="75"/>
                    <a:pt x="97" y="71"/>
                  </a:cubicBezTo>
                  <a:cubicBezTo>
                    <a:pt x="97" y="67"/>
                    <a:pt x="84" y="61"/>
                    <a:pt x="81" y="59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2" name="Google Shape;422;p1"/>
            <p:cNvSpPr/>
            <p:nvPr/>
          </p:nvSpPr>
          <p:spPr>
            <a:xfrm>
              <a:off x="6316034" y="2792665"/>
              <a:ext cx="39866" cy="50600"/>
            </a:xfrm>
            <a:custGeom>
              <a:avLst/>
              <a:gdLst/>
              <a:ahLst/>
              <a:cxnLst/>
              <a:rect l="l" t="t" r="r" b="b"/>
              <a:pathLst>
                <a:path w="11" h="14" extrusionOk="0">
                  <a:moveTo>
                    <a:pt x="4" y="0"/>
                  </a:moveTo>
                  <a:cubicBezTo>
                    <a:pt x="2" y="3"/>
                    <a:pt x="1" y="6"/>
                    <a:pt x="1" y="7"/>
                  </a:cubicBezTo>
                  <a:cubicBezTo>
                    <a:pt x="1" y="7"/>
                    <a:pt x="1" y="8"/>
                    <a:pt x="0" y="9"/>
                  </a:cubicBezTo>
                  <a:cubicBezTo>
                    <a:pt x="3" y="11"/>
                    <a:pt x="5" y="13"/>
                    <a:pt x="6" y="14"/>
                  </a:cubicBezTo>
                  <a:cubicBezTo>
                    <a:pt x="6" y="14"/>
                    <a:pt x="7" y="14"/>
                    <a:pt x="7" y="14"/>
                  </a:cubicBezTo>
                  <a:cubicBezTo>
                    <a:pt x="7" y="11"/>
                    <a:pt x="9" y="8"/>
                    <a:pt x="11" y="8"/>
                  </a:cubicBezTo>
                  <a:cubicBezTo>
                    <a:pt x="9" y="6"/>
                    <a:pt x="6" y="2"/>
                    <a:pt x="4" y="0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3" name="Google Shape;423;p1"/>
            <p:cNvSpPr/>
            <p:nvPr/>
          </p:nvSpPr>
          <p:spPr>
            <a:xfrm>
              <a:off x="6326768" y="2683799"/>
              <a:ext cx="127266" cy="151800"/>
            </a:xfrm>
            <a:custGeom>
              <a:avLst/>
              <a:gdLst/>
              <a:ahLst/>
              <a:cxnLst/>
              <a:rect l="l" t="t" r="r" b="b"/>
              <a:pathLst>
                <a:path w="35" h="42" extrusionOk="0">
                  <a:moveTo>
                    <a:pt x="30" y="28"/>
                  </a:moveTo>
                  <a:cubicBezTo>
                    <a:pt x="29" y="27"/>
                    <a:pt x="29" y="24"/>
                    <a:pt x="30" y="23"/>
                  </a:cubicBezTo>
                  <a:cubicBezTo>
                    <a:pt x="32" y="22"/>
                    <a:pt x="31" y="20"/>
                    <a:pt x="31" y="18"/>
                  </a:cubicBezTo>
                  <a:cubicBezTo>
                    <a:pt x="31" y="16"/>
                    <a:pt x="23" y="16"/>
                    <a:pt x="21" y="15"/>
                  </a:cubicBezTo>
                  <a:cubicBezTo>
                    <a:pt x="20" y="15"/>
                    <a:pt x="22" y="10"/>
                    <a:pt x="20" y="10"/>
                  </a:cubicBezTo>
                  <a:cubicBezTo>
                    <a:pt x="18" y="10"/>
                    <a:pt x="17" y="9"/>
                    <a:pt x="17" y="7"/>
                  </a:cubicBezTo>
                  <a:cubicBezTo>
                    <a:pt x="17" y="6"/>
                    <a:pt x="14" y="3"/>
                    <a:pt x="14" y="2"/>
                  </a:cubicBezTo>
                  <a:cubicBezTo>
                    <a:pt x="14" y="2"/>
                    <a:pt x="15" y="2"/>
                    <a:pt x="15" y="2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1"/>
                    <a:pt x="9" y="0"/>
                    <a:pt x="9" y="0"/>
                  </a:cubicBezTo>
                  <a:cubicBezTo>
                    <a:pt x="9" y="0"/>
                    <a:pt x="3" y="2"/>
                    <a:pt x="0" y="3"/>
                  </a:cubicBezTo>
                  <a:cubicBezTo>
                    <a:pt x="0" y="5"/>
                    <a:pt x="1" y="8"/>
                    <a:pt x="2" y="8"/>
                  </a:cubicBezTo>
                  <a:cubicBezTo>
                    <a:pt x="5" y="9"/>
                    <a:pt x="4" y="12"/>
                    <a:pt x="5" y="14"/>
                  </a:cubicBezTo>
                  <a:cubicBezTo>
                    <a:pt x="6" y="17"/>
                    <a:pt x="5" y="27"/>
                    <a:pt x="4" y="27"/>
                  </a:cubicBezTo>
                  <a:cubicBezTo>
                    <a:pt x="4" y="27"/>
                    <a:pt x="2" y="29"/>
                    <a:pt x="1" y="30"/>
                  </a:cubicBezTo>
                  <a:cubicBezTo>
                    <a:pt x="3" y="32"/>
                    <a:pt x="6" y="36"/>
                    <a:pt x="8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8"/>
                    <a:pt x="16" y="42"/>
                    <a:pt x="16" y="42"/>
                  </a:cubicBezTo>
                  <a:cubicBezTo>
                    <a:pt x="16" y="42"/>
                    <a:pt x="24" y="41"/>
                    <a:pt x="30" y="40"/>
                  </a:cubicBezTo>
                  <a:cubicBezTo>
                    <a:pt x="30" y="39"/>
                    <a:pt x="30" y="38"/>
                    <a:pt x="30" y="37"/>
                  </a:cubicBezTo>
                  <a:cubicBezTo>
                    <a:pt x="30" y="36"/>
                    <a:pt x="31" y="34"/>
                    <a:pt x="33" y="34"/>
                  </a:cubicBezTo>
                  <a:cubicBezTo>
                    <a:pt x="35" y="34"/>
                    <a:pt x="32" y="30"/>
                    <a:pt x="30" y="28"/>
                  </a:cubicBezTo>
                  <a:close/>
                </a:path>
              </a:pathLst>
            </a:custGeom>
            <a:solidFill>
              <a:srgbClr val="F2F2F2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24" name="Google Shape;424;p1"/>
          <p:cNvSpPr/>
          <p:nvPr/>
        </p:nvSpPr>
        <p:spPr>
          <a:xfrm>
            <a:off x="0" y="5612772"/>
            <a:ext cx="12192000" cy="528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5" name="Google Shape;425;p1"/>
          <p:cNvGrpSpPr/>
          <p:nvPr/>
        </p:nvGrpSpPr>
        <p:grpSpPr>
          <a:xfrm>
            <a:off x="450752" y="5546334"/>
            <a:ext cx="597231" cy="530421"/>
            <a:chOff x="638712" y="5546334"/>
            <a:chExt cx="597231" cy="530421"/>
          </a:xfrm>
        </p:grpSpPr>
        <p:sp>
          <p:nvSpPr>
            <p:cNvPr id="426" name="Google Shape;426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7" name="Google Shape;427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JAN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28" name="Google Shape;428;p1"/>
          <p:cNvGrpSpPr/>
          <p:nvPr/>
        </p:nvGrpSpPr>
        <p:grpSpPr>
          <a:xfrm>
            <a:off x="1431307" y="5546334"/>
            <a:ext cx="597231" cy="530421"/>
            <a:chOff x="638712" y="5546334"/>
            <a:chExt cx="597231" cy="530421"/>
          </a:xfrm>
        </p:grpSpPr>
        <p:sp>
          <p:nvSpPr>
            <p:cNvPr id="429" name="Google Shape;429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0" name="Google Shape;430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FEB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31" name="Google Shape;431;p1"/>
          <p:cNvGrpSpPr/>
          <p:nvPr/>
        </p:nvGrpSpPr>
        <p:grpSpPr>
          <a:xfrm>
            <a:off x="2411862" y="5546334"/>
            <a:ext cx="597231" cy="530421"/>
            <a:chOff x="638712" y="5546334"/>
            <a:chExt cx="597231" cy="530421"/>
          </a:xfrm>
        </p:grpSpPr>
        <p:sp>
          <p:nvSpPr>
            <p:cNvPr id="432" name="Google Shape;432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3" name="Google Shape;433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MAR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34" name="Google Shape;434;p1"/>
          <p:cNvGrpSpPr/>
          <p:nvPr/>
        </p:nvGrpSpPr>
        <p:grpSpPr>
          <a:xfrm>
            <a:off x="3392417" y="5546334"/>
            <a:ext cx="597231" cy="530421"/>
            <a:chOff x="638712" y="5546334"/>
            <a:chExt cx="597231" cy="530421"/>
          </a:xfrm>
        </p:grpSpPr>
        <p:sp>
          <p:nvSpPr>
            <p:cNvPr id="435" name="Google Shape;435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6" name="Google Shape;436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APR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37" name="Google Shape;437;p1"/>
          <p:cNvGrpSpPr/>
          <p:nvPr/>
        </p:nvGrpSpPr>
        <p:grpSpPr>
          <a:xfrm>
            <a:off x="4372972" y="5546334"/>
            <a:ext cx="597231" cy="530421"/>
            <a:chOff x="638712" y="5546334"/>
            <a:chExt cx="597231" cy="530421"/>
          </a:xfrm>
        </p:grpSpPr>
        <p:sp>
          <p:nvSpPr>
            <p:cNvPr id="438" name="Google Shape;438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9" name="Google Shape;439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MAY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40" name="Google Shape;440;p1"/>
          <p:cNvGrpSpPr/>
          <p:nvPr/>
        </p:nvGrpSpPr>
        <p:grpSpPr>
          <a:xfrm>
            <a:off x="5353527" y="5546334"/>
            <a:ext cx="597231" cy="530421"/>
            <a:chOff x="638712" y="5546334"/>
            <a:chExt cx="597231" cy="530421"/>
          </a:xfrm>
        </p:grpSpPr>
        <p:sp>
          <p:nvSpPr>
            <p:cNvPr id="441" name="Google Shape;441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42" name="Google Shape;442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JUN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43" name="Google Shape;443;p1"/>
          <p:cNvGrpSpPr/>
          <p:nvPr/>
        </p:nvGrpSpPr>
        <p:grpSpPr>
          <a:xfrm>
            <a:off x="6334082" y="5546334"/>
            <a:ext cx="597231" cy="530421"/>
            <a:chOff x="638712" y="5546334"/>
            <a:chExt cx="597231" cy="530421"/>
          </a:xfrm>
        </p:grpSpPr>
        <p:sp>
          <p:nvSpPr>
            <p:cNvPr id="444" name="Google Shape;444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45" name="Google Shape;445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JUL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46" name="Google Shape;446;p1"/>
          <p:cNvGrpSpPr/>
          <p:nvPr/>
        </p:nvGrpSpPr>
        <p:grpSpPr>
          <a:xfrm>
            <a:off x="7314637" y="5546334"/>
            <a:ext cx="597231" cy="530421"/>
            <a:chOff x="638712" y="5546334"/>
            <a:chExt cx="597231" cy="530421"/>
          </a:xfrm>
        </p:grpSpPr>
        <p:sp>
          <p:nvSpPr>
            <p:cNvPr id="447" name="Google Shape;447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48" name="Google Shape;448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AUG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49" name="Google Shape;449;p1"/>
          <p:cNvGrpSpPr/>
          <p:nvPr/>
        </p:nvGrpSpPr>
        <p:grpSpPr>
          <a:xfrm>
            <a:off x="8295192" y="5546334"/>
            <a:ext cx="597231" cy="530421"/>
            <a:chOff x="638712" y="5546334"/>
            <a:chExt cx="597231" cy="530421"/>
          </a:xfrm>
        </p:grpSpPr>
        <p:sp>
          <p:nvSpPr>
            <p:cNvPr id="450" name="Google Shape;450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1" name="Google Shape;451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SEP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52" name="Google Shape;452;p1"/>
          <p:cNvGrpSpPr/>
          <p:nvPr/>
        </p:nvGrpSpPr>
        <p:grpSpPr>
          <a:xfrm>
            <a:off x="9275747" y="5546334"/>
            <a:ext cx="597231" cy="530421"/>
            <a:chOff x="638712" y="5546334"/>
            <a:chExt cx="597231" cy="530421"/>
          </a:xfrm>
        </p:grpSpPr>
        <p:sp>
          <p:nvSpPr>
            <p:cNvPr id="453" name="Google Shape;453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4" name="Google Shape;454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OCT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55" name="Google Shape;455;p1"/>
          <p:cNvGrpSpPr/>
          <p:nvPr/>
        </p:nvGrpSpPr>
        <p:grpSpPr>
          <a:xfrm>
            <a:off x="10256302" y="5546334"/>
            <a:ext cx="597231" cy="530421"/>
            <a:chOff x="638712" y="5546334"/>
            <a:chExt cx="597231" cy="530421"/>
          </a:xfrm>
        </p:grpSpPr>
        <p:sp>
          <p:nvSpPr>
            <p:cNvPr id="456" name="Google Shape;456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57" name="Google Shape;457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NOV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58" name="Google Shape;458;p1"/>
          <p:cNvGrpSpPr/>
          <p:nvPr/>
        </p:nvGrpSpPr>
        <p:grpSpPr>
          <a:xfrm>
            <a:off x="11236860" y="5546334"/>
            <a:ext cx="597231" cy="530421"/>
            <a:chOff x="638712" y="5546334"/>
            <a:chExt cx="597231" cy="530421"/>
          </a:xfrm>
        </p:grpSpPr>
        <p:sp>
          <p:nvSpPr>
            <p:cNvPr id="459" name="Google Shape;459;p1"/>
            <p:cNvSpPr/>
            <p:nvPr/>
          </p:nvSpPr>
          <p:spPr>
            <a:xfrm>
              <a:off x="844484" y="5546334"/>
              <a:ext cx="185686" cy="18568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0" name="Google Shape;460;p1"/>
            <p:cNvSpPr txBox="1"/>
            <p:nvPr/>
          </p:nvSpPr>
          <p:spPr>
            <a:xfrm>
              <a:off x="638712" y="5799756"/>
              <a:ext cx="5972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DEC</a:t>
              </a:r>
              <a:endParaRPr sz="1400" b="1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61" name="Google Shape;461;p1"/>
          <p:cNvSpPr txBox="1"/>
          <p:nvPr/>
        </p:nvSpPr>
        <p:spPr>
          <a:xfrm>
            <a:off x="712107" y="1393601"/>
            <a:ext cx="176769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PROJECT TIMELINE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p1"/>
          <p:cNvGrpSpPr/>
          <p:nvPr/>
        </p:nvGrpSpPr>
        <p:grpSpPr>
          <a:xfrm>
            <a:off x="658472" y="4668671"/>
            <a:ext cx="2963235" cy="428754"/>
            <a:chOff x="8109561" y="-919102"/>
            <a:chExt cx="3389761" cy="490468"/>
          </a:xfrm>
        </p:grpSpPr>
        <p:sp>
          <p:nvSpPr>
            <p:cNvPr id="463" name="Google Shape;463;p1"/>
            <p:cNvSpPr/>
            <p:nvPr/>
          </p:nvSpPr>
          <p:spPr>
            <a:xfrm>
              <a:off x="8109561" y="-919102"/>
              <a:ext cx="3389761" cy="49046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64" name="Google Shape;464;p1"/>
            <p:cNvGrpSpPr/>
            <p:nvPr/>
          </p:nvGrpSpPr>
          <p:grpSpPr>
            <a:xfrm>
              <a:off x="8145448" y="-867815"/>
              <a:ext cx="415939" cy="387895"/>
              <a:chOff x="8145448" y="-867816"/>
              <a:chExt cx="415939" cy="387895"/>
            </a:xfrm>
          </p:grpSpPr>
          <p:sp>
            <p:nvSpPr>
              <p:cNvPr id="465" name="Google Shape;465;p1"/>
              <p:cNvSpPr/>
              <p:nvPr/>
            </p:nvSpPr>
            <p:spPr>
              <a:xfrm>
                <a:off x="8159470" y="-867816"/>
                <a:ext cx="387895" cy="38789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6" name="Google Shape;466;p1"/>
              <p:cNvSpPr txBox="1"/>
              <p:nvPr/>
            </p:nvSpPr>
            <p:spPr>
              <a:xfrm>
                <a:off x="8145448" y="-819101"/>
                <a:ext cx="415939" cy="29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chemeClr val="accen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01</a:t>
                </a:r>
                <a:endParaRPr sz="1050" b="1" i="0" u="none" strike="noStrike" cap="none">
                  <a:solidFill>
                    <a:schemeClr val="accen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sp>
          <p:nvSpPr>
            <p:cNvPr id="467" name="Google Shape;467;p1"/>
            <p:cNvSpPr txBox="1"/>
            <p:nvPr/>
          </p:nvSpPr>
          <p:spPr>
            <a:xfrm>
              <a:off x="8647267" y="-819100"/>
              <a:ext cx="2717037" cy="290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Excavation </a:t>
              </a:r>
              <a:endPara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68" name="Google Shape;468;p1"/>
          <p:cNvGrpSpPr/>
          <p:nvPr/>
        </p:nvGrpSpPr>
        <p:grpSpPr>
          <a:xfrm>
            <a:off x="1539623" y="3998003"/>
            <a:ext cx="2963235" cy="428754"/>
            <a:chOff x="8109561" y="-919102"/>
            <a:chExt cx="3389761" cy="490468"/>
          </a:xfrm>
        </p:grpSpPr>
        <p:sp>
          <p:nvSpPr>
            <p:cNvPr id="469" name="Google Shape;469;p1"/>
            <p:cNvSpPr/>
            <p:nvPr/>
          </p:nvSpPr>
          <p:spPr>
            <a:xfrm>
              <a:off x="8109561" y="-919102"/>
              <a:ext cx="3389761" cy="490468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70" name="Google Shape;470;p1"/>
            <p:cNvGrpSpPr/>
            <p:nvPr/>
          </p:nvGrpSpPr>
          <p:grpSpPr>
            <a:xfrm>
              <a:off x="8145448" y="-867815"/>
              <a:ext cx="415939" cy="387895"/>
              <a:chOff x="8145448" y="-867816"/>
              <a:chExt cx="415939" cy="387895"/>
            </a:xfrm>
          </p:grpSpPr>
          <p:sp>
            <p:nvSpPr>
              <p:cNvPr id="471" name="Google Shape;471;p1"/>
              <p:cNvSpPr/>
              <p:nvPr/>
            </p:nvSpPr>
            <p:spPr>
              <a:xfrm>
                <a:off x="8159470" y="-867816"/>
                <a:ext cx="387895" cy="38789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2" name="Google Shape;472;p1"/>
              <p:cNvSpPr txBox="1"/>
              <p:nvPr/>
            </p:nvSpPr>
            <p:spPr>
              <a:xfrm>
                <a:off x="8145448" y="-819101"/>
                <a:ext cx="415939" cy="29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chemeClr val="accent3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02</a:t>
                </a:r>
                <a:endParaRPr sz="1050" b="1" i="0" u="none" strike="noStrike" cap="none">
                  <a:solidFill>
                    <a:schemeClr val="accent3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sp>
          <p:nvSpPr>
            <p:cNvPr id="473" name="Google Shape;473;p1"/>
            <p:cNvSpPr txBox="1"/>
            <p:nvPr/>
          </p:nvSpPr>
          <p:spPr>
            <a:xfrm>
              <a:off x="8647267" y="-819100"/>
              <a:ext cx="2717037" cy="290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Water pipeline</a:t>
              </a:r>
              <a:endPara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74" name="Google Shape;474;p1"/>
          <p:cNvGrpSpPr/>
          <p:nvPr/>
        </p:nvGrpSpPr>
        <p:grpSpPr>
          <a:xfrm>
            <a:off x="4372972" y="2478186"/>
            <a:ext cx="4313678" cy="428754"/>
            <a:chOff x="8109561" y="-919102"/>
            <a:chExt cx="4934586" cy="490468"/>
          </a:xfrm>
        </p:grpSpPr>
        <p:sp>
          <p:nvSpPr>
            <p:cNvPr id="475" name="Google Shape;475;p1"/>
            <p:cNvSpPr/>
            <p:nvPr/>
          </p:nvSpPr>
          <p:spPr>
            <a:xfrm>
              <a:off x="8109561" y="-919102"/>
              <a:ext cx="4934586" cy="49046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76" name="Google Shape;476;p1"/>
            <p:cNvGrpSpPr/>
            <p:nvPr/>
          </p:nvGrpSpPr>
          <p:grpSpPr>
            <a:xfrm>
              <a:off x="8145448" y="-867815"/>
              <a:ext cx="415939" cy="387895"/>
              <a:chOff x="8145448" y="-867816"/>
              <a:chExt cx="415939" cy="387895"/>
            </a:xfrm>
          </p:grpSpPr>
          <p:sp>
            <p:nvSpPr>
              <p:cNvPr id="477" name="Google Shape;477;p1"/>
              <p:cNvSpPr/>
              <p:nvPr/>
            </p:nvSpPr>
            <p:spPr>
              <a:xfrm>
                <a:off x="8159470" y="-867816"/>
                <a:ext cx="387895" cy="38789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8" name="Google Shape;478;p1"/>
              <p:cNvSpPr txBox="1"/>
              <p:nvPr/>
            </p:nvSpPr>
            <p:spPr>
              <a:xfrm>
                <a:off x="8145448" y="-819101"/>
                <a:ext cx="415939" cy="29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chemeClr val="accen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04</a:t>
                </a:r>
                <a:endParaRPr sz="1050" b="1" i="0" u="none" strike="noStrike" cap="none">
                  <a:solidFill>
                    <a:schemeClr val="accen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sp>
          <p:nvSpPr>
            <p:cNvPr id="479" name="Google Shape;479;p1"/>
            <p:cNvSpPr txBox="1"/>
            <p:nvPr/>
          </p:nvSpPr>
          <p:spPr>
            <a:xfrm>
              <a:off x="8647267" y="-819100"/>
              <a:ext cx="2717037" cy="290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Construction </a:t>
              </a:r>
              <a:endPara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80" name="Google Shape;480;p1"/>
          <p:cNvGrpSpPr/>
          <p:nvPr/>
        </p:nvGrpSpPr>
        <p:grpSpPr>
          <a:xfrm>
            <a:off x="4372972" y="3117562"/>
            <a:ext cx="3365134" cy="428754"/>
            <a:chOff x="8109561" y="-919102"/>
            <a:chExt cx="3849509" cy="490468"/>
          </a:xfrm>
        </p:grpSpPr>
        <p:sp>
          <p:nvSpPr>
            <p:cNvPr id="481" name="Google Shape;481;p1"/>
            <p:cNvSpPr/>
            <p:nvPr/>
          </p:nvSpPr>
          <p:spPr>
            <a:xfrm>
              <a:off x="8109561" y="-919102"/>
              <a:ext cx="3849509" cy="49046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82" name="Google Shape;482;p1"/>
            <p:cNvGrpSpPr/>
            <p:nvPr/>
          </p:nvGrpSpPr>
          <p:grpSpPr>
            <a:xfrm>
              <a:off x="8145448" y="-867815"/>
              <a:ext cx="415939" cy="387895"/>
              <a:chOff x="8145448" y="-867816"/>
              <a:chExt cx="415939" cy="387895"/>
            </a:xfrm>
          </p:grpSpPr>
          <p:sp>
            <p:nvSpPr>
              <p:cNvPr id="483" name="Google Shape;483;p1"/>
              <p:cNvSpPr/>
              <p:nvPr/>
            </p:nvSpPr>
            <p:spPr>
              <a:xfrm>
                <a:off x="8159470" y="-867816"/>
                <a:ext cx="387895" cy="38789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4" name="Google Shape;484;p1"/>
              <p:cNvSpPr txBox="1"/>
              <p:nvPr/>
            </p:nvSpPr>
            <p:spPr>
              <a:xfrm>
                <a:off x="8145448" y="-819101"/>
                <a:ext cx="415939" cy="29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chemeClr val="accent2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03</a:t>
                </a:r>
                <a:endParaRPr sz="1050" b="1" i="0" u="none" strike="noStrike" cap="none">
                  <a:solidFill>
                    <a:schemeClr val="accent2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sp>
          <p:nvSpPr>
            <p:cNvPr id="485" name="Google Shape;485;p1"/>
            <p:cNvSpPr txBox="1"/>
            <p:nvPr/>
          </p:nvSpPr>
          <p:spPr>
            <a:xfrm>
              <a:off x="8647267" y="-819100"/>
              <a:ext cx="2717037" cy="290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Painting</a:t>
              </a:r>
              <a:endPara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86" name="Google Shape;486;p1"/>
          <p:cNvGrpSpPr/>
          <p:nvPr/>
        </p:nvGrpSpPr>
        <p:grpSpPr>
          <a:xfrm>
            <a:off x="7499857" y="4134460"/>
            <a:ext cx="3304806" cy="428754"/>
            <a:chOff x="8109561" y="-919102"/>
            <a:chExt cx="3780498" cy="490468"/>
          </a:xfrm>
        </p:grpSpPr>
        <p:sp>
          <p:nvSpPr>
            <p:cNvPr id="487" name="Google Shape;487;p1"/>
            <p:cNvSpPr/>
            <p:nvPr/>
          </p:nvSpPr>
          <p:spPr>
            <a:xfrm>
              <a:off x="8109561" y="-919102"/>
              <a:ext cx="3780498" cy="490468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88" name="Google Shape;488;p1"/>
            <p:cNvGrpSpPr/>
            <p:nvPr/>
          </p:nvGrpSpPr>
          <p:grpSpPr>
            <a:xfrm>
              <a:off x="8145448" y="-867815"/>
              <a:ext cx="415939" cy="387895"/>
              <a:chOff x="8145448" y="-867816"/>
              <a:chExt cx="415939" cy="387895"/>
            </a:xfrm>
          </p:grpSpPr>
          <p:sp>
            <p:nvSpPr>
              <p:cNvPr id="489" name="Google Shape;489;p1"/>
              <p:cNvSpPr/>
              <p:nvPr/>
            </p:nvSpPr>
            <p:spPr>
              <a:xfrm>
                <a:off x="8159470" y="-867816"/>
                <a:ext cx="387895" cy="38789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1"/>
              <p:cNvSpPr txBox="1"/>
              <p:nvPr/>
            </p:nvSpPr>
            <p:spPr>
              <a:xfrm>
                <a:off x="8145448" y="-819101"/>
                <a:ext cx="415939" cy="29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chemeClr val="accent5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06</a:t>
                </a:r>
                <a:endParaRPr sz="1050" b="1" i="0" u="none" strike="noStrike" cap="none">
                  <a:solidFill>
                    <a:schemeClr val="accent5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sp>
          <p:nvSpPr>
            <p:cNvPr id="491" name="Google Shape;491;p1"/>
            <p:cNvSpPr txBox="1"/>
            <p:nvPr/>
          </p:nvSpPr>
          <p:spPr>
            <a:xfrm>
              <a:off x="8647267" y="-819100"/>
              <a:ext cx="2717037" cy="290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Final Inspection</a:t>
              </a:r>
              <a:endPara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92" name="Google Shape;492;p1"/>
          <p:cNvGrpSpPr/>
          <p:nvPr/>
        </p:nvGrpSpPr>
        <p:grpSpPr>
          <a:xfrm>
            <a:off x="6494729" y="4706421"/>
            <a:ext cx="2570735" cy="428754"/>
            <a:chOff x="8109561" y="-919102"/>
            <a:chExt cx="2940765" cy="490468"/>
          </a:xfrm>
        </p:grpSpPr>
        <p:sp>
          <p:nvSpPr>
            <p:cNvPr id="493" name="Google Shape;493;p1"/>
            <p:cNvSpPr/>
            <p:nvPr/>
          </p:nvSpPr>
          <p:spPr>
            <a:xfrm>
              <a:off x="8109561" y="-919102"/>
              <a:ext cx="2940765" cy="490468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94" name="Google Shape;494;p1"/>
            <p:cNvGrpSpPr/>
            <p:nvPr/>
          </p:nvGrpSpPr>
          <p:grpSpPr>
            <a:xfrm>
              <a:off x="8145448" y="-867815"/>
              <a:ext cx="415939" cy="387895"/>
              <a:chOff x="8145448" y="-867816"/>
              <a:chExt cx="415939" cy="387895"/>
            </a:xfrm>
          </p:grpSpPr>
          <p:sp>
            <p:nvSpPr>
              <p:cNvPr id="495" name="Google Shape;495;p1"/>
              <p:cNvSpPr/>
              <p:nvPr/>
            </p:nvSpPr>
            <p:spPr>
              <a:xfrm>
                <a:off x="8159470" y="-867816"/>
                <a:ext cx="387895" cy="38789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6" name="Google Shape;496;p1"/>
              <p:cNvSpPr txBox="1"/>
              <p:nvPr/>
            </p:nvSpPr>
            <p:spPr>
              <a:xfrm>
                <a:off x="8145448" y="-819101"/>
                <a:ext cx="415939" cy="29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chemeClr val="accent4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05</a:t>
                </a:r>
                <a:endParaRPr sz="1050" b="1" i="0" u="none" strike="noStrike" cap="none">
                  <a:solidFill>
                    <a:schemeClr val="accent4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sp>
          <p:nvSpPr>
            <p:cNvPr id="497" name="Google Shape;497;p1"/>
            <p:cNvSpPr txBox="1"/>
            <p:nvPr/>
          </p:nvSpPr>
          <p:spPr>
            <a:xfrm>
              <a:off x="8647267" y="-819100"/>
              <a:ext cx="2079474" cy="290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Indoor set up</a:t>
              </a:r>
              <a:endPara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98" name="Google Shape;498;p1"/>
          <p:cNvGrpSpPr/>
          <p:nvPr/>
        </p:nvGrpSpPr>
        <p:grpSpPr>
          <a:xfrm>
            <a:off x="9118536" y="1556079"/>
            <a:ext cx="2570735" cy="428754"/>
            <a:chOff x="8109561" y="-919102"/>
            <a:chExt cx="2940765" cy="490468"/>
          </a:xfrm>
        </p:grpSpPr>
        <p:sp>
          <p:nvSpPr>
            <p:cNvPr id="499" name="Google Shape;499;p1"/>
            <p:cNvSpPr/>
            <p:nvPr/>
          </p:nvSpPr>
          <p:spPr>
            <a:xfrm>
              <a:off x="8109561" y="-919102"/>
              <a:ext cx="2940765" cy="49046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500" name="Google Shape;500;p1"/>
            <p:cNvGrpSpPr/>
            <p:nvPr/>
          </p:nvGrpSpPr>
          <p:grpSpPr>
            <a:xfrm>
              <a:off x="8145448" y="-867815"/>
              <a:ext cx="415939" cy="387895"/>
              <a:chOff x="8145448" y="-867816"/>
              <a:chExt cx="415939" cy="387895"/>
            </a:xfrm>
          </p:grpSpPr>
          <p:sp>
            <p:nvSpPr>
              <p:cNvPr id="501" name="Google Shape;501;p1"/>
              <p:cNvSpPr/>
              <p:nvPr/>
            </p:nvSpPr>
            <p:spPr>
              <a:xfrm>
                <a:off x="8159470" y="-867816"/>
                <a:ext cx="387895" cy="38789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2" name="Google Shape;502;p1"/>
              <p:cNvSpPr txBox="1"/>
              <p:nvPr/>
            </p:nvSpPr>
            <p:spPr>
              <a:xfrm>
                <a:off x="8145448" y="-819101"/>
                <a:ext cx="415939" cy="29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chemeClr val="accen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07</a:t>
                </a:r>
                <a:endParaRPr sz="1050" b="1" i="0" u="none" strike="noStrike" cap="none">
                  <a:solidFill>
                    <a:schemeClr val="accen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sp>
          <p:nvSpPr>
            <p:cNvPr id="503" name="Google Shape;503;p1"/>
            <p:cNvSpPr txBox="1"/>
            <p:nvPr/>
          </p:nvSpPr>
          <p:spPr>
            <a:xfrm>
              <a:off x="8647267" y="-819100"/>
              <a:ext cx="2079474" cy="2904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Wrap Up</a:t>
              </a:r>
              <a:endPara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11" name="TextBox 510">
            <a:extLst>
              <a:ext uri="{FF2B5EF4-FFF2-40B4-BE49-F238E27FC236}">
                <a16:creationId xmlns:a16="http://schemas.microsoft.com/office/drawing/2014/main" id="{4F7B6C8E-4F24-4B1B-81A2-20F131132614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EXECUTIVE </a:t>
            </a:r>
            <a:r>
              <a:rPr lang="en-US" sz="32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PROJECT</a:t>
            </a:r>
            <a:r>
              <a:rPr lang="en-US" sz="3200" b="1" i="0" u="none" strike="noStrike" cap="none" dirty="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i="0" u="none" strike="noStrike" cap="none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STATUS REPORT</a:t>
            </a:r>
            <a:endParaRPr lang="en-US"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471F703A-C93B-48AA-8392-611AC48B5386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13" name="Slide Number Placeholder 5">
            <a:extLst>
              <a:ext uri="{FF2B5EF4-FFF2-40B4-BE49-F238E27FC236}">
                <a16:creationId xmlns:a16="http://schemas.microsoft.com/office/drawing/2014/main" id="{C04D86C4-4AE0-4ADC-A53A-FC61E68B07C7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4</a:t>
            </a:r>
          </a:p>
        </p:txBody>
      </p: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DED42442-61CC-45A6-AE51-EE7EA17ADE39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20F9E1BC-CC29-49EB-BA49-8A4D4141C6CE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21E2544D-CB12-4826-9452-D14D576AA80E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"/>
          <p:cNvGrpSpPr/>
          <p:nvPr/>
        </p:nvGrpSpPr>
        <p:grpSpPr>
          <a:xfrm>
            <a:off x="680757" y="1527425"/>
            <a:ext cx="3842475" cy="4575482"/>
            <a:chOff x="680757" y="1527425"/>
            <a:chExt cx="3850603" cy="4575482"/>
          </a:xfrm>
        </p:grpSpPr>
        <p:sp>
          <p:nvSpPr>
            <p:cNvPr id="516" name="Google Shape;516;p3"/>
            <p:cNvSpPr/>
            <p:nvPr/>
          </p:nvSpPr>
          <p:spPr>
            <a:xfrm>
              <a:off x="680757" y="2112199"/>
              <a:ext cx="3850603" cy="39907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680757" y="1527425"/>
              <a:ext cx="3850603" cy="5847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8" name="Google Shape;518;p3"/>
            <p:cNvSpPr txBox="1"/>
            <p:nvPr/>
          </p:nvSpPr>
          <p:spPr>
            <a:xfrm>
              <a:off x="1496213" y="1650535"/>
              <a:ext cx="221969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Status Here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aphicFrame>
          <p:nvGraphicFramePr>
            <p:cNvPr id="519" name="Google Shape;519;p3"/>
            <p:cNvGraphicFramePr/>
            <p:nvPr/>
          </p:nvGraphicFramePr>
          <p:xfrm>
            <a:off x="896639" y="2385458"/>
            <a:ext cx="3418839" cy="25595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20" name="Google Shape;520;p3"/>
            <p:cNvSpPr txBox="1"/>
            <p:nvPr/>
          </p:nvSpPr>
          <p:spPr>
            <a:xfrm>
              <a:off x="1028091" y="5330575"/>
              <a:ext cx="3155935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Level of completion for each quarter during the project</a:t>
              </a:r>
              <a:endParaRPr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aphicFrame>
        <p:nvGraphicFramePr>
          <p:cNvPr id="521" name="Google Shape;521;p3"/>
          <p:cNvGraphicFramePr/>
          <p:nvPr/>
        </p:nvGraphicFramePr>
        <p:xfrm>
          <a:off x="4641449" y="1527425"/>
          <a:ext cx="7017175" cy="2623750"/>
        </p:xfrm>
        <a:graphic>
          <a:graphicData uri="http://schemas.openxmlformats.org/drawingml/2006/table">
            <a:tbl>
              <a:tblPr firstRow="1" bandRow="1">
                <a:noFill/>
                <a:tableStyleId>{4D401B15-210D-49F8-8D23-FADDAE78A5B0}</a:tableStyleId>
              </a:tblPr>
              <a:tblGrid>
                <a:gridCol w="160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4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Lato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Jan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Feb</a:t>
                      </a:r>
                      <a:endParaRPr sz="12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A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Mar</a:t>
                      </a:r>
                      <a:endParaRPr sz="12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Apr</a:t>
                      </a:r>
                      <a:endParaRPr sz="12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A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</a:rPr>
                        <a:t>May</a:t>
                      </a:r>
                      <a:endParaRPr sz="1200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F3F3F"/>
                          </a:solidFill>
                        </a:rPr>
                        <a:t>Project Alpha</a:t>
                      </a:r>
                      <a:endParaRPr sz="1400" u="none" strike="noStrike" cap="none"/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Lat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F3F3F"/>
                          </a:solidFill>
                        </a:rPr>
                        <a:t>Project November</a:t>
                      </a:r>
                      <a:endParaRPr sz="1400" u="none" strike="noStrike" cap="none"/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solidFill>
                          <a:srgbClr val="3F3F3F"/>
                        </a:solidFill>
                      </a:endParaRPr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Lat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F3F3F"/>
                          </a:solidFill>
                        </a:rPr>
                        <a:t>Project India</a:t>
                      </a:r>
                      <a:endParaRPr sz="1400" u="none" strike="noStrike" cap="none"/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Lat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F3F3F"/>
                          </a:solidFill>
                        </a:rPr>
                        <a:t>Project Sierra</a:t>
                      </a:r>
                      <a:endParaRPr sz="1400" u="none" strike="noStrike" cap="none"/>
                    </a:p>
                  </a:txBody>
                  <a:tcPr marL="182875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ato"/>
                        <a:buNone/>
                      </a:pPr>
                      <a:endParaRPr sz="1200" u="none" strike="noStrike" cap="none">
                        <a:solidFill>
                          <a:srgbClr val="A5A5A5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2" name="Google Shape;522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0472" y="219091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6670" y="219091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42868" y="219091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39066" y="219091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5264" y="219091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0472" y="2739109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6670" y="2739109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42868" y="2739109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5264" y="2739109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9066" y="2739109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0472" y="328730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42868" y="328730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5264" y="328730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9066" y="328730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7282" y="3287304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0472" y="3807600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42868" y="3807600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5264" y="3807600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9066" y="3807600"/>
            <a:ext cx="207528" cy="20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7282" y="3807600"/>
            <a:ext cx="207528" cy="20752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"/>
          <p:cNvSpPr/>
          <p:nvPr/>
        </p:nvSpPr>
        <p:spPr>
          <a:xfrm>
            <a:off x="4641449" y="4295433"/>
            <a:ext cx="7017150" cy="411083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" name="Google Shape;543;p3"/>
          <p:cNvSpPr txBox="1"/>
          <p:nvPr/>
        </p:nvSpPr>
        <p:spPr>
          <a:xfrm>
            <a:off x="6875448" y="4347086"/>
            <a:ext cx="25491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PROJECT TIMELINE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4" name="Google Shape;544;p3"/>
          <p:cNvGraphicFramePr/>
          <p:nvPr/>
        </p:nvGraphicFramePr>
        <p:xfrm>
          <a:off x="4641449" y="4882785"/>
          <a:ext cx="6923534" cy="1246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E06D012B-F856-418F-8929-E235DB307028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EXECUTIVE </a:t>
            </a:r>
            <a:r>
              <a:rPr lang="en-US" sz="32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PROJECT</a:t>
            </a:r>
            <a:r>
              <a:rPr lang="en-US" sz="3200" b="1" i="0" u="none" strike="noStrike" cap="none" dirty="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i="0" u="none" strike="noStrike" cap="none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STATUS REPORT</a:t>
            </a:r>
            <a:endParaRPr lang="en-US"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E6521B-43A8-44A3-9D1D-6A9C055A4F6E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E425D7A2-859E-45A6-B8A6-B19DB4CF5F47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91B2B12-9D47-4754-A109-699D35C3E601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EF50D34-98DA-4E99-A216-C42CF48044D4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3C5948-FC5B-4C19-BE88-7800DF4E0218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d-ID" b="1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76251" y="3315280"/>
            <a:ext cx="3733800" cy="64712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Do you a need bespoke presentation design service? We can custom create your slides from scratch. Contact us today.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d-ID" dirty="0">
                <a:hlinkClick r:id="rId4"/>
              </a:rPr>
              <a:t>WWW.POWERSLIDES.COM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65553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46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3469DF"/>
      </a:accent1>
      <a:accent2>
        <a:srgbClr val="00A5FD"/>
      </a:accent2>
      <a:accent3>
        <a:srgbClr val="FFA406"/>
      </a:accent3>
      <a:accent4>
        <a:srgbClr val="A759BA"/>
      </a:accent4>
      <a:accent5>
        <a:srgbClr val="FF0C6F"/>
      </a:accent5>
      <a:accent6>
        <a:srgbClr val="D9D9D9"/>
      </a:accent6>
      <a:hlink>
        <a:srgbClr val="F68A1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598</Words>
  <Application>Microsoft Office PowerPoint</Application>
  <PresentationFormat>Widescreen</PresentationFormat>
  <Paragraphs>174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Lato</vt:lpstr>
      <vt:lpstr>Proxima Nova</vt:lpstr>
      <vt:lpstr>Noto Sans Symbols</vt:lpstr>
      <vt:lpstr>Lato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Samudera</dc:creator>
  <cp:lastModifiedBy>HP</cp:lastModifiedBy>
  <cp:revision>4</cp:revision>
  <dcterms:created xsi:type="dcterms:W3CDTF">2022-01-13T11:57:00Z</dcterms:created>
  <dcterms:modified xsi:type="dcterms:W3CDTF">2022-04-12T10:15:55Z</dcterms:modified>
</cp:coreProperties>
</file>